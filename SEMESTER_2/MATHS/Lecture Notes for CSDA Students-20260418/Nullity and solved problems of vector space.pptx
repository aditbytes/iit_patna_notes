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5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3:41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36 0 0,'0'0'2545'0'0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4:03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60 0 0,'0'0'2070'0'0,"1"24"-1257"0"0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4:04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0 848 0 0,'-15'0'1872'0'0,"-1"0"-972"0"0,2 0-868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4:05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1084 0 0,'0'0'3678'0'0,"2"0"-3558"0"0,11 0 2878 0 0,1-2-8474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4:06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1 608 0 0,'0'0'3008'0'0,"7"7"-2906"0"0,3-4-1530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4:07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0 452 0 0,'-1'2'475'0'0,"-2"1"-724"0"0,-10 0 4916 0 0,11-2-4731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4:07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9 660 0 0,'0'0'1324'0'0,"3"0"-294"0"0,-2 0-1161 0 0,0 0 150 0 0,-1 0 0 0 0,1 0 1 0 0,0 0-1 0 0,0 0 0 0 0,0 0 1 0 0,-1-1-1 0 0,1 1 0 0 0,0 0 1 0 0,0 0-1 0 0,0-1 0 0 0,-1 1 1 0 0,1 0-1 0 0,0-1 0 0 0,-1 1 0 0 0,1-1 1 0 0,0 1-1 0 0,-1-1 0 0 0,1 1 1 0 0,0-1-1 0 0,-1 1 0 0 0,1-1 1 0 0,0-1-1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4:07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 1348 0 0,'0'0'4529'0'0,"1"-7"-4452"0"0,9-3-3627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4:08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4 328 0 0,'0'0'1136'0'0,"-10"3"-68"0"0,16-10-2652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5: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21 112 52 0 0,'0'0'5583'0'0,"-13"-4"-2630"0"0,7-11-2055 0 0,6 13-666 0 0,0 1-193 0 0,0 0-1 0 0,-1 0 1 0 0,1 0-1 0 0,0 0 0 0 0,0 0 1 0 0,0 0-1 0 0,0 0 1 0 0,0 0-1 0 0,0 0 1 0 0,0 0-1 0 0,0 0 1 0 0,0 0-1 0 0,0 0 0 0 0,1 0 1 0 0,-1 0-1 0 0,0 0 1 0 0,1 0-1 0 0,-1 0 1 0 0,2-1-1 0 0,2-17 410 0 0,-3 15-413 0 0,0 0 0 0 0,0 0 1 0 0,1-1-1 0 0,0 1 0 0 0,3-6 0 0 0,-5 9-43 0 0,2-1 9 0 0,0 1-3 0 0,-1-1 1 0 0,1 1-1 0 0,0-1 1 0 0,-1 1-1 0 0,1 0 1 0 0,0-1-1 0 0,0 1 1 0 0,0 0-1 0 0,0 1 1 0 0,0-1-1 0 0,1 0 0 0 0,-1 0 1 0 0,0 1-1 0 0,0 0 1 0 0,0-1-1 0 0,1 1 1 0 0,-1 0-1 0 0,4 0 1 0 0,-2 1-12 0 0,0-1 1 0 0,0 1-1 0 0,0 0 1 0 0,0 1 0 0 0,0-1-1 0 0,-1 1 1 0 0,1 0-1 0 0,0 0 1 0 0,5 3-1 0 0,0 2 0 0 0,0 0-1 0 0,-1 1 1 0 0,0 0-1 0 0,0 0 1 0 0,0 1-1 0 0,11 17 1 0 0,-2 4 36 0 0,-1 2-1 0 0,-1 0 1 0 0,-1 0-1 0 0,-2 1 1 0 0,-2 1-1 0 0,-1 0 1 0 0,7 48-1 0 0,-11-49 69 0 0,-2-17 276 0 0,2 30 0 0 0,-6-45-345 0 0,1 0-1 0 0,0 0 1 0 0,-1 0 0 0 0,1 0 0 0 0,0 0 0 0 0,-1 0 0 0 0,1 0-1 0 0,-1 0 1 0 0,0 0 0 0 0,1-1 0 0 0,-1 1 0 0 0,0 0 0 0 0,1 0-1 0 0,-1 0 1 0 0,0-1 0 0 0,0 1 0 0 0,0 0 0 0 0,0-1 0 0 0,1 1-1 0 0,-1-1 1 0 0,0 1 0 0 0,0-1 0 0 0,0 0 0 0 0,0 1 0 0 0,0-1-1 0 0,0 0 1 0 0,-2 1 0 0 0,1-1 22 0 0,-1 0-10 0 0,-2-1-18 0 0,0 0 1 0 0,1 0-1 0 0,-1-1 0 0 0,0 1 0 0 0,1-1 0 0 0,-1-1 0 0 0,1 1 1 0 0,0 0-1 0 0,-1-1 0 0 0,1 0 0 0 0,1 0 0 0 0,-1 0 0 0 0,0 0 1 0 0,1-1-1 0 0,-1 0 0 0 0,1 1 0 0 0,0-1 0 0 0,0 0 0 0 0,-3-7 1 0 0,3 5-17 0 0,0 0 0 0 0,0 0 1 0 0,1 0-1 0 0,0-1 1 0 0,0 1-1 0 0,0 0 0 0 0,1-1 1 0 0,0 1-1 0 0,0-1 1 0 0,1 1-1 0 0,-1-1 0 0 0,1 0 1 0 0,1 1-1 0 0,1-11 1 0 0,0 5-7 0 0,1 1 0 0 0,0-1 0 0 0,1 1 0 0 0,0 0 0 0 0,1 0 0 0 0,0 0 0 0 0,1 1 0 0 0,0-1 0 0 0,1 1 0 0 0,0 1 0 0 0,0-1 0 0 0,1 1 0 0 0,15-13 0 0 0,2 0 11 0 0,2 2 0 0 0,0 0 1 0 0,2 2-1 0 0,0 1 1 0 0,41-18-1 0 0,-68 35 3 0 0,33-17 44 0 0,-12 4 182 0 0,-22 12-201 0 0,-2-6 10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5:41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68 592 0 0,'0'0'7595'0'0,"-10"3"-6037"0"0,53-12-1272 0 0,64-21 1 0 0,-1-1-713 0 0,-76 30-3018 0 0,-26 2 3236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5:42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44 956 0 0,'-19'13'5834'0'0,"-3"5"-1762"0"0,16-12-3872 0 0,17-8-190 0 0,0-1 0 0 0,0-1 0 0 0,17-7 0 0 0,-6 2-36 0 0,66-26-210 0 0,-87 34 215 0 0,14-3 49 0 0,-13 3-172 0 0,1 1-1 0 0,0-1 1 0 0,0 0-1 0 0,-1 1 1 0 0,1-1-1 0 0,0-1 1 0 0,-1 1-1 0 0,5-3 1 0 0,3 7-1282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5:43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18 146 1468 0 0,'0'0'1110'0'0,"-13"-19"3277"0"0,12 18-4331 0 0,1 0 0 0 0,-1 0 0 0 0,1 0 0 0 0,-1 0 0 0 0,1 0 0 0 0,0 0 0 0 0,-1 0 1 0 0,1 0-1 0 0,0 0 0 0 0,0 0 0 0 0,0-1 0 0 0,0 1 0 0 0,0 0 0 0 0,0 0 0 0 0,0 0 1 0 0,0 0-1 0 0,0-1 0 0 0,1 1-41 0 0,-1 1 0 0 0,0-1-1 0 0,1 1 1 0 0,-1-1 0 0 0,0 1 0 0 0,1-1 0 0 0,-1 1 0 0 0,1 0 0 0 0,-1-1 0 0 0,1 1 0 0 0,-1 0-1 0 0,1-1 1 0 0,-1 1 0 0 0,1 0 0 0 0,-1 0 0 0 0,1-1 0 0 0,-1 1 0 0 0,1 0 0 0 0,-1 0 0 0 0,1 0-1 0 0,-1 0 1 0 0,1 0 0 0 0,0 0 0 0 0,2 0-10 0 0,0 0 0 0 0,1 0-1 0 0,-1 0 1 0 0,0 1 0 0 0,0 0 0 0 0,0-1 0 0 0,0 1-1 0 0,-1 0 1 0 0,1 1 0 0 0,0-1 0 0 0,4 3-1 0 0,4 4 16 0 0,-1 0-1 0 0,1 0 1 0 0,-2 1-1 0 0,1 1 1 0 0,-1 0-1 0 0,-1 0 1 0 0,1 0-1 0 0,-2 1 1 0 0,11 21-1 0 0,-4-5 60 0 0,-2 0 1 0 0,-2 1-1 0 0,10 35 0 0 0,-6 6 2482 0 0,-13-67-2011 0 0,-1 0 148 0 0,0-2-659 0 0,0 0 1 0 0,0 0-1 0 0,0 1 1 0 0,0-1-1 0 0,0 0 1 0 0,0 0-1 0 0,0 1 1 0 0,0-1-1 0 0,0 0 1 0 0,0 0-1 0 0,0 1 1 0 0,0-1-1 0 0,0 0 1 0 0,0 0-1 0 0,0 0 1 0 0,0 1-1 0 0,0-1 1 0 0,0 0-1 0 0,0 0 1 0 0,0 1-1 0 0,0-1 1 0 0,0 0-1 0 0,0 0 1 0 0,0 0-1 0 0,-1 1 1 0 0,1-1-1 0 0,0 0 1 0 0,0 0-1 0 0,0 0 1 0 0,0 0-1 0 0,0 1 1 0 0,-1-1-1 0 0,1 0 1 0 0,0 0-1 0 0,0 0 1 0 0,0 0-1 0 0,-1 0 0 0 0,1 1 1 0 0,-3-1-16 0 0,-7-2 58 0 0,7 0-58 0 0,1 1 1 0 0,0-1-1 0 0,0 0 0 0 0,0 0 1 0 0,0 0-1 0 0,0-1 0 0 0,-3-3 1 0 0,0-3-12 0 0,0 0 0 0 0,1 0 1 0 0,-1 0-1 0 0,2 0 0 0 0,-1-1 1 0 0,2 0-1 0 0,-1 1 1 0 0,1-1-1 0 0,0 0 0 0 0,1 0 1 0 0,1 0-1 0 0,-1 0 0 0 0,2-1 1 0 0,1-11-1 0 0,-1 7-22 0 0,2 0 1 0 0,0 0-1 0 0,0 1 1 0 0,2-1-1 0 0,0 1 0 0 0,0 0 1 0 0,1 0-1 0 0,16-24 0 0 0,-14 27 0 0 0,1 1-1 0 0,0 0 0 0 0,0 0 0 0 0,1 1 1 0 0,1 1-1 0 0,0 0 0 0 0,0 0 1 0 0,0 1-1 0 0,1 0 0 0 0,0 1 0 0 0,0 0 1 0 0,1 1-1 0 0,23-6 0 0 0,-33 10 7 0 0,0 0 0 0 0,0 0 0 0 0,1 1 0 0 0,-1-1 0 0 0,0 1 0 0 0,1 0 0 0 0,-1 0 0 0 0,1 0 0 0 0,-1 1 0 0 0,0-1 0 0 0,1 1 0 0 0,-1-1 0 0 0,0 1-1 0 0,0 0 1 0 0,6 3 0 0 0,-4-1 0 0 0,-1-1 0 0 0,0 1 0 0 0,1 1 0 0 0,-1-1-1 0 0,0 0 1 0 0,-1 1 0 0 0,1 0 0 0 0,-1 0 0 0 0,4 5-1 0 0,2 5 2 0 0,-2 0-1 0 0,1 0 1 0 0,-2 0-1 0 0,0 1 0 0 0,6 23 1 0 0,43 199 134 0 0,-25-137-49 0 0,-30-99-76 0 0,1 0-38 0 0,-1 0 0 0 0,1 0 0 0 0,0 0 0 0 0,-1 0 0 0 0,1 0 0 0 0,0-1-1 0 0,-1 1 1 0 0,1 0 0 0 0,0 0 0 0 0,0-1 0 0 0,0 1 0 0 0,-1-1 0 0 0,1 1 0 0 0,0-1-1 0 0,0 1 1 0 0,0-1 0 0 0,0 1 0 0 0,0-1 0 0 0,0 0 0 0 0,0 0 0 0 0,2 1 0 0 0,7-2-505 0 0,-7 0-156 0 0,-1 1-223 0 0,20-10-4750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6:00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0 200 0 0,'0'0'900'0'0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6:02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7 4 0 0,'0'0'2570'0'0,"-21"-7"-2278"0"0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6:04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18 219 328 0 0,'0'0'1059'0'0,"-7"-7"1756"0"0,6 4-2644 0 0,-1-1 0 0 0,1 0 0 0 0,-1 1-1 0 0,1-1 1 0 0,0 0 0 0 0,0 1 0 0 0,1-1 0 0 0,-1 0-1 0 0,1 0 1 0 0,0 0 0 0 0,0 1 0 0 0,0-1-1 0 0,0 0 1 0 0,1 0 0 0 0,0 0 0 0 0,0 1 0 0 0,0-1-1 0 0,0 0 1 0 0,0 1 0 0 0,4-7 0 0 0,-5 9-168 0 0,1-1 0 0 0,0 1 1 0 0,0 0-1 0 0,0 0 0 0 0,0 0 1 0 0,0 0-1 0 0,0 0 0 0 0,0 0 0 0 0,0 0 1 0 0,1 0-1 0 0,-1 0 0 0 0,0 1 1 0 0,0-1-1 0 0,1 0 0 0 0,-1 1 1 0 0,0-1-1 0 0,1 1 0 0 0,-1 0 1 0 0,1-1-1 0 0,-1 1 0 0 0,1 0 1 0 0,-1 0-1 0 0,1 0 0 0 0,-1 0 0 0 0,0 0 1 0 0,4 0-1 0 0,0 3 10 0 0,1-1 0 0 0,-1 1 1 0 0,1 0-1 0 0,-1 1 0 0 0,0-1 0 0 0,0 1 0 0 0,-1 0 0 0 0,1 0 1 0 0,-1 1-1 0 0,0-1 0 0 0,0 1 0 0 0,0 0 0 0 0,-1 0 0 0 0,1 0 1 0 0,-1 0-1 0 0,0 1 0 0 0,-1-1 0 0 0,3 8 0 0 0,3 3 7 0 0,6 17 149 0 0,-1 1 1 0 0,9 38-1 0 0,-19-64 180 0 0,0 9 1150 0 0,-4-16-983 0 0,-5-4-485 0 0,5 0-23 0 0,-1 1-1 0 0,1 0 1 0 0,0 0-1 0 0,0-1 1 0 0,0 1-1 0 0,0 0 1 0 0,0-1-1 0 0,1 1 1 0 0,-1-1 0 0 0,1 0-1 0 0,-1 1 1 0 0,1-1-1 0 0,0 1 1 0 0,0-1-1 0 0,1-3 1 0 0,-1-3 14 0 0,-1-17 13 0 0,1-1 0 0 0,1 0-1 0 0,2 0 1 0 0,0 1 0 0 0,2-1-1 0 0,13-40 1 0 0,-16 61-39 0 0,0-1 0 0 0,0 1 0 0 0,1 0 0 0 0,0 0 0 0 0,1 0 0 0 0,-1 0-1 0 0,1 0 1 0 0,0 1 0 0 0,0-1 0 0 0,1 1 0 0 0,0 0 0 0 0,0 1 0 0 0,0-1 0 0 0,0 1 0 0 0,12-7 0 0 0,-15 10 3 0 0,1 0 0 0 0,-1 1 0 0 0,0-1 0 0 0,0 1 0 0 0,0 0 1 0 0,0 0-1 0 0,1 0 0 0 0,-1 0 0 0 0,0 0 0 0 0,0 0 0 0 0,0 0 0 0 0,0 1 1 0 0,1-1-1 0 0,-1 1 0 0 0,0 0 0 0 0,0-1 0 0 0,0 1 0 0 0,0 0 0 0 0,0 0 1 0 0,3 3-1 0 0,-1 0-18 0 0,1 0 0 0 0,-1 1 1 0 0,1-1-1 0 0,-1 1 1 0 0,-1 0-1 0 0,1 1 0 0 0,-1-1 1 0 0,0 1-1 0 0,0-1 1 0 0,0 1-1 0 0,2 9 0 0 0,4 13-9 0 0,6 35 0 0 0,-7-26 11 0 0,-2-12-39 0 0,1-1 0 0 0,2 1 0 0 0,0-1-1 0 0,22 42 1 0 0,-28-63-315 0 0,-1-1 0 0 0,0 0 0 0 0,1 1 0 0 0,-1-1-1 0 0,1 0 1 0 0,0 0 0 0 0,0 0 0 0 0,-1 0 0 0 0,1-1 0 0 0,0 1-1 0 0,1-1 1 0 0,-1 0 0 0 0,0 0 0 0 0,0 0 0 0 0,1 0-1 0 0,-1 0 1 0 0,4 0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6:05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 1080 0 0,'-6'8'6231'0'0,"5"-8"-6180"0"0,0 1 1 0 0,1-1 0 0 0,-1 1-1 0 0,0-1 1 0 0,1 1 0 0 0,-1-1-1 0 0,1 1 1 0 0,-1-1-1 0 0,0 1 1 0 0,1 0 0 0 0,0-1-1 0 0,-1 1 1 0 0,1 0 0 0 0,-1 0-1 0 0,1-1 1 0 0,0 1 0 0 0,0 0-1 0 0,-1 0 1 0 0,1 0 0 0 0,0-1-1 0 0,0 1 1 0 0,0 0 0 0 0,0 0-1 0 0,0 0 1 0 0,0 0-1 0 0,0-1 1 0 0,0 1 0 0 0,0 0-1 0 0,0 0 1 0 0,0 0 0 0 0,1-1-1 0 0,-1 1 1 0 0,0 0 0 0 0,1 0-1 0 0,-1-1 1 0 0,0 1 0 0 0,1 0-1 0 0,-1 0 1 0 0,1-1-1 0 0,-1 1 1 0 0,1-1 0 0 0,-1 1-1 0 0,1 0 1 0 0,0-1 0 0 0,-1 1-1 0 0,1-1 1 0 0,0 1 0 0 0,-1-1-1 0 0,2 1 1 0 0,0 0-46 0 0,30 0 117 0 0,-17-2-101 0 0,1 0 1 0 0,-1-1 0 0 0,16-5 0 0 0,-18 4-47 0 0,-10 2 19 0 0,1 0-113 0 0,-1 1 1 0 0,1 0-1 0 0,0 0 1 0 0,-1 0-1 0 0,1 0 1 0 0,7 2 0 0 0,3 9-4927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6:05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57 636 0 0,'-7'-8'7329'0'0,"1"4"-5894"0"0,-1 0 820 0 0,15 9-2325 0 0,3 2 53 0 0,0 1 0 0 0,0 0 0 0 0,0 1-1 0 0,-1 0 1 0 0,0 1 0 0 0,-1 0 0 0 0,14 19 0 0 0,-11-9 50 0 0,0-1-1 0 0,-2 1 1 0 0,15 39 0 0 0,-21-48 337 0 0,-1-1-1 0 0,-1 1 1 0 0,2 11-1 0 0,-2-9 1789 0 0,-15-18-1986 0 0,11 1-165 0 0,0-1 0 0 0,0 0-1 0 0,0 1 1 0 0,1-1-1 0 0,-1 0 1 0 0,1 0 0 0 0,1 0-1 0 0,-1 0 1 0 0,1-1-1 0 0,-1 1 1 0 0,2 0 0 0 0,-1 0-1 0 0,0 0 1 0 0,2-5-1 0 0,3-16-2 0 0,12-37 0 0 0,-12 44 11 0 0,26-65-3 0 0,-31 82-129 0 0,1-1 1 0 0,0 1-1 0 0,0 0 0 0 0,0-1 0 0 0,0 1 0 0 0,0 0 0 0 0,1 0 0 0 0,-1 0 0 0 0,1 0 0 0 0,-1 0 0 0 0,1 0 0 0 0,0 0 0 0 0,0 0 0 0 0,4-2 0 0 0,-4 2-850 0 0,0 1 0 0 0,1 0 0 0 0,-1 0 0 0 0,1 0 0 0 0,-1 0-1 0 0,1 0 1 0 0,0 1 0 0 0,4-1 0 0 0,8-1-1692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6:11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5 176 1160 0 0,'0'0'6804'0'0,"-4"-11"-5749"0"0,8-4-441 0 0,19 4-574 0 0,169-60 212 0 0,-39 12-1431 0 0,-127 53-3079 0 0,-11 3 2174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6:11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50 114 444 0 0,'-2'2'1566'0'0,"-34"28"3945"0"0,35-29-5205 0 0,-6 7 263 0 0,7-8-556 0 0,-1 1 0 0 0,1-1-1 0 0,0 0 1 0 0,0 0-1 0 0,0 0 1 0 0,-1 1-1 0 0,1-1 1 0 0,0 0-1 0 0,0 0 1 0 0,0 1 0 0 0,-1-1-1 0 0,1 0 1 0 0,0 0-1 0 0,0 1 1 0 0,0-1-1 0 0,0 0 1 0 0,0 0 0 0 0,0 1-1 0 0,0-1 1 0 0,0 0-1 0 0,0 1 1 0 0,0-1-1 0 0,0 0 1 0 0,0 0 0 0 0,0 1-1 0 0,0-1 1 0 0,0 0-1 0 0,0 1 1 0 0,0-1-1 0 0,0 0 1 0 0,0 0-1 0 0,0 1 1 0 0,0-1 0 0 0,0 0-1 0 0,1 0 1 0 0,-1 1-1 0 0,0-1 1 0 0,0 0-1 0 0,0 0 1 0 0,0 1 0 0 0,1-1-1 0 0,7 0-15 0 0,-1 0 0 0 0,1 0 0 0 0,-1-1 0 0 0,1 0 0 0 0,-1 0 0 0 0,1-1 0 0 0,-1 0 0 0 0,0 0 0 0 0,1-1 0 0 0,6-4 0 0 0,75-42-1458 0 0,-57 30 639 0 0,51-32-1930 0 0,-40 24 1300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6:13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1 144 60 0 0,'1'-12'745'0'0,"1"1"-1"0"0,1-1 1 0 0,0 0 0 0 0,8-20 0 0 0,-9 28-679 0 0,0 0 1 0 0,0 1 0 0 0,0-1 0 0 0,1 1 0 0 0,-1-1 0 0 0,1 1 0 0 0,0 0 0 0 0,0 0-1 0 0,0 0 1 0 0,0 1 0 0 0,1-1 0 0 0,-1 1 0 0 0,1-1 0 0 0,-1 1 0 0 0,1 0 0 0 0,6-2-1 0 0,-6 4-6 0 0,0-1-1 0 0,1 1 1 0 0,-1 1-1 0 0,1-1 0 0 0,-1 0 1 0 0,0 1-1 0 0,1 0 1 0 0,-1 0-1 0 0,0 0 0 0 0,0 1 1 0 0,0-1-1 0 0,0 1 0 0 0,0 0 1 0 0,5 3-1 0 0,-2 0 0 0 0,-1-1-1 0 0,1 1 0 0 0,-1 1 1 0 0,0-1-1 0 0,-1 1 0 0 0,0 0 1 0 0,1 0-1 0 0,-2 0 0 0 0,1 1 1 0 0,-1 0-1 0 0,0 0 0 0 0,0 0 1 0 0,-1 0-1 0 0,0 1 0 0 0,3 12 1 0 0,1 10 220 0 0,-1-1 0 0 0,4 54 0 0 0,-8-54 128 0 0,-2-27-355 0 0,0 0 1 0 0,0 0 0 0 0,0 0 0 0 0,0 0-1 0 0,0 0 1 0 0,-1 0 0 0 0,1 0-1 0 0,-1 0 1 0 0,1 0 0 0 0,-1 0 0 0 0,0 0-1 0 0,0 0 1 0 0,0-1 0 0 0,0 1-1 0 0,-2 3 1 0 0,2-4-24 0 0,-13-10 113 0 0,10 1-142 0 0,0-1 1 0 0,1 1 0 0 0,0-1-1 0 0,0 0 1 0 0,1 0-1 0 0,0-1 1 0 0,0 1-1 0 0,1 0 1 0 0,1-1-1 0 0,-1 1 1 0 0,2 0 0 0 0,-1-1-1 0 0,1 1 1 0 0,4-17-1 0 0,-2 15-5 0 0,0 0-1 0 0,0 0 0 0 0,2 0 1 0 0,-1 0-1 0 0,1 0 0 0 0,1 1 1 0 0,0 0-1 0 0,1 0 0 0 0,-1 1 1 0 0,2-1-1 0 0,14-13 0 0 0,-17 18 5 0 0,1 0 0 0 0,0 0 0 0 0,0 1 0 0 0,0 0-1 0 0,1 0 1 0 0,0 1 0 0 0,-1 0 0 0 0,1 0 0 0 0,0 0-1 0 0,0 1 1 0 0,1 0 0 0 0,6-1 0 0 0,-10 3-1 0 0,0-1 0 0 0,-1 1-1 0 0,1 0 1 0 0,0 1 0 0 0,-1-1 0 0 0,1 1 0 0 0,-1-1 0 0 0,1 1 0 0 0,-1 0 0 0 0,1 0-1 0 0,-1 1 1 0 0,1-1 0 0 0,-1 1 0 0 0,0-1 0 0 0,0 1 0 0 0,0 0 0 0 0,0 0-1 0 0,0 1 1 0 0,0-1 0 0 0,-1 1 0 0 0,1-1 0 0 0,-1 1 0 0 0,1 0 0 0 0,-1 0-1 0 0,0 0 1 0 0,2 4 0 0 0,12 26-269 0 0,-2 1 1 0 0,-1 0-1 0 0,-1 1 1 0 0,8 46-1 0 0,-14-55-1353 0 0,-4-18-131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6:14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4 121 1036 0 0,'0'0'5857'0'0,"0"0"-5818"0"0,-1 0 0 0 0,1 0-1 0 0,0 0 1 0 0,0 0 0 0 0,0-1-1 0 0,-1 1 1 0 0,1 0 0 0 0,0 0 0 0 0,0 0-1 0 0,0 0 1 0 0,-1-1 0 0 0,1 1-1 0 0,0 0 1 0 0,0 0 0 0 0,0 0-1 0 0,0-1 1 0 0,0 1 0 0 0,0 0-1 0 0,-1 0 1 0 0,1 0 0 0 0,0-1 0 0 0,0 1-1 0 0,0 0 1 0 0,0 0 0 0 0,0-1-1 0 0,0 1 1 0 0,0 0 0 0 0,0 0-1 0 0,0-1 1 0 0,16-7 159 0 0,0 1 0 0 0,31-10 0 0 0,7-2-93 0 0,76-37-5022 0 0,-116 49 3485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6:14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 1736 0 0,'-4'-2'1740'0'0,"4"1"-1582"0"0,-1 1 1 0 0,1 0-1 0 0,0 0 0 0 0,-1 0 0 0 0,1 0 0 0 0,0 0 1 0 0,-1 0-1 0 0,1 0 0 0 0,-1 0 0 0 0,1 0 0 0 0,0 0 1 0 0,-1 0-1 0 0,1 0 0 0 0,-1 0 0 0 0,1 0 0 0 0,0 0 0 0 0,-1 1 159 0 0,0-1-159 0 0,1 13 1183 0 0,13 22-1718 0 0,-11-31 952 0 0,106 316 917 0 0,-100-296-1433 0 0,1 2 74 0 0,-6-17 292 0 0,-5-16 503 0 0,-1-6-902 0 0,1 1 0 0 0,0-1 0 0 0,1 0 0 0 0,0 0-1 0 0,1 1 1 0 0,1-15 0 0 0,13-81-15 0 0,-9 78-16 0 0,-4 23-2 0 0,0 0-1 0 0,1 0 1 0 0,0 0 0 0 0,0 1-1 0 0,0-1 1 0 0,1 0-1 0 0,0 1 1 0 0,0 0 0 0 0,1 0-1 0 0,0 0 1 0 0,0 0 0 0 0,0 0-1 0 0,0 1 1 0 0,1 0-1 0 0,9-8 1 0 0,-12 12 5 0 0,0 0 0 0 0,1 0 0 0 0,-1 1 0 0 0,0-1 0 0 0,0 1 0 0 0,0 0 0 0 0,0 0 0 0 0,0 0 0 0 0,1 0-1 0 0,-1 0 1 0 0,0 0 0 0 0,0 0 0 0 0,0 1 0 0 0,0-1 0 0 0,0 1 0 0 0,0-1 0 0 0,0 1 0 0 0,0 0 0 0 0,0 0 0 0 0,0 0 0 0 0,0 0 0 0 0,0 0 0 0 0,0 0 0 0 0,0 1 0 0 0,-1-1 0 0 0,4 4 0 0 0,1 0 1 0 0,0 1 0 0 0,0 0 1 0 0,-1 0-1 0 0,0 1 1 0 0,7 10-1 0 0,6 18 49 0 0,-3 0 0 0 0,-1 1 0 0 0,11 43-1 0 0,11 28-1967 0 0,-29-92 106 0 0,-3-9-945 0 0,2 4 239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6:14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1 108 348 0 0,'6'-8'9394'0'0,"9"-5"-9408"0"0,0 1-1 0 0,1 1 0 0 0,0 0 1 0 0,1 1-1 0 0,21-10 1 0 0,16-2-5159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6:1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29 1044 0 0,'-3'5'878'0'0,"1"0"-1"0"0,0 0 0 0 0,0 0 1 0 0,-2 11-1 0 0,0 0 22 0 0,3-14-694 0 0,4 2 175 0 0,-3-3-342 0 0,0 0 0 0 0,0 0 0 0 0,0 0-1 0 0,1 0 1 0 0,-1 0 0 0 0,0 0 0 0 0,1 0 0 0 0,-1 0 0 0 0,1 0 0 0 0,-1 0 0 0 0,1 0 0 0 0,0-1 0 0 0,-1 1 0 0 0,1 0 0 0 0,1 0 0 0 0,1 0 1 0 0,0 0 0 0 0,0 0 1 0 0,0 0-1 0 0,0-1 0 0 0,0 1 0 0 0,0-1 1 0 0,0 0-1 0 0,0 0 0 0 0,0 0 0 0 0,0-1 0 0 0,0 1 1 0 0,5-2-1 0 0,40-13 76 0 0,111-51-4185 0 0,-118 43 2397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6:15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420 157 1676 0 0,'-32'-10'4532'0'0,"-39"-7"610"0"0,69 16-5024 0 0,-2 3-35 0 0,4-2-81 0 0,-1 0 1 0 0,1 0-1 0 0,0 0 0 0 0,-1 0 0 0 0,1 0 1 0 0,0 0-1 0 0,-1 0 0 0 0,1 0 0 0 0,0 0 0 0 0,-1 0 1 0 0,1 0-1 0 0,0 0 0 0 0,-1 0 0 0 0,1 1 1 0 0,0-1-1 0 0,-1 0 0 0 0,1 0 0 0 0,0 0 1 0 0,-1 1-1 0 0,1-1 0 0 0,0 0 0 0 0,0 0 1 0 0,-1 1-1 0 0,1-1 0 0 0,0 0 0 0 0,0 0 1 0 0,-1 1-1 0 0,-1 9 11 0 0,-1 0-1 0 0,1 1 1 0 0,1-1 0 0 0,0 0 0 0 0,1 1 0 0 0,0-1 0 0 0,0 0-1 0 0,1 1 1 0 0,0-1 0 0 0,1 0 0 0 0,4 14 0 0 0,2 3-36 0 0,0-1-1 0 0,2-1 1 0 0,16 31 0 0 0,-19-44 3 0 0,0-1-1 0 0,0 1 1 0 0,1-1-1 0 0,0-1 1 0 0,1 1-1 0 0,1-2 1 0 0,-1 1-1 0 0,20 13 1 0 0,-24-19 31 0 0,1 0 0 0 0,0 0 0 0 0,0-1 1 0 0,0 0-1 0 0,0 0 0 0 0,0-1 0 0 0,1 0 0 0 0,-1 0 0 0 0,1 0 1 0 0,-1-1-1 0 0,1 0 0 0 0,0 0 0 0 0,0-1 0 0 0,-1 0 1 0 0,1 0-1 0 0,0 0 0 0 0,0-1 0 0 0,-1 0 0 0 0,10-3 0 0 0,-8 2 93 0 0,0-1 0 0 0,0 0 0 0 0,0-1-1 0 0,0 0 1 0 0,-1 0 0 0 0,1-1-1 0 0,-1 1 1 0 0,0-2 0 0 0,-1 1-1 0 0,1-1 1 0 0,-1 0 0 0 0,0 0 0 0 0,-1-1-1 0 0,1 0 1 0 0,-1 0 0 0 0,-1 0-1 0 0,1-1 1 0 0,-1 1 0 0 0,4-11-1 0 0,-4 7-2 0 0,-1 0 0 0 0,-1-1 0 0 0,1 1 0 0 0,-2 0 0 0 0,1-1 0 0 0,-2 1 0 0 0,1-1 0 0 0,-2 1 0 0 0,1-1 0 0 0,-2 1-1 0 0,1-1 1 0 0,-2 1 0 0 0,1 0 0 0 0,-6-12 0 0 0,2 5-62 0 0,-1 1 0 0 0,-1 0-1 0 0,-1 1 1 0 0,0 0 0 0 0,-1 0 0 0 0,0 1-1 0 0,-2 0 1 0 0,0 1 0 0 0,0 0 0 0 0,-19-15-1 0 0,24 24-45 0 0,0-1-1 0 0,0 1 1 0 0,-1 0 0 0 0,0 0-1 0 0,0 1 1 0 0,0 0-1 0 0,-1 0 1 0 0,1 1 0 0 0,-1 0-1 0 0,0 1 1 0 0,0 0-1 0 0,0 0 1 0 0,0 1 0 0 0,0 0-1 0 0,0 0 1 0 0,0 1-1 0 0,0 1 1 0 0,0-1 0 0 0,0 2-1 0 0,0-1 1 0 0,0 1-1 0 0,-15 5 1 0 0,1 3-394 0 0,1 0-1 0 0,0 1 1 0 0,1 2-1 0 0,0 0 1 0 0,-38 32 0 0 0,-83 95-5523 0 0,74-63 1102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3:14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1 189 908 0 0,'0'-1'287'0'0,"-1"0"0"0"0,1 0 0 0 0,0-1 0 0 0,0 1 0 0 0,0 0 0 0 0,0-1 0 0 0,1 1 0 0 0,-1 0 0 0 0,0 0 0 0 0,0-1 0 0 0,1 1 0 0 0,-1 0 0 0 0,1 0 0 0 0,-1-1 0 0 0,1 1 0 0 0,0-1 0 0 0,4-8 531 0 0,-4 8-477 0 0,23-30 2875 0 0,-16 19-2785 0 0,-7 12-168 0 0,5-7 233 0 0,-4 5-486 0 0,3-3-16 0 0,16 1 21 0 0,-8 3-20 0 0,-10 2-3 0 0,-1 0-10 0 0,10 1 11 0 0,-7 0 4 0 0,-1 0 0 0 0,-1 0 1 0 0,1 0-1 0 0,-1 0 0 0 0,1 0 1 0 0,-1 1-1 0 0,0-1 1 0 0,0 1-1 0 0,1 0 1 0 0,-1 0-1 0 0,-1 0 0 0 0,1 1 1 0 0,0-1-1 0 0,0 1 1 0 0,-1-1-1 0 0,0 1 1 0 0,1 0-1 0 0,1 3 0 0 0,-1 1 15 0 0,1 0 0 0 0,-1 0 0 0 0,0 0 0 0 0,-1 0-1 0 0,2 11 1 0 0,0-3-4 0 0,5 32 63 0 0,-7-27-65 0 0,5 19 883 0 0,0-74-863 0 0,-7 32-22 0 0,-1 4-2 0 0,1-2 0 0 0,7-35 12 0 0,-6 28-15 0 0,7-31-28 0 0,21-61-249 0 0,-27 97 280 0 0,-1-1 0 0 0,0 1 0 0 0,1 0-1 0 0,0 0 1 0 0,0 0 0 0 0,0 0-1 0 0,0 0 1 0 0,0 1 0 0 0,3-4-1 0 0,3-3 0 0 0,-5 6-7 0 0,0 0 0 0 0,0 0 1 0 0,1 0-1 0 0,-1 1 0 0 0,1-1 0 0 0,-1 1 1 0 0,1 0-1 0 0,0 0 0 0 0,0 1 0 0 0,0-1 1 0 0,0 1-1 0 0,0-1 0 0 0,4 1 0 0 0,-4-1 17 0 0,-2 2-38 0 0,13-4 28 0 0,-3 4-19 0 0,-10 0 40 0 0,24 8-96 0 0,-23-7 80 0 0,1 1 1 0 0,-1 0-1 0 0,0 0 1 0 0,0-1-1 0 0,-1 2 1 0 0,1-1-1 0 0,0 0 0 0 0,-1 1 1 0 0,4 3-1 0 0,-5-5 37 0 0,13 41 140 0 0,-13-17-139 0 0,3 75 122 0 0,-4-99-161 0 0,-1 0 0 0 0,1 1-1 0 0,0-1 1 0 0,0 1-1 0 0,0-1 1 0 0,0 0-1 0 0,1 1 1 0 0,-1-1 0 0 0,0 0-1 0 0,1 1 1 0 0,-1-1-1 0 0,1 0 1 0 0,-1 0-1 0 0,1 1 1 0 0,-1-1-1 0 0,1 0 1 0 0,0 0 0 0 0,0 0-1 0 0,-1 0 1 0 0,1 0-1 0 0,0 0 1 0 0,0 0-1 0 0,0 0 1 0 0,0 0 0 0 0,0 0-1 0 0,1 0 1 0 0,-1-1-1 0 0,0 1 1 0 0,0 0-1 0 0,0-1 1 0 0,1 1-1 0 0,-1-1 1 0 0,0 1 0 0 0,1-1-1 0 0,-1 0 1 0 0,0 0-1 0 0,1 0 1 0 0,-1 1-1 0 0,0-1 1 0 0,1 0-1 0 0,-1 0 1 0 0,0-1 0 0 0,3 1-1 0 0,52-3-1063 0 0,-25-1-4036 0 0,-28 3 4371 0 0,20-1-2615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3:21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12 112 1832 0 0,'0'0'1362'0'0,"-12"-15"4471"0"0,12 13-5735 0 0,1 0 0 0 0,-1 0 1 0 0,1 0-1 0 0,-1 0 0 0 0,1 0 1 0 0,0 0-1 0 0,0 0 0 0 0,0 0 0 0 0,0 0 1 0 0,1-1-1 0 0,4-7 270 0 0,-5 9-232 0 0,16-16 464 0 0,-13 14-550 0 0,0 1 0 0 0,0-1 0 0 0,0 1 0 0 0,0 0 1 0 0,0 0-1 0 0,1 0 0 0 0,8-1 0 0 0,-11 2-41 0 0,16 6 21 0 0,-9 2-2 0 0,0 0-1 0 0,0 1 1 0 0,0-1-1 0 0,-1 2 1 0 0,-1-1-1 0 0,0 1 0 0 0,0 0 1 0 0,0 1-1 0 0,7 14 1 0 0,-3-1 69 0 0,-1-1 0 0 0,0 1 0 0 0,8 35 0 0 0,-16-45 321 0 0,1 0 1 0 0,-2 0-1 0 0,0 1 0 0 0,-1 13 1 0 0,0-23-121 0 0,0-4-277 0 0,0 1 1 0 0,0-1 0 0 0,0 0 0 0 0,0 1 0 0 0,0-1-1 0 0,0 0 1 0 0,0 1 0 0 0,0-1 0 0 0,0 0-1 0 0,-1 1 1 0 0,1-1 0 0 0,0 0 0 0 0,0 1-1 0 0,0-1 1 0 0,0 0 0 0 0,-1 0 0 0 0,1 1 0 0 0,0-1-1 0 0,0 0 1 0 0,-1 0 0 0 0,1 0 0 0 0,0 1-1 0 0,0-1 1 0 0,-1 0 0 0 0,1 0 0 0 0,0 0 0 0 0,-1 0-1 0 0,1 1 1 0 0,0-1 0 0 0,-1 0 0 0 0,1 0-1 0 0,0 0 1 0 0,-1 0 0 0 0,1 0 0 0 0,0 0-1 0 0,-1 0 1 0 0,1 0 0 0 0,0 0 0 0 0,-1 0 0 0 0,1 0-1 0 0,0 0 1 0 0,-1 0 0 0 0,1 0 0 0 0,0-1-1 0 0,0 1 1 0 0,-1 0 0 0 0,1 0 0 0 0,0 0-1 0 0,-1 0 1 0 0,0-1 10 0 0,-1 1 1 0 0,1-1-1 0 0,0 0 0 0 0,-1 1 0 0 0,1-1 0 0 0,0 0 0 0 0,0 0 0 0 0,0 0 0 0 0,0 0 0 0 0,-1 0 1 0 0,1 0-1 0 0,-1-2 0 0 0,-1-2-28 0 0,0 0 0 0 0,1-1 0 0 0,-1 1 0 0 0,1-1 0 0 0,0 0 0 0 0,0 1 0 0 0,1-1 0 0 0,0 0 0 0 0,0 0 0 0 0,0 0 1 0 0,1 0-1 0 0,0-11 0 0 0,1 8 18 0 0,1 0 1 0 0,0-1-1 0 0,0 1 1 0 0,1 0 0 0 0,0 0-1 0 0,0 0 1 0 0,8-12 0 0 0,-1 4-235 0 0,1 0 1 0 0,0 1-1 0 0,1 1 1 0 0,1 0-1 0 0,1 0 1 0 0,0 1-1 0 0,22-16 1 0 0,-32 27-366 0 0,17-11-480 0 0,-1 9-5006 0 0,-3 4 1411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3:29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1 760 0 0,'0'0'4016'0'0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3:31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3 556 0 0,'0'0'8927'0'0,"-9"-3"-8851"0"0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3:31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1 864 0 0,'0'0'5855'0'0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3:32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1 728 0 0,'0'0'2776'0'0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3:33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0 948 0 0,'0'0'3232'0'0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3:33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1 364 0 0,'0'0'3468'0'0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3:33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1 296 0 0,'0'0'404'0'0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3:26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45 548 0 0,'0'0'6921'0'0,"-22"8"-197"0"0,22-8-6709 0 0,0 0 1 0 0,0 0 0 0 0,0 0 0 0 0,0 0-1 0 0,-1 0 1 0 0,1 0 0 0 0,0 1 0 0 0,0-1-1 0 0,0 0 1 0 0,0 0 0 0 0,0 0-1 0 0,0 0 1 0 0,0 0 0 0 0,-1 0 0 0 0,1 0-1 0 0,0 1 1 0 0,0-1 0 0 0,0 0 0 0 0,0 0-1 0 0,0 0 1 0 0,0 0 0 0 0,0 0 0 0 0,0 1-1 0 0,0-1 1 0 0,0 0 0 0 0,0 0-1 0 0,0 0 1 0 0,0 0 0 0 0,0 0 0 0 0,0 1-1 0 0,0-1 1 0 0,0 0 0 0 0,0 0 0 0 0,0 0-1 0 0,0 0 1 0 0,0 0 0 0 0,0 1 0 0 0,0-1-1 0 0,0 0 1 0 0,0 0 0 0 0,0 0-1 0 0,0 0 1 0 0,0 0 0 0 0,1 1 0 0 0,-1-1-1 0 0,0 0 1 0 0,0 0 0 0 0,0 0 0 0 0,0 0-1 0 0,0 0 1 0 0,0 0 0 0 0,0 0 0 0 0,1 0-1 0 0,-1 0 1 0 0,0 1 0 0 0,0-1 0 0 0,0 0-1 0 0,0 0 1 0 0,0 0 0 0 0,1 0-1 0 0,-1 0 1 0 0,0 0 0 0 0,0 0 0 0 0,0 0-1 0 0,0 0 1 0 0,1 0 0 0 0,19 3 338 0 0,24-3-166 0 0,640-14 323 0 0,347-19-548 0 0,-781 18-431 0 0,-247 15 125 0 0,-8 5-1885 0 0,5-5 2180 0 0,0 0 0 0 0,-1 1 0 0 0,1-1 0 0 0,0 0 0 0 0,-1 1 0 0 0,1-1 0 0 0,0 0-1 0 0,-1 0 1 0 0,1 1 0 0 0,0-1 0 0 0,-1 0 0 0 0,1 0 0 0 0,0 0 0 0 0,-1 1 0 0 0,1-1 0 0 0,-1 0 0 0 0,1 0 0 0 0,-1 0-1 0 0,-61 18-6252 0 0,40-14 2696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3:26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205 115 1604 0 0,'-172'10'9062'0'0,"169"-9"-8807"0"0,-19 0 616 0 0,14-1-420 0 0,22-3-313 0 0,487-50 714 0 0,2 35-838 0 0,-252 12 33 0 0,12 0-31 0 0,337-19 1 0 0,-425 15 306 0 0,-161 6-3574 0 0,-27 3-641 0 0,-6 2-211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3:34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0 872 0 0,'0'0'680'0'0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3:35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1028 0 0,'0'0'5705'0'0,"11"-14"-5681"0"0,-3 11-2028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4:03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36 0 0,'0'0'2496'0'0,"9"5"-2176"0"0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4:32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11 255 504 0 0,'0'0'13049'0'0,"-1"1"-12817"0"0,0-1-1 0 0,0 1 1 0 0,0 0-1 0 0,0 0 0 0 0,1-1 1 0 0,-1 1-1 0 0,0 0 1 0 0,1 0-1 0 0,-1 0 1 0 0,0 0-1 0 0,1 0 1 0 0,-1 0-1 0 0,0 1 1 0 0,7 0-223 0 0,0-1 1 0 0,0 0-1 0 0,-1 0 0 0 0,1 0 1 0 0,0-1-1 0 0,0 0 1 0 0,0 0-1 0 0,10-2 1 0 0,55-9 44 0 0,-65 10-47 0 0,647-75 127 0 0,-120 20-32 0 0,304-55 10 0 0,-747 100-85 0 0,-87 11-23 0 0,15 0 19 0 0,-2-3 696 0 0,0 0-3892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4:35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17 24 0 0,'-22'3'9542'0'0,"39"-2"-6564"0"0,-4-1-3805 0 0,217-3 2050 0 0,241 6-916 0 0,452-6-69 0 0,-813 0-193 0 0,553 3-37 0 0,-297 2 28 0 0,256-3-27 0 0,858 5 551 0 0,-877-3-346 0 0,-266-3-157 0 0,990 0 39 0 0,-752-7-44 0 0,-384 1-1247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4:40.23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24 101 328 0 0,'-10'6'10247'0'0,"8"-6"-10075"0"0,2 0-115 0 0,-1 0 1 0 0,1 0 0 0 0,0 0 0 0 0,-1 0-1 0 0,1 0 1 0 0,-1 0 0 0 0,1 1 0 0 0,-1-1-1 0 0,1 0 1 0 0,-1 0 0 0 0,1 0 0 0 0,-1 1-1 0 0,1-1 1 0 0,-1 0 0 0 0,1 0 0 0 0,0 1-1 0 0,-1-1 1 0 0,1 0 0 0 0,0 1 0 0 0,-1-1-1 0 0,1 0 1 0 0,0 1 0 0 0,-1-1 0 0 0,1 1-1 0 0,0-1 1 0 0,0 1 0 0 0,-1-1 0 0 0,1 0-1 0 0,0 2 1 0 0,-1-1 18 0 0,16 1-15 0 0,-4-2-51 0 0,205 7 986 0 0,60-2-782 0 0,25-10-75 0 0,-46 1-41 0 0,30-11 52 0 0,108-3-48 0 0,454 30 296 0 0,85-20-240 0 0,125-59-65 0 0,-984 60-97 0 0,207-8 35 0 0,-274 14-33 0 0,14 1 11 0 0,-16 1-7 0 0,23-3 10 0 0,1 0-9 0 0,-25 2 0 0 0,-1 0-2 0 0,9 0-9 0 0,-9 0 28 0 0,1 0-14 0 0,6 0 3 0 0,-7 0 29 0 0,3 0-553 0 0,11 1 1122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4:43.42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17 1 1392 0 0,'0'0'12859'0'0,"-15"0"-9721"0"0,15 0-3135 0 0,0 0 0 0 0,0 0-1 0 0,0 0 1 0 0,-1 1 0 0 0,1-1 0 0 0,0 0 0 0 0,0 0-1 0 0,0 0 1 0 0,0 0 0 0 0,0 1 0 0 0,0-1 0 0 0,0 0 0 0 0,0 0-1 0 0,0 0 1 0 0,0 1 0 0 0,0-1 0 0 0,0 0 0 0 0,0 0-1 0 0,0 0 1 0 0,0 0 0 0 0,0 1 0 0 0,0-1 0 0 0,0 0 0 0 0,0 0-1 0 0,0 0 1 0 0,0 0 0 0 0,0 1 0 0 0,0-1 0 0 0,0 0-1 0 0,0 0 1 0 0,1 0 0 0 0,-1 0 0 0 0,0 1 0 0 0,0-1-1 0 0,0 0 1 0 0,0 0 0 0 0,0 0 0 0 0,0 0 0 0 0,1 0 0 0 0,-1 0-1 0 0,0 1 1 0 0,0-1 0 0 0,0 0 0 0 0,0 0 0 0 0,1 0-1 0 0,-1 0 1 0 0,0 0 0 0 0,0 0 0 0 0,17 6 224 0 0,20 0 118 0 0,-35-6-341 0 0,470 45 1652 0 0,-366-44-856 0 0,45 3-253 0 0,-127-3-513 0 0,30-1 0 0 0,2 0 5 0 0,154 3 273 0 0,-39-2-118 0 0,344 22-83 0 0,48-11 53 0 0,-550-12-163 0 0,638 5 166 0 0,-16 3-82 0 0,-212-16-55 0 0,-300 3-22 0 0,719-42 267 0 0,-797 43-271 0 0,11-1 46 0 0,70-16 0 0 0,-124 20-61 0 0,1 1 14 0 0,37-8 5 0 0,-38 8-21 0 0,5-1 808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4:44.55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35 97 1068 0 0,'-26'19'12514'0'0,"18"-7"-10881"0"0,7-10-1432 0 0,17 4 60 0 0,355-26 1075 0 0,-204 7-1181 0 0,143-5-14 0 0,566-51 62 0 0,-807 61-149 0 0,1 1-303 0 0,-68 7-172 0 0,1 0-150 0 0,9 0-112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4:45.93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22 115 36 0 0,'-21'-15'12704'0'0,"29"13"-10967"0"0,-5 2-1717 0 0,0 0-3 0 0,278 17 123 0 0,17-9-68 0 0,553-56-1 0 0,-307-10-1 0 0,-475 53-69 0 0,-22 1 16 0 0,-6-1-13 0 0,-38 5 8 0 0,0 0-6 0 0,5-1-483 0 0,15 0-1919 0 0,-23 0 2332 0 0,1 1 0 0 0,-1 0-1 0 0,0 0 1 0 0,1 0 0 0 0,-1 0 0 0 0,0 0 0 0 0,1 0 0 0 0,-1 0 0 0 0,0 0 0 0 0,1 0 0 0 0,-1 0 0 0 0,1 0 0 0 0,-1 1 0 0 0,0-1 0 0 0,1 0 0 0 0,-1 0-1 0 0,0 0 1 0 0,1 0 0 0 0,-1 1 0 0 0,0-1 0 0 0,1 0 0 0 0,1 4-769 0 0,-2-4 769 0 0,1 0 0 0 0,-1 1 0 0 0,0-1 0 0 0,0 1 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4:49.05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3 282 1316 0 0,'-3'-7'13439'0'0,"14"6"-13445"0"0,-9 1 14 0 0,1 0 4 0 0,52 0 68 0 0,170-3 151 0 0,-109 6-166 0 0,157 5 47 0 0,-148-2-58 0 0,84 3 414 0 0,294 6 479 0 0,-337-15-880 0 0,460-9 34 0 0,114-10 317 0 0,325 3 320 0 0,-143-18 57 0 0,-351 0-447 0 0,-195 10-245 0 0,715-40 369 0 0,-377 39-189 0 0,-566 21-250 0 0,600-32 266 0 0,-485 21-103 0 0,109-11-12 0 0,-245 22-196 0 0,-82 3 23 0 0,341 8 24 0 0,0 1-8 0 0,436-18 168 0 0,-520 5-157 0 0,-270 6-2644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5:27.05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12 220 976 0 0,'-11'-32'12645'0'0,"10"19"-11545"0"0,1 11-808 0 0,1-1-224 0 0,0 0 0 0 0,0 0 0 0 0,1 0 0 0 0,-1 0 1 0 0,1 0-1 0 0,-1 0 0 0 0,3-2 0 0 0,22-8-81 0 0,-24 13-15 0 0,2 0 2 0 0,3 3 20 0 0,0-1 1 0 0,1 1 0 0 0,-1 0-1 0 0,0 0 1 0 0,0 1-1 0 0,0 0 1 0 0,-1 0 0 0 0,0 1-1 0 0,0 0 1 0 0,0 0 0 0 0,0 0-1 0 0,-1 1 1 0 0,1-1-1 0 0,-1 1 1 0 0,6 11 0 0 0,-2-4 10 0 0,-1 1 0 0 0,-1-1 0 0 0,0 1 0 0 0,-1 1 1 0 0,0-1-1 0 0,-1 1 0 0 0,3 15 0 0 0,-7-24 10 0 0,1-2-3 0 0,-1 1 0 0 0,1 0 0 0 0,-1 0-1 0 0,0 0 1 0 0,-1 0 0 0 0,1 10 0 0 0,0 0 24 0 0,-1-13-17 0 0,1-1 57 0 0,-1 0 1 0 0,0 1-1 0 0,1-1 1 0 0,-1 0-1 0 0,0 1 1 0 0,0-1-1 0 0,0 0 1 0 0,0 1 0 0 0,0-1-1 0 0,0 0 1 0 0,0 1-1 0 0,-1-1 1 0 0,0 3-1 0 0,-1-5-59 0 0,1 0 0 0 0,-1-1 0 0 0,0 1-1 0 0,1-1 1 0 0,-1 1 0 0 0,1-1 0 0 0,0 1 0 0 0,-1-1 0 0 0,1 0-1 0 0,0 0 1 0 0,0 1 0 0 0,0-1 0 0 0,0 0 0 0 0,1 0-1 0 0,-2-3 1 0 0,1-1 9 0 0,-1-1-1 0 0,1 1 1 0 0,1 0-1 0 0,-1 0 0 0 0,1-8 1 0 0,2-6 24 0 0,0 0 0 0 0,7-27 0 0 0,-2 23-33 0 0,2 0-1 0 0,0 0 1 0 0,2 1-1 0 0,0 1 1 0 0,2 0-1 0 0,20-28 1 0 0,12-21-265 0 0,-39 63-56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5:32.26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0 416 0 0,'0'0'700'0'0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5:33.02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1 312 0 0,'0'0'2101'0'0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6:38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4 432 0 0,'0'0'689'0'0,"15"-4"158"0"0,-13 4-829 0 0,1 0 0 0 0,0 0 0 0 0,-1 0 0 0 0,1 1 0 0 0,-1-1-1 0 0,1 1 1 0 0,-1-1 0 0 0,1 1 0 0 0,-1 0 0 0 0,5 1 0 0 0,-6 0-13 0 0,1-2 6 0 0,2 4 1 0 0,39 20-96 0 0,-42-23 88 0 0,1 0-17 0 0,5 2 15 0 0,-5-2 2 0 0,16 10-999 0 0,-12-5 596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6:38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40 0 0,'0'0'2076'0'0,"16"0"-2264"0"0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6:39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1 512 0 0,'0'0'1500'0'0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6:45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1 188 0 0,'0'0'3272'0'0,"19"11"-4210"0"0,-12-8 217 0 0,-6-2 108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6:53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4 60 0 0,'0'0'669'0'0,"-13"-3"-669"0"0,0 3-194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7:02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7 480 0 0,'0'0'1460'0'0,"-6"-7"-1292"0"0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7:05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71 104 0 0,'0'0'3126'0'0,"6"-8"-2524"0"0,0-31 724 0 0,-6 38-1161 0 0,1-9-192 0 0,3-2 38 0 0,-3 12-13 0 0,-1 0-1 0 0,1 0 1 0 0,-1 0-1 0 0,0 0 0 0 0,1 0 1 0 0,-1 0-1 0 0,1 0 1 0 0,-1 0-1 0 0,1 0 0 0 0,-1 0 1 0 0,1 0-1 0 0,-1 0 1 0 0,0 1-1 0 0,1-1 1 0 0,-1 0-1 0 0,1 0 0 0 0,-1 1 1 0 0,0-1-1 0 0,1 0 1 0 0,-1 0-1 0 0,0 1 0 0 0,1-1 1 0 0,-1 0-1 0 0,0 1 1 0 0,0-1-1 0 0,1 0 0 0 0,-1 1 1 0 0,0-1-1 0 0,0 1 1 0 0,0-1-1 0 0,1 1 0 0 0,0 0 70 0 0,22 24-30 0 0,-22-24 12 0 0,11 7-687 0 0,9-3-1871 0 0,-18-4 1771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7:19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48 1660 0 0,'-2'2'1836'0'0,"-36"21"5988"0"0,36-22-7430 0 0,-6 2 416 0 0,18-5-130 0 0,39-20-581 0 0,-20 8-63 0 0,49-17 0 0 0,-76 30-33 0 0,0 0-10 0 0,3-2 5 0 0,-3 2-2 0 0,-2 1-40 0 0,1-1 0 0 0,0 1 0 0 0,-1 0 0 0 0,1 0 1 0 0,0 0-1 0 0,0 0 0 0 0,-1-1 0 0 0,1 1 0 0 0,0 0 0 0 0,-1 0 1 0 0,1 0-1 0 0,0 0 0 0 0,0 1 0 0 0,-1-1 0 0 0,1 0 1 0 0,0 0-1 0 0,-1 0 0 0 0,1 0 0 0 0,0 1 0 0 0,-1-1 1 0 0,1 0-1 0 0,0 1 0 0 0,-1-1 0 0 0,1 1 0 0 0,-1-1 1 0 0,1 0-1 0 0,-1 1 0 0 0,1-1 0 0 0,-1 1 0 0 0,1 0 0 0 0,-1-1 1 0 0,1 1-1 0 0,-1-1 0 0 0,0 1 0 0 0,1 0 0 0 0,-1-1 1 0 0,0 1-1 0 0,1 0 0 0 0,-1-1 0 0 0,0 2 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7:30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15 1288 0 0,'-1'-1'288'0'0,"-1"-1"-1"0"0,1 1 0 0 0,-1 0 1 0 0,0-1-1 0 0,1 1 1 0 0,-1 0-1 0 0,0 0 1 0 0,0 0-1 0 0,0 1 1 0 0,0-1-1 0 0,1 0 1 0 0,-1 1-1 0 0,0-1 0 0 0,0 1 1 0 0,0 0-1 0 0,0-1 1 0 0,0 1-1 0 0,-1 0 1 0 0,1 0-1 0 0,-3 1 1 0 0,4-1-258 0 0,0 1 0 0 0,1 0 0 0 0,-1-1 0 0 0,0 1 1 0 0,1-1-1 0 0,-1 1 0 0 0,0 0 0 0 0,1 0 0 0 0,-1-1 1 0 0,1 1-1 0 0,-1 0 0 0 0,1 0 0 0 0,-1 0 0 0 0,1 0 1 0 0,0-1-1 0 0,0 1 0 0 0,-1 0 0 0 0,1 0 0 0 0,0 0 1 0 0,0 0-1 0 0,0 0 0 0 0,0 1 0 0 0,-2 19-172 0 0,2-13-509 0 0,1-1 0 0 0,0 0-1 0 0,0 0 1 0 0,1 0-1 0 0,2 8 1 0 0,0-3-914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7:48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 36 0 0,'0'0'220'0'0,"-12"-2"-56"0"0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5:49.9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29 120 332 0 0,'-29'0'15206'0'0,"34"-9"-15044"0"0,6 5-132 0 0,0 0 0 0 0,0 0 0 0 0,0 1 0 0 0,0 1 0 0 0,0 0 0 0 0,1 1 0 0 0,11-1 0 0 0,29-3-3 0 0,18-2 7 0 0,-1 4 1 0 0,124 10-1 0 0,-68 0-12 0 0,683-10 129 0 0,-692 0-141 0 0,608-25 193 0 0,-418 14-156 0 0,428 6 233 0 0,-482 9-216 0 0,238-14 110 0 0,-321 7-104 0 0,-68-1 51 0 0,36 0-1090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6:03.04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10 262 4 0 0,'-10'1'9397'0'0,"69"-9"-8851"0"0,104-1 1 0 0,-160 9-549 0 0,0 0 9 0 0,8 0-6 0 0,-8 0-5 0 0,0 0 0 0 0,42 1 104 0 0,4 0 327 0 0,83-9 0 0 0,266-39-257 0 0,10 23 195 0 0,43-5 531 0 0,-163 4-701 0 0,145 1-49 0 0,-409 23-135 0 0,541-19 436 0 0,-312 13-88 0 0,428 25-16 0 0,-259 6-162 0 0,-85-8 27 0 0,169 5 98 0 0,-293-15-235 0 0,601 24 269 0 0,-142-10 688 0 0,-396-23 11 0 0,-85-1-930 0 0,349-18-26 0 0,-386 13-55 0 0,215-16-9 0 0,124-7-28 0 0,-150 0 17 0 0,31-3-41 0 0,-125 25 35 0 0,-76 5-4 0 0,-56 2-12 0 0,82-6 58 0 0,-95 5-32 0 0,-29 1-30 0 0,-59 3 15 0 0,31-1 5 0 0,183 4-19 0 0,-177-1 31 0 0,-50-2-20 0 0,0 0 2 0 0,7 1 7 0 0,-8-1 34 0 0,7-1 445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6:17.1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23 53 580 0 0,'-23'-3'13801'0'0,"30"5"-14161"0"0,80-1 530 0 0,455-19 531 0 0,-236 2-614 0 0,812-3-16 0 0,-455 26-30 0 0,-513-9-27 0 0,-147 2-6 0 0,1 0-4 0 0,26 0 9 0 0,-28 0 5 0 0,1 0-3 0 0,9 0-7 0 0,-9 0 28 0 0,-2 0-45 0 0,14 1 77 0 0,-44 5-54 0 0,-77 8-2758 0 0,-1-8-3831 0 0,71-5 3018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5:36:18.25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67 12060,'2723'-67'0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5:36:54.4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22 14525,'6937'-22'0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6:59.2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1 200 0 0,'0'0'10206'0'0,"14"4"-9716"0"0,449 21 1147 0 0,-325-25-1571 0 0,393-3 93 0 0,-75 1-11 0 0,-308 2 37 0 0,337-3 424 0 0,-37 11-385 0 0,-395-6-198 0 0,934 17 244 0 0,316-50-382 0 0,-29 19 15 0 0,-1064 17 87 0 0,243 2 109 0 0,-449-7-443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7:00.93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152 131 1360 0 0,'-7'-7'11643'0'0,"-52"-13"-10985"0"0,56 20-630 0 0,-13-2 127 0 0,9 1-92 0 0,-41-2 793 0 0,46 4-776 0 0,-6-1-15 0 0,7 2 111 0 0,14 4 365 0 0,28 5 303 0 0,465 23 702 0 0,-427-31-1459 0 0,617 5 84 0 0,-79-4-98 0 0,-603-3-72 0 0,1081 22 118 0 0,207-78 96 0 0,-79-32-119 0 0,-468 52 833 0 0,-608 29-468 0 0,76-1-1928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5:37:18.2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16851,'3347'38'0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7:20.5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38 876 0 0,'5'7'10564'0'0,"4"-6"-10510"0"0,0 0 1 0 0,0-1-1 0 0,-1 0 0 0 0,1-1 1 0 0,0 0-1 0 0,16-4 1 0 0,21-1 110 0 0,358-11 29 0 0,-261 9 484 0 0,-111 8-420 0 0,-29 0-192 0 0,0-1-28 0 0,47-6 1505 0 0,-48 6-1243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8:00.8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16 107 1116 0 0,'0'0'7003'0'0,"-16"0"-3704"0"0,30 3-3033 0 0,1-7-146 0 0,0 1 1 0 0,16-1 0 0 0,-16 2-74 0 0,0 0 0 0 0,16-5 1 0 0,-18 5-19 0 0,1 0 1 0 0,22 0-1 0 0,-15 1-8 0 0,83-7 31 0 0,208-3 8 0 0,-5 25-71 0 0,154-4 71 0 0,-333-9-40 0 0,122-2 40 0 0,460-2 868 0 0,-358 6-442 0 0,515 9 93 0 0,-183-23-494 0 0,-494 5 6 0 0,199-17 158 0 0,-88 4-112 0 0,-197 14-103 0 0,168-5 43 0 0,-265 10-71 0 0,13-2-2 0 0,40 2 0 0 0,-34 1 3 0 0,160-6 105 0 0,-173 4-95 0 0,-11 1 23 0 0,1 0 98 0 0,24-3 632 0 0,-24 3-529 0 0,0 0-152 0 0,7-1-14 0 0,-8 0 40 0 0,13-3 98 0 0,1-1 945 0 0,-8 3-1435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8:05.36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 0 804 0 0,'-10'4'11244'0'0,"44"-1"-11208"0"0,53-3 37 0 0,523 11 234 0 0,-6 0-208 0 0,1025 39-18 0 0,-749-16-52 0 0,-736-31 4 0 0,195 6-11 0 0,-46-7-26 0 0,-139-3 27 0 0,-63-3-21 0 0,-9 0 4 0 0,-20 1-2 0 0,8 0 22 0 0,-20-4-12 0 0,-48 7-2 0 0,15-2-8 0 0,12-3-14 0 0,20-5-85 0 0,-48 10-176 0 0,-25 10-5010 0 0,17-9 4801 0 0,-15 5-3794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8:12.0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0 276 0 0,'0'0'9846'0'0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8:18.1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18 244 316 0 0,'-17'8'12495'0'0,"45"-12"-12463"0"0,38-9 1 0 0,32-6 34 0 0,46 5-112 0 0,504-44 247 0 0,-36-2-245 0 0,-272 33 251 0 0,-325 26-174 0 0,291-27 45 0 0,-300 28-76 0 0,42-10-12 0 0,-8 2 26 0 0,-38 8-2 0 0,1 0-29 0 0,31-8 27 0 0,-33 8 16 0 0,0-1-26 0 0,-1 1 1 0 0,1 0-1 0 0,-1 0 1 0 0,1 0-1 0 0,-1 0 0 0 0,1-1 1 0 0,-1 1-1 0 0,1 0 1 0 0,-1 0-1 0 0,1 0 0 0 0,-1 0 1 0 0,1 0-1 0 0,-1 0 1 0 0,1 0-1 0 0,-1 0 1 0 0,0 0-1 0 0,1 1 0 0 0,-1-1 1 0 0,1 0-1 0 0,-1 0 1 0 0,1 0-1 0 0,-1 1 0 0 0,1-1 1 0 0,-1 4-601 0 0,-1 1 1 0 0,0-1-1 0 0,0 0 0 0 0,-1 0 1 0 0,1 0-1 0 0,-1 0 0 0 0,0 0 1 0 0,-4 6-1 0 0,5-8 186 0 0,-13 23-4918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8:20.9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1 136 4 0 0,'-1'-9'9083'0'0,"12"11"-8973"0"0,-9-2-11 0 0,158 5 420 0 0,812-60-339 0 0,-390-3-75 0 0,-515 49-117 0 0,-40 5 5 0 0,-14 2 14 0 0,0 1 0 0 0,25-1 0 0 0,-35 2-13 0 0,-1 0 33 0 0,8-1-6 0 0,-7 1 275 0 0,-3 0-306 0 0,0 0 0 0 0,1-1 1 0 0,-1 1-1 0 0,0 0 0 0 0,0 0 1 0 0,1 0-1 0 0,-1 0 0 0 0,0 0 1 0 0,0 0-1 0 0,1 0 0 0 0,-1 0 1 0 0,0 0-1 0 0,0 0 0 0 0,1 0 1 0 0,-1 0-1 0 0,0 0 0 0 0,1 0 1 0 0,-1 0-1 0 0,0 0 0 0 0,0 0 1 0 0,0 0-1 0 0,1 0 1 0 0,-1 1-1 0 0,0-1 0 0 0,0 0 1 0 0,1 0-1 0 0,-1 0 0 0 0,0 0 1 0 0,0 0-1 0 0,0 1 0 0 0,1-1 1 0 0,-1 0-1 0 0,0 0 0 0 0,0 0 1 0 0,0 1-1 0 0,0-1 0 0 0,0 0 1 0 0,1 0-1 0 0,-1 1 0 0 0,0-1 1 0 0,0 0-1 0 0,0 0 0 0 0,0 1 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8:21.64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0 156 0 0,'0'0'452'0'0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8:21.8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0 404 0 0,'0'0'152'0'0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8:22.28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1 196 0 0,'0'0'744'0'0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8:23.3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 0 872 0 0,'0'0'4819'0'0,"-24"5"-452"0"0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8:24.97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15 760 0 0,'0'0'7580'0'0,"6"-9"-6606"0"0,-5 3-907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8:25.5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0 932 0 0,'0'0'2064'0'0,"4"9"-2256"0"0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8:25.77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1 524 0 0,'0'0'1420'0'0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8:25.9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2 360 0 0,'0'0'4660'0'0,"14"-1"-4588"0"0,5 1-2760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8:29.12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0 364 0 0,'0'0'4041'0'0,"3"0"-3858"0"0,27 0 795 0 0,-27 0-794 0 0,0 0-11 0 0,7 0-5 0 0,-7 0 8 0 0,0 0 11 0 0,26 2 310 0 0,-27-2-367 0 0,2 0-16 0 0,656 12 2233 0 0,-385-4-2324 0 0,609 30 92 0 0,-478-11-90 0 0,360 32 26 0 0,-654-46-58 0 0,717 59 32 0 0,-371-47 17 0 0,-402-21-56 0 0,693 45 290 0 0,-120-30 27 0 0,-329-15-78 0 0,600-9 303 0 0,-138-26-256 0 0,-695 27-248 0 0,200-10 22 0 0,222-8 14 0 0,624-23-64 0 0,-10-16-58 0 0,-821 44-112 0 0,355-16 452 0 0,-470 26-204 0 0,103-1-228 0 0,-264 7 166 0 0,142-7 78 0 0,-10 3 102 0 0,-87 3-96 0 0,119-1 216 0 0,-166 3-285 0 0,-1-1 20 0 0,11 0-47 0 0,-11 1-14 0 0,0 0 2 0 0,23 0-25 0 0,-24 0 78 0 0,1 0-65 0 0,6 2-1738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53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34 111 164 0 0,'0'0'1092'0'0,"-15"-17"2763"0"0,-3-15 618 0 0,19 31-4457 0 0,0 0 1 0 0,0 0 0 0 0,0 1-1 0 0,0-1 1 0 0,0 0 0 0 0,0 0-1 0 0,0 0 1 0 0,0 1 0 0 0,1-1 0 0 0,-1 1-1 0 0,0-1 1 0 0,1 1 0 0 0,-1-1-1 0 0,0 1 1 0 0,3-1 0 0 0,24-3 135 0 0,-20 3-169 0 0,292-34 107 0 0,0 25-68 0 0,-287 10-22 0 0,493 14-6 0 0,-3 28-22 0 0,-307-24 26 0 0,25 2 10 0 0,1013 64-40 0 0,-114-67 68 0 0,-944-16-45 0 0,390-5 35 0 0,-565 4-26 0 0,2 0-1 0 0,-1-1 0 0 0,1 1 0 0 0,-1 1 1 0 0,1-1-1 0 0,-1 0 0 0 0,1 1 0 0 0,-1-1 1 0 0,1 1-1 0 0,-1 0 0 0 0,5 1 0 0 0,0 3 0 0 0,0 0 0 0 0,-1 0-1 0 0,11 11 1 0 0,-15-14 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58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1 468 0 0,'-2'9'736'0'0,"-2"6"-500"0"0,1 0-492 0 0,0-6-152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59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1 104 0 0,'0'0'332'0'0,"-2"13"124"0"0,0-1-496 0 0,2-1-448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59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 0 0,'0'0'-16'0'0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59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0 348 0 0,'0'0'556'0'0,"1"10"388"0"0,-1 1-1544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59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1 656 0 0,'0'0'724'0'0,"0"10"172"0"0,0 0-376 0 0,2-1-232 0 0,-2 5-412 0 0,2-2-1584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00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0 152 0 0,'0'0'850'0'0,"-1"34"2092"0"0,4-14-4827 0 0,-1-10 1206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01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0 184 0 0,'0'2'254'0'0,"0"0"0"0"0,1 0 0 0 0,-1 1 0 0 0,1-1-1 0 0,-1 0 1 0 0,1 0 0 0 0,0 0 0 0 0,0 0 0 0 0,0 0 0 0 0,0-1 0 0 0,0 1 0 0 0,0 0 0 0 0,0 0-1 0 0,3 2 1 0 0,-3-3 139 0 0,1 0-432 0 0,3 2 41 0 0,-3-2 494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01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9 696 0 0,'0'0'592'0'0,"5"-9"-368"0"0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02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12 764 0 0,'0'0'2626'0'0,"-5"-12"951"0"0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03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45 844 0 0,'-8'-5'1288'0'0,"-1"0"412"0"0,-3-4-624 0 0,2 2-427 0 0,1 2-181 0 0,1-2-440 0 0,1 1-280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04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1260 0 0,'2'0'1279'0'0,"27"0"5930"0"0,-26 0-7103 0 0,11 0 3691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12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105 206 668 0 0,'-8'-8'1846'0'0,"0"0"-1"0"0,-1 1 1 0 0,-12-8-1 0 0,19 14-1497 0 0,-25-21 2398 0 0,10 15-2204 0 0,15 7-371 0 0,-9 1-404 0 0,376-38 402 0 0,175-15-170 0 0,165 5 39 0 0,-654 46-30 0 0,-48 1 2 0 0,0 0 3 0 0,-3 0-58 0 0,20-1 189 0 0,-20 1-158 0 0,0 0 1 0 0,-1 0-1 0 0,1 0 0 0 0,0 0 1 0 0,0 0-1 0 0,0 0 0 0 0,-1 1 1 0 0,1-1-1 0 0,0 0 0 0 0,0 0 0 0 0,0 0 1 0 0,-1 1-1 0 0,1-1 0 0 0,0 0 1 0 0,0 0-1 0 0,0 1 0 0 0,0-1 1 0 0,0 0-1 0 0,-1 0 0 0 0,1 1 1 0 0,0-1-1 0 0,0 0 0 0 0,0 0 1 0 0,0 1-1 0 0,0-1 0 0 0,0 0 1 0 0,0 0-1 0 0,0 1 0 0 0,0-1 1 0 0,0 0-1 0 0,0 1 0 0 0,0-1 1 0 0,0 0-1 0 0,0 0 0 0 0,0 1 0 0 0,1-1 1 0 0,-1 0-1 0 0,0 0 0 0 0,0 1 1 0 0,0-1-1 0 0,0 0 0 0 0,0 0 1 0 0,0 1-1 0 0,1-1 0 0 0,-1 0 1 0 0,0 0-1 0 0,0 0 0 0 0,0 0 1 0 0,1 1-1 0 0,-1-1 0 0 0,0 0 1 0 0,0 0-1 0 0,1 0 0 0 0,-1 0 1 0 0,0 0-1 0 0,0 1 0 0 0,1-1 0 0 0,-1 0 1 0 0,0 0-1 0 0,1 0 0 0 0,-1 0 1 0 0,0 0-1 0 0,0 0 0 0 0,1 0 1 0 0,-1 0-1 0 0,0 0 0 0 0,1 0 1 0 0,-14 11-1659 0 0,-1 0-1 0 0,0-1 1 0 0,-30 16 0 0 0,21-14-265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13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0 275 84 0 0,'0'8'10906'0'0,"20"-11"-10591"0"0,0-2 1 0 0,32-10-1 0 0,10-3-112 0 0,518-87 113 0 0,7 41-247 0 0,-455 53-32 0 0,499-46-36 0 0,-615 55-179 0 0,23-1 265 0 0,-11 4-3392 0 0,-43 6-1173 0 0,-1-1 2194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14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11 218 828 0 0,'-11'12'13279'0'0,"16"-11"-13210"0"0,-1 0 1 0 0,0 0 0 0 0,1 0 0 0 0,-1 0-1 0 0,0-1 1 0 0,1 0 0 0 0,-1 0 0 0 0,1 0 0 0 0,5-2-1 0 0,45-10 26 0 0,-33 7-36 0 0,826-143 91 0 0,-217 87-1208 0 0,-588 57 506 0 0,-39 3 232 0 0,-1 0-1 0 0,1 1 1 0 0,0 0 0 0 0,-1 0 0 0 0,1 0 0 0 0,-1 0-1 0 0,1 0 1 0 0,-1 1 0 0 0,1-1 0 0 0,-1 1-1 0 0,1 0 1 0 0,-1 0 0 0 0,0 0 0 0 0,1 1 0 0 0,-1-1-1 0 0,4 3 1 0 0,-7 10-5330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15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56 202 624 0 0,'-22'-5'16509'0'0,"20"6"-16153"0"0,0 0 1 0 0,0 0-1 0 0,0 0 1 0 0,1 0-1 0 0,-1 1 0 0 0,0-1 1 0 0,1 0-1 0 0,-1 1 1 0 0,1-1-1 0 0,-1 1 0 0 0,1 0 1 0 0,-2 1-1 0 0,-5 7 448 0 0,6-8-489 0 0,3-2-303 0 0,-1 0 0 0 0,0 0 1 0 0,0 0-1 0 0,0 0 0 0 0,0 0 0 0 0,0 0 0 0 0,0 0 0 0 0,0 0 0 0 0,0 0 0 0 0,0 0 0 0 0,0 0 0 0 0,0 0 0 0 0,0 0 0 0 0,0 0 0 0 0,0 1 0 0 0,0-1 0 0 0,0 0 0 0 0,0 0 0 0 0,0 0 0 0 0,1 0 0 0 0,-1 0 0 0 0,0 0 0 0 0,0 0 0 0 0,0 0 0 0 0,0 0 0 0 0,0 1 0 0 0,0-1 0 0 0,0 0 0 0 0,0 0 0 0 0,-1 0 0 0 0,1 0 0 0 0,0 0 0 0 0,0 0 0 0 0,0 0 1 0 0,0 0-1 0 0,0 0 0 0 0,0 0 0 0 0,0 1 0 0 0,0-1 0 0 0,0 0 0 0 0,0 0 0 0 0,0 0 0 0 0,0 0 0 0 0,0 0 0 0 0,0 0 0 0 0,0 0 0 0 0,0 0 0 0 0,0 0 0 0 0,-1 0 0 0 0,1 0 0 0 0,0 0 0 0 0,0 0 0 0 0,0 0 0 0 0,0 0 0 0 0,15 3 391 0 0,665-105 808 0 0,-136 17-2750 0 0,-270 55-3042 0 0,2 14-3982 0 0,-202 16 489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17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90 392 0 0,'-3'-1'768'0'0,"-46"-13"2107"0"0,48 13-2631 0 0,-23-9 677 0 0,20 8-902 0 0,-23-4 235 0 0,25 6 380 0 0,3 0-605 0 0,-1 1 0 0 0,1-1 0 0 0,0 0 0 0 0,-1 1 0 0 0,1-1 1 0 0,0 1-1 0 0,-1-1 0 0 0,1 0 0 0 0,0 0 0 0 0,0 1 0 0 0,-1-1 0 0 0,1 0 1 0 0,0 0-1 0 0,0 0 0 0 0,0 0 0 0 0,-1 0 0 0 0,1 0 0 0 0,1 0 1 0 0,10 1 194 0 0,218-17 522 0 0,-99 4-656 0 0,915-21 117 0 0,622 101-150 0 0,-1397-52-42 0 0,404 19-26 0 0,-579-29 198 0 0,32 0 1185 0 0,-125-6-1352 0 0,-1 0-213 0 0,1 1 97 0 0,5 1-167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18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1 536 0 0,'0'0'2148'0'0,"3"8"-1204"0"0,1 1-908 0 0,1-2-740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18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1244 0 0,'0'0'1824'0'0,"8"-12"532"0"0,-4 0-903 0 0,3 4-529 0 0,-2 1-308 0 0,-2-3-636 0 0,2-1-3849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40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1 212 0 0,'0'0'4720'0'0,"-16"0"-4504"0"0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41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1264 0 0,'0'0'1924'0'0,"15"-4"-284"0"0,-4 1-447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41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1160 0 0,'0'0'1625'0'0,"0"0"-1472"0"0,0 0 1 0 0,1 0-1 0 0,-1 0 0 0 0,1 0 1 0 0,-1 0-1 0 0,1-1 0 0 0,-1 1 0 0 0,4-3 1534 0 0,-4 3-1534 0 0,1-1 1 0 0,-2-3 132 0 0,11-8-4173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42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1 644 0 0,'0'0'1330'0'0,"-5"8"406"0"0,3-5-1557 0 0,3 2-1778 0 0,7-1 841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42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1 148 0 0,'0'0'4'0'0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7:45.9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26 0 212 0 0,'0'0'552'0'0,"-8"4"-384"0"0,-9-3-700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8:38.5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4 300 0 0,'0'0'1404'0'0,"10"-3"-796"0"0,6 5-576 0 0,-1 1-440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15.11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11 36 0 0,'0'0'1776'0'0,"9"-5"-696"0"0,1-1-2860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19.70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 17 1600 0 0,'-5'-16'10370'0'0,"60"444"-5286"0"0,-53-387-4993 0 0,-2-28-200 0 0,1 1 0 0 0,0 0 0 0 0,1-1 0 0 0,0 0 0 0 0,7 21 0 0 0,6-12-3284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25.8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30 1324 0 0,'27'-29'12103'0'0,"-24"28"-11885"0"0,-2 4-154 0 0,0 0-1 0 0,0 0 1 0 0,0-1-1 0 0,0 1 0 0 0,0 0 1 0 0,-1 0-1 0 0,0 0 1 0 0,1 0-1 0 0,-1-1 1 0 0,0 1-1 0 0,-1 6 1 0 0,2 4 222 0 0,2 20 444 0 0,0 1 0 0 0,-4 40 0 0 0,2 21-193 0 0,0-8-157 0 0,-3-50-3318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26.9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52 63 1276 0 0,'7'-4'13285'0'0,"-10"14"-13263"0"0,-1 0 0 0 0,1-1 0 0 0,-10 16 1 0 0,8-14-27 0 0,0 0 1 0 0,-7 21 0 0 0,8-18 61 0 0,1 0 1 0 0,1 0-1 0 0,0 0 0 0 0,0 1 0 0 0,2-1 1 0 0,0 18-1 0 0,0-28-3 0 0,1 0 0 0 0,0-1-1 0 0,-1 1 1 0 0,1 0 0 0 0,1-1-1 0 0,-1 1 1 0 0,0-1 0 0 0,1 1 0 0 0,0-1-1 0 0,-1 0 1 0 0,1 1 0 0 0,1-1-1 0 0,-1 0 1 0 0,0 0 0 0 0,1-1 0 0 0,0 1-1 0 0,-1 0 1 0 0,1-1 0 0 0,0 0-1 0 0,0 1 1 0 0,0-1 0 0 0,1 0 0 0 0,-1-1-1 0 0,0 1 1 0 0,1-1 0 0 0,-1 1-1 0 0,1-1 1 0 0,0 0 0 0 0,4 0 0 0 0,7 2 26 0 0,0-1 0 0 0,0-1 0 0 0,0-1 0 0 0,0 0 1 0 0,0-1-1 0 0,0 0 0 0 0,0-2 0 0 0,0 1 1 0 0,0-2-1 0 0,-1 0 0 0 0,1-1 0 0 0,22-10 0 0 0,-17 5-31 0 0,-1-1 0 0 0,0 0-1 0 0,-1-2 1 0 0,0 0-1 0 0,0-1 1 0 0,-2 0 0 0 0,0-2-1 0 0,15-17 1 0 0,-26 27-35 0 0,-1 0 1 0 0,1 0 0 0 0,-1 0 0 0 0,0-1 0 0 0,-1 1-1 0 0,1-1 1 0 0,-1 0 0 0 0,3-10 0 0 0,-6 14-19 0 0,1 0 1 0 0,-1-1 0 0 0,1 1-1 0 0,-1 0 1 0 0,0 0-1 0 0,0 0 1 0 0,0 0 0 0 0,-1 0-1 0 0,1 0 1 0 0,-1 0-1 0 0,0 0 1 0 0,0 0 0 0 0,0 0-1 0 0,0 1 1 0 0,0-1-1 0 0,0 0 1 0 0,-1 0 0 0 0,0 1-1 0 0,1-1 1 0 0,-1 1 0 0 0,0-1-1 0 0,0 1 1 0 0,-4-3-1 0 0,-3-2-114 0 0,0 0 0 0 0,0 1 0 0 0,0 0-1 0 0,-1 1 1 0 0,0 0 0 0 0,0 0-1 0 0,0 1 1 0 0,-1 0 0 0 0,1 1 0 0 0,-1 1-1 0 0,0-1 1 0 0,0 2 0 0 0,0-1-1 0 0,-20 1 1 0 0,-9 3-3210 0 0,1 0 0 0 0,-69 15 0 0 0,79-12-805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09.7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508 32 424 0 0,'11'-23'13513'0'0,"-14"21"-13482"0"0,0 1-1 0 0,-1 0 1 0 0,1 0-1 0 0,-1 0 1 0 0,1 0-1 0 0,-1 0 1 0 0,0 1-1 0 0,1 0 1 0 0,-1-1-1 0 0,-6 2 1 0 0,-6 2-24 0 0,0 1 0 0 0,-15 6 1 0 0,17-6 12 0 0,-197 77 64 0 0,204-79-81 0 0,0 2-1 0 0,0-1 0 0 0,1 0 0 0 0,-1 1 1 0 0,1 1-1 0 0,-1-1 0 0 0,1 1 0 0 0,1 0 1 0 0,-1 0-1 0 0,1 0 0 0 0,0 1 0 0 0,0 0 1 0 0,0 0-1 0 0,1 0 0 0 0,0 1 0 0 0,0 0 1 0 0,1-1-1 0 0,-1 1 0 0 0,2 1 1 0 0,-1-1-1 0 0,1 0 0 0 0,-2 12 0 0 0,-49 288 77 0 0,43-222 534 0 0,2 141-1 0 0,58 336 2111 0 0,-14-242-2206 0 0,-5-5 518 0 0,29 440 950 0 0,-85-250 731 0 0,22-479-2609 0 0,-6 113 968 0 0,8 144 0 0 0,29 39-350 0 0,-23-271-607 0 0,24 185 350 0 0,-11-95-583 0 0,-10-79 213 0 0,10 58-53 0 0,0-34 110 0 0,-13-55-17 0 0,13 42 0 0 0,-16-68-125 0 0,0-1-1 0 0,-1 0 1 0 0,2 0 0 0 0,-1 0 0 0 0,0 0-1 0 0,1 0 1 0 0,0 0 0 0 0,-1-1 0 0 0,2 0-1 0 0,-1 1 1 0 0,0-1 0 0 0,7 5-1 0 0,-4-4-6 0 0,1 0-1 0 0,0 0 1 0 0,0-1-1 0 0,1 0 0 0 0,-1 0 1 0 0,14 3-1 0 0,5-2-8 0 0,0 0 0 0 0,1-2-1 0 0,35-1 1 0 0,-49-1 15 0 0,86-2-1860 0 0,137-19 1 0 0,-71-13-3334 0 0,-117 20 365 0 0,61-26 0 0 0,-50 13-3232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11.12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41 828 0 0,'32'-40'17864'0'0,"-32"39"-17792"0"0,8 34 929 0 0,0 1-1 0 0,3 41 0 0 0,2 14-336 0 0,-3-41-460 0 0,-2 1 0 0 0,3 85 0 0 0,-11-78-1465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11.79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32 1020 0 0,'26'-24'11406'0'0,"-24"23"-11384"0"0,-2 1 49 0 0,0-1 1 0 0,1 1-1 0 0,-1-1 0 0 0,0 1 1 0 0,1 0-1 0 0,-1-1 0 0 0,0 1 1 0 0,1 0-1 0 0,-1-1 0 0 0,0 1 1 0 0,1 0-1 0 0,-1-1 1 0 0,1 1-1 0 0,-1 0 0 0 0,1 0 1 0 0,-1 0-1 0 0,1-1 0 0 0,-1 1 1 0 0,1 0-1 0 0,-1 0 0 0 0,1 0 1 0 0,-1 0-1 0 0,1 0 1 0 0,-1 0-1 0 0,1 0 0 0 0,-1 0 1 0 0,1 0-1 0 0,-1 0 0 0 0,1 0 1 0 0,-1 0-1 0 0,1 0 1 0 0,-1 1-1 0 0,1-1 0 0 0,-1 0 1 0 0,1 0-1 0 0,-1 0 0 0 0,0 1 1 0 0,1-1-1 0 0,-1 0 0 0 0,1 1 1 0 0,-1-1-1 0 0,0 0 1 0 0,1 1-1 0 0,-1-1 0 0 0,0 0 1 0 0,1 1-1 0 0,-1-1 0 0 0,0 1 1 0 0,1-1-1 0 0,-1 1 0 0 0,37 218 4112 0 0,-25-134-3664 0 0,2 88 501 0 0,-14-171-960 0 0,-1 6-836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30.32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164 244 80 0 0,'8'-17'14295'0'0,"-8"17"-14259"0"0,0-1-1 0 0,0 1 0 0 0,0-1 0 0 0,-1 1 1 0 0,1 0-1 0 0,0-1 0 0 0,0 1 0 0 0,0-1 1 0 0,-1 1-1 0 0,1 0 0 0 0,0-1 1 0 0,-1 1-1 0 0,1-1 0 0 0,0 1 0 0 0,-1 0 1 0 0,1 0-1 0 0,0-1 0 0 0,-1 1 0 0 0,1 0 1 0 0,-1 0-1 0 0,1-1 0 0 0,0 1 0 0 0,-1 0 1 0 0,1 0-1 0 0,-1 0 0 0 0,1 0 0 0 0,-1-1 1 0 0,1 1-1 0 0,-8 1 1562 0 0,-4-4-1122 0 0,-40 41-473 0 0,51-37-10 0 0,-2-2 5 0 0,3 2 0 0 0,-21 18-5 0 0,-16 26-4 0 0,36-44 8 0 0,1 0-12 0 0,-3 5 380 0 0,29-34-304 0 0,-24 27-61 0 0,42-36-15 0 0,-2-2 0 0 0,-1-1 0 0 0,54-70 0 0 0,-92 106 9 0 0,0 0-1 0 0,-1 0 1 0 0,1-1 0 0 0,-1 1 0 0 0,0-1-1 0 0,0 1 1 0 0,2-9 0 0 0,-4 12 0 0 0,-18 15-185 0 0,-10 7 188 0 0,1 2 1 0 0,1 2-1 0 0,1 0 1 0 0,1 1 0 0 0,1 1-1 0 0,1 2 1 0 0,-29 49-1 0 0,42-61 3 0 0,1 0 0 0 0,0 1 0 0 0,1 0 0 0 0,-5 22 0 0 0,10-33 8 0 0,0-1 0 0 0,1 1 0 0 0,0 0 0 0 0,0-1 0 0 0,1 1 0 0 0,0 0 0 0 0,0 0 0 0 0,0-1 0 0 0,1 1 0 0 0,0 0 0 0 0,0-1 0 0 0,1 1 0 0 0,0-1 0 0 0,0 1 0 0 0,5 8 0 0 0,-5-12 6 0 0,0 0 1 0 0,0 0-1 0 0,1 0 1 0 0,-1 0-1 0 0,1 0 1 0 0,-1 0-1 0 0,1-1 1 0 0,0 0-1 0 0,0 1 1 0 0,1-1-1 0 0,-1 0 1 0 0,0-1-1 0 0,1 1 1 0 0,3 1-1 0 0,0-1 1 0 0,-1 0-1 0 0,1-1 1 0 0,0 0 0 0 0,-1 0 0 0 0,1-1-1 0 0,0 1 1 0 0,9-2 0 0 0,4-2 13 0 0,-1 0 1 0 0,1-1 0 0 0,-1-1 0 0 0,27-11 0 0 0,-31 10-13 0 0,-1-2 1 0 0,0 1 0 0 0,0-2 0 0 0,0 0-1 0 0,-1 0 1 0 0,-1-1 0 0 0,0-1 0 0 0,0 0 0 0 0,-1-1-1 0 0,0 0 1 0 0,-1-1 0 0 0,9-14 0 0 0,-5 5-3 0 0,-1-1-1 0 0,0-1 1 0 0,-2 0 0 0 0,-1 0 0 0 0,-1-1 0 0 0,9-41 0 0 0,-16 59-16 0 0,-1 1-1 0 0,0-1 1 0 0,0 0-1 0 0,-1 1 1 0 0,0-1-1 0 0,0 0 1 0 0,-1 1-1 0 0,1-1 1 0 0,-2 0-1 0 0,1 1 1 0 0,-1-1-1 0 0,0 1 1 0 0,0-1 0 0 0,0 1-1 0 0,-1 0 1 0 0,0 0-1 0 0,-1 0 1 0 0,-3-5-1 0 0,3 6-7 0 0,0 0 0 0 0,-1 1 0 0 0,0 0 1 0 0,1 0-1 0 0,-1 0 0 0 0,-1 0 0 0 0,1 1 0 0 0,0-1 0 0 0,-1 2 0 0 0,0-1 0 0 0,0 0 0 0 0,1 1 0 0 0,-2 0 0 0 0,1 1 1 0 0,0-1-1 0 0,0 1 0 0 0,0 0 0 0 0,-1 1 0 0 0,-8 0 0 0 0,6 0-239 0 0,1 1 0 0 0,-1 0 0 0 0,1 0 0 0 0,-1 1 0 0 0,1 0 0 0 0,-1 1 0 0 0,1-1 0 0 0,0 2 0 0 0,0-1 0 0 0,-11 8 0 0 0,8-4-956 0 0,0 1 0 0 0,0 0 0 0 0,1 1 0 0 0,0 0 0 0 0,1 1 0 0 0,-9 11 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31.1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86 139 268 0 0,'-6'-15'15584'0'0,"4"18"-15575"0"0,0-1 1 0 0,0 0-1 0 0,0 1 0 0 0,0-1 0 0 0,1 1 1 0 0,-1 0-1 0 0,1 0 0 0 0,0 0 1 0 0,0-1-1 0 0,0 1 0 0 0,-1 5 0 0 0,-2 4 7 0 0,-7 13 18 0 0,1 1 0 0 0,2-1 0 0 0,0 2 0 0 0,2-1 0 0 0,1 1 1 0 0,1 0-1 0 0,1 0 0 0 0,1 0 0 0 0,3 32 0 0 0,0-52 45 0 0,-1 0 0 0 0,2 0 0 0 0,-1 0-1 0 0,1 0 1 0 0,0-1 0 0 0,1 1 0 0 0,-1 0-1 0 0,2-1 1 0 0,-1 0 0 0 0,0 0 0 0 0,1 0 0 0 0,0 0-1 0 0,1 0 1 0 0,-1-1 0 0 0,1 1 0 0 0,0-1 0 0 0,0-1-1 0 0,1 1 1 0 0,0-1 0 0 0,-1 0 0 0 0,1 0 0 0 0,1 0-1 0 0,11 4 1 0 0,-8-4 79 0 0,0-1 0 0 0,0 0-1 0 0,0-1 1 0 0,1 0 0 0 0,-1-1-1 0 0,1 0 1 0 0,-1-1 0 0 0,1 0 0 0 0,-1 0-1 0 0,1-1 1 0 0,-1-1 0 0 0,1 0-1 0 0,-1 0 1 0 0,0-1 0 0 0,17-7 0 0 0,-15 4-99 0 0,0 0 0 0 0,-1-1 0 0 0,1-1 0 0 0,-1 0 1 0 0,-1-1-1 0 0,0 0 0 0 0,0 0 0 0 0,0-1 0 0 0,-1 0 0 0 0,-1-1 1 0 0,0 0-1 0 0,0 0 0 0 0,-1-1 0 0 0,-1 0 0 0 0,6-13 1 0 0,-3 3-45 0 0,0-1 0 0 0,-2 0 0 0 0,0 0 0 0 0,-2-1 1 0 0,0 0-1 0 0,-2 0 0 0 0,1-40 0 0 0,-4 53-22 0 0,0-1-1 0 0,-1 0 0 0 0,-1 1 0 0 0,0-1 0 0 0,-1 1 1 0 0,0-1-1 0 0,0 1 0 0 0,-1 0 0 0 0,-7-13 1 0 0,8 18-18 0 0,-1 0 1 0 0,0 0 0 0 0,0 0 0 0 0,0 1 0 0 0,-1-1 0 0 0,0 1 0 0 0,0 1-1 0 0,0-1 1 0 0,-1 1 0 0 0,1-1 0 0 0,-1 2 0 0 0,0-1 0 0 0,0 1 0 0 0,-1-1 0 0 0,1 2-1 0 0,-12-5 1 0 0,11 6-209 0 0,1-1 0 0 0,0 1 0 0 0,0 0 0 0 0,0 1 0 0 0,-1-1 0 0 0,1 1 0 0 0,0 1 0 0 0,-1-1 0 0 0,1 1 0 0 0,0 0 0 0 0,-7 2 0 0 0,10-2-63 0 0,0 0-1 0 0,-1 0 0 0 0,1 1 1 0 0,0-1-1 0 0,0 1 1 0 0,0 0-1 0 0,1 0 1 0 0,-1 0-1 0 0,0 0 0 0 0,1 0 1 0 0,-1 1-1 0 0,1-1 1 0 0,0 1-1 0 0,0-1 0 0 0,0 1 1 0 0,0 0-1 0 0,0 0 1 0 0,1 0-1 0 0,-1 0 1 0 0,1 0-1 0 0,0 0 0 0 0,-1 5 1 0 0,1-6-166 0 0,1 0 1 0 0,0 1 0 0 0,0-1-1 0 0,0 0 1 0 0,0 0-1 0 0,0 1 1 0 0,0-1 0 0 0,1 0-1 0 0,-1 0 1 0 0,2 4 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31.73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381 57 2048 0 0,'-24'-25'9578'0'0,"17"21"-9479"0"0,-1-1 0 0 0,1 2 0 0 0,-1-1 0 0 0,0 1 0 0 0,0 0 0 0 0,0 1 0 0 0,0 0 0 0 0,0 0 0 0 0,-1 1 0 0 0,1 0 0 0 0,0 0 0 0 0,-1 1 0 0 0,1 0 0 0 0,-1 0 0 0 0,1 1 0 0 0,-1 0 0 0 0,1 1 0 0 0,0 0 0 0 0,0 0 0 0 0,0 1 0 0 0,0 0 0 0 0,0 0 0 0 0,0 1 0 0 0,1 0 0 0 0,0 0 0 0 0,0 1 0 0 0,0 0 0 0 0,0 0 0 0 0,-11 12 0 0 0,6-4-84 0 0,0 0 1 0 0,1 1-1 0 0,1 0 1 0 0,0 0-1 0 0,1 1 1 0 0,1 0-1 0 0,0 1 0 0 0,-7 23 1 0 0,12-30 61 0 0,0 0 0 0 0,0 1 0 0 0,1-1 0 0 0,1 1 0 0 0,-1 0 0 0 0,2-1 0 0 0,-1 1 0 0 0,1 0 0 0 0,1 0 0 0 0,0-1 0 0 0,0 1 0 0 0,1 0 0 0 0,0-1 0 0 0,1 0 0 0 0,0 1 0 0 0,6 13 0 0 0,-6-18 28 0 0,0 0 1 0 0,0-1-1 0 0,1 1 0 0 0,-1-1 1 0 0,1 0-1 0 0,0 0 0 0 0,0 0 1 0 0,1 0-1 0 0,-1-1 0 0 0,1 0 1 0 0,-1 0-1 0 0,6 3 0 0 0,-1-2 47 0 0,-1 0 0 0 0,1-1 0 0 0,0 0 0 0 0,0-1 0 0 0,0 0 0 0 0,18 2 0 0 0,-14-3 45 0 0,1-1 0 0 0,-1 0 0 0 0,1-1 1 0 0,-1 0-1 0 0,0-1 0 0 0,0-1 0 0 0,0 0 0 0 0,0-1 1 0 0,0 0-1 0 0,16-8 0 0 0,-19 6-128 0 0,-1 0 1 0 0,1-1 0 0 0,-1 0-1 0 0,-1-1 1 0 0,1 0-1 0 0,-1 0 1 0 0,-1-1-1 0 0,1 0 1 0 0,-1 0-1 0 0,-1-1 1 0 0,0 0 0 0 0,8-17-1 0 0,-10 19-63 0 0,0-1 0 0 0,-1 0 1 0 0,0 0-1 0 0,0-1 0 0 0,-1 1 0 0 0,0 0 0 0 0,-1-1 1 0 0,0 1-1 0 0,-1-1 0 0 0,0 0 0 0 0,0 1 1 0 0,-1-1-1 0 0,0 1 0 0 0,0-1 0 0 0,-5-13 0 0 0,3 16-109 0 0,0 1 0 0 0,0-1-1 0 0,0 1 1 0 0,-1 0 0 0 0,0 0-1 0 0,0 0 1 0 0,-1 1 0 0 0,0 0-1 0 0,1-1 1 0 0,-2 2 0 0 0,1-1-1 0 0,-1 1 1 0 0,1-1 0 0 0,-1 1-1 0 0,0 1 1 0 0,-1-1 0 0 0,-9-3-1 0 0,9 5-341 0 0,1 0 0 0 0,-1 0-1 0 0,0 0 1 0 0,0 1 0 0 0,0 0-1 0 0,0 0 1 0 0,0 1 0 0 0,0 0-1 0 0,0 0 1 0 0,0 0 0 0 0,0 1-1 0 0,1 0 1 0 0,-1 1-1 0 0,0-1 1 0 0,0 2 0 0 0,1-1-1 0 0,-11 5 1 0 0,-19 16-4593 0 0,15-9 707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32.45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68 105 1636 0 0,'-3'0'3104'0'0,"0"0"-2973"0"0,1 0 1 0 0,0 1-1 0 0,0-1 1 0 0,0 1 0 0 0,0 0-1 0 0,0 0 1 0 0,0-1-1 0 0,0 1 1 0 0,0 1 0 0 0,0-1-1 0 0,0 0 1 0 0,0 0-1 0 0,0 1 1 0 0,1-1-1 0 0,-1 1 1 0 0,1-1 0 0 0,-1 1-1 0 0,1 0 1 0 0,0-1-1 0 0,-1 1 1 0 0,1 0-1 0 0,-1 2 1 0 0,-2 5 49 0 0,0-1-1 0 0,1 1 1 0 0,0 0-1 0 0,1 0 1 0 0,0 1 0 0 0,0-1-1 0 0,1 0 1 0 0,0 0-1 0 0,0 1 1 0 0,1-1 0 0 0,0 1-1 0 0,1-1 1 0 0,4 18 0 0 0,-4-20-105 0 0,1 0 1 0 0,1 0 0 0 0,-1 0 0 0 0,1-1 0 0 0,1 1 0 0 0,-1-1 0 0 0,1 0 0 0 0,0 0 0 0 0,0 0 0 0 0,1-1 0 0 0,0 1 0 0 0,0-1 0 0 0,0 0 0 0 0,0 0 0 0 0,1-1 0 0 0,0 1 0 0 0,0-1 0 0 0,11 5 0 0 0,-4-3 62 0 0,0-1 0 0 0,1-1 0 0 0,0 0 0 0 0,0-1-1 0 0,0 0 1 0 0,0-1 0 0 0,1-1 0 0 0,-1 0 0 0 0,19-1 0 0 0,-12-2 66 0 0,0 0 0 0 0,0-2 1 0 0,-1 0-1 0 0,1-1 0 0 0,34-14 0 0 0,-45 13-145 0 0,0 1 1 0 0,0-1-1 0 0,0-1 0 0 0,-1 0 0 0 0,0 0 0 0 0,0-1 0 0 0,-1 0 0 0 0,0 0 0 0 0,0-1 0 0 0,-1 0 0 0 0,0-1 1 0 0,-1 1-1 0 0,0-1 0 0 0,-1 0 0 0 0,1-1 0 0 0,5-18 0 0 0,-9 21-43 0 0,0 1-1 0 0,0 0 1 0 0,-1-1-1 0 0,0 1 1 0 0,0-1 0 0 0,0 0-1 0 0,-1 1 1 0 0,-1-1-1 0 0,1 0 1 0 0,-1 1-1 0 0,-3-12 1 0 0,2 13-13 0 0,0 0-1 0 0,0 1 1 0 0,-1-1-1 0 0,0 1 1 0 0,0 0 0 0 0,0 0-1 0 0,-1 0 1 0 0,1 0 0 0 0,-1 1-1 0 0,0-1 1 0 0,-1 1-1 0 0,1 0 1 0 0,-1 0 0 0 0,0 0-1 0 0,0 1 1 0 0,-6-3-1 0 0,-1-1 1 0 0,-2 0-1 0 0,1 2 1 0 0,-1-1 0 0 0,1 2-1 0 0,-19-4 1 0 0,23 6-390 0 0,0 0 0 0 0,0 1 0 0 0,-1 1 0 0 0,1-1 0 0 0,0 2 0 0 0,0-1 0 0 0,-1 1 0 0 0,1 0 0 0 0,-9 3 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32.96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121 86 728 0 0,'10'-6'10692'0'0,"-11"5"-10645"0"0,0 0-1 0 0,0 1 0 0 0,0-1 1 0 0,0 1-1 0 0,0 0 0 0 0,-1-1 1 0 0,1 1-1 0 0,0 0 0 0 0,0-1 1 0 0,0 1-1 0 0,-1 0 0 0 0,1 0 1 0 0,0 0-1 0 0,0 0 0 0 0,-1 1 1 0 0,1-1-1 0 0,0 0 0 0 0,0 0 0 0 0,0 1 1 0 0,-1-1-1 0 0,1 0 0 0 0,-2 2 1 0 0,0 0-19 0 0,0 0 0 0 0,0 0 1 0 0,0 0-1 0 0,1 1 1 0 0,-1-1-1 0 0,1 1 0 0 0,-1 0 1 0 0,-1 3-1 0 0,-5 7-47 0 0,1 1 1 0 0,-11 25-1 0 0,18-37 46 0 0,-7 18 13 0 0,0 1 0 0 0,-9 33 0 0 0,16-46 14 0 0,-1-1-1 0 0,1 1 0 0 0,0-1 0 0 0,1 1 0 0 0,0-1 0 0 0,0 1 0 0 0,0-1 0 0 0,1 1 0 0 0,0-1 0 0 0,1 1 0 0 0,3 9 0 0 0,-3-13-9 0 0,0 1 0 0 0,1-1-1 0 0,0 0 1 0 0,0 0 0 0 0,0-1 0 0 0,1 1-1 0 0,-1-1 1 0 0,1 1 0 0 0,0-1 0 0 0,0 0-1 0 0,0 0 1 0 0,0-1 0 0 0,0 1-1 0 0,0-1 1 0 0,1 0 0 0 0,0 0 0 0 0,-1-1-1 0 0,1 1 1 0 0,0-1 0 0 0,8 1 0 0 0,4 1 58 0 0,0-1 1 0 0,0-1 0 0 0,0 0 0 0 0,29-4-1 0 0,-33 2-18 0 0,1-2-1 0 0,-1 1 0 0 0,0-2 0 0 0,1 0 1 0 0,-2-1-1 0 0,1 0 0 0 0,0 0 0 0 0,-1-2 1 0 0,0 0-1 0 0,-1 0 0 0 0,1-1 0 0 0,-2 0 1 0 0,1-1-1 0 0,14-15 0 0 0,-18 17-64 0 0,-1-1 1 0 0,0 1-1 0 0,-1-1 0 0 0,1 0 0 0 0,-2-1 1 0 0,1 1-1 0 0,-1-1 0 0 0,-1 0 1 0 0,1 0-1 0 0,-1 0 0 0 0,-1-1 0 0 0,0 1 1 0 0,0-1-1 0 0,-1 1 0 0 0,0-1 0 0 0,-1 0 1 0 0,0 1-1 0 0,0-1 0 0 0,-1 0 1 0 0,0 1-1 0 0,-4-13 0 0 0,3 15-20 0 0,0 1 0 0 0,-1-1-1 0 0,0 1 1 0 0,0 0 0 0 0,0-1-1 0 0,-1 2 1 0 0,0-1 0 0 0,0 0-1 0 0,0 1 1 0 0,-1 0 0 0 0,0 0 0 0 0,0 0-1 0 0,0 0 1 0 0,-1 1 0 0 0,1 0-1 0 0,-1 0 1 0 0,0 1 0 0 0,-8-5 0 0 0,5 5-429 0 0,0-1 1 0 0,0 1 0 0 0,0 1 0 0 0,0-1-1 0 0,-14-1 1 0 0,14 4-910 0 0,-1-1 0 0 0,1 1-1 0 0,-1 0 1 0 0,1 1 0 0 0,-14 3 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34.17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102 85 764 0 0,'-20'-8'8840'0'0,"18"8"-8812"0"0,-1 1-13 0 0,-8 13 174 0 0,2 1-54 0 0,1 0 0 0 0,0 0 0 0 0,0 1 0 0 0,2 0 0 0 0,0 0 0 0 0,1 1 0 0 0,1-1 0 0 0,0 1 0 0 0,1 0 0 0 0,1 0 0 0 0,0 1 0 0 0,2-1 0 0 0,2 31 0 0 0,-2-43-38 0 0,1 0 0 0 0,0-1 0 0 0,1 1 0 0 0,-1-1 0 0 0,1 1 0 0 0,-1-1 0 0 0,1 1 0 0 0,1-1 0 0 0,2 5 0 0 0,-4-7-30 0 0,1-1-1 0 0,-1 1 1 0 0,1 0 0 0 0,0-1-1 0 0,-1 1 1 0 0,1-1 0 0 0,0 0-1 0 0,0 1 1 0 0,0-1 0 0 0,0 0-1 0 0,0 0 1 0 0,0 0 0 0 0,0-1-1 0 0,0 1 1 0 0,0 0 0 0 0,1-1-1 0 0,-1 1 1 0 0,0-1 0 0 0,0 0-1 0 0,1 0 1 0 0,-1 0 0 0 0,4 0-1 0 0,-2 0-6 0 0,0-1 1 0 0,0 0-1 0 0,0 0 0 0 0,0 0 0 0 0,0 0 0 0 0,0 0 0 0 0,0-1 1 0 0,0 1-1 0 0,0-1 0 0 0,0 0 0 0 0,-1-1 0 0 0,1 1 0 0 0,-1 0 1 0 0,0-1-1 0 0,0 0 0 0 0,6-6 0 0 0,-5 3-21 0 0,0 1-1 0 0,-1-1 1 0 0,1 0-1 0 0,-1-1 1 0 0,-1 1-1 0 0,1-1 1 0 0,-1 1-1 0 0,0-1 1 0 0,2-10-1 0 0,-2-3-12 0 0,0-1-1 0 0,-2 0 0 0 0,0 1 0 0 0,-1-1 1 0 0,-1 1-1 0 0,-5-23 0 0 0,1 18-55 0 0,-2 0 0 0 0,-10-24 0 0 0,-1-1-2499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35.12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178 7 980 0 0,'-11'-5'6448'0'0,"0"4"-5956"0"0,9 0-58 0 0,-1 3-52 0 0,-6 3-179 0 0,0 1 0 0 0,1 0 0 0 0,-1 1 0 0 0,2 0 0 0 0,-1 0 0 0 0,1 1 0 0 0,0 0 0 0 0,0 0-1 0 0,1 1 1 0 0,-7 13 0 0 0,2-3-120 0 0,1 0 0 0 0,1 0 0 0 0,1 1 0 0 0,-7 29-1 0 0,12-41-37 0 0,2 0-1 0 0,-1 1 1 0 0,1-1-1 0 0,0 1 1 0 0,1-1-1 0 0,0 1 1 0 0,1-1-1 0 0,-1 1 1 0 0,1-1 0 0 0,1 1-1 0 0,3 10 1 0 0,-3-14 1 0 0,0 0 1 0 0,0 0-1 0 0,0 0 1 0 0,1-1 0 0 0,0 1-1 0 0,0-1 1 0 0,0 1 0 0 0,1-1-1 0 0,-1 0 1 0 0,1 0-1 0 0,0-1 1 0 0,0 1 0 0 0,1-1-1 0 0,-1 0 1 0 0,1 0 0 0 0,-1 0-1 0 0,1 0 1 0 0,9 3 0 0 0,1-2 51 0 0,0 1 1 0 0,1-2 0 0 0,-1 0-1 0 0,1-1 1 0 0,-1-1 0 0 0,1 0-1 0 0,-1-1 1 0 0,1-1 0 0 0,0 0-1 0 0,-1-1 1 0 0,24-6 0 0 0,-25 4 5 0 0,0 0 0 0 0,0-1 0 0 0,0 0 0 0 0,-1-1 0 0 0,1-1 0 0 0,-2 0 0 0 0,1-1 1 0 0,-1 0-1 0 0,0-1 0 0 0,-1 0 0 0 0,0-1 0 0 0,14-15 0 0 0,-19 17-56 0 0,0 0 0 0 0,0-1 1 0 0,0 0-1 0 0,-1 0 0 0 0,-1-1 0 0 0,0 1 0 0 0,0-1 1 0 0,0 0-1 0 0,-1 0 0 0 0,-1 0 0 0 0,0-1 0 0 0,1-11 1 0 0,-3 17-42 0 0,0-1 0 0 0,0 1 0 0 0,0 0 0 0 0,-1 0 0 0 0,1 0 0 0 0,-1 0 0 0 0,-1 0 0 0 0,1 0 0 0 0,-1 0 0 0 0,0 0 0 0 0,0 0 0 0 0,0 1 0 0 0,-1-1 0 0 0,1 1 0 0 0,-1-1 0 0 0,0 1 0 0 0,0 0 0 0 0,-1 0 0 0 0,1 0 0 0 0,-1 1 0 0 0,0-1 0 0 0,0 1 0 0 0,0 0 0 0 0,-1 0 0 0 0,1 1 0 0 0,-6-3 0 0 0,3 1-217 0 0,-1 0 0 0 0,-1 1 1 0 0,1 0-1 0 0,0 0 0 0 0,-1 1 0 0 0,1 0 0 0 0,-1 1 0 0 0,0 0 1 0 0,0 0-1 0 0,-12 1 0 0 0,21 0 109 0 0,-1 0 1 0 0,0 0-1 0 0,0 0 1 0 0,0 0-1 0 0,1 0 1 0 0,-1 0-1 0 0,0 1 1 0 0,0-1-1 0 0,1 0 1 0 0,-1 0-1 0 0,0 0 1 0 0,0 1-1 0 0,1-1 0 0 0,-1 0 1 0 0,0 1-1 0 0,1-1 1 0 0,-1 1-1 0 0,0-1 1 0 0,1 1-1 0 0,-1-1 1 0 0,1 1-1 0 0,-1-1 1 0 0,0 1-1 0 0,1-1 1 0 0,0 1-1 0 0,-1 0 0 0 0,1-1 1 0 0,-1 1-1 0 0,1 0 1 0 0,0 0-1 0 0,-1-1 1 0 0,1 1-1 0 0,0 0 1 0 0,0 0-1 0 0,0-1 1 0 0,0 1-1 0 0,-1 1 1 0 0,2-1-131 0 0,-1 1 0 0 0,0-1 1 0 0,1 0-1 0 0,-1 0 1 0 0,1 0-1 0 0,-1 1 0 0 0,1-1 1 0 0,-1 0-1 0 0,1 0 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35.54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190 80 740 0 0,'-3'-1'5405'0'0,"-2"2"-5175"0"0,-1-1 0 0 0,1 1 0 0 0,0 0 0 0 0,0 0 0 0 0,0 0 0 0 0,-1 1 0 0 0,1 0 0 0 0,1 0-1 0 0,-1 0 1 0 0,0 0 0 0 0,0 1 0 0 0,1 0 0 0 0,-1 0 0 0 0,1 0 0 0 0,0 0 0 0 0,-5 6 0 0 0,-2 2-120 0 0,0 0 0 0 0,1 0 0 0 0,0 1 0 0 0,-13 22 0 0 0,18-26-54 0 0,0 1 0 0 0,1 0-1 0 0,0 0 1 0 0,1 0 0 0 0,0 0 0 0 0,0 1 0 0 0,1 0 0 0 0,0-1 0 0 0,0 1 0 0 0,1 19 0 0 0,1-24-8 0 0,0-1 0 0 0,1 0 1 0 0,-1 0-1 0 0,1 1 0 0 0,0-1 0 0 0,0 0 1 0 0,1 0-1 0 0,-1 0 0 0 0,1 0 0 0 0,0 0 0 0 0,0 0 1 0 0,0-1-1 0 0,1 1 0 0 0,-1 0 0 0 0,1-1 1 0 0,0 0-1 0 0,0 0 0 0 0,0 0 0 0 0,0 0 0 0 0,1 0 1 0 0,-1-1-1 0 0,1 1 0 0 0,0-1 0 0 0,-1 0 1 0 0,1 0-1 0 0,0 0 0 0 0,5 1 0 0 0,1 0 16 0 0,-1-1 0 0 0,1 0 0 0 0,0 0-1 0 0,0-1 1 0 0,0 0 0 0 0,0-1 0 0 0,0 0 0 0 0,0-1 0 0 0,0 0-1 0 0,0 0 1 0 0,0-1 0 0 0,0 0 0 0 0,-1-1 0 0 0,1 0-1 0 0,-1-1 1 0 0,0 0 0 0 0,0 0 0 0 0,0-1 0 0 0,0 0 0 0 0,-1-1-1 0 0,0 1 1 0 0,0-2 0 0 0,0 1 0 0 0,-1-1 0 0 0,0 0-1 0 0,0-1 1 0 0,-1 0 0 0 0,0 0 0 0 0,0 0 0 0 0,-1 0 0 0 0,0-1-1 0 0,-1 0 1 0 0,1 0 0 0 0,-2-1 0 0 0,5-14 0 0 0,-6 13-42 0 0,0 0 1 0 0,0 0 0 0 0,-1 0-1 0 0,-1 0 1 0 0,0 0 0 0 0,0 0-1 0 0,-1 0 1 0 0,0 0 0 0 0,-1 0-1 0 0,-1 1 1 0 0,-3-14 0 0 0,3 17-94 0 0,0 1 1 0 0,0-1 0 0 0,0 0 0 0 0,-1 1-1 0 0,0 0 1 0 0,0-1 0 0 0,-1 2 0 0 0,0-1-1 0 0,0 0 1 0 0,0 1 0 0 0,0 0 0 0 0,-1 0-1 0 0,0 1 1 0 0,0 0 0 0 0,0 0-1 0 0,-1 0 1 0 0,-6-3 0 0 0,10 6-198 0 0,0 0 1 0 0,0 0 0 0 0,0 0-1 0 0,-1 1 1 0 0,1 0-1 0 0,0-1 1 0 0,0 1-1 0 0,0 0 1 0 0,-4 1-1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35.9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64 105 1880 0 0,'13'-4'7711'0'0,"-13"4"-7682"0"0,1 1 1 0 0,-1-1-1 0 0,0 1 1 0 0,1 0-1 0 0,-1-1 1 0 0,0 1-1 0 0,0 0 0 0 0,0-1 1 0 0,0 1-1 0 0,0 0 1 0 0,0 0-1 0 0,0-1 1 0 0,0 1-1 0 0,0 0 0 0 0,0-1 1 0 0,0 1-1 0 0,0 0 1 0 0,0-1-1 0 0,0 1 1 0 0,-1 0-1 0 0,1-1 1 0 0,0 1-1 0 0,-1-1 0 0 0,1 1 1 0 0,0 0-1 0 0,-1-1 1 0 0,0 1-1 0 0,-16 30 351 0 0,4-9-97 0 0,10-14-220 0 0,-9 21 198 0 0,-8 31 0 0 0,17-50-165 0 0,1-1-1 0 0,0 2 0 0 0,1-1 0 0 0,0 0 0 0 0,1 0 0 0 0,0 0 0 0 0,1 14 0 0 0,0-21-46 0 0,-1 0-1 0 0,1-1 1 0 0,0 1-1 0 0,0 0 1 0 0,0 0-1 0 0,0 0 0 0 0,0 0 1 0 0,0-1-1 0 0,1 1 1 0 0,0-1-1 0 0,-1 1 0 0 0,1-1 1 0 0,0 1-1 0 0,0-1 1 0 0,0 0-1 0 0,0 0 1 0 0,4 2-1 0 0,-2-1 15 0 0,0-1 0 0 0,0 0 0 0 0,1 0 0 0 0,-1 0 0 0 0,1 0 0 0 0,0-1 0 0 0,-1 0 0 0 0,1 0 0 0 0,9 1 0 0 0,-1-1 52 0 0,1-1 0 0 0,0-1 0 0 0,0 0 1 0 0,0-1-1 0 0,-1 0 0 0 0,21-7 1 0 0,-19 4-60 0 0,-2 0 1 0 0,1-2 0 0 0,-1 1 0 0 0,0-2 0 0 0,0 0-1 0 0,-1 0 1 0 0,0-1 0 0 0,0 0 0 0 0,20-23-1 0 0,-24 23-28 0 0,0 0 1 0 0,0-1-1 0 0,-1-1 0 0 0,-1 1 0 0 0,1-1 0 0 0,-2 0 0 0 0,0 0 0 0 0,0-1 0 0 0,-1 1 0 0 0,0-1 0 0 0,-1 0 0 0 0,3-19 0 0 0,-6 25-17 0 0,0-1 0 0 0,-1 1 0 0 0,1-1-1 0 0,-1 1 1 0 0,-1 0 0 0 0,1-1 0 0 0,-1 1 0 0 0,0 0 0 0 0,0 0 0 0 0,-1 0 0 0 0,0 0 0 0 0,0 0 0 0 0,0 1 0 0 0,-1-1-1 0 0,1 1 1 0 0,-1 0 0 0 0,-1 0 0 0 0,1 1 0 0 0,-1-1 0 0 0,0 1 0 0 0,-9-7 0 0 0,9 8-166 0 0,1 0-1 0 0,0 0 1 0 0,-1 0 0 0 0,0 1 0 0 0,1 0 0 0 0,-1 0 0 0 0,0 0-1 0 0,0 0 1 0 0,-1 1 0 0 0,1 0 0 0 0,0 0 0 0 0,0 1-1 0 0,0-1 1 0 0,-1 1 0 0 0,1 0 0 0 0,0 0 0 0 0,0 1 0 0 0,-1 0-1 0 0,1 0 1 0 0,0 0 0 0 0,0 0 0 0 0,0 1 0 0 0,0 0-1 0 0,0 0 1 0 0,0 0 0 0 0,1 1 0 0 0,-6 2 0 0 0,-7 18-4706 0 0,16-21 4375 0 0,-1 4 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36.4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130 72 1212 0 0,'13'-11'10176'0'0,"-19"13"-9417"0"0,-12 8-792 0 0,6 1 93 0 0,1 1-1 0 0,0 1 0 0 0,1-1 0 0 0,0 2 0 0 0,1-1 0 0 0,1 1 1 0 0,0 1-1 0 0,1-1 0 0 0,1 1 0 0 0,0 0 0 0 0,1 1 0 0 0,1 0 1 0 0,0-1-1 0 0,-3 27 0 0 0,7-39 6 0 0,0 1-1 0 0,0 0 1 0 0,0-1 0 0 0,0 1 0 0 0,1 0 0 0 0,-1-1-1 0 0,1 1 1 0 0,0 0 0 0 0,0-1 0 0 0,0 1-1 0 0,1-1 1 0 0,-1 0 0 0 0,1 1 0 0 0,0-1 0 0 0,0 0-1 0 0,0 0 1 0 0,0 0 0 0 0,1 0 0 0 0,-1 0-1 0 0,1-1 1 0 0,-1 1 0 0 0,1-1 0 0 0,0 1-1 0 0,0-1 1 0 0,0 0 0 0 0,0 0 0 0 0,1-1 0 0 0,-1 1-1 0 0,6 2 1 0 0,-3-3 13 0 0,1 1-1 0 0,-1 0 1 0 0,0-1 0 0 0,1-1-1 0 0,-1 1 1 0 0,1-1 0 0 0,-1 0-1 0 0,1 0 1 0 0,-1-1 0 0 0,1 1-1 0 0,-1-2 1 0 0,0 1 0 0 0,1-1-1 0 0,-1 0 1 0 0,0 0 0 0 0,8-4-1 0 0,-4 0-11 0 0,0 0 0 0 0,0-1 0 0 0,-1 1 0 0 0,0-2 0 0 0,0 0-1 0 0,-1 0 1 0 0,0 0 0 0 0,0-1 0 0 0,-1 0 0 0 0,0 0 0 0 0,9-17-1 0 0,-12 18-42 0 0,0 0 0 0 0,-1-1 0 0 0,0 1-1 0 0,0-1 1 0 0,0 0 0 0 0,-1 0-1 0 0,-1 0 1 0 0,0 0 0 0 0,0 0 0 0 0,0 0-1 0 0,-1-1 1 0 0,-1 1 0 0 0,1 0-1 0 0,-2 0 1 0 0,-2-11 0 0 0,2 13-54 0 0,0 0 1 0 0,-1 0-1 0 0,0 0 1 0 0,0 0-1 0 0,-1 1 1 0 0,0-1-1 0 0,0 1 1 0 0,0 0-1 0 0,-1 0 1 0 0,0 1-1 0 0,0-1 1 0 0,-1 1-1 0 0,1 0 1 0 0,-1 1-1 0 0,0-1 1 0 0,0 1-1 0 0,-1 0 0 0 0,-9-4 1 0 0,9 5-554 0 0,-1 0 1 0 0,0 0-1 0 0,1 1 1 0 0,-11-1-1 0 0,10 2-712 0 0,1 0-1 0 0,-1 0 1 0 0,0 1 0 0 0,-11 2-1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38.0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10 216 1456 0 0,'17'-22'7495'0'0,"-3"6"-4062"0"0,-15 21-3103 0 0,0-3-348 0 0,-3 10-130 0 0,-5 16 107 0 0,2 1-1 0 0,0-1 1 0 0,-2 34-1 0 0,7-48 56 0 0,1 1-1 0 0,1-1 0 0 0,1 0 0 0 0,0 0 1 0 0,0 0-1 0 0,2 0 0 0 0,-1 0 1 0 0,9 23-1 0 0,-9-33 72 0 0,-1 0 1 0 0,1 0-1 0 0,0-1 1 0 0,0 1-1 0 0,0 0 1 0 0,0-1-1 0 0,1 0 1 0 0,-1 1-1 0 0,1-1 1 0 0,0 0-1 0 0,0-1 1 0 0,0 1-1 0 0,1 0 1 0 0,-1-1-1 0 0,1 0 1 0 0,-1 1 0 0 0,1-2-1 0 0,0 1 1 0 0,-1 0-1 0 0,9 2 1 0 0,-6-3 51 0 0,0-1 0 0 0,0 1 1 0 0,0-1-1 0 0,1 0 0 0 0,-1 0 1 0 0,0-1-1 0 0,0 0 1 0 0,0 0-1 0 0,0-1 0 0 0,0 1 1 0 0,0-1-1 0 0,0-1 0 0 0,8-3 1 0 0,-5 1-59 0 0,0 0 0 0 0,0-1 0 0 0,0 0 1 0 0,-1-1-1 0 0,0 0 0 0 0,0 0 0 0 0,-1-1 1 0 0,0 0-1 0 0,0 0 0 0 0,-1-1 0 0 0,0 1 0 0 0,0-1 1 0 0,-1-1-1 0 0,-1 1 0 0 0,1-1 0 0 0,-1 0 0 0 0,-1 0 1 0 0,0 0-1 0 0,3-19 0 0 0,-3 11-57 0 0,0-1 0 0 0,-2 0 0 0 0,0 0 0 0 0,-1 0 0 0 0,-1 0 0 0 0,-1 0 0 0 0,-1 0 0 0 0,0 1 0 0 0,-2-1 0 0 0,-7-21 0 0 0,9 32-48 0 0,1 0 0 0 0,-2 0 0 0 0,1 0 0 0 0,-1 1 0 0 0,-1-1 0 0 0,1 1 0 0 0,-1 0-1 0 0,0 1 1 0 0,-1-1 0 0 0,1 1 0 0 0,-1 0 0 0 0,-1 0 0 0 0,1 1 0 0 0,-1 0 0 0 0,0 0 0 0 0,0 0 0 0 0,-1 1 0 0 0,1 0 0 0 0,-1 1 0 0 0,-10-4 0 0 0,15 6-152 0 0,0 1 1 0 0,-1-1 0 0 0,1 1 0 0 0,-1 0-1 0 0,1 0 1 0 0,-1 0 0 0 0,1 1 0 0 0,0-1 0 0 0,-1 1-1 0 0,1-1 1 0 0,0 1 0 0 0,-1 0 0 0 0,1 1-1 0 0,0-1 1 0 0,0 0 0 0 0,0 1 0 0 0,0 0-1 0 0,0 0 1 0 0,-3 2 0 0 0,2 0-454 0 0,0-1 0 0 0,0 1 0 0 0,1-1 0 0 0,0 1 0 0 0,-1 0 0 0 0,2 0 0 0 0,-1 1-1 0 0,0-1 1 0 0,1 1 0 0 0,0-1 0 0 0,0 1 0 0 0,-2 7 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39.1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151 227 1088 0 0,'-15'-37'8641'0'0,"11"34"-8208"0"0,3 2-251 0 0,-15 9 64 0 0,10-4-199 0 0,0 1-1 0 0,0-1 0 0 0,0 1 0 0 0,1 1 1 0 0,0-1-1 0 0,0 1 0 0 0,0 0 0 0 0,1 0 1 0 0,-1 1-1 0 0,-5 12 0 0 0,0 1 22 0 0,2 1 0 0 0,-8 27 1 0 0,11-34-43 0 0,1 1 0 0 0,1 1 1 0 0,1-1-1 0 0,0 0 1 0 0,1 1-1 0 0,0 16 0 0 0,2-27 18 0 0,-1 0 0 0 0,1 0 0 0 0,0 0-1 0 0,0 0 1 0 0,1 0 0 0 0,-1 0-1 0 0,1 0 1 0 0,1 0 0 0 0,3 7-1 0 0,-4-10 35 0 0,0 1-1 0 0,0 0 0 0 0,0-1 0 0 0,1 1 1 0 0,-1-1-1 0 0,1 0 0 0 0,0 0 0 0 0,-1 0 1 0 0,1 0-1 0 0,0 0 0 0 0,0-1 0 0 0,0 1 0 0 0,1-1 1 0 0,-1 0-1 0 0,6 2 0 0 0,-2-2 44 0 0,-1 1 1 0 0,0-1-1 0 0,0-1 0 0 0,1 1 0 0 0,-1-1 0 0 0,0 0 1 0 0,1-1-1 0 0,-1 0 0 0 0,0 0 0 0 0,0 0 0 0 0,0 0 0 0 0,1-1 1 0 0,-1 0-1 0 0,11-6 0 0 0,-10 4-39 0 0,1-1-1 0 0,-1 0 1 0 0,0-1 0 0 0,-1 0-1 0 0,1 0 1 0 0,-1 0 0 0 0,0-1-1 0 0,-1 0 1 0 0,9-13 0 0 0,-4 2-31 0 0,0 0 0 0 0,-2-1 1 0 0,0 0-1 0 0,-1-1 1 0 0,-1 0-1 0 0,-1 0 0 0 0,-1 0 1 0 0,3-29-1 0 0,-6 12-32 0 0,-1-1 1 0 0,-1 1-1 0 0,-3 0 0 0 0,-8-42 1 0 0,10 68-60 0 0,2 7-184 0 0,-1-1-1 0 0,0 0 1 0 0,0 1-1 0 0,0-1 0 0 0,-1 1 1 0 0,1-1-1 0 0,-4-6 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39.5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223 189 228 0 0,'5'-25'7142'0'0,"-5"17"-6122"0"0,0 7-885 0 0,0 0 1 0 0,-1 0-1 0 0,1 0 0 0 0,-1-1 1 0 0,1 1-1 0 0,-1 0 0 0 0,1 0 1 0 0,-1 0-1 0 0,1 0 1 0 0,-1 0-1 0 0,0 0 0 0 0,0 0 1 0 0,0 0-1 0 0,0 0 1 0 0,0 0-1 0 0,0 0 0 0 0,0 1 1 0 0,0-1-1 0 0,0 0 1 0 0,0 1-1 0 0,0-1 0 0 0,0 0 1 0 0,-2 0-1 0 0,2 1-99 0 0,-1 0 0 0 0,1-1-1 0 0,-1 1 1 0 0,0 0 0 0 0,1 0 0 0 0,-1 0-1 0 0,1 0 1 0 0,-1 0 0 0 0,0 0 0 0 0,1 0-1 0 0,-1 1 1 0 0,1-1 0 0 0,-1 1 0 0 0,1-1 0 0 0,-1 1-1 0 0,1-1 1 0 0,-1 1 0 0 0,-1 1 0 0 0,-26 20 123 0 0,21-16-102 0 0,-4 5-46 0 0,0 0-1 0 0,0 1 1 0 0,1 0-1 0 0,1 1 0 0 0,0 0 1 0 0,1 1-1 0 0,0 0 1 0 0,1 1-1 0 0,1-1 1 0 0,0 2-1 0 0,1-1 1 0 0,1 1-1 0 0,0-1 1 0 0,1 1-1 0 0,-4 33 0 0 0,8-43 90 0 0,0 0-1 0 0,0 0 0 0 0,1-1 0 0 0,0 1 0 0 0,0 0 0 0 0,0-1 0 0 0,0 1 0 0 0,1-1 0 0 0,0 1 0 0 0,0-1 1 0 0,1 0-1 0 0,-1 0 0 0 0,1 0 0 0 0,0 0 0 0 0,1 0 0 0 0,-1 0 0 0 0,1-1 0 0 0,0 0 0 0 0,0 0 0 0 0,8 7 1 0 0,-8-9 27 0 0,0 1 1 0 0,1-1 0 0 0,-1 1-1 0 0,1-1 1 0 0,-1-1 0 0 0,1 1 0 0 0,0-1-1 0 0,-1 1 1 0 0,1-1 0 0 0,0-1-1 0 0,0 1 1 0 0,0-1 0 0 0,0 0-1 0 0,0 0 1 0 0,0 0 0 0 0,0-1 0 0 0,-1 1-1 0 0,1-1 1 0 0,0 0 0 0 0,0-1-1 0 0,-1 1 1 0 0,1-1 0 0 0,-1 0 0 0 0,8-4-1 0 0,-4 1-46 0 0,0-1 0 0 0,-1 1 1 0 0,0-1-1 0 0,0 0 0 0 0,0-1 0 0 0,-1 0 0 0 0,0 0 0 0 0,0-1 0 0 0,0 1 0 0 0,-1-1 0 0 0,-1 0 0 0 0,1 0 0 0 0,-1-1 0 0 0,-1 0 0 0 0,5-13 1 0 0,-4 8-53 0 0,-1-1 0 0 0,0 0 0 0 0,-1 0 0 0 0,0 0 0 0 0,-2 0 0 0 0,1 0 0 0 0,-2 0 0 0 0,0 0 0 0 0,-3-15 0 0 0,1 18-3 0 0,0 0-1 0 0,-1 1 1 0 0,0-1-1 0 0,-1 1 0 0 0,0 0 1 0 0,-1 0-1 0 0,0 0 1 0 0,0 1-1 0 0,-2-1 0 0 0,1 2 1 0 0,-1-1-1 0 0,0 1 1 0 0,-18-15-1 0 0,13 14-382 0 0,0 0 1 0 0,-1 1-1 0 0,-28-13 0 0 0,25 14-1123 0 0,-1 1 0 0 0,0 1 0 0 0,-20-4 0 0 0,23 7-996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40.8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84 67 992 0 0,'-10'-15'9795'0'0,"7"18"-9747"0"0,1-1 0 0 0,-1 1 0 0 0,1 0 0 0 0,0 0 0 0 0,0-1 0 0 0,0 1 0 0 0,0 1 0 0 0,1-1 0 0 0,-1 0 0 0 0,-1 5 0 0 0,-12 42 171 0 0,11-38-151 0 0,-4 17 51 0 0,1 1 0 0 0,1 0 0 0 0,-2 35 0 0 0,7-54-45 0 0,1-1 0 0 0,0 1-1 0 0,0 0 1 0 0,1-1-1 0 0,1 1 1 0 0,0-1 0 0 0,0 1-1 0 0,1-1 1 0 0,0 0-1 0 0,1 0 1 0 0,0 0 0 0 0,8 14-1 0 0,-9-20 13 0 0,0 0 0 0 0,-1-1-1 0 0,1 1 1 0 0,0-1-1 0 0,1 0 1 0 0,-1 1 0 0 0,1-1-1 0 0,-1-1 1 0 0,1 1 0 0 0,0-1-1 0 0,0 1 1 0 0,0-1 0 0 0,0 0-1 0 0,1-1 1 0 0,-1 1 0 0 0,0-1-1 0 0,1 1 1 0 0,-1-2 0 0 0,1 1-1 0 0,0 0 1 0 0,-1-1 0 0 0,1 0-1 0 0,-1 0 1 0 0,1 0 0 0 0,0 0-1 0 0,-1-1 1 0 0,1 0-1 0 0,-1 0 1 0 0,8-2 0 0 0,-2-1-10 0 0,-1 0 1 0 0,0 0-1 0 0,0-1 0 0 0,0 0 1 0 0,-1 0-1 0 0,1-1 1 0 0,-1 0-1 0 0,0-1 1 0 0,-1 1-1 0 0,0-2 0 0 0,0 1 1 0 0,9-13-1 0 0,-4 0-40 0 0,-1-1 0 0 0,0 0-1 0 0,-2-1 1 0 0,0 0 0 0 0,-2-1-1 0 0,0 0 1 0 0,-2 0 0 0 0,0 0-1 0 0,-2 0 1 0 0,0-1 0 0 0,-2 0 0 0 0,-1-32-1 0 0,-1 51-56 0 0,1-1 0 0 0,-1 1-1 0 0,0 0 1 0 0,-1 0 0 0 0,1-1-1 0 0,-1 1 1 0 0,0 0 0 0 0,0 0 0 0 0,0 1-1 0 0,-1-1 1 0 0,0 0 0 0 0,0 1-1 0 0,0 0 1 0 0,-4-5 0 0 0,6 8-54 0 0,-1 0 0 0 0,1 0 0 0 0,0 0 0 0 0,0 1 1 0 0,0-1-1 0 0,-1 1 0 0 0,1-1 0 0 0,0 1 0 0 0,-1-1 0 0 0,1 1 0 0 0,0 0 1 0 0,-1 0-1 0 0,1-1 0 0 0,0 1 0 0 0,-1 0 0 0 0,1 0 0 0 0,0 0 0 0 0,-1 1 1 0 0,1-1-1 0 0,-1 0 0 0 0,1 0 0 0 0,0 1 0 0 0,0-1 0 0 0,-3 2 0 0 0,1-1-168 0 0,0 0 0 0 0,0 1 0 0 0,0-1 0 0 0,0 1 0 0 0,1 0 0 0 0,-1 0 0 0 0,-3 2 0 0 0,4-1-312 0 0,-11 15-1251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41.2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53 155 2636 0 0,'22'-21'9591'0'0,"-30"32"-9502"0"0,0 1-1 0 0,2-1 0 0 0,-1 1 1 0 0,1 0-1 0 0,1 1 1 0 0,-5 17-1 0 0,3-5-54 0 0,1 0 0 0 0,-4 37 0 0 0,10-53 31 0 0,-1 0 0 0 0,1 0 1 0 0,0 0-1 0 0,1 0 0 0 0,0 0 1 0 0,1 0-1 0 0,-1 0 0 0 0,4 9 1 0 0,-4-15 18 0 0,0 0-1 0 0,1 0 1 0 0,-1 0 0 0 0,1-1 0 0 0,-1 1 0 0 0,1 0 0 0 0,0-1 0 0 0,0 1 0 0 0,0-1 0 0 0,0 0 0 0 0,0 1 0 0 0,0-1 0 0 0,1 0 0 0 0,-1 0 0 0 0,1-1 0 0 0,-1 1 0 0 0,1 0 0 0 0,0-1 0 0 0,0 0 0 0 0,0 1 0 0 0,0-1 0 0 0,0 0 0 0 0,0-1 0 0 0,0 1 0 0 0,0 0 0 0 0,0-1 0 0 0,0 0 0 0 0,3 0 0 0 0,2 0 21 0 0,1-1 0 0 0,-1 0 1 0 0,0 0-1 0 0,0-1 0 0 0,-1 0 1 0 0,1 0-1 0 0,0-1 0 0 0,-1 0 1 0 0,1-1-1 0 0,-1 1 0 0 0,0-1 1 0 0,0-1-1 0 0,0 1 0 0 0,-1-1 0 0 0,0 0 1 0 0,0-1-1 0 0,0 0 0 0 0,0 0 1 0 0,5-8-1 0 0,1-2-27 0 0,-1 0 1 0 0,-1 0-1 0 0,0-1 0 0 0,-1-1 1 0 0,-1 0-1 0 0,-1 0 1 0 0,0 0-1 0 0,-1-1 0 0 0,-2 0 1 0 0,1 0-1 0 0,-2 0 0 0 0,-1 0 1 0 0,0-1-1 0 0,-2 1 0 0 0,0-1 1 0 0,-3-22-1 0 0,2 38-82 0 0,1 1 0 0 0,-1-1-1 0 0,0 0 1 0 0,0 1 0 0 0,0-1-1 0 0,-1 1 1 0 0,0-1 0 0 0,1 1 0 0 0,-1-1-1 0 0,0 1 1 0 0,0 0 0 0 0,-1 0 0 0 0,1 0-1 0 0,-1 0 1 0 0,1 1 0 0 0,-1-1-1 0 0,0 1 1 0 0,0-1 0 0 0,0 1 0 0 0,0 0-1 0 0,-1 0 1 0 0,1 0 0 0 0,0 1-1 0 0,-1-1 1 0 0,1 1 0 0 0,-1 0 0 0 0,0 0-1 0 0,1 0 1 0 0,-6 0 0 0 0,5 0-208 0 0,-1 1 0 0 0,1 0 0 0 0,0 0 0 0 0,-1 1 1 0 0,1-1-1 0 0,0 1 0 0 0,-1 0 0 0 0,1 0 0 0 0,0 1 0 0 0,0-1 0 0 0,0 1 1 0 0,0 0-1 0 0,0 0 0 0 0,0 0 0 0 0,0 0 0 0 0,1 1 0 0 0,-1 0 1 0 0,1 0-1 0 0,0-1 0 0 0,-1 2 0 0 0,1-1 0 0 0,1 0 0 0 0,-1 1 0 0 0,-3 5 1 0 0,4-6-125 0 0,1-1 0 0 0,-1 1-1 0 0,1-1 1 0 0,0 1 0 0 0,0-1 0 0 0,0 1 0 0 0,0 0 0 0 0,0-1 0 0 0,0 1 0 0 0,1 0 0 0 0,0 0 0 0 0,-1 0 0 0 0,1 0 0 0 0,0-1 0 0 0,0 1 0 0 0,1 0 0 0 0,-1 0 0 0 0,0 0 0 0 0,1-1-1 0 0,0 1 1 0 0,0 0 0 0 0,0 0 0 0 0,0-1 0 0 0,0 1 0 0 0,2 2 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41.7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266 121 1824 0 0,'1'-3'1721'0'0,"2"-10"930"0"0,-3 13-2585 0 0,0-1 0 0 0,-1 1-1 0 0,1-1 1 0 0,0 1 0 0 0,0-1-1 0 0,0 1 1 0 0,0 0 0 0 0,0-1-1 0 0,0 1 1 0 0,-1-1-1 0 0,1 1 1 0 0,0 0 0 0 0,0-1-1 0 0,-1 1 1 0 0,1-1 0 0 0,0 1-1 0 0,0 0 1 0 0,-1-1 0 0 0,1 1-1 0 0,0 0 1 0 0,-1 0 0 0 0,1-1-1 0 0,-1 1 1 0 0,1 0 0 0 0,0 0-1 0 0,-1 0 1 0 0,1-1-1 0 0,-1 1 1 0 0,1 0 0 0 0,0 0-1 0 0,-1 0 1 0 0,1 0 0 0 0,-1 0-1 0 0,1 0 1 0 0,-1 0 0 0 0,1 0-1 0 0,0 0 1 0 0,-1 0 0 0 0,1 0-1 0 0,-1 0 1 0 0,0 0-1 0 0,-5 2 44 0 0,-1-1-1 0 0,0 1 0 0 0,1 1 0 0 0,0-1 1 0 0,-1 1-1 0 0,1 0 0 0 0,0 1 0 0 0,0-1 1 0 0,1 1-1 0 0,-1 0 0 0 0,1 1 0 0 0,0-1 1 0 0,0 1-1 0 0,0 0 0 0 0,1 0 0 0 0,-5 8 1 0 0,-2 1-51 0 0,1 2 0 0 0,1-1 0 0 0,0 1 0 0 0,1 0 0 0 0,-7 21 0 0 0,12-28 25 0 0,0 0-1 0 0,1 0 1 0 0,0 1 0 0 0,1-1 0 0 0,0 0 0 0 0,0 1 0 0 0,1-1-1 0 0,0 0 1 0 0,1 1 0 0 0,3 18 0 0 0,-3-24-10 0 0,0 0-1 0 0,1 1 1 0 0,-1-1 0 0 0,1 0-1 0 0,0 0 1 0 0,0 0 0 0 0,1 0-1 0 0,-1 0 1 0 0,1-1 0 0 0,0 1-1 0 0,0-1 1 0 0,0 1-1 0 0,0-1 1 0 0,0 0 0 0 0,1 0-1 0 0,-1-1 1 0 0,1 1 0 0 0,0-1-1 0 0,0 1 1 0 0,0-1 0 0 0,0-1-1 0 0,0 1 1 0 0,1 0 0 0 0,7 1-1 0 0,-2-1-10 0 0,0 0 0 0 0,1-1 1 0 0,-1 0-1 0 0,0-1 0 0 0,1 0 0 0 0,-1 0 0 0 0,0-1 0 0 0,0-1 0 0 0,1 0 0 0 0,-1 0 0 0 0,0-1 0 0 0,0 0 1 0 0,-1 0-1 0 0,1-1 0 0 0,-1-1 0 0 0,0 0 0 0 0,0 0 0 0 0,0-1 0 0 0,-1 0 0 0 0,0 0 0 0 0,0-1 0 0 0,0 0 1 0 0,-1 0-1 0 0,0-1 0 0 0,0 0 0 0 0,-1 0 0 0 0,0 0 0 0 0,-1-1 0 0 0,1 0 0 0 0,-2 0 0 0 0,1-1 0 0 0,-2 1 1 0 0,1-1-1 0 0,-1 0 0 0 0,2-13 0 0 0,-3 14-65 0 0,0 0 0 0 0,-1-1 0 0 0,0 1 0 0 0,-1 0 0 0 0,0-1 0 0 0,0 1 0 0 0,-1 0 0 0 0,0-1 0 0 0,-1 1 0 0 0,0 0 0 0 0,0 0 1 0 0,-1 0-1 0 0,0 0 0 0 0,-1 0 0 0 0,1 1 0 0 0,-2 0 0 0 0,1-1 0 0 0,-1 1 0 0 0,-1 1 0 0 0,0-1 0 0 0,0 1 0 0 0,0 0 0 0 0,-1 1 0 0 0,1-1 0 0 0,-2 1 0 0 0,1 0 0 0 0,-1 1 1 0 0,0 0-1 0 0,0 0 0 0 0,0 1 0 0 0,-10-4 0 0 0,-3 0-459 0 0,0 1-1 0 0,-1 1 1 0 0,0 2 0 0 0,0-1 0 0 0,-44-1 0 0 0,31 6-2945 0 0,-49 5-1 0 0,53-2-611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42.91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 34 2108 0 0,'0'-16'6503'0'0,"-2"3"-4377"0"0,-2 19-1310 0 0,-2 26-608 0 0,2 28 19 0 0,0-14-97 0 0,3 72 0 0 0,2-105-65 0 0,0 0-1 0 0,1 0 1 0 0,1 0 0 0 0,0 0 0 0 0,0 0 0 0 0,1-1 0 0 0,1 1 0 0 0,1-1-1 0 0,-1 0 1 0 0,9 12 0 0 0,-9-18 21 0 0,0 0 0 0 0,0 0 1 0 0,1-1-1 0 0,0 1 0 0 0,0-1 0 0 0,0-1 0 0 0,0 1 0 0 0,1-1 0 0 0,0 0 0 0 0,0-1 1 0 0,0 1-1 0 0,0-1 0 0 0,0-1 0 0 0,1 1 0 0 0,-1-1 0 0 0,1-1 0 0 0,0 1 0 0 0,0-1 0 0 0,-1-1 1 0 0,1 1-1 0 0,0-1 0 0 0,9-2 0 0 0,-8 2-14 0 0,0-1-1 0 0,-1-1 1 0 0,1 0 0 0 0,-1 0 0 0 0,1 0-1 0 0,-1-1 1 0 0,0-1 0 0 0,0 1 0 0 0,0-1-1 0 0,0 0 1 0 0,-1-1 0 0 0,1 0 0 0 0,-1 0-1 0 0,-1-1 1 0 0,1 0 0 0 0,-1 0 0 0 0,0 0-1 0 0,0-1 1 0 0,7-11 0 0 0,-4 2-22 0 0,-1 0 0 0 0,0-1 0 0 0,-1 0 1 0 0,-1 0-1 0 0,-1-1 0 0 0,-1 0 0 0 0,3-18 0 0 0,-5 23-37 0 0,-1 0 0 0 0,-1 0-1 0 0,1 0 1 0 0,-2 0-1 0 0,0 0 1 0 0,-1 0 0 0 0,0 0-1 0 0,-1 0 1 0 0,0 0-1 0 0,-9-20 1 0 0,9 28-17 0 0,0-1 0 0 0,0 1 1 0 0,-1 0-1 0 0,0 0 0 0 0,0 0 0 0 0,0 1 1 0 0,-1-1-1 0 0,1 1 0 0 0,-1 0 0 0 0,0 1 1 0 0,0-1-1 0 0,-1 1 0 0 0,1 0 0 0 0,-1 0 1 0 0,0 0-1 0 0,1 1 0 0 0,-1 0 0 0 0,0 0 0 0 0,-9-1 1 0 0,11 2-131 0 0,-1 0 0 0 0,1 1 0 0 0,0-1-1 0 0,-1 1 1 0 0,1 0 0 0 0,-1 0 0 0 0,1 1 0 0 0,0-1 0 0 0,-1 1 0 0 0,1 0 0 0 0,0 0 0 0 0,0 0 0 0 0,0 1 0 0 0,0 0 0 0 0,0 0 0 0 0,0 0 0 0 0,0 0 0 0 0,0 0-1 0 0,1 1 1 0 0,-1-1 0 0 0,1 1 0 0 0,0 0 0 0 0,0 0 0 0 0,0 0 0 0 0,0 1 0 0 0,0-1 0 0 0,1 1 0 0 0,-4 7 0 0 0,4-8-321 0 0,1 0 1 0 0,0 1-1 0 0,0-1 1 0 0,0 1-1 0 0,0-1 1 0 0,1 1-1 0 0,-1-1 1 0 0,1 1-1 0 0,0 0 0 0 0,0-1 1 0 0,0 1-1 0 0,1-1 1 0 0,-1 1-1 0 0,1-1 1 0 0,1 5-1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43.81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170 171 492 0 0,'-7'-10'6835'0'0,"-15"-19"-1366"0"0,20 29-5441 0 0,0 1 0 0 0,0-1 0 0 0,0 1 0 0 0,1 0 0 0 0,-1 0 0 0 0,0 0 0 0 0,1 0 0 0 0,-1 0 0 0 0,1 0 0 0 0,-3 3 1 0 0,-7 6-17 0 0,2 0 0 0 0,-1 1 0 0 0,2 1 0 0 0,-1 0 0 0 0,2 0 0 0 0,-1 0 0 0 0,2 1 0 0 0,-9 21 0 0 0,7-11-14 0 0,1 0 0 0 0,0 1 1 0 0,2 0-1 0 0,-3 29 1 0 0,7-48 20 0 0,1-1 1 0 0,0 1 0 0 0,0-1 0 0 0,0 1-1 0 0,0-1 1 0 0,1 1 0 0 0,0-1 0 0 0,0 0-1 0 0,0 1 1 0 0,0-1 0 0 0,0 0 0 0 0,1 0-1 0 0,0 0 1 0 0,0 0 0 0 0,0 0 0 0 0,1 0-1 0 0,-1 0 1 0 0,1-1 0 0 0,0 1 0 0 0,0-1 0 0 0,0 0-1 0 0,0 0 1 0 0,6 4 0 0 0,-3-4 23 0 0,-1 1 1 0 0,1-1 0 0 0,1-1-1 0 0,-1 1 1 0 0,0-1 0 0 0,1 0-1 0 0,-1-1 1 0 0,1 1 0 0 0,-1-1-1 0 0,1-1 1 0 0,-1 1 0 0 0,1-1-1 0 0,0 0 1 0 0,0-1 0 0 0,7-1-1 0 0,-1-1 2 0 0,-1 0 1 0 0,0-1-1 0 0,0 0 0 0 0,-1-1 0 0 0,1 0 0 0 0,-1-1 0 0 0,0 0 0 0 0,-1-1 0 0 0,1 0 0 0 0,-1-1 0 0 0,-1 0 0 0 0,1 0 1 0 0,-2-1-1 0 0,1 0 0 0 0,-1-1 0 0 0,0 0 0 0 0,-1 0 0 0 0,0-1 0 0 0,-1 0 0 0 0,0 0 0 0 0,7-19 0 0 0,-9 19-36 0 0,1-1-1 0 0,-2 0 1 0 0,1 0-1 0 0,-2 0 1 0 0,1 0-1 0 0,-2 0 0 0 0,0-1 1 0 0,0 1-1 0 0,-1 0 1 0 0,0-1-1 0 0,-1 1 1 0 0,-1 0-1 0 0,0-1 0 0 0,-1 1 1 0 0,0 0-1 0 0,-1 0 1 0 0,0 1-1 0 0,0-1 1 0 0,-2 1-1 0 0,1 0 1 0 0,-2 0-1 0 0,-6-10 0 0 0,7 14-9 0 0,0 1 0 0 0,-1 0-1 0 0,1 0 1 0 0,-1 1 0 0 0,0 0-1 0 0,-1 0 1 0 0,1 0 0 0 0,-1 1-1 0 0,0 0 1 0 0,-11-4 0 0 0,16 7-93 0 0,-2-1 1 0 0,1 1 0 0 0,0 0 0 0 0,0 0 0 0 0,0 0 0 0 0,0 1 0 0 0,-1-1 0 0 0,1 1-1 0 0,0 0 1 0 0,-1 0 0 0 0,1 1 0 0 0,0-1 0 0 0,0 1 0 0 0,0 0 0 0 0,-1 0-1 0 0,1 0 1 0 0,0 1 0 0 0,0-1 0 0 0,0 1 0 0 0,1 0 0 0 0,-1 0 0 0 0,-6 5 0 0 0,8-6-139 0 0,1 1 1 0 0,0-1 0 0 0,-1 1 0 0 0,1-1-1 0 0,0 1 1 0 0,0-1 0 0 0,0 1 0 0 0,0 0 0 0 0,0-1-1 0 0,1 1 1 0 0,-1 0 0 0 0,0 0 0 0 0,1 0 0 0 0,-1 0-1 0 0,1 0 1 0 0,0 0 0 0 0,0-1 0 0 0,0 1-1 0 0,0 0 1 0 0,0 0 0 0 0,0 0 0 0 0,0 0 0 0 0,0 0-1 0 0,1 0 1 0 0,-1 0 0 0 0,1 0 0 0 0,0 0-1 0 0,-1-1 1 0 0,1 1 0 0 0,0 0 0 0 0,0-1 0 0 0,0 1-1 0 0,3 3 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44.3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193 79 1404 0 0,'0'-29'7826'0'0,"-3"28"-7240"0"0,-14 2-25 0 0,6 5-442 0 0,0 1-1 0 0,1 0 1 0 0,0 1-1 0 0,0 0 1 0 0,1 1 0 0 0,0 0-1 0 0,0 1 1 0 0,1-1 0 0 0,0 2-1 0 0,1-1 1 0 0,-9 17-1 0 0,7-11-67 0 0,1 1-1 0 0,1 1 0 0 0,0-1 0 0 0,1 1 0 0 0,1 1 0 0 0,1-1 0 0 0,-3 24 0 0 0,6-36 14 0 0,1-1 0 0 0,-1 1 0 0 0,1-1 1 0 0,0 0-1 0 0,1 1 0 0 0,-1-1 0 0 0,1 0 0 0 0,0 1 0 0 0,0-1 0 0 0,1 0 0 0 0,0 0 0 0 0,0 0 1 0 0,0 0-1 0 0,0 0 0 0 0,1 0 0 0 0,-1 0 0 0 0,1-1 0 0 0,1 0 0 0 0,-1 1 0 0 0,1-1 0 0 0,-1 0 1 0 0,1-1-1 0 0,0 1 0 0 0,0-1 0 0 0,1 1 0 0 0,-1-1 0 0 0,1-1 0 0 0,0 1 0 0 0,-1-1 0 0 0,1 1 1 0 0,0-1-1 0 0,0-1 0 0 0,1 1 0 0 0,-1-1 0 0 0,0 0 0 0 0,1 0 0 0 0,9 0 0 0 0,-3 0 12 0 0,0-1-1 0 0,0 0 1 0 0,0-1-1 0 0,0 0 1 0 0,-1-1-1 0 0,1 0 1 0 0,0-1 0 0 0,-1 0-1 0 0,0-1 1 0 0,1 0-1 0 0,-1-1 1 0 0,-1 0-1 0 0,21-13 1 0 0,-23 12-28 0 0,0 0 0 0 0,-1-1 1 0 0,0 0-1 0 0,0 0 1 0 0,0 0-1 0 0,-1-1 0 0 0,0 0 1 0 0,0-1-1 0 0,-1 1 0 0 0,0-1 1 0 0,-1 0-1 0 0,0 0 1 0 0,0 0-1 0 0,-1-1 0 0 0,0 0 1 0 0,0 1-1 0 0,0-12 1 0 0,0 2-19 0 0,-2-1 0 0 0,0 1 1 0 0,-1-1-1 0 0,-1 1 0 0 0,0-1 1 0 0,-7-25-1 0 0,6 37-35 0 0,0 0 0 0 0,0 1 0 0 0,-1-1 0 0 0,-1 1 0 0 0,1-1 0 0 0,-1 1 0 0 0,-9-12-1 0 0,10 15-4 0 0,-1 0 0 0 0,1 1 0 0 0,-1-1-1 0 0,0 1 1 0 0,0 0 0 0 0,-1 0-1 0 0,1 0 1 0 0,0 0 0 0 0,-1 1 0 0 0,0 0-1 0 0,0 0 1 0 0,1 0 0 0 0,-7-1 0 0 0,7 2-105 0 0,0 1 0 0 0,0 1 0 0 0,0-1 0 0 0,0 1 0 0 0,0-1 0 0 0,0 1 1 0 0,0 0-1 0 0,0 1 0 0 0,1-1 0 0 0,-1 1 0 0 0,0-1 0 0 0,1 1 1 0 0,-1 0-1 0 0,1 0 0 0 0,0 1 0 0 0,0-1 0 0 0,0 1 0 0 0,0-1 0 0 0,-4 6 1 0 0,4-3-266 0 0,1-1 1 0 0,-1 0 0 0 0,1 1 0 0 0,0-1 0 0 0,1 1 0 0 0,-1 0-1 0 0,1-1 1 0 0,0 1 0 0 0,0 0 0 0 0,1 0 0 0 0,-1 0 0 0 0,1 0-1 0 0,0 0 1 0 0,0 0 0 0 0,1 0 0 0 0,0-1 0 0 0,-1 1 0 0 0,2 0-1 0 0,-1 0 1 0 0,0 0 0 0 0,1-1 0 0 0,0 1 0 0 0,3 5-1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44.7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69 69 1116 0 0,'27'-63'10524'0'0,"-29"61"-10170"0"0,2 2-348 0 0,0-1-1 0 0,0 1 1 0 0,0 0 0 0 0,0 0-1 0 0,0 0 1 0 0,0 0 0 0 0,0-1-1 0 0,0 1 1 0 0,0 0-1 0 0,0 0 1 0 0,0 0 0 0 0,0 0-1 0 0,-1 0 1 0 0,1-1 0 0 0,0 1-1 0 0,0 0 1 0 0,0 0-1 0 0,0 0 1 0 0,0 0 0 0 0,0 0-1 0 0,0 0 1 0 0,-1 0 0 0 0,1 0-1 0 0,0 0 1 0 0,0-1-1 0 0,0 1 1 0 0,0 0 0 0 0,-1 0-1 0 0,1 0 1 0 0,0 0 0 0 0,0 0-1 0 0,0 0 1 0 0,0 0-1 0 0,0 0 1 0 0,-1 0 0 0 0,1 0-1 0 0,0 0 1 0 0,0 0 0 0 0,0 0-1 0 0,0 0 1 0 0,-1 0-1 0 0,-6 7 36 0 0,0 1 0 0 0,1-1 0 0 0,0 1 0 0 0,0 0 1 0 0,1 0-1 0 0,0 1 0 0 0,0 0 0 0 0,-6 16 0 0 0,5-7 1 0 0,0 0 1 0 0,0 1-1 0 0,-3 32 1 0 0,7-40 60 0 0,1 0 1 0 0,1 0-1 0 0,0 0 1 0 0,0 1-1 0 0,1-1 0 0 0,1 0 1 0 0,0 0-1 0 0,6 19 1 0 0,-5-23 3 0 0,0 0 1 0 0,0 0-1 0 0,1-1 1 0 0,-1 0-1 0 0,1 0 1 0 0,1 0 0 0 0,-1 0-1 0 0,1 0 1 0 0,0-1-1 0 0,0 0 1 0 0,1 0-1 0 0,0 0 1 0 0,0-1 0 0 0,9 5-1 0 0,-7-4 87 0 0,0-1-1 0 0,1 0 1 0 0,0 0 0 0 0,0-1-1 0 0,0 0 1 0 0,0-1 0 0 0,1 0-1 0 0,-1 0 1 0 0,1-1 0 0 0,-1 0-1 0 0,12-1 1 0 0,-15-1-94 0 0,0 1 0 0 0,0-1 0 0 0,0 0 0 0 0,0-1 0 0 0,0 0-1 0 0,0 0 1 0 0,0 0 0 0 0,-1 0 0 0 0,1-1 0 0 0,-1 0 0 0 0,0 0 0 0 0,0-1 0 0 0,0 1-1 0 0,0-1 1 0 0,-1 0 0 0 0,1 0 0 0 0,-1-1 0 0 0,6-7 0 0 0,-5 4-26 0 0,1 0 0 0 0,-1-1 0 0 0,-1 0 0 0 0,1 0 1 0 0,-1 0-1 0 0,-1 0 0 0 0,0-1 0 0 0,0 1 0 0 0,-1-1 0 0 0,0 0 1 0 0,-1 0-1 0 0,0 0 0 0 0,-1 0 0 0 0,-1-17 0 0 0,1 19-57 0 0,-2 0 1 0 0,1 0-1 0 0,-1 0 0 0 0,-1 0 0 0 0,1 0 0 0 0,-1 0 0 0 0,-1 0 0 0 0,1 1 0 0 0,-1-1 1 0 0,-1 1-1 0 0,1 0 0 0 0,-1 0 0 0 0,0 1 0 0 0,-1 0 0 0 0,0 0 0 0 0,0 0 0 0 0,-11-8 1 0 0,3 5-429 0 0,-1 0 0 0 0,-1 2-1 0 0,0 0 1 0 0,0 0 0 0 0,-25-5 0 0 0,4 6-3729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45.6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329 101 800 0 0,'-16'-28'8797'0'0,"-1"-14"-1448"0"0,16 38-6845 0 0,1 3-493 0 0,-1 1 1 0 0,1 0-1 0 0,0 0 1 0 0,0 0-1 0 0,0-1 1 0 0,0 1 0 0 0,-1 0-1 0 0,1 0 1 0 0,0-1-1 0 0,0 1 1 0 0,0 0 0 0 0,0 0-1 0 0,0-1 1 0 0,0 1-1 0 0,0 0 1 0 0,0 0 0 0 0,0-1-1 0 0,0 1 1 0 0,0 0-1 0 0,0 0 1 0 0,0-1 0 0 0,0 1-1 0 0,0 0 1 0 0,0 0-1 0 0,0-1 1 0 0,0 1 0 0 0,0 0-1 0 0,0 0 1 0 0,0-1-1 0 0,0 1 1 0 0,1 0 0 0 0,-1 0-1 0 0,0-1 1 0 0,0 1-1 0 0,0 0 1 0 0,0 0 0 0 0,1 0-1 0 0,-1-1 1 0 0,0 1-1 0 0,0 0 1 0 0,0 0 0 0 0,1 0-1 0 0,-1 0 1 0 0,0 0-1 0 0,0-1 1 0 0,1 1 0 0 0,-1 0-1 0 0,0 0 1 0 0,0 0-1 0 0,1 0 1 0 0,-1 0 0 0 0,0 0-1 0 0,0 0 1 0 0,1 0-1 0 0,-1 0 1 0 0,0 0 0 0 0,0 0-1 0 0,1 0 1 0 0,-1 0-1 0 0,1 0 1 0 0,14-4 47 0 0,0 1 0 0 0,0 0 0 0 0,0 0 0 0 0,21 1-1 0 0,67 3-23 0 0,-38 0-16 0 0,-51-1-20 0 0,19 0-1 0 0,-1 0-1 0 0,0 2 0 0 0,1 1 1 0 0,47 12-1 0 0,-74-13 11 0 0,0 1 0 0 0,-1 0 1 0 0,1 0-1 0 0,-1 1 0 0 0,0-1 0 0 0,0 1 1 0 0,0 0-1 0 0,0 1 0 0 0,-1-1 0 0 0,1 1 1 0 0,-1 0-1 0 0,0 0 0 0 0,-1 0 0 0 0,1 1 1 0 0,-1-1-1 0 0,0 1 0 0 0,-1 0 0 0 0,1-1 0 0 0,2 11 1 0 0,3 10 232 0 0,-2 1 1 0 0,0 0-1 0 0,2 30 1 0 0,35 674 3882 0 0,-33-423-3210 0 0,67 792 2181 0 0,-26-448-1495 0 0,1-21-933 0 0,-43-527-492 0 0,83 626 302 0 0,-86-694-485 0 0,-1 0 1 0 0,-2 1-1 0 0,-2 72 0 0 0,-19 5 390 0 0,-2 28 51 0 0,19-134-422 0 0,-1 28 308 0 0,-12 62 0 0 0,11-86-261 0 0,0-1 0 0 0,0 0 1 0 0,-2 0-1 0 0,1 0 0 0 0,-1 0 0 0 0,-1-1 0 0 0,0 0 0 0 0,0 0 0 0 0,-12 14 0 0 0,6-12-43 0 0,0-1 0 0 0,0 0 0 0 0,-1-1 0 0 0,0 0 0 0 0,-1 0 0 0 0,0-2 0 0 0,-1 0 0 0 0,0 0 0 0 0,0-2 0 0 0,0 0 0 0 0,-28 7 0 0 0,-9-2-475 0 0,-1-2-1 0 0,-67 3 0 0 0,63-8-726 0 0,-260 24-7094 0 0,106-13-1332 0 0,75-6-388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9:55.6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0 644 0 0,'0'0'2136'0'0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02.84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 19 80 0 0,'0'0'748'0'0,"-1"-8"236"0"0,1-2-1212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03.90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97 90 1676 0 0,'31'-90'14592'0'0,"-24"113"-12724"0"0,-18 54-651 0 0,-2 0 0 0 0,-34 105 0 0 0,5-19-875 0 0,21-70-157 0 0,21-93-184 0 0,0 1 1 0 0,0-1-1 0 0,0 0 1 0 0,0 1-1 0 0,0-1 1 0 0,0 1-1 0 0,0-1 0 0 0,0 0 1 0 0,0 1-1 0 0,0-1 1 0 0,0 0-1 0 0,0 1 1 0 0,1-1-1 0 0,-1 1 0 0 0,0-1 1 0 0,0 0-1 0 0,0 1 1 0 0,0-1-1 0 0,1 0 1 0 0,-1 1-1 0 0,0-1 0 0 0,0 0 1 0 0,1 0-1 0 0,-1 1 1 0 0,0-1-1 0 0,0 0 1 0 0,1 0-1 0 0,-1 1 1 0 0,0-1-1 0 0,1 0 0 0 0,-1 0 1 0 0,0 0-1 0 0,1 0 1 0 0,-1 0-1 0 0,1 1 1 0 0,-1-1-1 0 0,0 0 0 0 0,1 0 1 0 0,13-1 10 0 0,-13 1-15 0 0,23-5-3 0 0,0-2 0 0 0,28-10 1 0 0,-15 4-13 0 0,39-11-161 0 0,-15 6-767 0 0,-1-2 0 0 0,0-3 0 0 0,56-31 0 0 0,-110 50 888 0 0,1 0 0 0 0,-1-1-1 0 0,0 1 1 0 0,0-1 0 0 0,0-1 0 0 0,-1 1 0 0 0,0-1 0 0 0,0 1-1 0 0,0-2 1 0 0,-1 1 0 0 0,8-14 0 0 0,-8 9 103 0 0,1 0 1 0 0,-1-1-1 0 0,-1 0 1 0 0,0 0-1 0 0,-1 0 1 0 0,2-21-1 0 0,3-44 5148 0 0,-4 114-3261 0 0,-1 55 0 0 0,-18 107-1087 0 0,5-81-603 0 0,10-97-367 0 0,-2 11-518 0 0,1 0 0 0 0,4 34 0 0 0,-1-55-174 0 0,1-1-1 0 0,0 1 0 0 0,0-1 0 0 0,5 10 0 0 0,-5-14-184 0 0,1 0 1 0 0,-1 0-1 0 0,1-1 1 0 0,1 1-1 0 0,-1-1 0 0 0,1 0 1 0 0,7 8-1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04.3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0 347 2848 0 0,'11'-16'18488'0'0,"76"-9"-15138"0"0,-16 6-2866 0 0,23-9-210 0 0,140-50-500 0 0,-226 75-75 0 0,-1 0 0 0 0,1-1 0 0 0,-1 0 1 0 0,0 0-1 0 0,-1 0 0 0 0,1-1 1 0 0,6-6-1 0 0,-11 10 208 0 0,-1-1 1 0 0,0 1-1 0 0,0 0 1 0 0,0-1-1 0 0,0 0 1 0 0,0 1-1 0 0,0-1 1 0 0,0 1-1 0 0,0-1 1 0 0,-1 0 0 0 0,1 0-1 0 0,-1 1 1 0 0,1-1-1 0 0,-1 0 1 0 0,0 0-1 0 0,1 0 1 0 0,-1 1-1 0 0,0-1 1 0 0,0 0-1 0 0,-1 0 1 0 0,1 0-1 0 0,0 0 1 0 0,0 1-1 0 0,-1-1 1 0 0,1 0-1 0 0,-1 0 1 0 0,0 1-1 0 0,0-1 1 0 0,1 0-1 0 0,-1 1 1 0 0,0-1-1 0 0,0 1 1 0 0,0-1-1 0 0,-1 1 1 0 0,-1-3-1 0 0,-8-7-125 0 0,0 0 0 0 0,-1 1-1 0 0,-23-16 1 0 0,4 3 1482 0 0,46 28-357 0 0,-9-1-808 0 0,1 1 0 0 0,-1-1 0 0 0,0 1 0 0 0,-1 1 0 0 0,1-1 0 0 0,-1 1 0 0 0,0 0 0 0 0,0 0 0 0 0,-1 1 0 0 0,0-1 0 0 0,0 1 0 0 0,-1 0 0 0 0,1 0 0 0 0,-2 0 1 0 0,4 11-1 0 0,-4-8-77 0 0,0-1 0 0 0,-1 1 0 0 0,0 0 0 0 0,0 0 0 0 0,-1 0 0 0 0,0-1 0 0 0,-1 1 0 0 0,0 0 0 0 0,-1 0 0 0 0,0-1 0 0 0,-1 1 0 0 0,-3 10 0 0 0,-6 9-891 0 0,-2 0 0 0 0,-18 30 0 0 0,-15 14-10102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05.0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17 216 1408 0 0,'-2'-3'440'0'0,"0"0"-1"0"0,0 0 0 0 0,0 0 1 0 0,1-1-1 0 0,-1 1 1 0 0,1-1-1 0 0,0 1 1 0 0,0-1-1 0 0,0 1 1 0 0,1-1-1 0 0,-1 1 1 0 0,1-1-1 0 0,0 0 1 0 0,0 1-1 0 0,0-1 0 0 0,1-5 1 0 0,0 4-134 0 0,0-1 1 0 0,1 1 0 0 0,-1 0-1 0 0,1 0 1 0 0,0 0-1 0 0,1 0 1 0 0,-1 0-1 0 0,1 0 1 0 0,0 1 0 0 0,6-8-1 0 0,-7 9-239 0 0,1 0 0 0 0,0 0-1 0 0,-1 0 1 0 0,1 0 0 0 0,0 1 0 0 0,1-1 0 0 0,-1 1-1 0 0,0 0 1 0 0,1-1 0 0 0,-1 2 0 0 0,1-1 0 0 0,0 0-1 0 0,-1 1 1 0 0,1-1 0 0 0,0 1 0 0 0,0 0 0 0 0,0 1-1 0 0,0-1 1 0 0,0 1 0 0 0,0-1 0 0 0,0 1 0 0 0,0 0-1 0 0,0 1 1 0 0,0-1 0 0 0,0 1 0 0 0,0 0 0 0 0,0 0-1 0 0,0 0 1 0 0,-1 0 0 0 0,1 1 0 0 0,7 3 0 0 0,-4 0-35 0 0,0 1 1 0 0,0 0 0 0 0,0 0 0 0 0,-1 1 0 0 0,0 0 0 0 0,0 0 0 0 0,-1 0-1 0 0,0 0 1 0 0,0 1 0 0 0,-1 0 0 0 0,0 0 0 0 0,0 1 0 0 0,-1-1-1 0 0,0 1 1 0 0,4 15 0 0 0,-3-1 42 0 0,-1 0-1 0 0,-1 1 1 0 0,0-1 0 0 0,-5 47-1 0 0,0-47 79 0 0,3-21 17 0 0,-5-12-151 0 0,5-1-25 0 0,0 1 0 0 0,0-1 0 0 0,1 0 0 0 0,1 1 0 0 0,2-14 0 0 0,-3 19 3 0 0,5-22-21 0 0,0 1 1 0 0,2 0-1 0 0,0 0 0 0 0,19-37 1 0 0,-22 54 21 0 0,-1 0 0 0 0,1 1 0 0 0,0 0 1 0 0,1 0-1 0 0,0 0 0 0 0,0 1 0 0 0,1 0 0 0 0,0 0 1 0 0,0 1-1 0 0,1-1 0 0 0,-1 2 0 0 0,1-1 1 0 0,1 1-1 0 0,-1 0 0 0 0,1 1 0 0 0,9-4 0 0 0,-14 7 39 0 0,0-1-1 0 0,0 1 1 0 0,1 0-1 0 0,-1 1 1 0 0,0-1 0 0 0,0 1-1 0 0,1 0 1 0 0,-1 0-1 0 0,0 0 1 0 0,0 1-1 0 0,1-1 1 0 0,-1 1-1 0 0,0 0 1 0 0,0 0-1 0 0,0 0 1 0 0,7 4-1 0 0,-6-2 36 0 0,-1 0-1 0 0,1 0 0 0 0,-1 1 1 0 0,0-1-1 0 0,0 1 1 0 0,0 0-1 0 0,0 1 0 0 0,-1-1 1 0 0,0 0-1 0 0,0 1 1 0 0,4 7-1 0 0,0 3 51 0 0,-1 1 0 0 0,0 0-1 0 0,-1 0 1 0 0,-1 0 0 0 0,0 1 0 0 0,-1 0 0 0 0,1 21 0 0 0,-5 62 144 0 0,-1-71-679 0 0,2 1 0 0 0,5 46-1 0 0,-5-74 225 0 0,1 0 0 0 0,-1 0 1 0 0,1 0-1 0 0,-1 0 0 0 0,1 0 0 0 0,-1 0 0 0 0,1 0 0 0 0,0 0 0 0 0,0-1 0 0 0,0 1 1 0 0,0 0-1 0 0,1 0 0 0 0,-1-1 0 0 0,0 1 0 0 0,1-1 0 0 0,-1 1 0 0 0,1-1 0 0 0,-1 0 1 0 0,1 0-1 0 0,-1 1 0 0 0,4 0 0 0 0,-2-1-310 0 0,-1 0 0 0 0,1 0 0 0 0,0 0 0 0 0,0-1 0 0 0,0 1 0 0 0,0-1 0 0 0,0 0 0 0 0,0 0 0 0 0,0 0 0 0 0,0 0 0 0 0,0 0 1 0 0,5-2-1 0 0,12-4-3376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05.9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0 309 496 0 0,'16'-22'2300'0'0,"-1"0"1"0"0,-1 0-1 0 0,15-36 1 0 0,9-14 4617 0 0,-37 72-6865 0 0,-1 0-1 0 0,0 1 1 0 0,1-1-1 0 0,-1 1 1 0 0,1-1 0 0 0,-1 0-1 0 0,0 1 1 0 0,1-1-1 0 0,-1 1 1 0 0,0-1 0 0 0,0 1-1 0 0,1-1 1 0 0,-1 1-1 0 0,0-1 1 0 0,0 1-1 0 0,0-1 1 0 0,0 1 0 0 0,0 0-1 0 0,0-1 1 0 0,1 1-1 0 0,-1-1 1 0 0,-1 1-1 0 0,1-1 1 0 0,0 2 0 0 0,0 19 413 0 0,0-17-353 0 0,0 25 336 0 0,2 1 0 0 0,9 53-1 0 0,-9-73-362 0 0,1 1 0 0 0,0-1 0 0 0,0 1 0 0 0,1-1 0 0 0,1 0 0 0 0,0 0 0 0 0,0 0 1 0 0,0-1-1 0 0,1 0 0 0 0,14 16 0 0 0,-17-22-55 0 0,0 0 0 0 0,0-1 0 0 0,0 1 1 0 0,0-1-1 0 0,0 0 0 0 0,1 1 0 0 0,-1-2 1 0 0,1 1-1 0 0,-1 0 0 0 0,1-1 0 0 0,0 1 1 0 0,0-1-1 0 0,0 0 0 0 0,-1-1 0 0 0,1 1 1 0 0,0-1-1 0 0,0 1 0 0 0,0-1 0 0 0,0 0 1 0 0,0-1-1 0 0,0 1 0 0 0,0-1 1 0 0,0 1-1 0 0,0-1 0 0 0,-1 0 0 0 0,1-1 1 0 0,0 1-1 0 0,6-4 0 0 0,-4 1-13 0 0,0 1 0 0 0,-1-1 0 0 0,1 0 0 0 0,-1 0 0 0 0,0-1 0 0 0,0 0 0 0 0,-1 0 0 0 0,0 0 0 0 0,0 0 0 0 0,0-1 0 0 0,0 1 0 0 0,-1-1 0 0 0,0 0 0 0 0,0 0 0 0 0,0 0 0 0 0,2-8 0 0 0,-3 2-12 0 0,1 0 0 0 0,-2 0-1 0 0,0 0 1 0 0,0 0-1 0 0,-1-1 1 0 0,0 1-1 0 0,-4-21 1 0 0,3 26-9 0 0,0 0-1 0 0,-1 0 1 0 0,0 0-1 0 0,0 1 1 0 0,-1-1-1 0 0,0 1 1 0 0,0-1-1 0 0,0 1 1 0 0,-1 0-1 0 0,0 0 1 0 0,0 0-1 0 0,-1 1 1 0 0,1-1-1 0 0,-9-6 1 0 0,9 9-5 0 0,0 1-1 0 0,0-1 1 0 0,-1 1 0 0 0,1 0-1 0 0,-1 1 1 0 0,1-1 0 0 0,-1 1-1 0 0,0-1 1 0 0,0 2 0 0 0,1-1-1 0 0,-1 0 1 0 0,0 1 0 0 0,0 0-1 0 0,0 0 1 0 0,0 0 0 0 0,1 1-1 0 0,-1 0 1 0 0,0 0 0 0 0,0 0-1 0 0,1 0 1 0 0,-1 1 0 0 0,1-1-1 0 0,-1 1 1 0 0,-7 5 0 0 0,5-3-2 0 0,0 0 1 0 0,0 0 0 0 0,1 1 0 0 0,-1 0 0 0 0,1 0 0 0 0,0 1 0 0 0,1-1 0 0 0,0 1 0 0 0,0 0 0 0 0,0 1 0 0 0,0-1 0 0 0,1 1-1 0 0,0 0 1 0 0,-4 11 0 0 0,6-15-2 0 0,1 0 0 0 0,0 1-1 0 0,0-1 1 0 0,1 1 0 0 0,-1-1-1 0 0,1 1 1 0 0,-1-1 0 0 0,1 1-1 0 0,0-1 1 0 0,1 1 0 0 0,-1 0-1 0 0,1-1 1 0 0,-1 1 0 0 0,1-1-1 0 0,0 0 1 0 0,0 1 0 0 0,0-1-1 0 0,1 0 1 0 0,-1 1 0 0 0,1-1-1 0 0,0 0 1 0 0,0 0 0 0 0,0 0-1 0 0,3 3 1 0 0,-1-3-69 0 0,0 1-1 0 0,0-1 1 0 0,1 0-1 0 0,-1-1 1 0 0,1 1-1 0 0,-1-1 1 0 0,1 0-1 0 0,0 0 1 0 0,0 0-1 0 0,0-1 1 0 0,0 1-1 0 0,0-1 1 0 0,0-1-1 0 0,0 1 1 0 0,1-1-1 0 0,4 0 1 0 0,5 0-102 0 0,-1-2 0 0 0,0 0 1 0 0,1 0-1 0 0,-1-2 0 0 0,0 0 1 0 0,0 0-1 0 0,-1-1 0 0 0,0-1 0 0 0,1 0 1 0 0,-2-1-1 0 0,18-11 0 0 0,12-13-390 0 0,70-66-1 0 0,-55 45 352 0 0,-43 39 186 0 0,-7 6-27 0 0,0 1-1 0 0,0 0 1 0 0,0 1 0 0 0,1 0-1 0 0,9-6 1 0 0,-14 11 22 0 0,0 2 40 0 0,0 0 0 0 0,-1 0 1 0 0,0 0-1 0 0,1 0 0 0 0,-1 0 0 0 0,0 1 0 0 0,0-1 1 0 0,0 1-1 0 0,-1-1 0 0 0,1 1 0 0 0,-1 0 0 0 0,1-1 0 0 0,-1 1 1 0 0,0 0-1 0 0,0 0 0 0 0,0 0 0 0 0,0 0 0 0 0,-1 0 1 0 0,1 0-1 0 0,-1 0 0 0 0,0 5 0 0 0,2 0 15 0 0,0 17 106 0 0,0 0 0 0 0,-1 0 1 0 0,-2 1-1 0 0,0-1 0 0 0,-8 40 0 0 0,3-26 2753 0 0,6-41-2677 0 0,-1-6-138 0 0,1-1 0 0 0,1 1 0 0 0,0 0-1 0 0,0-1 1 0 0,0 1 0 0 0,1 0 0 0 0,0 0 0 0 0,1-1 0 0 0,5-9-1 0 0,4-11-25 0 0,20-30 0 0 0,-22 42-28 0 0,0 1 0 0 0,2 1 1 0 0,0 0-1 0 0,22-22 0 0 0,-28 31-20 0 0,0 0 0 0 0,1 1-1 0 0,0 0 1 0 0,0 0 0 0 0,1 0 0 0 0,-1 1 0 0 0,1 0 0 0 0,0 0-1 0 0,0 1 1 0 0,0 0 0 0 0,0 1 0 0 0,11-3 0 0 0,-16 5 7 0 0,1 0 0 0 0,0 0 0 0 0,0 0 0 0 0,0 1 0 0 0,0-1-1 0 0,-1 1 1 0 0,1 0 0 0 0,0 0 0 0 0,0 0 0 0 0,-1 0 0 0 0,1 1 0 0 0,-1 0 0 0 0,1-1 0 0 0,-1 1 0 0 0,0 0 0 0 0,0 1 0 0 0,0-1 0 0 0,0 1 0 0 0,0-1 0 0 0,0 1-1 0 0,-1 0 1 0 0,5 6 0 0 0,-1-1 9 0 0,-1 0 0 0 0,-1 0 0 0 0,1 1 0 0 0,-1-1 0 0 0,-1 1 0 0 0,0 0 0 0 0,4 17 0 0 0,-4-6 131 0 0,-2-1 0 0 0,0 1 1 0 0,-1 0-1 0 0,-5 38 0 0 0,1-20-2344 0 0,3 0-3704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06.1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0 109 932 0 0,'15'-16'18203'0'0,"-9"10"-17714"0"0,10-4-910 0 0,0 0 0 0 0,1 1 0 0 0,0 1 0 0 0,0 1 0 0 0,34-10-1 0 0,-20 7-2016 0 0,13-5-4034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07.65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34 83 96 0 0,'-24'-20'11526'0'0,"14"4"-8312"0"0,12 13-3120 0 0,0 0 1 0 0,1 0-1 0 0,-1 0 0 0 0,1 0 0 0 0,-1 0 0 0 0,1 1 1 0 0,0-1-1 0 0,0 1 0 0 0,0 0 0 0 0,0 0 1 0 0,0 0-1 0 0,0 0 0 0 0,1 0 0 0 0,-1 1 1 0 0,1-1-1 0 0,-1 1 0 0 0,1 0 0 0 0,0 0 1 0 0,-1 1-1 0 0,7-1 0 0 0,1-1-31 0 0,0 1 0 0 0,0 0 0 0 0,0 1-1 0 0,0 0 1 0 0,0 1 0 0 0,12 2 0 0 0,-20-3-57 0 0,1 1 0 0 0,-1 0 0 0 0,0 0-1 0 0,0 0 1 0 0,1 0 0 0 0,-1 1 0 0 0,0-1 0 0 0,0 1 0 0 0,-1 0 0 0 0,1-1 0 0 0,0 2 0 0 0,0-1-1 0 0,-1 0 1 0 0,1 0 0 0 0,-1 1 0 0 0,0-1 0 0 0,0 1 0 0 0,3 4 0 0 0,-3-3 4 0 0,-1 0 1 0 0,1 0-1 0 0,-1 0 1 0 0,0 1-1 0 0,0-1 1 0 0,-1 0-1 0 0,1 1 1 0 0,-1-1-1 0 0,0 0 1 0 0,0 1-1 0 0,0-1 0 0 0,-2 7 1 0 0,-1 3 18 0 0,0 0 0 0 0,-2 0 0 0 0,0 0 0 0 0,0-1 0 0 0,-1 0 0 0 0,-1 0 1 0 0,-12 17-1 0 0,-72 98 510 0 0,91-128-522 0 0,-1 1 1 0 0,1 0-1 0 0,-1 0 1 0 0,1-1-1 0 0,0 1 0 0 0,0 0 1 0 0,-1 0-1 0 0,1 0 0 0 0,0 0 1 0 0,0-1-1 0 0,0 1 1 0 0,0 0-1 0 0,0 0 0 0 0,0 0 1 0 0,0 0-1 0 0,0-1 1 0 0,0 1-1 0 0,1 0 0 0 0,-1 0 1 0 0,0 0-1 0 0,1 0 1 0 0,-1-1-1 0 0,0 1 0 0 0,1 0 1 0 0,-1 0-1 0 0,1-1 0 0 0,-1 1 1 0 0,1 0-1 0 0,-1-1 1 0 0,1 1-1 0 0,-1-1 0 0 0,2 2 1 0 0,27 18 157 0 0,-17-13 3 0 0,13 13-20 0 0,0 1 0 0 0,-2 1 1 0 0,0 1-1 0 0,-1 1 0 0 0,23 35 0 0 0,-34-44-33 0 0,-2 1-1 0 0,0-1 0 0 0,-1 2 1 0 0,-1-1-1 0 0,0 1 0 0 0,-1 0 1 0 0,-1 1-1 0 0,0-1 0 0 0,-2 1 1 0 0,0 0-1 0 0,0 19 0 0 0,-3-25 159 0 0,0 0 0 0 0,-2 0 0 0 0,1-1-1 0 0,-1 1 1 0 0,-1-1 0 0 0,0 1 0 0 0,-1-1 0 0 0,0 0-1 0 0,-1 0 1 0 0,0-1 0 0 0,-1 1 0 0 0,0-1 0 0 0,0 0-1 0 0,-1-1 1 0 0,0 1 0 0 0,-1-1 0 0 0,0-1-1 0 0,-1 0 1 0 0,0 0 0 0 0,0 0 0 0 0,-17 10 0 0 0,19-14-84 0 0,-1 1 0 0 0,0-1 1 0 0,0-1-1 0 0,0 0 0 0 0,-1 0 1 0 0,1 0-1 0 0,-15 2 1 0 0,18-5-153 0 0,0 0 0 0 0,-1 0 0 0 0,1 0 0 0 0,0 0 0 0 0,0-1 0 0 0,-1 0 1 0 0,1 0-1 0 0,0 0 0 0 0,0-1 0 0 0,0 0 0 0 0,0 0 0 0 0,0 0 0 0 0,1 0 1 0 0,-6-4-1 0 0,6 3-38 0 0,-1 0 0 0 0,1 0 0 0 0,0-1-1 0 0,0 1 1 0 0,0-1 0 0 0,0 0 0 0 0,1 0 0 0 0,0 0 0 0 0,0-1 0 0 0,0 1 0 0 0,0-1 0 0 0,0 0 0 0 0,1 1 0 0 0,0-1 0 0 0,0 0-1 0 0,1 0 1 0 0,-1-1 0 0 0,-1-9 0 0 0,3 8-11 0 0,0 0 1 0 0,0 0-1 0 0,0-1 0 0 0,1 1 1 0 0,0 0-1 0 0,0 0 0 0 0,1 0 0 0 0,0 0 1 0 0,0 0-1 0 0,1 1 0 0 0,-1-1 1 0 0,2 0-1 0 0,5-9 0 0 0,8-9 21 0 0,2 0 0 0 0,1 2-1 0 0,43-42 1 0 0,79-53-124 0 0,-63 55-109 0 0,-37 28 9 0 0,86-74-358 0 0,-106 88 491 0 0,-2-1-1 0 0,0-1 1 0 0,25-37-1 0 0,-40 52-21 0 0,0 1 0 0 0,-1-1-1 0 0,-1 0 1 0 0,1-1 0 0 0,3-15 0 0 0,-6 23 83 0 0,-1 0 0 0 0,0 1 0 0 0,0-1 0 0 0,1 0 1 0 0,-1 0-1 0 0,0 1 0 0 0,0-1 0 0 0,0 0 0 0 0,0 0 1 0 0,1 1-1 0 0,-1-1 0 0 0,0 0 0 0 0,-1 0 1 0 0,1 1-1 0 0,0-1 0 0 0,0 0 0 0 0,0 0 0 0 0,0 1 1 0 0,0-1-1 0 0,-1 0 0 0 0,1 1 0 0 0,0-1 0 0 0,-1 0 1 0 0,1 1-1 0 0,-1-1 0 0 0,1 0 0 0 0,0 1 0 0 0,-1-1 1 0 0,0 1-1 0 0,1-1 0 0 0,-1 1 0 0 0,1-1 1 0 0,-1 1-1 0 0,1-1 0 0 0,-1 1 0 0 0,0-1 0 0 0,1 1 1 0 0,-1 0-1 0 0,0 0 0 0 0,0-1 0 0 0,1 1 0 0 0,-1 0 1 0 0,0 0-1 0 0,0 0 0 0 0,1 0 0 0 0,-1-1 0 0 0,0 1 1 0 0,0 0-1 0 0,1 1 0 0 0,-1-1 0 0 0,-1 0 1 0 0,-2 1-16 0 0,0-1 0 0 0,0 1 0 0 0,0 0 0 0 0,0 1 0 0 0,1-1 0 0 0,-7 4 1 0 0,4-1 3 0 0,1 0 0 0 0,1 0 0 0 0,-1 0 0 0 0,0 1 0 0 0,1 0 0 0 0,0 0-1 0 0,0 0 1 0 0,1 0 0 0 0,-1 0 0 0 0,1 1 0 0 0,-3 8 0 0 0,-1 2-45 0 0,2 0-1 0 0,-8 32 1 0 0,10-32 38 0 0,1-1 1 0 0,1 1 0 0 0,0 0-1 0 0,0 0 1 0 0,3 21-1 0 0,-1-29 18 0 0,0 0-1 0 0,1 0 0 0 0,0-1 1 0 0,0 1-1 0 0,1 0 0 0 0,-1-1 1 0 0,2 0-1 0 0,-1 0 0 0 0,1 1 1 0 0,0-2-1 0 0,0 1 0 0 0,9 9 1 0 0,-9-12 6 0 0,1 0 1 0 0,0 0 0 0 0,1-1-1 0 0,-1 1 1 0 0,1-1-1 0 0,-1 0 1 0 0,1-1-1 0 0,0 1 1 0 0,0-1 0 0 0,0 0-1 0 0,1-1 1 0 0,-1 1-1 0 0,0-1 1 0 0,1-1-1 0 0,7 1 1 0 0,9-1 39 0 0,0 0 0 0 0,42-8 0 0 0,-42 4-118 0 0,-1-2 0 0 0,1 0 0 0 0,-1-2 0 0 0,0 0 0 0 0,-1-1 0 0 0,0-1 0 0 0,0-2 1 0 0,-1 0-1 0 0,-1 0 0 0 0,0-2 0 0 0,-1-1 0 0 0,0 0 0 0 0,-1-1 0 0 0,-1-1 0 0 0,-1 0 0 0 0,0-2 0 0 0,-1 1 0 0 0,-1-2 1 0 0,20-39-1 0 0,-27 47 40 0 0,-1-1 0 0 0,-1 1 0 0 0,0-1 0 0 0,0 0 0 0 0,-2-1 0 0 0,1 1 0 0 0,0-19 0 0 0,-3 27 32 0 0,0-1 0 0 0,0 0 0 0 0,0 1 0 0 0,-1-1 0 0 0,1 1 0 0 0,-2-1 0 0 0,1 1 1 0 0,0-1-1 0 0,-1 1 0 0 0,0 0 0 0 0,0-1 0 0 0,-1 1 0 0 0,1 0 0 0 0,-1 1 0 0 0,0-1 0 0 0,-1 0 0 0 0,1 1 0 0 0,-1 0 0 0 0,0 0 0 0 0,-5-5 0 0 0,5 6-8 0 0,3 2 13 0 0,0-1 0 0 0,-1 1 1 0 0,1 0-1 0 0,-1 1 1 0 0,1-1-1 0 0,-1 0 1 0 0,0 0-1 0 0,1 1 1 0 0,-1-1-1 0 0,0 1 1 0 0,1-1-1 0 0,-1 1 0 0 0,0-1 1 0 0,1 1-1 0 0,-1 0 1 0 0,0 0-1 0 0,0 0 1 0 0,1 0-1 0 0,-3 1 1 0 0,0-1-3 0 0,0 0 0 0 0,0 0 1 0 0,1 0-1 0 0,-1 1 0 0 0,0 0 1 0 0,0 0-1 0 0,1 0 0 0 0,-1 0 1 0 0,0 0-1 0 0,1 1 1 0 0,-1 0-1 0 0,1 0 0 0 0,0 0 1 0 0,0 0-1 0 0,-1 0 0 0 0,1 0 1 0 0,1 1-1 0 0,-1 0 0 0 0,0-1 1 0 0,1 1-1 0 0,-1 0 0 0 0,1 0 1 0 0,0 1-1 0 0,0-1 1 0 0,0 0-1 0 0,-2 7 0 0 0,3-7 7 0 0,0 0 0 0 0,0 0 0 0 0,0 0 0 0 0,1 0 0 0 0,-1 0 0 0 0,1 0 0 0 0,0 1 0 0 0,0-1 0 0 0,0 0 0 0 0,0 0 0 0 0,1 0 0 0 0,-1 0 0 0 0,1 0 0 0 0,0 0 0 0 0,0 0-1 0 0,0 0 1 0 0,0 0 0 0 0,1 0 0 0 0,-1 0 0 0 0,1-1 0 0 0,-1 1 0 0 0,1 0 0 0 0,0-1 0 0 0,0 1 0 0 0,0-1 0 0 0,0 0 0 0 0,1 0 0 0 0,-1 0 0 0 0,1 0 0 0 0,-1 0 0 0 0,1 0 0 0 0,0-1 0 0 0,5 3 0 0 0,7 2 0 0 0,0 0-1 0 0,0-1 1 0 0,1 0 0 0 0,-1-2 0 0 0,1 1 0 0 0,0-2 0 0 0,0 0 0 0 0,19-1 0 0 0,11-2-83 0 0,73-11 0 0 0,-99 8 79 0 0,0 0 1 0 0,0-1 0 0 0,0-1 0 0 0,0-1 0 0 0,-1-1-1 0 0,25-14 1 0 0,-28 10 3 0 0,-16 12 1 0 0,0-1 1 0 0,0 1-1 0 0,0 0 0 0 0,0 0 1 0 0,0 0-1 0 0,0 0 0 0 0,0 0 0 0 0,0-1 1 0 0,0 1-1 0 0,0 0 0 0 0,0 0 1 0 0,0 0-1 0 0,0 0 0 0 0,0 0 1 0 0,0-1-1 0 0,0 1 0 0 0,0 0 1 0 0,0 0-1 0 0,0 0 0 0 0,-1 0 0 0 0,1 0 1 0 0,0 0-1 0 0,0 0 0 0 0,0-1 1 0 0,0 1-1 0 0,0 0 0 0 0,0 0 1 0 0,0 0-1 0 0,-1 0 0 0 0,1 0 1 0 0,0 0-1 0 0,0 0 0 0 0,0 0 1 0 0,0 0-1 0 0,0 0 0 0 0,0 0 0 0 0,-1 0 1 0 0,1 0-1 0 0,0 0 0 0 0,0 0 1 0 0,0 0-1 0 0,0 0 0 0 0,0 0 1 0 0,-1 0-1 0 0,1 0 0 0 0,0 0 1 0 0,0 0-1 0 0,0 0 0 0 0,0 0 1 0 0,0 0-1 0 0,-1 0 0 0 0,-2 0 0 0 0,1 0 1 0 0,-1 1-1 0 0,0-1 0 0 0,1 1 0 0 0,-1-1 0 0 0,1 1 0 0 0,-1 0 1 0 0,1 0-1 0 0,-4 2 0 0 0,-4 5 4 0 0,-1 1 0 0 0,1 0 1 0 0,1 0-1 0 0,-1 1 0 0 0,2 1 1 0 0,0-1-1 0 0,0 1 0 0 0,-7 15 0 0 0,4-6-27 0 0,1 0-1 0 0,1 2 0 0 0,-12 41 1 0 0,19-56 30 0 0,1-1 1 0 0,-1 1 0 0 0,1-1-1 0 0,1 1 1 0 0,-1 0-1 0 0,1-1 1 0 0,0 1-1 0 0,1 0 1 0 0,0-1-1 0 0,0 1 1 0 0,4 12 0 0 0,-4-15-5 0 0,1 0 1 0 0,0 0 0 0 0,1 0 0 0 0,-1 0 0 0 0,1 0-1 0 0,-1-1 1 0 0,1 1 0 0 0,0-1 0 0 0,1 0-1 0 0,-1 0 1 0 0,1 0 0 0 0,-1 0 0 0 0,1 0 0 0 0,0-1-1 0 0,0 0 1 0 0,0 0 0 0 0,0 0 0 0 0,6 2 0 0 0,7 1-262 0 0,0 0 1 0 0,1-2 0 0 0,-1 0 0 0 0,0-1 0 0 0,1 0-1 0 0,0-2 1 0 0,-1 0 0 0 0,1-1 0 0 0,-1-1 0 0 0,1 0 0 0 0,22-7-1 0 0,-16 3-420 0 0,0-2 1 0 0,-1 0-1 0 0,0-1 0 0 0,0-2 0 0 0,-1 0 0 0 0,0-2 0 0 0,29-22 0 0 0,-30 19 127 0 0,-1-2 0 0 0,0-1-1 0 0,28-35 1 0 0,-40 43 1054 0 0,0 0-1 0 0,0 0 0 0 0,-2-1 1 0 0,1 0-1 0 0,-1-1 0 0 0,-1 1 1 0 0,0-1-1 0 0,-1 0 1 0 0,4-17 426 0 0,-10 32-901 0 0,1 0 1 0 0,-1 0 0 0 0,1 0-1 0 0,-1 0 1 0 0,1 0 0 0 0,0 0 0 0 0,0 1-1 0 0,0-1 1 0 0,1 0 0 0 0,-1 0-1 0 0,0 1 1 0 0,0 4 0 0 0,0-3 29 0 0,-4 15 144 0 0,0 1 1 0 0,1 0-1 0 0,1-1 0 0 0,1 2 0 0 0,1-1 1 0 0,1 0-1 0 0,1 0 0 0 0,0 0 0 0 0,1 0 1 0 0,2 0-1 0 0,9 34 0 0 0,-11-49-147 0 0,0-1 0 0 0,0 1 1 0 0,0-1-1 0 0,1 0 0 0 0,-1 0 0 0 0,1 0 0 0 0,0-1 1 0 0,0 1-1 0 0,1 0 0 0 0,-1-1 0 0 0,1 0 0 0 0,-1 0 1 0 0,1 0-1 0 0,0 0 0 0 0,7 3 0 0 0,-5-3-4 0 0,1-1 0 0 0,0 0 0 0 0,0 1-1 0 0,0-2 1 0 0,1 1 0 0 0,-1-1 0 0 0,0-1-1 0 0,1 1 1 0 0,9-1 0 0 0,-1-2 11 0 0,0 0 0 0 0,1-1 0 0 0,-1 0 0 0 0,-1-1 0 0 0,1-1 0 0 0,0-1 0 0 0,-1 0 0 0 0,20-12 1 0 0,-18 8-11 0 0,-1-1 1 0 0,-1 0-1 0 0,0-2 1 0 0,0 0-1 0 0,-1 0 1 0 0,21-28-1 0 0,-29 34-39 0 0,0-1 1 0 0,-1 0-1 0 0,0 0 0 0 0,0 0 0 0 0,-1 0 0 0 0,0-1 0 0 0,0 0 1 0 0,-1 0-1 0 0,-1 0 0 0 0,1 0 0 0 0,-1-1 0 0 0,-1 1 1 0 0,0-1-1 0 0,0 1 0 0 0,-1-18 0 0 0,-1 21-17 0 0,0 1 0 0 0,0 0 0 0 0,-1 0 0 0 0,1 0 0 0 0,-1 0 0 0 0,0 1 0 0 0,-1-1 0 0 0,1 0 0 0 0,-1 1 0 0 0,0 0 0 0 0,0-1 0 0 0,0 1 0 0 0,0 0 0 0 0,-1 1 0 0 0,-4-5-1 0 0,1 3 42 0 0,1 0 0 0 0,-1 1 0 0 0,0 0 0 0 0,0 0 0 0 0,-1 1 0 0 0,1-1 0 0 0,-1 2 0 0 0,0-1 0 0 0,-9-1 0 0 0,4 2-386 0 0,1 0 0 0 0,-1 1 0 0 0,0 0 0 0 0,0 1 0 0 0,1 0 0 0 0,-1 1 0 0 0,0 1 1 0 0,0 0-1 0 0,1 0 0 0 0,-1 1 0 0 0,1 1 0 0 0,-16 7 0 0 0,-2 7-3217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08.6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1 152 1740 0 0,'4'-22'3667'0'0,"0"1"1"0"0,16-42-1 0 0,-13 41-2730 0 0,-6 21-735 0 0,10 10-74 0 0,-6-2-107 0 0,0 1 0 0 0,0 0 0 0 0,-1 0 1 0 0,0 1-1 0 0,0-1 0 0 0,-1 1 0 0 0,0 0 1 0 0,1 9-1 0 0,8 19 94 0 0,12 27 7 0 0,38 91 229 0 0,-46-121 854 0 0,-15-33-906 0 0,2-1-69 0 0,1-2-189 0 0,0 0 0 0 0,0 1 0 0 0,-1-1 1 0 0,1-1-1 0 0,-1 1 0 0 0,0 0 1 0 0,0-1-1 0 0,1 0 0 0 0,-2 0 0 0 0,1 1 1 0 0,0-2-1 0 0,4-5 0 0 0,30-52 94 0 0,-19 28-94 0 0,-3 8-72 0 0,2 0-1 0 0,1 1 0 0 0,24-24 1 0 0,-41 46 17 0 0,1 0 0 0 0,-1 1 1 0 0,1-1-1 0 0,0 1 1 0 0,0 0-1 0 0,0 0 1 0 0,0 0-1 0 0,-1 0 1 0 0,2 0-1 0 0,2-1 0 0 0,0 1 2 0 0,1 0 0 0 0,0 0-1 0 0,0 1 1 0 0,0-1-1 0 0,-1 2 1 0 0,12 0 0 0 0,49 10 0 0 0,-49-7 14 0 0,0-1 0 0 0,0-1 0 0 0,0 0 1 0 0,0-1-1 0 0,0-1 0 0 0,0-1 0 0 0,1 0 0 0 0,20-4 1 0 0,-33 3-6 0 0,-1 0 1 0 0,1 0-1 0 0,-1 0 1 0 0,1-1 0 0 0,-1 1-1 0 0,0-1 1 0 0,0 0-1 0 0,0 0 1 0 0,0 0 0 0 0,-1-1-1 0 0,1 1 1 0 0,-1-1 0 0 0,6-8-1 0 0,-6 6-4 0 0,1 0 0 0 0,-1 0 0 0 0,1 0 0 0 0,-2 0 0 0 0,1-1 0 0 0,-1 0 0 0 0,0 1 1 0 0,2-14-1 0 0,-3 19-1 0 0,-1 0 1 0 0,0 0 0 0 0,0 0 0 0 0,0-1 0 0 0,0 1 0 0 0,0 0-1 0 0,0 0 1 0 0,0 0 0 0 0,0 0 0 0 0,0 0 0 0 0,0 0 0 0 0,0 0-1 0 0,-1 0 1 0 0,1 0 0 0 0,0 0 0 0 0,-1-1 0 0 0,1 2 0 0 0,-1-1-1 0 0,1 0 1 0 0,-1 0 0 0 0,0 0 0 0 0,1 0 0 0 0,-1 0 0 0 0,0 0-1 0 0,0 0 1 0 0,1 1 0 0 0,-1-1 0 0 0,0 0 0 0 0,0 1 0 0 0,0-1-1 0 0,0 1 1 0 0,0-1 0 0 0,0 1 0 0 0,0-1 0 0 0,0 1 0 0 0,0 0-1 0 0,0-1 1 0 0,0 1 0 0 0,0 0 0 0 0,0 0 0 0 0,-1 0 0 0 0,-1 0-1 0 0,-1 0-14 0 0,-1 0 0 0 0,0 1 0 0 0,1 0-1 0 0,-1 0 1 0 0,1 0 0 0 0,-1 1-1 0 0,1-1 1 0 0,-8 5 0 0 0,4-1 14 0 0,-1 1 0 0 0,1 1 0 0 0,0-1 0 0 0,1 1 0 0 0,-1 1 0 0 0,1-1 1 0 0,1 1-1 0 0,-1 1 0 0 0,2-1 0 0 0,-1 1 0 0 0,1 0 0 0 0,-6 14 0 0 0,4-7 26 0 0,1 1 1 0 0,0 0-1 0 0,1 0 0 0 0,1 0 1 0 0,1 0-1 0 0,-2 28 0 0 0,4-39-21 0 0,1-1-1 0 0,0 1 1 0 0,0 0-1 0 0,0 0 0 0 0,1-1 1 0 0,0 1-1 0 0,0 0 1 0 0,0-1-1 0 0,1 1 1 0 0,0-1-1 0 0,0 1 1 0 0,0-1-1 0 0,1 0 0 0 0,0 0 1 0 0,0 0-1 0 0,0 0 1 0 0,0 0-1 0 0,1-1 1 0 0,0 0-1 0 0,0 1 1 0 0,0-1-1 0 0,0-1 1 0 0,1 1-1 0 0,0-1 0 0 0,-1 1 1 0 0,1-1-1 0 0,1-1 1 0 0,-1 1-1 0 0,0-1 1 0 0,0 0-1 0 0,1 0 1 0 0,-1 0-1 0 0,8 0 0 0 0,4 1-831 0 0,1 0 0 0 0,-1-2 0 0 0,34-1-1 0 0,18-8-4635 0 0,-29-1 508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08.86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243 65 1368 0 0,'5'-46'8878'0'0,"-5"45"-8788"0"0,0 0-1 0 0,0 0 0 0 0,0 1 1 0 0,0-1-1 0 0,0 0 1 0 0,-1 0-1 0 0,1 1 0 0 0,0-1 1 0 0,0 0-1 0 0,-1 0 1 0 0,1 1-1 0 0,0-1 0 0 0,-1 1 1 0 0,1-1-1 0 0,0 0 1 0 0,-1 1-1 0 0,1-1 0 0 0,-1 1 1 0 0,1-1-1 0 0,-1 1 1 0 0,0-1-1 0 0,1 1 0 0 0,-1-1 1 0 0,1 1-1 0 0,-1-1 0 0 0,0 1 1 0 0,1 0-1 0 0,-1-1 1 0 0,0 1-1 0 0,0 0 0 0 0,1 0 1 0 0,-1 0-1 0 0,0 0 1 0 0,0-1-1 0 0,1 1 0 0 0,-1 0 1 0 0,0 0-1 0 0,0 0 1 0 0,1 0-1 0 0,-1 1 0 0 0,0-1 1 0 0,1 0-1 0 0,-1 0 1 0 0,-1 1-1 0 0,-3 0 41 0 0,1 0-1 0 0,-1 0 1 0 0,1 1 0 0 0,-1 0 0 0 0,-5 3-1 0 0,-2 3-25 0 0,0 0 0 0 0,0 1-1 0 0,1 1 1 0 0,0 0-1 0 0,1 0 1 0 0,0 1-1 0 0,1 0 1 0 0,-13 20 0 0 0,8-7-40 0 0,0 0 0 0 0,2 1 0 0 0,-15 42 0 0 0,23-57-32 0 0,1-1 0 0 0,1 1 0 0 0,0-1 0 0 0,0 1 0 0 0,1 0 0 0 0,0 0 0 0 0,1 0 0 0 0,0 0 0 0 0,2 11 0 0 0,-1-17-23 0 0,-1 1 1 0 0,1-1-1 0 0,1 0 1 0 0,-1 0-1 0 0,0 0 1 0 0,1 0-1 0 0,0-1 1 0 0,0 1-1 0 0,0 0 1 0 0,1-1-1 0 0,-1 1 1 0 0,1-1-1 0 0,0 0 1 0 0,0 0-1 0 0,0 0 1 0 0,0 0-1 0 0,0 0 1 0 0,1-1-1 0 0,-1 1 1 0 0,1-1-1 0 0,0 0 1 0 0,-1 0-1 0 0,8 2 1 0 0,2 0-144 0 0,1-1 0 0 0,0 0 1 0 0,0-1-1 0 0,0 0 1 0 0,0-1-1 0 0,0-1 1 0 0,0 0-1 0 0,1-1 0 0 0,15-3 1 0 0,1-2-1241 0 0,0-1-1 0 0,58-22 1 0 0,-38 7-2262 0 0,-1-6-1649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09.1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196 120 1760 0 0,'-8'-23'2339'0'0,"0"0"1"0"0,-2 0-1 0 0,-15-26 0 0 0,24 47-2060 0 0,-2 2 6 0 0,1 1-262 0 0,-1 0 0 0 0,1 0 0 0 0,-1 0 0 0 0,1 0 0 0 0,0 0 0 0 0,0 1 0 0 0,-1-1 0 0 0,1 1 0 0 0,0-1 0 0 0,0 1 0 0 0,0 0 0 0 0,0 0 0 0 0,1 0 0 0 0,-1 0 0 0 0,0 0 0 0 0,1 0 0 0 0,0 0 0 0 0,-1 0 0 0 0,1 1 0 0 0,0-1 0 0 0,-1 4 0 0 0,-5 11 10 0 0,1 0 0 0 0,-3 18 0 0 0,6-25 16 0 0,-21 103 515 0 0,4 1-1 0 0,-6 181 0 0 0,23-244-408 0 0,2-1 1 0 0,3 0-1 0 0,2 0 0 0 0,15 77 0 0 0,-16-117-157 0 0,0 0-1 0 0,0 0 0 0 0,1 0 0 0 0,1 0 1 0 0,-1-1-1 0 0,2 1 0 0 0,-1-1 1 0 0,1-1-1 0 0,1 1 0 0 0,-1-1 0 0 0,1 0 1 0 0,1 0-1 0 0,0-1 0 0 0,0 0 1 0 0,11 7-1 0 0,-11-9-244 0 0,-1-1 0 0 0,1 0 1 0 0,-1 0-1 0 0,1-1 0 0 0,0 0 1 0 0,0-1-1 0 0,1 0 0 0 0,-1 0 0 0 0,0-1 1 0 0,1 0-1 0 0,-1 0 0 0 0,1-1 1 0 0,-1 0-1 0 0,1 0 0 0 0,-1-1 0 0 0,0 0 1 0 0,1-1-1 0 0,-1 1 0 0 0,16-7 1 0 0,-14 3-584 0 0,0 0 1 0 0,0 0 0 0 0,0-1 0 0 0,13-10 0 0 0,6-9-2445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10.19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98 284 3180 0 0,'15'-47'3638'0'0,"-2"-1"1"0"0,10-70-1 0 0,-22 96-2224 0 0,-4 21-932 0 0,-4 9-338 0 0,1 4-98 0 0,1 0 1 0 0,0 1 0 0 0,1 0-1 0 0,1 0 1 0 0,-1 0-1 0 0,0 14 1 0 0,0-3 19 0 0,-21 128-34 0 0,23-128 21 0 0,1-1 0 0 0,1 0 0 0 0,1 1 0 0 0,7 36 0 0 0,-8-57-19 0 0,1 0 0 0 0,-1 0-1 0 0,1 0 1 0 0,0 0 0 0 0,0 0-1 0 0,0 0 1 0 0,0 0 0 0 0,1 0 0 0 0,-1 0-1 0 0,1-1 1 0 0,0 1 0 0 0,0-1-1 0 0,0 1 1 0 0,0-1 0 0 0,0 0 0 0 0,0 1-1 0 0,0-1 1 0 0,1 0 0 0 0,-1-1-1 0 0,1 1 1 0 0,0 0 0 0 0,-1-1 0 0 0,1 1-1 0 0,0-1 1 0 0,0 0 0 0 0,0 0-1 0 0,0 0 1 0 0,0 0 0 0 0,0-1 0 0 0,0 1-1 0 0,0-1 1 0 0,0 0 0 0 0,1 0-1 0 0,-1 0 1 0 0,0 0 0 0 0,0 0 0 0 0,0-1-1 0 0,0 1 1 0 0,0-1 0 0 0,0 0-1 0 0,0 0 1 0 0,0 0 0 0 0,0 0 0 0 0,0-1-1 0 0,4-2 1 0 0,2-2 7 0 0,1 0 0 0 0,-1-1 0 0 0,-1 0 0 0 0,0-1 0 0 0,0 1 0 0 0,0-2 0 0 0,-1 1 0 0 0,0-1 0 0 0,0 0 0 0 0,-1 0 0 0 0,0-1 0 0 0,-1 0 0 0 0,5-12 0 0 0,-4 6-35 0 0,0 0 0 0 0,-1 0 0 0 0,0 0 0 0 0,-2 0 0 0 0,0-1 0 0 0,-1 0 0 0 0,0 0 0 0 0,-1-19-1 0 0,-2 30 4 0 0,1-1 0 0 0,-1 0-1 0 0,0 0 1 0 0,-1 1 0 0 0,1-1-1 0 0,-1 1 1 0 0,-1-1-1 0 0,1 1 1 0 0,-1 0 0 0 0,0 0-1 0 0,-1 0 1 0 0,1 0 0 0 0,-9-9-1 0 0,9 12-6 0 0,0 0-1 0 0,0 1 1 0 0,0-1 0 0 0,0 1-1 0 0,0 0 1 0 0,-1-1 0 0 0,1 1-1 0 0,-1 1 1 0 0,0-1-1 0 0,0 1 1 0 0,1-1 0 0 0,-1 1-1 0 0,0 0 1 0 0,0 0 0 0 0,0 1-1 0 0,0-1 1 0 0,0 1-1 0 0,0 0 1 0 0,0 0 0 0 0,0 1-1 0 0,0-1 1 0 0,0 1-1 0 0,0-1 1 0 0,-7 3 0 0 0,-3 2-12 0 0,1 0 0 0 0,-1 1 0 0 0,1 0 1 0 0,0 1-1 0 0,0 1 0 0 0,1 0 0 0 0,-21 18 1 0 0,26-20 7 0 0,0 0 0 0 0,0 1 0 0 0,1 0-1 0 0,0 0 1 0 0,0 1 0 0 0,1 0 0 0 0,-1 0 0 0 0,2 0 0 0 0,-1 1 0 0 0,1-1 0 0 0,1 1 0 0 0,0 0 0 0 0,-3 11 0 0 0,5-18-37 0 0,1 1-1 0 0,0 0 1 0 0,-1 0 0 0 0,1-1-1 0 0,0 1 1 0 0,0 0 0 0 0,1 0-1 0 0,-1-1 1 0 0,0 1 0 0 0,1 0-1 0 0,0 0 1 0 0,-1-1 0 0 0,1 1-1 0 0,0-1 1 0 0,1 1 0 0 0,-1-1-1 0 0,0 1 1 0 0,1-1 0 0 0,1 3-1 0 0,0-3-104 0 0,0 1 0 0 0,0 0 0 0 0,0-1 0 0 0,0 1 0 0 0,1-1 0 0 0,-1 0 0 0 0,1 0 0 0 0,-1-1 0 0 0,1 1 0 0 0,0-1 0 0 0,7 2 0 0 0,3 0-362 0 0,1-1-1 0 0,0-1 0 0 0,0 0 0 0 0,-1-1 1 0 0,1 0-1 0 0,16-4 0 0 0,-9 1-54 0 0,0-2-1 0 0,-1-1 1 0 0,0-1-1 0 0,0 0 1 0 0,0-2-1 0 0,-1 0 1 0 0,0-1-1 0 0,-1-1 1 0 0,24-18 0 0 0,14-16 383 0 0,77-79 1 0 0,-49 43 3773 0 0,-80 76-3343 0 0,-2 3-123 0 0,0-1 1 0 0,0 0 0 0 0,0 1 0 0 0,0-1 0 0 0,0 1-1 0 0,1 0 1 0 0,3-2 0 0 0,-7 4-116 0 0,1 0 0 0 0,0 0 0 0 0,-1 0 1 0 0,1 0-1 0 0,-1 0 0 0 0,1 0 0 0 0,0 0 0 0 0,-1 0 1 0 0,1 0-1 0 0,-1 0 0 0 0,1 0 0 0 0,0 0 0 0 0,-1 0 1 0 0,1 0-1 0 0,-1 0 0 0 0,1 1 0 0 0,-1-1 0 0 0,1 0 1 0 0,0 0-1 0 0,0 1 0 0 0,0 0-4 0 0,0 0-1 0 0,0 0 1 0 0,0 0 0 0 0,0 1-1 0 0,-1-1 1 0 0,1 0 0 0 0,0 0 0 0 0,-1 0-1 0 0,1 1 1 0 0,0-1 0 0 0,-1 0-1 0 0,1 3 1 0 0,3 14 338 0 0,0-1 0 0 0,-2 1-1 0 0,0 0 1 0 0,-1 25 0 0 0,-8 73 1511 0 0,6-100-1715 0 0,-2 5 998 0 0,-10 38 1 0 0,3-14 1367 0 0,-2-16 1519 0 0,-2-34-3249 0 0,13 3-763 0 0,0 0 0 0 0,1 1 0 0 0,-1-1 0 0 0,1 0 0 0 0,-1 0 0 0 0,1 1 0 0 0,0-1 0 0 0,0 0 0 0 0,0 0 0 0 0,0 1-1 0 0,0-1 1 0 0,0 0 0 0 0,0 0 0 0 0,1 1 0 0 0,-1-1 0 0 0,0 0 0 0 0,1 1 0 0 0,1-3 0 0 0,0-1-82 0 0,0 1-1 0 0,1 0 1 0 0,-1 0 0 0 0,1 0-1 0 0,0 0 1 0 0,6-5 0 0 0,4-3-772 0 0,0 0 0 0 0,27-16 0 0 0,4 1-3305 0 0,87-38 0 0 0,53-9-3534 0 0,-8 5 5005 0 0,-165 64 3361 0 0,-1 0-1 0 0,1-1 1 0 0,-1 0 0 0 0,-1-1-1 0 0,1 0 1 0 0,-1-1 0 0 0,13-13-1 0 0,-22 21-640 0 0,1-1 1 0 0,-1 1-1 0 0,0 0 0 0 0,1-1 0 0 0,-1 1 1 0 0,1 0-1 0 0,-1-1 0 0 0,0 1 0 0 0,0 0 0 0 0,1-1 1 0 0,-1 1-1 0 0,0-1 0 0 0,0 1 0 0 0,0-1 0 0 0,1 1 1 0 0,-1 0-1 0 0,0-1 0 0 0,0 1 0 0 0,0-1 0 0 0,0 1 1 0 0,0-1-1 0 0,0 1 0 0 0,0-1 0 0 0,0 1 1 0 0,0-1-1 0 0,0 1 0 0 0,0-1 0 0 0,0 1 0 0 0,0-1 1 0 0,0 1-1 0 0,-1-1 0 0 0,1 1 0 0 0,0 0 0 0 0,0-1 1 0 0,0 1-1 0 0,-1-1 0 0 0,1 1 0 0 0,0 0 1 0 0,-1-1-1 0 0,1 1 0 0 0,0 0 0 0 0,-1-1 0 0 0,1 1 1 0 0,0 0-1 0 0,-1-1 0 0 0,1 1 0 0 0,-1 0 0 0 0,1 0 1 0 0,0-1-1 0 0,-1 1 0 0 0,1 0 0 0 0,-1 0 1 0 0,1 0-1 0 0,-1 0 0 0 0,1 0 0 0 0,-1 0 0 0 0,1 0 1 0 0,-1 0-1 0 0,1 0 0 0 0,-1 0 0 0 0,0 0 0 0 0,-2-1 44 0 0,0 1 0 0 0,0 0-1 0 0,0 0 1 0 0,0 0 0 0 0,0 0 0 0 0,0 0-1 0 0,0 1 1 0 0,-5 1 0 0 0,3 0-61 0 0,1 0 0 0 0,0 0 1 0 0,0 0-1 0 0,0 1 1 0 0,0-1-1 0 0,1 1 0 0 0,-1 0 1 0 0,1 0-1 0 0,0 0 1 0 0,-1 1-1 0 0,2-1 0 0 0,-1 1 1 0 0,0 0-1 0 0,1 0 1 0 0,-1 0-1 0 0,1 0 0 0 0,0 0 1 0 0,1 0-1 0 0,-1 1 1 0 0,1-1-1 0 0,-1 1 0 0 0,1-1 1 0 0,1 1-1 0 0,-1-1 1 0 0,1 1-1 0 0,-1-1 0 0 0,1 1 1 0 0,1 0-1 0 0,-1-1 1 0 0,1 1-1 0 0,0-1 0 0 0,1 6 1 0 0,6 16 82 0 0,2 0 0 0 0,0-1 0 0 0,20 34 0 0 0,11 26 1460 0 0,-40-84-1497 0 0,-1 0 1 0 0,1 1-1 0 0,-1-1 0 0 0,0 1 1 0 0,1-1-1 0 0,-1 1 0 0 0,0-1 1 0 0,0 1-1 0 0,0-1 1 0 0,0 1-1 0 0,0-1 0 0 0,0 1 1 0 0,0-1-1 0 0,0 1 0 0 0,-1-1 1 0 0,1 1-1 0 0,-1-1 1 0 0,1 0-1 0 0,-1 1 0 0 0,1-1 1 0 0,-2 2-1 0 0,0-1-5 0 0,1 0-1 0 0,-1 0 1 0 0,0 0 0 0 0,0 0-1 0 0,0 0 1 0 0,-1-1 0 0 0,1 1 0 0 0,0-1-1 0 0,0 1 1 0 0,-1-1 0 0 0,-2 1-1 0 0,-3 1 4 0 0,0 0 0 0 0,0-1 0 0 0,-1 0 0 0 0,1-1 0 0 0,-1 1 0 0 0,-10-1 0 0 0,3-1-692 0 0,-1-2 1 0 0,1 1-1 0 0,1-2 0 0 0,-27-7 1 0 0,-27-16-7363 0 0,38 11 1145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10.4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162 222 1564 0 0,'-61'0'5667'0'0,"32"0"-1611"0"0,-40-4 0 0 0,68 3-4035 0 0,1 1 0 0 0,0 0-1 0 0,0 0 1 0 0,0 0-1 0 0,0 0 1 0 0,0 0-1 0 0,-1-1 1 0 0,1 1-1 0 0,0 0 1 0 0,0 0-1 0 0,0 0 1 0 0,0-1 0 0 0,0 1-1 0 0,0 0 1 0 0,0 0-1 0 0,0 0 1 0 0,0-1-1 0 0,0 1 1 0 0,0 0-1 0 0,0 0 1 0 0,0 0-1 0 0,0-1 1 0 0,0 1 0 0 0,0 0-1 0 0,0 0 1 0 0,0 0-1 0 0,0-1 1 0 0,0 1-1 0 0,0 0 1 0 0,0 0-1 0 0,0 0 1 0 0,0-1-1 0 0,0 1 1 0 0,0 0 0 0 0,0 0-1 0 0,1 0 1 0 0,-1 0-1 0 0,0-1 1 0 0,0 1-1 0 0,0 0 1 0 0,0 0-1 0 0,1 0 1 0 0,-1 0 0 0 0,0 0-1 0 0,0-1 1 0 0,0 1-1 0 0,0 0 1 0 0,1 0-1 0 0,-1 0 1 0 0,6-4 90 0 0,1 1 1 0 0,0-1-1 0 0,0 1 1 0 0,0 1 0 0 0,0-1-1 0 0,0 1 1 0 0,11-1-1 0 0,-2-1 28 0 0,607-110-503 0 0,-538 101-578 0 0,15-2-838 0 0,85-13-5068 0 0,-121 18 1784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12.26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64 269 452 0 0,'-6'-2'1292'0'0,"4"1"-862"0"0,0 0 1 0 0,0 1-1 0 0,0-1 1 0 0,0 1-1 0 0,0 0 1 0 0,-1 0-1 0 0,1-1 1 0 0,-3 2-1 0 0,3-1-208 0 0,0 1 0 0 0,-1-1-1 0 0,1 1 1 0 0,-1 0 0 0 0,1 0 0 0 0,0 0-1 0 0,0 0 1 0 0,0 0 0 0 0,-1 1-1 0 0,1-1 1 0 0,0 1 0 0 0,0-1-1 0 0,-3 5 335 0 0,4-6-467 0 0,1 1 0 0 0,0-1 0 0 0,0 1 0 0 0,0 0 0 0 0,0-1 0 0 0,0 1 0 0 0,0-1 0 0 0,0 1 0 0 0,0-1 0 0 0,0 1 0 0 0,0-1 0 0 0,0 1 0 0 0,0 0-1 0 0,0-1 1 0 0,0 1 0 0 0,0-1 0 0 0,0 1 0 0 0,1-1 0 0 0,-1 1 0 0 0,0-1 0 0 0,0 1 0 0 0,1-1 0 0 0,-1 1 0 0 0,0-1 0 0 0,1 1 0 0 0,-1-1 89 0 0,1 1-89 0 0,12-2 56 0 0,0 0 0 0 0,0-1 0 0 0,0-1 0 0 0,0 0 0 0 0,-1-1 0 0 0,1 0 0 0 0,-1-1 0 0 0,0 0 0 0 0,0-1 0 0 0,-1-1 0 0 0,17-11 0 0 0,-2-1 13 0 0,-1-2 0 0 0,0 0-1 0 0,33-39 1 0 0,-16 6 384 0 0,-28 35-228 0 0,23-25 0 0 0,-36 43-315 0 0,-1 1-1 0 0,0 0 1 0 0,0 0 0 0 0,1 0-1 0 0,-1 0 1 0 0,0 0-1 0 0,0 0 1 0 0,1 0-1 0 0,-1 0 1 0 0,0 1-1 0 0,0-1 1 0 0,0 0-1 0 0,1 0 1 0 0,-1 0 0 0 0,0 0-1 0 0,0 0 1 0 0,1 0-1 0 0,-1 0 1 0 0,0 0-1 0 0,0 1 1 0 0,0-1-1 0 0,0 0 1 0 0,1 0-1 0 0,-1 0 1 0 0,0 0 0 0 0,0 1-1 0 0,0-1 1 0 0,0 0-1 0 0,0 0 1 0 0,1 0-1 0 0,-1 1 1 0 0,0-1-1 0 0,0 0 1 0 0,0 0-1 0 0,0 1 1 0 0,0-1 0 0 0,0 0-1 0 0,0 0 1 0 0,0 0-1 0 0,0 1 1 0 0,0-1-1 0 0,3 11 11 0 0,-1 40 65 0 0,-2 1 1 0 0,-9 56-1 0 0,4-45-51 0 0,-17 447-593 0 0,22-502 271 0 0,0 0-429 0 0,0-1 0 0 0,0 0-1 0 0,-3 14 1 0 0,2-19 372 0 0,1 0 0 0 0,-1 0 0 0 0,0 0 0 0 0,0 0 0 0 0,1 0 0 0 0,-1-1 0 0 0,0 1 0 0 0,-1 0 0 0 0,1 0 0 0 0,-15 11-2847 0 0,4-8 781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12.5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274 29 2268 0 0,'-59'13'2135'0'0,"-2"-1"2074"0"0,-93 30 703 0 0,170-40-4641 0 0,0-1 1 0 0,1 0-1 0 0,-1-2 0 0 0,0 0 1 0 0,0 0-1 0 0,24-7 0 0 0,-7 3-73 0 0,412-56 421 0 0,-305 44 1124 0 0,-137 16-1688 0 0,14-1-259 0 0,-11 0 173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12.98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43 244 2680 0 0,'-43'-26'11623'0'0,"72"26"-10743"0"0,56-2-324 0 0,-32-4-403 0 0,0-3 0 0 0,93-27-1 0 0,-143 35-170 0 0,0 0-1 0 0,1 0 0 0 0,-1-1 1 0 0,0 1-1 0 0,0-1 0 0 0,0 0 0 0 0,0 0 1 0 0,0 0-1 0 0,0 0 0 0 0,0 0 0 0 0,-1-1 1 0 0,1 1-1 0 0,-1-1 0 0 0,0 0 1 0 0,0 1-1 0 0,0-1 0 0 0,0 0 0 0 0,0 0 1 0 0,0-1-1 0 0,-1 1 0 0 0,0 0 0 0 0,0 0 1 0 0,0-1-1 0 0,0 1 0 0 0,0-1 0 0 0,0 1 1 0 0,-1-1-1 0 0,0 1 0 0 0,0-1 1 0 0,0 1-1 0 0,0-1 0 0 0,0 1 0 0 0,-1-1 1 0 0,1 1-1 0 0,-1-1 0 0 0,0 1 0 0 0,0-1 1 0 0,0 1-1 0 0,-1 0 0 0 0,1 0 0 0 0,-3-4 1 0 0,-14-35-161 0 0,18 41 150 0 0,3 2-1 0 0,0-1 29 0 0,0 1 0 0 0,0 0 0 0 0,0 0 0 0 0,0 0-1 0 0,0 0 1 0 0,0 1 0 0 0,0-1 0 0 0,-1 1-1 0 0,1 0 1 0 0,-1 0 0 0 0,4 2 0 0 0,29 29 104 0 0,-30-28-66 0 0,5 5 25 0 0,0 0 0 0 0,-1 1-1 0 0,-1 0 1 0 0,0 1 0 0 0,0-1 0 0 0,-1 2-1 0 0,8 17 1 0 0,-12-22-37 0 0,-1 0 1 0 0,1 0-1 0 0,-1 0 0 0 0,-1 1 1 0 0,0-1-1 0 0,0 1 0 0 0,0-1 1 0 0,-1 1-1 0 0,0-1 0 0 0,-1 1 1 0 0,0-1-1 0 0,0 0 0 0 0,-4 13 0 0 0,-3 0 79 0 0,0 0 0 0 0,-1-1 0 0 0,-1 0 0 0 0,-1 0 0 0 0,-1-1 0 0 0,-17 22 0 0 0,-30 30-1290 0 0,-3-4-5278 0 0,57-62 5723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14.88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202 94 1084 0 0,'-41'-4'4540'0'0,"0"2"0"0"0,-46 4-1 0 0,84-2-4233 0 0,0 0-66 0 0,-11 0-40 0 0,11 0-43 0 0,-7 5 414 0 0,15-4-545 0 0,-1 1 0 0 0,1-1-1 0 0,0 0 1 0 0,-1 0-1 0 0,1-1 1 0 0,0 1-1 0 0,0-1 1 0 0,-1 0-1 0 0,1 0 1 0 0,5-2-1 0 0,57-9 61 0 0,-42 6-60 0 0,317-71 357 0 0,-316 70-338 0 0,-23 5-36 0 0,-3 1-14 0 0,1 0 5 0 0,-1 0-1 0 0,0 1 1 0 0,0-1 0 0 0,0 0-1 0 0,1 0 1 0 0,-1 0-1 0 0,0 1 1 0 0,0-1-1 0 0,0 0 1 0 0,0 0-1 0 0,1 1 1 0 0,-1-1-1 0 0,0 0 1 0 0,0 0-1 0 0,0 1 1 0 0,0-1-1 0 0,0 0 1 0 0,0 0-1 0 0,0 1 1 0 0,0-1-1 0 0,0 0 1 0 0,0 1-1 0 0,0-1 1 0 0,0 0 0 0 0,0 0-1 0 0,0 1 1 0 0,0-1-1 0 0,0 0 1 0 0,0 1-1 0 0,0-1 1 0 0,0 0-1 0 0,0 0 1 0 0,0 1-1 0 0,-1-1 1 0 0,1 0-1 0 0,0 0 1 0 0,0 0-1 0 0,0 1 1 0 0,0-1-1 0 0,-1 0 1 0 0,1 1-1 0 0,-12 11 2 0 0,9-9-1 0 0,-48 52 8 0 0,2 1-1 0 0,-73 114 1 0 0,94-105 30 0 0,28-64-34 0 0,-1 0 1 0 0,1 0 0 0 0,0 0 0 0 0,0 0 0 0 0,0 0 0 0 0,0 1 0 0 0,0-1 0 0 0,0 0 0 0 0,0 0 0 0 0,0 0 0 0 0,1 0 0 0 0,-1 0-1 0 0,0 1 1 0 0,1-1 0 0 0,-1 0 0 0 0,0 0 0 0 0,1 0 0 0 0,-1 0 0 0 0,1 0 0 0 0,0 0 0 0 0,-1 0 0 0 0,1 0 0 0 0,0 0-1 0 0,1 1 1 0 0,0 0 3 0 0,1 1 1 0 0,-1-1-1 0 0,1 0 0 0 0,0 1 0 0 0,0-1 0 0 0,5 3 0 0 0,13 5-10 0 0,14 5 8 0 0,32 21 1 0 0,-56-29-4 0 0,0 1 1 0 0,-1 0-1 0 0,0 0 1 0 0,0 1 0 0 0,-1 0-1 0 0,15 19 1 0 0,-18-20 91 0 0,0 0 0 0 0,-1 1 0 0 0,0-1 0 0 0,0 1 0 0 0,-1 1 0 0 0,0-1-1 0 0,0 1 1 0 0,-1-1 0 0 0,-1 1 0 0 0,1 0 0 0 0,-1 0 0 0 0,-1 0 0 0 0,0 0 0 0 0,-1 0 0 0 0,0 0 0 0 0,0 1 0 0 0,-1-1 0 0 0,0 0 0 0 0,-1 0 0 0 0,0 0 0 0 0,-1-1-1 0 0,0 1 1 0 0,0 0 0 0 0,-1-1 0 0 0,0 0 0 0 0,-1 0 0 0 0,0 0 0 0 0,-1 0 0 0 0,1-1 0 0 0,-11 11 0 0 0,6-8 313 0 0,-1 0 0 0 0,0 0-1 0 0,-25 18 1 0 0,29-25-147 0 0,0 1-1 0 0,-1-1 0 0 0,1 0 0 0 0,-1-1 0 0 0,0 1 0 0 0,0-2 1 0 0,0 1-1 0 0,-13 2 0 0 0,18-5-205 0 0,-1 1 0 0 0,1-1 1 0 0,0 0-1 0 0,0 0 0 0 0,0 0 1 0 0,-1 0-1 0 0,1 0 0 0 0,0-1 0 0 0,0 0 1 0 0,0 1-1 0 0,0-1 0 0 0,0 0 1 0 0,0-1-1 0 0,0 1 0 0 0,0 0 0 0 0,0-1 1 0 0,0 0-1 0 0,1 1 0 0 0,-1-1 0 0 0,1 0 1 0 0,-1-1-1 0 0,1 1 0 0 0,0 0 1 0 0,0-1-1 0 0,0 1 0 0 0,-3-5 0 0 0,3 3-44 0 0,1 1-1 0 0,-1-1 1 0 0,1 1-1 0 0,0-1 1 0 0,0 0-1 0 0,1 0 1 0 0,-1 0-1 0 0,1 0 1 0 0,0 1-1 0 0,0-1 0 0 0,0 0 1 0 0,0 0-1 0 0,1 0 1 0 0,-1 0-1 0 0,1 0 1 0 0,0 1-1 0 0,0-1 1 0 0,0 0-1 0 0,1 1 1 0 0,3-7-1 0 0,6-8 15 0 0,1 1 0 0 0,0 1-1 0 0,1 0 1 0 0,1 0 0 0 0,1 2 0 0 0,0 0 0 0 0,0 0 0 0 0,28-17-1 0 0,18-7-73 0 0,71-34 0 0 0,-104 58 3 0 0,51-25-117 0 0,-32 17-112 0 0,0-1 1 0 0,-2-3 0 0 0,76-57 0 0 0,-111 73 171 0 0,0 0-1 0 0,-1-1 0 0 0,-1 0 1 0 0,0-1-1 0 0,0 1 0 0 0,-1-2 1 0 0,-1 1-1 0 0,0-1 0 0 0,0 0 1 0 0,-1 0-1 0 0,-1 0 1 0 0,-1-1-1 0 0,1 1 0 0 0,-2-1 1 0 0,0 0-1 0 0,-1 0 0 0 0,0 0 1 0 0,-1 0-1 0 0,-3-20 0 0 0,3 33 90 0 0,0-1-1 0 0,0 1 1 0 0,0-1-1 0 0,-1 1 0 0 0,1-1 1 0 0,-1 1-1 0 0,1-1 1 0 0,-1 1-1 0 0,1-1 0 0 0,-1 1 1 0 0,0 0-1 0 0,0 0 1 0 0,0-1-1 0 0,0 1 0 0 0,0 0 1 0 0,-1-2-1 0 0,1 3 8 0 0,0 0-1 0 0,0-1 1 0 0,1 1-1 0 0,-1 0 0 0 0,0 0 1 0 0,1-1-1 0 0,-1 1 1 0 0,0 0-1 0 0,0 0 1 0 0,1 0-1 0 0,-1 0 1 0 0,0 0-1 0 0,0 0 0 0 0,0 0 1 0 0,1 1-1 0 0,-1-1 1 0 0,0 0-1 0 0,1 0 1 0 0,-1 0-1 0 0,0 1 1 0 0,0-1-1 0 0,1 0 0 0 0,-2 1 1 0 0,-1 2-9 0 0,-1-1 1 0 0,1 1 0 0 0,0 0-1 0 0,0 0 1 0 0,0 0-1 0 0,0 1 1 0 0,0-1-1 0 0,0 1 1 0 0,-2 5-1 0 0,-8 17 11 0 0,1 1 0 0 0,1 0-1 0 0,1 1 1 0 0,2 0 0 0 0,1 1-1 0 0,1-1 1 0 0,1 1 0 0 0,0 31-1 0 0,4-51 5 0 0,1-1 0 0 0,0 1 0 0 0,1-1-1 0 0,0 1 1 0 0,1-1 0 0 0,0 0 0 0 0,3 12 0 0 0,-3-17 6 0 0,-1 0 0 0 0,0 0 0 0 0,1 0 0 0 0,0 0 1 0 0,0 0-1 0 0,0 0 0 0 0,0 0 0 0 0,0 0 1 0 0,0-1-1 0 0,1 1 0 0 0,0-1 0 0 0,-1 0 1 0 0,1 0-1 0 0,0 0 0 0 0,0 0 0 0 0,0 0 0 0 0,0-1 1 0 0,0 1-1 0 0,0-1 0 0 0,5 2 0 0 0,5-1-5 0 0,-1 0-1 0 0,0-1 1 0 0,1-1-1 0 0,-1 0 1 0 0,1 0-1 0 0,-1-1 1 0 0,0-1-1 0 0,1 0 1 0 0,-1 0-1 0 0,0-1 1 0 0,0-1-1 0 0,14-6 1 0 0,6-4-122 0 0,-1-1 0 0 0,-1-2 0 0 0,33-24 0 0 0,-41 26 24 0 0,-2-1-1 0 0,1-1 0 0 0,-2-1 0 0 0,-1-1 1 0 0,23-29-1 0 0,-33 36 72 0 0,1 0 0 0 0,-1 0 0 0 0,-1-1 0 0 0,0 0-1 0 0,-1-1 1 0 0,-1 1 0 0 0,0-1 0 0 0,0 0 0 0 0,-1-1 0 0 0,-1 1 0 0 0,1-17 0 0 0,-4 27 23 0 0,0 0 0 0 0,0 0 0 0 0,-1 0 1 0 0,1 0-1 0 0,-1 0 0 0 0,0 0 0 0 0,0 0 0 0 0,0 0 1 0 0,-1 0-1 0 0,-1-3 0 0 0,2 5-1 0 0,0 1 1 0 0,0-1-1 0 0,0 1 1 0 0,0 0-1 0 0,0-1 0 0 0,0 1 1 0 0,0 0-1 0 0,0 0 1 0 0,0 0-1 0 0,0 0 0 0 0,-1 0 1 0 0,1 0-1 0 0,0 0 1 0 0,-1 0-1 0 0,1 0 0 0 0,-1 1 1 0 0,1-1-1 0 0,-1 0 1 0 0,1 1-1 0 0,-1 0 0 0 0,0-1 1 0 0,1 1-1 0 0,-1 0 0 0 0,0 0 1 0 0,1 0-1 0 0,-1 0 1 0 0,1 0-1 0 0,-1 0 0 0 0,-3 1 1 0 0,3-1 1 0 0,0 1 1 0 0,0-1 0 0 0,0 1-1 0 0,0 0 1 0 0,0 0-1 0 0,0 0 1 0 0,0 0 0 0 0,0 0-1 0 0,0 0 1 0 0,1 1-1 0 0,-1-1 1 0 0,0 0 0 0 0,1 1-1 0 0,-1 0 1 0 0,1-1-1 0 0,0 1 1 0 0,-1 0 0 0 0,1 0-1 0 0,0-1 1 0 0,0 1-1 0 0,0 0 1 0 0,0 0 0 0 0,1 0-1 0 0,-1 1 1 0 0,0-1-1 0 0,1 0 1 0 0,0 0 0 0 0,-1 0-1 0 0,1 0 1 0 0,0 0-1 0 0,0 1 1 0 0,0-1 0 0 0,0 0-1 0 0,0 0 1 0 0,1 0-1 0 0,-1 0 1 0 0,1 1 0 0 0,-1-1-1 0 0,1 0 1 0 0,0 0-1 0 0,0 0 1 0 0,0 0 0 0 0,0-1-1 0 0,0 1 1 0 0,0 0-1 0 0,1 0 1 0 0,1 2 0 0 0,1 0-3 0 0,1 0 0 0 0,-1-1 0 0 0,1 1 0 0 0,0-1 1 0 0,-1 0-1 0 0,2 0 0 0 0,-1 0 0 0 0,0-1 1 0 0,1 0-1 0 0,-1 0 0 0 0,1 0 0 0 0,-1 0 1 0 0,1-1-1 0 0,7 1 0 0 0,13 1-124 0 0,47-1-1 0 0,-64-2 78 0 0,-8 0 49 0 0,37 0-370 0 0,68-8 0 0 0,-96 6 344 0 0,1 0-1 0 0,-2 0 0 0 0,1-1 0 0 0,0 0 0 0 0,0 0 0 0 0,-1-1 1 0 0,0-1-1 0 0,0 1 0 0 0,0-2 0 0 0,0 1 0 0 0,-1-1 1 0 0,9-8-1 0 0,-15 12 33 0 0,0 0-4 0 0,-1 1 1 0 0,0-1 0 0 0,0 1 0 0 0,0-1 0 0 0,0 1-1 0 0,0-1 1 0 0,0 0 0 0 0,0 0 0 0 0,0 1-1 0 0,-1-1 1 0 0,1 0 0 0 0,0-3 0 0 0,-1 5-1 0 0,0-1 0 0 0,1 1 0 0 0,-1-1 0 0 0,0 1 0 0 0,0 0 0 0 0,1-1 0 0 0,-1 1 0 0 0,0-1 0 0 0,0 1 0 0 0,0-1 0 0 0,0 1 0 0 0,0-1 0 0 0,0 1 0 0 0,0-1 0 0 0,0 1 0 0 0,0-1 0 0 0,0 1 0 0 0,0-1 0 0 0,0 1 0 0 0,0-1 0 0 0,0 1 0 0 0,-1-1 0 0 0,1 1 0 0 0,0-1 1 0 0,0 1-1 0 0,0-1 0 0 0,-1 1 0 0 0,0-1 0 0 0,-11 3-17 0 0,-11 15 12 0 0,14-7 11 0 0,1 0-1 0 0,1 1 0 0 0,-1 0 1 0 0,2 1-1 0 0,-9 19 0 0 0,-19 62-8 0 0,34-91 3 0 0,-9 28 12 0 0,1-1 0 0 0,-5 33-1 0 0,12-52 4 0 0,0 0 0 0 0,0 0 0 0 0,1-1 0 0 0,0 1 1 0 0,1 0-1 0 0,0 0 0 0 0,0 0 0 0 0,1 0 0 0 0,0-1 0 0 0,6 14 0 0 0,-6-19-3 0 0,0 0-1 0 0,0 0 1 0 0,0-1 0 0 0,0 1 0 0 0,1-1-1 0 0,0 0 1 0 0,0 1 0 0 0,0-1 0 0 0,0-1 0 0 0,0 1-1 0 0,0 0 1 0 0,1-1 0 0 0,5 4 0 0 0,-2-3-19 0 0,-1-1 0 0 0,1 1 1 0 0,-1-1-1 0 0,1 0 1 0 0,0-1-1 0 0,-1 0 0 0 0,14 1 1 0 0,-3-2-184 0 0,0-1 1 0 0,0 0-1 0 0,0-1 0 0 0,0-1 1 0 0,0-1-1 0 0,16-6 1 0 0,-13 3-187 0 0,-1-1 0 0 0,0-1 1 0 0,-1-1-1 0 0,0-1 1 0 0,-1 0-1 0 0,0-1 1 0 0,0-1-1 0 0,-2 0 1 0 0,17-18-1 0 0,-14 11 437 0 0,0-1 0 0 0,-1-1 0 0 0,-1-1 0 0 0,-1 0 0 0 0,-1-1-1 0 0,15-36 1 0 0,-16 32 890 0 0,-13 28-945 0 0,0 1 1 0 0,0-1-1 0 0,0 0 0 0 0,0 0 1 0 0,0 0-1 0 0,0 0 1 0 0,0 0-1 0 0,0 0 1 0 0,1 0-1 0 0,-1 0 1 0 0,0 0-1 0 0,0 0 1 0 0,0 0-1 0 0,0 0 0 0 0,0 0 1 0 0,0 0-1 0 0,0 0 1 0 0,0 0-1 0 0,0 0 1 0 0,0 0-1 0 0,0 0 1 0 0,0 0-1 0 0,0 0 0 0 0,0 0 1 0 0,1 0-1 0 0,-1 0 1 0 0,0 0-1 0 0,0 0 1 0 0,0 0-1 0 0,0 0 1 0 0,0 0-1 0 0,0 0 1 0 0,0 0-1 0 0,0 0 0 0 0,0 0 1 0 0,0 0-1 0 0,0 0 1 0 0,0 0-1 0 0,0 0 1 0 0,1 0-1 0 0,-1 0 1 0 0,0 0-1 0 0,0 0 0 0 0,0 0 1 0 0,0 0-1 0 0,0 0 1 0 0,0 0-1 0 0,0-1 1 0 0,0 1-1 0 0,0 0 1 0 0,0 0-1 0 0,0 0 1 0 0,0 0-1 0 0,0 0 0 0 0,0 0 1 0 0,0 0-1 0 0,0 0 1 0 0,0 0-1 0 0,0 0 1 0 0,0 0-1 0 0,0 0 1 0 0,0 0-1 0 0,0-1 0 0 0,-2 17 33 0 0,-3 6-17 0 0,1 0-1 0 0,-1 39 0 0 0,4-52 11 0 0,2 1 0 0 0,-1-1-1 0 0,1 0 1 0 0,0 0 0 0 0,1 0 0 0 0,0 0-1 0 0,1 0 1 0 0,-1 0 0 0 0,7 12-1 0 0,-8-19 12 0 0,1 1 0 0 0,-1-1 0 0 0,1 0-1 0 0,0 1 1 0 0,0-1 0 0 0,0 0 0 0 0,0 0-1 0 0,0 0 1 0 0,0-1 0 0 0,0 1-1 0 0,0 0 1 0 0,1-1 0 0 0,-1 0 0 0 0,1 1-1 0 0,-1-1 1 0 0,1 0 0 0 0,4 1-1 0 0,-2-1 13 0 0,0 0-1 0 0,1-1 1 0 0,-1 1-1 0 0,1-1 1 0 0,-1 0-1 0 0,1-1 1 0 0,-1 1-1 0 0,9-3 1 0 0,-1 0 6 0 0,0-1 0 0 0,0 0 0 0 0,-1-1 0 0 0,0-1 0 0 0,0 0 0 0 0,18-12 0 0 0,-17 8-9 0 0,1-1-1 0 0,-2 0 1 0 0,1-1-1 0 0,-2-1 1 0 0,20-25-1 0 0,-25 29-34 0 0,0 0 1 0 0,-1-1-1 0 0,0 1 0 0 0,0-1 0 0 0,-1 0 1 0 0,0-1-1 0 0,-1 1 0 0 0,0-1 1 0 0,-1 1-1 0 0,2-15 0 0 0,-4 22-14 0 0,0 0-1 0 0,0 0 1 0 0,0 0-1 0 0,0 0 0 0 0,-1 0 1 0 0,1 0-1 0 0,-1 1 1 0 0,0-1-1 0 0,0 0 1 0 0,0 0-1 0 0,0 1 0 0 0,0-1 1 0 0,-1 0-1 0 0,1 1 1 0 0,-1 0-1 0 0,-3-5 0 0 0,2 4-1 0 0,-1 0 0 0 0,0 0 0 0 0,0 0 0 0 0,0 0 0 0 0,0 0 0 0 0,0 1 0 0 0,-1-1 0 0 0,1 1 0 0 0,-6-1 0 0 0,-4-1-2 0 0,1 0 1 0 0,-1 1 0 0 0,0 1-1 0 0,0 0 1 0 0,1 1 0 0 0,-17 1-1 0 0,10 1-95 0 0,0 1 0 0 0,1 1 0 0 0,-1 0 0 0 0,-33 11 1 0 0,42-10-620 0 0,-1 1 0 0 0,1 0 0 0 0,-16 11 0 0 0,20-12-442 0 0,1 1-1 0 0,-1 0 0 0 0,1 0 0 0 0,1 1 1 0 0,-1 0-1 0 0,-5 8 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15.7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28 231 520 0 0,'-15'-20'6538'0'0,"12"13"-5604"0"0,1 0-16 0 0,0 1 1 0 0,0-1-1 0 0,1 1 0 0 0,-1-10 0 0 0,2 15-847 0 0,0 0 0 0 0,0 0-1 0 0,0 0 1 0 0,0-1 0 0 0,1 1-1 0 0,-1 0 1 0 0,0 0 0 0 0,1 0-1 0 0,-1-1 1 0 0,1 1 0 0 0,-1 0 0 0 0,1 0-1 0 0,-1 0 1 0 0,1 0 0 0 0,0 0-1 0 0,0 0 1 0 0,-1 0 0 0 0,1 0-1 0 0,0 1 1 0 0,0-1 0 0 0,0 0-1 0 0,1 0 1 0 0,-1 0-71 0 0,0 0 106 0 0,2 1-44 0 0,3 2-53 0 0,0-1 0 0 0,0 1 0 0 0,0 0 0 0 0,0 0 0 0 0,-1 1 0 0 0,1 0 0 0 0,-1 0 0 0 0,0 0 0 0 0,0 1 0 0 0,0-1 0 0 0,0 1 0 0 0,0 1 0 0 0,-1-1 0 0 0,0 0 0 0 0,6 9 0 0 0,9 12 22 0 0,28 49 0 0 0,-38-58-7 0 0,22 39 28 0 0,28 43 260 0 0,-59-97-272 0 0,0 0 1 0 0,1 0-1 0 0,-1-1 1 0 0,1 1 0 0 0,0 0-1 0 0,-1 0 1 0 0,1-1-1 0 0,-1 1 1 0 0,1-1-1 0 0,0 1 1 0 0,-1 0-1 0 0,1-1 1 0 0,0 1 0 0 0,0-1-1 0 0,0 0 1 0 0,-1 1-1 0 0,1-1 1 0 0,0 0-1 0 0,0 1 1 0 0,0-1-1 0 0,0 0 1 0 0,0 0 0 0 0,0 0-1 0 0,0 0 1 0 0,-1 1-1 0 0,3-2 1 0 0,-1 1-14 0 0,-1-1 0 0 0,1 0 0 0 0,-1 1 0 0 0,1-1 0 0 0,-1 0 0 0 0,1 0 0 0 0,-1 0-1 0 0,1 0 1 0 0,-1 0 0 0 0,0-1 0 0 0,0 1 0 0 0,1 0 0 0 0,0-3 0 0 0,6-7-21 0 0,-1 0 0 0 0,-1-1 0 0 0,7-14 0 0 0,-9 16 87 0 0,10-19-52 0 0,44-82 59 0 0,-52 100-127 0 0,1 1 1 0 0,1-1 0 0 0,0 2-1 0 0,0-1 1 0 0,1 1 0 0 0,0 0-1 0 0,17-12 1 0 0,-21 19 15 0 0,-1 0-1 0 0,1-1 0 0 0,0 1 1 0 0,-1 1-1 0 0,1-1 1 0 0,0 1-1 0 0,0 0 0 0 0,0 0 1 0 0,0 0-1 0 0,9 1 1 0 0,52 4-60 0 0,-48-2 78 0 0,14 1-4 0 0,83 6-9 0 0,-97-9 7 0 0,0 0 0 0 0,0-2-1 0 0,0 0 1 0 0,24-6 0 0 0,-39 7-6 0 0,1 0-1 0 0,0-1 1 0 0,-1 1-1 0 0,0-1 1 0 0,1 0 0 0 0,-1 0-1 0 0,0 0 1 0 0,0 0-1 0 0,0 0 1 0 0,0-1 0 0 0,0 1-1 0 0,0-1 1 0 0,-1 0-1 0 0,1 0 1 0 0,-1 0-1 0 0,0 0 1 0 0,0-1 0 0 0,0 1-1 0 0,0 0 1 0 0,-1-1-1 0 0,1 1 1 0 0,0-5 0 0 0,-1 5-9 0 0,0 0 0 0 0,-1-1-1 0 0,1 1 1 0 0,-1 0 0 0 0,0 0 0 0 0,0-1 0 0 0,0 1 0 0 0,0 0 0 0 0,0 0 0 0 0,-1-1 0 0 0,0 1 0 0 0,0 0 0 0 0,0 0 0 0 0,0 0 0 0 0,0 0 0 0 0,0 0 0 0 0,-1 0 0 0 0,1 0 0 0 0,-1 1 0 0 0,0-1 0 0 0,0 0 0 0 0,0 1 0 0 0,0-1 0 0 0,-1 1 0 0 0,-2-2 0 0 0,4 3 5 0 0,-1 0 1 0 0,0 0 0 0 0,0 0-1 0 0,0 1 1 0 0,0-1-1 0 0,0 1 1 0 0,0-1-1 0 0,0 1 1 0 0,0 0 0 0 0,0 0-1 0 0,0 0 1 0 0,0 0-1 0 0,-1 0 1 0 0,1 0 0 0 0,-2 1-1 0 0,-30 8-90 0 0,27-6 84 0 0,-1 1 0 0 0,1 1-1 0 0,0-1 1 0 0,0 1 0 0 0,1 0-1 0 0,-1 1 1 0 0,1-1 0 0 0,1 1-1 0 0,-1 1 1 0 0,1-1-1 0 0,0 1 1 0 0,-7 12 0 0 0,4-6 12 0 0,1 2-1 0 0,0-1 1 0 0,1 1 0 0 0,1 0 0 0 0,-6 27 0 0 0,9-31 23 0 0,0 0 1 0 0,0 0 0 0 0,1 0 0 0 0,1 1-1 0 0,0-1 1 0 0,0 0 0 0 0,4 20-1 0 0,-3-26-49 0 0,1-1 0 0 0,-1 0 0 0 0,1 0 0 0 0,-1 0-1 0 0,1 0 1 0 0,0 0 0 0 0,1 0 0 0 0,-1-1 0 0 0,1 1-1 0 0,-1-1 1 0 0,1 1 0 0 0,0-1 0 0 0,0 0 0 0 0,1 0-1 0 0,-1-1 1 0 0,1 1 0 0 0,-1 0 0 0 0,1-1 0 0 0,0 0-1 0 0,0 0 1 0 0,0 0 0 0 0,7 2 0 0 0,6 0-1051 0 0,0 0 1 0 0,0-1-1 0 0,0-1 1 0 0,0 0 0 0 0,0-1-1 0 0,0-1 1 0 0,27-3-1 0 0,-2-3-2733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16.01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307 33 2212 0 0,'0'-2'1836'0'0,"0"1"-1639"0"0,0-1 0 0 0,0 1 0 0 0,1 0 0 0 0,-2 0 0 0 0,1 0 0 0 0,0 0 0 0 0,0-1 0 0 0,0 1 0 0 0,0 0 0 0 0,-1 0 0 0 0,1 0 0 0 0,-1 0 0 0 0,1 0 0 0 0,-1 0 0 0 0,-5-8 1576 0 0,5 9-1576 0 0,0-1 0 0 0,0 0 0 0 0,0 1 0 0 0,0-1 0 0 0,0 1 0 0 0,-2-2 0 0 0,-3 3-5 0 0,0-1 0 0 0,0 1 0 0 0,1 0 0 0 0,-1 0 0 0 0,0 0 0 0 0,0 1 0 0 0,1 0 0 0 0,-1 0 0 0 0,1 0 0 0 0,0 1 0 0 0,0 0 0 0 0,0 0 0 0 0,0 0 0 0 0,0 1 0 0 0,0 0 0 0 0,-5 5 0 0 0,-10 10 233 0 0,1 2 0 0 0,-17 21-1 0 0,22-25-296 0 0,1 0 0 0 0,1 1 0 0 0,0 0 0 0 0,2 0 0 0 0,0 1 0 0 0,1 1 0 0 0,1 0 0 0 0,1 0 0 0 0,0 0 0 0 0,-6 42 0 0 0,12-58-105 0 0,1-1 0 0 0,0 1 1 0 0,0-1-1 0 0,0 0 0 0 0,0 1 0 0 0,1-1 1 0 0,-1 0-1 0 0,1 1 0 0 0,0-1 0 0 0,0 0 1 0 0,0 1-1 0 0,0-1 0 0 0,1 0 0 0 0,-1 0 1 0 0,1 0-1 0 0,0 0 0 0 0,3 4 0 0 0,-1-4 0 0 0,-1 0 1 0 0,1 0-1 0 0,-1 0 0 0 0,1 0 0 0 0,0-1 0 0 0,0 0 0 0 0,0 0 0 0 0,0 0 0 0 0,1 0 0 0 0,-1-1 0 0 0,8 2 0 0 0,4 0-33 0 0,1-1 0 0 0,-1-1-1 0 0,1-1 1 0 0,-1 0-1 0 0,1-1 1 0 0,19-4 0 0 0,-10 1-436 0 0,-1-2 1 0 0,0-2 0 0 0,0 0 0 0 0,0-1 0 0 0,-1-1-1 0 0,-1-2 1 0 0,35-22 0 0 0,-29 15-775 0 0,-2-1 0 0 0,-1-2 1 0 0,0-1-1 0 0,-2-1 0 0 0,30-36 0 0 0,-12 2-2219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17.07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243 320 748 0 0,'-3'-44'1918'0'0,"-2"0"0"0"0,-1 1 1 0 0,-3 0-1 0 0,-17-53 0 0 0,25 91-1800 0 0,0 1 1 0 0,-1 0-1 0 0,0-1 1 0 0,0 1-1 0 0,0 0 1 0 0,-1 0-1 0 0,1 0 1 0 0,-1 1-1 0 0,-5-7 1 0 0,8 10-111 0 0,-1 0 1 0 0,0-1-1 0 0,1 1 1 0 0,-1 0-1 0 0,0 0 1 0 0,1-1-1 0 0,-1 1 1 0 0,0 0-1 0 0,1 0 1 0 0,-1 0-1 0 0,0 0 1 0 0,0 0 0 0 0,1 0-1 0 0,-1 0 1 0 0,0 0-1 0 0,0 0 1 0 0,1 0-1 0 0,-1 0 1 0 0,0 1-1 0 0,0-1 1 0 0,1 0-1 0 0,-1 0 1 0 0,0 1-1 0 0,1-1 1 0 0,-1 1-1 0 0,1-1 1 0 0,-1 0-1 0 0,0 1 1 0 0,1-1-1 0 0,-1 1 1 0 0,0 0-1 0 0,-16 18 105 0 0,17-19-111 0 0,-9 13 29 0 0,2 0 0 0 0,-1 1 0 0 0,2 0 0 0 0,-1 0 0 0 0,2 0 0 0 0,-5 20 0 0 0,-17 94 309 0 0,24-112-282 0 0,-38 305 2452 0 0,37-246-2081 0 0,3 0 1 0 0,11 97 0 0 0,-8-155-372 0 0,0 0-1 0 0,2 0 1 0 0,0 0 0 0 0,1-1 0 0 0,0 0 0 0 0,2 0 0 0 0,0 0-1 0 0,9 15 1 0 0,-11-23-48 0 0,0-1 0 0 0,1 1 1 0 0,0-1-1 0 0,0 0 0 0 0,1-1 0 0 0,0 1 0 0 0,0-1 0 0 0,0 0 0 0 0,1-1 0 0 0,0 0 0 0 0,0 0 0 0 0,1-1 1 0 0,-1 0-1 0 0,1-1 0 0 0,0 1 0 0 0,10 1 0 0 0,-9-2-166 0 0,1-1-1 0 0,-1-1 1 0 0,1 0-1 0 0,-1 0 1 0 0,1-1 0 0 0,0 0-1 0 0,-1-1 1 0 0,1 0 0 0 0,-1-1-1 0 0,1 0 1 0 0,18-7-1 0 0,-15 3-102 0 0,0 0-1 0 0,-1-1 0 0 0,0 0 0 0 0,0-1 0 0 0,-1-1 0 0 0,0 0 0 0 0,18-18 0 0 0,-6 1 287 0 0,-1-2 0 0 0,-2 0 0 0 0,0-1 1 0 0,-2-1-1 0 0,-1-1 0 0 0,18-45 0 0 0,-25 46 1134 0 0,-9 23-815 0 0,0-1 0 0 0,1 1 1 0 0,0 0-1 0 0,1 0 0 0 0,-1 0 0 0 0,8-10 1 0 0,-10 41-282 0 0,-1 13-25 0 0,5 111 17 0 0,-4-132-13 0 0,2 0-1 0 0,0-1 1 0 0,1 1 0 0 0,0-1 0 0 0,1 0-1 0 0,1 0 1 0 0,8 16 0 0 0,-12-28-20 0 0,0 1 1 0 0,1-1 0 0 0,-1 0 0 0 0,1 0-1 0 0,-1 0 1 0 0,1 0 0 0 0,0 0 0 0 0,0 0 0 0 0,1-1-1 0 0,-1 1 1 0 0,0-1 0 0 0,1 0 0 0 0,-1 0-1 0 0,1-1 1 0 0,5 3 0 0 0,-3-2-6 0 0,0-1 0 0 0,0 0 0 0 0,0 0 0 0 0,0-1 0 0 0,0 1 0 0 0,0-1 0 0 0,0 0 0 0 0,0-1 0 0 0,10-1 0 0 0,-7 0-14 0 0,1-1 1 0 0,0 0-1 0 0,-1 0 1 0 0,1-1-1 0 0,-1-1 1 0 0,0 1-1 0 0,0-1 1 0 0,-1-1-1 0 0,0 1 1 0 0,1-2-1 0 0,-2 1 1 0 0,8-8-1 0 0,-7 4-56 0 0,-1 0 0 0 0,0 0 0 0 0,0-1 1 0 0,-1 0-1 0 0,-1 0 0 0 0,1-1 0 0 0,-2 1 0 0 0,0-1 0 0 0,5-22 0 0 0,-6 17 0 0 0,-1-1 0 0 0,0 0 0 0 0,-1 1 0 0 0,-1-1 0 0 0,-1 0 0 0 0,-4-23 0 0 0,4 33 39 0 0,-1 1 1 0 0,0 0-1 0 0,-1 0 1 0 0,1 0-1 0 0,-2 0 0 0 0,1 0 1 0 0,-1 0-1 0 0,0 1 1 0 0,0 0-1 0 0,0-1 1 0 0,-1 2-1 0 0,0-1 0 0 0,0 1 1 0 0,-1-1-1 0 0,0 1 1 0 0,0 1-1 0 0,0-1 1 0 0,-10-5-1 0 0,10 7 6 0 0,0 0 0 0 0,1 1 0 0 0,-1-1 0 0 0,0 1 0 0 0,0 0 1 0 0,-1 1-1 0 0,1 0 0 0 0,0 0 0 0 0,0 0 0 0 0,-1 0 0 0 0,1 1 0 0 0,0 0 0 0 0,-1 1 0 0 0,1-1 0 0 0,0 1 0 0 0,-1 1 0 0 0,1-1 0 0 0,0 1 1 0 0,0 0-1 0 0,0 0 0 0 0,0 1 0 0 0,-6 3 0 0 0,11-5 5 0 0,-1 0 1 0 0,0 0-1 0 0,1 0 0 0 0,-1 0 1 0 0,1 0-1 0 0,0 0 0 0 0,-1 0 1 0 0,1 1-1 0 0,0-1 1 0 0,0 0-1 0 0,0 1 0 0 0,0-1 1 0 0,0 1-1 0 0,0-1 0 0 0,0 1 1 0 0,0 0-1 0 0,0 1 0 0 0,1-2 3 0 0,0 0 0 0 0,0 0 0 0 0,0 1 0 0 0,0-1 0 0 0,0 0 0 0 0,0 0 0 0 0,0 0 0 0 0,1 0 0 0 0,-1 0 0 0 0,0 0 0 0 0,1 0 0 0 0,-1 0 0 0 0,1 0 0 0 0,-1 0 0 0 0,1 0 0 0 0,0 0 0 0 0,-1 0 0 0 0,1 0 0 0 0,1 2 0 0 0,2 0 5 0 0,0 0 0 0 0,0 0 0 0 0,0 0 1 0 0,0 0-1 0 0,1-1 0 0 0,-1 1 0 0 0,1-1 1 0 0,-1-1-1 0 0,1 1 0 0 0,5 1 0 0 0,16 2 8 0 0,1-1-1 0 0,-1-1 1 0 0,1-2-1 0 0,46-2 1 0 0,-14-5-1 0 0,61-13 1 0 0,-66 8-22 0 0,52-18 1 0 0,-91 24 0 0 0,0 0 0 0 0,-1-2-1 0 0,1 0 1 0 0,-1 0 0 0 0,-1-1 0 0 0,0-1-1 0 0,0 0 1 0 0,15-14 0 0 0,-26 22 4 0 0,-1 0 0 0 0,0 0 1 0 0,0 0-1 0 0,0 1 0 0 0,-1-1 1 0 0,1 0-1 0 0,0 0 0 0 0,0 0 0 0 0,0 0 1 0 0,-1-1-1 0 0,1 1 0 0 0,0 0 0 0 0,-1 0 1 0 0,1 0-1 0 0,-1 0 0 0 0,0-1 0 0 0,1 1 1 0 0,-1 0-1 0 0,0-1 0 0 0,0 1 1 0 0,0 0-1 0 0,0 0 0 0 0,0-1 0 0 0,0 1 1 0 0,0 0-1 0 0,0-1 0 0 0,0 1 0 0 0,0 0 1 0 0,-1 0-1 0 0,1-1 0 0 0,-1 1 1 0 0,1 0-1 0 0,-1 0 0 0 0,1 0 0 0 0,-1 0 1 0 0,0-1-1 0 0,0 1 0 0 0,1 0 0 0 0,-1 0 1 0 0,0 0-1 0 0,0 1 0 0 0,0-1 1 0 0,0 0-1 0 0,0 0 0 0 0,0 0 0 0 0,0 1 1 0 0,0-1-1 0 0,-2 0 0 0 0,-1-1-11 0 0,0-1 0 0 0,0 1-1 0 0,0 1 1 0 0,-1-1 0 0 0,1 1 0 0 0,0-1-1 0 0,-10 0 1 0 0,13 2 5 0 0,-1 0 0 0 0,0 0 0 0 0,0 0 0 0 0,0 0 0 0 0,0 0 0 0 0,0 0 0 0 0,0 1 0 0 0,0-1 0 0 0,0 1 0 0 0,0-1 0 0 0,1 1 1 0 0,-1 0-1 0 0,0 0 0 0 0,0 0 0 0 0,1 0 0 0 0,-1 0 0 0 0,1 0 0 0 0,-1 0 0 0 0,1 0 0 0 0,-1 1 0 0 0,-1 1 0 0 0,2-2 8 0 0,1 0 1 0 0,0 1-1 0 0,0-1 1 0 0,-1 0 0 0 0,1 0-1 0 0,0 0 1 0 0,0 0-1 0 0,0 0 1 0 0,0 0-1 0 0,0 0 1 0 0,0 1-1 0 0,0-1 1 0 0,1 0-1 0 0,-1 0 1 0 0,0 0 0 0 0,1 0-1 0 0,-1 0 1 0 0,0 0-1 0 0,1 0 1 0 0,0 0-1 0 0,0 1 1 0 0,14 23 3 0 0,-13-23-6 0 0,44 57 91 0 0,-32-43-131 0 0,-1 0-1 0 0,0 1 1 0 0,18 35 0 0 0,-28-46 109 0 0,0 1 0 0 0,-1-1-1 0 0,0 1 1 0 0,0-1 0 0 0,0 1 0 0 0,-1 0 0 0 0,0-1 0 0 0,-1 1-1 0 0,1 0 1 0 0,-1 0 0 0 0,-1 0 0 0 0,1 0 0 0 0,-1-1-1 0 0,0 1 1 0 0,-1 0 0 0 0,-2 7 0 0 0,-12 27 1376 0 0,-27 49 0 0 0,32-68-1186 0 0,11-21-236 0 0,-1 0-1 0 0,0 1 1 0 0,1-1 0 0 0,-1 0 0 0 0,1 1 0 0 0,-1-1-1 0 0,1 0 1 0 0,0 1 0 0 0,0-1 0 0 0,-1 1-1 0 0,1-1 1 0 0,0 1 0 0 0,0-1 0 0 0,1 2-1 0 0,-1-2-5 0 0,0 0-1 0 0,1 0 1 0 0,-1-1-1 0 0,0 1 1 0 0,1 0-1 0 0,-1-1 1 0 0,0 1-1 0 0,1-1 1 0 0,-1 1-1 0 0,1 0 0 0 0,-1-1 1 0 0,1 1-1 0 0,0-1 1 0 0,-1 1-1 0 0,1-1 1 0 0,-1 0-1 0 0,1 1 1 0 0,0-1-1 0 0,0 1 1 0 0,3 0 11 0 0,0 0 1 0 0,0 0-1 0 0,0-1 1 0 0,0 1-1 0 0,0-1 1 0 0,0 0-1 0 0,5 0 1 0 0,12-2-268 0 0,0 0 0 0 0,0-2 0 0 0,0 0 0 0 0,-1-1 0 0 0,1-1 1 0 0,24-11-1 0 0,34-22-3160 0 0,-6-6-3341 0 0,-33 18-608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17.3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206 86 4788 0 0,'-63'6'4866'0'0,"-80"4"4438"0"0,173-22-8240 0 0,68-8-2454 0 0,118-7 0 0 0,-99 14-1591 0 0,-12 0-1765 0 0,0-4-2365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17.48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32767 0 0,'0'0'-380'0'0,"27"15"-4364"0"0,-8-9 2883 0 0,4-1-951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8:54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0 408 0 0,'0'0'9520'0'0,"-1"1"-9304"0"0,0 0 1 0 0,-1-1-1 0 0,1 1 1 0 0,0 0 0 0 0,0 0-1 0 0,-1 0 1 0 0,1 0 0 0 0,0 0-1 0 0,-2 2 1 0 0,10 0-99 0 0,0 0 1 0 0,0-1 0 0 0,0 1-1 0 0,0-2 1 0 0,0 1 0 0 0,8 0-1 0 0,50 4 537 0 0,794 36 682 0 0,-443-24-1202 0 0,-309-13-110 0 0,619 18 257 0 0,-177-8 233 0 0,791 4 29 0 0,-947-32-407 0 0,286 0 67 0 0,-200 28-134 0 0,169-29 51 0 0,-550 10-91 0 0,486-13 151 0 0,-22 1 145 0 0,-161 10-116 0 0,34-1 100 0 0,-399 5-458 0 0,17-1 387 0 0,-21 2-6158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8:57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6 348 0 0,'8'-5'2544'0'0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00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24 452 0 0,'0'0'6139'0'0,"-3"0"-5731"0"0,-11 0 2135 0 0,6-4-1435 0 0,9 2-1104 0 0,0 1 1 0 0,0-1 0 0 0,1 1-1 0 0,-1 0 1 0 0,0 0 0 0 0,1-1-1 0 0,-1 1 1 0 0,1 0-1 0 0,0 0 1 0 0,-1 0 0 0 0,1 1-1 0 0,0-1 1 0 0,-1 0 0 0 0,1 1-1 0 0,0-1 1 0 0,0 1 0 0 0,-1-1-1 0 0,1 1 1 0 0,2 0 0 0 0,41-2 68 0 0,-36 2-54 0 0,8 1 3 0 0,1 1 0 0 0,-1 1 0 0 0,0 0 0 0 0,0 1 0 0 0,16 7 0 0 0,10 2 3 0 0,70 12 12 0 0,0-5 1 0 0,134 8 0 0 0,234-12-12 0 0,-384-15-23 0 0,171 0 21 0 0,163 5 8 0 0,35 11-31 0 0,-430-16 3 0 0,40 2 43 0 0,-73-3-41 0 0,13 0-1 0 0,-13 0 13 0 0,-1 0-373 0 0,23-1 1326 0 0,-16 3-1959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02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1040 0 0,'0'0'5292'0'0,"-7"7"-3997"0"0,10-5-1109 0 0,0 1-1 0 0,1-1 1 0 0,-1 0-1 0 0,1 0 1 0 0,-1 0-1 0 0,1 0 0 0 0,0-1 1 0 0,0 1-1 0 0,6 0 1 0 0,-6 0-274 0 0,-1-1 154 0 0,27 10 188 0 0,9 1 20 0 0,-1-2-1 0 0,2-1 1 0 0,59 5 0 0 0,-7 0-259 0 0,122 21 69 0 0,-189-30-82 0 0,41 7 2 0 0,-42-7 2 0 0,6 1 0 0 0,53 9 22 0 0,151 11 1 0 0,86-25 26 0 0,138-2-42 0 0,92-3 5 0 0,-42-19 721 0 0,-389 17-80 0 0,-116 6-612 0 0,-1 0-41 0 0,27 0-60 0 0,-56 19-3739 0 0,9-11 1007 0 0,1 1-697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0:39:05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10155,'7659'-18'0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08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64 0 0,'0'0'3533'0'0,"-9"6"-4292"0"0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10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71 356 0 0,'2'-22'4374'0'0,"-2"19"-3615"0"0,0-1-183 0 0,1 0 0 0 0,-1 0 1 0 0,1 0-1 0 0,0 1 1 0 0,0-1-1 0 0,0 0 1 0 0,3-5-1 0 0,-3 8-357 0 0,0 0-187 0 0,0 0 0 0 0,0 0 0 0 0,-1 1 0 0 0,1-1 0 0 0,0 0 0 0 0,0 1 0 0 0,0-1 0 0 0,0 1 0 0 0,0-1 0 0 0,0 1 1 0 0,0 0-1 0 0,0-1 0 0 0,0 1 0 0 0,1 0 0 0 0,-1 0 0 0 0,0-1 0 0 0,0 1 0 0 0,0 0 0 0 0,2 0 0 0 0,28 1 480 0 0,-19 2-415 0 0,0 1 0 0 0,-1 1-1 0 0,0 0 1 0 0,0 0 0 0 0,0 1 0 0 0,0 0 0 0 0,-1 1 0 0 0,0 1 0 0 0,-1-1 0 0 0,1 1 0 0 0,10 14 0 0 0,-8-8 11 0 0,-1 0 1 0 0,-1 1 0 0 0,0 1 0 0 0,-1 0 0 0 0,-1 0 0 0 0,0 1-1 0 0,5 17 1 0 0,-1 10 153 0 0,-1 0 1 0 0,-3 1-1 0 0,-1 0 0 0 0,-2 0 0 0 0,-2 65 0 0 0,-4-76 874 0 0,-2-1 1 0 0,-10 51-1 0 0,13-82-577 0 0,-1-2-540 0 0,1 0 0 0 0,0 1-1 0 0,-1-1 1 0 0,1 0 0 0 0,0 0 0 0 0,-1 0-1 0 0,1 1 1 0 0,-1-1 0 0 0,1 0-1 0 0,0 0 1 0 0,-1 0 0 0 0,1 0-1 0 0,-1 0 1 0 0,1 0 0 0 0,-1 0-1 0 0,1 0 1 0 0,0 0 0 0 0,-1 0 0 0 0,1 0-1 0 0,-1 0 1 0 0,1 0 0 0 0,-1 0-1 0 0,1 0 1 0 0,0 0 0 0 0,-1-1-1 0 0,1 1 1 0 0,-1 0 0 0 0,1 0 0 0 0,0 0-1 0 0,-1-1 1 0 0,1 1 0 0 0,0 0-1 0 0,-1-1 1 0 0,1 1 0 0 0,-1-1-1 0 0,0 0 3 0 0,0 0 0 0 0,-1 0 0 0 0,1 0 0 0 0,0 0 0 0 0,0 0 0 0 0,0 0-1 0 0,0-1 1 0 0,0 1 0 0 0,0 0 0 0 0,0-1 0 0 0,-1-2 0 0 0,-1-11-25 0 0,0-1 1 0 0,0 1 0 0 0,2-1-1 0 0,0 0 1 0 0,0 0-1 0 0,2 0 1 0 0,0 0-1 0 0,1 1 1 0 0,0-1 0 0 0,1 0-1 0 0,1 1 1 0 0,1 0-1 0 0,0 0 1 0 0,1 0 0 0 0,13-25-1 0 0,-15 34 0 0 0,0 0 0 0 0,0 0-1 0 0,0 0 1 0 0,1 0 0 0 0,0 1-1 0 0,0-1 1 0 0,0 1 0 0 0,0 0-1 0 0,1 1 1 0 0,0 0 0 0 0,0 0-1 0 0,0 0 1 0 0,1 0 0 0 0,13-4-1 0 0,-9 4 9 0 0,1 2 0 0 0,-1-1 0 0 0,1 2 0 0 0,0 0 0 0 0,0 0 0 0 0,0 1-1 0 0,0 0 1 0 0,17 3 0 0 0,133 27 32 0 0,-160-29-33 0 0,1-1 4 0 0,25 1 70 0 0,-26 0-1 0 0,1-2-77 0 0,7 0 1 0 0,-8 1-4 0 0,11-13 27 0 0,-11 7-30 0 0,1-10 441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11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 1316 0 0,'-11'5'3524'0'0,"-31"10"4298"0"0,35-10-6989 0 0,6-5-803 0 0,1 1 0 0 0,0-1 1 0 0,0 0-1 0 0,0 0 0 0 0,-1 0 0 0 0,1 0 1 0 0,0 0-1 0 0,0 1 0 0 0,0-1 1 0 0,0 0-1 0 0,0 0 0 0 0,-1 0 1 0 0,1 1-1 0 0,0-1 0 0 0,0 0 1 0 0,0 0-1 0 0,0 0 0 0 0,0 1 1 0 0,0-1-1 0 0,0 0 0 0 0,0 0 1 0 0,0 1-1 0 0,0-1 0 0 0,0 0 1 0 0,0 0-1 0 0,0 1 0 0 0,0-1 1 0 0,0 0-1 0 0,0 0 0 0 0,0 0 1 0 0,0 1-1 0 0,0-1 0 0 0,0 0 1 0 0,0 0-1 0 0,0 1 0 0 0,1-1 0 0 0,-1 0 1 0 0,0 0-1 0 0,0 0 0 0 0,0 0 1 0 0,0 1-1 0 0,0-1 0 0 0,1 0 1 0 0,-1 0-1 0 0,0 0 0 0 0,0 0 1 0 0,1 1-1 0 0,10 3 247 0 0,-1-1-1 0 0,2 1 1 0 0,-1-2-1 0 0,0 0 1 0 0,1 0-1 0 0,-1-1 1 0 0,19 0-1 0 0,85-7 180 0 0,120-11-177 0 0,-233 16-248 0 0,13 0 3 0 0,1 0-255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11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9 1632 0 0,'-47'-8'6744'0'0,"45"8"-5867"0"0,-2 0-96 0 0,3 0-601 0 0,-1 0 0 0 0,0 1 1 0 0,0-1-1 0 0,1 0 1 0 0,-1 1-1 0 0,0 0 1 0 0,0-1-1 0 0,1 1 0 0 0,-1 0 1 0 0,1 0-1 0 0,-1 0 1 0 0,0 0-1 0 0,1 0 1 0 0,0 0-1 0 0,-1 0 0 0 0,1 1 1 0 0,0-1-1 0 0,0 0 1 0 0,-2 2-1 0 0,1 1 98 0 0,0-1-1 0 0,1 1 1 0 0,-1-1-1 0 0,1 1 1 0 0,0 0 0 0 0,0 0-1 0 0,0-1 1 0 0,-1 8-1 0 0,1 8 362 0 0,1-1-1 0 0,1 1 0 0 0,3 20 1 0 0,-2-22-378 0 0,12 97 824 0 0,-4-47-667 0 0,0 82-1 0 0,-11-123-355 0 0,-1 28-890 0 0,2-51 382 0 0,1 0 0 0 0,-1 0 0 0 0,0 0 0 0 0,1 0-1 0 0,-1-1 1 0 0,1 1 0 0 0,0 0 0 0 0,0 0 0 0 0,0-1 0 0 0,0 1 0 0 0,1 0 0 0 0,-1-1-1 0 0,3 4 1 0 0,8 0-4464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12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92 1228 0 0,'-3'0'1689'0'0,"-8"-1"154"0"0,1 0 1 0 0,-1-1-1 0 0,-12-3 1403 0 0,45 19-2327 0 0,-11-6-696 0 0,3 1-2 0 0,-1 0 0 0 0,0 0 0 0 0,-1 1 0 0 0,0 1 0 0 0,-1 0 0 0 0,0 1 0 0 0,14 20 0 0 0,-16-17-116 0 0,-2 1 0 0 0,0 0 0 0 0,0 0 0 0 0,-2 1 0 0 0,0 0 0 0 0,-1-1 0 0 0,0 2 0 0 0,1 24 0 0 0,-3-29-18 0 0,-2-11-37 0 0,0-2-44 0 0,0 1 0 0 0,0-1 0 0 0,0 1 0 0 0,1-1 0 0 0,-1 1-1 0 0,0-1 1 0 0,0 1 0 0 0,0-1 0 0 0,0 1 0 0 0,0-1-1 0 0,0 1 1 0 0,-1-1 0 0 0,1 1 0 0 0,0-1 0 0 0,0 1 0 0 0,0-1-1 0 0,0 1 1 0 0,-1-1 0 0 0,1 0 0 0 0,0 1 0 0 0,-1 0-1 0 0,-1-3-11 0 0,1 0-1 0 0,-1 0 0 0 0,1 0 0 0 0,-1-1 1 0 0,1 1-1 0 0,0 0 0 0 0,0-1 0 0 0,0 1 1 0 0,0-1-1 0 0,0 1 0 0 0,0-1 0 0 0,1 1 1 0 0,-1-1-1 0 0,1 1 0 0 0,-1-5 0 0 0,-1-49-90 0 0,2 47 82 0 0,1-9-8 0 0,1 1-1 0 0,1-1 1 0 0,0 1 0 0 0,1 0 0 0 0,1 0-1 0 0,1 0 1 0 0,0 1 0 0 0,1-1 0 0 0,1 2 0 0 0,0-1-1 0 0,1 1 1 0 0,1 0 0 0 0,0 1 0 0 0,1 0 0 0 0,15-15-1 0 0,-23 27 45 0 0,0-1 0 0 0,0 0 0 0 0,0 1 0 0 0,1 0-1 0 0,-1-1 1 0 0,1 2 0 0 0,0-1 0 0 0,-1 0 0 0 0,1 1-1 0 0,0-1 1 0 0,0 1 0 0 0,0 0 0 0 0,0 0 0 0 0,0 1-1 0 0,0-1 1 0 0,0 1 0 0 0,0 0 0 0 0,6 0-1 0 0,-7 1 36 0 0,1 0-1 0 0,0 0 1 0 0,0 0-1 0 0,-1 1 1 0 0,1 0-1 0 0,-1-1 0 0 0,1 1 1 0 0,-1 0-1 0 0,0 1 1 0 0,0-1-1 0 0,0 1 0 0 0,0-1 1 0 0,0 1-1 0 0,0 0 1 0 0,-1 0-1 0 0,1 0 1 0 0,-1 0-1 0 0,0 0 0 0 0,4 8 1 0 0,1 5 121 0 0,0 1 0 0 0,0 0 0 0 0,-2 1-1 0 0,0-1 1 0 0,-1 1 0 0 0,-1 0 0 0 0,2 26 0 0 0,-3 4 75 0 0,-6 76 0 0 0,-3-43-66 0 0,7-79-162 0 0,2 21-1550 0 0,11-34-2122 0 0,-1 0 0 0 0,15-18-1 0 0,-17 18-330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12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0 256 0 0,'-7'7'13204'0'0,"8"-5"-13089"0"0,0-1-1 0 0,0 1 1 0 0,0-1 0 0 0,0 0-1 0 0,0 0 1 0 0,0 1 0 0 0,0-1-1 0 0,1 0 1 0 0,-1 0 0 0 0,0 0-1 0 0,1 0 1 0 0,-1 0 0 0 0,1-1-1 0 0,-1 1 1 0 0,1 0 0 0 0,-1-1-1 0 0,1 1 1 0 0,-1-1 0 0 0,1 1-1 0 0,0-1 1 0 0,-1 0 0 0 0,4 0-1 0 0,46 3 675 0 0,-31-2-666 0 0,18 1 41 0 0,0-1 0 0 0,56-7 0 0 0,-37 2-95 0 0,52-7 26 0 0,-105 10-83 0 0,14-1 103 0 0,8-4-1512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13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39 197 872 0 0,'-12'-5'5433'0'0,"-1"-1"-879"0"0,-1 0-1350 0 0,26 10-2546 0 0,-1 1-413 0 0,-1 0 0 0 0,1 1 0 0 0,-1 0 0 0 0,-1 1 1 0 0,1 0-1 0 0,-1 1 0 0 0,0 0 0 0 0,-1 0 0 0 0,12 15 1 0 0,-9-9-128 0 0,-1 0 1 0 0,0 0 0 0 0,-1 1-1 0 0,-1 0 1 0 0,-1 1 0 0 0,7 18 0 0 0,-10-19-13 0 0,-1 1 0 0 0,-1 0 0 0 0,0-1 0 0 0,-1 1 0 0 0,-1 0 0 0 0,-2 21 0 0 0,1 4 204 0 0,0-26 1000 0 0,1-15-1294 0 0,0 0 49 0 0,0 0-49 0 0,0 0 0 0 0,0 0 0 0 0,0 0 0 0 0,0 0 0 0 0,0 0 0 0 0,-1 0 0 0 0,1 0 0 0 0,0 0 0 0 0,0 0 0 0 0,0 0 0 0 0,0 0 0 0 0,0 0 0 0 0,0 0 0 0 0,0 0 0 0 0,0 0 0 0 0,0 0 1 0 0,0 0-1 0 0,0 0 0 0 0,0 0 0 0 0,0 0 0 0 0,0 0 0 0 0,0 0 0 0 0,0 0 0 0 0,0 0 0 0 0,0 0 0 0 0,-1 0 0 0 0,1 0 0 0 0,0 0 0 0 0,0 0 0 0 0,0 0 0 0 0,0 0 0 0 0,0 0 1 0 0,0 0 31 0 0,0 0-32 0 0,0 0 0 0 0,0 0 0 0 0,0 0 0 0 0,0 0 0 0 0,0 0 0 0 0,0 1 0 0 0,0-1 0 0 0,0 0 0 0 0,0 0 0 0 0,0 0 0 0 0,0-26 245 0 0,8-9-247 0 0,2 0 0 0 0,2 1 0 0 0,1 0 0 0 0,1 1 0 0 0,37-62 0 0 0,-3 23-68 0 0,81-96 0 0 0,-99 133 43 0 0,-29 34 11 0 0,3-4-81 0 0,-28 1-9941 0 0,21 5 9316 0 0,-1-1-1 0 0,-3 2 1 0 0,1-1-872 0 0,-11 1-3645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13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1 364 0 0,'0'0'8229'0'0,"31"5"-12684"0"0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14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1 976 0 0,'0'0'1968'0'0,"12"2"-292"0"0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14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1 392 0 0,'0'0'3272'0'0,"3"0"-2743"0"0,24 0 841 0 0,-24 0-1998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15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28 1264 0 0,'-4'-7'11538'0'0,"16"10"-11396"0"0,2-2 0 0 0,-1 0 0 0 0,0 0 0 0 0,25-3 0 0 0,56-11-37 0 0,-22 1-2752 0 0,-70 12 1980 0 0,1 0-4 0 0,22 6-4453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15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59 1364 0 0,'-2'1'1390'0'0,"-41"34"6752"0"0,40-29-7839 0 0,3-2-52 0 0,11-4-114 0 0,24-6-4 0 0,0-1 1 0 0,56-20-1 0 0,-37 10-533 0 0,74-24-6077 0 0,-106 34 3771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16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78 1952 0 0,'-3'-11'10406'0'0,"19"22"-8178"0"0,19 22-2394 0 0,-25-20 311 0 0,-1 1 0 0 0,-1 0-1 0 0,0 0 1 0 0,-1 0 0 0 0,-1 1 0 0 0,0 0 0 0 0,-1 1-1 0 0,0-1 1 0 0,-1 1 0 0 0,2 20 0 0 0,-6-31-128 0 0,2 15 252 0 0,7 36 0 0 0,-8-55 99 0 0,-5-25-350 0 0,4 11-34 0 0,1 0 1 0 0,-1 0 0 0 0,2 0 0 0 0,0 1 0 0 0,0-1 0 0 0,2 0-1 0 0,-1 1 1 0 0,7-13 0 0 0,0 1-5 0 0,1 2-1 0 0,1 0 1 0 0,17-25 0 0 0,-16 32-23 0 0,0 0 0 0 0,1 0 0 0 0,28-22 0 0 0,-31 28 5 0 0,-8 7 15 0 0,0-1-1 0 0,0 1 1 0 0,1 0-1 0 0,0 1 0 0 0,-1-1 1 0 0,1 1-1 0 0,0-1 1 0 0,4 0-1 0 0,-6 2 5 0 0,1 0 6 0 0,1 1 8 0 0,0-1 0 0 0,1 1 0 0 0,-1 0 0 0 0,0 0 0 0 0,0 1 0 0 0,0-1 0 0 0,0 1 0 0 0,0 0-1 0 0,0 0 1 0 0,0 0 0 0 0,-1 1 0 0 0,1-1 0 0 0,-1 1 0 0 0,6 5 0 0 0,-4-2 57 0 0,0 0 1 0 0,-1 0-1 0 0,0 1 1 0 0,0-1-1 0 0,0 1 0 0 0,0 0 1 0 0,3 13-1 0 0,-1 0 139 0 0,-1 0-1 0 0,-1 0 0 0 0,0 1 1 0 0,-2-1-1 0 0,0 30 1 0 0,-13 127 505 0 0,11-176-694 0 0,0 0-1 0 0,0-1 1 0 0,0 1-1 0 0,0 0 1 0 0,0 0-1 0 0,0 0 1 0 0,1-1-1 0 0,-1 1 1 0 0,0 0-1 0 0,0 0 0 0 0,0-1 1 0 0,1 1-1 0 0,-1 0 1 0 0,0-1-1 0 0,1 1 1 0 0,-1 0-1 0 0,1-1 1 0 0,-1 1-1 0 0,1 0 1 0 0,-1-1-1 0 0,1 1 1 0 0,-1-1-1 0 0,1 1 0 0 0,-1-1 1 0 0,1 1-1 0 0,0-1 1 0 0,-1 0-1 0 0,1 1 1 0 0,0-1-1 0 0,-1 0 1 0 0,1 1-1 0 0,0-1 1 0 0,0 0-1 0 0,-1 0 1 0 0,1 0-1 0 0,0 1 0 0 0,0-1 1 0 0,0 0-1 0 0,-1 0 1 0 0,1 0-1 0 0,0 0 1 0 0,0 0-1 0 0,-1-1 1 0 0,1 1-1 0 0,1 0 1 0 0,4-2-145 0 0,1 1 0 0 0,-1-2 1 0 0,0 1-1 0 0,8-4 1 0 0,-5 2-230 0 0,88-38-3104 0 0,-34 11-1572 0 0,-13 4-1471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22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93 952 0 0,'-3'-6'9586'0'0,"6"8"-9541"0"0,0-1 0 0 0,0 0 0 0 0,0 0 1 0 0,0 0-1 0 0,0-1 0 0 0,1 1 0 0 0,-1-1 0 0 0,0 0 0 0 0,0 0 0 0 0,5 0 0 0 0,39-4 122 0 0,-38 4-124 0 0,965-62 744 0 0,-651 48-691 0 0,-246 10-74 0 0,131-4 186 0 0,-175 6-58 0 0,-30 2-138 0 0,-34 9-10127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2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96 1288 0 0,'-17'5'2235'0'0,"-29"4"1454"0"0,44-9-3205 0 0,-18 5 1218 0 0,30-7-743 0 0,34-8-365 0 0,-42 10-582 0 0,161-35 332 0 0,0 7 0 0 0,2 8 0 0 0,189 0-1 0 0,221 31-153 0 0,-502-7 1191 0 0,-70-4-1131 0 0,1 0 2 0 0,9 0-13 0 0,-9 0-18 0 0,-2 0-17 0 0,40 0 902 0 0,-40 0-981 0 0,14-2-61 0 0,-7 3-796 0 0,-9 1-58 0 0,-14 8-869 0 0,-26 10-1334 0 0,6-12-1180 0 0,11-5 554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23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1 188 0 0,'0'0'3026'0'0,"-10"10"-4325"0"0,3-1 656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24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0 120 0 0,'0'0'1344'0'0,"-4"11"-1200"0"0,-4 1-1040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24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22 696 0 0,'0'0'1077'0'0,"0"-21"452"0"0,6 29-2732 0 0,-1-1 512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28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33 80 0 0,'0'0'6023'0'0,"-3"-10"-5610"0"0,3 8-417 0 0,1 0 21 0 0,-1 1 1 0 0,0 0-1 0 0,0-1 0 0 0,1 1 0 0 0,-1 0 0 0 0,0 0 1 0 0,1 0-1 0 0,0-1 0 0 0,-1 1 0 0 0,1 0 1 0 0,0 0-1 0 0,-1 0 0 0 0,1 0 0 0 0,2-2 551 0 0,11 4-4037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36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84 1960 0 0,'-7'-12'1476'0'0,"3"0"-412"0"0,1 2-184 0 0,0 3-299 0 0,-3-2 79 0 0,3-3-628 0 0,-2 0-500 0 0,1 2-813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39:36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1 748 0 0,'17'0'980'0'0,"-2"1"316"0"0,4-1-456 0 0,-2 2-268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46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 0 0,'0'0'348'0'0,"12"3"-352"0"0,-1 0-232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49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9 372 0 0,'0'0'2380'0'0,"17"-1"-2508"0"0,0-3-864 0 0,-5 1 456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49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94 76 0 0,'0'0'1737'0'0,"0"-1"-1772"0"0,1 1 0 0 0,-1 0 0 0 0,1 0 1 0 0,0 0-1 0 0,-1 0 0 0 0,1-1 0 0 0,-1 1 1 0 0,1 0-1 0 0,-1-1 0 0 0,1 1 0 0 0,-1 0 0 0 0,0-1 1 0 0,1 1-1 0 0,-1-1 0 0 0,1 1 0 0 0,-1-1 1 0 0,1 0-1 0 0,-3 0-17 0 0,1-1 1 0 0,-1 0-1 0 0,1 0 1 0 0,0 0-1 0 0,0 0 0 0 0,0 0 1 0 0,0 0-1 0 0,-1-4 1 0 0,1 4 29 0 0,-1-8 165 0 0,1 9-119 0 0,-1-12 250 0 0,2 12-229 0 0,13-25-84 0 0,-1 15-434 0 0,-11 10 230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50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2 200 0 0,'0'0'0'0'0,"15"-2"-120"0"0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36.55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35 17 180 0 0,'-11'-6'3880'0'0,"-12"-5"-2608"0"0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39.81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1 424 0 0,'0'0'3088'0'0,"10"2"-2480"0"0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40.28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 1 284 0 0,'-6'8'2364'0'0,"3"-1"-2352"0"0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40.4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1 184 0 0,'0'0'2860'0'0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50.54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0 720 0 0,'0'0'2528'0'0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50.7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14 468 0 0,'2'-13'3941'0'0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52.12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1 436 0 0,'0'0'12497'0'0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53.45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0 432 0 0,'0'0'5329'0'0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54.2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 0 1216 0 0,'-2'9'5293'0'0,"0"1"-5177"0"0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55.43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1160 0 0,'26'6'9931'0'0,"-23"-6"-10044"0"0,1 0 149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0:58.41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 1 284 0 0,'0'0'344'0'0,"-12"7"-564"0"0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1:04.4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1 196 0 0,'0'0'2112'0'0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1:05.27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4 304 0 0,'0'0'3152'0'0,"11"-4"-3452"0"0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0:57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 40 0 0,'0'0'415'0'0,"-7"-7"-647"0"0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1:20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60 0 0,'0'0'1356'0'0,"7"-7"-1136"0"0,5 11-332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1:21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81 388 0 0,'0'0'3442'0'0,"3"-10"-1544"0"0,-5 4-1908 0 0,1 5 14 0 0,2-1-19 0 0,1-3 18 0 0,-1 3-3 0 0,1-18 9 0 0,-1 13-5 0 0,-1 5 3 0 0,1-14-131 0 0,0 6-1081 0 0,-1 19-138 0 0,0-7 689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1:34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1 180 0 0,'0'0'5475'0'0,"1"1"-5485"0"0,6 3 650 0 0,-1 2-397 0 0,-5-5-216 0 0,-1 0-1 0 0,1-1 0 0 0,-1 1 1 0 0,1 0-1 0 0,-1-1 1 0 0,1 1-1 0 0,-1 0 0 0 0,1-1 1 0 0,0 1-1 0 0,-1-1 1 0 0,1 1-1 0 0,0-1 0 0 0,0 1 1 0 0,-1-1-1 0 0,1 1 0 0 0,0-1 1 0 0,0 0-1 0 0,0 0 1 0 0,1 1-1 0 0,34 12 480 0 0,15-6-269 0 0,1-3-1 0 0,59-1 1 0 0,-14-1-194 0 0,160-2 17 0 0,-18 0-29 0 0,-132 4-17 0 0,378 21 13 0 0,-329-11-24 0 0,158 15-2 0 0,317 19 77 0 0,-513-41-63 0 0,424 23 1032 0 0,262-12-332 0 0,-39-37-663 0 0,-680 16-30 0 0,559-24 59 0 0,-53 8 83 0 0,260-10 51 0 0,423 6-114 0 0,-507 29-78 0 0,75 11 40 0 0,-420-5-56 0 0,175 1 24 0 0,-577-13-130 0 0,5 1-171 0 0,-1-2 1 0 0,1 0 0 0 0,24-6 0 0 0,-38 2-3644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1:22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16 496 0 0,'0'0'715'0'0,"14"-6"850"0"0,-8 4-1486 0 0,0 1 0 0 0,0-1-1 0 0,0 1 1 0 0,0 0 0 0 0,0 0-1 0 0,6 0 1 0 0,-9 1-514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1:23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67 344 0 0,'0'0'1656'0'0,"15"-5"-165"0"0,15-19 398 0 0,-29 24-1817 0 0,15-22 831 0 0,-16 19-871 0 0,0 2-36 0 0,0 1-1 0 0,0-1 0 0 0,0 1 0 0 0,0 0 1 0 0,0-1-1 0 0,0 1 0 0 0,0-1 0 0 0,0 1 1 0 0,0-1-1 0 0,0 1 0 0 0,0 0 0 0 0,0-1 1 0 0,0 1-1 0 0,1-1 0 0 0,-1 1 0 0 0,0 0 1 0 0,0-1-1 0 0,0 1 0 0 0,1 0 0 0 0,-1-1 1 0 0,0 1-1 0 0,0 0 0 0 0,1-1 0 0 0,-1 1 1 0 0,0 0-1 0 0,1-1 0 0 0,-1 1 0 0 0,0 0 1 0 0,1 0-1 0 0,-1-1 0 0 0,0 1 0 0 0,1 0 1 0 0,-1 0-1 0 0,1 0 0 0 0,-1 0 0 0 0,0 0 1 0 0,1-1-1 0 0,-1 1 0 0 0,1 0 0 0 0,-1 0 1 0 0,1 0-1 0 0,-1 0 0 0 0,0 0 0 0 0,1 0 1 0 0,-1 0-1 0 0,1 1 0 0 0,-1-1 0 0 0,1 0 1 0 0,1 0-131 0 0,3 5-626 0 0,4 4-1716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1:36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22 164 1056 0 0,'0'0'6741'0'0,"-22"6"-3112"0"0,32-4-3537 0 0,-1 0 1 0 0,1 0 0 0 0,-1-1 0 0 0,1 0-1 0 0,0-1 1 0 0,12 0 0 0 0,66-10 200 0 0,-32 3-215 0 0,595-33 71 0 0,2 26-145 0 0,-396 11 4 0 0,1379-27 89 0 0,-402-3 152 0 0,-619 17-251 0 0,-340 11 28 0 0,228 0-78 0 0,-444 1 265 0 0,-56 4-157 0 0,-1 0-200 0 0,8-1 399 0 0,-53-5-7595 0 0,12 3 3779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1:42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1 190 992 0 0,'0'0'3954'0'0,"5"8"-1315"0"0,-4-8-2581 0 0,-1 1-1 0 0,0 0 0 0 0,1-1 0 0 0,-1 1 1 0 0,1-1-1 0 0,-1 1 0 0 0,0-1 0 0 0,1 1 1 0 0,0-1-1 0 0,-1 0 0 0 0,1 1 0 0 0,-1-1 1 0 0,1 1-1 0 0,-1-1 0 0 0,1 0 1 0 0,0 0-1 0 0,-1 1 0 0 0,1-1 0 0 0,0 0 1 0 0,-1 0-1 0 0,1 0 0 0 0,0 0 0 0 0,-1 0 1 0 0,2 0-1 0 0,0 1 288 0 0,37 8 21 0 0,4-3 247 0 0,0-2 0 0 0,44-1 1 0 0,-72-3-602 0 0,184-2 647 0 0,-62-6-51 0 0,-70 1-502 0 0,146-9 37 0 0,-149 14-110 0 0,85 8 0 0 0,61 19 32 0 0,68 7-82 0 0,-202-26 52 0 0,365 17 21 0 0,-94-11 71 0 0,-1 0-135 0 0,-234-12-10 0 0,274 3 31 0 0,148-22 41 0 0,262-59 517 0 0,-286 24-255 0 0,239-28 123 0 0,148 16-277 0 0,-761 60-150 0 0,76-1 16 0 0,-209 7-23 0 0,-1 0 5 0 0,8 0 246 0 0,2 0-953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2:22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0 376 0 0,'0'0'636'0'0,"7"7"-280"0"0,-2 0-1260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2:23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4 432 0 0,'0'0'1527'0'0,"12"-4"-1943"0"0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2:32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0 776 0 0,'0'0'7139'0'0,"16"1"-6186"0"0,127 6 588 0 0,18 2-1240 0 0,25 5-177 0 0,16 2-38 0 0,323 44 85 0 0,-288-43 529 0 0,242-15 1 0 0,-249 0-628 0 0,-67 1-31 0 0,471-10 51 0 0,29-27 76 0 0,-473 17 375 0 0,121-6 456 0 0,-155 10-885 0 0,-13 0-68 0 0,216 11-93 0 0,13 25 71 0 0,-326-19-24 0 0,39 2 2 0 0,466 39 54 0 0,-28-5-32 0 0,-38-3 0 0 0,-141-20-35 0 0,-233-13 16 0 0,126 3 24 0 0,-187-5-24 0 0,213 17-4 0 0,-93-2-3 0 0,436 4 26 0 0,-147-19-31 0 0,-165 5 12 0 0,0 0 0 0 0,-176-5 12 0 0,80-2-19 0 0,24 3-26 0 0,-158 0 31 0 0,-43-2 1 0 0,-1-1-4 0 0,153-3-74 0 0,928-44 66 0 0,-417 25 39 0 0,-343 13-99 0 0,110-4 128 0 0,-31 8-112 0 0,-265 6 26 0 0,210 9 18 0 0,-1 1 82 0 0,-7-1-138 0 0,-65 9 24 0 0,-22 5 131 0 0,-263-24-76 0 0,22-1 4 0 0,-27 1-20 0 0,36 5 25 0 0,-24-3-19 0 0,58 3-1 0 0,-20-2-12 0 0,121 9-123 0 0,-170-12 143 0 0,14 0 11 0 0,7 2-12 0 0,-22-2-9 0 0,1 0-30 0 0,7 0 31 0 0,-7 0 23 0 0,7 1 21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2:33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13 268 0 0,'0'0'392'0'0,"-8"-7"412"0"0,-1 2-232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2:28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4 452 0 0,'0'0'768'0'0,"-14"1"1228"0"0,-3 1-1740 0 0,8-9-2188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2:25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0 432 0 0,'0'0'4054'0'0,"-5"10"-5600"0"0,2-2 1010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2:26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1 376 0 0,'0'0'2326'0'0,"9"3"-3010"0"0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2:27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1 580 0 0,'0'0'2658'0'0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2:27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16 284 0 0,'0'0'2686'0'0,"10"-4"-1017"0"0,0-8-3309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2:37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117 248 880 0 0,'0'0'10551'0'0,"-12"4"-9235"0"0,-42-13 650 0 0,51 9-1834 0 0,-35-2 282 0 0,35 2-408 0 0,-1 9 12 0 0,3-6-17 0 0,1 0 0 0 0,-1-1 1 0 0,1 1-1 0 0,0 0 1 0 0,0 0-1 0 0,0 1 0 0 0,0-1 1 0 0,0 0-1 0 0,1-1 1 0 0,-1 1-1 0 0,1 0 0 0 0,0 0 1 0 0,2 5-1 0 0,-3-6 6 0 0,1 1 99 0 0,-1-1 1 0 0,0 1 0 0 0,1 0 0 0 0,0 0-1 0 0,0-1 1 0 0,0 1 0 0 0,0 0 0 0 0,2 3-1 0 0,87-32-113 0 0,26-7 4 0 0,117-15 1 0 0,439-31 0 0 0,255 99 3 0 0,-463 7 46 0 0,-161-16-68 0 0,196 3 12 0 0,62 3 57 0 0,-36 16-55 0 0,-4 25 49 0 0,-299-28-46 0 0,107 17-4 0 0,-108-20 47 0 0,-187-24-36 0 0,237 3-8 0 0,0-20-2 0 0,-173 8 5 0 0,347-29-73 0 0,181-1 10 0 0,-352 12 12 0 0,-197 15 45 0 0,437-57-41 0 0,7 10-22 0 0,-494 53 67 0 0,133-17 16 0 0,212-56 0 0 0,-245 51-105 0 0,22-7-300 0 0,-85 21-261 0 0,-62 10 541 0 0,1 1 3 0 0,7-3-89 0 0,29-6-2896 0 0,-33 3 1903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2:40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1 163 196 0 0,'0'0'4210'0'0,"1"11"111"0"0,-1-11-4295 0 0,0 1 0 0 0,0-1 0 0 0,0 1 0 0 0,-1-1 0 0 0,1 1 0 0 0,0-1 0 0 0,0 1 0 0 0,0 0 0 0 0,0-1 0 0 0,0 1 0 0 0,0-1 0 0 0,0 1 0 0 0,0-1 0 0 0,0 1 0 0 0,1 0 0 0 0,-1-1 0 0 0,0 1 0 0 0,0-1 0 0 0,0 1 0 0 0,1-1 0 0 0,-1 1 0 0 0,0-1 0 0 0,1 1 0 0 0,-1-1 0 0 0,0 1 0 0 0,1-1 0 0 0,-1 0 0 0 0,1 1 0 0 0,-1-1 0 0 0,0 1 0 0 0,1-1 0 0 0,-1 0 0 0 0,1 1 0 0 0,-1-1 0 0 0,1 0 0 0 0,0 0 0 0 0,-1 0 0 0 0,1 1 0 0 0,-1-1 0 0 0,1 0 0 0 0,-1 0 0 0 0,1 0 0 0 0,-1 0 0 0 0,1 0 0 0 0,0 0 0 0 0,2 0 8 0 0,1 0-3 0 0,169-13 197 0 0,461-25 159 0 0,1 51-187 0 0,-314 11 118 0 0,415-23 0 0 0,-112-23-95 0 0,-1 47-157 0 0,-9 32 27 0 0,57-29-16 0 0,38-55-54 0 0,-481 17-14 0 0,434-14 90 0 0,-54 16 21 0 0,-42 0 57 0 0,201-19-115 0 0,-524 12-26 0 0,5-1-6 0 0,552-27 5 0 0,-513 23-29 0 0,171-3-16 0 0,-290 15 16 0 0,-121 6-10 0 0,775-34 25 0 0,44 40-18 0 0,-560 14-241 0 0,45 22 484 0 0,-223-23-86 0 0,-83-13-98 0 0,65-2-1 0 0,-55-3-97 0 0,-38-2 93 0 0,-11 2-1220 0 0,-19 7-1554 0 0,-4 0-100 0 0,3 0-905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2:44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61 117 8 0 0,'0'0'893'0'0,"-2"0"-155"0"0,-26-1 1209 0 0,26 1-786 0 0,-1 0-862 0 0,0 0-573 0 0,-19 1 6138 0 0,29 2-6120 0 0,-5-2 521 0 0,13 1 141 0 0,-6-2-289 0 0,0-1 0 0 0,1 0 0 0 0,-1 0 0 0 0,10-3 0 0 0,27-4-54 0 0,1 1 0 0 0,72 0-1 0 0,479 18-39 0 0,-519-7 11 0 0,229 1 28 0 0,391-43 0 0 0,-441 9-21 0 0,69-5-57 0 0,-147 23 66 0 0,-177 11-35 0 0,14 0 284 0 0,16-1 607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0:42:47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91 11225,'8454'-91'0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2:54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1 572 0 0,'0'0'3164'0'0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2:55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19 320 0 0,'0'0'1864'0'0,"4"-8"-704"0"0,-4 7-1147 0 0,-1 0 0 0 0,0 0 0 0 0,1 0 0 0 0,-1 1 0 0 0,0-1 0 0 0,0 0 0 0 0,0 0 0 0 0,0 1 0 0 0,0-1 0 0 0,0 1 0 0 0,0-1 0 0 0,0 1 1 0 0,0-1-1 0 0,-1 1 0 0 0,0-1 217 0 0,-29 3 1216 0 0,15-1-977 0 0,13 0-251 0 0,-45 0 1675 0 0,45-1-1654 0 0,-15-1 634 0 0,-12 1-30 0 0,30 0-790 0 0,0 1-36 0 0,1 0 1 0 0,0 0 0 0 0,-1 0-1 0 0,1 0 1 0 0,-1 0-1 0 0,1 0 1 0 0,0-1-1 0 0,0 1 1 0 0,-1 0 0 0 0,1 0-1 0 0,0-1 1 0 0,0 1-1 0 0,0 0 1 0 0,0-1-1 0 0,1 1 1 0 0,38 6 526 0 0,1 1-351 0 0,298 25 122 0 0,-22-11-122 0 0,-148-13-125 0 0,270 30-17 0 0,79 5 5 0 0,-141-30-122 0 0,-145-6 162 0 0,241 0-42 0 0,220 8-32 0 0,-435-13-89 0 0,1131 27 65 0 0,-744-10 23 0 0,-360-13-2 0 0,8 2-37 0 0,501 12 60 0 0,726 21 0 0 0,-890-30-18 0 0,-576-12-32 0 0,529 8-17 0 0,-403-7-1744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2:58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87 256 0 0,'-16'-4'1602'0'0,"-28"-12"282"0"0,42 15-1705 0 0,-20-8 1321 0 0,18 6-1701 0 0,2 3 573 0 0,1-1 1 0 0,0 0-1 0 0,-1 0 0 0 0,1 1 0 0 0,0-1 0 0 0,-1 0 0 0 0,1 0 0 0 0,0-1 0 0 0,0 1 0 0 0,-3-4 803 0 0,13-1-552 0 0,9 0-380 0 0,0 0 1 0 0,0 1-1 0 0,0 1 1 0 0,1 0-1 0 0,21 0 1 0 0,97 0 41 0 0,-117 4-262 0 0,715 39 263 0 0,-450-10-153 0 0,-179-20-95 0 0,467 24 204 0 0,470-54 1094 0 0,-560-18-418 0 0,-153 9-420 0 0,-79 17-1054 0 0,-254 24-2369 0 0,-6-1-1112 0 0,-5-2-2000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3:12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32 0 0,'0'0'3286'0'0,"-6"5"-4982"0"0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3:13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0 224 0 0,'0'0'1564'0'0,"8"4"-1632"0"0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3:14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9 128 0 0,'0'0'4320'0'0,"-2"-8"-3230"0"0,4 10-1372 0 0,-1 0 1 0 0,1 1-1 0 0,0-1 0 0 0,0 0 1 0 0,0 0-1 0 0,0 0 0 0 0,0 0 1 0 0,5 2-1 0 0,-2 1-317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3:21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1 640 0 0,'0'0'621'0'0,"-7"25"800"0"0,7-23-1699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3:22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1 584 0 0,'0'0'2476'0'0,"16"2"-2148"0"0,-11 4-648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3:22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11 852 0 0,'0'0'3008'0'0,"6"-10"-1522"0"0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3:23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40 0 0,'0'0'2839'0'0,"14"10"-3283"0"0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3:23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10 964 0 0,'0'0'4529'0'0,"12"-9"-1995"0"0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3:24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0 268 0 0,'0'0'2761'0'0,"-6"14"-442"0"0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3:59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2 212 0 0,'0'0'2272'0'0,"15"-2"-1184"0"0,-1 4-2708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1:32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0 616 0 0,'-6'4'6503'0'0,"33"-5"-9530"0"0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2:33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43 288 0 0,'-8'8'2567'0'0,"4"-6"-1711"0"0,1 1 0 0 0,-1 0 1 0 0,1 0-1 0 0,0 0 0 0 0,0 1 0 0 0,0-1 0 0 0,0 1 1 0 0,1 0-1 0 0,-5 7 0 0 0,8-10-826 0 0,0-1 1 0 0,0 1-1 0 0,0-1 0 0 0,0 0 0 0 0,0 1 0 0 0,0-1 1 0 0,0 0-1 0 0,1 0 0 0 0,-1 0 0 0 0,0 0 1 0 0,0 1-1 0 0,0-1 0 0 0,0-1 0 0 0,0 1 1 0 0,0 0-1 0 0,0 0 0 0 0,0 0 0 0 0,1-1 1 0 0,24-3 108 0 0,116-37-1156 0 0,-51 7-4140 0 0,-56 20 1604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3:19.50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47 149 1020 0 0,'-44'11'16185'0'0,"41"-8"-15800"0"0,10 0-203 0 0,-1 0 1 0 0,1 0-1 0 0,0-1 1 0 0,0 0 0 0 0,0 0-1 0 0,0 0 1 0 0,0-1-1 0 0,0 0 1 0 0,0 0 0 0 0,8-1-1 0 0,82-4 167 0 0,-71 2-244 0 0,419-38 262 0 0,517-16-197 0 0,-385 35 80 0 0,179-9 816 0 0,-478 17-463 0 0,272 1 185 0 0,-220 7-140 0 0,144 7-254 0 0,-169 1-252 0 0,491 2 400 0 0,-285 8-223 0 0,-228-4 18 0 0,227 11-333 0 0,-2 0 212 0 0,-259-11-227 0 0,329 0 30 0 0,157-43-35 0 0,-569 23 56 0 0,-104 6-39 0 0,-59 4 8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3:26.23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9 117 1596 0 0,'0'0'9052'0'0,"-8"21"-4700"0"0,8-20-4247 0 0,35 17 1410 0 0,5-10-1062 0 0,1-2 0 0 0,0-2 1 0 0,0-2-1 0 0,47-3 1 0 0,51 2-256 0 0,-103-1-191 0 0,33 0 29 0 0,177-14 348 0 0,14-19-36 0 0,-101 4-44 0 0,90-13-77 0 0,226-5-101 0 0,-325 37-103 0 0,-124 9-12 0 0,30 2-8 0 0,-9 3-2 0 0,-1 1 32 0 0,119 16 434 0 0,-82-11-39 0 0,251 17 818 0 0,-231-21-1193 0 0,115 22 0 0 0,11 19-12 0 0,-181-37 17 0 0,-8-1 142 0 0,1-2 0 0 0,0-1 0 0 0,54-1 0 0 0,-21-5 175 0 0,203-20 72 0 0,-93-4-51 0 0,-182 24-343 0 0,1-1-43 0 0,11-1 81 0 0,36-8 1794 0 0,-48 9-1526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4:03.9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1052 3 260 0 0,'17'-2'12340'0'0,"-28"8"-12484"0"0,-33 7 409 0 0,0 2-1 0 0,2 2 1 0 0,-52 27 0 0 0,-43 18-212 0 0,-38-1-18 0 0,169-60-35 0 0,1 1-1 0 0,-1 1 1 0 0,1-1-1 0 0,0 1 1 0 0,0 0-1 0 0,0 0 1 0 0,0 0-1 0 0,1 1 0 0 0,-1-1 1 0 0,1 1-1 0 0,0 0 1 0 0,0 1-1 0 0,0-1 1 0 0,1 1-1 0 0,-1 0 1 0 0,1 0-1 0 0,0 0 1 0 0,1 0-1 0 0,-4 9 1 0 0,-104 283 207 0 0,-131 573 1 0 0,215-730-175 0 0,7 0 0 0 0,5 1 0 0 0,6 184 0 0 0,2 615 190 0 0,0 80 35 0 0,7-232 2 0 0,-5-341-102 0 0,14-136-32 0 0,55 333 1 0 0,-54-561-128 0 0,15 100 1 0 0,-19-144 7 0 0,2 7 36 0 0,-3 0 0 0 0,2 55 0 0 0,-6 167 266 0 0,3-227-210 0 0,-2-19-107 0 0,-1-16 18 0 0,-1 0-1 0 0,1-1 0 0 0,0 1 0 0 0,0-1 0 0 0,4 7 0 0 0,-1-3 34 0 0,-1 2 23 0 0,1-1-1 0 0,0 0 1 0 0,0 0 0 0 0,1-1 0 0 0,1 1 0 0 0,0-1-1 0 0,0-1 1 0 0,0 0 0 0 0,1 0 0 0 0,1 0 0 0 0,-1-1-1 0 0,1 0 1 0 0,0 0 0 0 0,1-1 0 0 0,-1-1 0 0 0,1 1 0 0 0,0-1-1 0 0,1-1 1 0 0,15 5 0 0 0,10-1-30 0 0,1-2 0 0 0,1-1 0 0 0,53 1 0 0 0,114-13 9 0 0,-102 2-20 0 0,-49 2-5 0 0,1-3 0 0 0,55-13 1 0 0,-103 17-7 0 0,1 0 0 0 0,0 0 1 0 0,-1-1-1 0 0,1 0 1 0 0,10-6-1 0 0,-17 8 32 0 0,2-1-6 0 0,-2 2-39 0 0,-1 0 0 0 0,0 0 1 0 0,0 0-1 0 0,1 0 1 0 0,-1 0-1 0 0,0 0 1 0 0,0 0-1 0 0,1 0 0 0 0,-1 0 1 0 0,0 0-1 0 0,0 0 1 0 0,0-1-1 0 0,1 1 1 0 0,-1 0-1 0 0,0 0 0 0 0,0 0 1 0 0,0 0-1 0 0,1-1 1 0 0,-1 1-1 0 0,0 0 0 0 0,0 0 1 0 0,0 0-1 0 0,0 0 1 0 0,0-1-1 0 0,1 1 1 0 0,-1 0-1 0 0,0 0 0 0 0,0-1 1 0 0,0 1-1 0 0,0 0 1 0 0,0-3 2 0 0,0 0 1 0 0,0 0 0 0 0,0 0 0 0 0,-1 0 0 0 0,1 0 0 0 0,-1 0-1 0 0,0 0 1 0 0,0 0 0 0 0,0 0 0 0 0,0 1 0 0 0,0-1 0 0 0,0 0 0 0 0,-3-3-1 0 0,-27-36-6 0 0,19 26-4 0 0,-18-22 49 0 0,-2 2 1 0 0,-41-36-1 0 0,17 17-76 0 0,54 53-18 0 0,2 2 26 0 0,1 0 36 0 0,-1-1-1 0 0,0 1 1 0 0,0-1-1 0 0,0 1 1 0 0,0-1-1 0 0,1 1 1 0 0,-1-1-1 0 0,0 1 1 0 0,0 0-1 0 0,1-1 1 0 0,-1 1-1 0 0,0-1 1 0 0,1 1-1 0 0,-1 0 1 0 0,1-1 0 0 0,-1 1-1 0 0,0 0 1 0 0,1 0-1 0 0,-1-1 1 0 0,1 1-1 0 0,-1 0 1 0 0,1 0-1 0 0,-1 0 1 0 0,0-1-1 0 0,1 1 1 0 0,-1 0-1 0 0,1 0 1 0 0,-1 0-1 0 0,1 0 1 0 0,-1 0-1 0 0,1 0 1 0 0,-1 0-1 0 0,1 0 1 0 0,-1 0-1 0 0,1 0 1 0 0,-1 0 0 0 0,1 1-1 0 0,-1-1 1 0 0,1 0-1 0 0,0 0 1 0 0,24 7 43 0 0,-23-6-25 0 0,10 3 12 0 0,-1 1-1 0 0,1 0 1 0 0,-1 1-1 0 0,0 0 1 0 0,0 0 0 0 0,-1 1-1 0 0,0 1 1 0 0,0 0 0 0 0,-1 0-1 0 0,0 1 1 0 0,0 0-1 0 0,-1 1 1 0 0,0 0 0 0 0,-1 0-1 0 0,0 0 1 0 0,0 1 0 0 0,-1 0-1 0 0,-1 0 1 0 0,0 1-1 0 0,-1 0 1 0 0,0-1 0 0 0,0 2-1 0 0,-1-1 1 0 0,-1 0 0 0 0,1 15-1 0 0,0 6 4 0 0,-2 1 0 0 0,-1-1 0 0 0,-7 49 0 0 0,-26 97-1159 0 0,-4-46-1883 0 0,-11-7-3739 0 0,22-66 432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4:12.07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0 432 0 0,'0'0'5998'0'0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5:44:16.06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10747,'18798'247'0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4:19.57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44 153 720 0 0,'-11'-8'4671'0'0,"-21"-3"2261"0"0,33 12-6839 0 0,2 0-34 0 0,190 31 973 0 0,-11-22-807 0 0,121 14-186 0 0,-190-9 27 0 0,2-5-1 0 0,134-6 0 0 0,206-43 1379 0 0,-208 3-1182 0 0,-36 5-148 0 0,449-8-13 0 0,-616 39-98 0 0,560-26 208 0 0,-370-11-202 0 0,-204 32-18 0 0,32-3 0 0 0,-59 8 11 0 0,-1 0-5 0 0,6-2 6 0 0,-6 2-8 0 0,0 0-4 0 0,16-3-59 0 0,-3-1-17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4:20.22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0 684 0 0,'0'0'3752'0'0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4:42.5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 2 376 0 0,'-16'-1'11595'0'0,"29"5"-11142"0"0,55 12 58 0 0,106 12 0 0 0,-70-13-415 0 0,112 22-48 0 0,91 14 43 0 0,61-22-50 0 0,3-29 4 0 0,-164-2 49 0 0,482-27 126 0 0,398-17 569 0 0,-545 28 143 0 0,-127 4-831 0 0,49-2 83 0 0,313-19 1031 0 0,-473 29-1135 0 0,-210 7-53 0 0,-92-1-18 0 0,14-1 6 0 0,-13 0-14 0 0,29 1 55 0 0,-29 0-24 0 0,9 1 126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4:45.26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2 217 912 0 0,'0'0'8564'0'0,"0"0"-8525"0"0,0 1 0 0 0,0-1 0 0 0,0 0 0 0 0,-1 1 0 0 0,1-1-1 0 0,0 0 1 0 0,0 1 0 0 0,0-1 0 0 0,0 1 0 0 0,0-1 0 0 0,0 0 0 0 0,0 1-1 0 0,0-1 1 0 0,0 1 0 0 0,0-1 0 0 0,0 0 0 0 0,0 1 0 0 0,0-1 0 0 0,0 0 0 0 0,0 1-1 0 0,1-1 1 0 0,-1 0 0 0 0,0 1 0 0 0,25 5 427 0 0,0-1 0 0 0,0-1-1 0 0,1-1 1 0 0,47-1 0 0 0,451-26 884 0 0,-407 16-881 0 0,19-2 311 0 0,676-27 1015 0 0,-113 30-550 0 0,-470 6-1156 0 0,283 4-50 0 0,36 6 690 0 0,14 1-251 0 0,16-10-421 0 0,-246-3 12 0 0,192-11-97 0 0,235-13 897 0 0,-554 27-833 0 0,356-3 1002 0 0,-163-20-366 0 0,5 0-108 0 0,319-5-464 0 0,-424 18-122 0 0,277-2 40 0 0,17 29-31 0 0,282 7 48 0 0,-696-19-54 0 0,227-25 0 0 0,-75-28 37 0 0,-266 38-1860 0 0,-27 5-3428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5:06.1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26 896 0 0,'2'-25'11420'0'0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5:14.5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8 1604 0 0,'0'0'2988'0'0,"6"-7"-1779"0"0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5:31.3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89 257 224 0 0,'-28'-14'5111'0'0,"-28"-14"4603"0"0,56 28-9680 0 0,-1-1 0 0 0,1 1-1 0 0,0 0 1 0 0,-1-1-1 0 0,1 1 1 0 0,0 0 0 0 0,0-1-1 0 0,-1 1 1 0 0,1 0-1 0 0,0-1 1 0 0,0 1 0 0 0,0-1-1 0 0,-1 1 1 0 0,1-1-1 0 0,0 1 1 0 0,0 0 0 0 0,0-1-1 0 0,0 1 1 0 0,0-1-1 0 0,0 1 1 0 0,0-1 0 0 0,0 1-1 0 0,0-1 1 0 0,0 1 0 0 0,0-1-1 0 0,0 1 1 0 0,0 0-1 0 0,1-1 1 0 0,-1 1 0 0 0,0-1-1 0 0,0 1 1 0 0,0 0-1 0 0,1-1 1 0 0,-1 1 0 0 0,0-1-1 0 0,0 1 1 0 0,1-1-1 0 0,12-12 401 0 0,8-3-380 0 0,1 1 0 0 0,1 2 0 0 0,48-22 0 0 0,81-22-3845 0 0,-130 49 2952 0 0,60-20-4422 0 0,-40 15 580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5:31.9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4 131 492 0 0,'-3'-35'13867'0'0,"4"8"-10271"0"0,-1 26-3506 0 0,0-1 0 0 0,1 1 0 0 0,-1 0 0 0 0,1 0 0 0 0,0 0 0 0 0,0-1 0 0 0,-1 1 0 0 0,1 0 0 0 0,0 0 0 0 0,0 0 0 0 0,0 0 0 0 0,0 0 0 0 0,0 0 0 0 0,0 0 0 0 0,0 1 0 0 0,0-1 0 0 0,1 0 0 0 0,-1 1 0 0 0,2-2 0 0 0,26-9 65 0 0,-23 9-12 0 0,22-6-516 0 0,45-9 0 0 0,-7 7-4658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55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0 408 0 0,'0'0'2112'0'0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4:50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10 263 788 0 0,'0'0'9928'0'0,"-4"8"-8916"0"0,3-8-1001 0 0,1-1 1 0 0,-1 1-1 0 0,1-1 1 0 0,0 1-1 0 0,-1 0 1 0 0,1-1-1 0 0,0 1 1 0 0,-1-1-1 0 0,1 1 1 0 0,0-1-1 0 0,0 1 1 0 0,-1-1-1 0 0,1 1 1 0 0,0-1-1 0 0,0 1 1 0 0,0-1-1 0 0,0 1 1 0 0,0-1-1 0 0,0 1 1 0 0,0-1-1 0 0,0 0 1 0 0,0 1-1 0 0,0-1 1 0 0,0 1-1 0 0,0-1 1 0 0,0 1-1 0 0,0-1 1 0 0,0 1-1 0 0,0-1 1 0 0,1 1-1 0 0,-1-1 1 0 0,0 1-1 0 0,0-1 1 0 0,1 1-1 0 0,-1-1 1 0 0,0 1-1 0 0,1-1 1 0 0,-1 1-1 0 0,1-1 1 0 0,24-8 25 0 0,-16 6-68 0 0,140-37 107 0 0,-38 11-35 0 0,211-84 0 0 0,-314 109 12 0 0,0 0-1 0 0,-1 0 0 0 0,1-1 0 0 0,-1-1 0 0 0,-1 1 0 0 0,1-1 0 0 0,9-10 0 0 0,-15 15 20 0 0,2-5 188 0 0,-8 14-197 0 0,-3 7-51 0 0,0 0 0 0 0,1 0 0 0 0,1 0 1 0 0,0 1-1 0 0,-6 29 0 0 0,6-22 52 0 0,-13 60 385 0 0,-14 147-1 0 0,-2 10 73 0 0,34-234-554 0 0,-2 12 208 0 0,-1 0-1 0 0,-1 0 1 0 0,-1 0-1 0 0,-11 25 1 0 0,14-38-96 0 0,1-1 0 0 0,-1 1 0 0 0,0-1 0 0 0,0 0 1 0 0,0 0-1 0 0,-1 0 0 0 0,0 0 0 0 0,0-1 0 0 0,1 1 0 0 0,-2-1 0 0 0,1 0 1 0 0,0 0-1 0 0,-1-1 0 0 0,1 1 0 0 0,-1-1 0 0 0,0 0 0 0 0,0 0 0 0 0,0-1 1 0 0,0 0-1 0 0,-10 2 0 0 0,-9-1-22 0 0,0-1-1 0 0,0-2 1 0 0,0 0 0 0 0,0-2 0 0 0,0 0-1 0 0,0-2 1 0 0,-26-8 0 0 0,48 12-71 0 0,-25-9-163 0 0,26 9-24 0 0,0 0 1 0 0,0 0-1 0 0,0 0 0 0 0,0 0 0 0 0,1 0 0 0 0,-1 0 1 0 0,0 0-1 0 0,1 0 0 0 0,-1 0 0 0 0,0 0 0 0 0,1 0 1 0 0,-1-1-1 0 0,1 1 0 0 0,0 0 0 0 0,-1 0 0 0 0,1-1 0 0 0,0 1 1 0 0,0-2-1 0 0,0 1-672 0 0,1-1 1 0 0,0 0 0 0 0,-1 1-1 0 0,1-1 1 0 0,0 1-1 0 0,0-1 1 0 0,1 1 0 0 0,1-4-1 0 0,3-4-2540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4:51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0 108 136 0 0,'0'0'5358'0'0,"10"-6"-2477"0"0,44-5-1418 0 0,104-10-901 0 0,-92 14-3130 0 0,79-19 0 0 0,-90 5 2720 0 0,-53 20 345 0 0,16-14 4466 0 0,-23 32-1389 0 0,-17 65-3152 0 0,18-64-370 0 0,0-1 0 0 0,1 1 0 0 0,1 0 0 0 0,1 0 0 0 0,1 0-1 0 0,3 35 1 0 0,-2-47-52 0 0,1 0-1 0 0,0 0 0 0 0,0 0 0 0 0,0 0 0 0 0,1 0 1 0 0,0-1-1 0 0,4 7 0 0 0,-6-10-200 0 0,0 0 0 0 0,1 0-1 0 0,-1-1 1 0 0,1 1 0 0 0,0-1-1 0 0,-1 1 1 0 0,1-1 0 0 0,0 1-1 0 0,0-1 1 0 0,4 2 0 0 0,-5-2-104 0 0,0-1 0 0 0,1 0 1 0 0,-1 1-1 0 0,0-1 0 0 0,1 0 0 0 0,-1 0 1 0 0,0 0-1 0 0,1 0 0 0 0,-1 0 0 0 0,1 0 1 0 0,-1 0-1 0 0,0-1 0 0 0,1 1 0 0 0,-1 0 1 0 0,0-1-1 0 0,0 1 0 0 0,1-1 1 0 0,-1 1-1 0 0,0-1 0 0 0,1 0 0 0 0,13-8-3906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4:51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52 1144 0 0,'-1'-2'1830'0'0,"-19"-41"4206"0"0,19 41-5754 0 0,1 2-305 0 0,0 0 1 0 0,0 0-1 0 0,-1-1 1 0 0,1 1 0 0 0,0 0-1 0 0,0 0 1 0 0,0-1 0 0 0,0 1-1 0 0,0 0 1 0 0,-1 0 0 0 0,1 0-1 0 0,0-1 1 0 0,0 1 0 0 0,-1 0-1 0 0,1 0 1 0 0,0 0-1 0 0,0 0 1 0 0,0-1 0 0 0,-1 1-1 0 0,1 0 1 0 0,0 0 0 0 0,-1 0-1 0 0,1 0 1 0 0,0 0 0 0 0,0 0-1 0 0,-1 0 1 0 0,1 0 0 0 0,0 0-1 0 0,-1 0 1 0 0,4 20-3922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4:51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1 996 0 0,'6'8'8932'0'0,"-3"-2"-8438"0"0,0 0 0 0 0,0 1 0 0 0,-1-1 0 0 0,0 0 0 0 0,0 1 0 0 0,-1-1 0 0 0,0 1 0 0 0,1 9 1 0 0,0 59 541 0 0,-2-66-898 0 0,-1 24 164 0 0,-1-1 1 0 0,-2 1-1 0 0,-1-1 0 0 0,-18 62 1 0 0,22-92-164 0 0,0-2-140 0 0,0 0 1 0 0,1-1 0 0 0,-1 1 0 0 0,0 0-1 0 0,0 0 1 0 0,0 0 0 0 0,0-1-1 0 0,1 1 1 0 0,-1 0 0 0 0,0-1 0 0 0,0 1-1 0 0,0-1 1 0 0,1 1 0 0 0,-1-1 0 0 0,0 1-1 0 0,1-1 1 0 0,-1 0 0 0 0,0 1 0 0 0,1-1-1 0 0,-1 0 1 0 0,1 1 0 0 0,-1-1 0 0 0,1 0-1 0 0,0 0 1 0 0,-1 0 0 0 0,-1-3-7 0 0,1 1-1 0 0,0 0 1 0 0,0-1 0 0 0,1 1 0 0 0,-1-1 0 0 0,0-6-1 0 0,1 0-20 0 0,0 0 0 0 0,1 0 0 0 0,0 0 0 0 0,2-11 0 0 0,1 10 1 0 0,0 0 0 0 0,1 1-1 0 0,0 0 1 0 0,0 0 0 0 0,1 0 0 0 0,1 1-1 0 0,-1 0 1 0 0,1 0 0 0 0,1 0-1 0 0,0 1 1 0 0,0 0 0 0 0,1 1 0 0 0,0 0-1 0 0,0 0 1 0 0,0 1 0 0 0,1 0-1 0 0,0 0 1 0 0,0 1 0 0 0,1 1 0 0 0,-1 0-1 0 0,1 0 1 0 0,0 1 0 0 0,16-3-1 0 0,-23 6 29 0 0,0-1 0 0 0,0 1 0 0 0,0 0 0 0 0,1 0 0 0 0,-1 0 0 0 0,0 0 0 0 0,0 1 0 0 0,0-1 0 0 0,1 1 0 0 0,-1 0 0 0 0,0 1 0 0 0,0-1 0 0 0,0 1 0 0 0,-1-1 0 0 0,1 1 0 0 0,0 1 0 0 0,-1-1 0 0 0,1 0 0 0 0,-1 1 0 0 0,1-1 0 0 0,-1 1 0 0 0,5 6 0 0 0,-4-3 20 0 0,-1 0 0 0 0,1 0-1 0 0,-1 0 1 0 0,-1 0-1 0 0,1 1 1 0 0,-1-1 0 0 0,0 1-1 0 0,0-1 1 0 0,-1 1-1 0 0,0 0 1 0 0,0 0 0 0 0,-1 13-1 0 0,0 7 33 0 0,-1-13-713 0 0,0-1 0 0 0,2 1-1 0 0,0 0 1 0 0,0-1 0 0 0,1 1 0 0 0,5 18 0 0 0,-5-29 144 0 0,-1 0 0 0 0,0 0 0 0 0,1-1 0 0 0,0 1 0 0 0,0 0 0 0 0,-1-1 0 0 0,1 0 0 0 0,1 1 0 0 0,-1-1 0 0 0,3 2 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4:52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169 397 316 0 0,'2'-4'650'0'0,"0"0"0"0"0,-1 0 0 0 0,1 0 0 0 0,-1 0 0 0 0,0 0 0 0 0,0 0 0 0 0,-1 0 0 0 0,1 0 0 0 0,-1 0-1 0 0,0 0 1 0 0,0 0 0 0 0,0 0 0 0 0,-1-1 0 0 0,1 1 0 0 0,-1 0 0 0 0,-2-5 0 0 0,3 8-598 0 0,-1 1 0 0 0,0-1 0 0 0,0 0 0 0 0,0 1 0 0 0,0-1 0 0 0,0 0 0 0 0,0 1 0 0 0,0-1 0 0 0,0 1 0 0 0,0 0 0 0 0,0-1 0 0 0,0 1 0 0 0,0 0 0 0 0,0 0 0 0 0,0-1 0 0 0,0 1 0 0 0,0 0 0 0 0,0 0 0 0 0,0 0 0 0 0,0 0 0 0 0,0 0 0 0 0,-1 1 0 0 0,1-1 0 0 0,0 0 0 0 0,0 0 0 0 0,0 1 0 0 0,0-1 0 0 0,0 1 0 0 0,0-1 0 0 0,-1 2 0 0 0,-10 8 58 0 0,1 0 0 0 0,0 1 0 0 0,1 1 0 0 0,1 0 0 0 0,0 0 1 0 0,0 1-1 0 0,-11 23 0 0 0,10-16-30 0 0,1 0 1 0 0,1 0-1 0 0,1 1 1 0 0,-8 43-1 0 0,14-58-57 0 0,0 0-1 0 0,1 0 1 0 0,0 0-1 0 0,0 1 1 0 0,1 9-1 0 0,0-13-13 0 0,-1-1 0 0 0,0 0 0 0 0,1 0 0 0 0,0 0 0 0 0,0 1 0 0 0,-1-1 0 0 0,1 0 0 0 0,1 0 0 0 0,-1 0 0 0 0,0 0 0 0 0,0-1 0 0 0,1 1 0 0 0,-1 0 0 0 0,1 0 0 0 0,-1-1 0 0 0,1 1 0 0 0,3 2 0 0 0,-2-3-5 0 0,0 0 1 0 0,-1 0-1 0 0,1-1 1 0 0,0 1-1 0 0,0-1 1 0 0,0 1-1 0 0,0-1 1 0 0,0 0-1 0 0,-1 0 1 0 0,1 0-1 0 0,0 0 1 0 0,0-1-1 0 0,0 1 1 0 0,0-1-1 0 0,-1 1 1 0 0,1-1-1 0 0,3-2 1 0 0,3 0-17 0 0,0-1 1 0 0,0-1 0 0 0,13-7 0 0 0,-10 2-1 0 0,1 0 1 0 0,-2-1-1 0 0,1 0 1 0 0,-2-1-1 0 0,0 0 1 0 0,0 0-1 0 0,-1-1 1 0 0,0-1-1 0 0,-1 1 1 0 0,-1-1-1 0 0,11-29 1 0 0,-7 9-55 0 0,0 0 0 0 0,-3 0 0 0 0,0-1 1 0 0,2-43-1 0 0,-5-117 474 0 0,-5 149 57 0 0,0 46-463 0 0,1 0 0 0 0,-1 0 0 0 0,0-1 1 0 0,0 1-1 0 0,0 0 0 0 0,0 0 0 0 0,0-1 1 0 0,0 1-1 0 0,0 0 0 0 0,0 0 0 0 0,0-1 0 0 0,0 1 1 0 0,0 0-1 0 0,0-1 0 0 0,0 1 0 0 0,0 0 1 0 0,0 0-1 0 0,0-1 0 0 0,0 1 0 0 0,0 0 0 0 0,0-1 1 0 0,0 1-1 0 0,0 0 0 0 0,0 0 0 0 0,-1-1 1 0 0,1 1-1 0 0,0 0 0 0 0,0 0 0 0 0,0-1 1 0 0,0 1-1 0 0,-1 0 0 0 0,1 0 0 0 0,0 0 0 0 0,0 0 1 0 0,-1-1-1 0 0,1 1 0 0 0,0 0 0 0 0,0 0 1 0 0,-1 0-1 0 0,1 0 0 0 0,0 0 0 0 0,0 0 0 0 0,-1-1 1 0 0,1 1-1 0 0,0 0 0 0 0,-1 0 0 0 0,1 0 1 0 0,0 0-1 0 0,0 0 0 0 0,-1 0 0 0 0,1 0 1 0 0,0 0-1 0 0,-1 0 0 0 0,1 0 0 0 0,0 1 0 0 0,0-1 1 0 0,-1 0-1 0 0,1 0 0 0 0,0 0 0 0 0,0 0 1 0 0,-1 0-1 0 0,1 0 0 0 0,-1 1 0 0 0,-11 13 17 0 0,-1 15 24 0 0,2 1-1 0 0,1 0 1 0 0,1 1-1 0 0,-9 61 1 0 0,14-68 2 0 0,-2 5 28 0 0,2 1 1 0 0,1-1-1 0 0,1 0 0 0 0,5 56 0 0 0,-2-74-360 0 0,1 0-1 0 0,0 0 0 0 0,1-1 0 0 0,1 1 0 0 0,-1-1 1 0 0,11 20-1 0 0,-10-24-296 0 0,0 1 0 0 0,0-1 0 0 0,1 0 0 0 0,0 0 0 0 0,0-1 0 0 0,1 1 0 0 0,-1-1 0 0 0,1-1 0 0 0,0 1 0 0 0,1-1 1 0 0,7 5-1 0 0,13 4-3775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4:53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55 702 2392 0 0,'-1'0'132'0'0,"-34"18"5354"0"0,34-17-5373 0 0,-1 0-1 0 0,1 0 1 0 0,0 0 0 0 0,-1 0 0 0 0,1 0-1 0 0,0 0 1 0 0,0 1 0 0 0,0-1-1 0 0,0 0 1 0 0,0 1 0 0 0,0-1-1 0 0,0 1 1 0 0,1-1 0 0 0,-1 0 0 0 0,0 1-1 0 0,1 0 1 0 0,-1-1 0 0 0,1 1-1 0 0,0-1 1 0 0,0 1 0 0 0,-1 0 0 0 0,1-1-1 0 0,0 4 1 0 0,0-5-79 0 0,0 1 0 0 0,0 0 0 0 0,1 0 1 0 0,-1 0-1 0 0,0 0 0 0 0,0-1 0 0 0,1 1 0 0 0,-1 0 1 0 0,0 0-1 0 0,1 0 0 0 0,-1-1 0 0 0,1 1 0 0 0,-1 0 0 0 0,1-1 1 0 0,-1 1-1 0 0,1 0 0 0 0,-1-1 0 0 0,1 1 0 0 0,0-1 0 0 0,-1 1 1 0 0,1-1-1 0 0,0 1 0 0 0,-1-1 0 0 0,1 1 0 0 0,0-1 0 0 0,0 0 1 0 0,-1 1-1 0 0,1-1 0 0 0,1 0 0 0 0,1 0-4 0 0,-1 1 1 0 0,1-1-1 0 0,-1-1 0 0 0,1 1 1 0 0,-1 0-1 0 0,1-1 1 0 0,-1 1-1 0 0,0-1 0 0 0,1 0 1 0 0,2-1-1 0 0,5-2-24 0 0,0-1 0 0 0,0-1-1 0 0,17-12 1 0 0,-11 4-19 0 0,0-1-1 0 0,-2 0 0 0 0,0-1 1 0 0,0-1-1 0 0,-2 0 1 0 0,0 0-1 0 0,-1-2 1 0 0,0 1-1 0 0,10-28 1 0 0,0-8-118 0 0,-3-1 0 0 0,15-68 1 0 0,0-89 10 0 0,-22 126 254 0 0,-11 74-129 0 0,-5 20 8 0 0,-5 18 59 0 0,-91 406 1452 0 0,100-427-1508 0 0,-17 129 299 0 0,17-121-289 0 0,1-1 0 0 0,0 1 0 0 0,1 0 0 0 0,0-1 0 0 0,1 1 0 0 0,1 0 0 0 0,0-1 0 0 0,6 18 0 0 0,-8-28-16 0 0,0 0-1 0 0,0 0 1 0 0,0 0 0 0 0,0 0 0 0 0,1 0 0 0 0,-1-1 0 0 0,1 1 0 0 0,-1 0 0 0 0,1-1 0 0 0,-1 1 0 0 0,1-1 0 0 0,0 1 0 0 0,0-1 0 0 0,0 0 0 0 0,0 0 0 0 0,0 0 0 0 0,3 2 0 0 0,-1-2-23 0 0,0 0 1 0 0,0-1-1 0 0,-1 1 0 0 0,1-1 1 0 0,0 0-1 0 0,0 0 1 0 0,0 0-1 0 0,0 0 0 0 0,6-2 1 0 0,0 0-136 0 0,0-1 1 0 0,0-1 0 0 0,0 1-1 0 0,-1-1 1 0 0,1-1 0 0 0,16-11 0 0 0,-7 1-153 0 0,0 0 1 0 0,-2-2 0 0 0,0 0 0 0 0,-1 0 0 0 0,0-2 0 0 0,19-30 0 0 0,-5-1-300 0 0,37-80-1 0 0,-46 80 1000 0 0,-1 0 1 0 0,-3-1-1 0 0,20-102 0 0 0,-36 152-308 0 0,-2 5-34 0 0,0 16-6 0 0,-3 27 25 0 0,-18 194 589 0 0,13-129-467 0 0,5-73-30 0 0,-2 34 488 0 0,8-69-611 0 0,5-9-28 0 0,8-16-37 0 0,-10 14 0 0 0,10-11 19 0 0,3-5-170 0 0,39-37 0 0 0,-50 54 136 0 0,0 0 1 0 0,0 1-1 0 0,0 0 0 0 0,1 0 1 0 0,0 1-1 0 0,0 0 1 0 0,0 0-1 0 0,0 1 1 0 0,1 0-1 0 0,10-2 1 0 0,-17 5 37 0 0,0-1 0 0 0,1 1 0 0 0,-1 0 0 0 0,0 1 0 0 0,0-1 0 0 0,0 0 0 0 0,0 1 0 0 0,0-1 0 0 0,0 1 0 0 0,0-1 0 0 0,0 1 0 0 0,0 0 0 0 0,0 0 0 0 0,0 0 1 0 0,-1 0-1 0 0,1 0 0 0 0,0 1 0 0 0,0-1 0 0 0,-1 0 0 0 0,2 3 0 0 0,2 0 33 0 0,-1 1 0 0 0,0 0 1 0 0,0 0-1 0 0,6 11 0 0 0,-5-3 33 0 0,0 1-1 0 0,0 0 1 0 0,-1 0 0 0 0,-1 0-1 0 0,-1 0 1 0 0,0 0 0 0 0,1 19-1 0 0,5 35 214 0 0,-8-67-277 0 0,1 0 0 0 0,-1 1 1 0 0,1-1-1 0 0,0 0 0 0 0,-1 0 0 0 0,1 0 0 0 0,0 1 0 0 0,0-1 0 0 0,0 0 0 0 0,-1 0 0 0 0,1 0 0 0 0,0 0 1 0 0,1 0-1 0 0,-1-1 0 0 0,0 1 0 0 0,0 0 0 0 0,0 0 0 0 0,0-1 0 0 0,1 1 0 0 0,-1-1 0 0 0,0 1 1 0 0,1-1-1 0 0,-1 1 0 0 0,0-1 0 0 0,1 0 0 0 0,-1 0 0 0 0,0 1 0 0 0,1-1 0 0 0,-1 0 0 0 0,1 0 0 0 0,1-1 1 0 0,3 1-11 0 0,-1-1 0 0 0,1 1 0 0 0,-1-1 0 0 0,1-1 1 0 0,-1 1-1 0 0,8-4 0 0 0,3-2-11 0 0,-1-2 1 0 0,0 0-1 0 0,0-1 1 0 0,0-1-1 0 0,-1 0 1 0 0,19-20-1 0 0,-9 4 1 0 0,-1 0 0 0 0,25-40 0 0 0,-40 56 124 0 0,-2-1-1 0 0,1 0 1 0 0,-2 0 0 0 0,1-1 0 0 0,-2 0-1 0 0,0 0 1 0 0,5-24 0 0 0,-9 37-100 0 0,0-1 0 0 0,0 0 0 0 0,0 0 0 0 0,0 0 0 0 0,1 0 0 0 0,-1 1 0 0 0,0-1 0 0 0,-1 0 0 0 0,1 0 0 0 0,0 0 0 0 0,0 1 0 0 0,0-1 0 0 0,0 0-1 0 0,-1 0 1 0 0,1 0 0 0 0,0 1 0 0 0,-1-1 0 0 0,1 0 0 0 0,0 0 0 0 0,-2 0 0 0 0,2 1-7 0 0,-1-1 0 0 0,1 1 1 0 0,-1 0-1 0 0,1 0 0 0 0,-1 0 0 0 0,1 0 0 0 0,-1-1 0 0 0,1 1 0 0 0,-1 0 1 0 0,1 0-1 0 0,-1 0 0 0 0,0 0 0 0 0,1 0 0 0 0,-1 0 0 0 0,1 1 0 0 0,-1-1 0 0 0,1 0 1 0 0,-1 0-1 0 0,1 0 0 0 0,-1 0 0 0 0,1 1 0 0 0,-1-1 0 0 0,-3 2 10 0 0,0 0-1 0 0,1 1 0 0 0,-1-1 0 0 0,1 1 1 0 0,0 0-1 0 0,-3 3 0 0 0,0 1 6 0 0,0 0 0 0 0,1 1 0 0 0,0 0 0 0 0,0 0-1 0 0,1 0 1 0 0,0 1 0 0 0,1 0 0 0 0,0-1 0 0 0,0 1 0 0 0,0 0-1 0 0,2 0 1 0 0,-1 1 0 0 0,1-1 0 0 0,0 0 0 0 0,1 13-1 0 0,0-16 1 0 0,0-1 0 0 0,1 1 0 0 0,0-1 0 0 0,0 1 0 0 0,0-1 0 0 0,1 1-1 0 0,0-1 1 0 0,0 0 0 0 0,0 1 0 0 0,1-1 0 0 0,-1 0 0 0 0,1-1 0 0 0,0 1 0 0 0,1 0-1 0 0,-1-1 1 0 0,1 0 0 0 0,0 0 0 0 0,0 0 0 0 0,0 0 0 0 0,1-1 0 0 0,-1 1-1 0 0,1-1 1 0 0,0 0 0 0 0,0-1 0 0 0,0 1 0 0 0,7 2 0 0 0,0-1-34 0 0,0-1 1 0 0,0-1 0 0 0,0 0 0 0 0,1 0-1 0 0,-1-1 1 0 0,0-1 0 0 0,17-1 0 0 0,-18 0-542 0 0,0 0 1 0 0,-1-1 0 0 0,16-5 0 0 0,-19 4-482 0 0,0 0-1 0 0,0 0 1 0 0,-1 0-1 0 0,1 0 1 0 0,9-8-1 0 0,-2-1-3508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4:53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31 3128 0 0,'-201'17'12022'0'0,"303"-30"-12441"0"0,-17 1-2176 0 0,24-2-2856 0 0,-46 5 1170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4:55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0 286 696 0 0,'1'-4'403'0'0,"0"1"0"0"0,0-1 0 0 0,0 1-1 0 0,0 0 1 0 0,0 0 0 0 0,1-1 0 0 0,0 1 0 0 0,-1 0 0 0 0,1 0 0 0 0,0 1-1 0 0,1-1 1 0 0,-1 0 0 0 0,0 1 0 0 0,1-1 0 0 0,-1 1 0 0 0,1 0 0 0 0,0 0-1 0 0,5-3 1 0 0,-3 3-223 0 0,-1 0-1 0 0,1 0 1 0 0,0 1 0 0 0,0-1-1 0 0,0 1 1 0 0,0 1-1 0 0,0-1 1 0 0,0 1-1 0 0,0-1 1 0 0,0 1-1 0 0,10 2 1 0 0,-7-1-101 0 0,0 1 0 0 0,0 0 0 0 0,-1 0 0 0 0,1 1 0 0 0,-1 0 0 0 0,1 0 0 0 0,-1 1-1 0 0,0 0 1 0 0,-1 0 0 0 0,1 1 0 0 0,-1-1 0 0 0,1 1 0 0 0,-1 1 0 0 0,-1-1 0 0 0,1 1 0 0 0,-1 0 0 0 0,0 1 0 0 0,0-1 0 0 0,-1 1 0 0 0,0 0 0 0 0,0 0 0 0 0,-1 0-1 0 0,0 0 1 0 0,0 1 0 0 0,0 0 0 0 0,-1-1 0 0 0,2 13 0 0 0,-4-12 8 0 0,0 0 1 0 0,0 0-1 0 0,-1-1 0 0 0,0 1 0 0 0,-1 0 1 0 0,0-1-1 0 0,0 1 0 0 0,0 0 0 0 0,-1-1 0 0 0,0 0 1 0 0,-7 12-1 0 0,9-17 175 0 0,0-2-260 0 0,1-1-1 0 0,-1 1 1 0 0,1 0 0 0 0,-1-1-1 0 0,1 1 1 0 0,-1-1 0 0 0,1 1-1 0 0,0 0 1 0 0,-1-1 0 0 0,1 1-1 0 0,-1-1 1 0 0,1 1 0 0 0,0-1-1 0 0,0 1 1 0 0,-1-1 0 0 0,1 1-1 0 0,0-1 1 0 0,0 0 0 0 0,-1 1 0 0 0,1-1-1 0 0,0 1 1 0 0,0-1 0 0 0,0 0-1 0 0,0 1 1 0 0,0-1 0 0 0,0 1-1 0 0,0-1 1 0 0,0 0 0 0 0,0 1-1 0 0,0-1 1 0 0,0 1 0 0 0,1-1-1 0 0,-1 1 1 0 0,0-1 0 0 0,1 0-1 0 0,5-24 5 0 0,2 5-33 0 0,1 0 1 0 0,1 1-1 0 0,1 0 1 0 0,1 0-1 0 0,26-32 1 0 0,-27 38-26 0 0,1 1 0 0 0,0 0 0 0 0,1 0 0 0 0,0 2 0 0 0,1 0 1 0 0,0 0-1 0 0,1 1 0 0 0,18-8 0 0 0,-29 15 35 0 0,1 0-1 0 0,-1 0 1 0 0,1 1-1 0 0,0 0 1 0 0,0 0 0 0 0,-1 0-1 0 0,1 0 1 0 0,0 1-1 0 0,0 0 1 0 0,5 0 0 0 0,-7 0 26 0 0,-1 1 1 0 0,0-1 0 0 0,1 1-1 0 0,-1 0 1 0 0,0 0 0 0 0,0 0-1 0 0,1 0 1 0 0,-1 0-1 0 0,0 0 1 0 0,0 0 0 0 0,0 1-1 0 0,0-1 1 0 0,-1 1 0 0 0,1 0-1 0 0,0-1 1 0 0,-1 1 0 0 0,1 0-1 0 0,-1 0 1 0 0,1 0 0 0 0,-1 0-1 0 0,0 0 1 0 0,2 4 0 0 0,-1 3 23 0 0,1-1 1 0 0,-1 1 0 0 0,-1 0-1 0 0,0 0 1 0 0,0 0 0 0 0,-1 0-1 0 0,0 0 1 0 0,0 0 0 0 0,-1 0-1 0 0,-2 10 1 0 0,1-4-3 0 0,1 0 1 0 0,1 22-1 0 0,0-35-26 0 0,0 0 1 0 0,1-1-1 0 0,-1 1 0 0 0,0 0 0 0 0,1 0 0 0 0,0 0 1 0 0,-1 0-1 0 0,1 0 0 0 0,0-1 0 0 0,0 1 0 0 0,0 0 1 0 0,0-1-1 0 0,0 1 0 0 0,0 0 0 0 0,0-1 0 0 0,1 1 0 0 0,-1-1 1 0 0,1 0-1 0 0,2 2 0 0 0,-1-1-39 0 0,0-1-1 0 0,0 1 1 0 0,0-1-1 0 0,0 0 1 0 0,0 0 0 0 0,0 0-1 0 0,0-1 1 0 0,0 1-1 0 0,1-1 1 0 0,5 0 0 0 0,3 0-177 0 0,-1-2 1 0 0,0 1-1 0 0,1-2 1 0 0,-1 1-1 0 0,18-8 1 0 0,-7 1-86 0 0,-1-1 1 0 0,-1-1 0 0 0,0-1-1 0 0,-1-1 1 0 0,0 0 0 0 0,-1-2-1 0 0,29-28 1 0 0,-35 30 570 0 0,0 0 0 0 0,-1 0 0 0 0,-1-1 0 0 0,0-1 0 0 0,-1 0 0 0 0,0 0 0 0 0,-1-1-1 0 0,-1 0 1 0 0,0 0 0 0 0,7-31 0 0 0,-4 10 1145 0 0,-9 36-1272 0 0,-3 3-131 0 0,0 1 0 0 0,1-1-1 0 0,-1 1 1 0 0,1 0 0 0 0,-1-1-1 0 0,1 1 1 0 0,0 0-1 0 0,-1 5 1 0 0,1-5-8 0 0,-10 30 51 0 0,-10 59 0 0 0,19-80-40 0 0,0 0 0 0 0,1 1 0 0 0,0-1 0 0 0,1 1 0 0 0,1-1 0 0 0,0 1 0 0 0,1-1 0 0 0,4 17 0 0 0,-5-25-7 0 0,0 0-1 0 0,1 0 0 0 0,-1-1 1 0 0,1 1-1 0 0,0-1 1 0 0,0 1-1 0 0,0-1 1 0 0,0 0-1 0 0,1 0 1 0 0,0 1-1 0 0,-1-2 1 0 0,1 1-1 0 0,0 0 1 0 0,0-1-1 0 0,0 1 0 0 0,1-1 1 0 0,-1 0-1 0 0,4 2 1 0 0,-1-2-71 0 0,-1 0 1 0 0,1-1 0 0 0,0 1-1 0 0,-1-1 1 0 0,1 0 0 0 0,0-1-1 0 0,0 0 1 0 0,0 1 0 0 0,-1-2-1 0 0,1 1 1 0 0,7-2-1 0 0,1-1-187 0 0,0-1-1 0 0,0 0 0 0 0,-1 0 1 0 0,1-2-1 0 0,-1 0 0 0 0,0 0 1 0 0,-1-1-1 0 0,0-1 0 0 0,15-11 1 0 0,-13 6 34 0 0,0 0 0 0 0,-1-1 0 0 0,-1-1 0 0 0,0 0 0 0 0,-1-1 0 0 0,0 0 1 0 0,9-21-1 0 0,-4 2 759 0 0,-1 0 1 0 0,16-62 0 0 0,-24 68 166 0 0,-7 27-624 0 0,-6 18-60 0 0,-4 15 154 0 0,-31 102 374 0 0,36-114-481 0 0,1 1-1 0 0,1 0 1 0 0,1 0 0 0 0,0 36 0 0 0,2-53-76 0 0,0 1 0 0 0,1 0 1 0 0,-1 0-1 0 0,1-1 0 0 0,-1 1 1 0 0,1 0-1 0 0,0-1 1 0 0,1 1-1 0 0,-1-1 0 0 0,1 1 1 0 0,-1-1-1 0 0,1 0 0 0 0,0 1 1 0 0,0-1-1 0 0,0 0 1 0 0,1 0-1 0 0,-1-1 0 0 0,1 1 1 0 0,-1 0-1 0 0,1-1 0 0 0,0 1 1 0 0,0-1-1 0 0,0 0 1 0 0,1 0-1 0 0,-1 0 0 0 0,0-1 1 0 0,1 1-1 0 0,-1-1 0 0 0,1 0 1 0 0,-1 0-1 0 0,1 0 1 0 0,0 0-1 0 0,-1 0 0 0 0,1-1 1 0 0,6 0-1 0 0,7 1-338 0 0,1-1-1 0 0,-1-1 1 0 0,1 0-1 0 0,-1-1 1 0 0,0-1 0 0 0,1-1-1 0 0,-2-1 1 0 0,1 0-1 0 0,0-1 1 0 0,21-11-1 0 0,-17 6-412 0 0,0-1-1 0 0,-1-1 0 0 0,-1 0 1 0 0,0-2-1 0 0,-1 0 0 0 0,0-1 0 0 0,17-22 1 0 0,-3-1-1365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4:55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211 312 3216 0 0,'8'-25'915'0'0,"-1"-1"0"0"0,-2 0 0 0 0,0 0 0 0 0,-2 0-1 0 0,0-1 1 0 0,-2 1 0 0 0,-3-41 0 0 0,0 44-141 0 0,3 19-637 0 0,-1 0-1 0 0,-1 0 1 0 0,1 0-1 0 0,-1 0 1 0 0,1 0 0 0 0,-1 0-1 0 0,-2-5 1 0 0,2 7-69 0 0,-13 9 100 0 0,10-3-135 0 0,1 0 0 0 0,0 1 0 0 0,0-1 0 0 0,0 1 0 0 0,0-1 0 0 0,0 1 0 0 0,1 0 0 0 0,0 0 0 0 0,0 0 0 0 0,-1 8 0 0 0,-2 1 34 0 0,-154 474 1754 0 0,157-482-1811 0 0,-5 23 111 0 0,-6 53 1 0 0,12-75-99 0 0,1 1 0 0 0,-1-1 0 0 0,2 0 0 0 0,-1 1 0 0 0,1-1 0 0 0,0 0 0 0 0,0 0 0 0 0,1 0 0 0 0,0 1 0 0 0,0-1 0 0 0,1-1 0 0 0,6 14 0 0 0,-5-16-99 0 0,-1 0 1 0 0,1 0-1 0 0,0 0 1 0 0,0-1-1 0 0,0 0 1 0 0,0 0-1 0 0,1 0 1 0 0,-1 0-1 0 0,1 0 1 0 0,0-1-1 0 0,0 0 1 0 0,0 0 0 0 0,0-1-1 0 0,0 1 1 0 0,0-1-1 0 0,0 0 1 0 0,1 0-1 0 0,-1-1 1 0 0,9 1-1 0 0,0-1-414 0 0,0-1 1 0 0,0 0-1 0 0,1-1 0 0 0,-1 0 0 0 0,-1-1 1 0 0,18-6-1 0 0,-14 3-560 0 0,0-2 1 0 0,0 0-1 0 0,0-1 1 0 0,17-13-1 0 0,3-5-1801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4:56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220 233 288 0 0,'10'-24'1881'0'0,"-2"0"0"0"0,-1-1-1 0 0,-1 0 1 0 0,-1 0 0 0 0,-1 0-1 0 0,1-46 1 0 0,-5 70-1841 0 0,0 1 0 0 0,0-1-1 0 0,0 1 1 0 0,0-1 0 0 0,0 0 0 0 0,0 1-1 0 0,0-1 1 0 0,0 0 0 0 0,0 1-1 0 0,-1-1 1 0 0,1 0 0 0 0,0 1 0 0 0,0-1-1 0 0,-1 1 1 0 0,1-1 0 0 0,0 1-1 0 0,-1-1 1 0 0,1 1 0 0 0,0-1 0 0 0,-1 0-1 0 0,-9 2 234 0 0,-9 14-165 0 0,19-15-83 0 0,-12 15 133 0 0,0 0 0 0 0,1 1 0 0 0,1 0 0 0 0,0 0 0 0 0,-13 34 0 0 0,14-31-23 0 0,-90 220 851 0 0,88-205-899 0 0,2 1 1 0 0,0 0-1 0 0,3 0 0 0 0,1 1 0 0 0,-1 43 0 0 0,6-74-68 0 0,0 1 0 0 0,1 0 0 0 0,-1 0 1 0 0,1 0-1 0 0,0-1 0 0 0,1 1 0 0 0,-1-1 0 0 0,1 1 0 0 0,0-1 0 0 0,0 1 1 0 0,1-1-1 0 0,0 0 0 0 0,0 0 0 0 0,0 0 0 0 0,0 0 0 0 0,8 7 0 0 0,-5-7-114 0 0,0-1-1 0 0,0 1 0 0 0,0-1 0 0 0,1 0 0 0 0,-1-1 0 0 0,1 1 0 0 0,0-1 1 0 0,0-1-1 0 0,0 1 0 0 0,1-1 0 0 0,-1 0 0 0 0,11 0 0 0 0,-2 0-303 0 0,1-1-1 0 0,-1 0 1 0 0,0-2-1 0 0,0 0 1 0 0,0-1-1 0 0,0 0 1 0 0,0-1-1 0 0,0-1 1 0 0,0-1-1 0 0,-1 0 1 0 0,0-1-1 0 0,18-10 1 0 0,-20 9 454 0 0,-1 0 0 0 0,0-1 0 0 0,0 0 0 0 0,-1-1 1 0 0,0 0-1 0 0,0-1 0 0 0,-1 0 0 0 0,0-1 0 0 0,-1 0 0 0 0,-1 0 1 0 0,1-1-1 0 0,-2 0 0 0 0,0-1 0 0 0,6-13 0 0 0,-9 15 916 0 0,-1 1-1 0 0,-1-1 0 0 0,0 0 0 0 0,2-19 0 0 0,-1 3 565 0 0,-3 25-1367 0 0,1-7 62 0 0,-4 8-82 0 0,-1 8 42 0 0,-10 26 76 0 0,1-1 1 0 0,2 2-1 0 0,1-1 1 0 0,1 2 0 0 0,-6 60-1 0 0,15-92-257 0 0,0 1-1 0 0,-1-1 1 0 0,1 0-1 0 0,1 1 1 0 0,-1-1 0 0 0,0 0-1 0 0,1 1 1 0 0,-1-1-1 0 0,1 0 1 0 0,0 0-1 0 0,0 0 1 0 0,1 0 0 0 0,-1 0-1 0 0,1 0 1 0 0,-1 0-1 0 0,1 0 1 0 0,0 0-1 0 0,4 4 1 0 0,-3-5-122 0 0,0 0 1 0 0,0 0-1 0 0,-1 0 1 0 0,1-1 0 0 0,0 0-1 0 0,1 1 1 0 0,-1-1-1 0 0,0 0 1 0 0,0-1-1 0 0,0 1 1 0 0,1 0-1 0 0,-1-1 1 0 0,0 0-1 0 0,1 0 1 0 0,-1 0-1 0 0,0 0 1 0 0,1-1-1 0 0,-1 1 1 0 0,4-2-1 0 0,1 0-839 0 0,0 0-1 0 0,0-1 0 0 0,0-1 0 0 0,-1 1 0 0 0,1-1 0 0 0,-1 0 1 0 0,0-1-1 0 0,0 0 0 0 0,0 0 0 0 0,11-11 0 0 0,2-4-4794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4:5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92 1884 0 0,'-58'-58'11842'0'0,"23"26"-8984"0"0,34 31-3076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4:56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68 1636 0 0,'15'-24'4438'0'0,"-11"17"-3055"0"0,0 0 0 0 0,0 0-1 0 0,1 0 1 0 0,8-8 1141 0 0,-14 27-1522 0 0,-4 13 290 0 0,-14 41 1 0 0,0-3-448 0 0,-15 73 134 0 0,-43 201-158 0 0,62-200-631 0 0,14-118-213 0 0,2 0-1 0 0,-1 0 1 0 0,2-1-1 0 0,1 1 1 0 0,6 22 0 0 0,-9-39-103 0 0,0 0 0 0 0,1-1 0 0 0,-1 1 0 0 0,1-1 0 0 0,-1 1 0 0 0,1-1 0 0 0,-1 0 0 0 0,1 1 0 0 0,0-1 1 0 0,0 1-1 0 0,0-1 0 0 0,0 0 0 0 0,0 0 0 0 0,0 0 0 0 0,0 0 0 0 0,0 0 0 0 0,0 0 0 0 0,1 0 0 0 0,-1 0 1 0 0,0 0-1 0 0,1 0 0 0 0,-1 0 0 0 0,1-1 0 0 0,-1 1 0 0 0,1-1 0 0 0,-1 1 0 0 0,1-1 0 0 0,-1 0 0 0 0,1 1 1 0 0,-1-1-1 0 0,1 0 0 0 0,-1 0 0 0 0,3 0 0 0 0,-1-1-462 0 0,1 0 1 0 0,-1 1-1 0 0,0-2 1 0 0,1 1-1 0 0,-1 0 1 0 0,0-1-1 0 0,1 1 1 0 0,-1-1-1 0 0,0 0 1 0 0,0 0-1 0 0,-1 0 1 0 0,1 0-1 0 0,3-4 1 0 0,7-9-4914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4:57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117 102 8 0 0,'-36'-9'5006'0'0,"21"6"-3028"0"0,-1-1 0 0 0,1-1 0 0 0,-18-7 1 0 0,31 11-1484 0 0,32-9-118 0 0,215-25-10 0 0,-144 23-248 0 0,19 2-99 0 0,-117 10-10 0 0,0 0-44 0 0,-2 0 36 0 0,0 0 0 0 0,0 0 0 0 0,1 0 1 0 0,-1 0-1 0 0,0 0 0 0 0,0 1 1 0 0,1-1-1 0 0,-1 0 0 0 0,0 1 0 0 0,0-1 1 0 0,0 0-1 0 0,0 1 0 0 0,0 0 1 0 0,0-1-1 0 0,0 1 0 0 0,0 0 0 0 0,0-1 1 0 0,0 1-1 0 0,0 0 0 0 0,0 0 1 0 0,0 0-1 0 0,-1 0 0 0 0,1 0 0 0 0,0 0 1 0 0,-1 0-1 0 0,1 0 0 0 0,0 0 1 0 0,-1 0-1 0 0,1 0 0 0 0,-1 0 0 0 0,0 1 1 0 0,1 0-1 0 0,0 16 191 0 0,0-1 1 0 0,-1 0-1 0 0,-1 1 1 0 0,-1-1-1 0 0,0 0 1 0 0,-8 28-1 0 0,4-21-21 0 0,2 1 0 0 0,-3 43-1 0 0,7-62-141 0 0,0 0 0 0 0,0 0 0 0 0,1 0 0 0 0,-1 0 0 0 0,1 0-1 0 0,1 0 1 0 0,-1 0 0 0 0,5 10 0 0 0,-5-13-18 0 0,1-1 1 0 0,0 1 0 0 0,0 0 0 0 0,0-1 0 0 0,1 0-1 0 0,-1 1 1 0 0,0-1 0 0 0,1 0 0 0 0,0 0-1 0 0,-1 0 1 0 0,1-1 0 0 0,0 1 0 0 0,0-1-1 0 0,0 1 1 0 0,0-1 0 0 0,0 0 0 0 0,0 0-1 0 0,5 0 1 0 0,3 1-2 0 0,0 0-1 0 0,1-1 0 0 0,-1 0 1 0 0,1-1-1 0 0,0-1 0 0 0,-1 0 1 0 0,1 0-1 0 0,-1-1 0 0 0,0-1 1 0 0,0 1-1 0 0,21-10 0 0 0,-14 5-5 0 0,0-2-1 0 0,-1 0 0 0 0,0-1 0 0 0,0 0 1 0 0,-1-2-1 0 0,17-14 0 0 0,-17 10-20 0 0,-1 0 0 0 0,0-1 0 0 0,-1-1-1 0 0,22-35 1 0 0,-12 10 790 0 0,19-50 0 0 0,-42 91-671 0 0,-9 19-86 0 0,-14 40 773 0 0,-24 98 1 0 0,27-86-289 0 0,-342 995 4008 0 0,337-1000-4108 0 0,-4-2 0 0 0,-2-2 0 0 0,-68 104 0 0 0,92-156-292 0 0,0-1-1 0 0,0 1 1 0 0,-1-1 0 0 0,0-1 0 0 0,0 1 0 0 0,0-1 0 0 0,-1-1-1 0 0,0 1 1 0 0,0-1 0 0 0,-1-1 0 0 0,1 1 0 0 0,-1-2 0 0 0,-10 4 0 0 0,12-5-70 0 0,0 0 1 0 0,0-1-1 0 0,0 0 1 0 0,0-1 0 0 0,0 0-1 0 0,0 0 1 0 0,0 0 0 0 0,0-1-1 0 0,-1 0 1 0 0,1 0 0 0 0,0 0-1 0 0,1-1 1 0 0,-1-1 0 0 0,0 1-1 0 0,1-1 1 0 0,-1 0 0 0 0,1 0-1 0 0,-8-5 1 0 0,4 0-24 0 0,0 1-1 0 0,0-2 1 0 0,1 1 0 0 0,0-1-1 0 0,0-1 1 0 0,1 1-1 0 0,0-1 1 0 0,0-1 0 0 0,2 0-1 0 0,-1 0 1 0 0,1 0 0 0 0,1-1-1 0 0,0 1 1 0 0,1-1 0 0 0,0 0-1 0 0,0-1 1 0 0,1 1 0 0 0,1-1-1 0 0,1 1 1 0 0,-1-24-1 0 0,2 10-14 0 0,2 0 0 0 0,0 0 0 0 0,2 1 0 0 0,1-1 0 0 0,1 1 0 0 0,1 0 0 0 0,2 0 0 0 0,0 1 0 0 0,16-31 0 0 0,1 10-45 0 0,1 1-1 0 0,2 1 1 0 0,2 2 0 0 0,1 1 0 0 0,2 1 0 0 0,2 2 0 0 0,2 2 0 0 0,77-57-1 0 0,-55 51-1023 0 0,121-61 1 0 0,-97 64-1813 0 0,91-29 0 0 0,-108 48-1180 0 0,-26 10-5122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4:59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238 270 1396 0 0,'0'0'1558'0'0,"-1"-25"5126"0"0,1 24-6607 0 0,0 0 1 0 0,0 1-1 0 0,-1-1 0 0 0,1 0 0 0 0,0 1 0 0 0,0-1 1 0 0,-1 1-1 0 0,1-1 0 0 0,0 1 0 0 0,-1-1 0 0 0,1 1 1 0 0,-1-1-1 0 0,1 1 0 0 0,-1-1 0 0 0,1 1 0 0 0,-1 0 0 0 0,1-1 1 0 0,-1 1-1 0 0,1 0 0 0 0,-1-1 0 0 0,0 1 0 0 0,1 0 1 0 0,-1 0-1 0 0,1-1 0 0 0,-1 1 0 0 0,0 0 0 0 0,1 0 1 0 0,-2 0-1 0 0,0 0-10 0 0,1 1 1 0 0,-1-1 0 0 0,1 1-1 0 0,-1-1 1 0 0,1 1-1 0 0,-1-1 1 0 0,1 1-1 0 0,0 0 1 0 0,-1 0 0 0 0,1 0-1 0 0,-2 2 1 0 0,-6 4 18 0 0,2 1 1 0 0,-13 16-1 0 0,16-19 116 0 0,-12 16-78 0 0,1 1 0 0 0,0 0 0 0 0,2 1 1 0 0,1 0-1 0 0,0 1 0 0 0,2 0 0 0 0,-12 42 1 0 0,21-62-111 0 0,0 0 1 0 0,1 0-1 0 0,-1 0 0 0 0,1 0 1 0 0,0 0-1 0 0,0 1 1 0 0,0-1-1 0 0,0 0 1 0 0,1 0-1 0 0,0 0 1 0 0,-1 0-1 0 0,1 0 1 0 0,1 0-1 0 0,2 7 0 0 0,-2-9-6 0 0,0 1-1 0 0,0-1 0 0 0,0 0 0 0 0,0 1 0 0 0,0-1 0 0 0,0 0 0 0 0,1 0 0 0 0,-1-1 0 0 0,1 1 0 0 0,-1 0 0 0 0,1-1 0 0 0,0 0 0 0 0,-1 1 0 0 0,1-1 1 0 0,0 0-1 0 0,0 0 0 0 0,0-1 0 0 0,0 1 0 0 0,0-1 0 0 0,5 1 0 0 0,6 0-6 0 0,1-1 0 0 0,0-1 0 0 0,-1 0 0 0 0,1-1-1 0 0,-1-1 1 0 0,1 0 0 0 0,-1-1 0 0 0,0 0 0 0 0,0-1 0 0 0,-1-1 0 0 0,1 0 0 0 0,-1-1-1 0 0,-1 0 1 0 0,1-1 0 0 0,-1-1 0 0 0,21-19 0 0 0,-25 21-3 0 0,-1-1 1 0 0,1 0-1 0 0,-2-1 0 0 0,1 0 0 0 0,-1 0 1 0 0,-1 0-1 0 0,0-1 0 0 0,0 1 0 0 0,-1-1 1 0 0,5-15-1 0 0,-7 16-6 0 0,0 1-1 0 0,-1-1 1 0 0,0-1 0 0 0,0 1 0 0 0,-1 0-1 0 0,0 0 1 0 0,-1 0 0 0 0,0 0-1 0 0,0 0 1 0 0,-1 0 0 0 0,0 0 0 0 0,-1 0-1 0 0,-5-12 1 0 0,7 17 4 0 0,-1 1 0 0 0,1-1-1 0 0,-1 1 1 0 0,0-1 0 0 0,0 1 0 0 0,0 0-1 0 0,-1 0 1 0 0,1 0 0 0 0,-1 0 0 0 0,0 0-1 0 0,0 1 1 0 0,0-1 0 0 0,0 1 0 0 0,0 0-1 0 0,0 0 1 0 0,-1 0 0 0 0,1 0 0 0 0,-1 0 0 0 0,1 1-1 0 0,-1-1 1 0 0,0 1 0 0 0,1 0 0 0 0,-1 1-1 0 0,0-1 1 0 0,0 0 0 0 0,0 1 0 0 0,0 0-1 0 0,1 0 1 0 0,-1 0 0 0 0,0 0 0 0 0,0 1 0 0 0,0 0-1 0 0,-4 1 1 0 0,-3 1 3 0 0,1 0 0 0 0,0 1 0 0 0,0 0 0 0 0,0 1 0 0 0,0 0 0 0 0,1 1 0 0 0,0 0 0 0 0,0 0 0 0 0,0 1 0 0 0,-14 15 0 0 0,17-16 1 0 0,0 1 0 0 0,0 0 0 0 0,1 1 0 0 0,0-1 1 0 0,0 1-1 0 0,1 0 0 0 0,0 0 0 0 0,-5 15 0 0 0,8-20 3 0 0,0 0 0 0 0,0 0 0 0 0,1 1 0 0 0,-1-1 0 0 0,1 0 0 0 0,0 0 0 0 0,0 0 0 0 0,0 0 0 0 0,0 1 0 0 0,1-1 0 0 0,-1 0 0 0 0,1 0 0 0 0,0 0 0 0 0,0 0 0 0 0,0 0 0 0 0,0 0 0 0 0,0 0 0 0 0,1 0-1 0 0,-1 0 1 0 0,1-1 0 0 0,0 1 0 0 0,0 0 0 0 0,0-1 0 0 0,0 0 0 0 0,0 1 0 0 0,1-1 0 0 0,-1 0 0 0 0,4 2 0 0 0,2 1 1 0 0,1 0 1 0 0,-1-1-1 0 0,1 0 1 0 0,1 0-1 0 0,-1-1 1 0 0,0 0-1 0 0,1-1 1 0 0,-1 0-1 0 0,1 0 1 0 0,0-1-1 0 0,0 0 1 0 0,11-1-1 0 0,9-1-1 0 0,0-2-1 0 0,48-10 0 0 0,-45 6 7 0 0,0-1-1 0 0,-1-2 0 0 0,0-1 1 0 0,57-29-1 0 0,-73 31-12 0 0,0-1-1 0 0,0-1 1 0 0,-1 0 0 0 0,-1 0-1 0 0,0-2 1 0 0,-1 0 0 0 0,0 0-1 0 0,-1-1 1 0 0,0-1 0 0 0,13-22-1 0 0,-8 5 115 0 0,-3-1 0 0 0,0 0-1 0 0,-2-1 1 0 0,9-45 0 0 0,-16 61 111 0 0,-4 11-100 0 0,-5 11-85 0 0,-5 14-20 0 0,-212 729 1749 0 0,76-242-984 0 0,135-473-726 0 0,-70 213 294 0 0,60-193-219 0 0,-2 0 0 0 0,-45 75 0 0 0,61-118-40 0 0,0 0 1 0 0,-1 0 0 0 0,0 0-1 0 0,0 0 1 0 0,-1-1 0 0 0,-11 10 0 0 0,16-16-68 0 0,0 0 1 0 0,0 0 0 0 0,0 0 0 0 0,0-1 0 0 0,0 1 0 0 0,-1-1 0 0 0,1 1 0 0 0,0-1 0 0 0,-1 0-1 0 0,1 0 1 0 0,-1-1 0 0 0,1 1 0 0 0,-1-1 0 0 0,0 0 0 0 0,1 0 0 0 0,-1 0 0 0 0,1 0-1 0 0,-1-1 1 0 0,1 1 0 0 0,-1-1 0 0 0,1 0 0 0 0,-1 0 0 0 0,-5-2 0 0 0,-1-2-10 0 0,1-1-1 0 0,-1 0 1 0 0,1-1 0 0 0,0 1-1 0 0,0-2 1 0 0,1 1 0 0 0,0-1 0 0 0,0-1-1 0 0,1 1 1 0 0,-7-11 0 0 0,2 2-13 0 0,1-2-1 0 0,0 0 1 0 0,2 0 0 0 0,-11-28 0 0 0,15 32-9 0 0,0-1 1 0 0,1 0-1 0 0,0 0 1 0 0,1 0 0 0 0,1-1-1 0 0,1 1 1 0 0,0-1-1 0 0,2 1 1 0 0,-1-1 0 0 0,2 1-1 0 0,0 0 1 0 0,1-1-1 0 0,1 1 1 0 0,0 0 0 0 0,1 1-1 0 0,1-1 1 0 0,0 1-1 0 0,1 0 1 0 0,1 0 0 0 0,1 1-1 0 0,13-19 1 0 0,1 6-6 0 0,1 0 1 0 0,1 1-1 0 0,1 1 0 0 0,1 2 1 0 0,1 0-1 0 0,1 2 1 0 0,49-26-1 0 0,-28 20-484 0 0,2 3 0 0 0,0 2 0 0 0,2 3 0 0 0,57-14 0 0 0,-76 25-1182 0 0,62-5 1 0 0,-9 9-5731 0 0,-70 4 3303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08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114 545 1512 0 0,'-13'0'1725'0'0,"1"1"0"0"0,-1 0-1 0 0,1 1 1 0 0,-18 5 0 0 0,27-5-1603 0 0,1-1 0 0 0,0 1 1 0 0,0 0-1 0 0,0 0 1 0 0,1 0-1 0 0,-1 0 1 0 0,0 0-1 0 0,1 0 0 0 0,-1 0 1 0 0,1 1-1 0 0,0-1 1 0 0,-1 0-1 0 0,1 1 1 0 0,0 0-1 0 0,0 2 0 0 0,-1 3 15 0 0,0 1 0 0 0,1-1-1 0 0,0 1 1 0 0,0-1 0 0 0,1 1-1 0 0,0 0 1 0 0,0-1-1 0 0,1 1 1 0 0,3 12 0 0 0,-1-8-68 0 0,0 0 0 0 0,1-1 1 0 0,1 0-1 0 0,0 1 1 0 0,9 16-1 0 0,-13-27-45 0 0,0-1 0 0 0,0 1-1 0 0,0 0 1 0 0,0-1 0 0 0,0 1-1 0 0,1 0 1 0 0,-1-1 0 0 0,1 0-1 0 0,-1 1 1 0 0,1-1 0 0 0,-1 0-1 0 0,1 0 1 0 0,-1 0 0 0 0,1 0-1 0 0,0 0 1 0 0,0 0 0 0 0,0 0-1 0 0,-1 0 1 0 0,1-1 0 0 0,0 1-1 0 0,0-1 1 0 0,0 1 0 0 0,0-1-1 0 0,0 0 1 0 0,0 0 0 0 0,4 0-1 0 0,-1-1 20 0 0,0-1-1 0 0,0 1 1 0 0,-1-1-1 0 0,1 0 0 0 0,0-1 1 0 0,0 1-1 0 0,-1-1 0 0 0,0 0 1 0 0,5-4-1 0 0,11-8-8 0 0,-1-2 0 0 0,-1 0 0 0 0,-1-1 0 0 0,20-28 1 0 0,53-86-2 0 0,20-60-29 0 0,8-12-33 0 0,-103 181 27 0 0,-7 8-36 0 0,1 1 0 0 0,1 0-1 0 0,0 1 1 0 0,0 0-1 0 0,2 0 1 0 0,16-14 0 0 0,-26 24 32 0 0,1 0 2 0 0,18-1-26 0 0,-19 3 30 0 0,0 1-1 0 0,0 0 1 0 0,0 0 0 0 0,0 0-1 0 0,1 0 1 0 0,-1 0-1 0 0,0 1 1 0 0,0-1-1 0 0,0 1 1 0 0,0-1 0 0 0,0 1-1 0 0,0 0 1 0 0,-1-1-1 0 0,1 1 1 0 0,0 0-1 0 0,0 0 1 0 0,0 1 0 0 0,2 1-1 0 0,0 0 1 0 0,-1 1-1 0 0,-1-1 1 0 0,1 1-1 0 0,0-1 0 0 0,-1 1 1 0 0,0 0-1 0 0,0 0 1 0 0,3 6-1 0 0,0 4 17 0 0,-1 0-1 0 0,-1 1 1 0 0,0-1 0 0 0,1 21-1 0 0,-1 17 74 0 0,-2-1-1 0 0,-3 1 1 0 0,-9 54-1 0 0,-37 154 188 0 0,23-136-117 0 0,22-106-132 0 0,0-5 59 0 0,1 0 0 0 0,-2 21 0 0 0,4-31-53 0 0,0 4 60 0 0,1-10-54 0 0,1-10-32 0 0,7-25-20 0 0,-3-1 0 0 0,-1 1 0 0 0,-1-1 0 0 0,-3-45-1 0 0,-2 66 10 0 0,0 0 0 0 0,-1 1 0 0 0,-1-1 0 0 0,-1 0 0 0 0,0 1 0 0 0,-1-1-1 0 0,-1 1 1 0 0,-1 0 0 0 0,0 1 0 0 0,-2 0 0 0 0,-11-19 0 0 0,15 29-4 0 0,0 0 1 0 0,0 0-1 0 0,-1 1 0 0 0,1-1 1 0 0,-1 1-1 0 0,-1 0 1 0 0,1 1-1 0 0,-1 0 1 0 0,1 0-1 0 0,-1 0 0 0 0,0 1 1 0 0,-9-4-1 0 0,5 4 1 0 0,0 0 0 0 0,0 1 0 0 0,0 0-1 0 0,0 1 1 0 0,-1 0 0 0 0,1 0 0 0 0,-22 3-1 0 0,17 0-1 0 0,1 1-1 0 0,-1 0 0 0 0,1 1 1 0 0,0 1-1 0 0,0 0 0 0 0,0 1 1 0 0,1 1-1 0 0,0 0 0 0 0,0 1 1 0 0,0 0-1 0 0,1 1 0 0 0,-15 14 1 0 0,21-17-2 0 0,1 1 0 0 0,-1 1 0 0 0,2-1 0 0 0,-1 1 1 0 0,1 0-1 0 0,0 0 0 0 0,0 1 0 0 0,-3 10 0 0 0,7-17 13 0 0,0 1 0 0 0,0-1 0 0 0,0 0 0 0 0,0 1 0 0 0,1-1 0 0 0,-1 0-1 0 0,1 1 1 0 0,0-1 0 0 0,0 1 0 0 0,0-1 0 0 0,0 1 0 0 0,0-1 0 0 0,0 1 0 0 0,1-1 0 0 0,-1 1 0 0 0,1-1-1 0 0,0 0 1 0 0,-1 1 0 0 0,1-1 0 0 0,0 0 0 0 0,0 0 0 0 0,1 1 0 0 0,-1-1 0 0 0,0 0 0 0 0,1 0 0 0 0,-1 0-1 0 0,1-1 1 0 0,0 1 0 0 0,0 0 0 0 0,-1 0 0 0 0,1-1 0 0 0,0 1 0 0 0,1-1 0 0 0,-1 0 0 0 0,0 0 0 0 0,3 2-1 0 0,6 1 7 0 0,0-1 0 0 0,1 1 0 0 0,-1-2 0 0 0,1 0 0 0 0,-1 0 0 0 0,1-1 0 0 0,20 0 0 0 0,86-12-520 0 0,-86 7 25 0 0,104-18-2522 0 0,-44 1-2087 0 0,-42 9 845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09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31 952 0 0,'-12'4'8770'0'0,"-4"0"-4151"0"0,28-8-2955 0 0,31-8-1366 0 0,55-3-1809 0 0,-44 8-6568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09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30 1260 0 0,'-58'47'10240'0'0,"58"-47"-10186"0"0,-1 0-1 0 0,1 0 1 0 0,-1 1-1 0 0,1-1 1 0 0,-1 0-1 0 0,1 1 1 0 0,-1-1-1 0 0,1 1 1 0 0,-1-1-1 0 0,1 0 1 0 0,0 1 0 0 0,-1-1-1 0 0,1 1 1 0 0,0-1-1 0 0,-1 1 1 0 0,1 0-1 0 0,0-1 1 0 0,0 1-1 0 0,-1-1 1 0 0,1 1-1 0 0,0 0 1 0 0,8 4 926 0 0,16-4-449 0 0,17-6-813 0 0,-1-2 0 0 0,46-16 0 0 0,-17 5-1342 0 0,21-6-3256 0 0,-41 9 445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10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 99 436 0 0,'8'-14'6457'0'0,"-5"10"-5236"0"0,-1 0 0 0 0,1-1 0 0 0,-1 1 0 0 0,0-1 0 0 0,0 1 0 0 0,1-6 0 0 0,-3 9-507 0 0,-1-6 308 0 0,1 6-937 0 0,0 0 0 0 0,0 0 0 0 0,0 0 0 0 0,0 0 0 0 0,0 0 0 0 0,0 0 0 0 0,0 0 0 0 0,-1 0 0 0 0,1 0 0 0 0,0 0 0 0 0,-1 0 0 0 0,1 0 0 0 0,-1-1 0 0 0,-5-2 2 0 0,0 1-1 0 0,-1 0 1 0 0,1 0-1 0 0,-1 0 1 0 0,1 1-1 0 0,-1 0 1 0 0,0 0-1 0 0,1 1 1 0 0,-1 0-1 0 0,0 0 1 0 0,0 0-1 0 0,-13 2 1 0 0,-10 0-72 0 0,-48 9 0 0 0,62-8-26 0 0,1 2 0 0 0,-1 0-1 0 0,1 0 1 0 0,0 2 0 0 0,0 0 0 0 0,0 0 0 0 0,-23 16-1 0 0,29-16-1 0 0,1 0 1 0 0,0 1-1 0 0,0 0 0 0 0,1 0 0 0 0,0 1 0 0 0,0 0 0 0 0,1 0 1 0 0,0 0-1 0 0,0 1 0 0 0,1 0 0 0 0,0 0 0 0 0,-7 19 0 0 0,0 13 57 0 0,1 0-1 0 0,2 0 1 0 0,-5 50-1 0 0,0 128 301 0 0,11-157-228 0 0,-6 202 547 0 0,-20 273-47 0 0,11-353-465 0 0,-27 256 478 0 0,-117 718 725 0 0,61-477-549 0 0,91-622-713 0 0,3 0-1 0 0,1 112 0 0 0,6-168-80 0 0,1 0-1 0 0,-1 0 0 0 0,0 0 0 0 0,1 0 1 0 0,-1 0-1 0 0,1 0 0 0 0,0 0 1 0 0,0 0-1 0 0,0 0 0 0 0,0 0 1 0 0,1-1-1 0 0,-1 1 0 0 0,1 0 0 0 0,-1-1 1 0 0,1 1-1 0 0,0-1 0 0 0,0 0 1 0 0,5 4-1 0 0,-4-4-2 0 0,1 0 1 0 0,0 0-1 0 0,0 0 0 0 0,0-1 1 0 0,0 1-1 0 0,0-1 0 0 0,0 0 1 0 0,0 0-1 0 0,0-1 1 0 0,0 1-1 0 0,1-1 0 0 0,-1 0 1 0 0,5 0-1 0 0,17-2-128 0 0,1-1 0 0 0,-1-1 0 0 0,30-9-1 0 0,74-28-1228 0 0,-127 41 1319 0 0,273-109-5140 0 0,-92 27-2459 0 0,-183 81 7556 0 0,118-53-7494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10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99 436 0 0,'80'-93'18773'0'0,"-75"90"-18219"0"0,0 1-46 0 0,-2 13-230 0 0,-2 22 184 0 0,-2-1 1 0 0,0 1-1 0 0,-2-1 1 0 0,-8 35-1 0 0,-3 25-133 0 0,-3 11 11 0 0,4-39-1041 0 0,13-62 109 0 0,0-1 402 0 0,-1-1-1 0 0,1 1 1 0 0,0-1 0 0 0,0 1-1 0 0,0 0 1 0 0,0-1-1 0 0,0 1 1 0 0,0 0-1 0 0,-1-1 1 0 0,1 1-1 0 0,1 0 1 0 0,-1-1-1 0 0,0 1 1 0 0,0-1-1 0 0,0 1 1 0 0,0 0 0 0 0,0-1-1 0 0,1 1 1 0 0,-1 0-1 0 0,0-1 1 0 0,0 1-1 0 0,1 0 1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11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8 123 980 0 0,'-6'-25'7967'0'0,"5"3"-4250"0"0,1 7-1851 0 0,2 11-1771 0 0,-1 0-1 0 0,1 1 1 0 0,0 0 0 0 0,0-1-1 0 0,0 1 1 0 0,0 0-1 0 0,0 0 1 0 0,1 0 0 0 0,0 0-1 0 0,-1 0 1 0 0,1 0 0 0 0,0 1-1 0 0,0 0 1 0 0,1-1-1 0 0,-1 1 1 0 0,0 0 0 0 0,1 1-1 0 0,-1-1 1 0 0,1 0 0 0 0,0 1-1 0 0,-1 0 1 0 0,1 0-1 0 0,0 0 1 0 0,0 1 0 0 0,0-1-1 0 0,-1 1 1 0 0,1 0 0 0 0,6 0-1 0 0,0 0-74 0 0,0 1-1 0 0,0 0 1 0 0,1 0-1 0 0,-1 1 1 0 0,0 1-1 0 0,0 0 0 0 0,-1 0 1 0 0,14 6-1 0 0,-19-7-11 0 0,-1 0 0 0 0,0-1 0 0 0,0 1 0 0 0,0 0-1 0 0,0 0 1 0 0,0 1 0 0 0,0-1 0 0 0,-1 1 0 0 0,1-1 0 0 0,-1 1-1 0 0,1 0 1 0 0,-1 0 0 0 0,0 0 0 0 0,0 0 0 0 0,-1 0 0 0 0,1 0-1 0 0,-1 1 1 0 0,1-1 0 0 0,-1 1 0 0 0,0-1 0 0 0,0 1 0 0 0,-1-1-1 0 0,1 1 1 0 0,-1-1 0 0 0,0 1 0 0 0,1 0 0 0 0,-2-1-1 0 0,1 5 1 0 0,-4 8 23 0 0,0-1 0 0 0,0 0 1 0 0,-2 0-1 0 0,0 0 0 0 0,-1 0 0 0 0,0-1 0 0 0,-1 0 0 0 0,0 0 0 0 0,-1-1 0 0 0,-14 15 0 0 0,-6 9 171 0 0,27-35-163 0 0,1 4 42 0 0,1-1 15 0 0,10-5-87 0 0,3-2 7 0 0,3 0-11 0 0,1 0 0 0 0,30 0 0 0 0,-31 3 17 0 0,-1 1 1 0 0,1 0 0 0 0,-1 2-1 0 0,1-1 1 0 0,-1 2-1 0 0,0 0 1 0 0,-1 0 0 0 0,1 2-1 0 0,-1 0 1 0 0,0 0-1 0 0,-1 1 1 0 0,13 10 0 0 0,-24-16 28 0 0,0-1 0 0 0,-1 1 0 0 0,1-1 0 0 0,0 1-1 0 0,-1-1 1 0 0,1 1 0 0 0,-1 0 0 0 0,0 0 0 0 0,0 0 0 0 0,1-1 0 0 0,-1 1 0 0 0,0 0 0 0 0,-1 1 0 0 0,1-1 0 0 0,0 0 0 0 0,-1 0 0 0 0,1 0 0 0 0,-1 0 0 0 0,1 1 0 0 0,-1-1 0 0 0,0 0 0 0 0,0 0 0 0 0,0 1-1 0 0,0-1 1 0 0,-1 0 0 0 0,1 0 0 0 0,-1 0 0 0 0,1 1 0 0 0,-1-1 0 0 0,0 0 0 0 0,1 0 0 0 0,-1 0 0 0 0,0 0 0 0 0,-1 0 0 0 0,1 0 0 0 0,0 0 0 0 0,0-1 0 0 0,-1 1 0 0 0,1 0 0 0 0,-1-1 0 0 0,0 1 0 0 0,-1 1-1 0 0,-4 3 21 0 0,-1-1 0 0 0,1 1 0 0 0,-1-1 0 0 0,0-1 0 0 0,0 1 0 0 0,0-1 0 0 0,0-1 0 0 0,-1 1 0 0 0,-10 1 0 0 0,6-1-38 0 0,-8 0 13 0 0,-33-5 66 0 0,11-5-817 0 0,15-1-2904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13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39 135 536 0 0,'-14'-26'6285'0'0,"-9"-22"363"0"0,22 47-6354 0 0,1-1-240 0 0,0 0 0 0 0,0 1 0 0 0,1-1 0 0 0,-1 1 0 0 0,0-1 0 0 0,1 1 0 0 0,-1-1 0 0 0,1 1 0 0 0,0-1 0 0 0,-1 1 1 0 0,1-1-1 0 0,0 1 0 0 0,0 0 0 0 0,0 0 0 0 0,0-1 0 0 0,0 1 0 0 0,0 0 0 0 0,3-2 0 0 0,-1 0 4 0 0,1 1 1 0 0,0 0-1 0 0,0-1 0 0 0,0 1 0 0 0,0 1 0 0 0,8-3 1 0 0,1 0-5 0 0,1 1-1 0 0,0 1 1 0 0,20-2 0 0 0,-16 4-24 0 0,0 0-1 0 0,0 0 1 0 0,27 6-1 0 0,-40-6-20 0 0,0 1 0 0 0,0 0 0 0 0,0 1 0 0 0,-1-1 0 0 0,1 1 1 0 0,-1 0-1 0 0,1 0 0 0 0,-1 0 0 0 0,0 1 0 0 0,0-1 0 0 0,0 1 0 0 0,0 0 0 0 0,0 0 0 0 0,0 1 0 0 0,-1-1 1 0 0,0 1-1 0 0,6 7 0 0 0,-8-7-2 0 0,1-1 1 0 0,-1 1 0 0 0,0-1-1 0 0,-1 1 1 0 0,1 0 0 0 0,-1-1-1 0 0,0 1 1 0 0,0 0 0 0 0,0-1-1 0 0,0 1 1 0 0,0-1 0 0 0,-1 1-1 0 0,0 0 1 0 0,1-1 0 0 0,-1 1-1 0 0,-2 3 1 0 0,-3 8 21 0 0,0 0-1 0 0,-10 16 1 0 0,-15 24 124 0 0,31-54-156 0 0,-2 2-13 0 0,2-3 15 0 0,0 1 0 0 0,0-1 1 0 0,0 0-1 0 0,0 0 0 0 0,-1 0 0 0 0,1 0 0 0 0,0 0 0 0 0,0 1 1 0 0,0-1-1 0 0,0 0 0 0 0,0 0 0 0 0,0 0 0 0 0,0 1 0 0 0,0-1 1 0 0,0 0-1 0 0,0 0 0 0 0,0 0 0 0 0,0 1 0 0 0,0-1 0 0 0,0 0 1 0 0,0 0-1 0 0,0 0 0 0 0,0 1 0 0 0,0-1 0 0 0,0 0 0 0 0,0 0 1 0 0,0 0-1 0 0,0 1 0 0 0,0-1 0 0 0,0 0 0 0 0,0 0 0 0 0,0 0 1 0 0,1 0-1 0 0,-1 1 0 0 0,0-1 0 0 0,24 9-29 0 0,-6-5 33 0 0,1 1-1 0 0,-1 1 1 0 0,0 1-1 0 0,0 0 1 0 0,-1 2-1 0 0,0 0 1 0 0,-1 0-1 0 0,22 18 0 0 0,-35-26 61 0 0,-1 1-1 0 0,0 0 1 0 0,0 0-1 0 0,1 0 1 0 0,-1 0-1 0 0,0 1 1 0 0,-1-1-1 0 0,1 0 1 0 0,0 1-1 0 0,-1-1 1 0 0,1 1-1 0 0,-1 0 1 0 0,0-1-1 0 0,0 1 1 0 0,0 0-1 0 0,0 0 1 0 0,-1 0-1 0 0,1 0 1 0 0,-1 0-1 0 0,1 0 1 0 0,-1 0-1 0 0,0 0 1 0 0,0 0-1 0 0,-1 0 1 0 0,1 0-1 0 0,-1-1 1 0 0,1 1-1 0 0,-1 0 1 0 0,0 0-1 0 0,0 0 1 0 0,0 0-1 0 0,0-1 1 0 0,-1 1-1 0 0,1 0 1 0 0,-1-1-1 0 0,-2 4 1 0 0,0 0-2 0 0,-1 0 1 0 0,0-1 0 0 0,0 1 0 0 0,0-1 0 0 0,-1 0-1 0 0,0-1 1 0 0,0 1 0 0 0,0-1 0 0 0,0 0-1 0 0,-14 6 1 0 0,0-2 55 0 0,-1 0-1 0 0,-28 6 1 0 0,45-13-110 0 0,0 0 1 0 0,0 0-1 0 0,0-1 1 0 0,0 1-1 0 0,0-1 0 0 0,0 0 1 0 0,-6 0-1 0 0,-18 0 44 0 0,25 0-115 0 0,-30-1 5 0 0,11-3-2813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14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116 118 2692 0 0,'6'-3'967'0'0,"1"-2"0"0"0,-1 1 0 0 0,0-1 0 0 0,0 0 0 0 0,-1 0 0 0 0,1 0 0 0 0,-1-1 0 0 0,0 0 0 0 0,-1 0 0 0 0,1 0 0 0 0,-1-1 0 0 0,-1 1 0 0 0,1-1 0 0 0,2-9 0 0 0,-5 15-928 0 0,-1 1 0 0 0,0-1 0 0 0,0 0 0 0 0,1 1 0 0 0,-1-1 0 0 0,0 0 0 0 0,0 0 1 0 0,0 0-1 0 0,0 1 0 0 0,0-1 0 0 0,0 0 0 0 0,0 0 0 0 0,0 1 0 0 0,0-1 0 0 0,0 0 0 0 0,-1 0 0 0 0,1 1 0 0 0,0-1 1 0 0,-1 0-1 0 0,1 0 0 0 0,0 1 0 0 0,-1-1 0 0 0,1 0 0 0 0,0 1 0 0 0,-1-1 0 0 0,1 1 0 0 0,-1-1 0 0 0,0 1 0 0 0,1-1 0 0 0,-1 1 1 0 0,1-1-1 0 0,-1 1 0 0 0,0-1 0 0 0,1 1 0 0 0,-1 0 0 0 0,0-1 0 0 0,1 1 0 0 0,-1 0 0 0 0,0-1 0 0 0,0 1 0 0 0,1 0 0 0 0,-1 0 1 0 0,0 0-1 0 0,0 0 0 0 0,0 0 0 0 0,1 0 0 0 0,-2 0 0 0 0,-2 0-13 0 0,0 0 1 0 0,0 1-1 0 0,0-1 1 0 0,0 1-1 0 0,0 0 1 0 0,-4 2-1 0 0,-3 2-18 0 0,0 0-1 0 0,1 1 0 0 0,0 0 1 0 0,0 1-1 0 0,1 0 0 0 0,0 1 1 0 0,0 0-1 0 0,1 0 0 0 0,0 1 1 0 0,0 0-1 0 0,1 1 0 0 0,0-1 1 0 0,1 1-1 0 0,-7 14 0 0 0,12-23-5 0 0,0 1-1 0 0,0-1 1 0 0,0 1-1 0 0,1-1 0 0 0,-1 1 1 0 0,1 0-1 0 0,-1-1 1 0 0,1 1-1 0 0,-1 0 0 0 0,1 0 1 0 0,0-1-1 0 0,0 1 1 0 0,0 0-1 0 0,0 0 0 0 0,0-1 1 0 0,0 1-1 0 0,1 0 1 0 0,0 2-1 0 0,0 0 3 0 0,1 0 5 0 0,-2-2-7 0 0,1-1 0 0 0,0 0 0 0 0,0 1 0 0 0,0-1 0 0 0,0 0 0 0 0,1 0 0 0 0,-1 0 0 0 0,0 0 0 0 0,0 0 0 0 0,1 0 0 0 0,-1 0 0 0 0,1 0 0 0 0,-1 0 0 0 0,1-1 0 0 0,-1 1 0 0 0,1 0 0 0 0,-1-1 0 0 0,1 1 0 0 0,-1-1 0 0 0,1 0 0 0 0,0 0 0 0 0,-1 1 0 0 0,1-1 0 0 0,-1 0 0 0 0,1 0 0 0 0,2-1 0 0 0,-2 1 2 0 0,7-1 2 0 0,0 0-1 0 0,-1-1 1 0 0,0 0 0 0 0,1-1 0 0 0,-1 0 0 0 0,0 0 0 0 0,0 0 0 0 0,-1-1-1 0 0,1 0 1 0 0,13-10 0 0 0,-8 3 203 0 0,-1 1-1 0 0,0-2 1 0 0,-1 0 0 0 0,0 0-1 0 0,9-14 1 0 0,24-32 1628 0 0,-43 57-1826 0 0,3 0-27 0 0,2 2 2 0 0,-4 9 43 0 0,-13 97-113 0 0,-3 49-70 0 0,10-53-3311 0 0,7-58-508 0 0,4-16-2145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17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6 1432 0 0,'-5'-6'16950'0'0,"4"7"-16940"0"0,0 0-1 0 0,0 1 1 0 0,1-1 0 0 0,-1 0 0 0 0,0 0 0 0 0,0 1 0 0 0,1-1 0 0 0,-1 0 0 0 0,1 1 0 0 0,-1-1-1 0 0,1 1 1 0 0,0-1 0 0 0,-1 1 0 0 0,1-1 0 0 0,0 1 0 0 0,0-1 0 0 0,0 1 0 0 0,0 1-1 0 0,3 39 427 0 0,-1-23-195 0 0,-2 70 677 0 0,-22 157 0 0 0,19-221-891 0 0,-23 162 601 0 0,26-185-626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18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179 175 1636 0 0,'-4'-15'4382'0'0,"2"10"-3793"0"0,1 0 0 0 0,1 0 0 0 0,-1 0-1 0 0,1 0 1 0 0,0 0 0 0 0,0 0 0 0 0,0-1 0 0 0,1 1 0 0 0,-1 0 0 0 0,3-6 0 0 0,-2 7-318 0 0,1-1 1 0 0,0 0 0 0 0,0 1-1 0 0,0 0 1 0 0,1-1-1 0 0,0 1 1 0 0,-1 0 0 0 0,1 0-1 0 0,5-5 1 0 0,-2 4-182 0 0,0 0 0 0 0,0 0 0 0 0,1 1 0 0 0,-1-1 0 0 0,1 1 0 0 0,0 1 0 0 0,0 0 0 0 0,1 0 0 0 0,-1 0 1 0 0,1 1-1 0 0,-1-1 0 0 0,1 2 0 0 0,8-2 0 0 0,-10 3-70 0 0,0-1-1 0 0,0 1 1 0 0,0 0 0 0 0,0 1-1 0 0,0-1 1 0 0,0 1 0 0 0,0 0-1 0 0,0 1 1 0 0,0 0 0 0 0,-1-1-1 0 0,1 2 1 0 0,-1-1 0 0 0,1 1-1 0 0,5 3 1 0 0,-8-4-11 0 0,0 0 1 0 0,-1 0 0 0 0,1 0-1 0 0,-1 0 1 0 0,0 1 0 0 0,1-1-1 0 0,-1 1 1 0 0,0-1 0 0 0,-1 1-1 0 0,1 0 1 0 0,0 0 0 0 0,-1 0-1 0 0,1 0 1 0 0,-1 0 0 0 0,0 0-1 0 0,0 0 1 0 0,0 0 0 0 0,-1 1-1 0 0,1-1 1 0 0,-1 0 0 0 0,1 1-1 0 0,-1-1 1 0 0,0 0 0 0 0,-1 0-1 0 0,0 7 1 0 0,-1-1 4 0 0,0-1-1 0 0,-1 1 1 0 0,0 0 0 0 0,-1-1 0 0 0,1 0-1 0 0,-2 0 1 0 0,1 0 0 0 0,-10 12-1 0 0,-3 1 34 0 0,-32 28 0 0 0,27-27 1 0 0,-12 13 100 0 0,33-34-149 0 0,3 0-5 0 0,6 4 8 0 0,-5-4-1 0 0,0 0-1 0 0,0 0 1 0 0,0 0 0 0 0,0 0-1 0 0,0-1 1 0 0,0 1 0 0 0,5 0-1 0 0,2 0 5 0 0,11 6 16 0 0,0 2 1 0 0,0 0 0 0 0,21 13-1 0 0,-36-18 25 0 0,1 0 0 0 0,0 0 0 0 0,-1 1 0 0 0,0 0 1 0 0,0 0-1 0 0,-1 1 0 0 0,1 0 0 0 0,-1 0 0 0 0,0 0 0 0 0,-1 0 0 0 0,0 1 0 0 0,5 9 0 0 0,-8-13 4 0 0,0-1-1 0 0,0 1 1 0 0,0 0 0 0 0,-1-1-1 0 0,1 1 1 0 0,-1 0-1 0 0,0 0 1 0 0,0-1-1 0 0,0 1 1 0 0,0 0 0 0 0,0 0-1 0 0,0-1 1 0 0,-1 1-1 0 0,0 0 1 0 0,1-1-1 0 0,-1 1 1 0 0,-2 3 0 0 0,1-2-3 0 0,-1 1 0 0 0,1-1 0 0 0,-1 0 1 0 0,0 0-1 0 0,-1 0 0 0 0,1 0 1 0 0,-1-1-1 0 0,-7 7 0 0 0,0-2-4 0 0,-1-1-1 0 0,0 0 1 0 0,0-1-1 0 0,0 0 1 0 0,-1-1-1 0 0,-14 4 1 0 0,3-2 2 0 0,-1-1 1 0 0,-1-2-1 0 0,1-1 0 0 0,-46 1 1 0 0,53-4-89 0 0,0-2 0 0 0,0 0 0 0 0,1 0 0 0 0,-1-2 0 0 0,0 0 1 0 0,1-1-1 0 0,-26-12 0 0 0,41 17-106 0 0,0-1-1 0 0,1 1 1 0 0,-1-1 0 0 0,0 0-1 0 0,1 0 1 0 0,-1 0 0 0 0,1 0-1 0 0,0 0 1 0 0,-1 0 0 0 0,1 0 0 0 0,0 0-1 0 0,0 0 1 0 0,-1-1 0 0 0,1 1-1 0 0,0 0 1 0 0,0-1 0 0 0,0 1 0 0 0,1-1-1 0 0,-1 1 1 0 0,0-1 0 0 0,1 0-1 0 0,-1 1 1 0 0,1-1 0 0 0,-1 0-1 0 0,1 1 1 0 0,0-1 0 0 0,-1-2 0 0 0,2 1-393 0 0,0 0 1 0 0,0 1 0 0 0,-1-1 0 0 0,2 0-1 0 0,-1 0 1 0 0,0 1 0 0 0,1-1-1 0 0,-1 1 1 0 0,1 0 0 0 0,0-1 0 0 0,-1 1-1 0 0,1 0 1 0 0,0 0 0 0 0,1 0 0 0 0,3-3-1 0 0,9-8-3835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6:52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16 0 0,'6'-24'5617'0'0,"-6"22"-5446"0"0,1-1 0 0 0,0 0 0 0 0,0 0 1 0 0,0 1-1 0 0,1-1 0 0 0,-1 0 0 0 0,0 1 0 0 0,1-1 0 0 0,0 1 0 0 0,0 0 0 0 0,-1-1 0 0 0,2 1 0 0 0,-1 0 0 0 0,0 0 0 0 0,0 0 0 0 0,0 1 1 0 0,1-1-1 0 0,-1 1 0 0 0,1-1 0 0 0,0 1 0 0 0,-1 0 0 0 0,1 0 0 0 0,0 0 0 0 0,0 0 0 0 0,3-1 0 0 0,9-1-495 0 0,1 0 0 0 0,0 1 0 0 0,24 0 0 0 0,-23 1-179 0 0,16 1-2949 0 0,-17 0 1026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00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98 590 1744 0 0,'-60'35'8314'0'0,"29"-16"-6314"0"0,31-19-1967 0 0,-1 1 0 0 0,1-1 0 0 0,-1 1 0 0 0,1-1 0 0 0,0 1 0 0 0,-1-1 0 0 0,1 1 0 0 0,-1-1 0 0 0,1 1 0 0 0,0-1 0 0 0,0 1 0 0 0,-1 0 0 0 0,1-1 0 0 0,0 1 0 0 0,0 0 0 0 0,0-1 0 0 0,-1 1 0 0 0,1 1 0 0 0,0-2-25 0 0,0 0-1 0 0,0 0 1 0 0,0 1 0 0 0,0-1-1 0 0,0 0 1 0 0,0 0 0 0 0,0 1-1 0 0,0-1 1 0 0,0 0 0 0 0,0 0-1 0 0,0 1 1 0 0,0-1 0 0 0,0 0 0 0 0,0 0-1 0 0,0 1 1 0 0,0-1 0 0 0,1 0-1 0 0,-1 0 1 0 0,0 1 0 0 0,0-1-1 0 0,0 0 1 0 0,0 0 0 0 0,0 0-1 0 0,1 1 1 0 0,-1-1 0 0 0,0 0-1 0 0,0 0 1 0 0,0 0 0 0 0,1 0 0 0 0,-1 1-1 0 0,0-1 1 0 0,0 0 0 0 0,0 0-1 0 0,1 0 1 0 0,-1 0 0 0 0,0 0-1 0 0,0 0 1 0 0,1 0 0 0 0,-1 0-1 0 0,0 0 1 0 0,0 0 0 0 0,1 0 0 0 0,-1 0-1 0 0,16-2 25 0 0,-1-2 0 0 0,0 0-1 0 0,-1-1 1 0 0,1 0 0 0 0,-1-1-1 0 0,0-1 1 0 0,0 0 0 0 0,17-12 0 0 0,-14 6-36 0 0,0-1 1 0 0,-1 0-1 0 0,0-1 1 0 0,-1 0-1 0 0,19-28 0 0 0,-14 14-33 0 0,-1-1 0 0 0,-2 0-1 0 0,-1-2 1 0 0,-2 0-1 0 0,-1 0 1 0 0,-1-2-1 0 0,9-45 1 0 0,-20 76 33 0 0,4-19 35 0 0,0-2 1 0 0,1-38 0 0 0,-6 58-48 0 0,-1-6 12 0 0,0 10 4 0 0,0 0 0 0 0,1 0 0 0 0,-1-1-1 0 0,0 1 1 0 0,0 0 0 0 0,0 1 0 0 0,1-1-1 0 0,-1 0 1 0 0,0 0 0 0 0,0 0 0 0 0,1 0 0 0 0,-1 1-1 0 0,0-1 1 0 0,0 0 0 0 0,1 1 0 0 0,-1-1 0 0 0,-1 1-1 0 0,2-1 1 0 0,-5 3 3 0 0,0 1 0 0 0,0 0 0 0 0,0 0 0 0 0,1 0 0 0 0,-1 0 0 0 0,1 1 0 0 0,-6 8 0 0 0,-24 40 98 0 0,24-37-79 0 0,-24 41 113 0 0,-31 70 0 0 0,55-105-102 0 0,2 0 0 0 0,0 1 0 0 0,1 1-1 0 0,1-1 1 0 0,1 1 0 0 0,-2 38-1 0 0,7-53-33 0 0,0 0 1 0 0,0 0-1 0 0,1 0 0 0 0,0 0 0 0 0,1 0 0 0 0,0 0 0 0 0,0 0 1 0 0,1 0-1 0 0,6 13 0 0 0,-7-18 2 0 0,0 0 1 0 0,1 0-1 0 0,0 0 0 0 0,0 0 1 0 0,0-1-1 0 0,0 1 0 0 0,0-1 0 0 0,1 0 1 0 0,-1 0-1 0 0,1 0 0 0 0,0 0 1 0 0,0-1-1 0 0,0 0 0 0 0,0 0 1 0 0,1 0-1 0 0,-1 0 0 0 0,0 0 1 0 0,1-1-1 0 0,-1 0 0 0 0,8 1 1 0 0,4 0-51 0 0,0-2 0 0 0,0 0 0 0 0,-1 0 0 0 0,1-2 1 0 0,0 0-1 0 0,0 0 0 0 0,-1-2 0 0 0,0 0 1 0 0,1-1-1 0 0,-2 0 0 0 0,1-1 0 0 0,0-1 0 0 0,-1 0 1 0 0,23-17-1 0 0,-13 8-89 0 0,-1-2 0 0 0,-1-1-1 0 0,0-1 1 0 0,-2-1 0 0 0,0-1 0 0 0,-1 0 0 0 0,18-30 0 0 0,-7 3-41 0 0,-3-1 1 0 0,26-62-1 0 0,29-112 1461 0 0,-75 199-1044 0 0,-5 16-150 0 0,-5 18-125 0 0,-148 464 1100 0 0,138-429-1035 0 0,1-3 191 0 0,-10 52 1 0 0,22-91-120 0 0,3-3-93 0 0,0-1 0 0 0,0 0 0 0 0,-1 0 0 0 0,1 0 0 0 0,-1 0 0 0 0,1 0 0 0 0,-1-1 0 0 0,0 1 0 0 0,0-1 0 0 0,0 1 0 0 0,0-1 0 0 0,2-3 0 0 0,5-7-14 0 0,-3 6-13 0 0,70-73-150 0 0,-68 72 130 0 0,1 1-1 0 0,-1-1 1 0 0,2 2-1 0 0,-1-1 0 0 0,1 2 1 0 0,0-1-1 0 0,15-5 1 0 0,-23 10 35 0 0,0 1 0 0 0,-1-1 1 0 0,1 1-1 0 0,0-1 0 0 0,0 1 1 0 0,-1 0-1 0 0,1 0 0 0 0,0 0 1 0 0,0 0-1 0 0,-1 0 0 0 0,1 0 1 0 0,0 0-1 0 0,0 1 0 0 0,0-1 1 0 0,-1 1-1 0 0,1-1 0 0 0,0 1 1 0 0,-1 0-1 0 0,1-1 0 0 0,-1 1 1 0 0,3 2-1 0 0,-1-1 29 0 0,-1 0 0 0 0,0 0 0 0 0,0 1-1 0 0,0-1 1 0 0,0 1 0 0 0,0 0 0 0 0,-1-1 0 0 0,1 1 0 0 0,-1 0 0 0 0,0 0 0 0 0,2 4 0 0 0,0 5 92 0 0,0 1 1 0 0,-1-1 0 0 0,-1 1-1 0 0,1 24 1 0 0,3 38 175 0 0,-5-74-287 0 0,1-1 0 0 0,-1 1 1 0 0,1 0-1 0 0,-1 0 0 0 0,1 0 0 0 0,0 0 0 0 0,-1-1 1 0 0,1 1-1 0 0,0 0 0 0 0,0 0 0 0 0,-1-1 0 0 0,1 1 1 0 0,0-1-1 0 0,0 1 0 0 0,0-1 0 0 0,0 1 0 0 0,0-1 0 0 0,0 1 1 0 0,0-1-1 0 0,0 0 0 0 0,0 0 0 0 0,0 1 0 0 0,0-1 1 0 0,0 0-1 0 0,0 0 0 0 0,0 0 0 0 0,0 0 0 0 0,0 0 1 0 0,0 0-1 0 0,0 0 0 0 0,1-1 0 0 0,15-4-2 0 0,0 0-1 0 0,-1-1 1 0 0,1-1-1 0 0,-1-1 1 0 0,-1 0 0 0 0,0-1-1 0 0,20-16 1 0 0,94-85-95 0 0,-108 91 72 0 0,27-34 0 0 0,-40 43 18 0 0,-1-1-1 0 0,0 1 1 0 0,0-1 0 0 0,-1 0 0 0 0,8-22-1 0 0,-14 32 2 0 0,1-1-1 0 0,0 1 1 0 0,-1 0-1 0 0,1-1 1 0 0,-1 1-1 0 0,0-1 1 0 0,0 1-1 0 0,1-1 0 0 0,-1 1 1 0 0,0-1-1 0 0,0 1 1 0 0,0-1-1 0 0,0 1 1 0 0,-1 0-1 0 0,1-1 1 0 0,0 1-1 0 0,-1-1 1 0 0,1 1-1 0 0,-2-3 0 0 0,1 1-5 0 0,0 2 7 0 0,1 1 1 0 0,-1-1 0 0 0,1 1-1 0 0,-1-1 1 0 0,1 1 0 0 0,-1 0-1 0 0,1-1 1 0 0,-1 1 0 0 0,1 0-1 0 0,-1-1 1 0 0,0 1 0 0 0,1 0 0 0 0,-1 0-1 0 0,1-1 1 0 0,-1 1 0 0 0,0 0-1 0 0,1 0 1 0 0,-1 0 0 0 0,0 0-1 0 0,1 0 1 0 0,-1 0 0 0 0,0 0-1 0 0,1 0 1 0 0,-1 0 0 0 0,0 0-1 0 0,1 0 1 0 0,-1 1 0 0 0,1-1-1 0 0,-1 0 1 0 0,0 0 0 0 0,1 1-1 0 0,-1-1 1 0 0,0 1 0 0 0,-20 9 32 0 0,13-5-18 0 0,0 1 1 0 0,0 0-1 0 0,0 1 0 0 0,1 0 1 0 0,0 0-1 0 0,1 1 1 0 0,0 0-1 0 0,0 0 0 0 0,0 0 1 0 0,-7 16-1 0 0,6-9 11 0 0,0 0 1 0 0,1 0-1 0 0,1 1 0 0 0,0 0 1 0 0,-4 27-1 0 0,8-37-14 0 0,0 0-1 0 0,1 0 1 0 0,0 0-1 0 0,0 0 1 0 0,0 0 0 0 0,1 0-1 0 0,0 0 1 0 0,0 0-1 0 0,0 0 1 0 0,1-1-1 0 0,0 1 1 0 0,0 0 0 0 0,4 7-1 0 0,-3-9-7 0 0,0 0 1 0 0,0 0-1 0 0,0-1 0 0 0,0 1 0 0 0,0-1 1 0 0,1 0-1 0 0,0 0 0 0 0,0 0 1 0 0,-1 0-1 0 0,2-1 0 0 0,-1 0 0 0 0,0 0 1 0 0,0 0-1 0 0,1 0 0 0 0,-1-1 0 0 0,1 1 1 0 0,6 0-1 0 0,1 0-290 0 0,0 0 0 0 0,-1-1 1 0 0,1 0-1 0 0,0-1 0 0 0,0-1 0 0 0,0 0 1 0 0,-1 0-1 0 0,14-4 0 0 0,-14 2-981 0 0,0-1 0 0 0,0 1 0 0 0,-1-2 1 0 0,21-10-1 0 0,-7-1-3226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00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0 2308 0 0,'-81'8'2499'0'0,"-133"19"3620"0"0,209-26-5971 0 0,3-1-51 0 0,0 1 0 0 0,-1-1 0 0 0,1 1 0 0 0,0-1 0 0 0,-1 1 0 0 0,1 0 0 0 0,0 0 0 0 0,0 0 0 0 0,0 0 0 0 0,0 0 0 0 0,0 0 0 0 0,-3 3-1 0 0,24 2 317 0 0,36-1-724 0 0,0-2 0 0 0,63-5 1 0 0,-77 1-284 0 0,102-6-4022 0 0,-70 4 415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02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692 248 332 0 0,'30'-58'7787'0'0,"-27"50"-7216"0"0,0 1 0 0 0,-1-1-1 0 0,0 0 1 0 0,0 0 0 0 0,-1 0 0 0 0,0 0 0 0 0,0 0 0 0 0,-1 0-1 0 0,0-13 1 0 0,0 20-552 0 0,0 0-1 0 0,-1 0 1 0 0,1-1 0 0 0,0 1-1 0 0,0 0 1 0 0,-1 0-1 0 0,1 0 1 0 0,0 0 0 0 0,-1 0-1 0 0,1 0 1 0 0,-1 0-1 0 0,0 0 1 0 0,1 0-1 0 0,-1 0 1 0 0,0 0 0 0 0,1 0-1 0 0,-1 1 1 0 0,0-1-1 0 0,0 0 1 0 0,0 0 0 0 0,0 1-1 0 0,0-1 1 0 0,0 0-1 0 0,0 1 1 0 0,0-1 0 0 0,0 1-1 0 0,0-1 1 0 0,0 1-1 0 0,0 0 1 0 0,0 0-1 0 0,0-1 1 0 0,0 1 0 0 0,-1 0-1 0 0,1 0 1 0 0,0 0-1 0 0,0 0 1 0 0,0 0 0 0 0,0 0-1 0 0,0 0 1 0 0,-1 1-1 0 0,-1 0 1 0 0,-3 0 2 0 0,-1 1 1 0 0,1 0-1 0 0,-1 1 1 0 0,1 0-1 0 0,-9 5 1 0 0,-10 7 3 0 0,1 1 0 0 0,0 1 1 0 0,2 2-1 0 0,0 0 0 0 0,1 1 1 0 0,1 1-1 0 0,1 1 0 0 0,0 1 1 0 0,-24 41-1 0 0,39-57-32 0 0,1 0 1 0 0,-1 0-1 0 0,1 0 0 0 0,1 0 0 0 0,0 1 1 0 0,0-1-1 0 0,0 1 0 0 0,0 7 0 0 0,1-13 7 0 0,1 0 0 0 0,0 0-1 0 0,0 0 1 0 0,0 0 0 0 0,0 0-1 0 0,1 0 1 0 0,-1 0 0 0 0,1 0-1 0 0,-1-1 1 0 0,1 1 0 0 0,-1 0-1 0 0,1 0 1 0 0,0 0-1 0 0,0-1 1 0 0,0 1 0 0 0,0 0-1 0 0,0-1 1 0 0,0 1 0 0 0,1-1-1 0 0,-1 1 1 0 0,0-1 0 0 0,1 0-1 0 0,-1 0 1 0 0,1 1 0 0 0,-1-1-1 0 0,1 0 1 0 0,0 0 0 0 0,0 0-1 0 0,-1-1 1 0 0,1 1 0 0 0,0 0-1 0 0,0-1 1 0 0,0 1 0 0 0,0-1-1 0 0,0 0 1 0 0,3 1 0 0 0,3 0 8 0 0,0-1 1 0 0,-1 0 0 0 0,1 0 0 0 0,0-1 0 0 0,-1 0-1 0 0,1 0 1 0 0,-1-1 0 0 0,1 0 0 0 0,-1 0-1 0 0,0 0 1 0 0,0-1 0 0 0,0 0 0 0 0,0-1 0 0 0,0 0-1 0 0,-1 0 1 0 0,1 0 0 0 0,-1-1 0 0 0,0 0 0 0 0,6-6-1 0 0,8-10-42 0 0,-2-1-1 0 0,0-1 0 0 0,25-42 1 0 0,-35 53 20 0 0,5-7-212 0 0,-11 17 181 0 0,-2 3 42 0 0,1-1 1 0 0,-1 0 0 0 0,1 1 0 0 0,-1-1-1 0 0,0 1 1 0 0,1-1 0 0 0,-1 1-1 0 0,1-1 1 0 0,-1 1 0 0 0,0-1-1 0 0,1 1 1 0 0,-1-1 0 0 0,0 1 0 0 0,0-1-1 0 0,0 1 1 0 0,1-1 0 0 0,-1 1-1 0 0,0 0 1 0 0,0-1 0 0 0,0 1 0 0 0,0-1-1 0 0,0 1 1 0 0,0 0 0 0 0,0-1-1 0 0,0 1 1 0 0,0 0 0 0 0,-1 17 36 0 0,-14 108 327 0 0,-5-2 1 0 0,-6 0-1 0 0,-82 237 1 0 0,87-307-174 0 0,-2-2 1 0 0,-33 55-1 0 0,46-90-112 0 0,-1-1-1 0 0,0 0 1 0 0,-1 0-1 0 0,-1-2 1 0 0,0 1 0 0 0,-1-2-1 0 0,-1 0 1 0 0,0-1-1 0 0,0 0 1 0 0,-19 10 0 0 0,27-18-51 0 0,0-1 0 0 0,0 0 1 0 0,0 0-1 0 0,-1-1 0 0 0,1 0 1 0 0,-1-1-1 0 0,0 1 0 0 0,1-1 1 0 0,-1-1-1 0 0,0 1 0 0 0,0-1 1 0 0,1-1-1 0 0,-1 1 1 0 0,0-1-1 0 0,1-1 0 0 0,-1 0 1 0 0,0 0-1 0 0,1 0 0 0 0,0-1 1 0 0,0 0-1 0 0,-12-6 0 0 0,12 4-26 0 0,-1 0-1 0 0,1 0 0 0 0,0-1 0 0 0,1 1 1 0 0,-1-1-1 0 0,1-1 0 0 0,0 0 1 0 0,1 1-1 0 0,0-2 0 0 0,0 1 0 0 0,0 0 1 0 0,1-1-1 0 0,0 0 0 0 0,1 0 1 0 0,0 0-1 0 0,0-1 0 0 0,0 1 0 0 0,1-1 1 0 0,-1-8-1 0 0,2 4-10 0 0,1 0 0 0 0,0 0 0 0 0,1 0 1 0 0,0 0-1 0 0,1 0 0 0 0,1 0 0 0 0,0 0 0 0 0,0 1 0 0 0,7-15 0 0 0,3-3-24 0 0,1 0-1 0 0,26-40 1 0 0,-8 23-47 0 0,3 2 0 0 0,1 1 0 0 0,2 1 0 0 0,2 3 0 0 0,2 1 0 0 0,57-41 0 0 0,296-178-3276 0 0,-372 244 3044 0 0,31-17-168 0 0,114-76-801 0 0,-152 95 1243 0 0,-1-1-1 0 0,0-1 0 0 0,0 0 0 0 0,-2 0 1 0 0,0-2-1 0 0,0 1 0 0 0,17-31 1 0 0,-4-17 1821 0 0,-24 61-1435 0 0,-14 13-232 0 0,5-1-74 0 0,1 0 1 0 0,-1 0 0 0 0,2 1-1 0 0,-1 0 1 0 0,-6 21-1 0 0,5-15 21 0 0,-2 4 23 0 0,-9 23 85 0 0,-14 53 0 0 0,28-85-167 0 0,1 1 0 0 0,1 0 0 0 0,0 0-1 0 0,1 0 1 0 0,0-1 0 0 0,1 1 0 0 0,1 0-1 0 0,0 0 1 0 0,3 17 0 0 0,-4-28-44 0 0,1-1 0 0 0,-1 1 0 0 0,1 0 0 0 0,-1-1 0 0 0,1 1 0 0 0,0-1 1 0 0,-1 1-1 0 0,1-1 0 0 0,0 0 0 0 0,0 1 0 0 0,0-1 0 0 0,0 0 0 0 0,0 1 0 0 0,0-1 0 0 0,0 0 0 0 0,1 0 0 0 0,-1 0 0 0 0,0 0 1 0 0,1 0-1 0 0,-1-1 0 0 0,1 1 0 0 0,2 1 0 0 0,-2-1-25 0 0,1-1 0 0 0,0 0 0 0 0,0 1 0 0 0,0-1 0 0 0,-1 0 0 0 0,1 0-1 0 0,0-1 1 0 0,0 1 0 0 0,0-1 0 0 0,-1 1 0 0 0,1-1 0 0 0,3-1 0 0 0,3-2-66 0 0,0 0-1 0 0,0 0 1 0 0,-1-1 0 0 0,1 0-1 0 0,-1-1 1 0 0,12-10 0 0 0,11-17-105 0 0,-1-1 1 0 0,39-60-1 0 0,-23 29 866 0 0,-45 64-617 0 0,0 0 1 0 0,-1 0-1 0 0,1 0 1 0 0,0 0-1 0 0,0 0 0 0 0,0 0 1 0 0,0 0-1 0 0,0 0 0 0 0,0 0 1 0 0,0 0-1 0 0,0 0 0 0 0,1 1 1 0 0,-1-1-1 0 0,0 0 1 0 0,0 1-1 0 0,1-1 0 0 0,-1 1 1 0 0,0-1-1 0 0,1 1 0 0 0,0 0 1 0 0,-1 0 2 0 0,0 0 0 0 0,0 0-1 0 0,0 1 1 0 0,0-1 0 0 0,0 0 0 0 0,0 1 0 0 0,0-1 0 0 0,0 1 0 0 0,0 0 0 0 0,0-1 0 0 0,-1 1-1 0 0,1 0 1 0 0,0-1 0 0 0,0 1 0 0 0,-1 0 0 0 0,1 0 0 0 0,0 0 0 0 0,-1-1 0 0 0,1 1 0 0 0,0 2-1 0 0,3 5 97 0 0,-1 1-1 0 0,0 0 0 0 0,0 0 1 0 0,2 13-1 0 0,-4-15-41 0 0,35 186 668 0 0,-36-193-730 0 0,0 1 0 0 0,0-1 1 0 0,0 1-1 0 0,1-1 0 0 0,-1 1 1 0 0,0-1-1 0 0,0 1 1 0 0,1-1-1 0 0,-1 0 0 0 0,0 1 1 0 0,1-1-1 0 0,-1 1 0 0 0,0-1 1 0 0,1 0-1 0 0,-1 1 1 0 0,1-1-1 0 0,-1 0 0 0 0,1 0 1 0 0,-1 1-1 0 0,0-1 0 0 0,1 0 1 0 0,-1 0-1 0 0,1 1 0 0 0,-1-1 1 0 0,1 0-1 0 0,-1 0 1 0 0,1 0-1 0 0,-1 0 0 0 0,1 0 1 0 0,0 0-1 0 0,-1 0 0 0 0,1 0 1 0 0,-1 0-1 0 0,1 0 1 0 0,-1 0-1 0 0,2-1 0 0 0,16-7 119 0 0,3-11-127 0 0,0-2-1 0 0,-1 0 1 0 0,18-27 0 0 0,19-20-128 0 0,-49 59 86 0 0,0 1 0 0 0,1 0 0 0 0,19-14 0 0 0,-24 19 36 0 0,-1 1 0 0 0,1 0 0 0 0,0 0 1 0 0,0 1-1 0 0,0-1 0 0 0,0 1 0 0 0,0 0 0 0 0,1 0 1 0 0,-1 0-1 0 0,0 1 0 0 0,0-1 0 0 0,1 1 0 0 0,-1 0 1 0 0,0 0-1 0 0,6 1 0 0 0,34 7 40 0 0,-15-2 22 0 0,0-1 0 0 0,0-1 0 0 0,54-1 0 0 0,-81-3-55 0 0,0 0 0 0 0,0-1 0 0 0,0 1 0 0 0,0 0 0 0 0,-1-1 0 0 0,1 1 0 0 0,0-1 0 0 0,0 1 0 0 0,-1-1 0 0 0,1 0 0 0 0,0 0 0 0 0,-1 0 0 0 0,1 0 0 0 0,-1 0 0 0 0,1 0 0 0 0,-1 0 0 0 0,0 0 0 0 0,1-1 0 0 0,-1 1 0 0 0,0 0 0 0 0,0-1 0 0 0,0 1 0 0 0,0-1 0 0 0,0 0 0 0 0,0 1 0 0 0,0-1 1 0 0,-1 0-1 0 0,1 1 0 0 0,0-1 0 0 0,-1 0 0 0 0,1-2 0 0 0,-1 2-6 0 0,0-1 0 0 0,0 0 0 0 0,0 0 0 0 0,0 1 0 0 0,0-1 0 0 0,-1 0 0 0 0,1 1-1 0 0,-1-1 1 0 0,0 0 0 0 0,1 1 0 0 0,-1-1 0 0 0,-1 0 0 0 0,1 1 0 0 0,0 0 0 0 0,-1-1 0 0 0,1 1 0 0 0,-1 0 0 0 0,-2-3 0 0 0,3 4 6 0 0,-1 0 0 0 0,1 0-1 0 0,-1 0 1 0 0,1 0 0 0 0,-1 1-1 0 0,0-1 1 0 0,1 1 0 0 0,-1-1-1 0 0,0 1 1 0 0,1 0 0 0 0,-1-1-1 0 0,0 1 1 0 0,1 0 0 0 0,-1 0-1 0 0,0 0 1 0 0,0 0 0 0 0,1 1-1 0 0,-1-1 1 0 0,0 0 0 0 0,1 1-1 0 0,-1-1 1 0 0,0 1 0 0 0,-1 0-1 0 0,-9 7 16 0 0,0 0 0 0 0,1 0 0 0 0,0 1 1 0 0,0 0-1 0 0,1 1 0 0 0,0 0 0 0 0,0 1 0 0 0,-9 14 0 0 0,9-9 7 0 0,0 0 0 0 0,0 0 0 0 0,2 1 0 0 0,0 0 0 0 0,-10 35 0 0 0,17-49-20 0 0,0 0 0 0 0,0 0 1 0 0,1 1-1 0 0,-1-1 1 0 0,1 0-1 0 0,0 1 1 0 0,-1-1-1 0 0,2 0 1 0 0,-1 1-1 0 0,0-1 1 0 0,1 0-1 0 0,-1 1 1 0 0,1-1-1 0 0,0 0 0 0 0,0 0 1 0 0,0 0-1 0 0,1 0 1 0 0,-1 0-1 0 0,1 0 1 0 0,3 6-1 0 0,-2-6-6 0 0,0 0 0 0 0,1-1-1 0 0,-1 1 1 0 0,1 0 0 0 0,-1-1 0 0 0,1 0-1 0 0,0 0 1 0 0,0 0 0 0 0,0 0 0 0 0,0-1-1 0 0,0 0 1 0 0,0 1 0 0 0,1-1-1 0 0,-1-1 1 0 0,8 1 0 0 0,1 0-288 0 0,1 0 1 0 0,-1-2-1 0 0,1 0 0 0 0,-1 0 0 0 0,1-1 1 0 0,-1-1-1 0 0,0 0 0 0 0,0-1 1 0 0,0 0-1 0 0,-1-1 0 0 0,1 0 1 0 0,-1-1-1 0 0,0-1 0 0 0,20-14 1 0 0,-6 0 172 0 0,-1 0 0 0 0,-2-2 0 0 0,0 0 0 0 0,-1-2 0 0 0,18-27 0 0 0,0-4 2256 0 0,-36 51-1942 0 0,-3 3-150 0 0,0 0 0 0 0,0 0 0 0 0,1 0 0 0 0,-1 0 1 0 0,1 0-1 0 0,-1 0 0 0 0,1 1 0 0 0,0-1 0 0 0,-1 1 0 0 0,1-1 1 0 0,0 1-1 0 0,0 0 0 0 0,3-2 0 0 0,-3 3 29 0 0,2 1-10 0 0,-4-1-59 0 0,1 0-1 0 0,-1 0 0 0 0,1 0 0 0 0,-1 0 0 0 0,0 0 0 0 0,1 0 0 0 0,-1 0 0 0 0,1 1 0 0 0,-1-1 0 0 0,1 0 0 0 0,-1 0 0 0 0,0 0 0 0 0,1 0 0 0 0,-1 1 0 0 0,1-1 0 0 0,-1 0 0 0 0,0 0 0 0 0,1 1 0 0 0,-1-1 0 0 0,0 0 0 0 0,1 1 0 0 0,2 6 58 0 0,0-1-1 0 0,0 1 0 0 0,-1-1 0 0 0,0 1 1 0 0,0 0-1 0 0,-1 0 0 0 0,0 0 0 0 0,0 0 1 0 0,-1 0-1 0 0,1 0 0 0 0,-2 0 0 0 0,0 9 1 0 0,-3 10 485 0 0,-13 49 1 0 0,8-44 293 0 0,9-29-550 0 0,0-2-273 0 0,0 0-1 0 0,0 0 1 0 0,0 0-1 0 0,0 1 1 0 0,0-1-1 0 0,0 0 1 0 0,0 0 0 0 0,0 0-1 0 0,0 0 1 0 0,0 0-1 0 0,0 1 1 0 0,0-1-1 0 0,0 0 1 0 0,0 0 0 0 0,0 0-1 0 0,0 0 1 0 0,0 0-1 0 0,0 1 1 0 0,0-1-1 0 0,0 0 1 0 0,0 0 0 0 0,0 0-1 0 0,0 0 1 0 0,0 0-1 0 0,0 1 1 0 0,0-1-1 0 0,0 0 1 0 0,-1 0-1 0 0,1 0 1 0 0,0 0 0 0 0,0 0-1 0 0,0 0 1 0 0,0 0-1 0 0,0 1 1 0 0,0-1-1 0 0,-1 0 1 0 0,1 0 0 0 0,0 0-1 0 0,0 0 1 0 0,0 0-1 0 0,0 0 1 0 0,0 0-1 0 0,-1 0 1 0 0,1 0 0 0 0,0 0-1 0 0,0 0 1 0 0,0 0-1 0 0,0 0 1 0 0,-1 0-1 0 0,-1-9 134 0 0,4-1-168 0 0,0 1 0 0 0,1 0-1 0 0,0 0 1 0 0,1 0 0 0 0,0 1-1 0 0,10-17 1 0 0,35-43-154 0 0,-38 55 124 0 0,0 1 1 0 0,1 0-1 0 0,1 1 1 0 0,0 0-1 0 0,0 1 1 0 0,1 0-1 0 0,0 1 1 0 0,1 1-1 0 0,-1 0 1 0 0,2 1-1 0 0,15-5 1 0 0,-29 11 51 0 0,0 0 1 0 0,0 0-1 0 0,0 1 1 0 0,1-1-1 0 0,-1 1 1 0 0,0-1 0 0 0,0 1-1 0 0,0 0 1 0 0,0 0-1 0 0,0 0 1 0 0,0 0-1 0 0,0 1 1 0 0,0-1-1 0 0,1 0 1 0 0,-1 1 0 0 0,0-1-1 0 0,0 1 1 0 0,0 0-1 0 0,-1 0 1 0 0,1 0-1 0 0,2 1 1 0 0,-2 0 32 0 0,0 0-1 0 0,0 0 1 0 0,0 0-1 0 0,-1 0 1 0 0,1 0 0 0 0,-1 1-1 0 0,1-1 1 0 0,-1 0 0 0 0,0 1-1 0 0,0-1 1 0 0,0 1 0 0 0,0 0-1 0 0,1 5 1 0 0,0 3 128 0 0,-1 1 1 0 0,0-1-1 0 0,-1 1 1 0 0,-1 0-1 0 0,1-1 1 0 0,-4 14-1 0 0,-4 25 125 0 0,-7 37 23 0 0,15-87-306 0 0,-1 1 0 0 0,1-1 0 0 0,0 1 1 0 0,0-1-1 0 0,-1 1 0 0 0,1-1 1 0 0,0 1-1 0 0,0-1 0 0 0,0 1 1 0 0,0 0-1 0 0,0-1 0 0 0,-1 1 0 0 0,1-1 1 0 0,0 1-1 0 0,1-1 0 0 0,-1 1 1 0 0,0 0-1 0 0,0-1 0 0 0,0 1 1 0 0,0-1-1 0 0,0 1 0 0 0,0-1 0 0 0,1 1 1 0 0,-1 0-1 0 0,0-1 0 0 0,1 1 1 0 0,-1-1-1 0 0,0 1 0 0 0,1-1 1 0 0,-1 0-1 0 0,0 1 0 0 0,1-1 1 0 0,-1 1-1 0 0,1-1 0 0 0,-1 0 0 0 0,1 1 1 0 0,-1-1-1 0 0,1 0 0 0 0,-1 1 1 0 0,1-1-1 0 0,-1 0 0 0 0,1 0 1 0 0,-1 0-1 0 0,1 1 0 0 0,0-1 0 0 0,-1 0 1 0 0,1 0-1 0 0,-1 0 0 0 0,1 0 1 0 0,-1 0-1 0 0,1 0 0 0 0,0 0 1 0 0,-1 0-1 0 0,1 0 0 0 0,-1 0 0 0 0,1-1 1 0 0,0 1-1 0 0,-1 0 0 0 0,1 0 1 0 0,-1-1-1 0 0,1 1 0 0 0,-1 0 1 0 0,1-1-1 0 0,5-1-26 0 0,-1-1 0 0 0,1 1 0 0 0,-1-1 0 0 0,0 0 0 0 0,5-4 1 0 0,13-12-1002 0 0,-1-1 0 0 0,-1-1 0 0 0,19-23 0 0 0,-28 27-1089 0 0,0 1-1 0 0,17-33 1 0 0,-16 19-1983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03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0 616 0 0,'-38'0'2724'0'0,"9"0"-499"0"0,1 0-449 0 0,4 0-392 0 0,4 0-348 0 0,1 0-272 0 0,2 0-184 0 0,3 0 280 0 0,-3 3-504 0 0,22 6-1152 0 0,16-4-1828 0 0,-8-1-200 0 0,6 1-849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04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1264 0 0,'10'-24'5916'0'0,"-7"22"-5738"0"0,0 0 0 0 0,0 0 0 0 0,-1 1 0 0 0,1-1 0 0 0,0 0 1 0 0,1 1-1 0 0,-1 0 0 0 0,0 0 0 0 0,0 0 0 0 0,0 0 0 0 0,1 0 0 0 0,-1 1 0 0 0,0-1 0 0 0,1 1 0 0 0,3 0 0 0 0,0 1-47 0 0,0 0 0 0 0,-1 0 0 0 0,1 0 0 0 0,-1 1 0 0 0,0 0 0 0 0,0 0 0 0 0,10 5 0 0 0,-6-2-38 0 0,0 1 1 0 0,-1-1-1 0 0,0 2 0 0 0,0 0 0 0 0,-1 0 1 0 0,1 0-1 0 0,-1 1 0 0 0,-1 0 1 0 0,10 14-1 0 0,-14-18-56 0 0,-1-1 1 0 0,0 1-1 0 0,0 0 1 0 0,0 0 0 0 0,0 0-1 0 0,-1 0 1 0 0,0 1-1 0 0,0-1 1 0 0,0 0-1 0 0,0 0 1 0 0,-1 1-1 0 0,1-1 1 0 0,-1 0 0 0 0,0 1-1 0 0,0-1 1 0 0,-1 1-1 0 0,1-1 1 0 0,-1 0-1 0 0,0 1 1 0 0,0-1 0 0 0,-1 0-1 0 0,1 0 1 0 0,-1 0-1 0 0,0 0 1 0 0,0 0-1 0 0,0 0 1 0 0,-1-1-1 0 0,1 1 1 0 0,-7 6 0 0 0,8-9-12 0 0,0 0 1 0 0,0 0 0 0 0,0 0 0 0 0,0 0 0 0 0,0 0 0 0 0,0 0 0 0 0,-1 0 0 0 0,1-1 0 0 0,0 1 0 0 0,-1 0 0 0 0,1-1 0 0 0,0 1 0 0 0,-3 0 0 0 0,3-1-18 0 0,1 0-1 0 0,-1 0 1 0 0,1 0 0 0 0,-1 0-1 0 0,1-1 1 0 0,-1 1 0 0 0,1 0-1 0 0,-1 0 1 0 0,1 0 0 0 0,-1 0-1 0 0,1-1 1 0 0,0 1 0 0 0,-1 0-1 0 0,1 0 1 0 0,-1-1 0 0 0,1 1-1 0 0,0 0 1 0 0,-1-1-1 0 0,1 1 1 0 0,0 0 0 0 0,-1-1-1 0 0,1 1 1 0 0,0 0 0 0 0,-1-1-1 0 0,1 1 1 0 0,0-2 0 0 0,-1 0-7 0 0,0 0 1 0 0,1-1 0 0 0,-1 1 0 0 0,1-1-1 0 0,0 1 1 0 0,-1-1 0 0 0,1 1-1 0 0,1 0 1 0 0,-1-1 0 0 0,0 1-1 0 0,0-1 1 0 0,1 1 0 0 0,1-4-1 0 0,2-5-29 0 0,1 0 0 0 0,1 0 0 0 0,0 1 0 0 0,0 0 0 0 0,1 0 0 0 0,1 0 0 0 0,-1 1 0 0 0,1 0 0 0 0,1 1 0 0 0,0 0 0 0 0,0 0 0 0 0,1 1 0 0 0,-1 0 0 0 0,13-6 0 0 0,-14 8 10 0 0,0 1 1 0 0,0 0-1 0 0,0 0 1 0 0,1 1-1 0 0,-1 0 0 0 0,1 0 1 0 0,0 1-1 0 0,0 0 1 0 0,0 1-1 0 0,0-1 0 0 0,0 2 1 0 0,0 0-1 0 0,0 0 1 0 0,0 0-1 0 0,0 1 0 0 0,0 1 1 0 0,0-1-1 0 0,0 1 0 0 0,10 4 1 0 0,-15-4 29 0 0,-1 0 0 0 0,1 0 0 0 0,0 0 0 0 0,-1 0 0 0 0,1 0-1 0 0,-1 1 1 0 0,0 0 0 0 0,0 0 0 0 0,0-1 0 0 0,0 2 0 0 0,0-1 0 0 0,-1 0 0 0 0,1 1 0 0 0,-1-1 0 0 0,0 1 0 0 0,0 0 0 0 0,0-1 0 0 0,0 1 0 0 0,-1 0-1 0 0,2 8 1 0 0,-2-6 25 0 0,0-1 0 0 0,-1 1 0 0 0,0 0 0 0 0,0-1 0 0 0,-1 1 0 0 0,1 0 0 0 0,-1-1 0 0 0,-1 1 0 0 0,1-1 0 0 0,-1 1 0 0 0,0-1 0 0 0,0 0 0 0 0,0 1 0 0 0,-5 7 0 0 0,6-12 81 0 0,1-1-118 0 0,-1 0-1 0 0,1 0 1 0 0,0 0-1 0 0,0 0 1 0 0,0 1 0 0 0,0-1-1 0 0,-1 0 1 0 0,1 0-1 0 0,0 0 1 0 0,0 0 0 0 0,0 0-1 0 0,0-1 1 0 0,-1 1-1 0 0,1 0 1 0 0,0 0 0 0 0,0 0-1 0 0,0 0 1 0 0,0 0-1 0 0,-1 0 1 0 0,1 0 0 0 0,0 0-1 0 0,0 0 1 0 0,0 0 0 0 0,0 0-1 0 0,0 0 1 0 0,0-1-1 0 0,-1 1 1 0 0,1 0 0 0 0,0 0-1 0 0,0 0 1 0 0,0 0-1 0 0,0 0 1 0 0,0 0 0 0 0,0-1-1 0 0,0 1 1 0 0,0 0-1 0 0,0 0 1 0 0,0 0 0 0 0,-1 0-1 0 0,1-1 1 0 0,0 1-1 0 0,1-10-22 0 0,6-9-27 0 0,4 0-15 0 0,0 2 1 0 0,2-1-1 0 0,0 2 1 0 0,1 0-1 0 0,19-17 1 0 0,-24 24 37 0 0,1 1 1 0 0,1 0-1 0 0,-1 1 1 0 0,1 1-1 0 0,0 0 1 0 0,1 0-1 0 0,-1 1 1 0 0,1 0-1 0 0,21-5 1 0 0,-30 9 45 0 0,0 1-1 0 0,0-1 1 0 0,-1 0-1 0 0,1 1 1 0 0,0 0 0 0 0,0 0-1 0 0,-1 0 1 0 0,1 0 0 0 0,0 0-1 0 0,0 0 1 0 0,0 1 0 0 0,-1-1-1 0 0,1 1 1 0 0,0 0 0 0 0,0 0-1 0 0,-1 0 1 0 0,1 0-1 0 0,-1 0 1 0 0,1 1 0 0 0,-1-1-1 0 0,0 1 1 0 0,1-1 0 0 0,-1 1-1 0 0,0 0 1 0 0,0 0 0 0 0,0 0-1 0 0,0 0 1 0 0,-1 0 0 0 0,1 1-1 0 0,0-1 1 0 0,-1 0-1 0 0,0 1 1 0 0,1-1 0 0 0,0 6-1 0 0,0-1 65 0 0,0 0-1 0 0,0 1 1 0 0,-1-1-1 0 0,0 1 1 0 0,-1 0-1 0 0,1-1 0 0 0,-1 1 1 0 0,-1-1-1 0 0,0 1 1 0 0,0-1-1 0 0,-3 11 1 0 0,-4 7 18 0 0,-18 39 1 0 0,-1-8-2897 0 0,25-43 818 0 0,2-13 1865 0 0,0 1-1 0 0,0-1 1 0 0,0 0-1 0 0,0 1 0 0 0,0-1 1 0 0,0 0-1 0 0,0 0 1 0 0,0 1-1 0 0,0-1 0 0 0,0 0 1 0 0,0 1-1 0 0,0-1 1 0 0,10 2-3907 0 0,4-6 1440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05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222 759 392 0 0,'39'-34'5667'0'0,"-36"31"-5213"0"0,-1 0 1 0 0,1 1 0 0 0,-1-2 0 0 0,1 1-1 0 0,-1 0 1 0 0,0 0 0 0 0,0-1 0 0 0,0 1-1 0 0,-1-1 1 0 0,3-6 0 0 0,-4 9-381 0 0,0 0-1 0 0,0 0 1 0 0,1 1-1 0 0,-1-1 1 0 0,0 0 0 0 0,0 0-1 0 0,0 0 1 0 0,0 0-1 0 0,0 0 1 0 0,0 0-1 0 0,0 0 1 0 0,0 0 0 0 0,0 0-1 0 0,-1 0 1 0 0,1 1-1 0 0,0-1 1 0 0,-1 0 0 0 0,1 0-1 0 0,0 0 1 0 0,-1 0-1 0 0,1 0 1 0 0,-1 1-1 0 0,1-1 1 0 0,-1 0 0 0 0,-1-1-1 0 0,1 2-34 0 0,0-1 0 0 0,-1 1 0 0 0,1-1 0 0 0,0 1-1 0 0,-1 0 1 0 0,1-1 0 0 0,0 1 0 0 0,-1 0 0 0 0,1 0 0 0 0,0 0 0 0 0,-1 0 0 0 0,1 0-1 0 0,-1 0 1 0 0,1 1 0 0 0,-2-1 0 0 0,-5 2 7 0 0,1 1 0 0 0,-1-1 0 0 0,1 1 0 0 0,-12 7 1 0 0,-4 4 43 0 0,1 0 1 0 0,1 2-1 0 0,-37 34 1 0 0,49-41-86 0 0,0 1 1 0 0,0 0 0 0 0,1 0-1 0 0,0 1 1 0 0,1 0 0 0 0,0 0-1 0 0,1 1 1 0 0,0 0 0 0 0,-7 22-1 0 0,13-32-4 0 0,-1 1-1 0 0,0-1 0 0 0,1 0 0 0 0,0 0 0 0 0,-1 0 1 0 0,1 0-1 0 0,0 1 0 0 0,0-1 0 0 0,0 0 1 0 0,0 0-1 0 0,1 0 0 0 0,-1 0 0 0 0,1 1 0 0 0,-1-1 1 0 0,1 0-1 0 0,0 0 0 0 0,0 0 0 0 0,0 0 1 0 0,0 0-1 0 0,0 0 0 0 0,0-1 0 0 0,0 1 1 0 0,2 2-1 0 0,-1-2-39 0 0,1-1 1 0 0,-1 1-1 0 0,1 0 1 0 0,-1-1-1 0 0,1 0 1 0 0,-1 1-1 0 0,1-1 1 0 0,0 0-1 0 0,0-1 1 0 0,-1 1-1 0 0,1 0 1 0 0,0-1 0 0 0,0 0-1 0 0,0 1 1 0 0,0-1-1 0 0,5-1 1 0 0,0 0-55 0 0,0 0 0 0 0,-1-1 1 0 0,1 0-1 0 0,-1 0 0 0 0,1-1 1 0 0,-1 0-1 0 0,0 0 1 0 0,0-1-1 0 0,0 1 0 0 0,0-2 1 0 0,-1 1-1 0 0,0-1 0 0 0,1 0 1 0 0,6-8-1 0 0,0-1-1 0 0,0 0 1 0 0,-1-1-1 0 0,-1-1 0 0 0,17-28 0 0 0,26-63 918 0 0,-53 106-806 0 0,-11 28 51 0 0,-2 0 137 0 0,-14 54 0 0 0,23-71-190 0 0,0 1 1 0 0,2 0-1 0 0,-1 0 1 0 0,1 0-1 0 0,1 0 1 0 0,0 0-1 0 0,0 0 1 0 0,3 14-1 0 0,-2-23-6 0 0,-1 1-1 0 0,1-1 0 0 0,0 0 0 0 0,0 0 1 0 0,0 0-1 0 0,0 1 0 0 0,0-1 1 0 0,0 0-1 0 0,0 0 0 0 0,1-1 0 0 0,-1 1 1 0 0,0 0-1 0 0,1 0 0 0 0,0-1 1 0 0,0 1-1 0 0,-1-1 0 0 0,1 1 1 0 0,4 1-1 0 0,-3-1 1 0 0,1-1 0 0 0,0 1 0 0 0,0-1 0 0 0,0 0 0 0 0,-1 0-1 0 0,1-1 1 0 0,0 1 0 0 0,0-1 0 0 0,0 0 0 0 0,5 0 0 0 0,3-2 19 0 0,0 1 0 0 0,0-2 0 0 0,0 0 0 0 0,-1 0 0 0 0,1-1 0 0 0,14-7 0 0 0,-5 0-75 0 0,-2-1 1 0 0,1-1-1 0 0,-2-1 0 0 0,0 0 1 0 0,0-2-1 0 0,-2 0 1 0 0,0-1-1 0 0,26-35 0 0 0,-10 6-191 0 0,-3-1 0 0 0,38-80 0 0 0,-31 45 78 0 0,32-112 0 0 0,7-94 2383 0 0,-72 269-2057 0 0,-9 33-125 0 0,-11 33-63 0 0,-169 505 1068 0 0,170-506-955 0 0,3 1 1 0 0,1 0 0 0 0,-7 63-1 0 0,18-105-77 0 0,1 0 0 0 0,0 0 0 0 0,0 0 0 0 0,0 0 0 0 0,1 0-1 0 0,-1 0 1 0 0,1 0 0 0 0,0 0 0 0 0,1-1 0 0 0,-1 1 0 0 0,1 0-1 0 0,0-1 1 0 0,4 8 0 0 0,-4-10-8 0 0,0 0-1 0 0,0 1 1 0 0,0-1 0 0 0,0 0 0 0 0,0 0-1 0 0,1-1 1 0 0,-1 1 0 0 0,1 0 0 0 0,-1-1-1 0 0,1 1 1 0 0,-1-1 0 0 0,1 0 0 0 0,0 0-1 0 0,0 0 1 0 0,0 0 0 0 0,0-1 0 0 0,0 1-1 0 0,0-1 1 0 0,-1 1 0 0 0,1-1 0 0 0,0 0-1 0 0,0 0 1 0 0,5-1 0 0 0,8-2-6 0 0,0 0 1 0 0,0-1-1 0 0,-1-1 0 0 0,0 0 1 0 0,0-1-1 0 0,0 0 0 0 0,-1-1 1 0 0,0-1-1 0 0,0-1 0 0 0,0 0 1 0 0,-1 0-1 0 0,-1-1 0 0 0,21-22 1 0 0,-12 10 0 0 0,-1-1 1 0 0,-2-1-1 0 0,0-1 1 0 0,-1-1-1 0 0,-2 0 1 0 0,18-40 0 0 0,-28 53 59 0 0,0 0 0 0 0,0-1 0 0 0,-2 0 0 0 0,1 1 1 0 0,1-28-1 0 0,-4 35-37 0 0,-1-1 0 0 0,0 1 0 0 0,0 0 1 0 0,-1-1-1 0 0,0 1 0 0 0,0 0 0 0 0,0-1 0 0 0,-1 1 1 0 0,0 0-1 0 0,0 0 0 0 0,-1 0 0 0 0,1 0 0 0 0,-1 1 1 0 0,-7-11-1 0 0,9 15-25 0 0,0 0 1 0 0,0 0-1 0 0,0 1 0 0 0,0-1 1 0 0,-1 0-1 0 0,1 0 1 0 0,0 1-1 0 0,0-1 0 0 0,0 1 1 0 0,-1-1-1 0 0,1 1 1 0 0,0-1-1 0 0,0 1 0 0 0,-1 0 1 0 0,1 0-1 0 0,0 0 1 0 0,-1 0-1 0 0,1 0 0 0 0,0 0 1 0 0,-1 0-1 0 0,-1 0 1 0 0,0 1-7 0 0,0-1 0 0 0,0 1 1 0 0,-1 0-1 0 0,1 0 1 0 0,0 0-1 0 0,0 0 0 0 0,-4 3 1 0 0,4-2 1 0 0,0-1 0 0 0,1 1 0 0 0,-1 0 0 0 0,1 0 1 0 0,0 0-1 0 0,0 0 0 0 0,0 1 0 0 0,0-1 0 0 0,0 1 0 0 0,0-1 0 0 0,0 1 1 0 0,1 0-1 0 0,-1-1 0 0 0,1 1 0 0 0,0 0 0 0 0,0 0 0 0 0,0 0 0 0 0,0 0 0 0 0,0 0 1 0 0,1 0-1 0 0,0 0 0 0 0,-1 1 0 0 0,1-1 0 0 0,0 0 0 0 0,0 0 0 0 0,1 0 1 0 0,-1 0-1 0 0,1 0 0 0 0,1 6 0 0 0,0-4 4 0 0,0 1-1 0 0,0-1 1 0 0,0 0 0 0 0,1 0-1 0 0,0 0 1 0 0,0-1-1 0 0,0 1 1 0 0,0-1 0 0 0,1 0-1 0 0,0 1 1 0 0,0-2 0 0 0,0 1-1 0 0,0 0 1 0 0,0-1 0 0 0,1 0-1 0 0,6 4 1 0 0,5 0-69 0 0,2 0 0 0 0,-1-1 1 0 0,1-1-1 0 0,-1-1 0 0 0,2 0 0 0 0,-1-2 0 0 0,0 0 1 0 0,0-1-1 0 0,1 0 0 0 0,-1-2 0 0 0,1 0 0 0 0,-1-1 1 0 0,0-1-1 0 0,0 0 0 0 0,29-11 0 0 0,-38 10 103 0 0,0 0-1 0 0,-1-1 1 0 0,1 1-1 0 0,-1-2 1 0 0,0 1-1 0 0,-1-1 1 0 0,1-1-1 0 0,-1 1 1 0 0,0-1-1 0 0,-1-1 1 0 0,0 1-1 0 0,10-17 1 0 0,-15 23 16 0 0,-2-2-31 0 0,1 3-18 0 0,0 0 0 0 0,1-1 0 0 0,-1 1 0 0 0,0 0-1 0 0,0 0 1 0 0,0 0 0 0 0,0 0 0 0 0,0-1-1 0 0,0 1 1 0 0,0 0 0 0 0,0 0 0 0 0,0 0-1 0 0,0 0 1 0 0,-1-1 0 0 0,1 1 0 0 0,0 0 0 0 0,0 0-1 0 0,0 0 1 0 0,0 0 0 0 0,0-1 0 0 0,0 1-1 0 0,0 0 1 0 0,0 0 0 0 0,0 0 0 0 0,0 0-1 0 0,-1 0 1 0 0,1 0 0 0 0,0-1 0 0 0,0 1 0 0 0,0 0-1 0 0,0 0 1 0 0,0 0 0 0 0,0 0 0 0 0,-1 0-1 0 0,1 0 1 0 0,0 0 0 0 0,0 0 0 0 0,0 0-1 0 0,-1 0 1 0 0,-4 2 5 0 0,-1 0-1 0 0,1 1 0 0 0,-1 0 1 0 0,1 0-1 0 0,0 0 1 0 0,0 1-1 0 0,0-1 1 0 0,1 1-1 0 0,-5 5 0 0 0,-39 46 82 0 0,32-35-35 0 0,2-3-5 0 0,1 0 0 0 0,0 0 0 0 0,2 2 0 0 0,0-1 0 0 0,1 2 0 0 0,1-1 0 0 0,0 1 0 0 0,-10 39 0 0 0,19-56-41 0 0,-1 1 1 0 0,1-1-1 0 0,-1 0 1 0 0,1 1-1 0 0,0-1 1 0 0,0 0-1 0 0,0 1 0 0 0,1-1 1 0 0,-1 1-1 0 0,1-1 1 0 0,0 0-1 0 0,0 0 1 0 0,0 1-1 0 0,0-1 1 0 0,1 0-1 0 0,-1 0 1 0 0,1 0-1 0 0,3 4 1 0 0,-2-4 0 0 0,0 0 1 0 0,1 1-1 0 0,-1-1 0 0 0,1-1 1 0 0,0 1-1 0 0,0 0 0 0 0,0-1 1 0 0,0 0-1 0 0,0 0 1 0 0,0 0-1 0 0,1-1 0 0 0,4 2 1 0 0,4 0-118 0 0,-1-1-1 0 0,1 0 1 0 0,0-1 0 0 0,-1-1 0 0 0,1 0 0 0 0,0 0 0 0 0,0-1 0 0 0,24-6 0 0 0,-23 3-59 0 0,0-1 0 0 0,-1 0 0 0 0,1-1 1 0 0,-1 0-1 0 0,-1-1 0 0 0,1-1 1 0 0,-1 0-1 0 0,-1-1 0 0 0,1 0 1 0 0,-2 0-1 0 0,1-1 0 0 0,-1-1 1 0 0,17-22-1 0 0,-10 7 281 0 0,-1 0 0 0 0,-2-1 1 0 0,0-1-1 0 0,-2 0 0 0 0,14-47 0 0 0,-18 51 830 0 0,4-34 1 0 0,-11 56-881 0 0,-2 5-38 0 0,-92 258 1444 0 0,90-252-1525 0 0,0-1 1 0 0,1 1 0 0 0,1-1 0 0 0,-1 1-1 0 0,1-1 1 0 0,1 1 0 0 0,-1 0 0 0 0,3 14 0 0 0,-2-20-201 0 0,1 0 0 0 0,-1 0 0 0 0,1-1 0 0 0,0 1 1 0 0,0 0-1 0 0,0 0 0 0 0,0-1 0 0 0,1 1 0 0 0,-1-1 1 0 0,1 1-1 0 0,0-1 0 0 0,3 5 0 0 0,-3-5-250 0 0,1-1 0 0 0,-1 1-1 0 0,0 0 1 0 0,1-1 0 0 0,0 0 0 0 0,-1 0-1 0 0,1 1 1 0 0,-1-2 0 0 0,1 1 0 0 0,0 0-1 0 0,0 0 1 0 0,0-1 0 0 0,-1 1 0 0 0,1-1-1 0 0,5 0 1 0 0,18 0-3244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06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13 186 1832 0 0,'12'-36'6967'0'0,"-11"35"-6911"0"0,-1 0-1 0 0,1 0 1 0 0,0 0 0 0 0,-1 0-1 0 0,1 0 1 0 0,0 0 0 0 0,0 1-1 0 0,0-1 1 0 0,0 0 0 0 0,0 0 0 0 0,0 1-1 0 0,0-1 1 0 0,0 1 0 0 0,0-1-1 0 0,0 1 1 0 0,0 0 0 0 0,0-1 0 0 0,0 1-1 0 0,0 0 1 0 0,0 0 0 0 0,1-1-1 0 0,-1 1 1 0 0,0 0 0 0 0,0 0-1 0 0,0 0 1 0 0,0 1 0 0 0,0-1 0 0 0,1 0-1 0 0,-1 0 1 0 0,0 1 0 0 0,1 0-1 0 0,36 12 473 0 0,-38-13-523 0 0,3 2 88 0 0,1 0 1 0 0,-1 0-1 0 0,0 0 1 0 0,0 1-1 0 0,0 0 1 0 0,0-1-1 0 0,0 1 1 0 0,0 0 0 0 0,-1 0-1 0 0,1 0 1 0 0,-1 1-1 0 0,0-1 1 0 0,0 0-1 0 0,0 1 1 0 0,-1 0-1 0 0,1-1 1 0 0,-1 1-1 0 0,0 0 1 0 0,2 6-1 0 0,-2-4 39 0 0,0 0 0 0 0,-1 0-1 0 0,1 0 1 0 0,-1 1 0 0 0,-1-1-1 0 0,1 0 1 0 0,-1 0-1 0 0,0 0 1 0 0,0 1 0 0 0,-1-1-1 0 0,-3 10 1 0 0,0-6-11 0 0,-1 0-1 0 0,1-1 1 0 0,-2 0 0 0 0,1 1 0 0 0,-1-2-1 0 0,-1 1 1 0 0,0-1 0 0 0,0 0 0 0 0,0-1-1 0 0,-1 0 1 0 0,0 0 0 0 0,0-1-1 0 0,-14 7 1 0 0,21-12-58 0 0,-2-1-15 0 0,-8 0-24 0 0,12-2-31 0 0,0 0 1 0 0,0 0-1 0 0,0 0 1 0 0,0 1 0 0 0,0-1-1 0 0,0 0 1 0 0,1 0-1 0 0,-1 0 1 0 0,1 0-1 0 0,-1 1 1 0 0,1-1-1 0 0,0 0 1 0 0,-1 0-1 0 0,1 1 1 0 0,0-1 0 0 0,0 1-1 0 0,0-1 1 0 0,3-2-1 0 0,28-33-75 0 0,-24 29 47 0 0,96-96-152 0 0,128-100 0 0 0,-195 170 452 0 0,-35 32-263 0 0,-6 4-9 0 0,0 1 0 0 0,0-1 0 0 0,1 1 0 0 0,0-1 0 0 0,-1 1-1 0 0,1 0 1 0 0,0 1 0 0 0,-4 4 0 0 0,4-4 4 0 0,-13 13 77 0 0,0 2 0 0 0,2 0 0 0 0,0 1-1 0 0,1 1 1 0 0,1 0 0 0 0,1 1-1 0 0,1 0 1 0 0,1 0 0 0 0,0 1-1 0 0,-8 41 1 0 0,16-59-37 0 0,1-1 0 0 0,-1 0 0 0 0,1 1 0 0 0,0-1 0 0 0,0 1 0 0 0,0-1 0 0 0,1 1 0 0 0,-1-1 0 0 0,1 1 0 0 0,0-1 0 0 0,0 0 0 0 0,1 0 1 0 0,-1 1-1 0 0,1-1 0 0 0,0 0 0 0 0,0 0 0 0 0,1-1 0 0 0,-1 1 0 0 0,1 0 0 0 0,0-1 0 0 0,0 1 0 0 0,0-1 0 0 0,4 3 0 0 0,-2-2-7 0 0,2 0 0 0 0,-1 0 1 0 0,0-1-1 0 0,1 0 0 0 0,0 0 0 0 0,0 0 1 0 0,0-1-1 0 0,0 0 0 0 0,0 0 0 0 0,0-1 1 0 0,0 0-1 0 0,0 0 0 0 0,11-1 0 0 0,-9 0-392 0 0,0-1 0 0 0,0 0 0 0 0,0 0 0 0 0,0-1 0 0 0,-1 0 0 0 0,1 0 0 0 0,-1-1 0 0 0,14-6 0 0 0,-14 4-1018 0 0,0 1-1 0 0,1-2 1 0 0,-1 1 0 0 0,10-10-1 0 0,0-2-4153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06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54 1512 0 0,'-79'-25'10358'0'0,"-5"-2"-6133"0"0,55 26-9669 0 0,3 3-2803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06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0 228 0 0,'-39'7'2759'0'0,"17"-4"-1314"0"0,1 0 1 0 0,0 2 0 0 0,0 0-1 0 0,-30 13 1 0 0,50-18-1427 0 0,1 0 1 0 0,0 0-1 0 0,0 0 1 0 0,-1 0-1 0 0,1 0 0 0 0,0 0 1 0 0,0 0-1 0 0,-1 0 1 0 0,1 0-1 0 0,0 0 0 0 0,0 1 1 0 0,-1-1-1 0 0,1 0 1 0 0,0 0-1 0 0,0 0 0 0 0,0 0 1 0 0,-1 1-1 0 0,1-1 1 0 0,0 0-1 0 0,0 0 1 0 0,0 0-1 0 0,0 1 0 0 0,-1-1 1 0 0,1 0-1 0 0,0 0 1 0 0,0 0-1 0 0,0 1 0 0 0,0-1 1 0 0,0 0-1 0 0,0 0 1 0 0,0 1-1 0 0,0-1 0 0 0,0 0 1 0 0,0 0-1 0 0,0 1 1 0 0,0-1-1 0 0,0 0 0 0 0,0 1 1 0 0,0-1-1 0 0,0 0 1 0 0,0 0-1 0 0,0 1 1 0 0,0-1-1 0 0,0 0 0 0 0,0 0 1 0 0,0 1-1 0 0,0-1 1 0 0,0 0-1 0 0,1 0 0 0 0,-1 0 1 0 0,0 1-1 0 0,0-1 1 0 0,0 0-1 0 0,0 0 0 0 0,1 0 1 0 0,-1 1-1 0 0,0-1 1 0 0,0 0-1 0 0,0 0 1 0 0,1 0-1 0 0,-1 0 0 0 0,0 0 1 0 0,1 1-1 0 0,13 4 252 0 0,21 2-193 0 0,0-1 1 0 0,0-2-1 0 0,46-2 0 0 0,-23 1-673 0 0,162 3-4974 0 0,-138-4 2096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06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4296 0 0,'1'0'55'0'0,"87"12"15448"0"0,-54-10-11297 0 0,-31-2-3987 0 0,-1 0 1 0 0,1-1-1 0 0,-1 1 1 0 0,1-1 0 0 0,0 1-1 0 0,-1-1 1 0 0,1 0-1 0 0,-1 0 1 0 0,4-2 0 0 0,8-10-5242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12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1916 0 0,'1'-3'2304'0'0,"24"-28"9501"0"0,-25 36-11689 0 0,0 0 0 0 0,-1 0 0 0 0,1 1 0 0 0,-1-1 0 0 0,0 0 0 0 0,-3 8 0 0 0,-3 17 61 0 0,5-19-147 0 0,1 1 1 0 0,0 0-1 0 0,1-1 0 0 0,0 1 1 0 0,1-1-1 0 0,1 1 0 0 0,3 17 0 0 0,-4-25-18 0 0,0 0-1 0 0,1-1 0 0 0,-1 1 0 0 0,1 0 0 0 0,0 0 0 0 0,0-1 0 0 0,0 1 1 0 0,1-1-1 0 0,-1 1 0 0 0,1-1 0 0 0,-1 0 0 0 0,1 0 0 0 0,0 0 0 0 0,1-1 1 0 0,-1 1-1 0 0,0-1 0 0 0,1 0 0 0 0,-1 1 0 0 0,1-2 0 0 0,0 1 1 0 0,-1 0-1 0 0,1-1 0 0 0,0 1 0 0 0,0-1 0 0 0,7 1 0 0 0,-4-1-1 0 0,-1-1 0 0 0,1 0 0 0 0,-1 0 0 0 0,0 0 0 0 0,1-1 0 0 0,-1 0-1 0 0,0 0 1 0 0,1 0 0 0 0,-1-1 0 0 0,0 0 0 0 0,0 0 0 0 0,11-6 0 0 0,-7 1 2 0 0,0 1 0 0 0,0-1 0 0 0,0-1 0 0 0,-1 0 0 0 0,0 0 1 0 0,10-13-1 0 0,69-81 1912 0 0,-85 97-1780 0 0,-1 3-109 0 0,0 0-1 0 0,-1 0 1 0 0,1 0 0 0 0,0 1 0 0 0,0-1 0 0 0,0 0 0 0 0,0 1-1 0 0,3-3 1 0 0,-5 4-34 0 0,1 0-1 0 0,-1 0 1 0 0,0 0 0 0 0,1 0-1 0 0,-1 0 1 0 0,0 0-1 0 0,0 0 1 0 0,1 0-1 0 0,-1 0 1 0 0,0 0-1 0 0,0 0 1 0 0,1 0 0 0 0,-1 0-1 0 0,0 0 1 0 0,0 0-1 0 0,1 0 1 0 0,-1 1-1 0 0,0-1 1 0 0,0 0 0 0 0,0 0-1 0 0,1 0 1 0 0,-1 0-1 0 0,0 0 1 0 0,0 1-1 0 0,0-1 1 0 0,0 0-1 0 0,1 0 1 0 0,-1 0 0 0 0,0 1-1 0 0,0-1 1 0 0,0 0-1 0 0,0 1 1 0 0,4 17 90 0 0,-3 27 35 0 0,-2-1 1 0 0,-2 0 0 0 0,-13 59 0 0 0,2-7-598 0 0,11-71-525 0 0,-3 30-2457 0 0,6-51 2154 0 0,0 1 0 0 0,0-1 1 0 0,1 1-1 0 0,0-1 1 0 0,2 9-1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12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244 144 276 0 0,'14'-36'10296'0'0,"2"-4"-4758"0"0,-14 37-5390 0 0,0-1-1 0 0,1 0 1 0 0,-1 1 0 0 0,1 0 0 0 0,0 0-1 0 0,0-1 1 0 0,0 2 0 0 0,6-6 0 0 0,-2 4-99 0 0,-1 0 0 0 0,1 0 1 0 0,0 0-1 0 0,0 1 1 0 0,1 0-1 0 0,-1 1 0 0 0,1 0 1 0 0,-1 0-1 0 0,1 0 0 0 0,0 1 1 0 0,0 0-1 0 0,14 0 1 0 0,-18 1-50 0 0,-1-1 1 0 0,1 1 0 0 0,0 0-1 0 0,-1 0 1 0 0,1 0-1 0 0,0 1 1 0 0,-1-1 0 0 0,1 1-1 0 0,-1 0 1 0 0,7 2 0 0 0,-5 0 2 0 0,-4-3 4 0 0,1 1-1 0 0,-1 0 0 0 0,1 0 0 0 0,-1 0 0 0 0,1 0 0 0 0,-1 0 1 0 0,0 0-1 0 0,1 1 0 0 0,-1-1 0 0 0,0 0 0 0 0,0 1 0 0 0,0-1 1 0 0,0 1-1 0 0,0-1 0 0 0,0 1 0 0 0,-1-1 0 0 0,1 1 1 0 0,0 0-1 0 0,-1-1 0 0 0,1 1 0 0 0,-1 0 0 0 0,0-1 0 0 0,0 1 1 0 0,1 0-1 0 0,-1 0 0 0 0,0-1 0 0 0,0 1 0 0 0,-1 0 0 0 0,1 0 1 0 0,0-1-1 0 0,-1 1 0 0 0,1 0 0 0 0,-1-1 0 0 0,1 1 1 0 0,-2 2-1 0 0,-1 3 10 0 0,0 0 1 0 0,0 0-1 0 0,-1 0 1 0 0,0 0-1 0 0,0 0 1 0 0,-7 7-1 0 0,-9 9 36 0 0,0-1 0 0 0,-45 38 0 0 0,63-59-61 0 0,2 0-21 0 0,0-1 27 0 0,0 1 0 0 0,1-1 0 0 0,-1 1 0 0 0,0-1 0 0 0,0 1 1 0 0,0 0-1 0 0,0-1 0 0 0,1 0 0 0 0,-1 1 0 0 0,0-1 0 0 0,0 1 0 0 0,1-1 0 0 0,-1 1 1 0 0,0-1-1 0 0,1 1 0 0 0,-1-1 0 0 0,0 0 0 0 0,1 1 0 0 0,-1-1 0 0 0,1 1 0 0 0,16 0 52 0 0,-1 2-1 0 0,0 0 1 0 0,0 0-1 0 0,0 2 1 0 0,-1 0-1 0 0,1 1 1 0 0,-1 0-1 0 0,0 1 1 0 0,-1 1-1 0 0,21 14 1 0 0,-27-16 104 0 0,9 7 244 0 0,30 29 0 0 0,-42-37-162 0 0,-1-1 1 0 0,0 1-1 0 0,0 0 1 0 0,-1 1-1 0 0,1-1 1 0 0,-1 1-1 0 0,-1-1 1 0 0,1 1-1 0 0,-1 0 1 0 0,0 0-1 0 0,2 8 1 0 0,-4-12-91 0 0,0 1 0 0 0,0 0 0 0 0,0-1 0 0 0,0 1 0 0 0,-1-1-1 0 0,1 1 1 0 0,-1-1 0 0 0,0 1 0 0 0,0-1 0 0 0,0 1 0 0 0,0-1 0 0 0,0 1 0 0 0,0-1 0 0 0,-1 0 0 0 0,1 0 0 0 0,-1 0 0 0 0,1 0 0 0 0,-1 0 0 0 0,0 0 0 0 0,0 0 0 0 0,0 0 0 0 0,0-1 0 0 0,0 1 0 0 0,-3 1 0 0 0,-6 4 159 0 0,-1 0 1 0 0,1-1 0 0 0,-19 7-1 0 0,2-3-97 0 0,-2-1 0 0 0,1-1 0 0 0,-1-1 0 0 0,0-2 0 0 0,-57 2-1 0 0,-35-7-2337 0 0,1-6-6639 0 0,69 2 1770 0 0,22 3-1571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15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1648 0 0,'17'-46'11262'0'0,"-17"45"-11172"0"0,0 1-1 0 0,0 0 1 0 0,0-1 0 0 0,0 1-1 0 0,0 0 1 0 0,0 0 0 0 0,0-1-1 0 0,0 1 1 0 0,0 0 0 0 0,1 0-1 0 0,-1-1 1 0 0,0 1 0 0 0,0 0-1 0 0,0 0 1 0 0,0-1 0 0 0,0 1-1 0 0,1 0 1 0 0,-1 0 0 0 0,0-1-1 0 0,0 1 1 0 0,0 0 0 0 0,1 0-1 0 0,-1 0 1 0 0,0 0 0 0 0,0-1-1 0 0,1 1 1 0 0,-1 0 0 0 0,0 0-1 0 0,1 0 1 0 0,1 5 178 0 0,1 0 0 0 0,-1 0 0 0 0,0 0 0 0 0,0 0 0 0 0,-1 0 0 0 0,1 1 0 0 0,0 10-1 0 0,2 45 501 0 0,-3-45-621 0 0,-2 53 209 0 0,-15 114-1 0 0,6-89-1992 0 0,9-84 692 0 0,-2 26-1345 0 0,5-13-5278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15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0 122 2012 0 0,'4'-10'1281'0'0,"0"1"0"0"0,1 0-1 0 0,0 1 1 0 0,0-1 0 0 0,1 1 0 0 0,0 0-1 0 0,13-13 1 0 0,-14 17-1091 0 0,0-1 1 0 0,1 2-1 0 0,0-1 1 0 0,-1 0-1 0 0,1 1 0 0 0,0 0 1 0 0,1 1-1 0 0,-1-1 0 0 0,0 1 1 0 0,1 0-1 0 0,-1 1 0 0 0,12-2 1 0 0,-12 3-132 0 0,-1-1 0 0 0,1 1 0 0 0,-1 0 0 0 0,1 1 0 0 0,-1-1 1 0 0,1 1-1 0 0,-1 0 0 0 0,1 0 0 0 0,-1 1 0 0 0,0 0 0 0 0,1 0 0 0 0,8 4 1 0 0,-12-4-9 0 0,1 0 0 0 0,-1-1 0 0 0,1 1 0 0 0,-1 0 0 0 0,0 0 0 0 0,0 1 0 0 0,0-1 0 0 0,0 0 0 0 0,0 1 0 0 0,-1-1 0 0 0,1 1 0 0 0,-1-1 0 0 0,0 1 0 0 0,1 0 0 0 0,-1 0 0 0 0,0 0 0 0 0,-1-1 0 0 0,1 1 0 0 0,0 0 0 0 0,-1 0 0 0 0,0 0 0 0 0,1 0 0 0 0,-1 0 0 0 0,0 0 0 0 0,-1 5 0 0 0,-1 3 158 0 0,0 0 1 0 0,-1-1-1 0 0,0 1 0 0 0,-1-1 0 0 0,0 0 1 0 0,0 0-1 0 0,-10 15 0 0 0,-48 62 938 0 0,10-16-662 0 0,51-69-486 0 0,-1 0 11 0 0,1 0 0 0 0,0 0 0 0 0,0-1 1 0 0,0 1-1 0 0,0 0 0 0 0,0 0 0 0 0,1 0 1 0 0,-1 0-1 0 0,0 3 0 0 0,1-4-7 0 0,0-1 1 0 0,0 1-1 0 0,1 0 0 0 0,-1-1 1 0 0,0 1-1 0 0,1 0 0 0 0,-1-1 1 0 0,1 1-1 0 0,-1 0 0 0 0,1-1 1 0 0,-1 1-1 0 0,1-1 0 0 0,-1 1 0 0 0,1-1 1 0 0,-1 1-1 0 0,1-1 0 0 0,0 1 1 0 0,-1-1-1 0 0,1 0 0 0 0,0 1 1 0 0,-1-1-1 0 0,1 0 0 0 0,0 0 1 0 0,0 1-1 0 0,-1-1 0 0 0,1 0 1 0 0,1 0-1 0 0,15 4 35 0 0,-1-1-1 0 0,1-1 1 0 0,0 0 0 0 0,30-1 0 0 0,-16-3-158 0 0,58-9 0 0 0,-57 1-2345 0 0,-8-2-6156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16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159 143 1500 0 0,'17'-16'3662'0'0,"26"-28"5073"0"0,-40 40-8008 0 0,0-1-1 0 0,0 1 1 0 0,0 0-1 0 0,0-1 1 0 0,-1 0-1 0 0,0 0 0 0 0,0 0 1 0 0,3-10-1 0 0,-5 14-703 0 0,1 0 0 0 0,-1 0-1 0 0,0 0 1 0 0,0 0 0 0 0,0 0-1 0 0,0 0 1 0 0,0 0 0 0 0,0 0-1 0 0,0 0 1 0 0,0 0 0 0 0,0 0-1 0 0,-1 0 1 0 0,1 0 0 0 0,0 0 0 0 0,-1 0-1 0 0,1 0 1 0 0,0 0 0 0 0,-1 0-1 0 0,1 0 1 0 0,-1 0 0 0 0,0 1-1 0 0,1-1 1 0 0,-1 0 0 0 0,0 0-1 0 0,1 1 1 0 0,-1-1 0 0 0,0 0-1 0 0,0 1 1 0 0,0-1 0 0 0,0 0 0 0 0,1 1-1 0 0,-1-1 1 0 0,0 1 0 0 0,0 0-1 0 0,0-1 1 0 0,0 1 0 0 0,0 0-1 0 0,0-1 1 0 0,0 1 0 0 0,0 0-1 0 0,0 0 1 0 0,0 0 0 0 0,0 0 0 0 0,-2 0-1 0 0,-1 0-21 0 0,-1 0-1 0 0,0 1 0 0 0,0-1 0 0 0,0 1 1 0 0,1 0-1 0 0,-1 0 0 0 0,-6 3 1 0 0,-2 2-12 0 0,0 1 0 0 0,1 0 1 0 0,0 1-1 0 0,0 1 0 0 0,1 0 1 0 0,0 0-1 0 0,0 1 0 0 0,1 0 1 0 0,1 1-1 0 0,0 0 0 0 0,0 1 1 0 0,1 0-1 0 0,0 0 0 0 0,1 1 1 0 0,-6 16-1 0 0,12-26 12 0 0,0-1 1 0 0,0 1-1 0 0,0 0 0 0 0,0-1 1 0 0,1 1-1 0 0,-1 0 1 0 0,1-1-1 0 0,0 1 0 0 0,0 0 1 0 0,0 0-1 0 0,0 0 1 0 0,0-1-1 0 0,1 1 0 0 0,-1 0 1 0 0,2 2-1 0 0,-1-3 3 0 0,-1 0 0 0 0,1 0 0 0 0,1 0 0 0 0,-1-1 0 0 0,0 1 0 0 0,0 0 0 0 0,1-1 0 0 0,-1 1 0 0 0,0-1 0 0 0,1 0-1 0 0,0 1 1 0 0,-1-1 0 0 0,1 0 0 0 0,0 0 0 0 0,0 0 0 0 0,2 1 0 0 0,1 0 6 0 0,1-1 1 0 0,0 1-1 0 0,-1-1 1 0 0,1 0-1 0 0,0-1 0 0 0,-1 0 1 0 0,1 1-1 0 0,0-2 0 0 0,0 1 1 0 0,-1-1-1 0 0,1 0 0 0 0,0 0 1 0 0,8-3-1 0 0,-4 0 15 0 0,0 0-1 0 0,0-1 1 0 0,0 0 0 0 0,-1 0 0 0 0,1-1-1 0 0,-2-1 1 0 0,14-11 0 0 0,1-5 538 0 0,24-30 1 0 0,6-7 2167 0 0,-20 24-1639 0 0,-32 35-1112 0 0,0 3-9 0 0,0-1 36 0 0,0 1-1 0 0,-1 0 1 0 0,1 0 0 0 0,0-1-1 0 0,-1 1 1 0 0,1 0 0 0 0,-1 0-1 0 0,1 0 1 0 0,-1 0 0 0 0,0 0-1 0 0,0 0 1 0 0,0 0-1 0 0,0 0 1 0 0,0 0 0 0 0,0-1-1 0 0,-1 1 1 0 0,0 3 0 0 0,0 4 22 0 0,-8 65 197 0 0,-23 101 1 0 0,0-6-4256 0 0,21-103-975 0 0,1-23-2972 0 0,5-21 166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18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91 2080 0 0,'22'-81'14934'0'0,"-21"79"-14468"0"0,1-6 888 0 0,3 34-987 0 0,2 38 1 0 0,-6-40-294 0 0,2 0 1 0 0,1-1 0 0 0,10 40-1 0 0,-12-57-61 0 0,0 0 0 0 0,1-1 0 0 0,-1 1 0 0 0,1-1 0 0 0,0 1 0 0 0,1-1 0 0 0,-1 0 0 0 0,1 0 0 0 0,0-1 0 0 0,0 1 0 0 0,1-1 0 0 0,-1 0-1 0 0,1 0 1 0 0,0 0 0 0 0,0-1 0 0 0,0 0 0 0 0,0 1 0 0 0,1-2 0 0 0,6 3 0 0 0,-3-1 4 0 0,1-1 1 0 0,0 0-1 0 0,0-1 0 0 0,0 0 1 0 0,0-1-1 0 0,0 0 0 0 0,0 0 1 0 0,0-1-1 0 0,11-2 1 0 0,-14 1-11 0 0,0 0 0 0 0,0-1 0 0 0,0 0 0 0 0,0 0 0 0 0,-1 0 0 0 0,1-1 0 0 0,-1 0 0 0 0,0-1 0 0 0,0 1 0 0 0,0-1 0 0 0,0 0 0 0 0,-1-1 0 0 0,1 0 0 0 0,4-5 0 0 0,0-1-6 0 0,0-1 0 0 0,-1 0 0 0 0,-1-1 0 0 0,8-14 0 0 0,28-69-38 0 0,-44 96 35 0 0,0 0 0 0 0,0 0 0 0 0,0-1 0 0 0,0 1 0 0 0,0 0 0 0 0,0 0 0 0 0,0-1 0 0 0,0 1 0 0 0,0 0 0 0 0,0 0 0 0 0,0 0 0 0 0,0-1 0 0 0,0 1 0 0 0,0 0 0 0 0,1 0 0 0 0,-1 0 0 0 0,0-1 0 0 0,0 1 0 0 0,0 0 0 0 0,0 0 0 0 0,0 0 0 0 0,0 0 0 0 0,1-1 0 0 0,-1 1 0 0 0,0 0 0 0 0,0 0 0 0 0,0 0 0 0 0,0 0 0 0 0,1 0 0 0 0,-1-1 0 0 0,0 1 0 0 0,0 0 0 0 0,0 0 0 0 0,1 0 0 0 0,-1 0 0 0 0,0 0 0 0 0,0 0 0 0 0,0 0 0 0 0,1 0 0 0 0,-1 0 0 0 0,0 0 0 0 0,0 0 0 0 0,1 0 0 0 0,-1 0 0 0 0,2 12 70 0 0,-2 14 105 0 0,-8 17 96 0 0,-1-1 0 0 0,-3 0 1 0 0,-1-1-1 0 0,-25 55 0 0 0,-4 10-2133 0 0,31-73-2042 0 0,-9 44 1 0 0,19-64-117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19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53 2544 0 0,'4'-8'2528'0'0,"0"0"-1"0"0,-1-1 1 0 0,-1 0-1 0 0,3-10 632 0 0,-6 35 898 0 0,-6 75-2730 0 0,-45 192 499 0 0,22-137-1687 0 0,27-129-360 0 0,-6 39-1637 0 0,9-52 1219 0 0,-1 0 0 0 0,2 0 0 0 0,-1 0 0 0 0,0 0 0 0 0,1 0 0 0 0,1 6 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5:20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1028 94 1360 0 0,'-3'-12'5577'0'0,"2"11"-5459"0"0,1 1 1 0 0,0-1-1 0 0,-1 1 0 0 0,1-1 1 0 0,0 1-1 0 0,-1-1 0 0 0,1 1 0 0 0,0-1 1 0 0,0 0-1 0 0,0 1 0 0 0,-1-1 0 0 0,1 1 1 0 0,0-1-1 0 0,0 1 0 0 0,0-1 0 0 0,0 0 1 0 0,0 1-1 0 0,0-1 0 0 0,0 1 1 0 0,0-1-1 0 0,0 0 0 0 0,1 1 0 0 0,-1-1 1 0 0,0 1-1 0 0,0-1 0 0 0,0 1 0 0 0,1-1 1 0 0,-1 1-1 0 0,0-1 0 0 0,1 1 0 0 0,-1-1 1 0 0,0 1-1 0 0,1-1 0 0 0,-1 1 1 0 0,1-1-1 0 0,-1 1 0 0 0,0 0 0 0 0,1-1 1 0 0,-1 1-1 0 0,1 0 0 0 0,-1-1 0 0 0,1 1 1 0 0,0 0-1 0 0,-1 0 0 0 0,1-1 0 0 0,-1 1 1 0 0,1 0-1 0 0,-1 0 0 0 0,1 0 0 0 0,0 0 1 0 0,-1 0-1 0 0,1 0 0 0 0,-1 0 1 0 0,1 0-1 0 0,-1 0 0 0 0,1 0 0 0 0,0 0 1 0 0,192-22 1950 0 0,-28 1-1515 0 0,-122 15-457 0 0,-21 2-51 0 0,1 2-1 0 0,35-1 1 0 0,-54 3-23 0 0,1 0 0 0 0,0 0 0 0 0,0 1-1 0 0,-1-1 1 0 0,1 1 0 0 0,5 2 0 0 0,-8-3 16 0 0,0 1-1 0 0,0 0 1 0 0,0 1 0 0 0,0-1 0 0 0,0 0 0 0 0,-1 1-1 0 0,1-1 1 0 0,-1 1 0 0 0,1-1 0 0 0,-1 1-1 0 0,1-1 1 0 0,-1 1 0 0 0,0 0 0 0 0,0 0-1 0 0,0 0 1 0 0,0 0 0 0 0,1 2 0 0 0,4 15 185 0 0,-1 0 0 0 0,0 0 0 0 0,-2 0 0 0 0,0 1 0 0 0,-1 0 1 0 0,-1-1-1 0 0,-2 23 0 0 0,2 12 177 0 0,0 380 1003 0 0,-22 1-676 0 0,8-191-356 0 0,-2 34-140 0 0,-12 320 221 0 0,30 182-3 0 0,2-644-188 0 0,3 187 587 0 0,-23-2 277 0 0,11-290-637 0 0,-1 0 1 0 0,-16 54 0 0 0,17-72-311 0 0,-1-1 1 0 0,0 0-1 0 0,-1 0 0 0 0,0 0 1 0 0,-1-1-1 0 0,-1 0 0 0 0,0 0 0 0 0,0 0 1 0 0,-12 10-1 0 0,0-4-47 0 0,0-1 1 0 0,-1 0-1 0 0,-1-2 1 0 0,0-1-1 0 0,-1 0 1 0 0,0-2-1 0 0,-35 12 0 0 0,-182 43-36 0 0,183-52-44 0 0,-297 49-1804 0 0,54-12-3474 0 0,163-18 984 0 0,47-10-2925 0 0,26-6-2093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8:02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43 68 0 0,'0'0'428'0'0,"-19"4"400"0"0,7-6-452 0 0,7-9-316 0 0,9 1-176 0 0,4-4-620 0 0,-3 4 424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8:02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0 124 0 0,'0'0'1076'0'0,"-12"2"16"0"0,-5-2-1336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8:01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1 172 0 0,'8'3'444'0'0,"1"4"-448"0"0,-4 0-116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8:03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52 0 0,'19'0'396'0'0,"-2"-2"-204"0"0,-2 2-68 0 0,16 2-456 0 0,-17-2 184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8:27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1 284 0 0,'0'0'268'0'0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8:29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20 0 0,'0'0'360'0'0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9:12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53 1352 0 0,'-10'12'3815'0'0,"-4"5"-974"0"0,11-10-1262 0 0,15-13-1520 0 0,30-23-131 0 0,20-13-4424 0 0,-48 30 1822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9:17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21 492 0 0,'-10'-5'3524'0'0,"-7"1"-1387"0"0,-1-1-801 0 0,6 2-496 0 0,0-1-96 0 0,-3 6-852 0 0,10 5-1244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9:19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38 252 0 0,'-28'4'5684'0'0,"-26"0"2402"0"0,60-13-7798 0 0,1 5-490 0 0,0 0 0 0 0,0 0-1 0 0,0 1 1 0 0,0 0 0 0 0,0 1 0 0 0,1-1-1 0 0,-1 1 1 0 0,12-1 0 0 0,14-5-6187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9:19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62 1192 0 0,'-7'9'3292'0'0,"-3"1"-1175"0"0,3-1 443 0 0,23-8-2076 0 0,-4-6-204 0 0,1 0 40 0 0,10-4-184 0 0,-1-1-112 0 0,7-4-516 0 0,-1 1-548 0 0,4-3-1776 0 0,4-3-837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9:25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55 584 0 0,'-14'-4'4924'0'0,"1"3"-2816"0"0,-6-3 567 0 0,20 0-2225 0 0,13-4-479 0 0,42-14-449 0 0,-19 10-4354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9:25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85 1720 0 0,'0'0'1536'0'0,"-7"12"917"0"0,4-3-173 0 0,-3-1-664 0 0,31-11-1308 0 0,-10-4-168 0 0,7-2-24 0 0,6-3-180 0 0,10-3-480 0 0,6-4-520 0 0,4-3-1620 0 0,4-4-725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9:27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1 140 0 0,'0'0'768'0'0,"14"5"-1288"0"0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49:30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30 288 0 0,'0'0'638'0'0,"-2"-12"155"0"0,0-5-1577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39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47 1440 0 0,'15'-45'10394'0'0,"-14"43"-10142"0"0,-7 40-44 0 0,-56 364 627 0 0,56-345-1010 0 0,4-26-1443 0 0,-3-2-3512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40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7 236 556 0 0,'-2'-6'619'0'0,"1"0"1"0"0,0-1-1 0 0,0 1 0 0 0,0-1 1 0 0,1 0-1 0 0,0 1 1 0 0,0-1-1 0 0,0 1 0 0 0,1-1 1 0 0,0 0-1 0 0,1 1 0 0 0,-1 0 1 0 0,1-1-1 0 0,1 1 0 0 0,3-9 1 0 0,-2 7-369 0 0,1 1 0 0 0,0-1-1 0 0,1 1 1 0 0,-1 0 0 0 0,1 0 0 0 0,1 0 0 0 0,-1 1 0 0 0,1 0 0 0 0,1 0 0 0 0,10-6 0 0 0,-8 6-230 0 0,0 0 0 0 0,0 1 0 0 0,0 0 0 0 0,0 1 0 0 0,1 0 1 0 0,0 1-1 0 0,0 0 0 0 0,0 1 0 0 0,0 0 0 0 0,0 1 0 0 0,1 0 0 0 0,-1 0 0 0 0,0 2 1 0 0,0-1-1 0 0,1 1 0 0 0,-1 1 0 0 0,0 0 0 0 0,16 5 0 0 0,-23-6-8 0 0,0 1 0 0 0,0-1 0 0 0,0 1 0 0 0,-1 0 0 0 0,1 0 0 0 0,0 1-1 0 0,-1-1 1 0 0,0 1 0 0 0,0-1 0 0 0,0 1 0 0 0,0 0 0 0 0,0 0 0 0 0,0 0 0 0 0,-1 1 0 0 0,0-1-1 0 0,1 1 1 0 0,-1-1 0 0 0,0 1 0 0 0,-1 0 0 0 0,1-1 0 0 0,-1 1 0 0 0,0 0 0 0 0,0 0 0 0 0,0 0-1 0 0,0 0 1 0 0,-1 1 0 0 0,1-1 0 0 0,-1 0 0 0 0,0 0 0 0 0,0 0 0 0 0,-1 0 0 0 0,-1 6 0 0 0,0 6 34 0 0,-2 0 0 0 0,0-1 0 0 0,-1 0 0 0 0,-1 0 0 0 0,0 0 0 0 0,-1-1 0 0 0,0 0 0 0 0,-1 0 0 0 0,-1-1 0 0 0,0 0 0 0 0,-1-1 0 0 0,0 1 0 0 0,-1-2 0 0 0,0 0 0 0 0,-18 13 0 0 0,24-20 105 0 0,-1-2-1 0 0,0 1 1 0 0,0-1 0 0 0,0 0-1 0 0,-9 2 1 0 0,12-3 8 0 0,0-1-6 0 0,-24-2 428 0 0,25 2-396 0 0,-1 0-120 0 0,-3-1-52 0 0,2 3 17 0 0,9 5 104 0 0,87 70-38 0 0,-20-8-59 0 0,-10-9 76 0 0,101 77-1 0 0,-159-134-111 0 0,8 5 105 0 0,0 0 0 0 0,22 11 0 0 0,-32-18-107 0 0,-2 0-86 0 0,1-1 0 0 0,0 0 0 0 0,0 0 0 0 0,0 1 0 0 0,0-1 0 0 0,0 0 0 0 0,0 0 0 0 0,0 0 0 0 0,0 0 0 0 0,0 0 0 0 0,0 0 0 0 0,0 0 0 0 0,0 0 0 0 0,0 0 0 0 0,1-1 0 0 0,23-6-8545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41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59 48 0 0,'-9'-18'14315'0'0,"19"12"-15783"0"0,10-2 1471 0 0,1 2 1 0 0,0 0 0 0 0,1 1 0 0 0,-1 1-1 0 0,31-1 1 0 0,-50 5-3 0 0,1 0 0 0 0,0 0 0 0 0,-1 1 0 0 0,1-1 0 0 0,0 1 0 0 0,-1-1 0 0 0,1 1 0 0 0,-1 0 0 0 0,1 0 0 0 0,-1 0 0 0 0,0 1 0 0 0,1-1 0 0 0,-1 0-1 0 0,4 4 1 0 0,-5-4 3 0 0,0 0 0 0 0,0 0 0 0 0,0 0 0 0 0,-1 1-1 0 0,1-1 1 0 0,0 0 0 0 0,0 1 0 0 0,-1-1 0 0 0,1 1-1 0 0,-1-1 1 0 0,1 1 0 0 0,-1-1 0 0 0,0 1 0 0 0,1-1-1 0 0,-1 1 1 0 0,0-1 0 0 0,0 1 0 0 0,0 0 0 0 0,0-1-1 0 0,-1 1 1 0 0,1-1 0 0 0,-1 3 0 0 0,-9 32 2 0 0,1-18-3 0 0,-1 1 1 0 0,0-1 0 0 0,-1-1 0 0 0,-16 19 0 0 0,-58 61 264 0 0,57-67-73 0 0,-26 30 183 0 0,53-58-350 0 0,2 0 3 0 0,-1-1-29 0 0,0-1 0 0 0,0 0 0 0 0,0 0 0 0 0,0 0 0 0 0,0 1 0 0 0,0-1 0 0 0,0 0 0 0 0,0 0 0 0 0,0 0 0 0 0,0 1 0 0 0,0-1 0 0 0,1 0 0 0 0,-1 0 0 0 0,0 0 0 0 0,0 1 0 0 0,0-1 0 0 0,0 0 0 0 0,0 0 0 0 0,0 0 0 0 0,0 0 0 0 0,0 1 0 0 0,1-1 0 0 0,-1 0 0 0 0,0 0 0 0 0,0 0 0 0 0,0 0-1 0 0,0 0 1 0 0,1 1 0 0 0,-1-1 0 0 0,0 0 0 0 0,0 0 0 0 0,0 0 0 0 0,1 0 0 0 0,-1 0 0 0 0,0 0 0 0 0,0 0 0 0 0,0 0 0 0 0,1 0 0 0 0,-1 0 0 0 0,0 0 0 0 0,0 0 0 0 0,0 0 0 0 0,1 0 0 0 0,20-2 22 0 0,-1-1 1 0 0,0 0-1 0 0,1-2 0 0 0,25-9 0 0 0,25-6 20 0 0,80-13-6 0 0,-149 32-37 0 0,1 1-10 0 0,7-1 5 0 0,-7 1 27 0 0,-1-1-3 0 0,8 0 1 0 0,-7 1 47 0 0,8-1 120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42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151 209 392 0 0,'-43'-6'6166'0'0,"16"2"-2319"0"0,-41-2-1 0 0,65 6-3511 0 0,-7 0 65 0 0,21 1-296 0 0,20-2-73 0 0,337-49 208 0 0,-364 50-249 0 0,3-1-186 0 0,0-1 0 0 0,1 1 1 0 0,-1-2-1 0 0,13-4 0 0 0,-19 7 171 0 0,-1-1-1 0 0,1 1 1 0 0,0-1-1 0 0,-1 1 1 0 0,1-1-1 0 0,-1 1 1 0 0,1-1-1 0 0,-1 0 1 0 0,0 1-1 0 0,1-1 1 0 0,-1 1-1 0 0,0-1 0 0 0,1 0 1 0 0,-1 1-1 0 0,0-1 1 0 0,0 0-1 0 0,1 1 1 0 0,-1-1-1 0 0,0 0 1 0 0,0 0-1 0 0,0 1 1 0 0,0-1-1 0 0,0 0 1 0 0,0 1-1 0 0,0-1 1 0 0,0 0-1 0 0,0 0 1 0 0,-1 1-1 0 0,1-1 1 0 0,0 0-1 0 0,0 1 1 0 0,-1-1-1 0 0,0-1 0 0 0,-12-23-176 0 0,11 22 168 0 0,-4-7 31 0 0,0 0 0 0 0,0-1 0 0 0,1 0 0 0 0,-8-23 1 0 0,13 33 1 0 0,16 5-49 0 0,-15-3 51 0 0,0 0 0 0 0,1 0 0 0 0,-1 0 0 0 0,0 0 0 0 0,0 0 0 0 0,0 1 0 0 0,0-1 0 0 0,0 0 0 0 0,0 1 0 0 0,0-1 0 0 0,0 0 0 0 0,0 1 0 0 0,0-1 0 0 0,-1 1 0 0 0,1-1 1 0 0,0 3-1 0 0,7 25 47 0 0,-8-22-23 0 0,1-1 0 0 0,-1 1 0 0 0,0 0 0 0 0,-1 0 1 0 0,0-1-1 0 0,0 1 0 0 0,0-1 0 0 0,-1 1 0 0 0,-3 10 0 0 0,-4 4 50 0 0,-17 30 1 0 0,1-3-19 0 0,14-25-491 0 0,-2 3-1700 0 0,8-9-2327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42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27 1760 0 0,'0'-2'432'0'0,"8"-22"8768"0"0,-11 41-4130 0 0,-17 139-1739 0 0,7-43-2833 0 0,-13 74-306 0 0,16-108-3663 0 0,10-73 2485 0 0,-2 7-209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43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30 240 1632 0 0,'1'-8'861'0'0,"1"-1"1"0"0,0 0-1 0 0,0 0 0 0 0,1 1 1 0 0,0-1-1 0 0,0 1 0 0 0,1 0 1 0 0,0 0-1 0 0,9-13 0 0 0,-6 12-406 0 0,1-1-1 0 0,0 1 1 0 0,1 1-1 0 0,0-1 1 0 0,0 1-1 0 0,16-10 1 0 0,-7 7-303 0 0,0 2 1 0 0,1-1-1 0 0,0 2 0 0 0,0 1 1 0 0,1 0-1 0 0,0 1 0 0 0,0 2 1 0 0,25-4-1 0 0,-40 7-118 0 0,1 1 1 0 0,-1-1-1 0 0,1 1 0 0 0,0 1 1 0 0,-1-1-1 0 0,1 1 0 0 0,-1 0 0 0 0,1 0 1 0 0,-1 0-1 0 0,1 1 0 0 0,7 3 1 0 0,-12-4-9 0 0,1 0-1 0 0,0 1 1 0 0,0-1 0 0 0,0 0 0 0 0,-1 1 0 0 0,1-1 0 0 0,-1 1 0 0 0,1-1 0 0 0,-1 1 0 0 0,1 0 0 0 0,-1-1 0 0 0,0 1 0 0 0,0 0 0 0 0,0 0 0 0 0,0 0 0 0 0,0 0-1 0 0,-1 0 1 0 0,1 0 0 0 0,0 0 0 0 0,-1 0 0 0 0,0 0 0 0 0,1 1 0 0 0,-1-1 0 0 0,0 0 0 0 0,0 0 0 0 0,0 0 0 0 0,0 0 0 0 0,-1 1 0 0 0,1-1 0 0 0,-1 0 0 0 0,0 3-1 0 0,-3 8 36 0 0,-1-1-1 0 0,0 1 0 0 0,-1-1 0 0 0,0 0 0 0 0,0-1 1 0 0,-2 0-1 0 0,-15 20 0 0 0,-71 67 120 0 0,82-86-144 0 0,-32 26 82 0 0,-73 50 0 0 0,49-38 1537 0 0,66-49-1615 0 0,1 0-1 0 0,0-1 1 0 0,-1 1 0 0 0,1 0 0 0 0,0-1 0 0 0,-1 1 0 0 0,1-1-1 0 0,-1 1 1 0 0,1-1 0 0 0,0 0 0 0 0,-1 0 0 0 0,1 0 0 0 0,-1 1 0 0 0,1-1-1 0 0,-1-1 1 0 0,1 1 0 0 0,-1 0 0 0 0,1 0 0 0 0,-1 0 0 0 0,1-1-1 0 0,-1 1 1 0 0,1-1 0 0 0,0 1 0 0 0,-3-2 0 0 0,3 1 23 0 0,1 0-61 0 0,0 1 0 0 0,0-1 0 0 0,0 0 0 0 0,0 1 0 0 0,0-1 0 0 0,1 0 0 0 0,-1 1 0 0 0,0-1 0 0 0,1 1 0 0 0,-1-1 0 0 0,0 1 0 0 0,1-1 0 0 0,-1 1-1 0 0,0-1 1 0 0,1 1 0 0 0,-1-1 0 0 0,1 1 0 0 0,-1-1 0 0 0,1 1 0 0 0,-1 0 0 0 0,1-1 0 0 0,0 1 0 0 0,-1 0 0 0 0,1-1 0 0 0,-1 1 0 0 0,1 0 0 0 0,0 0 0 0 0,0-1 0 0 0,2 1 0 0 0,-1 0-1 0 0,1 0 1 0 0,-1 0 0 0 0,1 0-1 0 0,0 0 1 0 0,-1 0 0 0 0,5 2 0 0 0,3 0 0 0 0,0 1 0 0 0,17 9 0 0 0,1 3 46 0 0,-1 1-1 0 0,0 2 1 0 0,28 24-1 0 0,66 68-3108 0 0,-100-90 1497 0 0,25 17-4941 0 0,-21-20 85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43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36 2824 0 0,'-35'-14'9773'0'0,"5"2"-3411"0"0,41 3-5819 0 0,-6 9-516 0 0,-1 0 0 0 0,1 0 0 0 0,-1 0-1 0 0,1 0 1 0 0,-1 1 0 0 0,1-1 0 0 0,-1 1-1 0 0,1 0 1 0 0,-1 1 0 0 0,0-1-1 0 0,0 1 1 0 0,0 0 0 0 0,0 0 0 0 0,0 0-1 0 0,0 1 1 0 0,0-1 0 0 0,4 5-1 0 0,-6-5-19 0 0,1 1 0 0 0,-1-1 0 0 0,1 1 0 0 0,-1 0-1 0 0,0 0 1 0 0,0 0 0 0 0,-1 0 0 0 0,1 0-1 0 0,-1 1 1 0 0,1-1 0 0 0,-1 0 0 0 0,0 1-1 0 0,0-1 1 0 0,0 1 0 0 0,-1-1 0 0 0,1 1 0 0 0,-1-1-1 0 0,0 1 1 0 0,0 0 0 0 0,0-1 0 0 0,-1 1-1 0 0,-1 6 1 0 0,-2 6 18 0 0,-1 1 0 0 0,-1-2 0 0 0,-1 1 0 0 0,-12 21 1 0 0,-40 58 228 0 0,53-87-229 0 0,-22 35 50 0 0,28-42-73 0 0,0-1 0 0 0,-1 0 0 0 0,1 1 1 0 0,0-1-1 0 0,0 0 0 0 0,-1 1 0 0 0,1-1 1 0 0,0 1-1 0 0,0-1 0 0 0,0 0 0 0 0,-1 1 1 0 0,1-1-1 0 0,0 1 0 0 0,0-1 1 0 0,0 1-1 0 0,0-1 0 0 0,0 0 0 0 0,0 1 1 0 0,0-1-1 0 0,0 1 0 0 0,0-1 0 0 0,0 1 1 0 0,0-1-1 0 0,0 1 0 0 0,0-1 0 0 0,1 0 1 0 0,-1 1-1 0 0,0-1 0 0 0,0 1 1 0 0,1-1-1 0 0,12 5 48 0 0,18-8 12 0 0,15-10-972 0 0,-1-2 0 0 0,52-24 0 0 0,80-57-9480 0 0,-134 69 5113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43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126 110 136 0 0,'-70'-9'13182'0'0,"29"3"-8281"0"0,39 6-4377 0 0,1 0-431 0 0,0 0 0 0 0,1 0 0 0 0,-1 0 0 0 0,0 0 0 0 0,1 0 0 0 0,-1 0 1 0 0,0 0-1 0 0,1 0 0 0 0,-1 0 0 0 0,0-1 0 0 0,1 1 0 0 0,-1 0 0 0 0,0 0 0 0 0,1-1 0 0 0,-1 1 0 0 0,0-1 0 0 0,4-2-54 0 0,0 1 0 0 0,1 0 0 0 0,0-1-1 0 0,-1 2 1 0 0,1-1 0 0 0,0 0 0 0 0,0 1-1 0 0,0 0 1 0 0,6-2 0 0 0,46-6 61 0 0,-39 6-67 0 0,5 0-209 0 0,132-24-2175 0 0,-53 3-7879 0 0,-80 18 4545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44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91 158 1740 0 0,'-3'-8'2736'0'0,"-7"-19"4210"0"0,10 24-6713 0 0,-1 1 1 0 0,1-1 0 0 0,0 0-1 0 0,0 1 1 0 0,0-1 0 0 0,0 0-1 0 0,1 1 1 0 0,-1-1 0 0 0,1 1-1 0 0,0-1 1 0 0,-1 1-1 0 0,1-1 1 0 0,0 1 0 0 0,0-1-1 0 0,3-3 1 0 0,0 0-115 0 0,1 0 1 0 0,0 0-1 0 0,0 1 0 0 0,0-1 1 0 0,0 1-1 0 0,1 1 0 0 0,0-1 1 0 0,0 1-1 0 0,0 0 0 0 0,0 0 1 0 0,1 1-1 0 0,0-1 0 0 0,-1 2 0 0 0,1-1 1 0 0,0 1-1 0 0,1 0 0 0 0,8-1 1 0 0,-11 1-110 0 0,0 2-1 0 0,0-1 1 0 0,1 1 0 0 0,-1-1 0 0 0,0 1 0 0 0,0 1-1 0 0,0-1 1 0 0,0 1 0 0 0,0 0 0 0 0,0 0 0 0 0,0 0-1 0 0,0 1 1 0 0,0 0 0 0 0,0 0 0 0 0,0 0 0 0 0,-1 0 0 0 0,1 1-1 0 0,-1 0 1 0 0,0 0 0 0 0,0 0 0 0 0,0 0 0 0 0,0 1-1 0 0,0-1 1 0 0,-1 1 0 0 0,4 5 0 0 0,-4-4 2 0 0,-1 0 0 0 0,-1-1 0 0 0,1 1-1 0 0,-1 0 1 0 0,1 0 0 0 0,-1 0 0 0 0,-1 0 0 0 0,1 0 0 0 0,-1 0 0 0 0,0 0-1 0 0,0 0 1 0 0,0 0 0 0 0,-1 0 0 0 0,0 0 0 0 0,0 0 0 0 0,0 0 0 0 0,0 0 0 0 0,-1 0-1 0 0,0 0 1 0 0,-4 8 0 0 0,-3 5 20 0 0,-1 0 1 0 0,-1 0-1 0 0,-24 29 1 0 0,-50 51 579 0 0,84-97-541 0 0,-2 4 7 0 0,2-5-74 0 0,1 0 0 0 0,-1 0 0 0 0,1 1 0 0 0,-1-1 0 0 0,1 0 0 0 0,0 1 0 0 0,-1-1 0 0 0,1 0 0 0 0,0 1 0 0 0,-1-1 0 0 0,1 0 0 0 0,0 1 1 0 0,-1-1-1 0 0,1 1 0 0 0,0-1 0 0 0,0 1 0 0 0,0-1 0 0 0,-1 1 0 0 0,1-1 0 0 0,0 0 0 0 0,0 1 0 0 0,0-1 0 0 0,0 1 0 0 0,0-1 0 0 0,0 1 0 0 0,0-1 0 0 0,0 1 0 0 0,0-1 0 0 0,0 1 0 0 0,0-1 0 0 0,0 1 0 0 0,1 0 0 0 0,3 3 2 0 0,0 0-1 0 0,0 0 0 0 0,1 0 0 0 0,0-1 0 0 0,0 0 0 0 0,0 0 0 0 0,5 3 0 0 0,14 8 11 0 0,-6-1-17 0 0,0 1 0 0 0,23 24 0 0 0,-36-33 34 0 0,0 1 0 0 0,0-1 0 0 0,-1 1 1 0 0,0 0-1 0 0,0 0 0 0 0,0 0 0 0 0,-1 1 0 0 0,0-1 0 0 0,0 1 1 0 0,-1-1-1 0 0,0 1 0 0 0,2 8 0 0 0,-4-10 91 0 0,0 1 0 0 0,-1 0-1 0 0,1-1 1 0 0,-1 1 0 0 0,0 0-1 0 0,0-1 1 0 0,-1 1 0 0 0,0-1 0 0 0,0 1-1 0 0,0-1 1 0 0,0 0 0 0 0,-1 0 0 0 0,0 0-1 0 0,0 0 1 0 0,-1 0 0 0 0,1-1 0 0 0,-1 0-1 0 0,0 1 1 0 0,0-1 0 0 0,-8 6-1 0 0,-2 1 114 0 0,0 0 0 0 0,-1-2-1 0 0,0 1 1 0 0,-1-2 0 0 0,-22 10-1 0 0,26-13-108 0 0,-1-1-1 0 0,1-1 0 0 0,-1 0 1 0 0,0 0-1 0 0,-13 0 0 0 0,20-3-181 0 0,-1 1 0 0 0,1-1-1 0 0,0 0 1 0 0,0-1 0 0 0,0 0 0 0 0,-1 0 0 0 0,1 0-1 0 0,0 0 1 0 0,0-1 0 0 0,0 0 0 0 0,1-1-1 0 0,-10-4 1 0 0,14 7-109 0 0,0-1-1 0 0,0 0 1 0 0,0 1 0 0 0,0-1-1 0 0,0 0 1 0 0,1 0 0 0 0,-1 1-1 0 0,0-1 1 0 0,0 0 0 0 0,1 0-1 0 0,-1 0 1 0 0,1 0 0 0 0,-1 0-1 0 0,0 0 1 0 0,1 0 0 0 0,0 0-1 0 0,-1 0 1 0 0,1 0 0 0 0,0 0-1 0 0,0 0 1 0 0,-1-1 0 0 0,1 1-1 0 0,0 0 1 0 0,0 0 0 0 0,0 0-1 0 0,0 0 1 0 0,0 0 0 0 0,1 0-1 0 0,-1-1 1 0 0,0 1 0 0 0,0 0-1 0 0,1 0 1 0 0,0-2 0 0 0,2-2-924 0 0,0 0 0 0 0,0 0 1 0 0,1 0-1 0 0,-1 0 1 0 0,6-4-1 0 0,-2 1-1551 0 0,8-9-3645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45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53 280 24 0 0,'6'-5'15857'0'0,"-5"24"-13786"0"0,-1 28-1994 0 0,0-42 434 0 0,-29 347 1152 0 0,24-317-1607 0 0,5-32-361 0 0,-12-18-1658 0 0,7-12 1554 0 0,1 0 1 0 0,1 0-1 0 0,2 0 1 0 0,1 0-1 0 0,3-28 0 0 0,26-135 479 0 0,6 45 1141 0 0,-29 127-1033 0 0,0 1-1 0 0,2 0 1 0 0,0 0-1 0 0,1 0 0 0 0,20-28 1 0 0,-24 39-157 0 0,0 1 1 0 0,1-1-1 0 0,-1 1 1 0 0,1 0-1 0 0,0 1 0 0 0,0 0 1 0 0,0 0-1 0 0,1 0 0 0 0,-1 0 1 0 0,1 1-1 0 0,0 0 1 0 0,0 1-1 0 0,0 0 0 0 0,1 0 1 0 0,-1 0-1 0 0,13-1 1 0 0,-15 3-15 0 0,1 0 0 0 0,-1 0 0 0 0,1 0 0 0 0,0 1 0 0 0,-1 0 0 0 0,0 0-1 0 0,1 0 1 0 0,-1 0 0 0 0,0 1 0 0 0,1 0 0 0 0,-1 0 0 0 0,0 0 0 0 0,0 1 0 0 0,-1 0 0 0 0,1 0 0 0 0,-1 0 0 0 0,1 1 0 0 0,-1-1 0 0 0,0 1 0 0 0,0 0 0 0 0,0 0 0 0 0,-1 0 0 0 0,4 6 0 0 0,-4-6 11 0 0,-1 0 0 0 0,-1-1 0 0 0,1 1-1 0 0,0 0 1 0 0,-1 0 0 0 0,0 0 0 0 0,0 0-1 0 0,0 0 1 0 0,0 0 0 0 0,0 0 0 0 0,-1 0-1 0 0,0 1 1 0 0,0-1 0 0 0,-1 4 0 0 0,0-1 8 0 0,0 0 0 0 0,-1-1 0 0 0,0 1 0 0 0,0 0 1 0 0,-1-1-1 0 0,1 0 0 0 0,-8 11 0 0 0,-2 1 34 0 0,-1 0-1 0 0,-1-2 1 0 0,-1 1-1 0 0,-20 17 1 0 0,26-27-13 0 0,0 0 0 0 0,0 0 0 0 0,-1 0 0 0 0,0-1 0 0 0,0-1 0 0 0,-1 0 0 0 0,1 0-1 0 0,-17 4 1 0 0,25-9-2 0 0,2 0-44 0 0,-1 0 0 0 0,1 0-1 0 0,0 0 1 0 0,-1 0 0 0 0,1 0-1 0 0,-1 0 1 0 0,1 0 0 0 0,-1 0-1 0 0,1-1 1 0 0,0 2 0 0 0,-1-1-1 0 0,1 0 1 0 0,-1 0 0 0 0,1 0 0 0 0,0 0-1 0 0,-1 0 1 0 0,1 0 0 0 0,-1 0-1 0 0,1 0 1 0 0,0 1 0 0 0,-1-1-1 0 0,1 0 1 0 0,-1 0 0 0 0,1 0-1 0 0,0 1 1 0 0,-1-1 0 0 0,1 0-1 0 0,0 1 1 0 0,0-1 0 0 0,-1 0 0 0 0,1 1-1 0 0,0-1 1 0 0,0 0 0 0 0,-1 1-1 0 0,1-1 1 0 0,0 0 0 0 0,0 1-1 0 0,0-1 1 0 0,0 1 0 0 0,-1-1-1 0 0,1 0 1 0 0,0 1 0 0 0,0-1 0 0 0,0 1-1 0 0,0-1 1 0 0,0 1 0 0 0,0-1-1 0 0,0 0 1 0 0,0 1 0 0 0,0-1-1 0 0,1 1 1 0 0,-1-1 0 0 0,0 0-1 0 0,0 1 1 0 0,0-1 0 0 0,0 1 0 0 0,0-1-1 0 0,1 0 1 0 0,-1 1 0 0 0,0-1-1 0 0,0 0 1 0 0,1 1 0 0 0,-1-1-1 0 0,0 0 1 0 0,1 1 0 0 0,-1-1-1 0 0,27 28 1 0 0,-20-21-1 0 0,13 18-13 0 0,-1 1 1 0 0,-2 1 0 0 0,0 0-1 0 0,25 60 1 0 0,-15-31-3136 0 0,3 0-3956 0 0,-16-34 118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45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2412 0 0,'0'-1'3616'0'0,"4"-31"10250"0"0,1 37-13646 0 0,-3 1-112 0 0,1 1 1 0 0,-1-1 0 0 0,-1 1-1 0 0,1 0 1 0 0,-1-1 0 0 0,0 1-1 0 0,0 12 1 0 0,0-1 13 0 0,5 108-508 0 0,-4-69-2242 0 0,2 1-4155 0 0,-1-20-2121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46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45 1244 0 0,'0'-12'6015'0'0,"3"-20"4649"0"0,-6 51-10417 0 0,2 341 1789 0 0,1-358-2029 0 0,-19 259 525 0 0,3-62-1124 0 0,16-187-195 0 0,-2 5-951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46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6 202 2352 0 0,'-2'-9'1405'0'0,"0"-1"0"0"0,1 1-1 0 0,1-1 1 0 0,-1 1-1 0 0,1-1 1 0 0,3-16 0 0 0,-2 22-1210 0 0,0-1 1 0 0,0 1 0 0 0,1-1-1 0 0,-1 1 1 0 0,1 0 0 0 0,0 0-1 0 0,0-1 1 0 0,0 1-1 0 0,1 1 1 0 0,0-1 0 0 0,0 0-1 0 0,0 1 1 0 0,0-1-1 0 0,0 1 1 0 0,7-5 0 0 0,1 1-95 0 0,-1 0 0 0 0,1 2 1 0 0,1-1-1 0 0,-1 1 0 0 0,1 1 1 0 0,0 0-1 0 0,0 1 0 0 0,0 0 0 0 0,0 1 1 0 0,13-1-1 0 0,-16 2-76 0 0,1 0 0 0 0,-1 1 1 0 0,0 1-1 0 0,0-1 0 0 0,1 1 0 0 0,-1 1 0 0 0,0 0 1 0 0,0 0-1 0 0,0 1 0 0 0,0 0 0 0 0,-1 0 0 0 0,1 1 0 0 0,-1 0 1 0 0,9 7-1 0 0,-14-10-8 0 0,-1 1 0 0 0,1 0 0 0 0,-1 0 0 0 0,0 1 1 0 0,0-1-1 0 0,0 0 0 0 0,-1 1 0 0 0,1-1 0 0 0,0 1 0 0 0,-1-1 0 0 0,1 1 1 0 0,-1 0-1 0 0,0 0 0 0 0,0-1 0 0 0,0 1 0 0 0,0 0 0 0 0,0 4 0 0 0,-1-2 6 0 0,0 0 1 0 0,0 1-1 0 0,0-1 0 0 0,-1 0 0 0 0,0 0 0 0 0,0 1 0 0 0,0-1 1 0 0,0 0-1 0 0,-3 6 0 0 0,-3 3 28 0 0,0 0 0 0 0,-1 0 0 0 0,0 0 0 0 0,-1-1 0 0 0,-17 19 0 0 0,10-14 168 0 0,-1-1-1 0 0,-1-1 1 0 0,-1-1-1 0 0,0 0 1 0 0,-1-1 0 0 0,0-2-1 0 0,-38 18 1 0 0,50-26 50 0 0,0-1 1 0 0,-1 0 0 0 0,1-1-1 0 0,-13 2 1 0 0,18-4-157 0 0,17 6-58 0 0,-1 0-51 0 0,-1 0 0 0 0,0 1 0 0 0,-1 0 0 0 0,0 1 0 0 0,0 0 0 0 0,0 1 0 0 0,17 18 0 0 0,-1 4-2 0 0,32 45 0 0 0,1 16-3034 0 0,-37-54-146 0 0,2-1-1 0 0,33 38 1 0 0,-40-58-2805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47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121 120 1468 0 0,'-4'-7'2129'0'0,"-15"-33"6882"0"0,16 34-8112 0 0,1-1-1 0 0,0 1 1 0 0,0-1-1 0 0,-1-7 1 0 0,3 13-858 0 0,0 0 1 0 0,0 0-1 0 0,0-1 1 0 0,0 1-1 0 0,0 0 0 0 0,1-1 1 0 0,-1 1-1 0 0,0 0 1 0 0,1 0-1 0 0,-1 0 1 0 0,0-1-1 0 0,1 1 0 0 0,0 0 1 0 0,-1 0-1 0 0,1 0 1 0 0,0 0-1 0 0,-1 0 0 0 0,1 0 1 0 0,0 0-1 0 0,0 0 1 0 0,0 0-1 0 0,0 0 1 0 0,0 0-1 0 0,0 1 0 0 0,0-1 1 0 0,0 0-1 0 0,0 1 1 0 0,0-1-1 0 0,0 1 1 0 0,0-1-1 0 0,1 1 0 0 0,-1-1 1 0 0,0 1-1 0 0,0 0 1 0 0,1 0-1 0 0,-1-1 1 0 0,0 1-1 0 0,2 0 0 0 0,-1 0-30 0 0,-1 0-1 0 0,1 0 0 0 0,0 0 0 0 0,0 0 0 0 0,-1 1 0 0 0,1-1 1 0 0,0 0-1 0 0,0 1 0 0 0,-1-1 0 0 0,1 1 0 0 0,0 0 0 0 0,-1-1 1 0 0,1 1-1 0 0,-1 0 0 0 0,1 0 0 0 0,-1 0 0 0 0,1 0 1 0 0,-1 0-1 0 0,0 0 0 0 0,1 1 0 0 0,-1-1 0 0 0,0 0 0 0 0,0 1 1 0 0,0-1-1 0 0,0 1 0 0 0,0-1 0 0 0,0 1 0 0 0,0-1 0 0 0,0 3 1 0 0,1 0 12 0 0,0 1 0 0 0,-1 0 0 0 0,1 0 1 0 0,-1 0-1 0 0,0-1 0 0 0,-1 1 1 0 0,1 0-1 0 0,-1 10 0 0 0,-2-6 2 0 0,0 1 1 0 0,0-1-1 0 0,-1 0 1 0 0,0 0-1 0 0,-1 0 0 0 0,0-1 1 0 0,0 1-1 0 0,-1-1 1 0 0,0 0-1 0 0,-1 0 0 0 0,-7 9 1 0 0,-15 23 91 0 0,27-38-112 0 0,1-2-5 0 0,0 0 0 0 0,-1 0 1 0 0,1 1-1 0 0,0-1 0 0 0,0 0 1 0 0,0 1-1 0 0,0-1 0 0 0,0 0 0 0 0,0 1 1 0 0,0-1-1 0 0,-1 0 0 0 0,1 1 1 0 0,0-1-1 0 0,0 0 0 0 0,0 1 0 0 0,0-1 1 0 0,1 0-1 0 0,-1 1 0 0 0,0-1 1 0 0,0 0-1 0 0,0 1 0 0 0,0-1 0 0 0,0 0 1 0 0,0 1-1 0 0,0-1 0 0 0,1 0 1 0 0,-1 0-1 0 0,0 1 0 0 0,0-1 0 0 0,14 6-1 0 0,0 0 0 0 0,22 5-1 0 0,-22-7 3 0 0,1 0-1 0 0,21 11 0 0 0,-32-14 53 0 0,-1 1 0 0 0,1 0-1 0 0,-1 1 1 0 0,1-1 0 0 0,-1 0-1 0 0,0 1 1 0 0,0 0 0 0 0,0 0 0 0 0,0 0-1 0 0,0 0 1 0 0,-1 0 0 0 0,1 0-1 0 0,-1 1 1 0 0,0-1 0 0 0,0 1 0 0 0,0 0-1 0 0,-1 0 1 0 0,1-1 0 0 0,-1 1-1 0 0,2 7 1 0 0,-3-6 20 0 0,0 0-1 0 0,0 0 1 0 0,0 0-1 0 0,-1 0 1 0 0,1 0 0 0 0,-1 0-1 0 0,0 0 1 0 0,-1 0-1 0 0,1 0 1 0 0,-1 0 0 0 0,0 0-1 0 0,0-1 1 0 0,0 1-1 0 0,-1-1 1 0 0,0 0-1 0 0,-4 6 1 0 0,-1-1 94 0 0,1 0-1 0 0,-1-1 1 0 0,0-1 0 0 0,-1 1 0 0 0,0-1-1 0 0,0 0 1 0 0,-1-1 0 0 0,0 0 0 0 0,-18 7-1 0 0,24-11-162 0 0,-1 0-1 0 0,1 0 1 0 0,-1-1-1 0 0,1 1 1 0 0,-1-1-1 0 0,0-1 1 0 0,1 1-1 0 0,-1-1 1 0 0,0 1-1 0 0,0-1 1 0 0,0 0-1 0 0,1-1 0 0 0,-1 0 1 0 0,0 1-1 0 0,1-1 1 0 0,-1-1-1 0 0,0 1 1 0 0,1-1-1 0 0,0 1 1 0 0,-1-1-1 0 0,1-1 1 0 0,0 1-1 0 0,0-1 1 0 0,0 1-1 0 0,-7-7 1 0 0,10 7-215 0 0,-1 0 0 0 0,0-1 0 0 0,1 1 0 0 0,-1 0 0 0 0,1-1 0 0 0,0 1 0 0 0,0-1 0 0 0,0 1 0 0 0,0-1 0 0 0,0 1 0 0 0,1-1 0 0 0,-1 0 0 0 0,1 1 0 0 0,-1-1 0 0 0,1 0 0 0 0,0 1 0 0 0,0-1 0 0 0,1 0 0 0 0,-1 0 0 0 0,0 1 0 0 0,1-1 0 0 0,1-4 0 0 0,2-5-2134 0 0,0 1 0 0 0,1 0 0 0 0,9-17 1 0 0,0 6-4782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47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 1444 0 0,'1'1'3455'0'0,"13"1"2274"0"0,-1 1-4724 0 0,0-1 0 0 0,0 0 1 0 0,0-1-1 0 0,0-1 0 0 0,26-1 1 0 0,67-14-542 0 0,-106 15-455 0 0,25-4-27 0 0,66-14-1249 0 0,-82 15 579 0 0,1 0 0 0 0,-1 0 0 0 0,0-1-1 0 0,0 0 1 0 0,0-1 0 0 0,0 0 0 0 0,8-6-1 0 0,-6-1-2615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47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58 1672 0 0,'-1'-3'2022'0'0,"-12"-42"6650"0"0,13 43-8095 0 0,0 2-512 0 0,0 0-1 0 0,0 0 1 0 0,-1 0-1 0 0,1 0 0 0 0,0-1 1 0 0,0 1-1 0 0,0 0 1 0 0,0 0-1 0 0,0 0 1 0 0,0-1-1 0 0,0 1 1 0 0,0 0-1 0 0,0 0 0 0 0,-1 0 1 0 0,1-1-1 0 0,0 1 1 0 0,0 0-1 0 0,0 0 1 0 0,0 0-1 0 0,0-1 1 0 0,0 1-1 0 0,0 0 0 0 0,1 0 1 0 0,-1 0-1 0 0,0-1 1 0 0,0 1-1 0 0,0 0 1 0 0,0 0-1 0 0,0 0 1 0 0,0-1-1 0 0,0 1 0 0 0,0 0 1 0 0,0 0-1 0 0,0 0 1 0 0,1 0-1 0 0,-1-1 1 0 0,0 1-1 0 0,0 0 1 0 0,0 0-1 0 0,0 0 0 0 0,1 0 1 0 0,-1 0-1 0 0,0-1 1 0 0,3 3 56 0 0,1-1 0 0 0,-1 1 1 0 0,0-1-1 0 0,0 1 0 0 0,0 0 0 0 0,-1 0 0 0 0,1 0 1 0 0,0 1-1 0 0,-1-1 0 0 0,1 0 0 0 0,-1 1 1 0 0,0 0-1 0 0,0 0 0 0 0,0 0 0 0 0,0-1 1 0 0,-1 2-1 0 0,1-1 0 0 0,-1 0 0 0 0,1 0 1 0 0,-1 0-1 0 0,0 4 0 0 0,4 9 120 0 0,0 0 0 0 0,-2 1 0 0 0,2 18 0 0 0,-3-7-22 0 0,-1-1-1 0 0,-2 1 1 0 0,-4 29 0 0 0,-17 82-1329 0 0,9-71-4688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47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1444 0 0,'50'-58'16594'0'0,"-48"60"-16492"0"0,-1-1 1 0 0,1 1-1 0 0,-1 0 0 0 0,0 0 0 0 0,0 0 0 0 0,0 0 1 0 0,0 0-1 0 0,0 0 0 0 0,0 0 0 0 0,0 0 0 0 0,-1 0 0 0 0,1 0 1 0 0,-1 0-1 0 0,0 0 0 0 0,1 1 0 0 0,-1-1 0 0 0,0 0 0 0 0,0 0 1 0 0,-1 4-1 0 0,1-3-59 0 0,-24 327 2563 0 0,9-175-2426 0 0,14-90-3379 0 0,1-41-2978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48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30 160 2580 0 0,'1'-6'654'0'0,"0"0"0"0"0,0 0 0 0 0,1 0-1 0 0,0 0 1 0 0,0 0 0 0 0,0 0 0 0 0,1 0 0 0 0,-1 1-1 0 0,2 0 1 0 0,-1-1 0 0 0,0 1 0 0 0,1 0 0 0 0,5-5-1 0 0,-2 4-357 0 0,0 0 0 0 0,0 0 1 0 0,1 0-1 0 0,0 1 0 0 0,0 1 0 0 0,0-1 0 0 0,1 1 0 0 0,9-3 0 0 0,-2 1-7 0 0,0 1-1 0 0,0 0 1 0 0,1 1-1 0 0,19-1 1 0 0,-29 4-231 0 0,0 0 1 0 0,1 1-1 0 0,-1 0 1 0 0,0 1 0 0 0,0-1-1 0 0,0 1 1 0 0,0 1-1 0 0,0-1 1 0 0,0 1-1 0 0,0 0 1 0 0,-1 1 0 0 0,11 5-1 0 0,-15-7-40 0 0,0 0 0 0 0,0 1-1 0 0,-1-1 1 0 0,1 0 0 0 0,0 1 0 0 0,-1-1-1 0 0,1 1 1 0 0,-1 0 0 0 0,0 0 0 0 0,1-1-1 0 0,-1 1 1 0 0,0 0 0 0 0,0 0 0 0 0,0 0-1 0 0,0 0 1 0 0,-1 0 0 0 0,1 0 0 0 0,-1 1-1 0 0,1 1 1 0 0,0 1 3 0 0,-1-1-1 0 0,0 0 1 0 0,-1 1-1 0 0,1-1 1 0 0,-1 0 0 0 0,0 0-1 0 0,0 0 1 0 0,0 1-1 0 0,-3 4 1 0 0,-2 6 15 0 0,-2-1 0 0 0,0 0 0 0 0,0-1 0 0 0,-13 16 0 0 0,4-9-11 0 0,-1 0 1 0 0,0-1-1 0 0,-1-1 0 0 0,-1-1 1 0 0,-1-1-1 0 0,-1 0 0 0 0,0-2 1 0 0,0 0-1 0 0,-2-2 0 0 0,1 0 1 0 0,-31 9-1 0 0,41-19 13 0 0,-7 3 44 0 0,16-2-23 0 0,10 1 16 0 0,7 3 208 0 0,0 0 0 0 0,0 0 1 0 0,-1 1-1 0 0,0 1 0 0 0,17 15 1 0 0,49 57 594 0 0,-40-40-702 0 0,10 12-107 0 0,30 31 122 0 0,-66-73-1404 0 0,0-1 0 0 0,0 0 1 0 0,1-1-1 0 0,0-1 0 0 0,17 9 1 0 0,-15-11-3272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51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54 1684 0 0,'0'0'15712'0'0,"8"-11"-15152"0"0,-5 8-540 0 0,0-1 0 0 0,1 1-1 0 0,-1-1 1 0 0,1 1 0 0 0,-1 0 0 0 0,1 0 0 0 0,0 1 0 0 0,0-1 0 0 0,0 1 0 0 0,0 0 0 0 0,1 0 0 0 0,-1 0 0 0 0,1 0 0 0 0,-1 1 0 0 0,1 0 0 0 0,0 0 0 0 0,-1 0-1 0 0,1 1 1 0 0,0-1 0 0 0,0 1 0 0 0,-1 0 0 0 0,8 1 0 0 0,-5 0-18 0 0,-1 0 1 0 0,0 0-1 0 0,0 1 0 0 0,0 0 0 0 0,0 0 0 0 0,0 0 1 0 0,0 1-1 0 0,0 0 0 0 0,-1 0 0 0 0,1 0 0 0 0,-1 1 1 0 0,0-1-1 0 0,0 1 0 0 0,-1 1 0 0 0,1-1 0 0 0,7 9 1 0 0,-9-7 4 0 0,1 0-1 0 0,-1 0 1 0 0,0 0 0 0 0,-1 0 0 0 0,1 0 0 0 0,-1 0 0 0 0,0 1 0 0 0,-1-1 0 0 0,0 1 0 0 0,0-1 0 0 0,0 1-1 0 0,-1-1 1 0 0,0 1 0 0 0,0 0 0 0 0,0-1 0 0 0,-1 1 0 0 0,0-1 0 0 0,0 1 0 0 0,-1-1 0 0 0,-4 11 0 0 0,-4 9 41 0 0,-2-1 0 0 0,-1 0 0 0 0,-25 38 0 0 0,19-33-3 0 0,-15 17 153 0 0,33-46-159 0 0,32-4-96 0 0,-27 3 58 0 0,-1 0 0 0 0,1 0 0 0 0,-1 0 0 0 0,1 0-1 0 0,-1 1 1 0 0,0-1 0 0 0,1 1 0 0 0,-1 0 0 0 0,0 0 0 0 0,1 0 0 0 0,-1 1 0 0 0,0-1 0 0 0,4 3 0 0 0,5 3-10 0 0,-4-3 23 0 0,0 0 0 0 0,-1 0 0 0 0,1 1 0 0 0,-1 1 0 0 0,-1-1 0 0 0,1 1 0 0 0,-1 0 0 0 0,0 0 0 0 0,0 1-1 0 0,-1 0 1 0 0,0 0 0 0 0,0 0 0 0 0,6 13 0 0 0,-8-13 101 0 0,0-1 0 0 0,0 1-1 0 0,-1-1 1 0 0,0 1-1 0 0,-1 0 1 0 0,1 0 0 0 0,-1-1-1 0 0,-1 1 1 0 0,1 0 0 0 0,-1 0-1 0 0,-1 0 1 0 0,1 0-1 0 0,-1 0 1 0 0,0 0 0 0 0,0 0-1 0 0,-1 0 1 0 0,-3 8 0 0 0,1-7 22 0 0,1 0 1 0 0,-1-1-1 0 0,-1 1 1 0 0,0-1-1 0 0,0 0 0 0 0,0 0 1 0 0,-1-1-1 0 0,0 1 1 0 0,0-1-1 0 0,0-1 1 0 0,-1 1-1 0 0,0-1 1 0 0,0 0-1 0 0,0 0 1 0 0,-1-1-1 0 0,0 0 1 0 0,1-1-1 0 0,-1 0 1 0 0,-1 0-1 0 0,-13 3 1 0 0,7-3-48 0 0,0-1 0 0 0,0-1-1 0 0,0 0 1 0 0,0-1 0 0 0,0-1 0 0 0,0 0 0 0 0,0-1 0 0 0,0-1 0 0 0,0 0 0 0 0,1-1 0 0 0,-17-6 0 0 0,20 6-61 0 0,0-1 0 0 0,1 0 0 0 0,0 0 0 0 0,0-1 0 0 0,0 0 0 0 0,1-1 0 0 0,-9-7 0 0 0,15 12-137 0 0,1-1 0 0 0,0 1-1 0 0,0-1 1 0 0,0 0 0 0 0,0 0 0 0 0,0 1 0 0 0,1-1-1 0 0,-1 0 1 0 0,1 0 0 0 0,0-1 0 0 0,0 1 0 0 0,-1-4 0 0 0,1 4-186 0 0,1 0 1 0 0,0 0-1 0 0,0 0 1 0 0,0 0-1 0 0,1 0 1 0 0,-1 0-1 0 0,1 0 1 0 0,-1 1-1 0 0,1-1 1 0 0,0 0-1 0 0,0 0 1 0 0,0 0 0 0 0,1 1-1 0 0,-1-1 1 0 0,4-4-1 0 0,2-3-1890 0 0,1 1 0 0 0,1-1 0 0 0,15-13 0 0 0,-19 19 757 0 0,13-14-5379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52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3048 0 0,'6'-9'16056'0'0,"41"10"-14671"0"0,128-7-218 0 0,-60-3-420 0 0,-111 9-671 0 0,9-6-1229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52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85 227 1204 0 0,'-11'-40'18069'0'0,"7"59"-16647"0"0,1 25-858 0 0,1 24 245 0 0,-28 344 620 0 0,27-389-1321 0 0,-6 25 1743 0 0,9-47-1604 0 0,-1-1-228 0 0,0 0 1 0 0,0-1-1 0 0,1 1 0 0 0,-1-1 1 0 0,0 1-1 0 0,0-1 0 0 0,1 1 1 0 0,-1-1-1 0 0,0 1 0 0 0,1-1 0 0 0,-1 1 1 0 0,1-1-1 0 0,-1 0 0 0 0,1 1 1 0 0,-1-1-1 0 0,1 0 0 0 0,-1 0 1 0 0,1 0-1 0 0,0 1 0 0 0,-1-1 1 0 0,1 0-1 0 0,0 0 0 0 0,0 0 1 0 0,0 0-1 0 0,-1-1 0 0 0,-3-28 98 0 0,3 26-89 0 0,-2-30 21 0 0,2-1-1 0 0,1 1 0 0 0,2 0 0 0 0,10-58 0 0 0,-2 43-70 0 0,2 2 0 0 0,30-78 0 0 0,-28 92 13 0 0,0 2-1 0 0,3 0 1 0 0,29-43-1 0 0,-38 62-7 0 0,2-1 0 0 0,0 2 0 0 0,0 0 0 0 0,1 0 0 0 0,0 0 0 0 0,1 2 0 0 0,0-1 0 0 0,1 2 0 0 0,0-1 0 0 0,19-8 0 0 0,-29 16 9 0 0,1-1 0 0 0,-1 1 0 0 0,1 0 1 0 0,-1 0-1 0 0,1 0 0 0 0,-1 0 0 0 0,1 1 1 0 0,-1 0-1 0 0,1-1 0 0 0,-1 1 0 0 0,1 1 1 0 0,0-1-1 0 0,-1 0 0 0 0,1 1 0 0 0,-1 0 0 0 0,1 0 1 0 0,-1 0-1 0 0,1 0 0 0 0,-1 0 0 0 0,0 1 1 0 0,0-1-1 0 0,1 1 0 0 0,2 2 0 0 0,-3-1 2 0 0,0 0 1 0 0,0 0-1 0 0,0 1 0 0 0,0-1 0 0 0,-1 1 0 0 0,1-1 0 0 0,-1 1 1 0 0,0 0-1 0 0,0 0 0 0 0,0 0 0 0 0,-1 0 0 0 0,0 0 0 0 0,1 0 1 0 0,-1 0-1 0 0,-1 1 0 0 0,1-1 0 0 0,0 0 0 0 0,-1 8 0 0 0,-1 2 22 0 0,0-1-1 0 0,-1 0 0 0 0,0 1 0 0 0,-1-1 1 0 0,-1-1-1 0 0,0 1 0 0 0,-1 0 1 0 0,0-1-1 0 0,-1 0 0 0 0,-8 14 0 0 0,0-5 3 0 0,0 0 0 0 0,-2-2 0 0 0,0 1-1 0 0,-29 25 1 0 0,41-41-16 0 0,-1 0 0 0 0,0 0 0 0 0,0 0 0 0 0,0-1 0 0 0,0 0 0 0 0,-1 0 0 0 0,0-1 0 0 0,-9 4 0 0 0,12-5-6 0 0,0-1 0 0 0,1 1 0 0 0,-1-1-1 0 0,0 1 1 0 0,0-1 0 0 0,0 0 0 0 0,0 0 0 0 0,0 0 0 0 0,0-1 0 0 0,0 1-1 0 0,0-1 1 0 0,0 1 0 0 0,1-1 0 0 0,-1 0 0 0 0,0 0 0 0 0,0 0-1 0 0,1-1 1 0 0,-1 1 0 0 0,1-1 0 0 0,-1 1 0 0 0,-2-3 0 0 0,-31-28-236 0 0,100 145-120 0 0,-17-29 187 0 0,-25-42-584 0 0,46 66 1 0 0,-57-94-881 0 0,0-1 1 0 0,26 23 0 0 0,-27-28-363 0 0,0-1 0 0 0,0 0 1 0 0,1 0-1 0 0,22 10 0 0 0,-9-8-4594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53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50 1232 0 0,'8'-49'23177'0'0,"-9"77"-21679"0"0,-22 155 863 0 0,5-48-3993 0 0,13-46-6847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54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907 136 1716 0 0,'13'-15'4225'0'0,"-6"7"-1883"0"0,0-1 0 0 0,0 1 0 0 0,-1-1-1 0 0,9-19 760 0 0,-13 19-1539 0 0,-2 9-1511 0 0,0-1 0 0 0,1 0 0 0 0,-1 1 1 0 0,0-1-1 0 0,0 1 0 0 0,0-1 0 0 0,0 0 0 0 0,0 1 0 0 0,0-1 0 0 0,0 0 0 0 0,0 1 0 0 0,0-1 0 0 0,0 0 0 0 0,0 1 0 0 0,0-1 0 0 0,-1 0 0 0 0,1 1 0 0 0,0-1 0 0 0,0 1 0 0 0,-1-1 0 0 0,1 0 1 0 0,0 1-1 0 0,-1-1 0 0 0,1 1 0 0 0,-1-1 0 0 0,1 1 0 0 0,-1-1 0 0 0,1 1 0 0 0,-1 0 0 0 0,1-1 0 0 0,-1 1 0 0 0,1-1 0 0 0,-1 1 0 0 0,1 0 0 0 0,-2-1 0 0 0,-5-3-13 0 0,0 0-1 0 0,-1 0 1 0 0,0 1-1 0 0,0 0 1 0 0,0 0-1 0 0,0 1 1 0 0,0 0-1 0 0,0 0 1 0 0,0 1-1 0 0,-1 0 1 0 0,-15 1-1 0 0,-10 1-32 0 0,-54 10 0 0 0,76-9 7 0 0,-5 0-19 0 0,0 2 0 0 0,1 0-1 0 0,0 0 1 0 0,0 2-1 0 0,0 0 1 0 0,-29 16 0 0 0,34-15-3 0 0,0 1 1 0 0,1 0-1 0 0,0 0 1 0 0,0 1 0 0 0,0 0-1 0 0,1 1 1 0 0,1 0-1 0 0,0 0 1 0 0,-10 17-1 0 0,9-9 5 0 0,0 0-1 0 0,1 1 0 0 0,1 0 0 0 0,0 0 0 0 0,2 0 1 0 0,0 1-1 0 0,-2 32 0 0 0,-1 144 75 0 0,8-169-65 0 0,14 588 351 0 0,-63 528 3286 0 0,-12-636-2248 0 0,-37-6-327 0 0,-91 442 311 0 0,179-830-1167 0 0,7 214 0 0 0,3-314-195 0 0,2 37 91 0 0,15 86 1 0 0,-14-123-86 0 0,0 1 0 0 0,0-1 1 0 0,1-1-1 0 0,1 1 0 0 0,0 0 1 0 0,1-1-1 0 0,1 0 1 0 0,-1-1-1 0 0,2 1 0 0 0,0-1 1 0 0,15 16-1 0 0,-14-19-15 0 0,1-1 0 0 0,0 0 0 0 0,0 0 0 0 0,1-1 0 0 0,-1-1 0 0 0,1 0 0 0 0,1 0 0 0 0,-1-1 0 0 0,1-1 0 0 0,0 0 0 0 0,-1 0 0 0 0,1-1 1 0 0,22 1-1 0 0,9-2-384 0 0,0-2 1 0 0,65-9 0 0 0,-11-3-1786 0 0,-1-5-1 0 0,104-34 0 0 0,-128 28-3386 0 0,104-50 0 0 0,-82 24-4306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54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71 1888 0 0,'5'-15'4324'0'0,"18"-40"11392"0"0,-32 86-15473 0 0,-14 96 26 0 0,-9 65-5321 0 0,26-118-2596 0 0,4-38 312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55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202 141 872 0 0,'-4'-32'8387'0'0,"3"28"-7375"0"0,1 2-721 0 0,0 0-1 0 0,0 0 1 0 0,-1 1 0 0 0,1-1 0 0 0,-1 0-1 0 0,1 0 1 0 0,-1 0 0 0 0,0 1-1 0 0,0-1 1 0 0,0 0 0 0 0,0 1 0 0 0,0-1-1 0 0,0 1 1 0 0,0-1 0 0 0,0 1 0 0 0,-3-2-1 0 0,3 2-67 0 0,-19 2 208 0 0,12 4-411 0 0,0 0-1 0 0,0 1 1 0 0,0 0 0 0 0,1 0-1 0 0,-1 0 1 0 0,1 1 0 0 0,1 0 0 0 0,0 1-1 0 0,0-1 1 0 0,0 1 0 0 0,1 1-1 0 0,0-1 1 0 0,-6 13 0 0 0,-4 14 53 0 0,1 1 0 0 0,-10 39 1 0 0,22-68-69 0 0,0 0 1 0 0,1 0-1 0 0,-1 0 1 0 0,2 0 0 0 0,-1 0-1 0 0,1 0 1 0 0,0 0-1 0 0,0 0 1 0 0,1 0-1 0 0,0 0 1 0 0,0 1-1 0 0,4 10 1 0 0,-3-14-2 0 0,0 0 0 0 0,0 1 0 0 0,0-2 1 0 0,1 1-1 0 0,-1 0 0 0 0,1 0 0 0 0,0-1 0 0 0,0 1 0 0 0,0-1 1 0 0,1 0-1 0 0,-1 0 0 0 0,1 0 0 0 0,0-1 0 0 0,-1 1 0 0 0,1-1 0 0 0,0 0 1 0 0,1 0-1 0 0,-1 0 0 0 0,0-1 0 0 0,8 2 0 0 0,2 0 46 0 0,0-1-1 0 0,-1 0 0 0 0,1-1 1 0 0,0-1-1 0 0,0-1 1 0 0,0 1-1 0 0,0-2 1 0 0,-1 0-1 0 0,1-1 0 0 0,-1 0 1 0 0,1-1-1 0 0,-1-1 1 0 0,14-6-1 0 0,-10 3 71 0 0,-1 0 1 0 0,-1-1-1 0 0,0 0 0 0 0,0-1 0 0 0,-1-1 0 0 0,0-1 1 0 0,-1 0-1 0 0,0 0 0 0 0,19-26 0 0 0,-23 25-61 0 0,0-1-1 0 0,-1-1 1 0 0,-1 1 0 0 0,0-1-1 0 0,-1-1 1 0 0,-1 1-1 0 0,0-1 1 0 0,-1 0-1 0 0,3-32 1 0 0,-6 41-46 0 0,-1-1 1 0 0,0 0 0 0 0,0 1-1 0 0,-1-1 1 0 0,0 0-1 0 0,-1 1 1 0 0,1-1-1 0 0,-1 1 1 0 0,-1 0 0 0 0,-3-9-1 0 0,3 11-12 0 0,0 0 1 0 0,0 0-1 0 0,0 1 0 0 0,-1-1 0 0 0,0 1 1 0 0,1 0-1 0 0,-2 0 0 0 0,1 0 0 0 0,0 1 1 0 0,-1 0-1 0 0,1-1 0 0 0,-1 2 0 0 0,0-1 1 0 0,0 0-1 0 0,-8-2 0 0 0,7 3-136 0 0,0 0 0 0 0,0 1 0 0 0,0 0 0 0 0,0 0 0 0 0,-1 0 0 0 0,1 0 0 0 0,-1 1 0 0 0,1 0 0 0 0,0 1 0 0 0,-1-1 0 0 0,1 1 0 0 0,0 0 0 0 0,0 1 0 0 0,-1 0 0 0 0,1 0 0 0 0,0 0 0 0 0,-8 5 0 0 0,1 0-1204 0 0,0 1 1 0 0,1 0 0 0 0,0 1 0 0 0,1 1 0 0 0,0 0 0 0 0,-15 17 0 0 0,4-2-3632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55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116 118 660 0 0,'-2'0'4072'0'0,"-6"1"-2869"0"0,-26 3 6879 0 0,20-1-7452 0 0,12-1-589 0 0,0 0 1 0 0,1 0-1 0 0,-1 0 1 0 0,0 0-1 0 0,1 0 1 0 0,-1 1-1 0 0,1-1 1 0 0,0 0-1 0 0,-1 1 1 0 0,1-1-1 0 0,0 1 1 0 0,1 0 0 0 0,-2 4-1 0 0,0 0 28 0 0,-7 21 28 0 0,2-1 1 0 0,0 2-1 0 0,2-1 1 0 0,2 0 0 0 0,0 1-1 0 0,2 0 1 0 0,1 0-1 0 0,4 33 1 0 0,-3-55-15 0 0,0 0 1 0 0,0-1-1 0 0,0 1 1 0 0,1-1-1 0 0,0 1 1 0 0,1-1-1 0 0,-1 0 1 0 0,1 0 0 0 0,0 0-1 0 0,1 0 1 0 0,-1 0-1 0 0,1-1 1 0 0,0 0-1 0 0,10 9 1 0 0,-9-9-3 0 0,1-1 0 0 0,0 0 1 0 0,0 0-1 0 0,0 0 0 0 0,1-1 1 0 0,-1 0-1 0 0,1-1 0 0 0,0 1 1 0 0,0-1-1 0 0,0 0 0 0 0,0-1 1 0 0,0 0-1 0 0,12 1 0 0 0,-1-2 31 0 0,0 0-1 0 0,0-2 0 0 0,-1 0 0 0 0,1 0 1 0 0,0-2-1 0 0,-1 0 0 0 0,0-1 1 0 0,0-1-1 0 0,0 0 0 0 0,-1-1 0 0 0,21-13 1 0 0,-26 14-40 0 0,0-1 1 0 0,0-1-1 0 0,-1 0 1 0 0,0 0 0 0 0,-1-1-1 0 0,1 0 1 0 0,-2-1-1 0 0,1 0 1 0 0,-1 0-1 0 0,-1 0 1 0 0,0-1-1 0 0,-1-1 1 0 0,0 1 0 0 0,0-1-1 0 0,-1 0 1 0 0,4-15-1 0 0,-6 11-35 0 0,0 1 1 0 0,-1-1-1 0 0,0 1 0 0 0,-1-1 0 0 0,-1 0 0 0 0,0 1 0 0 0,-2-1 0 0 0,0 1 1 0 0,-6-27-1 0 0,5 32-47 0 0,0 1 1 0 0,0 0-1 0 0,-1 0 0 0 0,-1 0 1 0 0,0 0-1 0 0,0 0 1 0 0,0 1-1 0 0,-1 0 1 0 0,0 0-1 0 0,-1 1 0 0 0,0 0 1 0 0,0 0-1 0 0,0 0 1 0 0,-1 1-1 0 0,0 0 1 0 0,-13-7-1 0 0,9 7-340 0 0,-1 0 0 0 0,-1 1-1 0 0,1 0 1 0 0,-1 1 0 0 0,1 1 0 0 0,-1 0 0 0 0,-20-1-1 0 0,9 3-4563 0 0,-40 2-1 0 0,41 2-1394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57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55 348 0 0,'-16'8'16500'0'0,"29"-17"-16481"0"0,1 1 0 0 0,0 0 0 0 0,1 1 0 0 0,0 1 0 0 0,0 1 0 0 0,0 0 0 0 0,0 1 0 0 0,1 0 1 0 0,0 1-1 0 0,26-1 0 0 0,-35 4-22 0 0,27 1 6 0 0,-27 0 2 0 0,-1 2-4 0 0,-4-3 0 0 0,1 1 0 0 0,-1 0 1 0 0,1-1-1 0 0,-1 1 0 0 0,0 0 0 0 0,1 0 0 0 0,-1 1 0 0 0,0-1 0 0 0,0 0 0 0 0,0 1 0 0 0,0-1 0 0 0,0 1 0 0 0,0 0 1 0 0,0 0-1 0 0,-1-1 0 0 0,1 1 0 0 0,-1 0 0 0 0,1 1 0 0 0,1 2 0 0 0,-2-2 7 0 0,0 1 0 0 0,0-1 0 0 0,0 1 0 0 0,0 0 1 0 0,0-1-1 0 0,-1 1 0 0 0,0 0 0 0 0,0-1 0 0 0,0 1 0 0 0,0 0 0 0 0,-2 6 0 0 0,-1 2 15 0 0,0 1-1 0 0,-1-1 0 0 0,0-1 1 0 0,-1 1-1 0 0,-1-1 1 0 0,-10 17-1 0 0,-56 69 135 0 0,53-73 38 0 0,-17 19 3654 0 0,47-51-3801 0 0,-6 8-52 0 0,0-1 0 0 0,0 1 0 0 0,0 0 0 0 0,0 1 0 0 0,0-1 0 0 0,0 1 0 0 0,0 0 0 0 0,0 0 0 0 0,0 0 0 0 0,0 1 0 0 0,0 0 0 0 0,0 0 0 0 0,-1 0 0 0 0,1 0-1 0 0,-1 1 1 0 0,8 5 0 0 0,-5-4 12 0 0,-1 1-1 0 0,0 0 0 0 0,1 1 0 0 0,-2-1 1 0 0,1 1-1 0 0,0 0 0 0 0,-1 1 0 0 0,-1-1 1 0 0,1 1-1 0 0,5 10 0 0 0,-9-14 34 0 0,0 1-1 0 0,0-1 1 0 0,0 1 0 0 0,0-1 0 0 0,-1 1-1 0 0,1-1 1 0 0,-1 1 0 0 0,0-1-1 0 0,0 1 1 0 0,0 0 0 0 0,0-1 0 0 0,-1 1-1 0 0,0-1 1 0 0,1 1 0 0 0,-3 3-1 0 0,1-1 61 0 0,-1 0 0 0 0,0-1 0 0 0,0 1 0 0 0,0-1 0 0 0,0 0 0 0 0,-1 0 0 0 0,0 0 0 0 0,-6 5 0 0 0,1-1 107 0 0,-1-1 0 0 0,1-1 0 0 0,-1 0 0 0 0,0 0-1 0 0,-1-1 1 0 0,0-1 0 0 0,0 1 0 0 0,-18 5 0 0 0,12-7-91 0 0,0 0 1 0 0,0-1-1 0 0,0 0 1 0 0,-1-2-1 0 0,1 0 1 0 0,0-1-1 0 0,-1-1 0 0 0,1 0 1 0 0,0-1-1 0 0,0-1 1 0 0,0-1-1 0 0,0 0 1 0 0,-21-9-1 0 0,-10-4-547 0 0,27 7-2203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6:59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195 136 312 0 0,'0'0'5938'0'0,"-5"-18"1610"0"0,4 17-7502 0 0,0 1-1 0 0,1-1 1 0 0,-1 1 0 0 0,0 0 0 0 0,0 0-1 0 0,0-1 1 0 0,0 1 0 0 0,0 0 0 0 0,0 0-1 0 0,0 0 1 0 0,0 0 0 0 0,0 0 0 0 0,0 0-1 0 0,0 0 1 0 0,0 1 0 0 0,0-1 0 0 0,0 0-1 0 0,0 0 1 0 0,0 1 0 0 0,0-1-1 0 0,0 1 1 0 0,0-1 0 0 0,0 1 0 0 0,0-1-1 0 0,0 1 1 0 0,1-1 0 0 0,-1 1 0 0 0,0 0-1 0 0,0-1 1 0 0,1 1 0 0 0,-2 1 0 0 0,-28 30 70 0 0,26-28-34 0 0,-11 14 2 0 0,1 2-1 0 0,1-1 1 0 0,1 2 0 0 0,0 0-1 0 0,2 0 1 0 0,0 1-1 0 0,2 0 1 0 0,0 1 0 0 0,1-1-1 0 0,2 2 1 0 0,-6 41 0 0 0,10-55-48 0 0,1 1 1 0 0,0-1 0 0 0,1 0 0 0 0,0 0 0 0 0,0 0 0 0 0,1 1 0 0 0,0-1 0 0 0,7 18 0 0 0,-7-24 11 0 0,0 1 0 0 0,1-1 0 0 0,-1 1 0 0 0,1-1 0 0 0,0 0 0 0 0,0 0 0 0 0,1 0 0 0 0,-1-1 1 0 0,1 1-1 0 0,0-1 0 0 0,0 1 0 0 0,0-1 0 0 0,0-1 0 0 0,1 1 0 0 0,-1-1 0 0 0,1 1 0 0 0,-1-1 0 0 0,1 0 1 0 0,8 1-1 0 0,0 0 15 0 0,0-1 0 0 0,0-1 0 0 0,0 0 1 0 0,0-1-1 0 0,0 0 0 0 0,0-1 0 0 0,0-1 1 0 0,0 0-1 0 0,0-1 0 0 0,24-8 0 0 0,-2-2 64 0 0,0-2-1 0 0,49-29 0 0 0,-69 36-86 0 0,-1-1-1 0 0,0-1 1 0 0,0 0-1 0 0,-1-1 1 0 0,0-1-1 0 0,-1 0 1 0 0,0-1-1 0 0,17-24 1 0 0,-24 30-32 0 0,0-1 1 0 0,-1 0 0 0 0,0 0-1 0 0,0 0 1 0 0,-1-1-1 0 0,0 1 1 0 0,-1-1 0 0 0,0 0-1 0 0,0 0 1 0 0,-1 0 0 0 0,0 0-1 0 0,0 0 1 0 0,-1 0 0 0 0,-1 0-1 0 0,1 0 1 0 0,-1 1-1 0 0,-1-1 1 0 0,-3-12 0 0 0,1 8 1 0 0,-2-1 1 0 0,0 1-1 0 0,0 1 1 0 0,-1-1-1 0 0,-1 1 1 0 0,0 0-1 0 0,-1 1 1 0 0,0 0-1 0 0,0 0 1 0 0,-1 1-1 0 0,-1 0 1 0 0,-14-10-1 0 0,8 7-533 0 0,0 1-1 0 0,-39-18 1 0 0,38 22-1327 0 0,-1 0 1 0 0,-38-9-1 0 0,39 13-2165 0 0,2 2-1935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00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55 2156 0 0,'14'-45'9884'0'0,"-11"36"-5971"0"0,-27 127-2859 0 0,21-97-985 0 0,1 1 0 0 0,1-1 1 0 0,3 38-1 0 0,-2-55-57 0 0,1 0 0 0 0,0 1-1 0 0,-1-1 1 0 0,2 0 0 0 0,-1 0-1 0 0,0 0 1 0 0,1 0 0 0 0,0 0 0 0 0,0-1-1 0 0,0 1 1 0 0,0 0 0 0 0,1-1-1 0 0,0 0 1 0 0,-1 1 0 0 0,1-1-1 0 0,0 0 1 0 0,0-1 0 0 0,5 5 0 0 0,-2-4-1 0 0,-1 0 0 0 0,1-1 0 0 0,0 1 1 0 0,0-1-1 0 0,0 0 0 0 0,0 0 0 0 0,0-1 1 0 0,0 0-1 0 0,0 0 0 0 0,0 0 1 0 0,10-1-1 0 0,-5 0 12 0 0,-1 0-1 0 0,0-1 1 0 0,0-1 0 0 0,1 0 0 0 0,-1 0 0 0 0,0-1-1 0 0,-1 0 1 0 0,1-1 0 0 0,0 0 0 0 0,-1 0-1 0 0,0-1 1 0 0,0-1 0 0 0,-1 1 0 0 0,1-1 0 0 0,8-9-1 0 0,-11 8 87 0 0,0 0-1 0 0,0-1 1 0 0,-1 1-1 0 0,0-1 1 0 0,-1-1-1 0 0,0 1 0 0 0,6-16 1 0 0,-2-3 928 0 0,5-35 0 0 0,-9 43-310 0 0,1-1-163 0 0,-5 17-230 0 0,-1 6-271 0 0,-7 37 26 0 0,2 0-1 0 0,2 0 1 0 0,0 48 0 0 0,1-7-109 0 0,-3 21-1325 0 0,-3 42-2692 0 0,-5-2-4815 0 0,7-91 2519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01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207 145 96 0 0,'1'-2'1960'0'0,"-1"-2"-1206"0"0,1-3 495 0 0,0 1 0 0 0,-1 0 0 0 0,1-1 1 0 0,-1 0-1 0 0,-1 1 0 0 0,1-1 0 0 0,-4-12 0 0 0,4 18-804 0 0,-5-2 91 0 0,5 3-523 0 0,0-1 0 0 0,0 1-1 0 0,0 0 1 0 0,-1 0 0 0 0,1-1 0 0 0,0 1 0 0 0,0 0 0 0 0,0 0 0 0 0,0 0 0 0 0,-1 0 0 0 0,1-1 0 0 0,0 1 0 0 0,0 0 0 0 0,0 0 0 0 0,-1 0 0 0 0,1 0 0 0 0,0 0 0 0 0,0 0 0 0 0,-1-1 0 0 0,1 1 0 0 0,0 0 0 0 0,0 0-1 0 0,-1 0 1 0 0,1 0 0 0 0,0 0 0 0 0,0 0 0 0 0,-1 0 0 0 0,1 0 0 0 0,0 0 0 0 0,0 0 0 0 0,-1 0 0 0 0,1 0 0 0 0,-1 1 0 0 0,-5 1 104 0 0,0 1-1 0 0,0 0 1 0 0,0 1-1 0 0,0-1 1 0 0,0 1-1 0 0,1 1 1 0 0,-1-1-1 0 0,1 1 1 0 0,0 0-1 0 0,1 0 1 0 0,-1 0 0 0 0,1 0-1 0 0,-5 10 1 0 0,-7 11 182 0 0,-20 45 1 0 0,35-70-294 0 0,-12 27 105 0 0,1 2 0 0 0,-15 51-1 0 0,25-72-86 0 0,0 1-1 0 0,0 0 1 0 0,1-1-1 0 0,0 1 1 0 0,0 0-1 0 0,1 0 1 0 0,1 0-1 0 0,0 0 0 0 0,0-1 1 0 0,1 1-1 0 0,0 0 1 0 0,6 17-1 0 0,-6-23 0 0 0,0 0-1 0 0,1 0 1 0 0,-1 0-1 0 0,1-1 1 0 0,-1 1-1 0 0,1-1 1 0 0,0 1-1 0 0,1-1 1 0 0,-1 0-1 0 0,0 0 1 0 0,1-1-1 0 0,-1 1 1 0 0,6 2-1 0 0,-3-2 0 0 0,1 0 0 0 0,0-1 0 0 0,0 1 0 0 0,0-1 0 0 0,0-1 0 0 0,0 1 0 0 0,10 0 0 0 0,4-2 11 0 0,0 0 0 0 0,0-1 1 0 0,-1-2-1 0 0,35-7 1 0 0,-21 2-1 0 0,-1-1 0 0 0,0-2 1 0 0,0-2-1 0 0,-2-1 1 0 0,46-26-1 0 0,-60 30-18 0 0,0-2 0 0 0,-1 1-1 0 0,0-2 1 0 0,-1 0 0 0 0,0-1-1 0 0,-1-1 1 0 0,0 0 0 0 0,-2-1-1 0 0,0 0 1 0 0,17-31 0 0 0,-25 40-10 0 0,-1 0 0 0 0,0 0 0 0 0,-1 0 0 0 0,0 0 0 0 0,0 0 0 0 0,0 0 0 0 0,-1-1 1 0 0,0 1-1 0 0,0-1 0 0 0,-1 1 0 0 0,0-1 0 0 0,-1 1 0 0 0,1-1 0 0 0,-1 1 0 0 0,-1 0 1 0 0,-3-13-1 0 0,2 13-4 0 0,0-1 0 0 0,-1 1 0 0 0,0 0 1 0 0,0 0-1 0 0,-1 0 0 0 0,0 1 0 0 0,0-1 0 0 0,-1 1 1 0 0,1 0-1 0 0,-1 1 0 0 0,0-1 0 0 0,-1 1 1 0 0,0 1-1 0 0,1-1 0 0 0,-9-3 0 0 0,-4-1-18 0 0,-2 0 1 0 0,1 2-1 0 0,-1 0 0 0 0,0 1 0 0 0,-1 1 0 0 0,1 1 0 0 0,-35-2 1 0 0,2 4-1813 0 0,-101 9 1 0 0,120-2-50 0 0,7-1-3046 0 0,14-2-303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11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425 9 1880 0 0,'-11'-7'7473'0'0,"9"6"-7293"0"0,1 1 1 0 0,-1 0-1 0 0,0 0 0 0 0,0 0 1 0 0,0 0-1 0 0,0 0 1 0 0,1 0-1 0 0,-1 0 0 0 0,0 1 1 0 0,0-1-1 0 0,0 0 1 0 0,1 1-1 0 0,-1 0 0 0 0,0-1 1 0 0,1 1-1 0 0,-3 1 1 0 0,-1 1 62 0 0,1 0 0 0 0,-1 0 0 0 0,1 1 0 0 0,0 0 0 0 0,-5 5 0 0 0,0 2 68 0 0,1 0-1 0 0,0 0 1 0 0,-12 22 0 0 0,6-2-3 0 0,2 0 1 0 0,0 1 0 0 0,3 1-1 0 0,-8 41 1 0 0,-8 137 641 0 0,24-185-815 0 0,1 1 0 0 0,5 35 0 0 0,-4-50-53 0 0,1 0-1 0 0,1 0 1 0 0,0 0-1 0 0,1 0 1 0 0,0 0-1 0 0,1-1 1 0 0,7 14-1 0 0,-9-21-47 0 0,-1 0 0 0 0,1 0 0 0 0,0-1-1 0 0,0 1 1 0 0,0-1 0 0 0,0 1 0 0 0,1-1 0 0 0,-1 0 0 0 0,1 0-1 0 0,0-1 1 0 0,0 1 0 0 0,0-1 0 0 0,0 0 0 0 0,0 0 0 0 0,9 3 0 0 0,-7-4-8 0 0,0 1 1 0 0,0-2 0 0 0,0 1 0 0 0,1-1 0 0 0,-1 0 0 0 0,0 0 0 0 0,1-1 0 0 0,-1 1 0 0 0,0-1 0 0 0,10-3 0 0 0,0-2 7 0 0,1-1-1 0 0,-1 0 1 0 0,0-1-1 0 0,-1 0 1 0 0,0-2 0 0 0,0 0-1 0 0,18-16 1 0 0,-19 12-21 0 0,0 0 1 0 0,-1-2 0 0 0,0 1-1 0 0,-1-1 1 0 0,-1-1-1 0 0,-1 0 1 0 0,0-1 0 0 0,-1 0-1 0 0,-1 0 1 0 0,-1-1 0 0 0,-1 0-1 0 0,0 0 1 0 0,-1-1-1 0 0,-2 0 1 0 0,0 0 0 0 0,1-20-1 0 0,-3 22-5 0 0,-2 0-1 0 0,1 0 1 0 0,-2 0 0 0 0,0 0-1 0 0,-2 0 1 0 0,0 0-1 0 0,-12-33 1 0 0,11 38-7 0 0,-1 1 1 0 0,-1 0-1 0 0,0 0 0 0 0,0 0 1 0 0,-1 1-1 0 0,-1 0 0 0 0,0 0 1 0 0,0 1-1 0 0,-1 0 0 0 0,-22-16 1 0 0,25 20-51 0 0,-1 2 0 0 0,1-1 0 0 0,-1 1 0 0 0,-1 0 0 0 0,1 1 0 0 0,0 0 1 0 0,-1 0-1 0 0,0 0 0 0 0,1 1 0 0 0,-1 1 0 0 0,0 0 0 0 0,-11-1 0 0 0,7 3-161 0 0,0 0 1 0 0,0 0-1 0 0,0 1 0 0 0,1 1 0 0 0,-1 0 0 0 0,1 1 0 0 0,-21 8 0 0 0,5 2-623 0 0,2 1-1 0 0,0 1 1 0 0,1 1-1 0 0,0 1 1 0 0,1 1-1 0 0,-30 33 1 0 0,3 4-3046 0 0,0 2-1774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16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59 1320 0 0,'-15'-22'16415'0'0,"13"19"-16251"0"0,0 1 1 0 0,0-1-1 0 0,0 1 1 0 0,0-1-1 0 0,-1 1 1 0 0,1 0-1 0 0,-1 0 0 0 0,0 0 1 0 0,1 1-1 0 0,-6-3 1 0 0,3 1 10 0 0,4 2-159 0 0,-10-2 17 0 0,9 3-27 0 0,-1-1 0 0 0,1 0 0 0 0,-1 1 1 0 0,1-1-1 0 0,-1 1 0 0 0,1 0 0 0 0,-1-1 0 0 0,0 1 1 0 0,1 0-1 0 0,-1 1 0 0 0,1-1 0 0 0,-1 0 0 0 0,1 1 1 0 0,-1 0-1 0 0,1-1 0 0 0,-4 3 0 0 0,2-2-10 0 0,1-1-1 0 0,-1 1 1 0 0,1 1-1 0 0,0-1 1 0 0,0 0-1 0 0,-1 1 1 0 0,1 0-1 0 0,0-1 1 0 0,0 1-1 0 0,1 0 1 0 0,-1 1-1 0 0,0-1 1 0 0,1 0-1 0 0,-5 6 1 0 0,1-1 8 0 0,-3 2-6 0 0,2 1-1 0 0,-1 0 1 0 0,1 0 0 0 0,1 0 0 0 0,0 1 0 0 0,-7 17 0 0 0,-22 73 164 0 0,29-81-104 0 0,-6 19 68 0 0,1 1 1 0 0,3 1 0 0 0,-6 69-1 0 0,13-89-97 0 0,1-1 0 0 0,0 1 0 0 0,2-1 0 0 0,0 1 0 0 0,1-1-1 0 0,1 0 1 0 0,1 0 0 0 0,1-1 0 0 0,12 28 0 0 0,-14-38-17 0 0,1-1 1 0 0,0 0-1 0 0,1 0 0 0 0,-1-1 1 0 0,1 1-1 0 0,1-1 1 0 0,-1-1-1 0 0,1 1 0 0 0,0-1 1 0 0,1 0-1 0 0,0-1 1 0 0,0 0-1 0 0,0 0 0 0 0,0-1 1 0 0,1 0-1 0 0,-1 0 0 0 0,1-1 1 0 0,0 0-1 0 0,0 0 1 0 0,1-1-1 0 0,-1-1 0 0 0,0 1 1 0 0,18-1-1 0 0,-11-1 10 0 0,-1-1 1 0 0,1 0-1 0 0,0-1 0 0 0,0-1 0 0 0,-1 0 1 0 0,0-1-1 0 0,0-1 0 0 0,0 0 0 0 0,0-1 1 0 0,-1-1-1 0 0,0 0 0 0 0,0-1 0 0 0,20-16 1 0 0,-21 14-17 0 0,-1 0 1 0 0,0-1 0 0 0,0-1 0 0 0,-1 0-1 0 0,-1-1 1 0 0,0 0 0 0 0,0 0 0 0 0,-2-1 0 0 0,0 0-1 0 0,0-1 1 0 0,-1 1 0 0 0,-1-2 0 0 0,-1 1-1 0 0,0-1 1 0 0,-1 1 0 0 0,0-1 0 0 0,-1 0-1 0 0,-1-1 1 0 0,0-29 0 0 0,-3 27-1 0 0,0 0 0 0 0,-1 1 0 0 0,-1-1 1 0 0,0 1-1 0 0,-2-1 0 0 0,0 2 0 0 0,-1-1 0 0 0,-1 0 0 0 0,0 1 1 0 0,-2 0-1 0 0,-14-22 0 0 0,14 26-16 0 0,-1-1-1 0 0,-1 2 1 0 0,0-1 0 0 0,0 2-1 0 0,-1-1 1 0 0,-1 2 0 0 0,0 0 0 0 0,0 0-1 0 0,-1 1 1 0 0,0 1 0 0 0,-1 0 0 0 0,0 1-1 0 0,-19-6 1 0 0,8 4-499 0 0,-1 1 1 0 0,-1 2-1 0 0,-33-3 0 0 0,45 7-720 0 0,0 2 0 0 0,-26 2 0 0 0,31-1-403 0 0,0 1 0 0 0,-1 1 0 0 0,1 0 0 0 0,-14 6 0 0 0,11-4-3566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22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70 496 0 0,'-12'-22'5047'0'0,"-5"-3"-382"0"0,16 23-4023 0 0,0 0-398 0 0,0 0 0 0 0,0 1 0 0 0,0-1 0 0 0,0 0 0 0 0,-1 0 0 0 0,1 1-1 0 0,0-1 1 0 0,-1 1 0 0 0,1-1 0 0 0,-1 1 0 0 0,-1-1 0 0 0,1 5-213 0 0,0 0-1 0 0,0 0 0 0 0,1 1 1 0 0,-1-1-1 0 0,1 1 1 0 0,0 0-1 0 0,0-1 0 0 0,0 1 1 0 0,0 6-1 0 0,-2 41 155 0 0,1-26-100 0 0,-17 194 281 0 0,-4 62-1228 0 0,22-266 63 0 0,0 7-673 0 0,-1-6-3583 0 0,1-6 930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2 207 1420 0 0,'0'-10'1475'0'0,"1"0"0"0"0,0 0 0 0 0,0 0 0 0 0,6-17 0 0 0,-4 17-797 0 0,1 0 0 0 0,0 1 0 0 0,1-1-1 0 0,8-14 1 0 0,-9 18-577 0 0,0 1 0 0 0,0-1-1 0 0,1 1 1 0 0,-1 0 0 0 0,1 0 0 0 0,0 0-1 0 0,0 1 1 0 0,1-1 0 0 0,0 1 0 0 0,-1 1-1 0 0,1-1 1 0 0,1 1 0 0 0,-1 0-1 0 0,0 0 1 0 0,1 1 0 0 0,-1 0 0 0 0,11-2-1 0 0,-9 3-78 0 0,-1 0 1 0 0,1 1-1 0 0,0 0 0 0 0,-1 0 0 0 0,1 1 0 0 0,-1 0 0 0 0,1 1 0 0 0,-1-1 0 0 0,1 1 0 0 0,-1 1 1 0 0,0-1-1 0 0,0 1 0 0 0,0 1 0 0 0,12 7 0 0 0,-15-9 4 0 0,1 2-1 0 0,-1-1 1 0 0,0 0 0 0 0,-1 1-1 0 0,1 0 1 0 0,-1 0 0 0 0,0 0-1 0 0,0 0 1 0 0,0 0 0 0 0,0 1 0 0 0,-1-1-1 0 0,1 1 1 0 0,-1 0 0 0 0,-1 0-1 0 0,1 0 1 0 0,-1 0 0 0 0,1 0-1 0 0,-1 0 1 0 0,-1 0 0 0 0,1 0-1 0 0,-1 11 1 0 0,-2-2 15 0 0,0 1-1 0 0,-1 0 1 0 0,0 0 0 0 0,-2-1-1 0 0,1 0 1 0 0,-2 1-1 0 0,0-2 1 0 0,0 1 0 0 0,-17 23-1 0 0,12-20 97 0 0,-2 0 0 0 0,0-1 0 0 0,-1-1 0 0 0,0 0 0 0 0,-1-1 0 0 0,-29 21 0 0 0,32-28 185 0 0,0 0 0 0 0,-1-1-1 0 0,0 0 1 0 0,0-1-1 0 0,-26 6 1 0 0,25-7-35 0 0,12-4-195 0 0,-13 4 166 0 0,6-1-204 0 0,13 2-21 0 0,22 5-5 0 0,-12-4-19 0 0,166 59 59 0 0,-114-44-32 0 0,-15-8 1 0 0,-35-9-20 0 0,-1 0 0 0 0,21 8 0 0 0,-9-3 13 0 0,-24-8-33 0 0,-1 0-119 0 0,3 0-72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24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39 1580 0 0,'2'-20'17280'0'0,"-1"18"-17268"0"0,1-1-7 0 0,14-3 54 0 0,-9 4-52 0 0,-3 1-6 0 0,0 0 1 0 0,-1 0-1 0 0,1 0 0 0 0,0 0 0 0 0,0 1 1 0 0,0-1-1 0 0,0 1 0 0 0,0 0 1 0 0,0 1-1 0 0,7 0 0 0 0,-9-1-1 0 0,0 0 0 0 0,1 0 0 0 0,-1 1 0 0 0,0-1 0 0 0,1 1 0 0 0,-1-1 0 0 0,0 1 0 0 0,0 0 0 0 0,0 0 0 0 0,0 0 0 0 0,1 0-1 0 0,-1 0 1 0 0,-1 0 0 0 0,1 0 0 0 0,0 1 0 0 0,0-1 0 0 0,0 1 0 0 0,-1 0 0 0 0,1-1 0 0 0,-1 1 0 0 0,1 0 0 0 0,-1 0 0 0 0,0 0 0 0 0,1 0 0 0 0,-1 0 0 0 0,0 0 0 0 0,-1 0 0 0 0,2 4 0 0 0,-1 0 0 0 0,0 0 1 0 0,-1 0-1 0 0,0 0 1 0 0,0 0 0 0 0,-1 0-1 0 0,0 0 1 0 0,0 0 0 0 0,0-1-1 0 0,-1 1 1 0 0,-2 7-1 0 0,-7 16-3 0 0,-2 0-1 0 0,0 0 0 0 0,-2-2 0 0 0,-30 42 0 0 0,13-26 189 0 0,-71 74 0 0 0,40-62 535 0 0,-14 14 64 0 0,73-65-768 0 0,-7 9 167 0 0,14-11-102 0 0,10-5-67 0 0,320-94 118 0 0,-280 84-122 0 0,16-5 133 0 0,-67 18-108 0 0,36-11 592 0 0,-32 7 545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24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8 788 0 0,'13'-7'10199'0'0,"-9"6"-9179"0"0,-4 4-975 0 0,1-1 1 0 0,-1 0-1 0 0,1 0 0 0 0,-1 0 1 0 0,0 0-1 0 0,0 0 0 0 0,0 1 1 0 0,0-1-1 0 0,0 0 0 0 0,0 0 1 0 0,0 0-1 0 0,-1 0 0 0 0,1 1 1 0 0,-2 1-1 0 0,-13 38 148 0 0,10-30-124 0 0,0 3-133 0 0,-31 84-613 0 0,16-32-5299 0 0,15-48 2148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25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89 216 0 0,'-1'-3'2112'0'0,"-19"-48"9031"0"0,18 37-8987 0 0,2 13-2099 0 0,0 1 1 0 0,-1-1-1 0 0,1 0 0 0 0,0 0 1 0 0,0 1-1 0 0,0-1 0 0 0,0 0 1 0 0,-1 0-1 0 0,1 1 0 0 0,0-1 1 0 0,0 0-1 0 0,0 0 0 0 0,0 1 1 0 0,1-1-1 0 0,-1 0 0 0 0,0 0 1 0 0,0 0-1 0 0,1 0 0 0 0,0-1 19 0 0,16-1 52 0 0,-13 3-98 0 0,2 1-25 0 0,-1-1 0 0 0,1 1 0 0 0,0 1 1 0 0,0-1-1 0 0,-1 1 0 0 0,1 0 0 0 0,-1 0 1 0 0,1 1-1 0 0,5 3 0 0 0,-8-4-1 0 0,-1 0 0 0 0,1-1 0 0 0,-1 1 0 0 0,0 0 0 0 0,0 0-1 0 0,0 1 1 0 0,0-1 0 0 0,0 0 0 0 0,0 1 0 0 0,-1-1 0 0 0,1 1 0 0 0,-1-1 0 0 0,1 1 0 0 0,-1 0-1 0 0,0 0 1 0 0,0 0 0 0 0,-1-1 0 0 0,1 1 0 0 0,0 0 0 0 0,-1 0 0 0 0,0 5 0 0 0,0 2 5 0 0,-1-1 1 0 0,0 0 0 0 0,0 0-1 0 0,-1 1 1 0 0,-1-1 0 0 0,-6 17 0 0 0,-29 49 54 0 0,13-30 26 0 0,25-44-84 0 0,-3 11-5 0 0,9-4-1 0 0,-3-5-2 0 0,20 3 5 0 0,-11-1 29 0 0,0 1 1 0 0,-1 0-1 0 0,0 0 1 0 0,0 1-1 0 0,0 0 1 0 0,-1 1-1 0 0,16 15 1 0 0,-23-20 99 0 0,0 1 0 0 0,0-1 0 0 0,0 1 0 0 0,0 0 0 0 0,-1-1 0 0 0,1 1 0 0 0,-1 0 0 0 0,0 1 0 0 0,0-1 0 0 0,-1 0 0 0 0,1 0 0 0 0,-1 1 0 0 0,0-1 0 0 0,0 1 0 0 0,0 0 0 0 0,-1-1 0 0 0,1 1 0 0 0,-1-1 0 0 0,0 1 0 0 0,-1 0 0 0 0,1-1 0 0 0,-1 1 0 0 0,0-1 0 0 0,-2 8 0 0 0,-2 0 300 0 0,-1 0-1 0 0,0-1 1 0 0,-1 1 0 0 0,-1-1 0 0 0,1 0-1 0 0,-2-1 1 0 0,1 0 0 0 0,-1 0 0 0 0,-18 14-1 0 0,19-18-314 0 0,0 0 0 0 0,0 0-1 0 0,-1 0 1 0 0,0-1 0 0 0,0 0-1 0 0,0-1 1 0 0,0 0 0 0 0,-1-1-1 0 0,1 1 1 0 0,-1-2 0 0 0,0 0-1 0 0,0 0 1 0 0,-14 1-1 0 0,21-3-216 0 0,0 0 0 0 0,0 0 0 0 0,0 0 0 0 0,0-1 0 0 0,0 1 0 0 0,0-1 0 0 0,1 0 0 0 0,-1 1 0 0 0,0-1 0 0 0,0-1 0 0 0,0 1 0 0 0,1 0 0 0 0,-1-1 0 0 0,1 1 0 0 0,-1-1 0 0 0,1 0 0 0 0,-1 0 0 0 0,-2-3 0 0 0,4 3-267 0 0,-1 1-1 0 0,1-1 1 0 0,0 0-1 0 0,0 0 1 0 0,0 0 0 0 0,1 0-1 0 0,-1 0 1 0 0,0 0-1 0 0,1 0 1 0 0,-1 0-1 0 0,1-2 1 0 0,0 0-579 0 0,0 1-1 0 0,0 0 1 0 0,0-1 0 0 0,0 1-1 0 0,1 0 1 0 0,0-1-1 0 0,-1 1 1 0 0,3-4 0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26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510 44 744 0 0,'33'-24'19036'0'0,"-53"15"-17823"0"0,-4 4-1087 0 0,-1 2 0 0 0,1 1-1 0 0,-1 1 1 0 0,0 1-1 0 0,1 1 1 0 0,-26 5 0 0 0,39-5-124 0 0,8 0-5 0 0,-1-1 1 0 0,1 1-1 0 0,0 0 1 0 0,0 0 0 0 0,0 0-1 0 0,0 0 1 0 0,0 0-1 0 0,0 1 1 0 0,0-1 0 0 0,0 1-1 0 0,-4 3 1 0 0,1 0 6 0 0,0-1-1 0 0,1 1 1 0 0,-1 0-1 0 0,1 0 1 0 0,0 1-1 0 0,1-1 1 0 0,-1 1-1 0 0,1 0 1 0 0,0 1-1 0 0,1-1 1 0 0,-1 1 0 0 0,1-1-1 0 0,0 1 1 0 0,1 0-1 0 0,0 0 1 0 0,-2 10-1 0 0,-2 14 2 0 0,2-1 0 0 0,-1 47-1 0 0,4-70-4 0 0,2 103 80 0 0,22 166-1 0 0,-2-42 536 0 0,-22 350 311 0 0,-41 0-549 0 0,32-451-229 0 0,-14 151-28 0 0,-31 483-19 0 0,15-243-55 0 0,-3-143-296 0 0,42-365 267 0 0,-9 45 46 0 0,7-23-58 0 0,3-36 30 0 0,-3 8-3 0 0,4-9-24 0 0,0 0 0 0 0,0-1 0 0 0,0 1 0 0 0,0 0 1 0 0,0-1-1 0 0,1 1 0 0 0,-1-1 0 0 0,0 1 0 0 0,0-1 0 0 0,0 0 0 0 0,0 1 0 0 0,0-1 0 0 0,1 0 0 0 0,-1 0 0 0 0,0 0 0 0 0,0 0 0 0 0,0 0 0 0 0,1 0 1 0 0,-1 0-1 0 0,0 0 0 0 0,0 0 0 0 0,2-1 0 0 0,37-6 48 0 0,-30 5-32 0 0,387-79-1719 0 0,-229 46-2317 0 0,0 2-4435 0 0,-99 19 425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28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52 1764 0 0,'0'0'5339'0'0,"0"-12"-721"0"0,-1-26 3369 0 0,0 37-7748 0 0,3 24 140 0 0,18 173 632 0 0,-18-67-811 0 0,1 24-2340 0 0,-1-130-928 0 0,1 0 1 0 0,9 29 0 0 0,-4-24-4724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30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10 126 332 0 0,'-2'-11'9619'0'0,"1"7"-8949"0"0,-1 0 0 0 0,1-1 0 0 0,0 1 0 0 0,0 0 0 0 0,0-1 0 0 0,1 1 1 0 0,0-1-1 0 0,0-5 0 0 0,0 8-643 0 0,1 0 1 0 0,-1-1-1 0 0,1 1 1 0 0,0 0-1 0 0,0 0 1 0 0,0 0 0 0 0,0-1-1 0 0,0 1 1 0 0,1 0-1 0 0,-1 0 1 0 0,1 1-1 0 0,-1-1 1 0 0,1 0-1 0 0,-1 0 1 0 0,1 1-1 0 0,0-1 1 0 0,3-1 0 0 0,2-2-8 0 0,0 1 1 0 0,0 1 0 0 0,0-1 0 0 0,0 1 0 0 0,1 0 0 0 0,0 1 0 0 0,-1-1 0 0 0,1 2 0 0 0,0-1 0 0 0,15 0 0 0 0,-17 1-18 0 0,0 1 1 0 0,1 0 0 0 0,-1 1-1 0 0,0 0 1 0 0,0-1 0 0 0,0 2-1 0 0,0-1 1 0 0,0 1-1 0 0,0 0 1 0 0,-1 0 0 0 0,1 1-1 0 0,0-1 1 0 0,-1 1 0 0 0,8 6-1 0 0,-11-7 4 0 0,0 0 0 0 0,0 1 0 0 0,0-1 0 0 0,0 0 0 0 0,0 1 0 0 0,-1-1 0 0 0,1 1 0 0 0,-1 0 0 0 0,0 0 0 0 0,0-1 0 0 0,0 1 1 0 0,0 0-1 0 0,0 0 0 0 0,0 0 0 0 0,-1 0 0 0 0,0 0 0 0 0,0 0 0 0 0,1 0 0 0 0,-2 0 0 0 0,1 0 0 0 0,0 0 0 0 0,-1 0 0 0 0,1 0 0 0 0,-1 0 0 0 0,0 0 0 0 0,0 0 0 0 0,-2 4 0 0 0,-4 9 32 0 0,0 0 0 0 0,-2-1 0 0 0,-15 23-1 0 0,16-25-14 0 0,-57 82 222 0 0,65-94-190 0 0,2 0-40 0 0,90-7-44 0 0,-68 8 70 0 0,0 1 0 0 0,0 1-1 0 0,23 7 1 0 0,-34-8-4 0 0,-1 1 0 0 0,0 0 0 0 0,-1 1 0 0 0,1 1-1 0 0,-1 0 1 0 0,0 1 0 0 0,15 10 0 0 0,-24-15 70 0 0,1 0-1 0 0,-1 0 1 0 0,0 0-1 0 0,0 0 1 0 0,0 1-1 0 0,0-1 1 0 0,0 0-1 0 0,-1 1 1 0 0,1 0 0 0 0,-1-1-1 0 0,1 1 1 0 0,-1 0-1 0 0,0 0 1 0 0,0 0-1 0 0,0-1 1 0 0,-1 1-1 0 0,1 0 1 0 0,-1 0-1 0 0,1 5 1 0 0,-1-4 31 0 0,-1 0 0 0 0,0 0 0 0 0,0 0 1 0 0,0 0-1 0 0,0 0 0 0 0,-1 0 0 0 0,1 0 0 0 0,-1 0 1 0 0,0-1-1 0 0,0 1 0 0 0,-1-1 0 0 0,-3 6 0 0 0,-3 1 152 0 0,0-1-1 0 0,-1 0 0 0 0,0 0 0 0 0,0-1 0 0 0,-1 0 0 0 0,0-1 0 0 0,-24 11 0 0 0,26-14-194 0 0,0-1 0 0 0,-1-1 0 0 0,1 0 0 0 0,-1 0 0 0 0,0 0 0 0 0,1-1 0 0 0,-1-1 0 0 0,-11 0 0 0 0,2-2-579 0 0,-1 0 1 0 0,-32-7 0 0 0,52 8 291 0 0,-1 1-1 0 0,0 0 1 0 0,0 0 0 0 0,0-1-1 0 0,1 1 1 0 0,-1 0-1 0 0,0-1 1 0 0,0 1 0 0 0,1-1-1 0 0,-1 1 1 0 0,0-1 0 0 0,1 1-1 0 0,-1-1 1 0 0,0 1-1 0 0,1-1 1 0 0,-1 1 0 0 0,0-2-1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33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27 228 0 0,'-6'-10'5101'0'0,"-6"-4"-1264"0"0,-1 11-2497 0 0,7 7-1235 0 0,0 0 1 0 0,0 0 0 0 0,1 0-1 0 0,-1 1 1 0 0,1-1 0 0 0,0 1-1 0 0,0 1 1 0 0,1-1-1 0 0,-1 1 1 0 0,1 0 0 0 0,0 0-1 0 0,-5 11 1 0 0,-2 6 45 0 0,1 1-1 0 0,-10 31 0 0 0,16-39-82 0 0,-1 0-1 0 0,2 0 0 0 0,0 0 0 0 0,1 0 1 0 0,1 1-1 0 0,0-1 0 0 0,1 1 0 0 0,4 25 0 0 0,-3-36-29 0 0,0 0 0 0 0,0 0 0 0 0,1-1 0 0 0,0 1 0 0 0,0-1 0 0 0,0 1 0 0 0,1-1 0 0 0,-1 0 0 0 0,1 0 0 0 0,1 0 0 0 0,-1 0 0 0 0,1-1 0 0 0,-1 1 0 0 0,1-1 0 0 0,1 0 0 0 0,-1 0 0 0 0,1 0 0 0 0,-1-1 0 0 0,1 1 0 0 0,0-1 0 0 0,0 0 0 0 0,0-1 0 0 0,1 1 0 0 0,-1-1 0 0 0,1 0 0 0 0,-1-1 0 0 0,7 2 0 0 0,0-1 31 0 0,1-1 0 0 0,-1 0 1 0 0,0-1-1 0 0,0 0 1 0 0,0-1-1 0 0,0 0 0 0 0,0-1 1 0 0,0-1-1 0 0,0 0 1 0 0,19-7-1 0 0,-21 6 33 0 0,0 0 0 0 0,1-1 0 0 0,-2 0 0 0 0,1-1 1 0 0,-1 0-1 0 0,0 0 0 0 0,0-1 0 0 0,0-1 0 0 0,-1 1 0 0 0,0-1 0 0 0,12-16 0 0 0,-15 15-34 0 0,-1 1 0 0 0,1-1-1 0 0,-1 0 1 0 0,-1 0 0 0 0,0 0-1 0 0,0-1 1 0 0,-1 1 0 0 0,0-1-1 0 0,0 1 1 0 0,-1-1 0 0 0,-1 0-1 0 0,1 0 1 0 0,-2 1-1 0 0,1-1 1 0 0,-1 0 0 0 0,-1 1-1 0 0,0-1 1 0 0,0 0 0 0 0,-4-8-1 0 0,2 7-54 0 0,0 0-1 0 0,-1 1 0 0 0,0-1 1 0 0,-1 1-1 0 0,0 0 1 0 0,0 1-1 0 0,-1 0 0 0 0,0 0 1 0 0,-1 0-1 0 0,0 1 0 0 0,-1 0 1 0 0,1 0-1 0 0,-1 1 1 0 0,-1 0-1 0 0,-16-9 0 0 0,24 16-115 0 0,0-1 0 0 0,0 0 1 0 0,-1 1-1 0 0,1-1 0 0 0,0 1 0 0 0,0-1 0 0 0,0 1 0 0 0,-1 0 0 0 0,1 0 0 0 0,-3 1 0 0 0,4-1 12 0 0,1 0 1 0 0,-1 0-1 0 0,0 0 0 0 0,0 0 0 0 0,1 0 1 0 0,-1 0-1 0 0,0 0 0 0 0,0 1 1 0 0,1-1-1 0 0,-1 0 0 0 0,0 1 0 0 0,1-1 1 0 0,-1 0-1 0 0,0 1 0 0 0,1-1 0 0 0,-1 1 1 0 0,1-1-1 0 0,-1 1 0 0 0,1-1 0 0 0,-1 1 1 0 0,1-1-1 0 0,-1 1 0 0 0,1 0 1 0 0,0-1-1 0 0,-1 1 0 0 0,1 0 0 0 0,0-1 1 0 0,-1 1-1 0 0,1 0 0 0 0,0-1 0 0 0,0 1 1 0 0,0 0-1 0 0,-1 1 0 0 0,1 2-639 0 0,1-1 0 0 0,-1 1-1 0 0,1 0 1 0 0,-1 0 0 0 0,1-1-1 0 0,0 1 1 0 0,0-1 0 0 0,3 7 0 0 0,3 3-3615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33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28 1608 0 0,'-13'-7'5653'0'0,"10"8"-5415"0"0,0-1 0 0 0,-1 0 0 0 0,1 1 0 0 0,0 0 0 0 0,-1 0 0 0 0,1 0 0 0 0,0 0 0 0 0,0 0 1 0 0,0 1-1 0 0,0 0 0 0 0,0-1 0 0 0,-4 4 0 0 0,0 0 77 0 0,1 1 0 0 0,-1 0 0 0 0,1 0-1 0 0,-8 11 1 0 0,0 4 134 0 0,1 0-1 0 0,-16 34 0 0 0,17-32-269 0 0,2 1 1 0 0,1 1-1 0 0,1 0 0 0 0,-7 40 0 0 0,13-54-126 0 0,0 0 1 0 0,1-1-1 0 0,1 1 0 0 0,0 0 0 0 0,0 0 0 0 0,1-1 0 0 0,0 1 0 0 0,1 0 1 0 0,0-1-1 0 0,1 0 0 0 0,0 1 0 0 0,0-1 0 0 0,10 19 0 0 0,-10-25-8 0 0,0 1 0 0 0,0 0 0 0 0,1-1 0 0 0,-1 0 0 0 0,1 1-1 0 0,0-1 1 0 0,0-1 0 0 0,1 1 0 0 0,-1-1 0 0 0,1 0 0 0 0,0 0 0 0 0,0 0-1 0 0,0 0 1 0 0,0-1 0 0 0,10 4 0 0 0,-7-5 13 0 0,-1 1 0 0 0,0-1 0 0 0,1-1 0 0 0,-1 0 1 0 0,1 0-1 0 0,-1 0 0 0 0,1-1 0 0 0,-1 0 0 0 0,1 0 0 0 0,13-5 0 0 0,-9 2 29 0 0,-1 0 1 0 0,1-1-1 0 0,-1-1 0 0 0,0 0 0 0 0,0 0 0 0 0,-1-1 1 0 0,0-1-1 0 0,0 1 0 0 0,-1-2 0 0 0,0 1 0 0 0,0-1 1 0 0,-1-1-1 0 0,0 1 0 0 0,7-13 0 0 0,-9 9-24 0 0,0-1 0 0 0,-1 0-1 0 0,-1 0 1 0 0,0-1 0 0 0,-1 1-1 0 0,0-1 1 0 0,-1 0 0 0 0,-1 1-1 0 0,-1-1 1 0 0,0 0 0 0 0,0 0-1 0 0,-2 0 1 0 0,0 1 0 0 0,0-1-1 0 0,-1 0 1 0 0,-10-25 0 0 0,9 28-41 0 0,-1 1 0 0 0,0 0 0 0 0,-1 0 0 0 0,0 0 0 0 0,-1 1 0 0 0,0 0 0 0 0,-1 0 0 0 0,0 0 0 0 0,-11-9 0 0 0,12 13-36 0 0,1 1 0 0 0,-1-1 0 0 0,-1 2 0 0 0,1-1 0 0 0,-1 1 0 0 0,0 0 0 0 0,1 1 0 0 0,-2 0 0 0 0,1 0 0 0 0,0 0 0 0 0,-1 1 0 0 0,1 1 0 0 0,-17-2 0 0 0,20 3-204 0 0,0 0 1 0 0,0 0 0 0 0,1 1 0 0 0,-1 0 0 0 0,0 0-1 0 0,0 0 1 0 0,1 0 0 0 0,-9 4 0 0 0,11-4-194 0 0,0 0 0 0 0,0 0 1 0 0,0 0-1 0 0,0 0 0 0 0,0 1 1 0 0,0-1-1 0 0,1 0 0 0 0,-1 1 0 0 0,0 0 1 0 0,1-1-1 0 0,0 1 0 0 0,-1 0 1 0 0,1 0-1 0 0,0-1 0 0 0,0 1 1 0 0,0 0-1 0 0,0 0 0 0 0,0 0 0 0 0,0 1 1 0 0,0 3-1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37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90 616 0 0,'0'0'1374'0'0,"-4"-10"2431"0"0,4 7-3272 0 0,-1 1-1 0 0,0-1 0 0 0,0 0 1 0 0,0 1-1 0 0,0-1 0 0 0,0 1 1 0 0,-4-6 651 0 0,4 8-1150 0 0,1-1 1 0 0,-1 1 0 0 0,1-1 0 0 0,-1 1 0 0 0,1-1 0 0 0,-1 1-1 0 0,1 0 1 0 0,-1-1 0 0 0,1 1 0 0 0,-1 0 0 0 0,0-1 0 0 0,1 1-1 0 0,-1 0 1 0 0,1 0 0 0 0,-1-1 0 0 0,-1 1 0 0 0,-4 4 2 0 0,0 0 0 0 0,1 0 0 0 0,-1 1 0 0 0,1-1 0 0 0,0 1 1 0 0,0 0-1 0 0,0 1 0 0 0,1-1 0 0 0,0 1 0 0 0,-7 11 0 0 0,-3 10-54 0 0,-13 34 0 0 0,17-39 53 0 0,-10 25 58 0 0,-24 83-1 0 0,40-112-39 0 0,0 0 0 0 0,1 0 0 0 0,0 0 1 0 0,2 1-1 0 0,0-1 0 0 0,1 0 0 0 0,1 1 0 0 0,4 22 0 0 0,-4-36 1 0 0,0 1 0 0 0,1-1 0 0 0,-1 1 0 0 0,1-1 0 0 0,1 0 0 0 0,-1 1 0 0 0,1-1 0 0 0,0 0-1 0 0,0-1 1 0 0,0 1 0 0 0,1 0 0 0 0,-1-1 0 0 0,1 0 0 0 0,0 0 0 0 0,0 0 0 0 0,1 0 0 0 0,6 4-1 0 0,-5-5 4 0 0,0-1 0 0 0,0 1 0 0 0,0-1-1 0 0,1 0 1 0 0,-1 0 0 0 0,1-1 0 0 0,-1 0-1 0 0,1 0 1 0 0,-1 0 0 0 0,1-1 0 0 0,-1 0-1 0 0,1 0 1 0 0,0-1 0 0 0,11-2 0 0 0,-4 0-14 0 0,0 0 1 0 0,0-1 0 0 0,0-1-1 0 0,0-1 1 0 0,-1 0 0 0 0,0 0 0 0 0,0-1-1 0 0,-1-1 1 0 0,1 0 0 0 0,-2-1-1 0 0,1 0 1 0 0,12-13 0 0 0,-16 13-4 0 0,-1 0-1 0 0,0 0 1 0 0,0-1 0 0 0,-1 0 0 0 0,0 0-1 0 0,0-1 1 0 0,-1 1 0 0 0,-1-1 0 0 0,0 0-1 0 0,0-1 1 0 0,-1 1 0 0 0,-1-1 0 0 0,1 1 0 0 0,-2-1-1 0 0,1-19 1 0 0,-3 11 15 0 0,0-1 1 0 0,-1 1-1 0 0,-1-1 1 0 0,-1 1-1 0 0,-1 0 0 0 0,0 0 1 0 0,-2 0-1 0 0,0 1 1 0 0,-15-27-1 0 0,14 32-43 0 0,-1-1-1 0 0,-1 1 1 0 0,0 1 0 0 0,-1 0 0 0 0,0 0-1 0 0,-1 1 1 0 0,0 1 0 0 0,-1 0 0 0 0,0 0-1 0 0,-1 2 1 0 0,-30-17 0 0 0,7 10-562 0 0,35 16 420 0 0,0 0 0 0 0,0 0 0 0 0,0-1 1 0 0,0 1-1 0 0,0 0 0 0 0,-1 1 0 0 0,1-1 0 0 0,0 0 1 0 0,0 0-1 0 0,0 1 0 0 0,0 0 0 0 0,0-1 0 0 0,0 1 1 0 0,-3 1-1 0 0,4-1-153 0 0,0 1-1 0 0,-1-1 1 0 0,1 0 0 0 0,0 1-1 0 0,0-1 1 0 0,0 0 0 0 0,0 1-1 0 0,0-1 1 0 0,0 1 0 0 0,0 0-1 0 0,1-1 1 0 0,-1 1 0 0 0,1 0-1 0 0,-1-1 1 0 0,1 1 0 0 0,-1 0-1 0 0,1 0 1 0 0,0-1 0 0 0,0 1-1 0 0,0 0 1 0 0,0 0 0 0 0,0 0-1 0 0,1 2 1 0 0,0 7-4244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39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150 144 140 0 0,'0'0'3757'0'0,"-33"-14"2415"0"0,29 15-6091 0 0,1-1 0 0 0,0 1 0 0 0,0 0 0 0 0,-1 0 0 0 0,1 0 0 0 0,0 0 0 0 0,0 1 1 0 0,0-1-1 0 0,1 1 0 0 0,-1-1 0 0 0,0 1 0 0 0,0 0 0 0 0,1 0 0 0 0,-1 1 0 0 0,1-1 0 0 0,0 0 0 0 0,0 1 0 0 0,0-1 0 0 0,0 1 0 0 0,0 0 1 0 0,0 0-1 0 0,1 0 0 0 0,-2 4 0 0 0,-5 10 234 0 0,0 1 0 0 0,-8 34 0 0 0,12-39-198 0 0,-1 5-9 0 0,1 0 1 0 0,0 0 0 0 0,2 1-1 0 0,0-1 1 0 0,2 35 0 0 0,0-45-59 0 0,0-1 0 0 0,1 1 0 0 0,0-1 1 0 0,1 0-1 0 0,0 1 0 0 0,0-1 0 0 0,0 0 0 0 0,1 0 0 0 0,0 0 1 0 0,0-1-1 0 0,1 1 0 0 0,0-1 0 0 0,0 0 0 0 0,0 0 0 0 0,1 0 1 0 0,0 0-1 0 0,7 6 0 0 0,-6-8-7 0 0,1 0 0 0 0,0 0-1 0 0,0-1 1 0 0,1 0 0 0 0,-1 0 0 0 0,0 0 0 0 0,1-1 0 0 0,0 0-1 0 0,-1-1 1 0 0,1 0 0 0 0,0 0 0 0 0,0-1 0 0 0,0 1-1 0 0,0-2 1 0 0,0 1 0 0 0,-1-1 0 0 0,12-3 0 0 0,-2 1 34 0 0,0-2 0 0 0,0 0 0 0 0,0-1 0 0 0,0-1 0 0 0,-1-1-1 0 0,24-15 1 0 0,-28 15-17 0 0,0-1 0 0 0,-1 0 0 0 0,-1-1 0 0 0,1 0 0 0 0,-2 0 0 0 0,1-1 0 0 0,-1-1 0 0 0,-1 1 0 0 0,0-1 0 0 0,-1-1 0 0 0,0 0 0 0 0,-1 0 0 0 0,-1 0 0 0 0,0-1 0 0 0,0 1 0 0 0,4-26 0 0 0,-7 26-38 0 0,0 0 0 0 0,-1 0 0 0 0,-1 0 0 0 0,0 0 1 0 0,0 0-1 0 0,-2 1 0 0 0,1-1 0 0 0,-2 0 0 0 0,0 0 0 0 0,0 1 0 0 0,-1-1 1 0 0,0 1-1 0 0,-1 0 0 0 0,-1 1 0 0 0,0-1 0 0 0,0 1 0 0 0,-1 0 0 0 0,-16-18 1 0 0,18 24-20 0 0,0 1 0 0 0,0-1 0 0 0,0 1 0 0 0,-1 0 0 0 0,0 1 0 0 0,1-1 0 0 0,-2 1 0 0 0,1 0 0 0 0,0 1 0 0 0,0 0 0 0 0,-1 0 0 0 0,1 0 0 0 0,-1 0 1 0 0,-8 0-1 0 0,10 2-256 0 0,0 0 1 0 0,0-1 0 0 0,0 2 0 0 0,0-1-1 0 0,0 1 1 0 0,0 0 0 0 0,0 0 0 0 0,-8 2 0 0 0,9-1-320 0 0,1-1 0 0 0,0 1 0 0 0,0 0-1 0 0,0 0 1 0 0,0 0 0 0 0,0 0 0 0 0,0 0 0 0 0,0 1 0 0 0,0-1 0 0 0,1 1 0 0 0,-1 0 0 0 0,-3 5 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31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49 876 0 0,'-4'-11'6101'0'0,"-4"-27"6406"0"0,7 39-12469 0 0,1 0-1 0 0,-1-1 1 0 0,1 1 0 0 0,-1-1-1 0 0,1 1 1 0 0,-1 0 0 0 0,1 0 0 0 0,0-1-1 0 0,-1 1 1 0 0,1 0 0 0 0,0 0-1 0 0,-1-1 1 0 0,1 1 0 0 0,0 0 0 0 0,0 0-1 0 0,0 0 1 0 0,0-1 0 0 0,0 1-1 0 0,0 2 1 0 0,-1 16 397 0 0,0 35 343 0 0,-1-19-510 0 0,5 45 1 0 0,-2-70-247 0 0,0-1 1 0 0,1 1 0 0 0,0-1 0 0 0,0 1-1 0 0,1-1 1 0 0,1 0 0 0 0,0 0 0 0 0,0 0 0 0 0,8 11-1 0 0,-10-17-9 0 0,0 1 1 0 0,1-2-1 0 0,-1 1 0 0 0,1 0 0 0 0,0-1 0 0 0,0 1 0 0 0,0-1 0 0 0,0 0 0 0 0,0 0 1 0 0,1 0-1 0 0,-1 0 0 0 0,1 0 0 0 0,-1-1 0 0 0,1 0 0 0 0,4 1 0 0 0,-2 0 1 0 0,0-1 0 0 0,1-1-1 0 0,-1 1 1 0 0,1-1-1 0 0,-1 0 1 0 0,1-1 0 0 0,-1 0-1 0 0,10-2 1 0 0,-5 1-2 0 0,-1-1 1 0 0,1-1-1 0 0,0 0 0 0 0,-1-1 0 0 0,0 0 1 0 0,0 0-1 0 0,-1-1 0 0 0,0-1 0 0 0,18-14 1 0 0,-16 9-10 0 0,0-1-1 0 0,-1-1 1 0 0,-1 1 0 0 0,13-24 0 0 0,23-61 29 0 0,-45 96-54 0 0,5 0 54 0 0,-1 0 119 0 0,-2 12 110 0 0,-12 175 1894 0 0,1 6-2371 0 0,12-135-2375 0 0,6-29-1103 0 0,6-4-4779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31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45 138 1260 0 0,'-10'-35'13861'0'0,"11"11"-10790"0"0,3 18-2996 0 0,1 0-1 0 0,0 0 1 0 0,0 0-1 0 0,0 1 1 0 0,1 0-1 0 0,0 0 0 0 0,0 0 1 0 0,0 1-1 0 0,1 0 1 0 0,-1 0-1 0 0,1 1 1 0 0,0-1-1 0 0,0 1 1 0 0,0 1-1 0 0,1 0 0 0 0,-1 0 1 0 0,1 0-1 0 0,-1 1 1 0 0,1 0-1 0 0,11 0 1 0 0,-8 0-51 0 0,1 1 0 0 0,-1 0 0 0 0,1 1 0 0 0,-1 0 1 0 0,1 1-1 0 0,-1 1 0 0 0,0-1 0 0 0,0 2 0 0 0,0 0 1 0 0,0 0-1 0 0,0 0 0 0 0,-1 2 0 0 0,12 7 1 0 0,-19-11 2 0 0,1 1 0 0 0,-1 0 1 0 0,1 0-1 0 0,-1 0 1 0 0,0 0-1 0 0,0 0 0 0 0,-1 1 1 0 0,1-1-1 0 0,-1 1 1 0 0,1 0-1 0 0,-1 0 0 0 0,-1 0 1 0 0,1 0-1 0 0,0 0 1 0 0,-1 0-1 0 0,0 0 0 0 0,0 1 1 0 0,1 5-1 0 0,-2-4 2 0 0,0 0 0 0 0,-1 1 0 0 0,0-1 0 0 0,0 0 0 0 0,0 1 0 0 0,0-1 0 0 0,-1 0 0 0 0,0 0 0 0 0,-1 0-1 0 0,1 0 1 0 0,-1-1 0 0 0,-5 8 0 0 0,-64 92 1475 0 0,71-104-1380 0 0,1-1-112 0 0,-1 0 0 0 0,1 0 0 0 0,0 1 0 0 0,0-1 0 0 0,0 0 1 0 0,0 0-1 0 0,-1 0 0 0 0,1 0 0 0 0,0 0 0 0 0,0 1 0 0 0,0-1 0 0 0,0 0 1 0 0,0 0-1 0 0,0 0 0 0 0,-1 0 0 0 0,1 1 0 0 0,0-1 0 0 0,0 0 1 0 0,0 0-1 0 0,0 0 0 0 0,0 1 0 0 0,0-1 0 0 0,0 0 0 0 0,0 0 0 0 0,0 1 1 0 0,0-1-1 0 0,0 0 0 0 0,0 0 0 0 0,0 0 0 0 0,0 1 0 0 0,0-1 0 0 0,0 0 1 0 0,0 0-1 0 0,0 0 0 0 0,0 1 0 0 0,1-1 0 0 0,17-1 7 0 0,0 2-1 0 0,1-1 1 0 0,-1 2 0 0 0,0 1-1 0 0,0 0 1 0 0,0 1 0 0 0,22 8-1 0 0,-23-5 75 0 0,0 1-1 0 0,30 19 0 0 0,-43-24 105 0 0,0 0 0 0 0,0 0 0 0 0,0 0 0 0 0,-1 0 0 0 0,1 1 0 0 0,-1-1 0 0 0,0 1 0 0 0,0 0 0 0 0,0 0 0 0 0,0 0 0 0 0,-1 1 0 0 0,0-1 1 0 0,0 0-1 0 0,0 1 0 0 0,0 0 0 0 0,1 6 0 0 0,-3-7-54 0 0,0 0 1 0 0,0 0-1 0 0,0 1 1 0 0,-1-1-1 0 0,1 0 1 0 0,-1 0 0 0 0,0 0-1 0 0,-1 1 1 0 0,1-1-1 0 0,-1 0 1 0 0,0-1-1 0 0,0 1 1 0 0,0 0-1 0 0,0 0 1 0 0,0-1-1 0 0,-1 1 1 0 0,0-1-1 0 0,0 0 1 0 0,0 0-1 0 0,0 0 1 0 0,-5 3-1 0 0,-6 6 549 0 0,-1-1-1 0 0,-1 0 1 0 0,-23 11-1 0 0,8-6-1482 0 0,0-2 0 0 0,-1-1 0 0 0,-1-1 0 0 0,-57 12 0 0 0,69-20 57 0 0,-1-1 0 0 0,0-1-1 0 0,1-1 1 0 0,-1 0 0 0 0,0-2 0 0 0,1 0 0 0 0,-1-2-1 0 0,-34-8 1 0 0,35 5-6843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34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89 180 0 0,'-4'-12'5146'0'0,"-19"-47"6024"0"0,19 60-11025 0 0,0 1-109 0 0,0 0 0 0 0,0 0 0 0 0,0 0 0 0 0,0 0 0 0 0,0 1 1 0 0,0-1-1 0 0,1 1 0 0 0,-1 0 0 0 0,1 0 0 0 0,0 0 0 0 0,0 1 0 0 0,-5 5 0 0 0,-6 11 142 0 0,-13 25 0 0 0,12-19-67 0 0,-5 6 1 0 0,2 1 0 0 0,-15 38 1 0 0,28-57-86 0 0,0-1 1 0 0,1 2 0 0 0,0-1 0 0 0,1 0-1 0 0,0 1 1 0 0,1-1 0 0 0,1 1-1 0 0,1 21 1 0 0,0-31-13 0 0,1-1-1 0 0,0 1 1 0 0,0 0 0 0 0,0 0-1 0 0,0-1 1 0 0,1 1-1 0 0,-1-1 1 0 0,1 1 0 0 0,0-1-1 0 0,1 0 1 0 0,-1 0 0 0 0,1 0-1 0 0,0 0 1 0 0,0 0-1 0 0,0-1 1 0 0,4 5 0 0 0,-2-5 0 0 0,0 1 1 0 0,0-1 0 0 0,0 0 0 0 0,0-1-1 0 0,1 1 1 0 0,-1-1 0 0 0,1 0 0 0 0,-1 0-1 0 0,1-1 1 0 0,0 1 0 0 0,10 0 0 0 0,-3-2 2 0 0,0 1 1 0 0,0-2 0 0 0,0 0 0 0 0,0 0-1 0 0,0-2 1 0 0,0 1 0 0 0,0-2 0 0 0,-1 1-1 0 0,1-2 1 0 0,-1 0 0 0 0,14-7 0 0 0,-14 4-7 0 0,-1 1 1 0 0,0-2-1 0 0,0 1 1 0 0,-1-1 0 0 0,0-1-1 0 0,0 0 1 0 0,-1-1-1 0 0,0 1 1 0 0,-1-2-1 0 0,-1 1 1 0 0,0-1 0 0 0,0 0-1 0 0,-1 0 1 0 0,0-1-1 0 0,-1 0 1 0 0,-1 0 0 0 0,0 0-1 0 0,-1-1 1 0 0,0 1-1 0 0,-1-1 1 0 0,-1 0-1 0 0,0 0 1 0 0,-1 0 0 0 0,0 1-1 0 0,-1-1 1 0 0,0 0-1 0 0,-2 0 1 0 0,-5-20-1 0 0,5 25-27 0 0,-1 1 0 0 0,1 0-1 0 0,-2 0 1 0 0,1 0 0 0 0,-1 0-1 0 0,0 1 1 0 0,-1-1 0 0 0,0 1-1 0 0,0 1 1 0 0,0-1 0 0 0,-1 1-1 0 0,0 0 1 0 0,0 1 0 0 0,-1 0-1 0 0,1 0 1 0 0,-1 0 0 0 0,0 1-1 0 0,-1 0 1 0 0,1 1 0 0 0,-1 0-1 0 0,1 0 1 0 0,-1 1 0 0 0,0 0-1 0 0,0 0 1 0 0,-13 0 0 0 0,18 2-211 0 0,0 0 0 0 0,0 1 1 0 0,0-1-1 0 0,0 1 0 0 0,1 0 0 0 0,-1 0 1 0 0,0 0-1 0 0,1 1 0 0 0,-1-1 1 0 0,0 1-1 0 0,1 0 0 0 0,0 0 0 0 0,-1 0 1 0 0,-4 5-1 0 0,5-5-458 0 0,1 0-1 0 0,0 1 1 0 0,0-1 0 0 0,0 1 0 0 0,0 0-1 0 0,0-1 1 0 0,1 1 0 0 0,-1 0 0 0 0,1 0-1 0 0,0 0 1 0 0,-1 5 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34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21 496 0 0,'-8'4'13819'0'0,"18"-2"-13562"0"0,1-1 0 0 0,0 0 0 0 0,0 0 0 0 0,-1-1 0 0 0,1-1 0 0 0,0 0 1 0 0,15-3-1 0 0,22-2 93 0 0,51-3 412 0 0,-97 9-602 0 0,1 0 8 0 0,45-5 962 0 0,-24 2-4673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34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67 2824 0 0,'-2'-14'7654'0'0,"2"-8"-1217"0"0,3 11-4746 0 0,-1 9-1639 0 0,0 0 0 0 0,0 1 0 0 0,0-1 0 0 0,1 1 0 0 0,-1-1 0 0 0,0 1 0 0 0,1 0-1 0 0,-1 0 1 0 0,1 0 0 0 0,-1 0 0 0 0,1 1 0 0 0,-1-1 0 0 0,1 1 0 0 0,3-1 0 0 0,42-2 143 0 0,-37 4-167 0 0,0-1-1 0 0,1 1 1 0 0,-1 1-1 0 0,0 0 0 0 0,0 1 1 0 0,0 0-1 0 0,-1 1 0 0 0,1 0 1 0 0,-1 0-1 0 0,18 11 1 0 0,-23-12-6 0 0,-1 0 0 0 0,0 0 0 0 0,1 0 0 0 0,-1 1 0 0 0,-1-1 0 0 0,1 1 1 0 0,-1 0-1 0 0,1 0 0 0 0,-1 1 0 0 0,0-1 0 0 0,0 1 0 0 0,-1-1 0 0 0,0 1 1 0 0,1 0-1 0 0,-2 0 0 0 0,1 0 0 0 0,0 0 0 0 0,-1 0 0 0 0,0 0 0 0 0,0 0 1 0 0,-1 1-1 0 0,1-1 0 0 0,-1 0 0 0 0,-1 10 0 0 0,-2-2 50 0 0,0 1 0 0 0,0-1 0 0 0,-1 1 0 0 0,-1-1 0 0 0,0-1 0 0 0,-1 1 0 0 0,0-1 0 0 0,-11 15 0 0 0,-10 12 515 0 0,-34 37 0 0 0,29-38-183 0 0,-40 40 528 0 0,71-78-923 0 0,1 1-1 0 0,0-1 0 0 0,-1 0 0 0 0,1 0 0 0 0,0 0 0 0 0,0 1 1 0 0,-1-1-1 0 0,1 0 0 0 0,0 1 0 0 0,0-1 0 0 0,-1 0 0 0 0,1 0 0 0 0,0 1 1 0 0,0-1-1 0 0,0 0 0 0 0,0 1 0 0 0,-1-1 0 0 0,1 0 0 0 0,0 1 1 0 0,0-1-1 0 0,0 1 0 0 0,0-1 0 0 0,0 0 0 0 0,0 1 0 0 0,0-1 0 0 0,0 0 1 0 0,0 1-1 0 0,0-1 0 0 0,0 1 0 0 0,0-1 0 0 0,0 0 0 0 0,0 1 1 0 0,1 0-1 0 0,11 2 78 0 0,21-5-31 0 0,157-34-1498 0 0,0-5-3826 0 0,-85 16-2381 0 0,-57 14 404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39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45 1584 0 0,'-10'-9'3591'0'0,"1"0"1"0"0,-17-12-1 0 0,24 20-3055 0 0,2 1-515 0 0,0 0 0 0 0,0 0 0 0 0,0-1 0 0 0,0 1 0 0 0,-1 0 0 0 0,1 0 0 0 0,0-1 0 0 0,0 1 0 0 0,0 0 0 0 0,0 0 0 0 0,-1 0 0 0 0,1-1 0 0 0,0 1 0 0 0,0 0 0 0 0,0 0 0 0 0,-1 0 0 0 0,1 0 0 0 0,0-1 0 0 0,0 1-1 0 0,-1 0 1 0 0,1 0 0 0 0,0 0 0 0 0,0 0 0 0 0,-1 0 0 0 0,1 0 0 0 0,0 0 0 0 0,-1 0 0 0 0,1 0 0 0 0,0 0 0 0 0,0 0 0 0 0,-1 0 0 0 0,1 0 0 0 0,0 0 0 0 0,0 0 0 0 0,-1 0 0 0 0,1 0 0 0 0,0 0 0 0 0,0 0 0 0 0,-1 0 0 0 0,1 1 0 0 0,-1-1 0 0 0,-11 5 399 0 0,6 1-250 0 0,0-1-1 0 0,1 1 1 0 0,-1 1-1 0 0,1-1 1 0 0,1 1-1 0 0,-1 0 1 0 0,-3 8-1 0 0,-24 55 476 0 0,23-48-461 0 0,-8 20 202 0 0,-23 81 0 0 0,36-107-331 0 0,1 1 0 0 0,0 0 0 0 0,1 0 0 0 0,1 0 0 0 0,1 0 0 0 0,0 1 1 0 0,2-1-1 0 0,3 19 0 0 0,-4-31-35 0 0,0-1 0 0 0,0 0 0 0 0,0 1-1 0 0,1-1 1 0 0,0 0 0 0 0,0 0 0 0 0,0 0 0 0 0,0 0 0 0 0,1-1 0 0 0,-1 1 0 0 0,1-1 0 0 0,0 1 0 0 0,0-1 0 0 0,1 0 0 0 0,-1 0 0 0 0,0 0 0 0 0,1 0 0 0 0,0-1 0 0 0,0 0 0 0 0,0 1 0 0 0,6 1 0 0 0,-3-1-1 0 0,1-1 1 0 0,-1-1-1 0 0,0 1 1 0 0,1-1-1 0 0,-1-1 1 0 0,1 1-1 0 0,-1-1 0 0 0,1-1 1 0 0,-1 1-1 0 0,1-1 1 0 0,-1 0-1 0 0,9-3 1 0 0,-1 0-2 0 0,-1-1 1 0 0,0 0-1 0 0,-1-1 1 0 0,1-1-1 0 0,-1 0 1 0 0,0-1 0 0 0,-1 0-1 0 0,0-1 1 0 0,0 0-1 0 0,-1-1 1 0 0,0 0-1 0 0,-1-1 1 0 0,0 0 0 0 0,-1 0-1 0 0,0-1 1 0 0,0-1-1 0 0,-2 1 1 0 0,1-1-1 0 0,-2-1 1 0 0,0 1-1 0 0,0-1 1 0 0,-1 0 0 0 0,-1-1-1 0 0,0 1 1 0 0,-1-1-1 0 0,-1 1 1 0 0,0-1-1 0 0,-1 0 1 0 0,-1 0-1 0 0,-3-29 1 0 0,1 35-6 0 0,0-1-1 0 0,-1 1 1 0 0,0-1-1 0 0,0 1 1 0 0,-1 0-1 0 0,-1 1 1 0 0,1-1-1 0 0,-2 0 1 0 0,1 1-1 0 0,-1 0 1 0 0,0 1-1 0 0,-1-1 1 0 0,1 1-1 0 0,-16-12 1 0 0,15 14-67 0 0,1 0-1 0 0,-1 0 1 0 0,0 1 0 0 0,0 0 0 0 0,-1 0 0 0 0,1 1 0 0 0,-1 0 0 0 0,0 0 0 0 0,0 0 0 0 0,0 1 0 0 0,0 1 0 0 0,0-1 0 0 0,-1 1 0 0 0,1 1 0 0 0,0 0 0 0 0,0 0 0 0 0,-1 0 0 0 0,-8 2 0 0 0,14-1-196 0 0,-1 0-1 0 0,1 0 1 0 0,0 1 0 0 0,-1-1 0 0 0,1 1 0 0 0,0-1 0 0 0,0 1 0 0 0,0 0 0 0 0,0 0 0 0 0,0 1 0 0 0,0-1 0 0 0,1 0 0 0 0,-1 1 0 0 0,1 0-1 0 0,-4 4 1 0 0,5-4-330 0 0,-1 0-1 0 0,0 0 1 0 0,1 0-1 0 0,0 0 0 0 0,0 0 1 0 0,0 0-1 0 0,0 0 1 0 0,0 0-1 0 0,1 0 1 0 0,-1 0-1 0 0,1 5 0 0 0,0 7-4122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40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216 229 1788 0 0,'-1'-2'1504'0'0,"-7"-14"1182"0"0,4 6-1325 0 0,0 1-1 0 0,-1 0 0 0 0,-1-1 1 0 0,0 2-1 0 0,-7-11 1 0 0,12 18-1031 0 0,-8-1 225 0 0,9 2-547 0 0,-1-1 0 0 0,1 1 0 0 0,0 0 0 0 0,-1 0 1 0 0,1 0-1 0 0,0 0 0 0 0,-1 0 0 0 0,1-1 1 0 0,-1 1-1 0 0,1 0 0 0 0,0 0 0 0 0,-1 0 1 0 0,1 0-1 0 0,-1 0 0 0 0,1 0 0 0 0,0 0 1 0 0,-1 0-1 0 0,1 1 0 0 0,-1-1 0 0 0,1 0 1 0 0,0 0-1 0 0,-1 0 0 0 0,1 0 0 0 0,0 0 1 0 0,-1 1-1 0 0,1-1 0 0 0,0 0 0 0 0,-1 0 0 0 0,1 1 1 0 0,-8 5 117 0 0,1 0-1 0 0,1 1 1 0 0,-1 0 0 0 0,1 0 0 0 0,0 1 0 0 0,1 0-1 0 0,-1 0 1 0 0,2 0 0 0 0,-6 10 0 0 0,5-8-26 0 0,-8 14 88 0 0,0 2 0 0 0,2-1 0 0 0,1 2-1 0 0,0-1 1 0 0,-7 40 0 0 0,16-55-145 0 0,-1-1 0 0 0,1 1-1 0 0,1 0 1 0 0,0-1-1 0 0,1 1 1 0 0,0 0 0 0 0,4 17-1 0 0,-4-22-14 0 0,1 0-1 0 0,1 1 0 0 0,0-1 0 0 0,-1 0 1 0 0,2 0-1 0 0,-1 0 0 0 0,1-1 0 0 0,0 1 1 0 0,0-1-1 0 0,0 0 0 0 0,1 0 1 0 0,0 0-1 0 0,6 5 0 0 0,-2-4-6 0 0,0-1 0 0 0,0 0 1 0 0,1 0-1 0 0,0-1 0 0 0,-1 0 0 0 0,1 0 0 0 0,1-1 0 0 0,-1-1 1 0 0,0 0-1 0 0,1 0 0 0 0,-1-1 0 0 0,1 0 0 0 0,0-1 0 0 0,-1 0 1 0 0,1-1-1 0 0,18-3 0 0 0,-5-1 5 0 0,-1 0 1 0 0,0-2-1 0 0,0 0 1 0 0,-1-2-1 0 0,0 0 1 0 0,30-18-1 0 0,-37 17-6 0 0,0 0 0 0 0,-1-2 0 0 0,0 1 0 0 0,-1-2 0 0 0,0 0 0 0 0,-1 0 0 0 0,0-1 0 0 0,-1-1 0 0 0,-1 0 0 0 0,0 0 0 0 0,-1-1 0 0 0,0 0-1 0 0,10-32 1 0 0,-15 36 14 0 0,0 0 0 0 0,-1-1 0 0 0,-1 0 0 0 0,0 0 0 0 0,-1 1 0 0 0,0-1 0 0 0,-1 0 0 0 0,-3-24 0 0 0,1 27 0 0 0,0 0 1 0 0,-1 0-1 0 0,0 0 0 0 0,0 1 1 0 0,-1-1-1 0 0,0 1 1 0 0,-1 0-1 0 0,0 0 1 0 0,0 1-1 0 0,-1 0 1 0 0,0 0-1 0 0,-9-9 1 0 0,4 7 21 0 0,0 1 0 0 0,0 0 0 0 0,-1 0 0 0 0,0 1 0 0 0,-1 1 0 0 0,0 0 1 0 0,0 1-1 0 0,0 1 0 0 0,-21-7 0 0 0,15 7-821 0 0,-1 0 1 0 0,-23-2-1 0 0,26 6-2363 0 0,1 0 0 0 0,-29 2-1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41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574 48 984 0 0,'-1'-2'1450'0'0,"-3"-5"-236"0"0,-21-20 7083 0 0,24 27-8670 0 0,1 0 545 0 0,-1 0 0 0 0,1 0-1 0 0,-1 0 1 0 0,1 0 0 0 0,-1 0 0 0 0,1 0 0 0 0,-1 0 0 0 0,1 1-1 0 0,-1-1 1 0 0,0 0 0 0 0,1 0 0 0 0,-1 0 0 0 0,1 1 0 0 0,0-1-1 0 0,-1 0 1 0 0,1 0 0 0 0,-1 1 0 0 0,1-1 0 0 0,-1 1 171 0 0,1-1-171 0 0,-1 1 0 0 0,1-1 0 0 0,0 1 0 0 0,-1-1 0 0 0,1 0-1 0 0,0 1 1 0 0,-1-1 0 0 0,1 3 712 0 0,11 1 745 0 0,3-2-1308 0 0,0-1-1 0 0,1 0 1 0 0,-1-1 0 0 0,1-1-1 0 0,-1 0 1 0 0,18-4-1 0 0,7 0-52 0 0,130-13 37 0 0,-166 18-302 0 0,-1 0 0 0 0,1 1 1 0 0,-1-1-1 0 0,1 1 0 0 0,-1-1 1 0 0,1 1-1 0 0,-1 0 0 0 0,1 0 1 0 0,-1 0-1 0 0,0 0 0 0 0,1 0 1 0 0,-1 1-1 0 0,0-1 1 0 0,0 1-1 0 0,0-1 0 0 0,0 1 1 0 0,0 0-1 0 0,0 0 0 0 0,2 2 1 0 0,3 5 22 0 0,0 0 0 0 0,9 18 0 0 0,-15-26-20 0 0,13 27 50 0 0,0 0 0 0 0,-2 1-1 0 0,-2 0 1 0 0,10 38 0 0 0,16 125 365 0 0,-22-64 626 0 0,-2 146-1 0 0,-23 128 646 0 0,-20 119-972 0 0,-6 141-456 0 0,3 646 79 0 0,59-525 8 0 0,-22-703-57 0 0,-2-27 3824 0 0,-3-51-3981 0 0,-6 1-134 0 0,1 0-1 0 0,0-1 1 0 0,0 0-1 0 0,-1-1 0 0 0,1 0 1 0 0,-1 0-1 0 0,1 0 1 0 0,-9-1-1 0 0,-10 1-5 0 0,-196 19-2168 0 0,-48 5-2237 0 0,129-9-472 0 0,34-3-1692 0 0,-43 6-5760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02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26 143 480 0 0,'-9'-32'8848'0'0,"9"30"-8654"0"0,0-1-1 0 0,1 1 0 0 0,-1-1 1 0 0,1 1-1 0 0,-1-1 0 0 0,1 1 1 0 0,0-1-1 0 0,0 1 1 0 0,0 0-1 0 0,0-1 0 0 0,1 1 1 0 0,-1 0-1 0 0,0 0 0 0 0,4-4 1 0 0,-1 2-5 0 0,1-1 1 0 0,0 1 0 0 0,-1 1-1 0 0,1-1 1 0 0,0 1-1 0 0,7-4 1 0 0,2 1 22 0 0,1-1-1 0 0,0 2 1 0 0,0 0 0 0 0,18-3 0 0 0,-15 4-63 0 0,1 1 0 0 0,0 1-1 0 0,0 0 1 0 0,21 2 0 0 0,-35 0-111 0 0,1 0-1 0 0,-1 1 1 0 0,0 0-1 0 0,0-1 1 0 0,0 2-1 0 0,0-1 1 0 0,0 0-1 0 0,0 1 1 0 0,0 0-1 0 0,0 0 1 0 0,-1 1-1 0 0,1-1 1 0 0,-1 1-1 0 0,0 0 0 0 0,0 0 1 0 0,0 1-1 0 0,0-1 1 0 0,0 1-1 0 0,6 7 1 0 0,-8-7-12 0 0,-1 0 0 0 0,1-1-1 0 0,-1 1 1 0 0,0 0 0 0 0,0-1 0 0 0,0 1 0 0 0,-1 0 0 0 0,1 0-1 0 0,-1 0 1 0 0,0 0 0 0 0,0 0 0 0 0,-1 0 0 0 0,1-1 0 0 0,-1 1 0 0 0,1 0-1 0 0,-1 0 1 0 0,0 0 0 0 0,-1-1 0 0 0,-2 7 0 0 0,-4 6 92 0 0,0 1 1 0 0,-20 26 0 0 0,23-34-75 0 0,-13 15 72 0 0,-21 22 0 0 0,-5 6 1284 0 0,43-50-1163 0 0,-3 2 62 0 0,4-4-288 0 0,0 0 0 0 0,0 0-1 0 0,0 0 1 0 0,1 0 0 0 0,-1 0-1 0 0,0 0 1 0 0,0 0 0 0 0,0 0-1 0 0,0 0 1 0 0,0 0 0 0 0,0 1-1 0 0,0-1 1 0 0,0 0 0 0 0,0 0 0 0 0,0 0-1 0 0,0 0 1 0 0,0 0 0 0 0,0 0-1 0 0,0 0 1 0 0,0 0 0 0 0,0 0-1 0 0,0 0 1 0 0,0 0 0 0 0,0 0-1 0 0,0 0 1 0 0,0 1 0 0 0,0-1-1 0 0,0 0 1 0 0,0 0 0 0 0,0 0-1 0 0,0 0 1 0 0,0 0 0 0 0,0 0-1 0 0,0 0 1 0 0,0 0 0 0 0,0 0 0 0 0,0 0-1 0 0,0 0 1 0 0,0 0 0 0 0,0 0-1 0 0,0 1 1 0 0,0-1 0 0 0,0 0-1 0 0,0 0 1 0 0,0 0 0 0 0,0 0-1 0 0,0 0 1 0 0,0 0 0 0 0,0 0-1 0 0,0 0 1 0 0,0 0 0 0 0,0 0-1 0 0,-1 0 1 0 0,1 0 0 0 0,0 0-1 0 0,0 0 1 0 0,0 0 0 0 0,0 0-1 0 0,20-8 143 0 0,25-14 0 0 0,-27 13-138 0 0,1 0 0 0 0,26-8 1 0 0,-41 16-16 0 0,7-1-4 0 0,1 0 6 0 0,-6 0-3 0 0,1 1 1 0 0,0 0 0 0 0,0 0-1 0 0,0 1 1 0 0,-1 0 0 0 0,1 1-1 0 0,0-1 1 0 0,7 2 0 0 0,-11-1 0 0 0,-1-1 2 0 0,35 23 26 0 0,-17-7 19 0 0,-1 2 0 0 0,0 1-1 0 0,18 24 1 0 0,-31-35 78 0 0,0 0 1 0 0,0 1-1 0 0,-1 0 0 0 0,0 0 1 0 0,-1 0-1 0 0,0 0 0 0 0,0 1 1 0 0,-1-1-1 0 0,0 1 0 0 0,2 20 1 0 0,-5-22-26 0 0,-1 0 0 0 0,1 0 0 0 0,-2 0 0 0 0,1 0 0 0 0,-1 0 0 0 0,0 0 0 0 0,-1-1 1 0 0,0 1-1 0 0,0-1 0 0 0,-1 0 0 0 0,0 0 0 0 0,0 0 0 0 0,0 0 0 0 0,-1 0 0 0 0,0-1 1 0 0,0 0-1 0 0,-1 0 0 0 0,-7 6 0 0 0,-4 3 93 0 0,-1-1 0 0 0,0 0 1 0 0,-1-2-1 0 0,0 0 0 0 0,-26 12 0 0 0,17-12-3 0 0,1-1 0 0 0,-2-1-1 0 0,1-1 1 0 0,-44 7 0 0 0,52-13-149 0 0,-1-1-1 0 0,1-1 1 0 0,-1-1 0 0 0,1 0 0 0 0,-1-2 0 0 0,0 0 0 0 0,-24-7 0 0 0,32 6-32 0 0,8 2-382 0 0,0 1-1 0 0,1-1 1 0 0,-1-1 0 0 0,0 1-1 0 0,1-1 1 0 0,-1 1-1 0 0,1-1 1 0 0,-1-1 0 0 0,1 1-1 0 0,0-1 1 0 0,0 1 0 0 0,-6-7-1 0 0,10-5-4815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04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82 1308 0 0,'24'-8'13788'0'0,"-22"5"-12661"0"0,0-7 828 0 0,-2 9-1403 0 0,-16-20 919 0 0,6 0-6244 0 0,3 4-2453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07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44 1672 0 0,'-7'-31'11655'0'0,"7"31"-11505"0"0,0-1 0 0 0,-1 1 0 0 0,1-1 0 0 0,0 0-1 0 0,-1 1 1 0 0,1-1 0 0 0,0 1 0 0 0,-1-1 0 0 0,1 1 0 0 0,-1-1-1 0 0,1 1 1 0 0,-1-1 0 0 0,1 1 0 0 0,-1-1 0 0 0,1 1 0 0 0,-1 0-1 0 0,0-1 1 0 0,1 1 0 0 0,-1 0 0 0 0,1 0 0 0 0,-1-1 0 0 0,0 1-1 0 0,1 0 1 0 0,-1 0 0 0 0,0 0 0 0 0,1 0 0 0 0,-2 0 0 0 0,-13 13 315 0 0,8-5-194 0 0,-3 4-63 0 0,0 1-1 0 0,1 1 1 0 0,1-1-1 0 0,0 1 1 0 0,1 1 0 0 0,-8 20-1 0 0,1 6 94 0 0,-11 47-1 0 0,19-59-211 0 0,0 0 0 0 0,2 0 0 0 0,0 48 0 0 0,4-64-51 0 0,0 0 0 0 0,2 0 0 0 0,-1-1 0 0 0,2 1 0 0 0,0-1 0 0 0,0 0 0 0 0,1 1 0 0 0,0-2 0 0 0,1 1 0 0 0,13 21 0 0 0,-15-28-18 0 0,0-1 0 0 0,0 0 0 0 0,1 1 0 0 0,0-1 0 0 0,0-1 0 0 0,0 1 0 0 0,0-1 0 0 0,1 1 0 0 0,-1-1 0 0 0,1 0 0 0 0,0-1 0 0 0,0 1 0 0 0,9 2 0 0 0,-6-2-1 0 0,0-1-1 0 0,0-1 1 0 0,1 0-1 0 0,-1 0 1 0 0,1 0-1 0 0,0-1 1 0 0,-1-1-1 0 0,10 0 1 0 0,7-4 9 0 0,0-1 1 0 0,0-1 0 0 0,0-1-1 0 0,42-20 1 0 0,-38 15 1 0 0,-1-2 0 0 0,0-1 0 0 0,-2-1 0 0 0,0-1 0 0 0,0-2 0 0 0,35-35 0 0 0,-50 43-23 0 0,0-1 0 0 0,-1-1 0 0 0,0 1 0 0 0,-1-1 0 0 0,0-1 0 0 0,6-16 0 0 0,-10 20-13 0 0,-1-1 0 0 0,-1 1 0 0 0,0-1 1 0 0,0 0-1 0 0,-1 0 0 0 0,-1 0 0 0 0,0 0 0 0 0,0 0 0 0 0,-2-16 0 0 0,0 20 4 0 0,0-1-1 0 0,0 1 0 0 0,-1 0 0 0 0,0-1 0 0 0,-1 1 0 0 0,0 0 1 0 0,0 0-1 0 0,-1 1 0 0 0,0-1 0 0 0,0 1 0 0 0,-1 0 0 0 0,1 0 1 0 0,-2 0-1 0 0,1 0 0 0 0,-1 1 0 0 0,0 0 0 0 0,0 0 0 0 0,-1 1 1 0 0,1 0-1 0 0,-1 0 0 0 0,-1 0 0 0 0,-8-4 0 0 0,3 3-239 0 0,0 1 0 0 0,-1 0-1 0 0,0 1 1 0 0,0 1 0 0 0,0 0-1 0 0,0 1 1 0 0,0 0-1 0 0,-1 1 1 0 0,1 0 0 0 0,0 2-1 0 0,-1-1 1 0 0,-21 5 0 0 0,-6 5-2855 0 0,1 1 0 0 0,-55 23 1 0 0,27-6-3872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18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8 1588 0 0,'-69'-8'7897'0'0,"57"8"-7062"0"0,1 1-1 0 0,0-1 1 0 0,-1 2-1 0 0,-11 2 0 0 0,21-3-588 0 0,-19 8 1845 0 0,22-8-2044 0 0,-1 1-1 0 0,1-1 0 0 0,0 0 1 0 0,-1 0-1 0 0,1 0 0 0 0,0 0 1 0 0,0 0-1 0 0,0-1 1 0 0,0 1-1 0 0,0 0 0 0 0,0 0 1 0 0,0 0-1 0 0,0-1 0 0 0,0 1 1 0 0,0 0-1 0 0,0-1 1 0 0,0 1-1 0 0,0-1 0 0 0,1 0 1 0 0,-1 1-1 0 0,2-1 1 0 0,31 6 262 0 0,-29-6-261 0 0,38 2 108 0 0,1-2 0 0 0,82-12 0 0 0,-42 4-83 0 0,9-3-819 0 0,-87 8-36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19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90 1692 0 0,'-6'-20'5532'0'0,"5"18"-4925"0"0,0-1 1 0 0,0 0-1 0 0,0 1 0 0 0,0-1 0 0 0,1 1 1 0 0,-1-1-1 0 0,1 0 0 0 0,0 0 0 0 0,0 1 1 0 0,0-5-1 0 0,1 4-508 0 0,1 1 1 0 0,0 0-1 0 0,0-1 1 0 0,0 1-1 0 0,0 0 1 0 0,0 0-1 0 0,0 1 1 0 0,1-1-1 0 0,-1 0 1 0 0,0 1-1 0 0,1-1 1 0 0,4-1-1 0 0,0 1-70 0 0,0 0 0 0 0,0 0-1 0 0,-1 1 1 0 0,1 0 0 0 0,0 0 0 0 0,0 0-1 0 0,0 1 1 0 0,0 0 0 0 0,0 1-1 0 0,0 0 1 0 0,0 0 0 0 0,0 0 0 0 0,8 3-1 0 0,-12-3-11 0 0,1 1 0 0 0,-1-1 0 0 0,1 1 0 0 0,-1 0 0 0 0,0 0 0 0 0,0 0 0 0 0,0 0 0 0 0,0 1 0 0 0,0-1 0 0 0,0 1 0 0 0,0 0 0 0 0,-1-1 0 0 0,1 1 0 0 0,-1 0 0 0 0,0 1 0 0 0,0-1 0 0 0,0 0 0 0 0,-1 1 0 0 0,1-1 0 0 0,-1 1 0 0 0,0-1 0 0 0,1 1 0 0 0,-2 0 0 0 0,1-1 0 0 0,0 1-1 0 0,-1 7 1 0 0,0 4 126 0 0,0 0-1 0 0,-1 0 0 0 0,-1 0 0 0 0,-1 0 0 0 0,0 0 0 0 0,-1 0 0 0 0,-7 16 0 0 0,-48 98 893 0 0,36-83-504 0 0,-17 26 272 0 0,26-49-584 0 0,2-1 0 0 0,0 1 0 0 0,-11 33 0 0 0,23-54-208 0 0,-1-1 1 0 0,1 1 0 0 0,-1 0 0 0 0,1-1 0 0 0,0 1 0 0 0,0 0 0 0 0,0-1 0 0 0,0 1 0 0 0,0-1 0 0 0,0 1 0 0 0,0 0 0 0 0,0-1-1 0 0,1 1 1 0 0,-1 0 0 0 0,1-1 0 0 0,-1 1 0 0 0,1-1 0 0 0,-1 1 0 0 0,1-1 0 0 0,0 1 0 0 0,1 1 0 0 0,0-1-1 0 0,0 0 1 0 0,0 0 0 0 0,0 0-1 0 0,1-1 1 0 0,-1 1 0 0 0,0-1-1 0 0,1 1 1 0 0,-1-1 0 0 0,1 0-1 0 0,0 0 1 0 0,4 1 0 0 0,5 1 12 0 0,-1-1 0 0 0,1 0 0 0 0,0-1 0 0 0,21-1 0 0 0,29-3-17 0 0,109-19 1 0 0,-74-2-2682 0 0,-71 12-664 0 0,-12 2-2776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20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906 23 2428 0 0,'-26'14'11996'0'0,"11"-7"-6962"0"0,1 2 354 0 0,62-23-5259 0 0,0 3 0 0 0,1 1 1 0 0,1 2-1 0 0,65-1 0 0 0,-110 9-90 0 0,0 0 0 0 0,0 1-1 0 0,0-1 1 0 0,0 1 0 0 0,-1 1-1 0 0,1-1 1 0 0,0 0-1 0 0,0 1 1 0 0,-1 0 0 0 0,1 0-1 0 0,-1 1 1 0 0,1-1 0 0 0,5 5-1 0 0,-4-1 82 0 0,0-1 0 0 0,-1 0 0 0 0,0 1 0 0 0,0 0 0 0 0,0 1 0 0 0,-1-1-1 0 0,7 13 1 0 0,-1 4 194 0 0,-1 1-1 0 0,-1-1 0 0 0,-1 1 0 0 0,5 30 1 0 0,-3-1 30 0 0,-3-1 1 0 0,0 83-1 0 0,-17 107 91 0 0,3-92-130 0 0,-28 1692 490 0 0,-25-714-855 0 0,20-839 85 0 0,25-186-53 0 0,-8 41 113 0 0,21-130-37 0 0,-12 55 476 0 0,14-67-119 0 0,1 0-67 0 0,-2 6-85 0 0,-3-1-203 0 0,4-6-50 0 0,0 0 0 0 0,0 0 0 0 0,0 0 0 0 0,0 0 0 0 0,0 0 0 0 0,0 0 0 0 0,0-1 0 0 0,0 1 0 0 0,0 0 0 0 0,0-1 0 0 0,0 1 0 0 0,-1 0 0 0 0,1-1 0 0 0,0 0 0 0 0,0 1 0 0 0,-1-1 0 0 0,1 0 0 0 0,0 1 0 0 0,-3-1 0 0 0,0 0 0 0 0,-545 106-7343 0 0,123-27-2714 0 0,307-54-2906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56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5805 9 584 0 0,'1'-8'10918'0'0,"10"54"-10042"0"0,75 333 1263 0 0,-44-150-1692 0 0,28 169-88 0 0,-3-20-207 0 0,-9-51-62 0 0,-46-254-75 0 0,68 536 180 0 0,-33 63 22 0 0,-21 733 1597 0 0,-26-1282-1743 0 0,-10 538 140 0 0,5-529-156 0 0,-2 169 25 0 0,3-240 572 0 0,4-59-427 0 0,-3 23 1508 0 0,1-11-784 0 0,-9-6-859 0 0,0 0 0 0 0,-1-1-1 0 0,-1 0 1 0 0,1-1 0 0 0,-1 0 0 0 0,-25 7 0 0 0,18-6-57 0 0,-394 123 37 0 0,-10-25 7 0 0,272-69-69 0 0,-812 146-10 0 0,503-111-25 0 0,349-52 48 0 0,48-9-95 0 0,62-10 64 0 0,-1 1 8 0 0,-8 1-14 0 0,8-1-8 0 0,-12 2-12 0 0,-9 0 26 0 0,22-3 21 0 0,0 1-12 0 0,0-1 3 0 0,-1 1 1 0 0,1 0 0 0 0,1-1-1 0 0,-1 1 1 0 0,0 0 0 0 0,0 0-1 0 0,-3 2 1 0 0,16 78 78 0 0,0 98 1 0 0,-9-115-143 0 0,-14 571 84 0 0,-46 0 11 0 0,47-525-33 0 0,-62 744-5 0 0,21-225 14 0 0,21-79-95 0 0,21-325 99 0 0,-4 112-72 0 0,7-175 1216 0 0,7-160-1001 0 0,0 29 1655 0 0,0-30-1810 0 0,0-1-1 0 0,0 1 1 0 0,0 0 0 0 0,0-1 0 0 0,0 1 0 0 0,0-1 0 0 0,0 1 0 0 0,0-1 0 0 0,0 1 0 0 0,0-1-1 0 0,0 1 1 0 0,-1 0 0 0 0,1-1 0 0 0,0 1 0 0 0,0-1 0 0 0,-1 1 0 0 0,1-1 0 0 0,0 0-1 0 0,-1 1 1 0 0,1-1 0 0 0,0 1 0 0 0,-1-1 0 0 0,1 1 0 0 0,-1-1 0 0 0,0 1 0 0 0,-20 2 71 0 0,-15 1-40 0 0,-284 63-92 0 0,153-29 35 0 0,-954 159-449 0 0,1014-184 371 0 0,-209-1-1 0 0,282-16 85 0 0,-1-1 0 0 0,2-1 0 0 0,-1-2 0 0 0,-48-18-1 0 0,40 13-51 0 0,18 7-19 0 0,0 1 0 0 0,0 0-1 0 0,0 2 1 0 0,0 2 0 0 0,0 0 0 0 0,-1 1-1 0 0,1 1 1 0 0,-26 5 0 0 0,-32 9 5 0 0,-82 26-1 0 0,37-8 22 0 0,-79 6-198 0 0,204-38 263 0 0,-1-1-16 0 0,-9 3 12 0 0,10-3 1 0 0,-13 2-22 0 0,0-3 24 0 0,15 1-1 0 0,0 0 0 0 0,0 0 0 0 0,0 0-1 0 0,0 0 1 0 0,0 0 0 0 0,0 0 0 0 0,0 0 0 0 0,-1 0 0 0 0,1 0 0 0 0,0 0-1 0 0,0 0 1 0 0,0 0 0 0 0,0 0 0 0 0,0 0 0 0 0,0 0 0 0 0,0 0 0 0 0,0 0-1 0 0,0 0 1 0 0,0 0 0 0 0,0 0 0 0 0,-1 0 0 0 0,1 0 0 0 0,0 0 0 0 0,0 0-1 0 0,0 0 1 0 0,0 0 0 0 0,0 0 0 0 0,0 0 0 0 0,0 0 0 0 0,0 0-1 0 0,0 0 1 0 0,0 0 0 0 0,0 1 0 0 0,0-1 0 0 0,0 0 0 0 0,0 0 0 0 0,0 0-1 0 0,-1 0 1 0 0,1 0 0 0 0,0 0 0 0 0,0 0 0 0 0,0 0 0 0 0,0 0 0 0 0,0 0-1 0 0,0 0 1 0 0,0 0 0 0 0,0 1 0 0 0,0-1 0 0 0,0 0 0 0 0,0 0 0 0 0,0 0-1 0 0,0 0 1 0 0,0 0 0 0 0,0 0 0 0 0,0 0 0 0 0,0 0 0 0 0,0 0 0 0 0,0 0-1 0 0,0 0 1 0 0,0 1 0 0 0,1-1 0 0 0,-1 0 0 0 0,0 0 0 0 0,0 0 0 0 0,0 0-1 0 0,0 0 1 0 0,16 9-73 0 0,-8-5 88 0 0,1 0-1 0 0,-1 1 0 0 0,-1 1 1 0 0,1-1-1 0 0,-1 1 0 0 0,0 0 1 0 0,0 1-1 0 0,-1 0 0 0 0,1 0 1 0 0,-2 0-1 0 0,1 0 0 0 0,-1 1 0 0 0,0 0 1 0 0,-1 1-1 0 0,0-1 0 0 0,5 13 1 0 0,2 13-22 0 0,-1 1-1 0 0,11 67 1 0 0,-17-78 10 0 0,30 380-225 0 0,-30-315 259 0 0,11 494-102 0 0,-36 139 67 0 0,1-108-163 0 0,49 458 30 0 0,37-621 228 0 0,-41-343-34 0 0,-25-106-40 0 0,8 22 11 0 0,-8-24-100 0 0,0 0-1 0 0,0 0 1 0 0,0 1 0 0 0,0-1-1 0 0,0 0 1 0 0,0 0 0 0 0,0 0-1 0 0,0 1 1 0 0,0-1 0 0 0,0 0 0 0 0,0 0-1 0 0,1 0 1 0 0,-1 1 0 0 0,0-1-1 0 0,0 0 1 0 0,0 0 0 0 0,0 0 0 0 0,0 0-1 0 0,1 1 1 0 0,-1-1 0 0 0,0 0-1 0 0,0 0 1 0 0,0 0 0 0 0,0 0-1 0 0,1 0 1 0 0,-1 0 0 0 0,0 1 0 0 0,0-1-1 0 0,0 0 1 0 0,1 0 0 0 0,-1 0-1 0 0,0 0 1 0 0,0 0 0 0 0,1 0 0 0 0,-1 0-1 0 0,0 0 1 0 0,0 0 0 0 0,0 0-1 0 0,1 0 1 0 0,-1 0 0 0 0,0 0 0 0 0,1 0-1 0 0,7-10-2527 0 0,7-19-5499 0 0,-6 9 702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57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91 1956 0 0,'-8'-11'12878'0'0,"8"11"-12849"0"0,0 0 1 0 0,0 0 0 0 0,0 0-1 0 0,0 0 1 0 0,0 0 0 0 0,0 0-1 0 0,0 0 1 0 0,0 0 0 0 0,1 0-1 0 0,-1 0 1 0 0,0 0 0 0 0,0 0-1 0 0,0 0 1 0 0,0 0 0 0 0,0 0-1 0 0,0 0 1 0 0,13-2 787 0 0,24-1-812 0 0,-23 2 229 0 0,184-30 202 0 0,-89 12-368 0 0,-93 16-67 0 0,86-16 209 0 0,-100 18-419 0 0,8 0-1716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57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38 32 0 0,'12'-38'18322'0'0,"-10"112"-15271"0"0,-2 52-915 0 0,-10-7-1130 0 0,-32 146-1 0 0,37-232-923 0 0,5-24-51 0 0,-2 0 1 0 0,1-1-1 0 0,-5 16 0 0 0,0 4-1271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58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9 240 0 0,'-63'51'9820'0'0,"16"-12"-1397"0"0,47-39-8380 0 0,0 1-1 0 0,0-1 1 0 0,1 0 0 0 0,-1 1-1 0 0,0-1 1 0 0,0 0 0 0 0,1 1-1 0 0,-1-1 1 0 0,0 0 0 0 0,1 1-1 0 0,-1-1 1 0 0,0 0-1 0 0,1 1 1 0 0,-1-1 0 0 0,0 0-1 0 0,1 0 1 0 0,-1 0 0 0 0,1 1-1 0 0,-1-1 1 0 0,0 0 0 0 0,1 0-1 0 0,-1 0 1 0 0,1 0 0 0 0,-1 0-1 0 0,1 0 1 0 0,-1 0 0 0 0,0 0-1 0 0,1 0 1 0 0,0 0-1 0 0,217-44 1246 0 0,-78 13-1078 0 0,-94 22-239 0 0,-19 2-322 0 0,1 2 0 0 0,46-3-1 0 0,-73 8 236 0 0,0-1-1 0 0,0 1 1 0 0,0 0-1 0 0,0 0 1 0 0,0 0-1 0 0,0 0 1 0 0,0 0-1 0 0,0 1 1 0 0,0-1 0 0 0,0 0-1 0 0,0 0 1 0 0,0 1-1 0 0,0-1 1 0 0,0 0-1 0 0,0 1 1 0 0,-1-1-1 0 0,1 1 1 0 0,0-1-1 0 0,0 1 1 0 0,0 0-1 0 0,0-1 1 0 0,-1 1-1 0 0,1 0 1 0 0,0-1 0 0 0,-1 1-1 0 0,1 0 1 0 0,-1 0-1 0 0,1 0 1 0 0,-1-1-1 0 0,1 1 1 0 0,-1 0-1 0 0,1 0 1 0 0,-1 0-1 0 0,0 0 1 0 0,0 0-1 0 0,1 0 1 0 0,-1 0 0 0 0,0 0-1 0 0,0 2 1 0 0,0 0-635 0 0,-1 0 1 0 0,1 0 0 0 0,-1 0 0 0 0,0 0-1 0 0,0 0 1 0 0,0 0 0 0 0,0 0 0 0 0,0 0-1 0 0,-1-1 1 0 0,-1 4 0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58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 2548 0 0,'-23'11'10635'0'0,"12"-4"-7752"0"0,11-6-2847 0 0,0-1 1 0 0,0 0-1 0 0,-1 0 0 0 0,1 0 1 0 0,0 0-1 0 0,0 1 0 0 0,0-1 1 0 0,0 0-1 0 0,0 0 0 0 0,0 0 1 0 0,0 0-1 0 0,0 1 0 0 0,0-1 1 0 0,0 0-1 0 0,0 0 0 0 0,0 0 1 0 0,1 0-1 0 0,-1 0 0 0 0,0 1 1 0 0,0-1-1 0 0,0 0 0 0 0,0 0 1 0 0,0 0-1 0 0,0 0 0 0 0,0 0 1 0 0,0 1-1 0 0,0-1 0 0 0,0 0 1 0 0,1 0-1 0 0,-1 0 0 0 0,0 0 1 0 0,0 0-1 0 0,0 0 0 0 0,0 0 1 0 0,0 0-1 0 0,1 1 0 0 0,-1-1 1 0 0,0 0-1 0 0,0 0 0 0 0,27 7 612 0 0,-15-5-519 0 0,-7-1-88 0 0,1 0 0 0 0,-1 1 0 0 0,1 0 0 0 0,-1 0 0 0 0,0 0 0 0 0,0 0 0 0 0,0 1 1 0 0,0 0-1 0 0,0 0 0 0 0,-1 0 0 0 0,1 1 0 0 0,-1 0 0 0 0,0 0 0 0 0,0 0 0 0 0,4 5 0 0 0,-6-5 55 0 0,0-1-1 0 0,0 1 0 0 0,0 0 0 0 0,0 1 1 0 0,0-1-1 0 0,-1 0 0 0 0,0 0 0 0 0,0 1 0 0 0,0-1 1 0 0,0 1-1 0 0,-1-1 0 0 0,0 0 0 0 0,0 1 1 0 0,0-1-1 0 0,0 1 0 0 0,-1-1 0 0 0,0 1 0 0 0,0-1 1 0 0,-2 7-1 0 0,-3 6 195 0 0,0-1 0 0 0,-2 1 0 0 0,0-1 0 0 0,-1-1 0 0 0,-11 17 0 0 0,-61 70 749 0 0,27-36-464 0 0,44-54-444 0 0,-12 19 262 0 0,21-29-311 0 0,5-3-10 0 0,34-7-23 0 0,-1-2 1 0 0,0-2-1 0 0,45-20 1 0 0,-16 6-34 0 0,305-111 366 0 0,-370 137-443 0 0,0 0 0 0 0,0-1 1 0 0,0 1-1 0 0,0-1 0 0 0,0 1 0 0 0,0 0 1 0 0,0-1-1 0 0,0 1 0 0 0,0-1 0 0 0,0 0 1 0 0,-1 1-1 0 0,1-1 0 0 0,0 0 1 0 0,0 1-1 0 0,-1-1 0 0 0,1 0 0 0 0,-1 0 1 0 0,1 0-1 0 0,0-1 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58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53 592 0 0,'-3'-12'6157'0'0,"-10"-23"7735"0"0,13 35-13781 0 0,-1-1 0 0 0,1 1 0 0 0,-1-1 0 0 0,1 1 0 0 0,0 0 0 0 0,-1-1 0 0 0,1 1 0 0 0,-1 0-1 0 0,1-1 1 0 0,-1 1 0 0 0,0 0 0 0 0,1-1 0 0 0,-1 1 0 0 0,1 0 0 0 0,-1 0 0 0 0,-1 0 0 0 0,0 4-94 0 0,0 1 0 0 0,0-1 0 0 0,1 1 1 0 0,-1 0-1 0 0,1 0 0 0 0,0 0 0 0 0,1 0 1 0 0,-1 0-1 0 0,1 0 0 0 0,0 10 0 0 0,-1 7 19 0 0,-54 354-1178 0 0,52-358 618 0 0,-1 4-1247 0 0,0-4-1734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59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6 206 2196 0 0,'0'-2'2149'0'0,"-2"-2"-1667"0"0,1 1 1 0 0,0-1-1 0 0,1 1 0 0 0,-1-1 1 0 0,1 1-1 0 0,-1-1 0 0 0,1 1 1 0 0,0-1-1 0 0,0 0 0 0 0,1 1 1 0 0,-1-1-1 0 0,1 1 0 0 0,0-1 0 0 0,0 1 1 0 0,1-4-1 0 0,1 1-163 0 0,0 0-1 0 0,0 0 1 0 0,0 1 0 0 0,1-1-1 0 0,0 1 1 0 0,0 0-1 0 0,9-9 1 0 0,-2 5-213 0 0,0 0 1 0 0,1 0-1 0 0,-1 1 0 0 0,2 1 0 0 0,-1 0 0 0 0,1 0 1 0 0,17-5-1 0 0,-14 6-44 0 0,-1 2 0 0 0,1 0-1 0 0,19-3 1 0 0,-30 7-60 0 0,1-1 0 0 0,-1 1-1 0 0,0 0 1 0 0,1 0 0 0 0,-1 1-1 0 0,1-1 1 0 0,-1 1 0 0 0,0 0-1 0 0,0 1 1 0 0,1-1 0 0 0,-1 1-1 0 0,0 0 1 0 0,7 4-1 0 0,-10-4 8 0 0,-1-1-1 0 0,1 1 1 0 0,0-1-1 0 0,-1 1 0 0 0,1 0 1 0 0,-1-1-1 0 0,0 1 0 0 0,0 0 1 0 0,0 0-1 0 0,1 0 0 0 0,-2 0 1 0 0,1 0-1 0 0,0 0 0 0 0,0 0 1 0 0,-1 0-1 0 0,1 0 0 0 0,-1 1 1 0 0,1-1-1 0 0,-1 0 0 0 0,0 0 1 0 0,0 1-1 0 0,0-1 1 0 0,0 0-1 0 0,-1 0 0 0 0,1 0 1 0 0,-1 1-1 0 0,1-1 0 0 0,-2 3 1 0 0,-2 7 46 0 0,0 0 1 0 0,-1-1 0 0 0,-11 19 0 0 0,14-26-44 0 0,-8 13 60 0 0,-2-1 1 0 0,1 0-1 0 0,-2-1 1 0 0,0-1-1 0 0,-1 1 0 0 0,0-2 1 0 0,-17 12-1 0 0,-55 31 3032 0 0,84-55-2981 0 0,-9 7 200 0 0,11-8-323 0 0,-1 0 0 0 0,0 1-1 0 0,0-1 1 0 0,1 0 0 0 0,-1 1-1 0 0,0-1 1 0 0,1 0 0 0 0,-1 1-1 0 0,0-1 1 0 0,1 1 0 0 0,-1-1-1 0 0,1 1 1 0 0,-1-1 0 0 0,0 1-1 0 0,1 0 1 0 0,-1-1 0 0 0,1 1-1 0 0,0 0 1 0 0,-1-1 0 0 0,1 1-1 0 0,0 0 1 0 0,-1-1 0 0 0,1 1-1 0 0,0 0 1 0 0,0 0 0 0 0,-1-1-1 0 0,1 1 1 0 0,0 0 0 0 0,0 0-1 0 0,0 0 1 0 0,0-1 0 0 0,0 1-1 0 0,0 0 1 0 0,0 0 0 0 0,1-1 0 0 0,-1 1-1 0 0,0 0 1 0 0,0 0 0 0 0,0 0-1 0 0,1-1 1 0 0,0 2 0 0 0,39 55-132 0 0,4-2 1 0 0,75 76 0 0 0,-96-107-285 0 0,32 29-3137 0 0,-15-23-4298 0 0,-24-22 2144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7:5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44 1552 0 0,'-11'-12'10371'0'0,"-1"-1"-5487"0"0,12 13-4842 0 0,0 0-1 0 0,0-1 1 0 0,0 1 0 0 0,0 0-1 0 0,0-1 1 0 0,0 1 0 0 0,0-1 0 0 0,0 1-1 0 0,-1 0 1 0 0,1-1 0 0 0,1 1 0 0 0,-1 0-1 0 0,0-1 1 0 0,0 1 0 0 0,0-1-1 0 0,0 1 1 0 0,0 0 0 0 0,0-1 0 0 0,0 1-1 0 0,0 0 1 0 0,1-1 0 0 0,-1 1 0 0 0,0 0-1 0 0,0-1 1 0 0,0 1 0 0 0,1 0-1 0 0,-1-1 1 0 0,0 1 0 0 0,0 0 0 0 0,1 0-1 0 0,-1-1 1 0 0,0 1 0 0 0,1 0 0 0 0,-1 0-1 0 0,0 0 1 0 0,1-1 0 0 0,-1 1-1 0 0,0 0 1 0 0,1 0 0 0 0,-1 0 0 0 0,1 0-1 0 0,-1 0 1 0 0,3-1-15 0 0,-1 0 1 0 0,1 0-1 0 0,-1 0 1 0 0,1 1-1 0 0,-1-1 1 0 0,1 1-1 0 0,-1-1 0 0 0,1 1 1 0 0,-1 0-1 0 0,1 0 1 0 0,-1 0-1 0 0,1 0 1 0 0,0 1-1 0 0,-1-1 0 0 0,1 1 1 0 0,-1-1-1 0 0,1 1 1 0 0,-1 0-1 0 0,0 0 1 0 0,1 0-1 0 0,-1 0 0 0 0,0 1 1 0 0,0-1-1 0 0,0 1 1 0 0,0-1-1 0 0,0 1 1 0 0,3 2-1 0 0,-3-1 27 0 0,1 1 1 0 0,-1-1-1 0 0,1 0 0 0 0,-1 1 1 0 0,0 0-1 0 0,-1-1 0 0 0,1 1 1 0 0,-1 0-1 0 0,1 0 0 0 0,-1 0 1 0 0,0 0-1 0 0,-1 0 0 0 0,1 0 1 0 0,-1 0-1 0 0,1 0 0 0 0,-1 0 1 0 0,-1 6-1 0 0,-1 2 211 0 0,0 0 0 0 0,-1-1 1 0 0,-1 1-1 0 0,0-1 0 0 0,0 0 0 0 0,-1 0 0 0 0,-1 0 0 0 0,-10 16 0 0 0,-9 9 483 0 0,-31 33 1 0 0,27-34-343 0 0,4 1 34 0 0,30-36-412 0 0,1 1 0 0 0,-1-1-1 0 0,1 0 1 0 0,10-2 0 0 0,-15 2-18 0 0,204-59 24 0 0,-61 14-20 0 0,-131 42-13 0 0,89-29-22 0 0,-86 26-509 0 0,9-5-2652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01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647 41 784 0 0,'3'-23'15928'0'0,"-3"12"-13180"0"0,-7 9-2627 0 0,0 1 0 0 0,0 0 0 0 0,-1 0-1 0 0,1 0 1 0 0,0 1 0 0 0,-1 0 0 0 0,1 0-1 0 0,0 1 1 0 0,-1 0 0 0 0,-10 3 0 0 0,-24 2-98 0 0,-1 3 1 0 0,2 1 0 0 0,-1 3 0 0 0,1 1 0 0 0,1 2-1 0 0,-43 23 1 0 0,77-35-22 0 0,1 0 1 0 0,0 0-1 0 0,0 0 0 0 0,0 1 0 0 0,0 0 0 0 0,1-1 0 0 0,0 2 0 0 0,0-1 0 0 0,0 0 1 0 0,1 1-1 0 0,-1 0 0 0 0,1 0 0 0 0,1 0 0 0 0,-1 0 0 0 0,1 0 0 0 0,-2 12 1 0 0,-1 8 48 0 0,1-1 1 0 0,0 52-1 0 0,4-47 22 0 0,-2 165 619 0 0,2-39-168 0 0,-11 185-81 0 0,-3 182-116 0 0,-4 300-81 0 0,6-411-93 0 0,9-300 92 0 0,-34 839 649 0 0,13-562-707 0 0,19-334-104 0 0,-2 37 6 0 0,1-59-235 0 0,2-14 159 0 0,4-17-9 0 0,-2 39 1268 0 0,2-38-1229 0 0,1 1 1 0 0,0-1-1 0 0,0 0 0 0 0,0 0 0 0 0,0 0 1 0 0,0 0-1 0 0,1 0 0 0 0,-1 0 1 0 0,1 0-1 0 0,0-1 0 0 0,-1 1 0 0 0,1 0 1 0 0,1-1-1 0 0,3 5 0 0 0,-1-3-15 0 0,1-1-1 0 0,-1 1 1 0 0,0-1 0 0 0,1 0-1 0 0,0 0 1 0 0,0 0 0 0 0,7 2-1 0 0,9 1-4 0 0,1-1-1 0 0,0-1 1 0 0,28 1-1 0 0,-49-5-14 0 0,66 6-323 0 0,70-5 0 0 0,-36-10-2456 0 0,0-12-5015 0 0,-82 14 2412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03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51 1524 0 0,'2'-12'7298'0'0,"-2"7"-6764"0"0,0-23 7011 0 0,-2 23-6414 0 0,1 7-1076 0 0,-2 15-7 0 0,1 0 0 0 0,0 0 0 0 0,2 0 1 0 0,1 21-1 0 0,-1-9-25 0 0,0 46 38 0 0,-7 208 260 0 0,7-230-1048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03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95 1860 0 0,'29'-31'9055'0'0,"-6"1"-5338"0"0,-18 26-3663 0 0,-1 1 1 0 0,1 0-1 0 0,0 0 0 0 0,0 0 0 0 0,1 0 1 0 0,-1 1-1 0 0,1 0 0 0 0,-1 0 0 0 0,1 0 1 0 0,0 1-1 0 0,-1 0 0 0 0,10-1 0 0 0,-11 1-27 0 0,-1 1-23 0 0,1-1 1 0 0,-1 1-1 0 0,1-1 1 0 0,-1 1-1 0 0,0 0 0 0 0,1 1 1 0 0,-1-1-1 0 0,1 0 1 0 0,-1 1-1 0 0,1 0 0 0 0,-1 0 1 0 0,0 0-1 0 0,0 0 1 0 0,1 0-1 0 0,-1 1 0 0 0,0 0 1 0 0,0-1-1 0 0,0 1 1 0 0,-1 0-1 0 0,1 0 0 0 0,0 1 1 0 0,-1-1-1 0 0,1 0 1 0 0,-1 1-1 0 0,3 3 0 0 0,-2-1-1 0 0,-1 0-1 0 0,1 0 0 0 0,-1 0 0 0 0,0 0 1 0 0,0 0-1 0 0,0 0 0 0 0,-1 1 1 0 0,0-1-1 0 0,0 1 0 0 0,0-1 0 0 0,-1 1 1 0 0,1 0-1 0 0,-2 9 0 0 0,-1-1 4 0 0,-1 0 1 0 0,0 0-1 0 0,-1 0 1 0 0,0-1-1 0 0,-13 25 0 0 0,4-11 27 0 0,-31 42-1 0 0,15-20 239 0 0,28-48-212 0 0,0 1-43 0 0,-1 3 17 0 0,1-3 0 0 0,19-4-11 0 0,-8 2-23 0 0,0 1-1 0 0,0 0 1 0 0,0 1 0 0 0,0-1-1 0 0,-1 2 1 0 0,1 0 0 0 0,-1 0 0 0 0,0 0-1 0 0,0 1 1 0 0,0 1 0 0 0,14 9-1 0 0,-17-10 45 0 0,0 0-1 0 0,0 1 1 0 0,0 0-1 0 0,-1 1 0 0 0,0-1 1 0 0,0 1-1 0 0,-1 0 1 0 0,0 0-1 0 0,0 0 0 0 0,0 1 1 0 0,3 8-1 0 0,-5-11 116 0 0,-1 0-1 0 0,0 0 1 0 0,0 0-1 0 0,0 0 1 0 0,-1 0-1 0 0,1 0 0 0 0,-1 1 1 0 0,0-1-1 0 0,0 0 1 0 0,-1 0-1 0 0,1 0 1 0 0,-1 0-1 0 0,0 0 1 0 0,0 0-1 0 0,0 0 1 0 0,0 0-1 0 0,-1 0 1 0 0,0 0-1 0 0,0 0 1 0 0,0-1-1 0 0,-3 6 1 0 0,-2 0 153 0 0,0-1 0 0 0,0 0 1 0 0,-1 0-1 0 0,0 0 0 0 0,0-1 1 0 0,-1 0-1 0 0,0-1 0 0 0,0 1 1 0 0,0-2-1 0 0,-1 1 1 0 0,0-2-1 0 0,0 1 0 0 0,-1-1 1 0 0,1-1-1 0 0,-1 0 0 0 0,-14 3 1 0 0,12-5-179 0 0,0 1 0 0 0,0-2-1 0 0,1 0 1 0 0,-1 0 0 0 0,0-1 0 0 0,0-1 0 0 0,1 0 0 0 0,-1-1 0 0 0,1 0 0 0 0,0-1 0 0 0,-1 0 0 0 0,2-1 0 0 0,-20-11-1 0 0,24 12-695 0 0,0 0 0 0 0,1-1 0 0 0,-1 0 0 0 0,1 0 0 0 0,0 0 0 0 0,-6-8 0 0 0,12 12 395 0 0,0 1 0 0 0,0-1-1 0 0,-1 0 1 0 0,1 1 0 0 0,0-1 0 0 0,0 0 0 0 0,0 1 0 0 0,0-1 0 0 0,0 0 0 0 0,0 1 0 0 0,0-1 0 0 0,0 0-1 0 0,0 1 1 0 0,0-1 0 0 0,0 1 0 0 0,0-1 0 0 0,1 0 0 0 0,-1 1 0 0 0,0-1 0 0 0,0 0 0 0 0,1 1-1 0 0,-1-1 1 0 0,0 1 0 0 0,1-1 0 0 0,-1 1 0 0 0,0-1 0 0 0,1 1 0 0 0,-1-1 0 0 0,1 1 0 0 0,0-1 0 0 0,14-12-3755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04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1940 0 0,'5'-7'2515'0'0,"0"0"-1"0"0,0 0 1 0 0,-1 0 0 0 0,4-11 883 0 0,-7 18-3270 0 0,0-1-1 0 0,-1 1 0 0 0,1-1 1 0 0,-1 1-1 0 0,1 0 0 0 0,-1-1 1 0 0,1 1-1 0 0,-1-1 0 0 0,1 0 0 0 0,-1 1 1 0 0,1-1-1 0 0,-1 1 0 0 0,0-1 1 0 0,1 1-1 0 0,-1-1 0 0 0,0 0 1 0 0,1 0-1 0 0,1-3 730 0 0,-3 16-851 0 0,1-7 20 0 0,-3 18 33 0 0,1 1 0 0 0,1-1 0 0 0,2 0 0 0 0,4 37 0 0 0,-4-54-48 0 0,0 1-1 0 0,1-1 1 0 0,0 0-1 0 0,1 0 1 0 0,-1 0 0 0 0,1 0-1 0 0,0-1 1 0 0,0 1-1 0 0,7 7 1 0 0,-7-9 3 0 0,0-1 1 0 0,1 0 0 0 0,-1 0-1 0 0,1 0 1 0 0,0 0-1 0 0,0-1 1 0 0,0 1 0 0 0,0-1-1 0 0,1 0 1 0 0,-1 0-1 0 0,0 0 1 0 0,1-1 0 0 0,0 0-1 0 0,6 2 1 0 0,-3-2-10 0 0,0-1 0 0 0,-1 0 1 0 0,1 0-1 0 0,0 0 0 0 0,-1-1 0 0 0,1 0 1 0 0,0 0-1 0 0,-1-1 0 0 0,1 0 1 0 0,-1 0-1 0 0,0-1 0 0 0,0 0 0 0 0,0 0 1 0 0,0-1-1 0 0,0 0 0 0 0,-1 0 0 0 0,0 0 1 0 0,1-1-1 0 0,-2 0 0 0 0,12-11 1 0 0,1-6 64 0 0,0 0 0 0 0,-2-1 0 0 0,0 0 1 0 0,17-36-1 0 0,-4 0 1152 0 0,-29 57-1223 0 0,2 4 2 0 0,0 1 4 0 0,-1 0 0 0 0,1 0 0 0 0,-1 0 0 0 0,0 0 0 0 0,0 0 0 0 0,0 0 0 0 0,0 0 0 0 0,0 1 0 0 0,0-1 1 0 0,-1 0-1 0 0,0 0 0 0 0,0 4 0 0 0,-2 50 133 0 0,1-34-80 0 0,-14 272 241 0 0,13-272-724 0 0,-2 39-2370 0 0,10-22-2108 0 0,-1-28 544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05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146 222 16 0 0,'-4'-33'8668'0'0,"-14"2"-2424"0"0,16 30-5899 0 0,2 1-327 0 0,-1 0 1 0 0,0 0-1 0 0,1-1 0 0 0,-1 1 0 0 0,1 0 0 0 0,-1 0 1 0 0,0 0-1 0 0,1-1 0 0 0,-1 1 0 0 0,0 0 0 0 0,1 0 1 0 0,-1 0-1 0 0,0 0 0 0 0,1 0 0 0 0,-1 0 1 0 0,0 1-1 0 0,1-1 0 0 0,-1 0 0 0 0,-1 1 0 0 0,-10 13 42 0 0,1 0-1 0 0,0 1 1 0 0,1 1-1 0 0,1 0 0 0 0,0 0 1 0 0,1 1-1 0 0,1 0 0 0 0,0 1 1 0 0,2-1-1 0 0,0 1 1 0 0,1 0-1 0 0,0 0 0 0 0,2 1 1 0 0,-1 27-1 0 0,3-41-45 0 0,0 1-1 0 0,0 0 0 0 0,1 0 1 0 0,0-1-1 0 0,0 1 1 0 0,0-1-1 0 0,1 1 1 0 0,-1-1-1 0 0,1 1 0 0 0,1-1 1 0 0,-1 0-1 0 0,1 0 1 0 0,0 0-1 0 0,0 0 1 0 0,0-1-1 0 0,1 1 1 0 0,6 6-1 0 0,-4-7 7 0 0,-1 0 1 0 0,1 0-1 0 0,1 0 1 0 0,-1 0-1 0 0,0-1 1 0 0,1 0-1 0 0,0-1 1 0 0,-1 1-1 0 0,1-1 0 0 0,0 0 1 0 0,0-1-1 0 0,1 0 1 0 0,9 0-1 0 0,-1 0 10 0 0,1-1-1 0 0,-1-1 0 0 0,0 0 1 0 0,0-1-1 0 0,0-1 1 0 0,0 0-1 0 0,0-2 0 0 0,0 0 1 0 0,20-9-1 0 0,-26 9 42 0 0,1 0 0 0 0,-1-1-1 0 0,-1 0 1 0 0,1-1-1 0 0,-1 0 1 0 0,0 0 0 0 0,0-1-1 0 0,-1 0 1 0 0,0-1 0 0 0,-1 1-1 0 0,0-2 1 0 0,0 1-1 0 0,-1-1 1 0 0,5-10 0 0 0,-3 2-11 0 0,-2 1-1 0 0,0-1 1 0 0,0-1 0 0 0,-2 1 0 0 0,0-1 0 0 0,-2 1 0 0 0,0-1-1 0 0,-1 0 1 0 0,-1-22 0 0 0,-1 30-54 0 0,1 0 1 0 0,-2 1-1 0 0,0-1 0 0 0,0 1 1 0 0,-1-1-1 0 0,0 1 0 0 0,0 0 0 0 0,-1 0 1 0 0,-1 0-1 0 0,0 1 0 0 0,0-1 0 0 0,-1 1 1 0 0,0 1-1 0 0,0-1 0 0 0,-1 1 1 0 0,-1 0-1 0 0,-13-12 0 0 0,16 17-20 0 0,-1-1-1 0 0,1 1 1 0 0,-1 1-1 0 0,0-1 1 0 0,-1 1 0 0 0,1 0-1 0 0,0 0 1 0 0,0 1-1 0 0,-1 0 1 0 0,1 0-1 0 0,-1 0 1 0 0,1 1 0 0 0,-1 0-1 0 0,1 0 1 0 0,-1 1-1 0 0,1 0 1 0 0,-1 0 0 0 0,1 0-1 0 0,0 1 1 0 0,0 0-1 0 0,-1 0 1 0 0,1 1-1 0 0,1-1 1 0 0,-9 6 0 0 0,9-5-164 0 0,0 0 1 0 0,-1 1-1 0 0,2 0 1 0 0,-1 0-1 0 0,0 0 1 0 0,1 0-1 0 0,0 1 1 0 0,0 0-1 0 0,0 0 1 0 0,1 0-1 0 0,-5 8 1 0 0,6-8-152 0 0,0-1 0 0 0,0 1 0 0 0,1-1 0 0 0,0 1 1 0 0,0 0-1 0 0,0-1 0 0 0,0 1 0 0 0,1 0 0 0 0,0 0 1 0 0,0 0-1 0 0,0-1 0 0 0,0 1 0 0 0,1 0 0 0 0,0 0 1 0 0,0-1-1 0 0,2 6 0 0 0,-2-7-266 0 0,0-1-1 0 0,0 1 1 0 0,0 0 0 0 0,1-1-1 0 0,-1 1 1 0 0,1-1 0 0 0,3 4 0 0 0,5 3-3280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06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75 344 0 0,'0'0'14069'0'0,"-13"3"-13971"0"0,-37 73-94 0 0,-26 94 92 0 0,66-145-53 0 0,2 1 1 0 0,1-1-1 0 0,1 1 0 0 0,-4 52 0 0 0,9-72-25 0 0,1-1-1 0 0,0 1 0 0 0,0-1 1 0 0,1 1-1 0 0,-1-1 0 0 0,1 0 0 0 0,0 1 1 0 0,1-1-1 0 0,-1 0 0 0 0,1 0 1 0 0,0 0-1 0 0,0 0 0 0 0,1 0 1 0 0,0 0-1 0 0,-1 0 0 0 0,2-1 0 0 0,-1 0 1 0 0,0 1-1 0 0,1-1 0 0 0,0-1 1 0 0,0 1-1 0 0,0 0 0 0 0,0-1 1 0 0,1 0-1 0 0,-1 0 0 0 0,1 0 0 0 0,0 0 1 0 0,0-1-1 0 0,0 0 0 0 0,0 0 1 0 0,0 0-1 0 0,0-1 0 0 0,0 0 1 0 0,1 0-1 0 0,-1 0 0 0 0,1 0 0 0 0,-1-1 1 0 0,9 0-1 0 0,0-1 96 0 0,1 1 0 0 0,-1-2 1 0 0,1 1-1 0 0,-1-2 0 0 0,0 0 0 0 0,0-1 0 0 0,0 0 0 0 0,0-1 0 0 0,-1-1 1 0 0,0 0-1 0 0,0-1 0 0 0,-1 0 0 0 0,1-1 0 0 0,-1 0 0 0 0,-1-1 1 0 0,0-1-1 0 0,0 0 0 0 0,-1 0 0 0 0,0-1 0 0 0,-1 0 0 0 0,0 0 1 0 0,-1-1-1 0 0,0 0 0 0 0,-1-1 0 0 0,0 0 0 0 0,-1 0 0 0 0,-1-1 0 0 0,0 1 1 0 0,-1-1-1 0 0,0 0 0 0 0,3-27 0 0 0,-5 23-48 0 0,-1 0 0 0 0,0 0 1 0 0,-2 0-1 0 0,0 0 0 0 0,-1 1 0 0 0,0-1 0 0 0,-2 0 0 0 0,0 1 1 0 0,-1-1-1 0 0,-10-20 0 0 0,12 29-86 0 0,-2 1 0 0 0,1-1 0 0 0,-1 1 0 0 0,0 1-1 0 0,-1-1 1 0 0,0 1 0 0 0,0 0 0 0 0,0 0 0 0 0,-1 0 0 0 0,0 1 0 0 0,0 0 0 0 0,-1 0 0 0 0,0 1 0 0 0,0 0-1 0 0,0 1 1 0 0,-1 0 0 0 0,1 0 0 0 0,-1 0 0 0 0,0 1 0 0 0,0 1 0 0 0,-11-3 0 0 0,15 5-210 0 0,0-1 1 0 0,0 1 0 0 0,0 0-1 0 0,0 1 1 0 0,0-1-1 0 0,0 1 1 0 0,0 0 0 0 0,0 0-1 0 0,0 1 1 0 0,1-1-1 0 0,-1 1 1 0 0,0 0-1 0 0,1 1 1 0 0,-6 2 0 0 0,8-3-159 0 0,0-1 0 0 0,-1 1 0 0 0,1 0 0 0 0,0-1 0 0 0,0 1 0 0 0,0 0 0 0 0,0 0 0 0 0,0 1 0 0 0,0-1 0 0 0,0 0 0 0 0,1 1 0 0 0,-1-1 0 0 0,1 1 0 0 0,0-1 0 0 0,0 1 0 0 0,0 0 0 0 0,0-1 0 0 0,0 1 0 0 0,1 0 0 0 0,-1 0 0 0 0,1 0 0 0 0,0 0 0 0 0,-1-1 0 0 0,2 1 0 0 0,-1 6 1 0 0,2-1-3015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07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193 153 52 0 0,'-1'-2'2072'0'0,"-23"-31"6568"0"0,24 32-8462 0 0,-1 0 1 0 0,1 0 0 0 0,0 0-1 0 0,-1 0 1 0 0,1 1 0 0 0,-1-1-1 0 0,1 0 1 0 0,-1 0 0 0 0,1 0-1 0 0,-1 1 1 0 0,1-1 0 0 0,-1 0-1 0 0,0 0 1 0 0,0 1 0 0 0,1-1-1 0 0,-1 1 1 0 0,0-1 0 0 0,0 1-1 0 0,0-1 1 0 0,0 1 0 0 0,1-1-1 0 0,-1 1 1 0 0,0 0 0 0 0,-2-1-1 0 0,2 1-113 0 0,0 0 1 0 0,-1 0-1 0 0,1 1 0 0 0,0-1 1 0 0,-1 0-1 0 0,1 1 0 0 0,0-1 1 0 0,-1 1-1 0 0,1-1 0 0 0,0 1 0 0 0,0 0 1 0 0,0-1-1 0 0,0 1 0 0 0,0 0 1 0 0,-2 1-1 0 0,-2 3-76 0 0,-1 1 1 0 0,1 0-1 0 0,0 0 0 0 0,-6 11 0 0 0,-6 12 85 0 0,2 0-1 0 0,-23 59 1 0 0,32-71-52 0 0,1 1 1 0 0,0 0 0 0 0,2 1 0 0 0,0-1-1 0 0,1 0 1 0 0,0 33 0 0 0,2-47-8 0 0,0 1 0 0 0,1-1 0 0 0,-1 0 0 0 0,1 0 0 0 0,0 1 1 0 0,0-1-1 0 0,1 0 0 0 0,-1 0 0 0 0,1 0 0 0 0,0 0 0 0 0,0 0 0 0 0,0-1 1 0 0,1 1-1 0 0,-1 0 0 0 0,1-1 0 0 0,0 0 0 0 0,0 0 0 0 0,0 0 0 0 0,0 0 0 0 0,0 0 1 0 0,1 0-1 0 0,4 2 0 0 0,-2-2 14 0 0,1 0 1 0 0,0-1-1 0 0,1 1 1 0 0,-1-1 0 0 0,0-1-1 0 0,0 1 1 0 0,1-1-1 0 0,-1-1 1 0 0,1 1-1 0 0,-1-1 1 0 0,1 0-1 0 0,8-2 1 0 0,-3 0 136 0 0,1 0 1 0 0,-1-1 0 0 0,1 0-1 0 0,-1-1 1 0 0,0-1-1 0 0,-1 0 1 0 0,1-1-1 0 0,-1 0 1 0 0,20-14 0 0 0,-24 14-90 0 0,0 0 0 0 0,-1 0 1 0 0,0-1-1 0 0,0 0 1 0 0,-1-1-1 0 0,0 1 0 0 0,0-1 1 0 0,-1 0-1 0 0,0 0 1 0 0,0-1-1 0 0,-1 0 1 0 0,0 0-1 0 0,-1 0 0 0 0,5-14 1 0 0,-5 8-29 0 0,-1 0 1 0 0,0 0-1 0 0,0 0 1 0 0,-2 0-1 0 0,0-1 1 0 0,-1 1-1 0 0,0 0 0 0 0,-1 0 1 0 0,-1 0-1 0 0,-8-26 1 0 0,8 31-50 0 0,-1-1-1 0 0,-1 1 1 0 0,0 1 0 0 0,0-1 0 0 0,-1 1 0 0 0,-1 0-1 0 0,1 0 1 0 0,-1 0 0 0 0,-1 1 0 0 0,1 0 0 0 0,-2 1-1 0 0,1 0 1 0 0,-1 0 0 0 0,0 1 0 0 0,-14-9 0 0 0,10 9-51 0 0,0 0 0 0 0,0 0 0 0 0,0 1 0 0 0,-28-5 0 0 0,38 9-72 0 0,-1 0 0 0 0,0 1 0 0 0,0 0 0 0 0,0 0 0 0 0,0 0 0 0 0,1 0 0 0 0,-1 1 0 0 0,0-1 0 0 0,0 1 0 0 0,-5 2 0 0 0,7-2-44 0 0,0 0 0 0 0,0 0 0 0 0,1 0 0 0 0,-1 0 0 0 0,0 1 0 0 0,0-1 0 0 0,1 1 1 0 0,-1-1-1 0 0,1 1 0 0 0,-1-1 0 0 0,1 1 0 0 0,0 0 0 0 0,-1 0 0 0 0,1 0 0 0 0,0-1 0 0 0,0 1 0 0 0,1 0 1 0 0,-1 1-1 0 0,-1 2 0 0 0,2-3-169 0 0,-1 1 0 0 0,1-1 1 0 0,0 0-1 0 0,0 0 0 0 0,0 0 1 0 0,0 0-1 0 0,1 0 1 0 0,-1 0-1 0 0,0 0 0 0 0,1 0 1 0 0,-1 0-1 0 0,1 0 0 0 0,0 0 1 0 0,0 0-1 0 0,0 0 0 0 0,0 0 1 0 0,0 0-1 0 0,0-1 0 0 0,0 1 1 0 0,1 0-1 0 0,-1-1 0 0 0,0 1 1 0 0,1-1-1 0 0,3 3 0 0 0,6 5-4623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08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56 1556 0 0,'-22'-11'5324'0'0,"20"11"-5183"0"0,-1-1 0 0 0,1 1 0 0 0,0 0 0 0 0,0 0 0 0 0,0 0 0 0 0,0 0 0 0 0,-1 0 1 0 0,1 0-1 0 0,0 0 0 0 0,0 1 0 0 0,0-1 0 0 0,0 1 0 0 0,0 0 0 0 0,0 0 0 0 0,-4 1 0 0 0,1 1 49 0 0,0 0-1 0 0,1 1 0 0 0,-1-1 1 0 0,1 1-1 0 0,-8 8 1 0 0,0 3 209 0 0,1 0-1 0 0,-16 28 1 0 0,11-16-28 0 0,3 1 0 0 0,0 1 0 0 0,-17 56-1 0 0,26-68-287 0 0,0-1-1 0 0,1 1 0 0 0,1 0 1 0 0,0 0-1 0 0,1 0 0 0 0,1 0 0 0 0,1 0 1 0 0,5 29-1 0 0,-5-40-25 0 0,0 0 1 0 0,1 0-1 0 0,0 0 0 0 0,0-1 1 0 0,1 1-1 0 0,-1-1 0 0 0,1 1 1 0 0,1-1-1 0 0,-1 0 0 0 0,1 0 1 0 0,0 0-1 0 0,0-1 0 0 0,0 0 1 0 0,0 1-1 0 0,1-1 1 0 0,6 4-1 0 0,-4-4 38 0 0,1 0 0 0 0,-1 0-1 0 0,1-1 1 0 0,0 0 0 0 0,0 0 0 0 0,0-1 0 0 0,0 0 0 0 0,0-1 0 0 0,1 0-1 0 0,15 1 1 0 0,-10-2 70 0 0,0-1 0 0 0,0 0-1 0 0,0-1 1 0 0,-1-1 0 0 0,1 0 0 0 0,0-1-1 0 0,-1 0 1 0 0,0-1 0 0 0,0 0-1 0 0,-1-1 1 0 0,1-1 0 0 0,-1 0 0 0 0,0 0-1 0 0,11-11 1 0 0,-15 9-107 0 0,0 1 1 0 0,-1-1-1 0 0,0-1 1 0 0,0 0-1 0 0,-1 1 0 0 0,0-2 1 0 0,-1 1-1 0 0,0-1 1 0 0,-1 0-1 0 0,0 0 0 0 0,-1 0 1 0 0,0 0-1 0 0,-1-1 0 0 0,0 1 1 0 0,-1-1-1 0 0,0-23 1 0 0,-2 4-49 0 0,-1 0 0 0 0,-2 0 0 0 0,-1 0 0 0 0,-1 0 0 0 0,-12-33 0 0 0,15 53-15 0 0,-1 1 0 0 0,-1 0 0 0 0,0-1 0 0 0,0 2 0 0 0,-1-1 0 0 0,0 1 0 0 0,-1 0 0 0 0,-14-15 0 0 0,18 21-20 0 0,1 0 1 0 0,-1 1-1 0 0,0 0 1 0 0,-1-1-1 0 0,1 1 1 0 0,0 1-1 0 0,0-1 0 0 0,-1 0 1 0 0,1 1-1 0 0,-1 0 1 0 0,0-1-1 0 0,-6 0 1 0 0,7 2-33 0 0,0 0 0 0 0,0 0 0 0 0,0 0 0 0 0,0 1 0 0 0,0-1 0 0 0,0 1 0 0 0,0 0 0 0 0,0 0 0 0 0,1 0 0 0 0,-1 0 0 0 0,0 0 0 0 0,0 0 0 0 0,1 1 0 0 0,-1 0 0 0 0,1-1 0 0 0,-1 1 0 0 0,1 0 0 0 0,-3 3 0 0 0,2-2-188 0 0,0 0 1 0 0,0 1-1 0 0,0-1 0 0 0,0 1 1 0 0,0 0-1 0 0,1 0 0 0 0,0 0 1 0 0,0 0-1 0 0,0 0 1 0 0,0 0-1 0 0,1 1 0 0 0,-1-1 1 0 0,1 1-1 0 0,0-1 0 0 0,1 1 1 0 0,-1 5-1 0 0,1-6-323 0 0,0 0-1 0 0,0 0 1 0 0,1 0 0 0 0,-1 0 0 0 0,1 0-1 0 0,0-1 1 0 0,0 1 0 0 0,1 0 0 0 0,-1-1-1 0 0,1 1 1 0 0,0-1 0 0 0,3 6 0 0 0,8 5-3271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09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199 155 1920 0 0,'2'-7'8485'0'0,"-8"9"-8319"0"0,0 0 1 0 0,1 1-1 0 0,0 0 0 0 0,0-1 1 0 0,0 1-1 0 0,0 1 0 0 0,0-1 1 0 0,0 1-1 0 0,1 0 0 0 0,0 0 1 0 0,0 0-1 0 0,0 1 0 0 0,-6 8 1 0 0,-4 7 185 0 0,0 1 0 0 0,-11 23 1 0 0,11-15-132 0 0,0 1 0 0 0,-16 56 0 0 0,25-69-182 0 0,2 0 1 0 0,-1 0 0 0 0,2 0-1 0 0,1 0 1 0 0,0 0 0 0 0,1 0 0 0 0,2 19-1 0 0,-1-31-20 0 0,-1-1-1 0 0,1 1 1 0 0,0-1-1 0 0,0 1 1 0 0,1-1-1 0 0,-1 1 1 0 0,1-1 0 0 0,0 0-1 0 0,0 0 1 0 0,0 0-1 0 0,1 0 1 0 0,0 0-1 0 0,-1 0 1 0 0,1-1-1 0 0,0 1 1 0 0,5 3-1 0 0,-5-5 0 0 0,1 0 0 0 0,0 0 0 0 0,0 0 0 0 0,-1 0 1 0 0,1-1-1 0 0,0 1 0 0 0,1-1 0 0 0,-1 0 0 0 0,0 0 0 0 0,0-1 0 0 0,0 1 0 0 0,0-1 0 0 0,1 0 0 0 0,-1 0 0 0 0,0-1 0 0 0,0 1 0 0 0,8-2 0 0 0,4-2 4 0 0,0-1-1 0 0,0-1 0 0 0,-1 0 0 0 0,0 0 0 0 0,0-2 0 0 0,0 0 1 0 0,-1-1-1 0 0,0 0 0 0 0,-1-1 0 0 0,24-22 0 0 0,-16 10 2 0 0,0 0-1 0 0,-2-1 1 0 0,-1-1-1 0 0,-1-1 1 0 0,17-31-1 0 0,-24 36-5 0 0,0-1 0 0 0,-2 0 0 0 0,0 0 0 0 0,-1-1 0 0 0,6-39 0 0 0,-11 51 19 0 0,0-1-1 0 0,-1 1 1 0 0,-1-1 0 0 0,0 1-1 0 0,0-1 1 0 0,-1 0-1 0 0,-1 1 1 0 0,1-1 0 0 0,-2 1-1 0 0,1 0 1 0 0,-2 0 0 0 0,1 0-1 0 0,-1 0 1 0 0,-8-13 0 0 0,8 17-33 0 0,1 2 1 0 0,-1-1 0 0 0,0 0 0 0 0,0 1 0 0 0,0-1 0 0 0,-1 1-1 0 0,0 0 1 0 0,0 1 0 0 0,0-1 0 0 0,0 1 0 0 0,0 0 0 0 0,-1 0-1 0 0,1 1 1 0 0,-1 0 0 0 0,-7-3 0 0 0,4 3-22 0 0,1 1 1 0 0,-1 0-1 0 0,0 0 1 0 0,0 1-1 0 0,1 0 0 0 0,-1 0 1 0 0,0 1-1 0 0,1 1 1 0 0,-17 3-1 0 0,11-1-303 0 0,1 1 0 0 0,0 0 0 0 0,1 0 0 0 0,-1 2 0 0 0,1-1 0 0 0,0 2 0 0 0,1-1 0 0 0,0 2 0 0 0,0-1 1 0 0,1 2-1 0 0,0-1 0 0 0,0 1 0 0 0,-10 15 0 0 0,-5 21-4579 0 0,16-25 396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0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361 268 1628 0 0,'-10'-10'1375'0'0,"1"1"-1"0"0,-1 0 1 0 0,-1 1-1 0 0,0 0 1 0 0,0 1-1 0 0,-13-6 0 0 0,20 11-1268 0 0,0 0-1 0 0,0 0 0 0 0,0 1 0 0 0,0 0 0 0 0,0 0 1 0 0,-1 0-1 0 0,1 0 0 0 0,-1 1 0 0 0,1-1 0 0 0,0 1 1 0 0,-1 0-1 0 0,1 1 0 0 0,-1-1 0 0 0,1 1 0 0 0,0 0 1 0 0,-1 0-1 0 0,1 0 0 0 0,0 0 0 0 0,0 1 0 0 0,0 0 1 0 0,-7 3-1 0 0,-2 5-45 0 0,0 0 1 0 0,1 1 0 0 0,0 0-1 0 0,0 0 1 0 0,1 1-1 0 0,1 1 1 0 0,0 0-1 0 0,1 0 1 0 0,0 1 0 0 0,-11 25-1 0 0,12-22-36 0 0,1 1 0 0 0,1 0 0 0 0,0 0 0 0 0,1 0 0 0 0,1 1 0 0 0,1 0 0 0 0,1 0-1 0 0,-1 36 1 0 0,3-51 0 0 0,1 1 0 0 0,-1 0-1 0 0,1 0 1 0 0,0-1 0 0 0,0 1 0 0 0,0 0-1 0 0,0-1 1 0 0,1 1 0 0 0,0-1 0 0 0,0 0-1 0 0,0 1 1 0 0,1-1 0 0 0,-1 0-1 0 0,1 0 1 0 0,0-1 0 0 0,0 1 0 0 0,0 0-1 0 0,1-1 1 0 0,-1 0 0 0 0,1 0-1 0 0,7 5 1 0 0,-5-5 8 0 0,1 0-1 0 0,0 0 1 0 0,0-1-1 0 0,1 1 1 0 0,-1-1-1 0 0,0-1 1 0 0,1 0-1 0 0,-1 0 1 0 0,1 0-1 0 0,-1-1 1 0 0,1 0-1 0 0,0 0 1 0 0,8-2-1 0 0,3-1 60 0 0,0-1 0 0 0,0 0 0 0 0,-1-2 0 0 0,1 0 0 0 0,-1-1 0 0 0,0-1 0 0 0,-1 0 0 0 0,0-1-1 0 0,0-1 1 0 0,25-20 0 0 0,-31 20-7 0 0,1 0-1 0 0,-2-1 1 0 0,1 0 0 0 0,-1 0-1 0 0,-1-1 1 0 0,0-1-1 0 0,-1 1 1 0 0,0-2-1 0 0,-1 1 1 0 0,-1-1-1 0 0,0 0 1 0 0,-1 0 0 0 0,0-1-1 0 0,3-15 1 0 0,-6 13-50 0 0,0 0 0 0 0,-1-1 0 0 0,0 1 0 0 0,-2-1 0 0 0,0 1 1 0 0,-1 0-1 0 0,0-1 0 0 0,-2 1 0 0 0,0 0 0 0 0,-1 1 0 0 0,0-1 1 0 0,-2 1-1 0 0,-8-17 0 0 0,10 23-21 0 0,-1 1 0 0 0,0 0 1 0 0,-1 0-1 0 0,1 1 0 0 0,-2 0 0 0 0,1 0 1 0 0,-1 0-1 0 0,0 1 0 0 0,-16-11 0 0 0,17 14-17 0 0,-1 0-1 0 0,0 0 1 0 0,0 1-1 0 0,0-1 1 0 0,-1 2-1 0 0,1-1 1 0 0,-1 1-1 0 0,1 1 1 0 0,-1 0-1 0 0,0 0 1 0 0,1 0-1 0 0,-1 1 1 0 0,-11 1-1 0 0,14 0-39 0 0,-1 0 1 0 0,1 1-1 0 0,-1-1 0 0 0,1 1 0 0 0,0 0 1 0 0,0 1-1 0 0,0 0 0 0 0,0 0 0 0 0,0 0 1 0 0,1 0-1 0 0,-1 1 0 0 0,1 0 0 0 0,0 0 1 0 0,0 1-1 0 0,0-1 0 0 0,1 1 1 0 0,-1 0-1 0 0,1 0 0 0 0,0 1 0 0 0,-5 9 1 0 0,7-11-200 0 0,0 1 0 0 0,0 0 0 0 0,0 0 1 0 0,0 0-1 0 0,1 0 0 0 0,0 0 0 0 0,0 0 0 0 0,0 0 1 0 0,1 1-1 0 0,0-1 0 0 0,0 0 0 0 0,0 0 1 0 0,0 0-1 0 0,1 1 0 0 0,0-1 0 0 0,0 0 0 0 0,0 0 1 0 0,1 0-1 0 0,0 0 0 0 0,0 0 0 0 0,0-1 1 0 0,0 1-1 0 0,1 0 0 0 0,0-1 0 0 0,0 0 0 0 0,5 7 1 0 0,12 8-3207 0 0,2 0-1434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05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306 139 2120 0 0,'0'-3'2022'0'0,"-3"-56"10013"0"0,3 57-11248 0 0,0 2-726 0 0,0 0 1 0 0,-1-1 0 0 0,1 1 0 0 0,0 0-1 0 0,0-1 1 0 0,0 1 0 0 0,0 0 0 0 0,0-1-1 0 0,-1 1 1 0 0,1-1 0 0 0,0 1 0 0 0,0 0-1 0 0,0-1 1 0 0,0 1 0 0 0,0 0 0 0 0,0-1-1 0 0,0 1 1 0 0,0-1 0 0 0,1 1 0 0 0,-1 0-1 0 0,0-1 1 0 0,0 1 0 0 0,0 0 0 0 0,0-1-1 0 0,0 1 1 0 0,1 0 0 0 0,-1-1 0 0 0,0 0-1 0 0,7-15 1040 0 0,-7 14-1108 0 0,4-2 50 0 0,0 1 1 0 0,0-1-1 0 0,0 1 0 0 0,1 0 1 0 0,-1 0-1 0 0,1 0 0 0 0,-1 1 1 0 0,1-1-1 0 0,0 1 0 0 0,0 0 1 0 0,0 1-1 0 0,0-1 1 0 0,0 1-1 0 0,8-1 0 0 0,4-2 6 0 0,-11 3-48 0 0,22-2-19 0 0,-20 4 9 0 0,4 2-10 0 0,-9-2 20 0 0,1-1 0 0 0,-1 1 1 0 0,0 0-1 0 0,1 0 0 0 0,-1 1 0 0 0,0-1 1 0 0,0 1-1 0 0,0 0 0 0 0,0-1 1 0 0,0 1-1 0 0,0 1 0 0 0,0-1 0 0 0,-1 0 1 0 0,1 1-1 0 0,-1-1 0 0 0,0 1 0 0 0,0 0 1 0 0,0-1-1 0 0,0 1 0 0 0,0 0 0 0 0,0 0 1 0 0,-1 1-1 0 0,0-1 0 0 0,1 0 1 0 0,-1 0-1 0 0,0 1 0 0 0,-1-1 0 0 0,1 1 1 0 0,-1-1-1 0 0,1 1 0 0 0,-1-1 0 0 0,0 1 1 0 0,0-1-1 0 0,-1 1 0 0 0,1-1 0 0 0,-1 0 1 0 0,1 1-1 0 0,-3 5 0 0 0,-3 5 14 0 0,1-1 1 0 0,-2 0-1 0 0,0-1 0 0 0,0 0 1 0 0,-1 0-1 0 0,-11 13 0 0 0,-61 60 47 0 0,67-73-49 0 0,-15 20 85 0 0,28-32-97 0 0,0 1 0 0 0,0-1 0 0 0,0 0 0 0 0,-1 0 0 0 0,1 0 0 0 0,0 1 0 0 0,0-1 0 0 0,0 0 0 0 0,-1 0 0 0 0,1 1 0 0 0,0-1 0 0 0,0 0 0 0 0,0 0 0 0 0,0 1 1 0 0,0-1-1 0 0,0 0 0 0 0,0 0 0 0 0,0 1 0 0 0,0-1 0 0 0,0 0 0 0 0,0 0 0 0 0,0 1 0 0 0,0-1 0 0 0,0 0 0 0 0,0 1 0 0 0,0-1 0 0 0,0 0 0 0 0,0 0 0 0 0,0 1 0 0 0,0-1 1 0 0,0 0-1 0 0,0 0 0 0 0,0 1 0 0 0,1-1 0 0 0,9 5 7 0 0,22-3-26 0 0,-23-2 16 0 0,10 3-3 0 0,0 1 0 0 0,1 1 0 0 0,-1 0 0 0 0,-1 2 0 0 0,1 0 0 0 0,31 17 0 0 0,-40-18 15 0 0,-1 0 0 0 0,1 0 0 0 0,-2 1 0 0 0,1 0 1 0 0,-1 1-1 0 0,0-1 0 0 0,0 2 0 0 0,-1-1 0 0 0,0 1 0 0 0,-1 0 0 0 0,0 0 0 0 0,0 1 0 0 0,6 14 1 0 0,-10-18 28 0 0,0-1 0 0 0,-1 1 0 0 0,1 0 0 0 0,-1-1 0 0 0,0 1 0 0 0,0 0 1 0 0,-1 0-1 0 0,0 0 0 0 0,0 0 0 0 0,0 0 0 0 0,-1-1 0 0 0,0 1 1 0 0,0 0-1 0 0,-4 10 0 0 0,2-8 24 0 0,-1 0 0 0 0,0-1 0 0 0,0 1 0 0 0,0-1 0 0 0,-1 0 1 0 0,0-1-1 0 0,-1 1 0 0 0,0-1 0 0 0,-9 8 0 0 0,-2-1 10 0 0,-1 0-1 0 0,0-1 1 0 0,-1-1 0 0 0,0 0-1 0 0,-1-2 1 0 0,0 0-1 0 0,-24 6 1 0 0,8-5-613 0 0,0-2 0 0 0,0-1 0 0 0,-1-2 0 0 0,-54 2 0 0 0,45-8-4914 0 0,-66-7 0 0 0,67 1-1296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07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74 1408 0 0,'4'-12'5389'0'0,"-4"-50"15948"0"0,-5 166-21153 0 0,-20 119 0 0 0,5-70-2684 0 0,18-138 1783 0 0,-12 94-4333 0 0,-1-38-5070 0 0,8-52 2409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10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316 153 832 0 0,'-46'-53'10876'0'0,"42"51"-10726"0"0,0 1-1 0 0,0 0 1 0 0,1-1 0 0 0,-1 1 0 0 0,0 1-1 0 0,0-1 1 0 0,0 1 0 0 0,-1-1 0 0 0,1 1-1 0 0,0 0 1 0 0,0 1 0 0 0,0-1 0 0 0,-5 2 0 0 0,2 0-99 0 0,0 0 0 0 0,-1 1 1 0 0,1 0-1 0 0,0 0 1 0 0,0 1-1 0 0,1-1 0 0 0,-1 2 1 0 0,1-1-1 0 0,0 1 1 0 0,0 0-1 0 0,0 0 1 0 0,-8 10-1 0 0,2 0 20 0 0,-1 0 1 0 0,2 1-1 0 0,-16 29 1 0 0,19-29-37 0 0,0 0 1 0 0,1 0-1 0 0,1 1 1 0 0,0-1 0 0 0,2 2-1 0 0,0-1 1 0 0,0 0-1 0 0,0 23 1 0 0,3-34-5 0 0,1 1 0 0 0,1 0 0 0 0,-1-1 0 0 0,1 1 0 0 0,0-1 0 0 0,0 0 0 0 0,1 1 0 0 0,-1-1 0 0 0,2 0 0 0 0,-1 0 0 0 0,1 0 0 0 0,0 0 0 0 0,0 0 0 0 0,0-1 0 0 0,1 1 0 0 0,0-1 0 0 0,0 0 0 0 0,0 0 0 0 0,1 0 0 0 0,-1-1 0 0 0,1 1 0 0 0,0-1 0 0 0,1 0 0 0 0,-1-1 0 0 0,8 5 0 0 0,1-2 53 0 0,0-1 0 0 0,0 0 0 0 0,1-1 0 0 0,-1-1 0 0 0,1 0 1 0 0,0-1-1 0 0,0 0 0 0 0,0-1 0 0 0,0-1 0 0 0,0 0 0 0 0,22-4 0 0 0,-11 0 213 0 0,-1-1-1 0 0,0-1 1 0 0,0-1 0 0 0,0-1-1 0 0,43-22 1 0 0,-54 23-179 0 0,-1-2 0 0 0,1 1 1 0 0,-2-2-1 0 0,1 1 0 0 0,-1-2 1 0 0,-1 0-1 0 0,0 0 0 0 0,0-1 1 0 0,-1 0-1 0 0,12-21 0 0 0,-16 23-80 0 0,0 0 0 0 0,-1 0-1 0 0,-1-1 1 0 0,0 0 0 0 0,0 0-1 0 0,-1 0 1 0 0,0 0-1 0 0,-1-1 1 0 0,0 1 0 0 0,-1-1-1 0 0,0 1 1 0 0,-1-1 0 0 0,0 0-1 0 0,-4-21 1 0 0,3 27-36 0 0,-1-1 0 0 0,0 1 0 0 0,0 0 0 0 0,0 0 0 0 0,-1 0 0 0 0,0 0 0 0 0,0 1 1 0 0,-1-1-1 0 0,1 1 0 0 0,-1-1 0 0 0,-8-7 0 0 0,4 6 23 0 0,0 0 0 0 0,-1 0-1 0 0,0 1 1 0 0,0 0 0 0 0,0 1 0 0 0,-15-7 0 0 0,-9 0-272 0 0,0 1 1 0 0,-2 1 0 0 0,-43-6 0 0 0,61 13-68 0 0,-60-14-5631 0 0,76 17 5698 0 0,0-1 0 0 0,1 1 1 0 0,-1 0-1 0 0,0-1 1 0 0,1 1-1 0 0,-1-1 1 0 0,1 1-1 0 0,-3-3-986 0 0,3 2 987 0 0,-1 1-1 0 0,1-1 1 0 0,0 0-1 0 0,-1 0 1 0 0,1 1-1 0 0,0-1 0 0 0,0 0 1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11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587 162 1704 0 0,'-25'-8'5477'0'0,"22"7"-4453"0"0,-6-2 2068 0 0,8 3-2883 0 0,1 0-1 0 0,-1 0 0 0 0,0 0 0 0 0,1 0 0 0 0,-1-1 1 0 0,1 1-1 0 0,-1 0 0 0 0,0 0 0 0 0,1 0 0 0 0,-1 0 1 0 0,1-1-1 0 0,-1 1 0 0 0,1 0 0 0 0,-3-2 1041 0 0,2 0-1041 0 0,2 1-181 0 0,1-1-1 0 0,-1 1 1 0 0,1-1-1 0 0,0 1 0 0 0,0-1 1 0 0,0 1-1 0 0,0 0 1 0 0,0 0-1 0 0,0 0 0 0 0,0 0 1 0 0,0 0-1 0 0,0 1 1 0 0,0-1-1 0 0,3 0 0 0 0,43-8 31 0 0,-33 6-4 0 0,342-73 92 0 0,-238 49-140 0 0,-70 17-14 0 0,-39 8 3 0 0,-8 2-1 0 0,1 0-17 0 0,-1 1 26 0 0,0-1 0 0 0,0 0 0 0 0,0 1 0 0 0,-1-1 0 0 0,1 1 0 0 0,0 0 0 0 0,0 0 0 0 0,-1-1 0 0 0,1 1 0 0 0,-1 0 0 0 0,1 0 0 0 0,-1 1 0 0 0,1-1 0 0 0,-1 0 0 0 0,0 0 0 0 0,1 1 0 0 0,-1-1 0 0 0,0 1 0 0 0,0-1 0 0 0,0 1 0 0 0,0-1 0 0 0,0 1 0 0 0,-1 0 0 0 0,1-1 0 0 0,0 1 0 0 0,-1 0 0 0 0,1 0 0 0 0,-1-1 0 0 0,1 3 0 0 0,7 37 207 0 0,-2 0 0 0 0,-2 1 0 0 0,0 56 0 0 0,-2-28 272 0 0,10 545 2231 0 0,-7-194-1961 0 0,0-4-501 0 0,2 41-112 0 0,-10 96 41 0 0,-24-1-124 0 0,25-513-26 0 0,-3 61 97 0 0,-27 549 1350 0 0,24-365-134 0 0,5-236 820 0 0,3-47-1860 0 0,-5 19 965 0 0,1-19-1242 0 0,1 0 1 0 0,-1 0 0 0 0,0 0-1 0 0,1 0 1 0 0,-1 0 0 0 0,0-1 0 0 0,0 0-1 0 0,0 0 1 0 0,-6 1 0 0 0,-44 3-25 0 0,33-3-51 0 0,-471 3-5011 0 0,320-8 1836 0 0,-20 1-3652 0 0,-10 0-4209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30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78 2036 0 0,'0'0'5427'0'0,"1"-32"1320"0"0,0 29-6711 0 0,0 0-1 0 0,1 1 1 0 0,-1-1 0 0 0,1 0 0 0 0,0 1-1 0 0,0-1 1 0 0,0 1 0 0 0,0-1-1 0 0,0 1 1 0 0,0 0 0 0 0,1 0 0 0 0,-1 0-1 0 0,1 0 1 0 0,0 1 0 0 0,-1-1 0 0 0,1 1-1 0 0,0-1 1 0 0,0 1 0 0 0,0 0-1 0 0,0 0 1 0 0,0 0 0 0 0,0 1 0 0 0,0-1-1 0 0,0 1 1 0 0,0-1 0 0 0,0 1 0 0 0,1 0-1 0 0,-1 0 1 0 0,0 1 0 0 0,0-1-1 0 0,0 1 1 0 0,4 0 0 0 0,1 1-31 0 0,0 0 0 0 0,-1 0 0 0 0,1 1 0 0 0,0 0 0 0 0,-1 1 0 0 0,1-1 0 0 0,-1 1 0 0 0,0 1 1 0 0,-1-1-1 0 0,1 1 0 0 0,-1 0 0 0 0,7 7 0 0 0,-9-7-3 0 0,0-1 1 0 0,-1 1-1 0 0,1 0 0 0 0,-1 1 1 0 0,0-1-1 0 0,-1 0 1 0 0,1 1-1 0 0,-1-1 1 0 0,0 1-1 0 0,0 0 0 0 0,-1 0 1 0 0,2 11-1 0 0,-3-7 108 0 0,1-1 0 0 0,-2 1-1 0 0,0-1 1 0 0,0 1 0 0 0,0-1-1 0 0,-1 1 1 0 0,-5 12 0 0 0,-2 2 280 0 0,-1-1 0 0 0,-1 0 0 0 0,-2 0 0 0 0,0-2 0 0 0,-20 27 0 0 0,-6-1 859 0 0,-82 76-1 0 0,58-63-482 0 0,63-59-758 0 0,0-1 1 0 0,-1 0 0 0 0,1 0 0 0 0,0 0 0 0 0,-1 1 0 0 0,1-1-1 0 0,0 0 1 0 0,-1 1 0 0 0,1-1 0 0 0,0 0 0 0 0,-1 1-1 0 0,1-1 1 0 0,0 0 0 0 0,0 1 0 0 0,-1-1 0 0 0,1 0-1 0 0,0 1 1 0 0,0-1 0 0 0,0 1 0 0 0,0-1 0 0 0,0 0 0 0 0,0 1-1 0 0,0-1 1 0 0,-1 1 0 0 0,1-1 0 0 0,0 1 0 0 0,0-1-1 0 0,1 0 1 0 0,-1 1 0 0 0,0-1 0 0 0,0 2 0 0 0,13 0 74 0 0,22-9-58 0 0,258-81 45 0 0,-61 18-67 0 0,-73 25 153 0 0,-157 44-279 0 0,-1 1 1 0 0,1-1-1 0 0,0 0 1 0 0,0 1-1 0 0,0-1 0 0 0,0 0 1 0 0,-1 0-1 0 0,1 0 0 0 0,0 0 1 0 0,-1-1-1 0 0,1 1 1 0 0,-1 0-1 0 0,2-3 0 0 0,6-19-9597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24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117 155 528 0 0,'-14'-5'2356'0'0,"0"-1"0"0"0,-23-12 1 0 0,32 15-2014 0 0,0 0 1 0 0,0-1 0 0 0,0 1 0 0 0,1-1 0 0 0,-1 0 0 0 0,1-1 0 0 0,0 1-1 0 0,0-1 1 0 0,-4-5 0 0 0,7 8-320 0 0,1 1 1 0 0,0 0-1 0 0,-1 0 0 0 0,1-1 0 0 0,0 1 1 0 0,0 0-1 0 0,0-1 0 0 0,0 1 1 0 0,0 0-1 0 0,0-1 0 0 0,0 1 0 0 0,0 0 1 0 0,0 0-1 0 0,1-1 0 0 0,-1 1 1 0 0,0 0-1 0 0,1 0 0 0 0,-1-1 0 0 0,1 1 1 0 0,1-2-1 0 0,17-21 189 0 0,-15 20-205 0 0,1 1 0 0 0,-1 0 0 0 0,1 1 0 0 0,-1-1 0 0 0,1 1 0 0 0,0 0 0 0 0,0 0 0 0 0,0 0 0 0 0,0 1 0 0 0,0 0 0 0 0,0 0 0 0 0,1 0-1 0 0,-1 1 1 0 0,0-1 0 0 0,0 1 0 0 0,1 1 0 0 0,-1-1 0 0 0,0 1 0 0 0,0-1 0 0 0,8 4 0 0 0,-6-3 50 0 0,1 2-1 0 0,-1-1 1 0 0,0 1 0 0 0,0 1-1 0 0,0-1 1 0 0,-1 1 0 0 0,1 0-1 0 0,-1 0 1 0 0,0 1 0 0 0,0 0-1 0 0,0 0 1 0 0,0 1 0 0 0,6 8-1 0 0,-5-3 47 0 0,-1 0 0 0 0,0 1 0 0 0,0 0-1 0 0,-2-1 1 0 0,1 2 0 0 0,-2-1-1 0 0,1 0 1 0 0,-2 1 0 0 0,0-1-1 0 0,0 1 1 0 0,-1 0 0 0 0,-1 0-1 0 0,-1 23 1 0 0,-3-2 104 0 0,-1 0 0 0 0,-2-1-1 0 0,-1 0 1 0 0,-13 34 0 0 0,-25 60 2563 0 0,41-119-1930 0 0,1-15-630 0 0,3-14-162 0 0,10-27-14 0 0,3 0-1 0 0,2 1 1 0 0,1 0-1 0 0,3 1 0 0 0,2 1 1 0 0,26-44-1 0 0,-34 70-29 0 0,0-1-1 0 0,20-22 0 0 0,-25 34-5 0 0,0 0 0 0 0,1 1 0 0 0,-1 0-1 0 0,2 0 1 0 0,-1 0 0 0 0,18-10 0 0 0,-22 15-1 0 0,0 0 0 0 0,0 1 0 0 0,1-1 1 0 0,-1 1-1 0 0,0 0 0 0 0,1 0 0 0 0,-1 0 0 0 0,0 0 0 0 0,1 1 0 0 0,-1 0 0 0 0,1-1 0 0 0,-1 2 1 0 0,0-1-1 0 0,1 1 0 0 0,-1-1 0 0 0,1 1 0 0 0,-1 0 0 0 0,0 1 0 0 0,0-1 0 0 0,0 1 0 0 0,1 0 1 0 0,-2 0-1 0 0,1 0 0 0 0,0 0 0 0 0,0 1 0 0 0,-1 0 0 0 0,1-1 0 0 0,-1 1 0 0 0,4 5 0 0 0,-1-1 8 0 0,0 0 0 0 0,0 1 0 0 0,-1 0-1 0 0,0 0 1 0 0,-1 0 0 0 0,1 1-1 0 0,-2-1 1 0 0,1 1 0 0 0,-1 0-1 0 0,-1 0 1 0 0,1 0 0 0 0,1 17-1 0 0,-3 12 196 0 0,-2 1 0 0 0,-10 74 0 0 0,-1 31 129 0 0,12-141-311 0 0,0 1 0 0 0,0-1 1 0 0,1 1-1 0 0,-1-1 1 0 0,1 1-1 0 0,0-1 1 0 0,0 0-1 0 0,0 1 1 0 0,0-1-1 0 0,0 0 0 0 0,4 6 1 0 0,-4-8-12 0 0,1 1 0 0 0,-1-1 0 0 0,0 1 0 0 0,1-1 0 0 0,-1 0 0 0 0,1 1 0 0 0,0-1 0 0 0,-1 0 0 0 0,1 0 0 0 0,0 0 0 0 0,0 0 0 0 0,0-1 0 0 0,0 1 0 0 0,-1 0 0 0 0,1-1 0 0 0,0 0 0 0 0,0 1 0 0 0,0-1 0 0 0,0 0 0 0 0,0 0 0 0 0,0 0 0 0 0,0 0 0 0 0,3 0 0 0 0,12-2-151 0 0,0-1 0 0 0,-1 0 1 0 0,1-1-1 0 0,23-10 0 0 0,-4-2-3631 0 0,-4-4-4404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25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45 2028 0 0,'-30'0'16892'0'0,"40"4"-17114"0"0,-1-2 417 0 0,0-1 1 0 0,1 0-1 0 0,-1 0 1 0 0,0-1 0 0 0,0 0-1 0 0,11-1 1 0 0,62-12-13 0 0,-52 8-77 0 0,-1 0-44 0 0,83-17 240 0 0,-110 21-185 0 0,20-5 468 0 0,-20 5-414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25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51 169 2028 0 0,'-7'-11'1342'0'0,"1"1"-1"0"0,-1-1 0 0 0,2-1 1 0 0,0 1-1 0 0,0-1 1 0 0,1 0-1 0 0,1 0 0 0 0,0 0 1 0 0,-2-13-1 0 0,5 24-1267 0 0,0 0-1 0 0,0 0 1 0 0,0 0-1 0 0,0-1 0 0 0,0 1 1 0 0,0 0-1 0 0,0 0 1 0 0,0 0-1 0 0,0 0 1 0 0,1 0-1 0 0,-1 0 1 0 0,0 0-1 0 0,1 0 1 0 0,-1 0-1 0 0,0 0 1 0 0,2-1-1 0 0,-2 1-36 0 0,0 1-1 0 0,1 0 0 0 0,-1-1 0 0 0,1 1 1 0 0,-1 0-1 0 0,1-1 0 0 0,-1 1 0 0 0,1 0 0 0 0,-1 0 1 0 0,1 0-1 0 0,0-1 0 0 0,-1 1 0 0 0,1 0 1 0 0,-1 0-1 0 0,1 0 0 0 0,-1 0 0 0 0,1 0 1 0 0,0 0-1 0 0,-1 0 0 0 0,1 0 0 0 0,0 0 1 0 0,3 1 97 0 0,1 1 1 0 0,-1-1-1 0 0,0 1 1 0 0,0 0 0 0 0,7 4-1 0 0,-8-5-70 0 0,6 6 65 0 0,0-1 0 0 0,0 1 0 0 0,0 0 0 0 0,-1 1 0 0 0,0 0 0 0 0,-1 0 0 0 0,1 1 0 0 0,-2 0 0 0 0,1 0 0 0 0,5 13 0 0 0,-1-2-27 0 0,-1 0 0 0 0,-2 1 0 0 0,0 0 0 0 0,6 25 0 0 0,-11-29 58 0 0,0 0 1 0 0,-1 1 0 0 0,-1-1 0 0 0,0 0 0 0 0,-2 1 0 0 0,0-1 0 0 0,0 1 0 0 0,-9 32 0 0 0,5-30 839 0 0,-2 0 0 0 0,0 0 0 0 0,-19 37 0 0 0,26-57-949 0 0,0 1 0 0 0,0-1-1 0 0,0 1 1 0 0,-1 0 0 0 0,1-1 0 0 0,0 1-1 0 0,0-1 1 0 0,-1 1 0 0 0,1-1 0 0 0,0 1 0 0 0,-1-1-1 0 0,1 1 1 0 0,0-1 0 0 0,-1 1 0 0 0,1-1-1 0 0,-1 1 1 0 0,1-1 0 0 0,-1 0 0 0 0,1 1 0 0 0,-1-1-1 0 0,1 0 1 0 0,-1 1 0 0 0,1-1 0 0 0,-1 0 0 0 0,1 0-1 0 0,-1 0 1 0 0,0 1 0 0 0,1-1 0 0 0,-1 0-1 0 0,0 0 1 0 0,1 0 0 0 0,-1 0 0 0 0,1 0 0 0 0,-1 0-1 0 0,0 0 1 0 0,1 0 0 0 0,-1 0 0 0 0,1-1-1 0 0,-1 1 1 0 0,0 0 0 0 0,1 0 0 0 0,-2-1 0 0 0,2 0-35 0 0,0 0 0 0 0,0 0 0 0 0,-1-1 0 0 0,1 1 1 0 0,0 0-1 0 0,0 0 0 0 0,0 0 0 0 0,0-1 0 0 0,0 1 0 0 0,1 0 1 0 0,-1 0-1 0 0,0 0 0 0 0,1-1 0 0 0,-1 1 0 0 0,1-1 1 0 0,-1 1 11 0 0,8-29 20 0 0,2 1 0 0 0,0 0 0 0 0,2 1-1 0 0,21-37 1 0 0,-30 58-46 0 0,41-69-745 0 0,3 2-1 0 0,107-128 1 0 0,-137 187-3363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34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77 844 0 0,'-11'-36'5892'0'0,"10"30"-4390"0"0,-1-1-1 0 0,1 1 0 0 0,-1 0 0 0 0,-4-7 1 0 0,6 13-1461 0 0,0 0 1 0 0,0 0 0 0 0,0 0 0 0 0,0 0-1 0 0,0 0 1 0 0,0 0 0 0 0,-1-2 793 0 0,1 2-794 0 0,0 0 1 0 0,0 0 0 0 0,0-1 0 0 0,0 1-1 0 0,0 0 1 0 0,0 0 0 0 0,-1 0 0 0 0,1 0-1 0 0,0 0 1 0 0,0 0 0 0 0,0 0-1 0 0,0 0 1 0 0,0 0 0 0 0,0 0 0 0 0,0 0-1 0 0,-1 0 1 0 0,1 0 0 0 0,0 0 0 0 0,0 0-1 0 0,0 0 1 0 0,0 0 0 0 0,0 0 0 0 0,0 0-1 0 0,0 1 1 0 0,0-1 0 0 0,-1 0 0 0 0,1 0-1 0 0,0 0 1 0 0,-2 10 1069 0 0,0 22-463 0 0,1-23-251 0 0,-5 77 874 0 0,-5-1 0 0 0,-36 142 0 0 0,32-172-1097 0 0,-18 83 304 0 0,32-137-427 0 0,2 2 5 0 0,-1-2-55 0 0,0-1 1 0 0,0 0 0 0 0,0 0-1 0 0,0 0 1 0 0,0 1-1 0 0,0-1 1 0 0,0 0-1 0 0,0 0 1 0 0,0 0-1 0 0,0 1 1 0 0,0-1 0 0 0,0 0-1 0 0,0 0 1 0 0,0 1-1 0 0,0-1 1 0 0,0 0-1 0 0,0 0 1 0 0,0 0 0 0 0,0 1-1 0 0,0-1 1 0 0,0 0-1 0 0,0 0 1 0 0,1 0-1 0 0,-1 1 1 0 0,0-1-1 0 0,0 0 1 0 0,0 0 0 0 0,0 0-1 0 0,1 0 1 0 0,-1 0-1 0 0,0 1 1 0 0,0-1-1 0 0,0 0 1 0 0,0 0 0 0 0,1 0-1 0 0,-1 0 1 0 0,0 0-1 0 0,1 0 1 0 0,13-3 11 0 0,0-1 0 0 0,0-1 0 0 0,0-1 1 0 0,0 0-1 0 0,24-14 0 0 0,-6 3-24 0 0,-2 2 21 0 0,4-1-10 0 0,-1-2 0 0 0,0-1 0 0 0,39-30 0 0 0,-66 45 1 0 0,-1-1 0 0 0,-1 0-1 0 0,1 0 1 0 0,-1 0-1 0 0,0 0 1 0 0,0-1-1 0 0,0 0 1 0 0,-1 1-1 0 0,0-1 1 0 0,0 0 0 0 0,0-1-1 0 0,-1 1 1 0 0,0 0-1 0 0,0-1 1 0 0,-1 0-1 0 0,0 1 1 0 0,0-1-1 0 0,0 0 1 0 0,-1 1-1 0 0,0-1 1 0 0,0 0 0 0 0,-1 0-1 0 0,0 1 1 0 0,0-1-1 0 0,0 1 1 0 0,-1-1-1 0 0,-4-9 1 0 0,5 13 5 0 0,0 1-7 0 0,1 1-1 0 0,-1 0 1 0 0,0-1-1 0 0,0 1 1 0 0,1 0-1 0 0,-1 0 1 0 0,0-1-1 0 0,0 1 1 0 0,0 0-1 0 0,0 0 0 0 0,0 0 1 0 0,-1 0-1 0 0,1 0 1 0 0,0 0-1 0 0,0 1 1 0 0,-1-1-1 0 0,1 0 1 0 0,0 1-1 0 0,-1-1 1 0 0,1 1-1 0 0,-1-1 1 0 0,-1 1-1 0 0,2 0 4 0 0,0 0 1 0 0,0 0-1 0 0,1 0 0 0 0,-1 0 0 0 0,0 0 1 0 0,0 0-1 0 0,0 1 0 0 0,0-1 0 0 0,0 0 1 0 0,0 1-1 0 0,1-1 0 0 0,-1 1 0 0 0,0-1 1 0 0,0 1-1 0 0,1-1 0 0 0,-1 1 0 0 0,0-1 0 0 0,1 1 1 0 0,-1 0-1 0 0,0-1 0 0 0,1 1 0 0 0,-1 0 1 0 0,1 0-1 0 0,-1 0 0 0 0,1-1 0 0 0,0 1 1 0 0,-1 0-1 0 0,1 1 0 0 0,-12 23 162 0 0,5 2 260 0 0,0 0 1 0 0,2 0-1 0 0,-3 29 0 0 0,1 86 498 0 0,6-115-790 0 0,-1 37 82 0 0,-13 206 128 0 0,11-257-3533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34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72 2312 0 0,'2'-8'24989'0'0,"-2"8"-24918"0"0,-1 1-1 0 0,1-1 1 0 0,0 0-1 0 0,-1 0 1 0 0,1 0-1 0 0,0 0 1 0 0,0 0-1 0 0,-1 0 1 0 0,1 0-1 0 0,0 0 1 0 0,0 1-1 0 0,-1-1 1 0 0,1 0-1 0 0,0 0 1 0 0,0 0-1 0 0,-1 1 1 0 0,1-1-1 0 0,0 0 1 0 0,0 0-1 0 0,0 0 1 0 0,-1 1-1 0 0,1-1 1 0 0,0 0-1 0 0,0 0 1 0 0,0 1-1 0 0,0-1 1 0 0,0 0-1 0 0,0 1 1 0 0,0-1-1 0 0,0 0 1 0 0,0 0-1 0 0,0 1 1 0 0,-1-1 0 0 0,1 0-1 0 0,1 1 1 0 0,-1-1-1 0 0,0 0 1 0 0,0 1-1 0 0,0-1 1 0 0,0 0-1 0 0,0 0 1 0 0,0 1-1 0 0,0-1 1 0 0,0 0-1 0 0,0 0 1 0 0,0 1-1 0 0,1-1 1 0 0,-1 0-1 0 0,0 1 1 0 0,21 2 669 0 0,31-8-815 0 0,160-44 217 0 0,-151 33-96 0 0,-54 15-38 0 0,18-6 9 0 0,-22 6-18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35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77 1428 0 0,'-26'-22'11346'0'0,"25"22"-11189"0"0,1-1 1 0 0,-1 1-1 0 0,1-1 0 0 0,-1 1 1 0 0,0-1-1 0 0,1 1 0 0 0,-1-1 1 0 0,1 1-1 0 0,-1-1 1 0 0,1 0-1 0 0,-1 1 0 0 0,1-1 1 0 0,0 0-1 0 0,-1 0 0 0 0,1 1 1 0 0,0-1-1 0 0,0 0 1 0 0,-1 0-1 0 0,1 1 0 0 0,0-1 1 0 0,0 0-1 0 0,0-1 0 0 0,1 1-136 0 0,0 0 0 0 0,0 1 0 0 0,0-1 0 0 0,0 0 0 0 0,0 1 0 0 0,0-1 0 0 0,0 0 0 0 0,0 1 1 0 0,0-1-1 0 0,0 1 0 0 0,0 0 0 0 0,0-1 0 0 0,1 1 0 0 0,-1 0 0 0 0,2 0 0 0 0,168-26-1304 0 0,-128 21-2275 0 0,-23 6-1485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35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1 460 0 0,'-105'86'12926'0'0,"104"-86"-12868"0"0,1 1 1 0 0,-1-1-1 0 0,0 1 0 0 0,0 0 1 0 0,1 0-1 0 0,-1-1 1 0 0,0 1-1 0 0,1 0 0 0 0,-1 0 1 0 0,0 0-1 0 0,1-1 0 0 0,0 1 1 0 0,-1 0-1 0 0,1 0 1 0 0,-1 0-1 0 0,1 0 0 0 0,0 2 1 0 0,0-3-36 0 0,0 1 1 0 0,0-1-1 0 0,0 1 1 0 0,0-1-1 0 0,0 0 1 0 0,1 1-1 0 0,-1-1 1 0 0,0 1-1 0 0,0-1 1 0 0,1 0-1 0 0,-1 1 1 0 0,0-1-1 0 0,1 0 1 0 0,-1 1-1 0 0,0-1 1 0 0,1 0-1 0 0,-1 1 1 0 0,0-1-1 0 0,1 0 1 0 0,-1 0-1 0 0,1 1 1 0 0,-1-1-1 0 0,1 0 1 0 0,0 0-1 0 0,28 4 336 0 0,5-6-879 0 0,-1-1 0 0 0,1-2 1 0 0,51-15-1 0 0,-43 10-1189 0 0,3-2-2013 0 0,5-4-1747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37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26 843 452 0 0,'-3'-3'485'0'0,"1"0"1"0"0,-1 0-1 0 0,1 0 1 0 0,0-1-1 0 0,0 1 1 0 0,0-1-1 0 0,0 1 1 0 0,1-1-1 0 0,-1 1 0 0 0,1-1 1 0 0,0 0-1 0 0,0 0 1 0 0,0 0-1 0 0,1 0 1 0 0,-1 1-1 0 0,1-1 0 0 0,0 0 1 0 0,0 0-1 0 0,0 0 1 0 0,1 0-1 0 0,1-7 1 0 0,-1 9-377 0 0,-1 0 1 0 0,1 0-1 0 0,-1 0 1 0 0,1 0 0 0 0,0 0-1 0 0,-1 0 1 0 0,1 1-1 0 0,0-1 1 0 0,0 0 0 0 0,1 1-1 0 0,-1-1 1 0 0,2-1-1 0 0,-2 2-84 0 0,0 1 0 0 0,0-1 1 0 0,0 1-1 0 0,0-1 0 0 0,0 1 0 0 0,0-1 0 0 0,0 1 0 0 0,0 0 0 0 0,0 0 0 0 0,1-1 0 0 0,-1 1 0 0 0,0 0 0 0 0,0 0 0 0 0,0 0 0 0 0,0 0 0 0 0,0 1 1 0 0,1-1-1 0 0,-1 0 0 0 0,0 0 0 0 0,0 1 0 0 0,2 0 0 0 0,7 3 71 0 0,-1 0-1 0 0,1 0 1 0 0,-1 2 0 0 0,0-1 0 0 0,-1 1-1 0 0,1 0 1 0 0,-1 1 0 0 0,0 0 0 0 0,-1 0-1 0 0,0 1 1 0 0,0-1 0 0 0,0 2 0 0 0,-1-1-1 0 0,0 1 1 0 0,-1 0 0 0 0,0 0 0 0 0,0 0 0 0 0,4 14-1 0 0,-3-6 127 0 0,0-1 0 0 0,-2 1 0 0 0,0 0 0 0 0,0 0-1 0 0,-2 0 1 0 0,0 1 0 0 0,-1-1 0 0 0,-1 1 0 0 0,0-1 0 0 0,-5 28 0 0 0,3-34 6 0 0,1-6 118 0 0,0 0 0 0 0,0 0 0 0 0,0 0-1 0 0,0 0 1 0 0,-1 0 0 0 0,0 0-1 0 0,0 0 1 0 0,-4 8 0 0 0,4-12-128 0 0,-7-8 221 0 0,6-3-405 0 0,1 0 0 0 0,0 0 1 0 0,1 0-1 0 0,0 0 1 0 0,1 0-1 0 0,-1 0 1 0 0,2 0-1 0 0,0-1 0 0 0,0 1 1 0 0,3-10-1 0 0,2-4-26 0 0,0-1 0 0 0,20-45 0 0 0,-18 53-35 0 0,0 0 1 0 0,13-18-1 0 0,-18 30 8 0 0,1 0-1 0 0,0 0 1 0 0,-1 0 0 0 0,1 1-1 0 0,1 0 1 0 0,-1 0 0 0 0,1 0-1 0 0,0 0 1 0 0,0 1-1 0 0,7-5 1 0 0,-9 7 12 0 0,-1 0 0 0 0,1 0 0 0 0,0 0 0 0 0,0 0 0 0 0,0 0 0 0 0,0 1 0 0 0,-1-1 0 0 0,1 1 0 0 0,0 0 0 0 0,0 0 0 0 0,0 0 0 0 0,0 0 0 0 0,0 1 0 0 0,0-1 0 0 0,0 1 0 0 0,0 0 0 0 0,0-1 0 0 0,4 3 0 0 0,-4-1 2 0 0,1 1 0 0 0,-1-1 1 0 0,1 1-1 0 0,-1-1 1 0 0,0 1-1 0 0,0 0 1 0 0,0 0-1 0 0,-1 0 0 0 0,1 1 1 0 0,-1-1-1 0 0,4 7 1 0 0,-1 1 4 0 0,0 1 1 0 0,0 0-1 0 0,-1 0 1 0 0,-1 0-1 0 0,0 0 0 0 0,-1 0 1 0 0,2 20-1 0 0,-4 23 7 0 0,-5 55-1 0 0,4-99-53 0 0,0-8 8 0 0,1 0 0 0 0,-1 0-1 0 0,1 0 1 0 0,0 0-1 0 0,0 0 1 0 0,0 0 0 0 0,1-1-1 0 0,-1 1 1 0 0,1 0-1 0 0,1 4 1 0 0,-1-5-41 0 0,2-3 1 0 0,4-2 14 0 0,0 0 1 0 0,0 0 0 0 0,0-1-1 0 0,-1 0 1 0 0,0-1 0 0 0,1 1-1 0 0,-1-1 1 0 0,-1 0 0 0 0,1 0-1 0 0,-1-1 1 0 0,0 0 0 0 0,7-10-1 0 0,9-14-113 0 0,22-44 0 0 0,-35 59 151 0 0,84-179-114 0 0,-68 142-67 0 0,-23 50 158 0 0,-1 3 19 0 0,1-1 30 0 0,0 1 0 0 0,-1-1 0 0 0,1 0 0 0 0,-1 1 1 0 0,1-1-1 0 0,-1 1 0 0 0,0-1 0 0 0,1 1 0 0 0,-1 0 0 0 0,0-1 0 0 0,1 1 0 0 0,-1-1 0 0 0,0 1 0 0 0,1 0 0 0 0,-1-1 0 0 0,0 1 0 0 0,0 0 0 0 0,0-1 0 0 0,0 1 0 0 0,0 0 0 0 0,0-1 0 0 0,0 1 0 0 0,0 0 0 0 0,0-1 0 0 0,0 1 0 0 0,0 0 0 0 0,-2 22-15 0 0,2-23 15 0 0,-4 30-11 0 0,-1-3 6 0 0,2 1 0 0 0,0 0-1 0 0,2 0 1 0 0,1 0 0 0 0,4 31 0 0 0,-3-55 17 0 0,0 0 1 0 0,0 0-1 0 0,0 0 0 0 0,0 0 0 0 0,0-1 1 0 0,1 1-1 0 0,0 0 0 0 0,0-1 0 0 0,0 0 1 0 0,0 1-1 0 0,0-1 0 0 0,1 0 0 0 0,-1 0 1 0 0,1 0-1 0 0,0 0 0 0 0,0-1 0 0 0,0 1 1 0 0,0-1-1 0 0,0 0 0 0 0,7 3 0 0 0,-6-3 2 0 0,0-1-1 0 0,0 0 0 0 0,0 0 1 0 0,0 0-1 0 0,1 0 0 0 0,-1-1 1 0 0,0 0-1 0 0,1 0 1 0 0,-1 0-1 0 0,0-1 0 0 0,0 1 1 0 0,1-1-1 0 0,-1 0 0 0 0,0 0 1 0 0,0 0-1 0 0,0-1 0 0 0,0 1 1 0 0,0-1-1 0 0,5-3 0 0 0,-1 0-1 0 0,0-1 0 0 0,0 1 0 0 0,0-1 0 0 0,-1-1-1 0 0,0 1 1 0 0,-1-1 0 0 0,1-1 0 0 0,-1 1 0 0 0,-1-1-1 0 0,0 0 1 0 0,0 0 0 0 0,7-16 0 0 0,0-7 9 0 0,-1 0 0 0 0,9-46 0 0 0,-2 9 57 0 0,-13 51-108 0 0,-9 24-34 0 0,-7 30-29 0 0,2 4 100 0 0,0-6 17 0 0,-3 42 1 0 0,11-66-18 0 0,1 0 0 0 0,-1 1 0 0 0,2-1 1 0 0,0 1-1 0 0,0-1 0 0 0,1 0 0 0 0,6 21 0 0 0,-6-28 6 0 0,-1-1 0 0 0,0 0-1 0 0,1 0 1 0 0,-1 0 0 0 0,1 0-1 0 0,0-1 1 0 0,0 1-1 0 0,0 0 1 0 0,0-1 0 0 0,1 1-1 0 0,-1-1 1 0 0,1 0 0 0 0,-1 0-1 0 0,1 0 1 0 0,0 0-1 0 0,5 3 1 0 0,-3-3 0 0 0,0 0-1 0 0,1-1 1 0 0,-1 1 0 0 0,1-1-1 0 0,-1 0 1 0 0,1-1 0 0 0,-1 1-1 0 0,1-1 1 0 0,7-1 0 0 0,4-1 3 0 0,0-1 0 0 0,0-1 0 0 0,0 0 0 0 0,-1-1 0 0 0,25-11 0 0 0,-21 7-27 0 0,-1-1 0 0 0,-1-1 0 0 0,0-1 0 0 0,0 0 0 0 0,-1-1 0 0 0,0-1 0 0 0,19-22 0 0 0,-17 15-45 0 0,-1-1-1 0 0,-2-1 1 0 0,0-1 0 0 0,-1 0-1 0 0,11-27 1 0 0,-6 4-43 0 0,-2-1 1 0 0,-2-1 0 0 0,-2-1-1 0 0,-3 0 1 0 0,10-95-1 0 0,-17 91 99 0 0,-2 0 0 0 0,-2-1-1 0 0,-9-60 1 0 0,9 115-1 0 0,0 0 0 0 0,0-1 0 0 0,0 1 0 0 0,0 0 0 0 0,0-1 0 0 0,0 1 0 0 0,0 0 0 0 0,0-1 0 0 0,0 1 0 0 0,0 0 0 0 0,0-1 0 0 0,0 1 0 0 0,0 0-1 0 0,0-1 1 0 0,0 1 0 0 0,0 0 0 0 0,0 0 0 0 0,-1-1 0 0 0,1 1 0 0 0,0 0 0 0 0,0-1 0 0 0,0 1 0 0 0,0 0 0 0 0,-1 0 0 0 0,1-1 0 0 0,0 1 0 0 0,0 0 0 0 0,-1 0 0 0 0,1 0 0 0 0,0-1 0 0 0,-1 1 0 0 0,1 0 0 0 0,0 0 0 0 0,0 0 0 0 0,-1 0 0 0 0,1 0-1 0 0,0 0 1 0 0,-1 0 0 0 0,1-1 0 0 0,0 1 0 0 0,-1 0 0 0 0,1 0 0 0 0,-1 0 0 0 0,-12 13-36 0 0,-8 25 17 0 0,-18 62 52 0 0,4 3 1 0 0,5 0 0 0 0,-17 108-1 0 0,37-153-8 0 0,-4 71-1 0 0,13-107-1 0 0,1 0-1 0 0,1 0 1 0 0,1 0 0 0 0,1 0-1 0 0,1-1 1 0 0,10 34 0 0 0,-13-52-9 0 0,1 1 1 0 0,-1 0 0 0 0,1 0-1 0 0,0-1 1 0 0,0 1-1 0 0,0-1 1 0 0,1 1 0 0 0,-1-1-1 0 0,1 0 1 0 0,0 0-1 0 0,0 0 1 0 0,0 0 0 0 0,0-1-1 0 0,0 1 1 0 0,7 2-1 0 0,-5-2 0 0 0,1-1 0 0 0,-1 0 0 0 0,1 0 0 0 0,-1-1-1 0 0,1 1 1 0 0,0-1 0 0 0,-1-1 0 0 0,1 1 0 0 0,12-1-1 0 0,-2-2 2 0 0,1 0 0 0 0,-1-1 0 0 0,0-1 0 0 0,0-1-1 0 0,0 0 1 0 0,26-12 0 0 0,-14 3-9 0 0,-1-2 1 0 0,-1 0-1 0 0,0-1 1 0 0,-2-2-1 0 0,42-39 0 0 0,-38 28-103 0 0,0-1-1 0 0,-2-2 1 0 0,40-67-1 0 0,-36 45-31 0 0,-2-1 0 0 0,-3-2 0 0 0,-3 0-1 0 0,-2-2 1 0 0,22-110 0 0 0,-25 44 68 0 0,-16 110 63 0 0,0 0 0 0 0,-1 0 0 0 0,-1 0 0 0 0,-1 0 0 0 0,-7-30 1 0 0,9 45-2 0 0,0 0 1 0 0,0 0 0 0 0,0 0 0 0 0,-1 0-1 0 0,1 0 1 0 0,0 0 0 0 0,-1 0-1 0 0,1 0 1 0 0,-1 0 0 0 0,1 0 0 0 0,-1 0-1 0 0,1 1 1 0 0,-1-1 0 0 0,0 0-1 0 0,1 0 1 0 0,-1 0 0 0 0,0 1 0 0 0,0-1-1 0 0,0 0 1 0 0,0 1 0 0 0,1-1-1 0 0,-1 1 1 0 0,0-1 0 0 0,0 1 0 0 0,0-1-1 0 0,0 1 1 0 0,0 0 0 0 0,-2-1-1 0 0,1 1 0 0 0,0 1 0 0 0,0-1-1 0 0,0 1 1 0 0,0-1-1 0 0,0 1 1 0 0,0 0 0 0 0,0 0-1 0 0,1 0 1 0 0,-1 0-1 0 0,0 0 1 0 0,1 0 0 0 0,-1 0-1 0 0,-2 3 1 0 0,-6 6-6 0 0,1 1-1 0 0,0 0 1 0 0,-9 14 0 0 0,-5 12 28 0 0,2 1 0 0 0,1 1 0 0 0,-20 59 0 0 0,-28 130 80 0 0,53-164-5 0 0,-12 114 0 0 0,24-143-64 0 0,2 0 0 0 0,1 0 0 0 0,2-1 0 0 0,2 1 0 0 0,7 35 0 0 0,-10-63-20 0 0,1 0 0 0 0,0 0 0 0 0,0-1 0 0 0,0 1 1 0 0,1-1-1 0 0,0 1 0 0 0,0-1 0 0 0,1 0 0 0 0,0 0 0 0 0,0 0 1 0 0,0-1-1 0 0,1 1 0 0 0,-1-1 0 0 0,1 0 0 0 0,1 0 0 0 0,-1-1 0 0 0,1 0 1 0 0,-1 0-1 0 0,1 0 0 0 0,1 0 0 0 0,-1-1 0 0 0,0 0 0 0 0,1-1 1 0 0,-1 1-1 0 0,1-1 0 0 0,0 0 0 0 0,0-1 0 0 0,0 0 0 0 0,0 0 1 0 0,0 0-1 0 0,0-1 0 0 0,7 0 0 0 0,4-2-115 0 0,0 0 0 0 0,0-1 0 0 0,0-1 0 0 0,0 0 0 0 0,0-1 0 0 0,-1-1 0 0 0,0-1 0 0 0,0-1 0 0 0,-1 0 0 0 0,0-1 0 0 0,0-1 0 0 0,-1 0 0 0 0,0-1 0 0 0,-1-1 0 0 0,0 0-1 0 0,20-23 1 0 0,-12 8 35 0 0,0-1-1 0 0,-2 0 0 0 0,-1-2 1 0 0,-1 0-1 0 0,-2-1 1 0 0,-1-1-1 0 0,20-62 0 0 0,-12 26 1408 0 0,-22 67-1290 0 0,-12 28 114 0 0,-1 19 200 0 0,2 1 0 0 0,2 0 1 0 0,-2 91-1 0 0,9-127-307 0 0,1 0 1 0 0,1 0-1 0 0,-1 0 1 0 0,5 17-1 0 0,-5-26-45 0 0,1 1 1 0 0,-1-1-1 0 0,1 0 0 0 0,0 0 1 0 0,-1 0-1 0 0,1 0 0 0 0,0 0 1 0 0,0 0-1 0 0,0 0 1 0 0,1 0-1 0 0,-1 0 0 0 0,0 0 1 0 0,1-1-1 0 0,-1 1 0 0 0,1 0 1 0 0,0-1-1 0 0,-1 1 0 0 0,1-1 1 0 0,0 0-1 0 0,0 0 0 0 0,0 0 1 0 0,0 0-1 0 0,0 0 0 0 0,0 0 1 0 0,0 0-1 0 0,0 0 1 0 0,0-1-1 0 0,4 1 0 0 0,2-1-261 0 0,0 0 1 0 0,-1-1-1 0 0,1 0 0 0 0,0 0 0 0 0,-1-1 1 0 0,1 0-1 0 0,-1-1 0 0 0,0 1 0 0 0,0-1 0 0 0,11-7 1 0 0,-4 3-1465 0 0,-1-2-1 0 0,0 0 1 0 0,-1-1 0 0 0,16-15 0 0 0,3-8-5103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38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87 2556 0 0,'-71'-43'8371'0'0,"1"4"-3563"0"0,58 34-4720 0 0,27 25-8030 0 0,-2-13 2465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38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44 2640 0 0,'12'-43'17156'0'0,"-15"63"-15797"0"0,-54 309 1826 0 0,26-133-2598 0 0,4 24-169 0 0,20-149-295 0 0,7-68-134 0 0,-1 1 0 0 0,1-1 1 0 0,-1 1-1 0 0,1-1 1 0 0,1 1-1 0 0,-1-1 0 0 0,0 1 1 0 0,1-1-1 0 0,-1 1 0 0 0,1-1 1 0 0,0 0-1 0 0,0 1 1 0 0,1-1-1 0 0,-1 0 0 0 0,3 5 1 0 0,-2-7-86 0 0,-1-1 0 0 0,0 1 1 0 0,1 0-1 0 0,-1-1 1 0 0,1 1-1 0 0,-1-1 0 0 0,1 0 1 0 0,-1 1-1 0 0,1-1 1 0 0,-1 0-1 0 0,1 0 0 0 0,-1 0 1 0 0,1 0-1 0 0,-1 0 1 0 0,1 0-1 0 0,-1 0 0 0 0,1-1 1 0 0,-1 1-1 0 0,1-1 1 0 0,1 0-1 0 0,-1 1-123 0 0,6-3-642 0 0,1 0 0 0 0,-1-1 0 0 0,0 0 0 0 0,0 0 0 0 0,0-1 0 0 0,0 0 0 0 0,-1 0 0 0 0,11-10 0 0 0,11-13-5240 0 0,-12 9-716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38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64 16 0 0,'-44'3'6290'0'0,"-15"1"-235"0"0,44-3-4001 0 0,19-1-962 0 0,339-39-2536 0 0,-202 20-2580 0 0,-94 12 816 0 0,-4 0-1219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39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0 732 0 0,'-8'8'6785'0'0,"6"-6"-6205"0"0,0 0-1 0 0,1 0 1 0 0,-1 0-1 0 0,1 0 0 0 0,-1 0 1 0 0,1 0-1 0 0,0 1 1 0 0,0-1-1 0 0,0 0 1 0 0,0 1-1 0 0,0-1 0 0 0,0 1 1 0 0,0 4-1 0 0,3 34 1905 0 0,-1-33-2109 0 0,2 14 382 0 0,14 99 1312 0 0,-13-101-1924 0 0,1-1 0 0 0,0 0-1 0 0,2 0 1 0 0,9 19 0 0 0,-14-35-116 0 0,0 0 0 0 0,0 1 0 0 0,0-1 0 0 0,0 0 0 0 0,0 0 0 0 0,1 0 1 0 0,0-1-1 0 0,-1 1 0 0 0,1-1 0 0 0,0 1 0 0 0,0-1 0 0 0,1 0 0 0 0,-1 0 0 0 0,0 0 0 0 0,5 1 0 0 0,-2-1-2 0 0,0 0-1 0 0,0-1 1 0 0,0 0-1 0 0,0 0 1 0 0,0 0-1 0 0,0-1 1 0 0,0 0-1 0 0,0 0 1 0 0,6-1-1 0 0,-1-1-10 0 0,-1 0 0 0 0,0 0 0 0 0,0-1 0 0 0,1 0 0 0 0,-2-1 0 0 0,1 0-1 0 0,0-1 1 0 0,-1 0 0 0 0,0 0 0 0 0,14-12 0 0 0,-8 2 142 0 0,-1 0 0 0 0,0-1 0 0 0,-2 0 0 0 0,0-1 0 0 0,0 0 0 0 0,-2-1 0 0 0,16-35 0 0 0,-6 14 657 0 0,-19 37-864 0 0,-1 4 21 0 0,-9 30 66 0 0,-202 678 373 0 0,204-687-472 0 0,-6 21 429 0 0,-2-1 0 0 0,-34 66 1 0 0,44-98-174 0 0,-1-1 0 0 0,0-1 0 0 0,0 1 0 0 0,-1-1-1 0 0,-1 0 1 0 0,1-1 0 0 0,-1 0 0 0 0,0 0 0 0 0,-1 0 0 0 0,0-1 0 0 0,0-1 0 0 0,-1 1 0 0 0,0-2 0 0 0,0 1 0 0 0,0-1 0 0 0,-12 3 0 0 0,17-6-117 0 0,0-1-1 0 0,0 1 1 0 0,-1-1 0 0 0,1-1 0 0 0,-1 1-1 0 0,1-1 1 0 0,-1 0 0 0 0,1 0-1 0 0,-1-1 1 0 0,1 1 0 0 0,0-1-1 0 0,-1-1 1 0 0,1 1 0 0 0,0-1 0 0 0,0 1-1 0 0,0-2 1 0 0,0 1 0 0 0,0 0-1 0 0,0-1 1 0 0,0 0 0 0 0,1 0 0 0 0,0-1-1 0 0,-1 1 1 0 0,1-1 0 0 0,-4-4-1 0 0,2 0-24 0 0,0-1-1 0 0,0 1 0 0 0,1-1 0 0 0,0 0 0 0 0,0 0 1 0 0,1 0-1 0 0,0 0 0 0 0,1-1 0 0 0,0 0 0 0 0,1 0 1 0 0,0 0-1 0 0,-2-19 0 0 0,4 11-302 0 0,0 0 1 0 0,1 0-1 0 0,1 1 1 0 0,0-1-1 0 0,1 0 0 0 0,1 0 1 0 0,1 1-1 0 0,1 0 0 0 0,0 0 1 0 0,1 1-1 0 0,1-1 1 0 0,0 1-1 0 0,2 1 0 0 0,-1 0 1 0 0,2 0-1 0 0,22-23 0 0 0,-9 12-1786 0 0,1 1-1 0 0,53-38 1 0 0,65-29-9816 0 0,-102 69 4010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42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0 208 0 0,'-56'17'8908'0'0,"53"-16"-8242"0"0,-29 12 5168 0 0,28-11-5224 0 0,0 1 0 0 0,0 1-1 0 0,0-1 1 0 0,0 1 0 0 0,-3 3-1 0 0,6-6-419 0 0,189-17 280 0 0,-80 4-1998 0 0,-72 10-1895 0 0,37 1 1 0 0,-59 2-352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42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10 2380 0 0,'-139'69'12075'0'0,"137"-68"-11789"0"0,17 2 180 0 0,3-3-346 0 0,0-1 0 0 0,0-1 0 0 0,27-5 0 0 0,7-1-39 0 0,51-4-138 0 0,111-12-1472 0 0,-71 5-4672 0 0,-83 10 624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8:43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126 110 1580 0 0,'-67'-24'12985'0'0,"61"19"-11757"0"0,6 5-1155 0 0,-1-1-1 0 0,1 1 0 0 0,-1 0 0 0 0,1-1 0 0 0,-1 1 1 0 0,0 0-1 0 0,1-1 0 0 0,-1 1 0 0 0,1-1 1 0 0,-1 1-1 0 0,1-1 0 0 0,0 1 0 0 0,-1-1 0 0 0,1 1 1 0 0,0-1-1 0 0,-1 1 0 0 0,1-1 0 0 0,0 0 1 0 0,-1 1-1 0 0,1-1 0 0 0,0 0 0 0 0,0 1 0 0 0,0-1 1 0 0,0 0-1 0 0,0 1 0 0 0,0-1 0 0 0,0-1 1 0 0,1-1-26 0 0,1 0 1 0 0,0 0 0 0 0,0 0 0 0 0,0 0 0 0 0,0 1 0 0 0,1-1-1 0 0,-1 0 1 0 0,1 1 0 0 0,0 0 0 0 0,0 0 0 0 0,-1 0 0 0 0,1 0-1 0 0,1 0 1 0 0,-1 0 0 0 0,0 1 0 0 0,0-1 0 0 0,4 0 0 0 0,7-3-11 0 0,-1 1 1 0 0,1 1 0 0 0,14-3 0 0 0,-12 4-27 0 0,0 0 0 0 0,1 1 0 0 0,-1 1 0 0 0,0 1 0 0 0,0 0 0 0 0,0 1 0 0 0,0 0 0 0 0,0 2-1 0 0,21 7 1 0 0,-29-9-1 0 0,0 2-1 0 0,0-1 1 0 0,-1 1-1 0 0,1 0 1 0 0,-1 1-1 0 0,0 0 1 0 0,0 0-1 0 0,-1 0 1 0 0,0 1-1 0 0,0 0 1 0 0,0 0-1 0 0,0 0 1 0 0,-1 1-1 0 0,0 0 1 0 0,-1 0-1 0 0,1 0 1 0 0,-1 1-1 0 0,-1-1 1 0 0,5 14-1 0 0,-5-11 27 0 0,0 1 1 0 0,-1 0-1 0 0,-1 0 0 0 0,0 0 1 0 0,0 0-1 0 0,-1 0 0 0 0,0 0 1 0 0,-1 0-1 0 0,-4 22 0 0 0,1-17 99 0 0,-1 0-1 0 0,-1 0 1 0 0,0 0 0 0 0,-1-1-1 0 0,-17 27 1 0 0,-2-5 355 0 0,-1-2 1 0 0,-2-1 0 0 0,-1-1-1 0 0,-36 29 1 0 0,21-25 1011 0 0,-61 40 0 0 0,51-39 718 0 0,18-10-674 0 0,36-27-1381 0 0,4-1-114 0 0,21 1-8 0 0,-1-2 0 0 0,39-6 0 0 0,3 0-24 0 0,914-46 269 0 0,-810 45-306 0 0,-166 7-132 0 0,5 0-370 0 0,-50 4-10886 0 0,6 1 2544 0 0,20-3 2049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15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407 89 1556 0 0,'1'-5'1104'0'0,"-1"0"-1"0"0,0 0 1 0 0,0 0-1 0 0,0 0 1 0 0,0 0-1 0 0,-1 0 1 0 0,0 0-1 0 0,-2-6 1 0 0,3 9-948 0 0,-1 0 0 0 0,0 0 0 0 0,1 0-1 0 0,-1 0 1 0 0,0 0 0 0 0,0 0 0 0 0,0 0 0 0 0,-1 0 0 0 0,1 1 0 0 0,0-1 0 0 0,-1 0 0 0 0,1 1 0 0 0,-1-1-1 0 0,0 1 1 0 0,1 0 0 0 0,-1-1 0 0 0,0 1 0 0 0,0 0 0 0 0,0 0 0 0 0,0 0 0 0 0,0 0 0 0 0,0 0-1 0 0,-3 0 1 0 0,0 1-123 0 0,-1-1 1 0 0,1 2-1 0 0,-1-1 0 0 0,0 0 0 0 0,1 1 0 0 0,-1 0 0 0 0,1 1 0 0 0,0-1 0 0 0,-1 1 0 0 0,1 0 0 0 0,0 0 1 0 0,0 1-1 0 0,0-1 0 0 0,0 1 0 0 0,-5 4 0 0 0,-12 9 56 0 0,-36 33 0 0 0,51-43-58 0 0,-18 18 35 0 0,0 1 0 0 0,-37 50 0 0 0,51-60-50 0 0,1 0-1 0 0,1 1 0 0 0,0 0 1 0 0,1 0-1 0 0,1 1 1 0 0,0 0-1 0 0,-4 20 0 0 0,10-32 0 0 0,0 0-1 0 0,0 0 0 0 0,0 0 0 0 0,0 1 0 0 0,1-1 0 0 0,0 0 0 0 0,0 0 0 0 0,1 1 0 0 0,-1-1 0 0 0,1 0 0 0 0,0 0 0 0 0,1 0 0 0 0,-1 0 0 0 0,1 0 0 0 0,0 0 0 0 0,0 0 0 0 0,1 0 0 0 0,-1-1 0 0 0,1 1 0 0 0,0-1 0 0 0,0 0 0 0 0,0 0 0 0 0,1 0 0 0 0,0 0 0 0 0,-1-1 0 0 0,1 1 0 0 0,1-1 0 0 0,-1 0 0 0 0,0 0 1 0 0,1-1-1 0 0,-1 1 0 0 0,1-1 0 0 0,0 0 0 0 0,0 0 0 0 0,0 0 0 0 0,0-1 0 0 0,0 0 0 0 0,10 1 0 0 0,17 2 16 0 0,-1-3-1 0 0,35-1 1 0 0,-23-1-4277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24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15 528 0 0,'0'0'4578'0'0,"0"-14"136"0"0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25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72 408 0 0,'-14'-2'6823'0'0,"3"-3"-4579"0"0,8 5-1333 0 0,-1-2-202 0 0,0 1-1 0 0,0-1 1 0 0,1 0-1 0 0,-1 0 1 0 0,0-1-1 0 0,1 1 1 0 0,-7-6-1 0 0,9 6-557 0 0,6-11 146 0 0,-3 10-288 0 0,0 1-1 0 0,0 0 0 0 0,0 0 1 0 0,1-1-1 0 0,-1 2 0 0 0,1-1 1 0 0,-1 0-1 0 0,1 0 1 0 0,0 1-1 0 0,0 0 0 0 0,-1-1 1 0 0,1 1-1 0 0,0 0 0 0 0,0 0 1 0 0,0 1-1 0 0,0-1 1 0 0,1 1-1 0 0,-1-1 0 0 0,0 1 1 0 0,0 0-1 0 0,0 0 0 0 0,6 1 1 0 0,-6 0-9 0 0,0 0 1 0 0,0-1 0 0 0,0 1-1 0 0,0 1 1 0 0,-1-1 0 0 0,1 0-1 0 0,0 1 1 0 0,0 0 0 0 0,-1-1-1 0 0,1 1 1 0 0,-1 0-1 0 0,0 0 1 0 0,1 1 0 0 0,-1-1-1 0 0,0 0 1 0 0,0 1 0 0 0,0-1-1 0 0,-1 1 1 0 0,3 4-1 0 0,-2-2 4 0 0,-1 0-1 0 0,1 0 1 0 0,-1 0-1 0 0,-1 0 1 0 0,1 0-1 0 0,-1 0 1 0 0,0 9-1 0 0,0-13 0 0 0,-1 16 10 0 0,0 0 1 0 0,-2 0 0 0 0,0 0 0 0 0,-1 0-1 0 0,-1-1 1 0 0,0 0 0 0 0,-2 0-1 0 0,-14 28 1 0 0,-7 4 233 0 0,-45 61-1 0 0,13-22 67 0 0,59-87-308 0 0,1 1 0 0 0,-1-1-1 0 0,1 0 1 0 0,0 1 0 0 0,-1 0 0 0 0,1-1 0 0 0,0 1 0 0 0,-1-1-1 0 0,1 1 1 0 0,0-1 0 0 0,0 1 0 0 0,-1 0 0 0 0,1-1 0 0 0,0 1 0 0 0,0 0-1 0 0,0-1 1 0 0,0 1 0 0 0,0-1 0 0 0,0 1 0 0 0,0 0 0 0 0,0-1-1 0 0,0 1 1 0 0,0 0 0 0 0,0-1 0 0 0,1 1 0 0 0,-1 0 0 0 0,0-1-1 0 0,0 1 1 0 0,1-1 0 0 0,-1 1 0 0 0,0-1 0 0 0,1 1 0 0 0,-1-1-1 0 0,0 1 1 0 0,1-1 0 0 0,-1 1 0 0 0,1-1 0 0 0,-1 1 0 0 0,1-1-1 0 0,-1 1 1 0 0,1-1 0 0 0,-1 0 0 0 0,1 1 0 0 0,-1-1 0 0 0,1 0-1 0 0,0 0 1 0 0,-1 1 0 0 0,1-1 0 0 0,-1 0 0 0 0,1 0 0 0 0,1 0 0 0 0,29 2 88 0 0,10-8-42 0 0,0-1-1 0 0,-1-2 1 0 0,56-21-1 0 0,-43 14-73 0 0,63-24-2571 0 0,-43 4-5033 0 0,-49 23 2061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26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86 269 788 0 0,'-59'-32'13261'0'0,"37"20"-10578"0"0,20 12-2224 0 0,1-1-192 0 0,1 1-247 0 0,0-1 0 0 0,0 1 0 0 0,1 0 0 0 0,-1 0-1 0 0,0 0 1 0 0,1 0 0 0 0,-1 0 0 0 0,0 0 0 0 0,0 0 0 0 0,1 0 0 0 0,-1-1 0 0 0,0 1-1 0 0,0 0 1 0 0,1 0 0 0 0,-1 0 0 0 0,0-1 0 0 0,0 1 0 0 0,1 0 0 0 0,-1 0-1 0 0,0-1 1 0 0,0 1 0 0 0,0 0 0 0 0,0 0 0 0 0,0-1 0 0 0,1 1 0 0 0,-1 0 0 0 0,0 0-1 0 0,0-1 1 0 0,0 1 0 0 0,0 0 0 0 0,0-1 0 0 0,0 1 0 0 0,0 0 0 0 0,0-1 0 0 0,0 1-1 0 0,0 0 1 0 0,0 0 0 0 0,0-1 0 0 0,0 1 0 0 0,0 0 0 0 0,0-1 0 0 0,0 1 0 0 0,-1 0-1 0 0,1 0 1 0 0,0-1 0 0 0,0 1 0 0 0,0 0 0 0 0,0 0 0 0 0,-1-1 0 0 0,1 1 0 0 0,0 0-1 0 0,0 0 1 0 0,0-1 0 0 0,-1 1 0 0 0,1 0 0 0 0,0 0 0 0 0,0 0 0 0 0,-1 0 0 0 0,1-1-1 0 0,0 1 1 0 0,0 0 0 0 0,-1 0 0 0 0,1 0 0 0 0,0 0 0 0 0,-1 0 0 0 0,1 0 0 0 0,0 0-1 0 0,0 0 1 0 0,-1 0 0 0 0,17-6 107 0 0,0 1 0 0 0,19-4 0 0 0,17-4-43 0 0,43-13-5 0 0,-83 23-138 0 0,-9 2-213 0 0,1 1 0 0 0,-1-1 0 0 0,1 0 0 0 0,-1 0 0 0 0,1-1 0 0 0,-1 1 0 0 0,0-1 0 0 0,0 0 0 0 0,0 1 1 0 0,0-1-1 0 0,0-1 0 0 0,0 1 0 0 0,3-4 0 0 0,-5 5 194 0 0,-1 0-1 0 0,1 0 1 0 0,-1 0 0 0 0,1 0 0 0 0,-1 0-1 0 0,0 0 1 0 0,1 0 0 0 0,-1-1-1 0 0,0 1 1 0 0,0 0 0 0 0,0 0 0 0 0,0 0-1 0 0,0 0 1 0 0,0-1 0 0 0,0 1 0 0 0,0 0-1 0 0,0 0 1 0 0,-1 0 0 0 0,1 0 0 0 0,-1-2-1 0 0,-9-20-145 0 0,8 19 196 0 0,-15-26 1109 0 0,14 27-861 0 0,1-1 0 0 0,-1 0 0 0 0,1 0 1 0 0,0-1-1 0 0,0 1 0 0 0,-2-7 0 0 0,4 10-169 0 0,1 0-34 0 0,-1 1-1 0 0,1-1 1 0 0,0 1 0 0 0,0-1-1 0 0,-1 1 1 0 0,1 0 0 0 0,0-1-1 0 0,0 1 1 0 0,0 0-1 0 0,0 0 1 0 0,-1 0 0 0 0,1 0-1 0 0,0-1 1 0 0,0 1 0 0 0,0 0-1 0 0,0 0 1 0 0,-1 1-1 0 0,1-1 1 0 0,0 0 0 0 0,0 0-1 0 0,0 0 1 0 0,0 1 0 0 0,-1-1-1 0 0,2 1 1 0 0,26 8 621 0 0,-24-7-532 0 0,4 0-26 0 0,0 1 0 0 0,-1 1 0 0 0,1-1-1 0 0,-1 1 1 0 0,0 1 0 0 0,-1-1 0 0 0,1 1 0 0 0,-1 1-1 0 0,0-1 1 0 0,0 1 0 0 0,0 0 0 0 0,-1 0 0 0 0,9 13-1 0 0,-11-13-52 0 0,0 0 0 0 0,0 0-1 0 0,0 0 1 0 0,-1 1 0 0 0,0-1-1 0 0,-1 1 1 0 0,1-1 0 0 0,-1 1 0 0 0,0 0-1 0 0,-1 0 1 0 0,0-1 0 0 0,0 1-1 0 0,0 0 1 0 0,-1 0 0 0 0,0-1-1 0 0,0 1 1 0 0,-3 6 0 0 0,-4 13-186 0 0,-1 0 0 0 0,-18 36 0 0 0,17-42-2639 0 0,-21 29 0 0 0,22-38-1421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26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213 117 1160 0 0,'3'-3'818'0'0,"35"-45"8206"0"0,-35 44-8267 0 0,-1 0 0 0 0,0 0 0 0 0,1 0 0 0 0,-1 0-1 0 0,0 0 1 0 0,-1-1 0 0 0,1 1 0 0 0,-1-1 0 0 0,0 1-1 0 0,1-9 1 0 0,-2 12-738 0 0,0 1-1 0 0,0-1 1 0 0,0 1-1 0 0,0 0 1 0 0,0-1 0 0 0,0 1-1 0 0,0-1 1 0 0,0 1-1 0 0,-1 0 1 0 0,1-1 0 0 0,0 1-1 0 0,0-1 1 0 0,0 1-1 0 0,0 0 1 0 0,-1-1 0 0 0,1 1-1 0 0,0 0 1 0 0,0-1-1 0 0,-1 1 1 0 0,1 0 0 0 0,0 0-1 0 0,0-1 1 0 0,-1 1-1 0 0,1 0 1 0 0,0 0 0 0 0,-1-1-1 0 0,1 1 1 0 0,-1 0-1 0 0,1 0 1 0 0,0 0-1 0 0,-1 0 1 0 0,1 0 0 0 0,0-1-1 0 0,-1 1 1 0 0,1 0-1 0 0,-1 0 1 0 0,1 0 0 0 0,-1 0-1 0 0,1 0 1 0 0,0 0-1 0 0,-1 0 1 0 0,1 0 0 0 0,-1 0-1 0 0,1 1 1 0 0,0-1-1 0 0,-1 0 1 0 0,1 0 0 0 0,0 0-1 0 0,-1 0 1 0 0,1 1-1 0 0,0-1 1 0 0,-1 0 0 0 0,1 0-1 0 0,0 1 1 0 0,-1-1-1 0 0,0 1 1 0 0,-20 13 163 0 0,21-14-178 0 0,-16 14 52 0 0,0 1 0 0 0,1 1 0 0 0,1 0 0 0 0,1 1 0 0 0,-14 21 0 0 0,-49 98 31 0 0,66-117-39 0 0,1 1 0 0 0,1 0 1 0 0,0 0-1 0 0,2 1 0 0 0,1 0 1 0 0,0 0-1 0 0,1 1 0 0 0,0 22 0 0 0,4-35-93 0 0,0-1-1 0 0,1 0 1 0 0,-1 1-1 0 0,2-1 1 0 0,-1 1-1 0 0,2-1 1 0 0,-1 0-1 0 0,1 0 1 0 0,0 0-1 0 0,5 8 1 0 0,-5-10-182 0 0,1 0 0 0 0,0-1 0 0 0,0 0 0 0 0,1 1 0 0 0,0-2-1 0 0,0 1 1 0 0,0 0 0 0 0,0-1 0 0 0,1 0 0 0 0,0 0 0 0 0,-1-1 0 0 0,2 0 0 0 0,-1 0 0 0 0,7 3 0 0 0,-3-3-1202 0 0,-1-1 1 0 0,1 1-1 0 0,0-2 1 0 0,0 1-1 0 0,14-1 1 0 0,2-1-5121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26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45 448 0 0,'-12'-8'7838'0'0,"11"7"-7512"0"0,-1 0 361 0 0,0-1 1 0 0,0 1-1 0 0,1-1 1 0 0,-1 0-1 0 0,0 1 1 0 0,1-1-1 0 0,-1 0 1 0 0,0-3-1 0 0,1 5-618 0 0,1 0-1 0 0,0-1 1 0 0,0 1-1 0 0,0 0 1 0 0,0-1-1 0 0,0 1 1 0 0,0 0-1 0 0,0-1 1 0 0,0 1-1 0 0,0 0 1 0 0,0-1-1 0 0,0 1 1 0 0,0 0-1 0 0,0 0 1 0 0,0-1-1 0 0,0 1 1 0 0,0 0-1 0 0,1-1 1 0 0,-1 1-1 0 0,0 0 1 0 0,0-1-1 0 0,0 1 1 0 0,0 0-1 0 0,1 0 1 0 0,-1-1-1 0 0,0 1 1 0 0,1 0-1 0 0,15-7 847 0 0,-8 6-753 0 0,0 0-1 0 0,0 1 0 0 0,-1 0 1 0 0,1 0-1 0 0,0 0 0 0 0,-1 1 1 0 0,1 0-1 0 0,0 1 0 0 0,-1-1 1 0 0,11 5-1 0 0,-15-4-70 0 0,1-1 0 0 0,-1 0 0 0 0,0 1 0 0 0,-1 0 0 0 0,1 0 0 0 0,0 0 0 0 0,0 0 0 0 0,-1 0-1 0 0,1 1 1 0 0,-1-1 0 0 0,0 1 0 0 0,0-1 0 0 0,0 1 0 0 0,0 0 0 0 0,0 0 0 0 0,-1 0 0 0 0,1 0 0 0 0,-1 0 0 0 0,1 0 0 0 0,-1 1-1 0 0,-1-1 1 0 0,1 0 0 0 0,0 0 0 0 0,-1 1 0 0 0,1-1 0 0 0,-1 6 0 0 0,-1 6 230 0 0,-1 0 0 0 0,0-1 0 0 0,-1 1 0 0 0,-1-1-1 0 0,0 0 1 0 0,-1 0 0 0 0,-1 0 0 0 0,0-1 0 0 0,-14 24 0 0 0,-8 6 609 0 0,-47 57 0 0 0,-55 60 378 0 0,130-160-1308 0 0,-19 28 130 0 0,19-26-116 0 0,-1-1 0 0 0,1 0 0 0 0,-1 0 0 0 0,1 1 0 0 0,0-1 1 0 0,-1 0-1 0 0,1 1 0 0 0,0-1 0 0 0,0 0 0 0 0,0 1 0 0 0,0-1 0 0 0,0 0 0 0 0,0 1 1 0 0,0-1-1 0 0,0 0 0 0 0,1 1 0 0 0,-1-1 0 0 0,0 0 0 0 0,1 1 0 0 0,0 1 0 0 0,1-2-3 0 0,0 0 1 0 0,-1 1-1 0 0,1-1 0 0 0,0 0 0 0 0,0 0 0 0 0,0 0 1 0 0,0-1-1 0 0,0 1 0 0 0,0 0 0 0 0,0-1 0 0 0,0 1 1 0 0,1-1-1 0 0,-1 0 0 0 0,0 1 0 0 0,0-1 0 0 0,3 0 0 0 0,-5 0 1 0 0,32-1 41 0 0,-1-1 0 0 0,0-1 0 0 0,0-2 1 0 0,49-14-1 0 0,-9 3-369 0 0,-67 15-461 0 0,-1-1-1 0 0,1 0 1 0 0,0 1 0 0 0,-1-1 0 0 0,0-1 0 0 0,1 1 0 0 0,-1 0 0 0 0,0-1 0 0 0,0 0 0 0 0,0 0 0 0 0,-1 1-1 0 0,1-2 1 0 0,-1 1 0 0 0,1 0 0 0 0,2-7 0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27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58 161 2924 0 0,'-52'-41'16652'0'0,"51"39"-15926"0"0,0 2-695 0 0,1 0 1 0 0,0-1 0 0 0,-1 1 0 0 0,1 0 0 0 0,0 0 0 0 0,0 0-1 0 0,-1-1 1 0 0,1 1 0 0 0,0 0 0 0 0,0 0 0 0 0,-1-1 0 0 0,1 1-1 0 0,0 0 1 0 0,0-1 0 0 0,0 1 0 0 0,0 0 0 0 0,0-1 0 0 0,-1 1-1 0 0,1 0 1 0 0,0 0 0 0 0,0-1 0 0 0,0 1 0 0 0,0 0 0 0 0,0-1-1 0 0,0 1 1 0 0,0-1 0 0 0,0 1 0 0 0,0 0 0 0 0,0-1 0 0 0,0 1-1 0 0,0 0 1 0 0,0-1 0 0 0,0 1 0 0 0,1 0 0 0 0,-1 0 0 0 0,0-1-1 0 0,0 1 1 0 0,0 0 0 0 0,0-1 0 0 0,1 1 0 0 0,-1 0 0 0 0,0 0-1 0 0,0-1 1 0 0,1 1 0 0 0,-1 0 0 0 0,0 0 0 0 0,0-1 0 0 0,1 1-1 0 0,-1 0 1 0 0,0 0 0 0 0,0 0 0 0 0,1 0 0 0 0,0-1 0 0 0,25-11 268 0 0,0 1 0 0 0,49-13 0 0 0,-21 8-154 0 0,59-20-320 0 0,-103 32-906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27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52 139 580 0 0,'1'-7'2254'0'0,"1"0"0"0"0,0 0 0 0 0,0 0 0 0 0,4-7 0 0 0,-3 7-1300 0 0,0 1 1 0 0,1 0-1 0 0,0 0 1 0 0,4-5-1 0 0,-3 5-831 0 0,1 1-1 0 0,-1 0 0 0 0,1 0 1 0 0,0 0-1 0 0,0 1 0 0 0,0 0 1 0 0,0 0-1 0 0,1 0 0 0 0,0 1 1 0 0,-1 0-1 0 0,1 0 0 0 0,1 1 1 0 0,-1 0-1 0 0,0 0 0 0 0,10-1 1 0 0,-11 3-68 0 0,-1-1 1 0 0,0 1-1 0 0,1 0 1 0 0,-1 1-1 0 0,1-1 1 0 0,-1 1-1 0 0,0 0 1 0 0,1 0-1 0 0,-1 1 1 0 0,0 0 0 0 0,0 0-1 0 0,0 0 1 0 0,0 0-1 0 0,0 1 1 0 0,5 3-1 0 0,-7-3-24 0 0,0-1-1 0 0,0 1 1 0 0,0-1-1 0 0,-1 1 1 0 0,1 0 0 0 0,-1 0-1 0 0,0 0 1 0 0,0 0-1 0 0,0 0 1 0 0,0 1-1 0 0,-1-1 1 0 0,1 0 0 0 0,-1 1-1 0 0,0 0 1 0 0,0-1-1 0 0,0 1 1 0 0,0-1-1 0 0,-1 1 1 0 0,0 0-1 0 0,1 0 1 0 0,-1-1 0 0 0,-1 8-1 0 0,-1-1 27 0 0,0 1 0 0 0,-1 0 0 0 0,0 0 0 0 0,0-1 0 0 0,-1 0-1 0 0,-1 0 1 0 0,-7 13 0 0 0,-46 62 211 0 0,33-52-123 0 0,23-30-104 0 0,0 1 0 0 0,-1-1 0 0 0,1 1 0 0 0,0-1 0 0 0,1 1 0 0 0,-3 6 0 0 0,4-9-39 0 0,0 0 0 0 0,1 0 0 0 0,-1 0 0 0 0,1 1 0 0 0,-1-1 1 0 0,1 0-1 0 0,0 0 0 0 0,-1 0 0 0 0,1-1 0 0 0,0 1 0 0 0,0 0 0 0 0,-1 0 0 0 0,1 0 0 0 0,0 0 0 0 0,0-1 1 0 0,0 1-1 0 0,0 0 0 0 0,0-1 0 0 0,0 1 0 0 0,0-1 0 0 0,3 1 0 0 0,1 2-2 0 0,4 3 41 0 0,2 0-57 0 0,1 2 0 0 0,-2-1 0 0 0,1 1-1 0 0,13 14 1 0 0,-21-19 89 0 0,0 1 1 0 0,-1 0-1 0 0,1-1 0 0 0,-1 1 0 0 0,1 0 1 0 0,-1 0-1 0 0,0 1 0 0 0,-1-1 0 0 0,1 0 0 0 0,-1 1 1 0 0,0-1-1 0 0,0 1 0 0 0,0-1 0 0 0,0 1 0 0 0,-1-1 1 0 0,0 1-1 0 0,0 5 0 0 0,-1-3 169 0 0,0 1 1 0 0,-1-1-1 0 0,1 0 0 0 0,-1 1 0 0 0,0-1 1 0 0,-1 0-1 0 0,0 0 0 0 0,0-1 0 0 0,-1 1 1 0 0,0-1-1 0 0,0 1 0 0 0,0-1 0 0 0,-1 0 1 0 0,1-1-1 0 0,-1 1 0 0 0,-1-1 1 0 0,1 0-1 0 0,-1 0 0 0 0,0-1 0 0 0,0 0 1 0 0,-11 6-1 0 0,10-6-155 0 0,-1 0 0 0 0,0-1 0 0 0,0 0-1 0 0,0-1 1 0 0,0 0 0 0 0,0 0 0 0 0,0 0 0 0 0,0-1 0 0 0,-1-1 0 0 0,1 1 0 0 0,0-1 0 0 0,-1-1 0 0 0,1 1 0 0 0,0-1 0 0 0,-1-1 0 0 0,1 0 0 0 0,0 0-1 0 0,-15-6 1 0 0,12 3-1300 0 0,1-1-1 0 0,0 0 1 0 0,-10-7-1 0 0,20 12 1023 0 0,-1 0 0 0 0,1 1 0 0 0,-1-1 0 0 0,1 1 0 0 0,-1-1 0 0 0,1 0 0 0 0,0 0 0 0 0,-1 1 0 0 0,1-1 0 0 0,0 0 0 0 0,0 0 0 0 0,-1 1 0 0 0,1-1 0 0 0,0 0 0 0 0,0 0 0 0 0,0 0 0 0 0,0 1 0 0 0,0-1 0 0 0,0 0 0 0 0,0 0 0 0 0,0 0 0 0 0,1 1 0 0 0,-1-1 0 0 0,0 0 0 0 0,0 0 0 0 0,1 1 0 0 0,-1-1 0 0 0,0 0 1 0 0,1 0-1 0 0,13-20-8441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27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95 1056 0 0,'2'-5'1600'0'0,"0"0"0"0"0,0 0 0 0 0,-1 0 0 0 0,0 0 0 0 0,0 0 0 0 0,0 0 0 0 0,-1-10 0 0 0,0 13-1345 0 0,0 0-1 0 0,0 0 1 0 0,0 0-1 0 0,0 0 0 0 0,-1 0 1 0 0,1 1-1 0 0,-1-1 0 0 0,0 0 1 0 0,1 0-1 0 0,-1 0 0 0 0,0 0 1 0 0,0 1-1 0 0,0-1 1 0 0,0 1-1 0 0,-1-1 0 0 0,1 1 1 0 0,0-1-1 0 0,-1 1 0 0 0,1-1 1 0 0,-1 1-1 0 0,1 0 0 0 0,-1 0 1 0 0,0 0-1 0 0,1 0 1 0 0,-3-1-1 0 0,0 1-175 0 0,1 0-1 0 0,0 1 1 0 0,-1-1 0 0 0,1 1 0 0 0,0 0 0 0 0,-1 0-1 0 0,1 0 1 0 0,-1 1 0 0 0,1-1 0 0 0,-1 1-1 0 0,1-1 1 0 0,0 1 0 0 0,0 0 0 0 0,-1 1 0 0 0,1-1-1 0 0,0 0 1 0 0,0 1 0 0 0,0 0 0 0 0,-4 2-1 0 0,-9 7 171 0 0,1 1 0 0 0,-17 15 1 0 0,25-20-98 0 0,-20 17 158 0 0,1 2-1 0 0,2 1 1 0 0,-34 47-1 0 0,45-54-206 0 0,1 0 1 0 0,0 1-1 0 0,1 0 0 0 0,2 1 0 0 0,0 0 0 0 0,-9 36 1 0 0,17-53-73 0 0,0 1 1 0 0,0 0-1 0 0,0 0 0 0 0,1 0 1 0 0,-1 0-1 0 0,1-1 1 0 0,1 1-1 0 0,-1 0 1 0 0,1 0-1 0 0,0 0 1 0 0,1 0-1 0 0,-1-1 0 0 0,1 1 1 0 0,5 10-1 0 0,-4-11-40 0 0,0-1-1 0 0,1 1 0 0 0,-1-1 0 0 0,1 0 0 0 0,0 0 1 0 0,0 0-1 0 0,0 0 0 0 0,1-1 0 0 0,0 1 1 0 0,-1-1-1 0 0,1 0 0 0 0,0-1 0 0 0,0 1 1 0 0,0-1-1 0 0,10 3 0 0 0,9 1-964 0 0,0-1-1 0 0,0-1 1 0 0,0 0 0 0 0,28-1-1 0 0,-19-3-4111 0 0,32-4-1 0 0,-33 0-2685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28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19 968 0 0,'12'-18'26370'0'0,"-11"31"-21860"0"0,-7 35-6352 0 0,5-39 3422 0 0,-22 249-2431 0 0,20-172-4482 0 0,3 0-5504 0 0,0-48-1324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29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57 1288 0 0,'14'-13'11655'0'0,"-14"12"-11515"0"0,1 0 1 0 0,-1 0-1 0 0,0 0 1 0 0,0 0-1 0 0,1 0 1 0 0,-1-1-1 0 0,0 1 1 0 0,0 0-1 0 0,0 0 1 0 0,0 0 0 0 0,0 0-1 0 0,-1 0 1 0 0,1 0-1 0 0,0 0 1 0 0,0 0-1 0 0,-1 0 1 0 0,1 0-1 0 0,0 0 1 0 0,-1 0 0 0 0,1 0-1 0 0,-1 0 1 0 0,1 1-1 0 0,-1-1 1 0 0,0 0-1 0 0,-1-1 1 0 0,0 0-36 0 0,0 0 1 0 0,0 1-1 0 0,-1 0 1 0 0,1-1-1 0 0,0 1 1 0 0,-1 0-1 0 0,1 0 1 0 0,-1 0-1 0 0,1 1 1 0 0,-5-2-1 0 0,2 1-88 0 0,0 1-1 0 0,-1-1 0 0 0,1 1 0 0 0,0 0 0 0 0,-1 0 0 0 0,1 0 0 0 0,0 1 0 0 0,0 0 0 0 0,-1 0 0 0 0,-8 3 0 0 0,4 2-11 0 0,2 0 0 0 0,-1 1 0 0 0,1-1 0 0 0,-1 2 0 0 0,2-1-1 0 0,-1 1 1 0 0,1 0 0 0 0,1 1 0 0 0,-1-1 0 0 0,1 1 0 0 0,1 1 0 0 0,0-1 0 0 0,0 1-1 0 0,1 0 1 0 0,-5 14 0 0 0,5-11-2 0 0,1-1 1 0 0,0 1-1 0 0,1 0 1 0 0,0 0-1 0 0,1 0 0 0 0,0 0 1 0 0,1 0-1 0 0,1 0 0 0 0,0 0 1 0 0,1 0-1 0 0,0 0 0 0 0,6 18 1 0 0,-5-23 0 0 0,1 0-1 0 0,0 0 1 0 0,1 0 0 0 0,0-1 0 0 0,0 0 0 0 0,1 0 0 0 0,0 0-1 0 0,0 0 1 0 0,0-1 0 0 0,1 0 0 0 0,0-1 0 0 0,0 1 0 0 0,0-1-1 0 0,1-1 1 0 0,0 1 0 0 0,0-1 0 0 0,15 5 0 0 0,-8-4-547 0 0,-1 0 0 0 0,1-1 0 0 0,0-1 1 0 0,16 2-1 0 0,-17-4-1077 0 0,0 0-1 0 0,0-1 1 0 0,0-1 0 0 0,16-2-1 0 0,-11-2-3284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29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80 1116 0 0,'-1'-2'2426'0'0,"-32"-66"14495"0"0,32 68-16913 0 0,1-1 0 0 0,0 1-1 0 0,0 0 1 0 0,0 0 0 0 0,0-1-1 0 0,0 1 1 0 0,0 0 0 0 0,0 0 0 0 0,0-1-1 0 0,0 1 1 0 0,0 0 0 0 0,0-1-1 0 0,0 1 1 0 0,0 0 0 0 0,0 0 0 0 0,1-1-1 0 0,-1 1 1 0 0,0 0 0 0 0,0 0-1 0 0,0-1 1 0 0,0 1 0 0 0,0 0 0 0 0,1 0-1 0 0,-1-1 1 0 0,0 1 0 0 0,0 0-1 0 0,0 0 1 0 0,1 0 0 0 0,-1-1 0 0 0,0 1-1 0 0,0 0 1 0 0,1 0 0 0 0,-1 0-1 0 0,0 0 1 0 0,0 0 0 0 0,1 0 0 0 0,-1 0-1 0 0,0-1 1 0 0,0 1 0 0 0,1 0-1 0 0,-1 0 1 0 0,0 0 0 0 0,1 0 0 0 0,15-1 82 0 0,-11 2-73 0 0,0-1-1 0 0,0 1 1 0 0,0 1-1 0 0,0-1 1 0 0,0 1 0 0 0,0-1-1 0 0,-1 2 1 0 0,1-1-1 0 0,-1 0 1 0 0,1 1-1 0 0,4 4 1 0 0,-6-5-3 0 0,-1 1 1 0 0,1-1-1 0 0,-1 1 1 0 0,0-1-1 0 0,0 1 1 0 0,0 0-1 0 0,0 0 1 0 0,-1 0-1 0 0,1 0 0 0 0,-1 1 1 0 0,0-1-1 0 0,0 0 1 0 0,0 1-1 0 0,0-1 1 0 0,-1 0-1 0 0,1 1 1 0 0,-1-1-1 0 0,0 6 1 0 0,-1 2 13 0 0,0-1 0 0 0,0 1 0 0 0,-2-1 0 0 0,1 0 0 0 0,-1 0 0 0 0,-1 1 0 0 0,1-2 0 0 0,-9 15 0 0 0,-46 72 146 0 0,49-84-140 0 0,-1 9 109 0 0,10-20-141 0 0,0-1 1 0 0,0 1 0 0 0,0-1 0 0 0,-1 1 0 0 0,1-1 0 0 0,0 1 0 0 0,0-1-1 0 0,0 1 1 0 0,1-1 0 0 0,-1 1 0 0 0,0-1 0 0 0,0 0 0 0 0,0 1 0 0 0,0-1-1 0 0,0 1 1 0 0,1-1 0 0 0,-1 1 0 0 0,0-1 0 0 0,0 1 0 0 0,1-1 0 0 0,-1 0-1 0 0,0 1 1 0 0,0-1 0 0 0,1 1 0 0 0,-1-1 0 0 0,1 0 0 0 0,-1 1 0 0 0,0-1-1 0 0,1 0 1 0 0,-1 0 0 0 0,1 1 0 0 0,-1-1 0 0 0,1 0 0 0 0,1 1 1 0 0,2-1-18 0 0,5 1 12 0 0,1 1-1 0 0,-1-1 0 0 0,0 1 0 0 0,1 1 0 0 0,-1 0 1 0 0,0 0-1 0 0,0 1 0 0 0,-1 0 0 0 0,15 9 1 0 0,-20-12 47 0 0,-1 1 1 0 0,0 0-1 0 0,1 0 1 0 0,-1 0-1 0 0,0 0 1 0 0,0 0-1 0 0,0 1 1 0 0,0-1-1 0 0,-1 1 1 0 0,1-1-1 0 0,-1 1 1 0 0,1 0-1 0 0,-1-1 1 0 0,0 1-1 0 0,0 0 1 0 0,0 0-1 0 0,-1 0 1 0 0,1 0-1 0 0,0 0 1 0 0,-1 0-1 0 0,0 0 1 0 0,0 0-1 0 0,0 0 1 0 0,0 0-1 0 0,0 0 1 0 0,-1 0-1 0 0,1 0 1 0 0,-1-1-1 0 0,0 1 1 0 0,0 0-1 0 0,0 0 1 0 0,0 0-1 0 0,-1-1 1 0 0,-2 6-1 0 0,-1 0 222 0 0,-1 1 0 0 0,0-1 0 0 0,0 0-1 0 0,-1 0 1 0 0,0-1 0 0 0,0 0 0 0 0,-1 0 0 0 0,0-1 0 0 0,0 0-1 0 0,0 0 1 0 0,-1-1 0 0 0,0 0 0 0 0,-12 5 0 0 0,10-6-149 0 0,0 0-1 0 0,0 0 1 0 0,0-1 0 0 0,-1 0 0 0 0,1-1 0 0 0,-1-1-1 0 0,1 0 1 0 0,-1 0 0 0 0,0-1 0 0 0,0-1 0 0 0,-14-2-1 0 0,23 3-234 0 0,0 0 0 0 0,0-1-1 0 0,0 0 1 0 0,0 0-1 0 0,0 0 1 0 0,1 0 0 0 0,-1 0-1 0 0,0-1 1 0 0,1 1 0 0 0,-1-1-1 0 0,1 1 1 0 0,-1-1-1 0 0,1 0 1 0 0,0 0 0 0 0,0 0-1 0 0,0 0 1 0 0,0-1 0 0 0,0 1-1 0 0,-2-5 1 0 0,3 5-167 0 0,0 0 0 0 0,1-1-1 0 0,-1 1 1 0 0,1 0 0 0 0,-1-1 0 0 0,1 1 0 0 0,0 0 0 0 0,0-1-1 0 0,0 1 1 0 0,0-1 0 0 0,1 1 0 0 0,-1 0 0 0 0,1-1 0 0 0,-1 1-1 0 0,1 0 1 0 0,0 0 0 0 0,0-1 0 0 0,0 1 0 0 0,0 0 0 0 0,0 0-1 0 0,0 0 1 0 0,1 0 0 0 0,-1 0 0 0 0,3-2 0 0 0,5-7-2943 0 0,1 0 0 0 0,18-13 1 0 0,-7 6-4010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29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1 115 652 0 0,'15'-12'11875'0'0,"-4"5"-9215"0"0,137-20-422 0 0,4-1-3213 0 0,-100 7-4169 0 0,-51 20 4835 0 0,0 0 1 0 0,0 0-1 0 0,0 0 1 0 0,0 0 0 0 0,0-1-1 0 0,0 1 1 0 0,0 0-1 0 0,0 0 1 0 0,-1-1-1 0 0,1 1 1 0 0,0 0-1 0 0,-1-1 1 0 0,1-2 0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30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65 1656 0 0,'-1'-2'1471'0'0,"-16"-51"7898"0"0,16 51-8962 0 0,1-6 775 0 0,5 10-997 0 0,0 1-1 0 0,0-1 0 0 0,-1 1 1 0 0,0-1-1 0 0,1 1 0 0 0,-1 0 1 0 0,0 1-1 0 0,0-1 0 0 0,0 1 1 0 0,-1 0-1 0 0,0 0 1 0 0,1 0-1 0 0,-1 0 0 0 0,-1 1 1 0 0,1-1-1 0 0,0 1 0 0 0,2 8 1 0 0,0 0 16 0 0,0 0 1 0 0,-1 0-1 0 0,0 1 1 0 0,-1 0-1 0 0,2 22 1 0 0,-5-21-118 0 0,-1 0 0 0 0,0 0 1 0 0,0 0-1 0 0,-2 0 0 0 0,0 0 0 0 0,0 0 0 0 0,-2-1 1 0 0,-7 19-1 0 0,-2-3-656 0 0,0 0 0 0 0,-32 46 0 0 0,23-46-2169 0 0,5-14-2798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32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43 1264 0 0,'-4'-10'5127'0'0,"4"7"-4915"0"0,-2 1 1 0 0,1 0-1 0 0,0 0 1 0 0,0 1 0 0 0,-1-1-1 0 0,1 0 1 0 0,-1 0-1 0 0,1 1 1 0 0,-1-1-1 0 0,0 1 1 0 0,0-1 0 0 0,1 1-1 0 0,-1-1 1 0 0,0 1-1 0 0,0 0 1 0 0,0 0 0 0 0,-1 0-1 0 0,1 1 1 0 0,0-1-1 0 0,0 0 1 0 0,0 1 0 0 0,-1-1-1 0 0,1 1 1 0 0,0 0-1 0 0,-1 0 1 0 0,1 0-1 0 0,0 0 1 0 0,-4 0 0 0 0,1 1-168 0 0,0 0 0 0 0,0 0 1 0 0,0 0-1 0 0,1 0 1 0 0,-1 0-1 0 0,0 1 0 0 0,1 0 1 0 0,-1 0-1 0 0,1 1 1 0 0,0-1-1 0 0,0 1 0 0 0,-5 3 1 0 0,-2 6 53 0 0,1-1 1 0 0,0 1-1 0 0,0 1 1 0 0,2 0-1 0 0,-1 0 1 0 0,2 1-1 0 0,0 0 1 0 0,0 0-1 0 0,-6 23 1 0 0,6-15-61 0 0,2-1 1 0 0,0 1-1 0 0,2 1 1 0 0,0-1 0 0 0,2 0-1 0 0,1 24 1 0 0,0-39-68 0 0,1 0 0 0 0,0 0 0 0 0,0 0 0 0 0,1 0 0 0 0,-1 0 0 0 0,2-1 0 0 0,-1 1 0 0 0,1-1 0 0 0,0 1 0 0 0,0-1 0 0 0,1 0 0 0 0,0 0 0 0 0,0-1 0 0 0,0 1 0 0 0,1-1 0 0 0,0 0 0 0 0,8 7 0 0 0,-6-6-579 0 0,0-1 0 0 0,1 0 0 0 0,0-1 0 0 0,0 1 0 0 0,1-1 0 0 0,-1-1 0 0 0,1 0 0 0 0,-1 0 0 0 0,1-1 0 0 0,0 0 0 0 0,0 0 0 0 0,17 0 0 0 0,-5-1-3012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32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193 146 392 0 0,'0'-3'2542'0'0,"-2"-7"-926"0"0,1 1 1 0 0,-2-1-1 0 0,1 1 1 0 0,-1 0-1 0 0,-1 0 0 0 0,0 0 1 0 0,-7-12-1 0 0,-1-7 551 0 0,12 27-2151 0 0,0 1 0 0 0,0-1 0 0 0,0 0 1 0 0,0 1-1 0 0,0-1 0 0 0,0 0 0 0 0,0 1 1 0 0,0-1-1 0 0,0 0 0 0 0,1 0 1 0 0,-1 1-1 0 0,0-1 0 0 0,0 0 0 0 0,0 1 1 0 0,1-1-1 0 0,-1 0 0 0 0,0 1 0 0 0,1-1 1 0 0,-1 1-1 0 0,1-1 0 0 0,-1 1 1 0 0,1-1-1 0 0,-1 1 0 0 0,1-1 0 0 0,-1 1 1 0 0,1-1-1 0 0,-1 1 0 0 0,1-1 0 0 0,0 1 1 0 0,-1 0-1 0 0,1 0 0 0 0,0-1 1 0 0,-1 1-1 0 0,1 0 0 0 0,0 0 0 0 0,0-1 1 0 0,10-1 12 0 0,0 0 0 0 0,0 0 0 0 0,0 1 0 0 0,0 0 0 0 0,0 1 0 0 0,12 1 0 0 0,-17 0-14 0 0,1-1-1 0 0,-1 1 0 0 0,0 1 1 0 0,0-1-1 0 0,1 1 1 0 0,-1 0-1 0 0,-1 1 0 0 0,1 0 1 0 0,0-1-1 0 0,-1 2 1 0 0,1-1-1 0 0,5 5 0 0 0,-9-6 0 0 0,-1-1 0 0 0,0 0 0 0 0,1 1 0 0 0,-1-1 0 0 0,0 1 0 0 0,0-1 0 0 0,0 1 0 0 0,0 0-1 0 0,0 0 1 0 0,0-1 0 0 0,-1 1 0 0 0,1 0 0 0 0,-1 0 0 0 0,1 0 0 0 0,-1 0 0 0 0,1 0 0 0 0,-1 0-1 0 0,0 0 1 0 0,0 3 0 0 0,-1 0 8 0 0,0-1-1 0 0,0 0 0 0 0,0 0 1 0 0,0 0-1 0 0,-1 0 0 0 0,1 0 1 0 0,-1 0-1 0 0,-4 6 0 0 0,-2 3 19 0 0,-1-1 0 0 0,-1 0 0 0 0,0-1 0 0 0,-12 11 0 0 0,-72 53 559 0 0,93-74-557 0 0,2 0-22 0 0,4 4 2 0 0,-4-4-21 0 0,1 0 0 0 0,-1 0 0 0 0,0 0 1 0 0,1 0-1 0 0,-1-1 0 0 0,0 1 0 0 0,1 0 0 0 0,-1-1 1 0 0,1 1-1 0 0,-1-1 0 0 0,1 0 0 0 0,-1 1 1 0 0,1-1-1 0 0,-1 0 0 0 0,3 0 0 0 0,1 0 2 0 0,10 4 9 0 0,-1 1 1 0 0,0 0 0 0 0,0 0 0 0 0,0 2 0 0 0,-1 0 0 0 0,24 16 0 0 0,-34-21 93 0 0,0 0 1 0 0,0 1-1 0 0,0 0 0 0 0,0 0 0 0 0,0 0 0 0 0,-1 0 0 0 0,1 0 0 0 0,-1 0 0 0 0,0 1 0 0 0,0-1 1 0 0,0 1-1 0 0,0 0 0 0 0,-1-1 0 0 0,1 1 0 0 0,-1 0 0 0 0,0 0 0 0 0,0 0 0 0 0,-1 0 1 0 0,1 0-1 0 0,-1 0 0 0 0,0 0 0 0 0,0 0 0 0 0,0 0 0 0 0,0 0 0 0 0,-1 0 0 0 0,0 0 1 0 0,1 0-1 0 0,-2 0 0 0 0,-1 6 0 0 0,-3 1 190 0 0,1-1 0 0 0,-1 0 0 0 0,0 0 0 0 0,-1 0-1 0 0,-1-1 1 0 0,1 0 0 0 0,-1-1 0 0 0,-1 1 0 0 0,1-2 0 0 0,-2 1 0 0 0,1-1 0 0 0,-1 0 0 0 0,0-1 0 0 0,0 0 0 0 0,-11 4 0 0 0,10-5-174 0 0,0-1 1 0 0,0 1 0 0 0,0-2-1 0 0,-1 1 1 0 0,1-2 0 0 0,-1 0-1 0 0,0 0 1 0 0,0-1 0 0 0,0 0-1 0 0,0-1 1 0 0,0 0-1 0 0,0-1 1 0 0,1-1 0 0 0,-23-5-1 0 0,32 7-255 0 0,0 0-1 0 0,0-1 1 0 0,1 1-1 0 0,-1-1 1 0 0,0 0-1 0 0,0 1 1 0 0,1-1-1 0 0,-1 0 1 0 0,1 0-1 0 0,-1 0 1 0 0,1 0-1 0 0,-1 0 1 0 0,1-1-1 0 0,-1 1 1 0 0,1 0-1 0 0,0-1 1 0 0,0 1-1 0 0,0 0 1 0 0,0-1-1 0 0,0 0 1 0 0,0 1-1 0 0,0-1 1 0 0,0 0-1 0 0,1 1 1 0 0,-1-1-1 0 0,1 0 1 0 0,-1 0-1 0 0,1 1 1 0 0,-1-1-1 0 0,1 0 1 0 0,0 0-1 0 0,0 0 1 0 0,0 0-1 0 0,0 1 1 0 0,0-1-1 0 0,1 0 1 0 0,-1 0-1 0 0,1 0 1 0 0,-1 1-1 0 0,1-1 1 0 0,-1 0-1 0 0,2-2 1 0 0,2-3-815 0 0,0 1-1 0 0,0-1 1 0 0,0 1 0 0 0,0 0 0 0 0,1 0 0 0 0,0 1 0 0 0,1 0 0 0 0,-1-1 0 0 0,9-4 0 0 0,6-4-4052 0 0,2-4-2622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33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4 107 660 0 0,'-3'-23'18852'0'0,"4"16"-16348"0"0,15 0-2334 0 0,0 2 1 0 0,1 0-1 0 0,0 1 0 0 0,31-3 1 0 0,9-2-42 0 0,-54 8-127 0 0,135-24 117 0 0,-136 25-100 0 0,16-4 3 0 0,-10 2 584 0 0,20-5-12167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33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2008 0 0,'25'-31'9620'0'0,"-18"22"-8164"0"0,-6 8-1059 0 0,5-5 742 0 0,-5 9-1093 0 0,0-1 1 0 0,0 0-1 0 0,0 0 1 0 0,0 1-1 0 0,0-1 1 0 0,-1 1-1 0 0,1-1 0 0 0,-1 1 1 0 0,0-1-1 0 0,1 1 1 0 0,-1-1-1 0 0,-1 5 0 0 0,-4 40 585 0 0,2-25-334 0 0,-4 35 199 0 0,-3 39-97 0 0,10-86-361 0 0,0 0 0 0 0,1-1 0 0 0,0 1 0 0 0,0-1 0 0 0,1 0 0 0 0,0 1 0 0 0,6 14 0 0 0,-6-21-25 0 0,-1 0 0 0 0,1-1 0 0 0,-1 1 0 0 0,1 0 1 0 0,0-1-1 0 0,0 1 0 0 0,0-1 0 0 0,0 0 1 0 0,1 0-1 0 0,-1 1 0 0 0,1-2 0 0 0,-1 1 1 0 0,1 0-1 0 0,0 0 0 0 0,-1-1 0 0 0,1 1 0 0 0,0-1 1 0 0,0 0-1 0 0,0 0 0 0 0,0 0 0 0 0,0 0 1 0 0,1-1-1 0 0,-1 1 0 0 0,5-1 0 0 0,-2 0 7 0 0,-1 0-1 0 0,1 0 1 0 0,-1-1-1 0 0,1 0 1 0 0,-1 0-1 0 0,1 0 1 0 0,-1-1-1 0 0,0 0 1 0 0,0 0-1 0 0,0 0 1 0 0,0-1-1 0 0,0 1 1 0 0,7-6-1 0 0,-4 1 60 0 0,0 0-1 0 0,0-1 1 0 0,-1 0-1 0 0,0 0 1 0 0,0-1-1 0 0,-1 0 1 0 0,0 0-1 0 0,4-10 1 0 0,5-14 1403 0 0,12-36 0 0 0,-9 23 1 0 0,-18 45-1385 0 0,1 2-91 0 0,0 0 1 0 0,-1 0 0 0 0,1 0-1 0 0,-1 0 1 0 0,1 0-1 0 0,-1 0 1 0 0,1 0 0 0 0,-1 1-1 0 0,0-1 1 0 0,1 0 0 0 0,-1 0-1 0 0,0 1 1 0 0,0-1-1 0 0,0 0 1 0 0,0 0 0 0 0,0 1-1 0 0,-1 1 1 0 0,1-1-3 0 0,-18 209 1030 0 0,7-124-876 0 0,4-27-167 0 0,-4 40-651 0 0,8-36-4870 0 0,3-63 5064 0 0,0 1 0 0 0,0-1 0 0 0,0 0-1 0 0,0 0 1 0 0,0 0 0 0 0,0 0 0 0 0,1 0 0 0 0,-1 0 0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34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223 135 820 0 0,'85'-120'22267'0'0,"-86"120"-22218"0"0,1 1-1 0 0,0-1 1 0 0,-1 0 0 0 0,1 0 0 0 0,0 0-1 0 0,-1 0 1 0 0,1 0 0 0 0,-1 1 0 0 0,1-1 0 0 0,0 0-1 0 0,-1 0 1 0 0,1 0 0 0 0,-1 0 0 0 0,1 0-1 0 0,0 0 1 0 0,-1 0 0 0 0,1-1 0 0 0,-1 1-1 0 0,1 0 1 0 0,0 0 0 0 0,-1 0 0 0 0,1 0 0 0 0,0 0-1 0 0,-1-1 1 0 0,1 1 0 0 0,0 0 0 0 0,-1 0-1 0 0,1 0 1 0 0,0-1 0 0 0,-1 1 0 0 0,1 0-1 0 0,0-1 1 0 0,0 1 0 0 0,-1 0 0 0 0,1-1 0 0 0,0 1-1 0 0,0 0 1 0 0,0-1 0 0 0,-1 1 0 0 0,1 0-1 0 0,0-1 1 0 0,0 1 0 0 0,0 0 0 0 0,0-1 0 0 0,0 1-1 0 0,0-1 1 0 0,0 1 0 0 0,0 0 0 0 0,0-1-1 0 0,0 1 1 0 0,0-1 0 0 0,0 1 0 0 0,0 0-1 0 0,0-1 1 0 0,0 1 0 0 0,0-1 0 0 0,0 1 0 0 0,1 0-1 0 0,-1-1 1 0 0,0 1 0 0 0,0 0 0 0 0,0-1-1 0 0,1 1 1 0 0,-1 0 0 0 0,1-1 0 0 0,-19 9 53 0 0,0 0 0 0 0,1 1-1 0 0,0 1 1 0 0,1 1 0 0 0,0 0 0 0 0,1 1 0 0 0,0 1 0 0 0,-14 15 0 0 0,11-8-26 0 0,1 0 0 0 0,0 1 0 0 0,2 0 1 0 0,0 1-1 0 0,-18 39 0 0 0,29-53-49 0 0,1 0-1 0 0,0 0 1 0 0,0 0 0 0 0,1 0 0 0 0,0 1-1 0 0,1-1 1 0 0,0 1 0 0 0,0-1 0 0 0,1 1-1 0 0,1 16 1 0 0,0-20-8 0 0,0 0 0 0 0,0 0 0 0 0,0-1 1 0 0,1 1-1 0 0,-1-1 0 0 0,1 1 0 0 0,0-1 0 0 0,1 0 0 0 0,-1 1 0 0 0,1-1 0 0 0,0 0 0 0 0,0-1 0 0 0,0 1 1 0 0,0 0-1 0 0,1-1 0 0 0,0 0 0 0 0,-1 0 0 0 0,1 0 0 0 0,0 0 0 0 0,7 3 0 0 0,2 0 38 0 0,1 0 0 0 0,0-1-1 0 0,0-1 1 0 0,0 0 0 0 0,0-1 0 0 0,0 0-1 0 0,17 0 1 0 0,-8-2-960 0 0,0 0 0 0 0,0-2-1 0 0,36-6 1 0 0,-57 7 461 0 0,24-7-4866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34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4020 0 0,'48'-31'23060'0'0,"-44"32"-22261"0"0,-4-1-766 0 0,1-1 1 0 0,-1 1 0 0 0,1 0-1 0 0,-1 0 1 0 0,0 0 0 0 0,1 0 0 0 0,-1 0-1 0 0,1 0 1 0 0,-1 0 0 0 0,1 1-1 0 0,-1-1 1 0 0,1 0 0 0 0,-1 0-1 0 0,0 0 1 0 0,1 0 0 0 0,-1 0-1 0 0,1 1 1 0 0,-1-1 0 0 0,0 0-1 0 0,1 0 1 0 0,-1 1 0 0 0,1-1-1 0 0,-1 0 1 0 0,1 1 0 0 0,3 10 200 0 0,0 0 0 0 0,0 0 0 0 0,-1 1 0 0 0,-1-1 0 0 0,0 1 0 0 0,0-1 0 0 0,0 21 0 0 0,-8 89-40 0 0,4-85-193 0 0,-2 23-1328 0 0,-7 99-4186 0 0,2-53-5479 0 0,4-58 440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35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494 81 2156 0 0,'1'-3'1813'0'0,"16"-39"6723"0"0,-14 29-5480 0 0,-3 12-2989 0 0,0 0 1 0 0,0 0-1 0 0,0 0 1 0 0,-1 0-1 0 0,1 0 1 0 0,0 0 0 0 0,0 0-1 0 0,-1 0 1 0 0,1 0-1 0 0,-1 0 1 0 0,1 0-1 0 0,-1 1 1 0 0,1-1 0 0 0,-1 0-1 0 0,1 0 1 0 0,-1 0-1 0 0,0 1 1 0 0,1-1-1 0 0,-1 0 1 0 0,0 1 0 0 0,0-1-1 0 0,0 1 1 0 0,-1-2-1 0 0,0 2-40 0 0,1-1-1 0 0,-1 1 1 0 0,0 0-1 0 0,0 0 1 0 0,0 0-1 0 0,0 0 1 0 0,0 0-1 0 0,0 0 1 0 0,0 0-1 0 0,0 0 1 0 0,0 1-1 0 0,0-1 1 0 0,0 1-1 0 0,-2 1 1 0 0,-27 14 70 0 0,24-12-64 0 0,-24 14 53 0 0,2 2 0 0 0,-49 42 0 0 0,-47 58 106 0 0,118-113-180 0 0,-24 24 44 0 0,-37 48 0 0 0,60-69-41 0 0,0 2 1 0 0,1-1 0 0 0,0 1 0 0 0,1 0 0 0 0,0 1-1 0 0,1 0 1 0 0,1 0 0 0 0,-6 22 0 0 0,9-31-3 0 0,1 0-1 0 0,-1-1 1 0 0,1 1 0 0 0,0 0 0 0 0,0 0 0 0 0,0 0-1 0 0,1 0 1 0 0,-1 0 0 0 0,1 0 0 0 0,0 0 0 0 0,0 0-1 0 0,0-1 1 0 0,0 1 0 0 0,1 0 0 0 0,0-1 0 0 0,3 7-1 0 0,-1-6 4 0 0,-1-1-1 0 0,0 1 0 0 0,1-1 1 0 0,0 1-1 0 0,0-1 0 0 0,0 0 1 0 0,0 0-1 0 0,0-1 0 0 0,1 1 1 0 0,-1-1-1 0 0,9 2 0 0 0,2 1 23 0 0,1-1 0 0 0,1-1-1 0 0,-1 0 1 0 0,0-2 0 0 0,1 0-1 0 0,29-2 1 0 0,12-5 486 0 0,0-4 0 0 0,64-18 0 0 0,-110 25-152 0 0,47-8 850 0 0,-56 11-1174 0 0,21-6-656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37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1352 0 0,'17'-36'6888'0'0,"-4"6"-3428"0"0,-12 29-2870 0 0,2-14 771 0 0,-1 15-581 0 0,-2 13-760 0 0,0-13-20 0 0,-6 98 189 0 0,6-83-148 0 0,1 0 1 0 0,0 0-1 0 0,1 0 1 0 0,7 26-1 0 0,-8-38-29 0 0,-1-1 0 0 0,1 1 0 0 0,1-1 0 0 0,-1 1 0 0 0,0-1 0 0 0,1 0-1 0 0,-1 1 1 0 0,1-1 0 0 0,0 0 0 0 0,-1 0 0 0 0,1 0 0 0 0,0 0 0 0 0,0 0-1 0 0,0-1 1 0 0,1 1 0 0 0,-1-1 0 0 0,4 3 0 0 0,-1-2 3 0 0,-1-1 1 0 0,1 1 0 0 0,-1-1-1 0 0,1 0 1 0 0,0-1-1 0 0,-1 1 1 0 0,1-1 0 0 0,0 1-1 0 0,7-2 1 0 0,-2 0 6 0 0,1-1-1 0 0,-1 0 1 0 0,-1 0 0 0 0,1-1 0 0 0,0 0 0 0 0,-1-1 0 0 0,1 0 0 0 0,16-11-1 0 0,-20 11 7 0 0,0-1 0 0 0,-1 1 0 0 0,0-1-1 0 0,0-1 1 0 0,0 1 0 0 0,-1-1-1 0 0,1 1 1 0 0,-1-1 0 0 0,-1 0-1 0 0,1-1 1 0 0,3-9 0 0 0,-2 2 588 0 0,0-1 0 0 0,-1 0 0 0 0,-1 0 0 0 0,2-17 0 0 0,-2 14 121 0 0,-2 25-486 0 0,-1 35-320 0 0,-1-28 163 0 0,-8 149 223 0 0,3-101-992 0 0,3 80 0 0 0,3-134 37 0 0,1-1 1 0 0,0 1 0 0 0,1 0-1 0 0,2 8 1 0 0,-4-13-199 0 0,1-1 1 0 0,1 1-1 0 0,-1 0 0 0 0,0-1 0 0 0,1 1 0 0 0,-1-1 0 0 0,1 0 1 0 0,2 4-1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37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23 169 1672 0 0,'-18'-56'12498'0'0,"17"55"-11899"0"0,1 1-545 0 0,-1-1 1 0 0,1 1 0 0 0,0 0 0 0 0,-1-1-1 0 0,1 1 1 0 0,0 0 0 0 0,0-1 0 0 0,-1 1-1 0 0,1 0 1 0 0,0-1 0 0 0,0 1 0 0 0,0 0-1 0 0,0-1 1 0 0,-1 1 0 0 0,1-1 0 0 0,0 1-1 0 0,0-1 1 0 0,0 1 0 0 0,0 0 0 0 0,0-1-1 0 0,0 1 1 0 0,0-1 0 0 0,0 1 0 0 0,0 0-1 0 0,0-1 1 0 0,0 1 0 0 0,1-1 0 0 0,-1 1-1 0 0,0-1 1 0 0,0 1 0 0 0,0 0 0 0 0,0-1-1 0 0,1 1 1 0 0,-1 0 0 0 0,0-1 0 0 0,0 1-1 0 0,1 0 1 0 0,-1-1 0 0 0,0 1 0 0 0,1 0-1 0 0,-1-1 1 0 0,0 1 0 0 0,1 0-1 0 0,-1 0 1 0 0,0 0 0 0 0,1-1 0 0 0,-1 1-1 0 0,0 0 1 0 0,1 0 0 0 0,-1 0 0 0 0,1 0-1 0 0,-1 0 1 0 0,1-1 0 0 0,78-7 434 0 0,110-27 0 0 0,-172 31-1012 0 0,37-11-1929 0 0,-51 14 1851 0 0,0 0-1 0 0,0-1 1 0 0,0 1-1 0 0,-1 0 1 0 0,1-1-1 0 0,0 0 1 0 0,-1 0-1 0 0,1 0 1 0 0,-1 0-1 0 0,0 0 0 0 0,0 0 1 0 0,1-1-1 0 0,-2 1 1 0 0,4-5-1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37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26 1668 0 0,'-28'-26'13631'0'0,"40"30"-12362"0"0,-4 1-1006 0 0,-1 0 0 0 0,1 0 0 0 0,-1 0 0 0 0,1 1 0 0 0,-2 0 0 0 0,1 1 0 0 0,-1 0 0 0 0,0 0 0 0 0,0 0 0 0 0,0 0 1 0 0,-1 1-1 0 0,-1 0 0 0 0,1 0 0 0 0,2 9 0 0 0,-4-7-238 0 0,0 1-1 0 0,-1-1 1 0 0,-1 1 0 0 0,0 0-1 0 0,0-1 1 0 0,-1 1 0 0 0,0 0 0 0 0,-1-1-1 0 0,0 1 1 0 0,-1 0 0 0 0,0-1-1 0 0,-1 1 1 0 0,0-1 0 0 0,-7 16 0 0 0,-6 9-1566 0 0,-2 0 0 0 0,-35 52 1 0 0,11-29-5635 0 0,21-35 491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39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42 820 0 0,'0'0'12469'0'0,"-3"-31"-8709"0"0,3 28-3677 0 0,0 3-70 0 0,0 0 0 0 0,0 0 1 0 0,0 0-1 0 0,0 0 0 0 0,0-1 0 0 0,0 1 1 0 0,0 0-1 0 0,0 0 0 0 0,0 0 1 0 0,0-1-1 0 0,0 1 0 0 0,0 0 1 0 0,0 0-1 0 0,0 0 0 0 0,0 0 1 0 0,0-1-1 0 0,-1 1 0 0 0,1 0 1 0 0,0 0-1 0 0,0 0 0 0 0,0 0 0 0 0,0-1 1 0 0,0 1-1 0 0,0 0 0 0 0,0 0 1 0 0,0 0-1 0 0,-1 0 0 0 0,1 0 1 0 0,0 0-1 0 0,0 0 0 0 0,0-1 1 0 0,0 1-1 0 0,-1 0 0 0 0,1 0 1 0 0,0 0-1 0 0,0 0 0 0 0,0 0 0 0 0,-27-2 28 0 0,18 1-43 0 0,-39 3-2 0 0,46-2 13 0 0,-1 1-2 0 0,-6 0-8 0 0,7-1 30 0 0,0 0-64 0 0,-6 3 36 0 0,0 2-3 0 0,7-4-4 0 0,-15 11-26 0 0,12-7 24 0 0,0 0 1 0 0,0 0-1 0 0,1 1 1 0 0,-1-1-1 0 0,1 1 0 0 0,1 0 1 0 0,-1 0-1 0 0,-3 10 1 0 0,-10 56-17 0 0,10-45 24 0 0,0 1 4 0 0,1 0 0 0 0,1 0 0 0 0,1 0 0 0 0,1 0 1 0 0,2 1-1 0 0,3 31 0 0 0,-1-51 4 0 0,0 0-1 0 0,0 0 1 0 0,0-1-1 0 0,1 1 1 0 0,0-1 0 0 0,1 0-1 0 0,0 0 1 0 0,0 0 0 0 0,1 0-1 0 0,6 7 1 0 0,-7-9 5 0 0,2-1 0 0 0,-1 0-1 0 0,1 0 1 0 0,-1 0 0 0 0,1-1 0 0 0,1 0 0 0 0,-1 0-1 0 0,0-1 1 0 0,1 0 0 0 0,0 0 0 0 0,0 0 0 0 0,0-1-1 0 0,13 3 1 0 0,1-1 29 0 0,0-1 0 0 0,0-2 0 0 0,1 0 0 0 0,-1-1 0 0 0,34-4-1 0 0,10-9-2903 0 0,-56 9-649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39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53 1764 0 0,'-1'-2'2614'0'0,"-2"-31"4823"0"0,2 16-2812 0 0,2 41-3685 0 0,0-5-826 0 0,1 0 0 0 0,0 0 1 0 0,1-1-1 0 0,2 1 0 0 0,0 0 1 0 0,10 23-1 0 0,-14-37-96 0 0,2 0 0 0 0,-1 0 1 0 0,1 0-1 0 0,-1-1 0 0 0,1 1 0 0 0,1-1 1 0 0,-1 0-1 0 0,1 0 0 0 0,-1 0 0 0 0,1 0 1 0 0,0 0-1 0 0,0-1 0 0 0,1 0 0 0 0,-1 0 1 0 0,1 0-1 0 0,0-1 0 0 0,-1 1 0 0 0,1-1 1 0 0,0 0-1 0 0,0 0 0 0 0,1-1 1 0 0,-1 0-1 0 0,0 1 0 0 0,0-2 0 0 0,1 1 1 0 0,-1-1-1 0 0,10 0 0 0 0,-9-1-7 0 0,0 0 0 0 0,0 0 0 0 0,0 0 0 0 0,0-1 0 0 0,0 0 0 0 0,0 0 1 0 0,0-1-1 0 0,-1 1 0 0 0,1-1 0 0 0,-1-1 0 0 0,0 1 0 0 0,0-1 0 0 0,0 0 0 0 0,0 0 0 0 0,-1 0 0 0 0,1 0 0 0 0,-1-1 0 0 0,0 0 0 0 0,-1 0 0 0 0,1 0 1 0 0,-1 0-1 0 0,0-1 0 0 0,0 0 0 0 0,0 1 0 0 0,-1-1 0 0 0,0 0 0 0 0,1-6 0 0 0,6-18 1036 0 0,-6 23-730 0 0,-1 1-1 0 0,0-1 1 0 0,0 0 0 0 0,-1 0-1 0 0,1-9 1 0 0,-2 15-116 0 0,0 24-78 0 0,-6 74 751 0 0,-36 346 322 0 0,38-422-1086 0 0,-2 24-2057 0 0,4-18-2890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40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22 198 3408 0 0,'-20'-55'13022'0'0,"20"54"-12937"0"0,-1 0 0 0 0,1 0 0 0 0,0 0 0 0 0,0 0 0 0 0,0 0 1 0 0,0 0-1 0 0,-1 0 0 0 0,2-1 0 0 0,-1 1 0 0 0,0 0 0 0 0,0 0 1 0 0,0 0-1 0 0,0 0 0 0 0,1 0 0 0 0,-1 0 0 0 0,0 0 1 0 0,1 0-1 0 0,-1 0 0 0 0,1 0 0 0 0,-1 0 0 0 0,1 0 0 0 0,0 0 1 0 0,-1 0-1 0 0,1 0 0 0 0,0 0 0 0 0,0 1 0 0 0,-1-1 1 0 0,1 0-1 0 0,0 1 0 0 0,0-1 0 0 0,0 0 0 0 0,0 1 0 0 0,1-1 1 0 0,5-3-67 0 0,0 0 1 0 0,0 1-1 0 0,13-4 1 0 0,-10 4 198 0 0,226-74 293 0 0,-234 76-498 0 0,24-6-2403 0 0,-14 3-482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41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72 163 1696 0 0,'-13'-7'4435'0'0,"10"5"-3828"0"0,-1-1 198 0 0,-1 0 0 0 0,1 0 0 0 0,0 0 0 0 0,0-1 0 0 0,0 1 0 0 0,1-1 0 0 0,-1 0 0 0 0,1 0 0 0 0,0 0 0 0 0,-5-9 0 0 0,8 11-320 0 0,-4-9 824 0 0,3 10-1250 0 0,0 1 0 0 0,1-1 0 0 0,-1 0 0 0 0,1 0 0 0 0,0 0 0 0 0,-1 0 0 0 0,1 0 0 0 0,0 0 0 0 0,-1 0 0 0 0,1 0 0 0 0,0 0 0 0 0,0 0 0 0 0,0 0 0 0 0,0 0 0 0 0,0 0 0 0 0,0 0 0 0 0,0-1 0 0 0,0 1 0 0 0,1-1 0 0 0,1-3-15 0 0,0-1 1 0 0,1 1-1 0 0,0 0 0 0 0,0 0 1 0 0,0 0-1 0 0,0 0 0 0 0,1 0 0 0 0,7-6 1 0 0,-10 9-52 0 0,0 1 32 0 0,-1 0 4 0 0,1 0-1 0 0,-1 0 1 0 0,1 0-1 0 0,-1 0 1 0 0,1 0-1 0 0,0 0 1 0 0,0 0-1 0 0,-1 0 1 0 0,1 0-1 0 0,0 0 0 0 0,0 0 1 0 0,0 1-1 0 0,0-1 1 0 0,0 0-1 0 0,0 1 1 0 0,0-1-1 0 0,0 1 1 0 0,1-1-1 0 0,0 0 1 0 0,3 2-32 0 0,0 0 0 0 0,0 0 1 0 0,0 0-1 0 0,0 1 1 0 0,-1 0-1 0 0,1 0 0 0 0,4 3 1 0 0,-5-4-1 0 0,4 3 5 0 0,0 0-1 0 0,0 1 1 0 0,-1 0-1 0 0,1 0 1 0 0,-1 0-1 0 0,-1 1 0 0 0,1 0 1 0 0,-1 1-1 0 0,0-1 1 0 0,0 1-1 0 0,-1 0 1 0 0,0 0-1 0 0,0 1 0 0 0,0 0 1 0 0,-1 0-1 0 0,0 0 1 0 0,-1 0-1 0 0,0 0 1 0 0,0 1-1 0 0,-1 0 0 0 0,0-1 1 0 0,-1 1-1 0 0,0 0 1 0 0,0 0-1 0 0,-1 0 1 0 0,0 0-1 0 0,0 0 0 0 0,-1-1 1 0 0,0 1-1 0 0,-1 0 1 0 0,0 0-1 0 0,0-1 1 0 0,-1 1-1 0 0,0-1 0 0 0,-4 9 1 0 0,-2-1 23 0 0,0-1-1 0 0,-1 0 1 0 0,0 0 0 0 0,-1-1 0 0 0,-15 14-1 0 0,7-5 39 0 0,19-22-62 0 0,0-1 0 0 0,-1 1-1 0 0,1-1 1 0 0,-1 1 0 0 0,1-1-1 0 0,0 1 1 0 0,-1-1-1 0 0,1 1 1 0 0,0-1 0 0 0,0 1-1 0 0,-1 0 1 0 0,1-1 0 0 0,0 1-1 0 0,0-1 1 0 0,0 1 0 0 0,0 0-1 0 0,0-1 1 0 0,0 1-1 0 0,0-1 1 0 0,0 1 0 0 0,0 0-1 0 0,0-1 1 0 0,0 1 0 0 0,0-1-1 0 0,0 1 1 0 0,1 0 0 0 0,-1-1-1 0 0,1 2 1 0 0,0-2-14 0 0,14 2-12 0 0,-4-1 15 0 0,0 1-1 0 0,-1 0 1 0 0,0 0 0 0 0,1 1 0 0 0,-1 1-1 0 0,0 0 1 0 0,-1 0 0 0 0,1 1 0 0 0,-1 0-1 0 0,0 0 1 0 0,10 9 0 0 0,-12-9 24 0 0,-1 1-1 0 0,0-1 1 0 0,0 2 0 0 0,0-1-1 0 0,-1 1 1 0 0,0 0 0 0 0,0 0-1 0 0,0 0 1 0 0,-1 1 0 0 0,-1-1-1 0 0,1 1 1 0 0,-1 0 0 0 0,4 16-1 0 0,-6-19 43 0 0,-1 0 0 0 0,0 0 0 0 0,1 0 0 0 0,-2 0 0 0 0,1 0-1 0 0,-1 0 1 0 0,1 0 0 0 0,-1 0 0 0 0,-1-1 0 0 0,1 1-1 0 0,-1 0 1 0 0,1 0 0 0 0,-1-1 0 0 0,-1 1 0 0 0,1-1 0 0 0,-1 0-1 0 0,0 1 1 0 0,0-1 0 0 0,-5 6 0 0 0,4-6 50 0 0,-1 0-1 0 0,1 0 1 0 0,-1 0 0 0 0,0 0-1 0 0,0-1 1 0 0,0 1 0 0 0,0-1 0 0 0,0-1-1 0 0,-1 1 1 0 0,0-1 0 0 0,1 0-1 0 0,-1 0 1 0 0,0 0 0 0 0,0-1 0 0 0,0 0-1 0 0,-11 0 1 0 0,7-1-141 0 0,0-1-1 0 0,0 0 1 0 0,0 0-1 0 0,0-1 1 0 0,0-1-1 0 0,1 0 1 0 0,-1 0-1 0 0,1-1 1 0 0,-1 0-1 0 0,1 0 1 0 0,1-1-1 0 0,-1 0 1 0 0,1-1-1 0 0,0 0 1 0 0,0 0-1 0 0,0-1 1 0 0,1 0-1 0 0,-8-9 1 0 0,15 15-104 0 0,-1 0-1 0 0,1 0 1 0 0,-1 0 0 0 0,1 0 0 0 0,0 0-1 0 0,-1 0 1 0 0,1 0 0 0 0,0-1 0 0 0,0 1-1 0 0,0 0 1 0 0,0 0 0 0 0,0 0 0 0 0,0 0-1 0 0,0 0 1 0 0,0 0 0 0 0,0 0-1 0 0,0 0 1 0 0,1 0 0 0 0,-1 0 0 0 0,0 0-1 0 0,1 0 1 0 0,-1 0 0 0 0,1 0 0 0 0,0-2-1 0 0,1 1-354 0 0,-1-1 0 0 0,1 1 0 0 0,0 0 1 0 0,0-1-1 0 0,0 1 0 0 0,0 0 0 0 0,4-3 0 0 0,19-9-5975 0 0,-9 7 693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41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64 2908 0 0,'5'-16'3318'0'0,"-3"12"-2484"0"0,-1 1-1 0 0,0-1 1 0 0,0 0-1 0 0,0-1 1 0 0,0 1 0 0 0,-1-4-1 0 0,0 7-760 0 0,0 1-1 0 0,0-1 1 0 0,0 0-1 0 0,0 1 1 0 0,0-1-1 0 0,0 0 1 0 0,-1 1 0 0 0,1-1-1 0 0,0 0 1 0 0,0 1-1 0 0,-1-1 1 0 0,1 1-1 0 0,0-1 1 0 0,-1 1 0 0 0,1-1-1 0 0,-1 1 1 0 0,1-1-1 0 0,-1 1 1 0 0,1-1-1 0 0,-1 1 1 0 0,1-1 0 0 0,-1 1-1 0 0,1 0 1 0 0,-1-1-1 0 0,0 1 1 0 0,1 0-1 0 0,-1-1 1 0 0,1 1-1 0 0,-1 0 1 0 0,0 0 0 0 0,1 0-1 0 0,-1 0 1 0 0,0-1-1 0 0,1 1 1 0 0,-1 0-1 0 0,0 0 1 0 0,1 0 0 0 0,-1 0-1 0 0,0 1 1 0 0,1-1-1 0 0,-1 0 1 0 0,0 0-1 0 0,-27 8 728 0 0,15-1-604 0 0,1 1 1 0 0,0 0-1 0 0,0 0 1 0 0,1 1-1 0 0,0 1 1 0 0,1 0-1 0 0,0 0 1 0 0,0 1-1 0 0,-8 12 1 0 0,-3 7 18 0 0,2 1 0 0 0,-23 46 1 0 0,33-57-148 0 0,1 0 1 0 0,0 1-1 0 0,1 0 1 0 0,2 0 0 0 0,-7 39-1 0 0,11-50-41 0 0,0 0-1 0 0,1 0 1 0 0,0 0 0 0 0,1 0-1 0 0,0 0 1 0 0,0-1 0 0 0,1 1-1 0 0,0 0 1 0 0,1-1 0 0 0,0 1-1 0 0,0-1 1 0 0,1 0 0 0 0,0 0-1 0 0,1 0 1 0 0,5 8 0 0 0,-5-12-7 0 0,-1 0 1 0 0,1-1 0 0 0,-1 0-1 0 0,1 0 1 0 0,0 0 0 0 0,1 0-1 0 0,-1-1 1 0 0,1 0 0 0 0,-1 0-1 0 0,1 0 1 0 0,0-1-1 0 0,0 0 1 0 0,0 0 0 0 0,7 1-1 0 0,10 2-633 0 0,1-2-1 0 0,30 1 0 0 0,-37-3-659 0 0,27-4-7909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49:42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44 668 0 0,'19'-43'23278'0'0,"-16"56"-21885"0"0,-2 234 1138 0 0,-21 1-7930 0 0,10-143 362 0 0,4-38-928 0 0,-1-5-3100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0:06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533 85 1376 0 0,'0'0'10980'0'0,"0"0"-10944"0"0,0 0 1 0 0,1 0-1 0 0,-1 0 1 0 0,0 0-1 0 0,1-1 0 0 0,-1 1 1 0 0,1 0-1 0 0,-1 0 1 0 0,0 0-1 0 0,0-1 1 0 0,1 1-1 0 0,-1 0 1 0 0,0 0-1 0 0,1 0 0 0 0,-1-1 1 0 0,0 1-1 0 0,0 0 1 0 0,1-1-1 0 0,-1 1 1 0 0,0 0-1 0 0,0-1 0 0 0,0 1 1 0 0,0 0-1 0 0,1-1 1 0 0,-1 0-1 0 0,-7-6 8 0 0,-1 1 0 0 0,1-1 0 0 0,-1 1 0 0 0,-1 1 0 0 0,1-1 0 0 0,-1 2 0 0 0,0-1 0 0 0,0 1 0 0 0,0 0 0 0 0,-1 1 0 0 0,1 0 0 0 0,-15-2 0 0 0,15 2-38 0 0,-22-3 4 0 0,6 4-18 0 0,-39 1 0 0 0,44 1 3 0 0,0 2 1 0 0,1 0 0 0 0,-1 2 0 0 0,-24 7-1 0 0,38-10 3 0 0,1 2 0 0 0,-1-1 0 0 0,1 0 0 0 0,0 1 0 0 0,0 0 0 0 0,0 0 0 0 0,0 1 1 0 0,0 0-1 0 0,1-1 0 0 0,-1 2 0 0 0,1-1 0 0 0,0 0 0 0 0,0 1 0 0 0,1 0 0 0 0,-1-1 0 0 0,1 2 0 0 0,0-1 0 0 0,1 0 0 0 0,-3 6 0 0 0,-10 34 45 0 0,2 1 0 0 0,2 0 0 0 0,-7 62 0 0 0,1 144-66 0 0,41 320-87 0 0,-7-316 180 0 0,-16-239-77 0 0,58 1354 831 0 0,-50-936-231 0 0,14 526 101 0 0,48-161-536 0 0,-29-390-124 0 0,-36-336 2535 0 0,-5-72-2308 0 0,4 27 1927 0 0,-4-29-2189 0 0,-1 1-1 0 0,1-1 1 0 0,-1 0 0 0 0,1 1-1 0 0,0-1 1 0 0,-1 0-1 0 0,1 1 1 0 0,-1-1 0 0 0,1 0-1 0 0,0 0 1 0 0,-1 1-1 0 0,1-1 1 0 0,0 0-1 0 0,0 0 1 0 0,-1 0 0 0 0,1 0-1 0 0,0 0 1 0 0,-1 0-1 0 0,1 0 1 0 0,0 0 0 0 0,0 0-1 0 0,-1-1 1 0 0,1 1-1 0 0,0 0 1 0 0,0-1-1 0 0,33-6-13 0 0,-14 2 5 0 0,180-28-242 0 0,174-32-2112 0 0,-5-21-7682 0 0,-286 62 3937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0:40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36 1420 0 0,'-1'-35'21919'0'0,"4"52"-21455"0"0,2 134 1565 0 0,-13 157 0 0 0,1-148-1417 0 0,5-127-520 0 0,1-2 195 0 0,3 53 0 0 0,-2-82-214 0 0,12-7-1770 0 0,4-35-4824 0 0,-5 11-3781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0:41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49 332 0 0,'14'-33'12819'0'0,"-14"33"-12701"0"0,1-1 0 0 0,-1 0 1 0 0,0 1-1 0 0,0-1 0 0 0,0 1 1 0 0,0-1-1 0 0,0 0 0 0 0,0 1 1 0 0,0-1-1 0 0,0 1 1 0 0,0-1-1 0 0,-1 1 0 0 0,1-1 1 0 0,0 0-1 0 0,0 1 0 0 0,0-1 1 0 0,-1 1-1 0 0,1-1 0 0 0,0 1 1 0 0,-1-1-1 0 0,1 1 0 0 0,0-1 1 0 0,-1 1-1 0 0,1-1 1 0 0,-1 1-1 0 0,1 0 0 0 0,0-1 1 0 0,-1 0-1 0 0,0 2-61 0 0,0-1 0 0 0,0 0 0 0 0,0 0 0 0 0,0 0 0 0 0,1 1 0 0 0,-1-1 0 0 0,0 0 0 0 0,0 1 0 0 0,1-1 0 0 0,-1 1 0 0 0,0-1 1 0 0,1 1-1 0 0,-1-1 0 0 0,1 1 0 0 0,-1-1 0 0 0,0 1 0 0 0,0 0 0 0 0,-23 33 701 0 0,9-3-510 0 0,1 1 0 0 0,2 1 0 0 0,1 0 1 0 0,1 0-1 0 0,2 1 0 0 0,2 0 0 0 0,1 1 1 0 0,-1 47-1 0 0,6-71-205 0 0,0-1 0 0 0,1 1 1 0 0,0-1-1 0 0,0 1 0 0 0,2-1 0 0 0,-1 0 1 0 0,1 0-1 0 0,5 12 0 0 0,-5-16-11 0 0,-1-1-1 0 0,1 0 1 0 0,0 0-1 0 0,0 0 1 0 0,1 0-1 0 0,0 0 1 0 0,0-1-1 0 0,0 0 1 0 0,0 0 0 0 0,0 0-1 0 0,1 0 1 0 0,0 0-1 0 0,0-1 1 0 0,0 0-1 0 0,10 5 1 0 0,-4-5 0 0 0,0 0-1 0 0,0 0 1 0 0,0-1 0 0 0,0-1-1 0 0,1 0 1 0 0,-1 0 0 0 0,0-1 0 0 0,0-1-1 0 0,1 0 1 0 0,-1 0 0 0 0,0-1-1 0 0,0 0 1 0 0,0-1 0 0 0,0-1-1 0 0,15-6 1 0 0,-11 4-10 0 0,-1-1 0 0 0,0-1 1 0 0,0 0-1 0 0,-1 0 0 0 0,0-2 0 0 0,-1 0 0 0 0,1 0 0 0 0,-2-1 0 0 0,0 0 1 0 0,14-19-1 0 0,-17 18-8 0 0,-1 0-1 0 0,0 0 1 0 0,-1-1 0 0 0,0 0 0 0 0,-1 0 0 0 0,-1-1-1 0 0,0 0 1 0 0,0 1 0 0 0,-2-1 0 0 0,0 0 0 0 0,0-1-1 0 0,-1 1 1 0 0,-1 0 0 0 0,-3-27 0 0 0,2 33-57 0 0,0 0 1 0 0,-1 0-1 0 0,0 0 0 0 0,0 1 1 0 0,-1-1-1 0 0,0 0 0 0 0,0 1 1 0 0,-1 0-1 0 0,0-1 0 0 0,0 2 1 0 0,-1-1-1 0 0,0 0 1 0 0,0 1-1 0 0,0 0 0 0 0,-1 0 1 0 0,0 1-1 0 0,0-1 0 0 0,-1 1 1 0 0,1 1-1 0 0,-1-1 0 0 0,0 1 1 0 0,0 0-1 0 0,-1 1 1 0 0,1-1-1 0 0,-1 2 0 0 0,-15-5 1 0 0,11 4-561 0 0,0 1 0 0 0,0 1 0 0 0,0 0 0 0 0,0 0 1 0 0,-17 2-1 0 0,23-1-780 0 0,-1 1 0 0 0,0 1 1 0 0,1-1-1 0 0,-1 1 0 0 0,0 0 0 0 0,-8 5 1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0:41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83 2536 0 0,'0'0'2166'0'0,"-12"-23"5842"0"0,11 22-7889 0 0,-1 0 1 0 0,1 1-1 0 0,-1-1 0 0 0,1 1 1 0 0,-1-1-1 0 0,1 1 1 0 0,-1-1-1 0 0,0 1 0 0 0,1 0 1 0 0,-1 0-1 0 0,1 0 1 0 0,-1 0-1 0 0,0 0 0 0 0,1 0 1 0 0,-1 0-1 0 0,0 0 1 0 0,1 1-1 0 0,-1-1 0 0 0,1 1 1 0 0,-1-1-1 0 0,1 1 1 0 0,-1 0-1 0 0,1-1 0 0 0,-1 1 1 0 0,1 0-1 0 0,-1 0 1 0 0,0 1-1 0 0,-5 3 73 0 0,1 0-1 0 0,0 1 1 0 0,0-1-1 0 0,-8 11 1 0 0,1 1 71 0 0,1 1 0 0 0,1 0 0 0 0,1 0 0 0 0,1 1 0 0 0,-9 24 0 0 0,4-3 111 0 0,-14 68-1 0 0,25-93-317 0 0,0 1-1 0 0,1 0 0 0 0,1 0 0 0 0,1 0 0 0 0,0 0 1 0 0,1-1-1 0 0,0 1 0 0 0,1 0 0 0 0,8 27 0 0 0,-7-35-27 0 0,0 0-1 0 0,0-1 1 0 0,1 1 0 0 0,0-1-1 0 0,0 0 1 0 0,1 0-1 0 0,-1 0 1 0 0,2-1-1 0 0,-1 0 1 0 0,1 0 0 0 0,0 0-1 0 0,0-1 1 0 0,0 1-1 0 0,1-2 1 0 0,0 1-1 0 0,0-1 1 0 0,0 0 0 0 0,0 0-1 0 0,1-1 1 0 0,13 5-1 0 0,-9-5 5 0 0,0-1-1 0 0,0 0 1 0 0,1 0-1 0 0,0-1 1 0 0,-1 0-1 0 0,1-2 1 0 0,-1 1-1 0 0,1-1 1 0 0,-1-1-1 0 0,1 0 1 0 0,-1-1-1 0 0,0 0 1 0 0,0-1-1 0 0,0-1 1 0 0,0 0 0 0 0,-1 0-1 0 0,11-8 1 0 0,-9 6-12 0 0,-1-1 1 0 0,0-1-1 0 0,0 0 1 0 0,-1 0-1 0 0,-1-2 1 0 0,0 1-1 0 0,0-1 1 0 0,-1 0-1 0 0,0-1 0 0 0,-1 0 1 0 0,0-1-1 0 0,-1 0 1 0 0,-1 0-1 0 0,8-20 1 0 0,-9 16-9 0 0,0-1 0 0 0,-1 0-1 0 0,-1 0 1 0 0,-1 0 0 0 0,-1 0 0 0 0,0 0 0 0 0,-1-1 0 0 0,-1 1-1 0 0,-1 0 1 0 0,-1 0 0 0 0,0 0 0 0 0,-7-20 0 0 0,6 25-15 0 0,-1 0 1 0 0,0 1 0 0 0,-1-1-1 0 0,-1 1 1 0 0,0 0 0 0 0,-1 0-1 0 0,0 1 1 0 0,0 0 0 0 0,-1 0-1 0 0,-1 1 1 0 0,0 1 0 0 0,0-1-1 0 0,-1 2 1 0 0,0-1 0 0 0,0 1-1 0 0,-20-9 1 0 0,19 11-88 0 0,-1 0 0 0 0,0 1 0 0 0,0 1 0 0 0,0 0 0 0 0,-22-3 0 0 0,30 6-117 0 0,0 1-1 0 0,0 0 1 0 0,0 0-1 0 0,0 0 1 0 0,0 1-1 0 0,-1 0 1 0 0,2-1-1 0 0,-8 3 1 0 0,10-2-36 0 0,-1 1 0 0 0,0-1 1 0 0,1 0-1 0 0,0 0 0 0 0,-1 1 0 0 0,1 0 1 0 0,0-1-1 0 0,0 1 0 0 0,0 0 1 0 0,0 0-1 0 0,0 0 0 0 0,0 0 1 0 0,0 0-1 0 0,1 1 0 0 0,-1-1 0 0 0,-1 3 1 0 0,-2 13-2508 0 0,6-3-1958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0:42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687 124 1952 0 0,'0'-2'1952'0'0,"-8"-26"4073"0"0,-13-34 0 0 0,7 39-3983 0 0,13 21-1890 0 0,-2 2-34 0 0,-1 1-85 0 0,1-1 0 0 0,-1 1 0 0 0,0 0 0 0 0,1 0 0 0 0,-1 0 0 0 0,1 0 0 0 0,-1 1 0 0 0,1 0 0 0 0,-1 0 0 0 0,1 0 0 0 0,0 0 0 0 0,0 0 0 0 0,0 0 0 0 0,0 1 0 0 0,1-1 0 0 0,-1 1 0 0 0,-3 5 0 0 0,-10 11 287 0 0,-18 28 0 0 0,33-46-308 0 0,-34 53 502 0 0,-46 93-1 0 0,66-115-405 0 0,2 2-1 0 0,1-1 1 0 0,1 1-1 0 0,-8 55 1 0 0,17-80-77 0 0,1 0 1 0 0,1 0 0 0 0,-1 0 0 0 0,1 0-1 0 0,1 0 1 0 0,0 0 0 0 0,0 0 0 0 0,1-1 0 0 0,0 1-1 0 0,1 0 1 0 0,5 13 0 0 0,-6-18-2 0 0,1 1 1 0 0,-1-1-1 0 0,1 0 0 0 0,0 0 1 0 0,0 0-1 0 0,0-1 1 0 0,1 1-1 0 0,-1-1 0 0 0,1 1 1 0 0,0-1-1 0 0,0 0 0 0 0,0 0 1 0 0,1-1-1 0 0,-1 0 1 0 0,0 1-1 0 0,1-1 0 0 0,0-1 1 0 0,-1 1-1 0 0,1-1 1 0 0,0 0-1 0 0,0 0 0 0 0,7 1 1 0 0,2-2 56 0 0,0 1 1 0 0,0-2-1 0 0,0 0 1 0 0,1-1 0 0 0,-1 0-1 0 0,0-2 1 0 0,-1 1-1 0 0,1-1 1 0 0,-1-1-1 0 0,1-1 1 0 0,-1 0 0 0 0,20-12-1 0 0,-10 3 21 0 0,-1-1 0 0 0,-1 0 0 0 0,0-2-1 0 0,-1-1 1 0 0,30-35 0 0 0,-37 38-78 0 0,-1 0 0 0 0,-1-1 0 0 0,0-1 0 0 0,-1 0 0 0 0,-1 0 0 0 0,-1-1-1 0 0,0 0 1 0 0,-2-1 0 0 0,0 1 0 0 0,5-36 0 0 0,-9 44-28 0 0,-1 1-1 0 0,0-1 1 0 0,-1 1 0 0 0,-1-1 0 0 0,0 1-1 0 0,0-1 1 0 0,-1 1 0 0 0,0-1 0 0 0,0 1-1 0 0,-1 0 1 0 0,-1 0 0 0 0,0 0 0 0 0,0 0-1 0 0,-1 1 1 0 0,0 0 0 0 0,-1 0-1 0 0,0 0 1 0 0,0 0 0 0 0,-1 1 0 0 0,0 0-1 0 0,0 1 1 0 0,-12-10 0 0 0,7 9-112 0 0,0 0 1 0 0,0 1 0 0 0,-1 0-1 0 0,0 1 1 0 0,-1 1-1 0 0,1 0 1 0 0,-1 0-1 0 0,0 2 1 0 0,0 0-1 0 0,0 0 1 0 0,-1 1-1 0 0,-26 0 1 0 0,5 3-560 0 0,0 1-1 0 0,0 2 1 0 0,0 1-1 0 0,-36 11 1 0 0,23-2-675 0 0,1 2-1 0 0,-52 25 1 0 0,-28 21-4881 0 0,46-16-654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0:45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42 1184 0 0,'0'0'2696'0'0,"6"-10"1663"0"0,0 0-307 0 0,-17 23-3218 0 0,-20 27-646 0 0,-61 109 1090 0 0,78-121-1114 0 0,0 0 1 0 0,2 1-1 0 0,-13 47 0 0 0,23-68-117 0 0,0 1 0 0 0,1-1 0 0 0,0 1 1 0 0,0-1-1 0 0,1 0 0 0 0,0 1 0 0 0,0-1 0 0 0,1 1 0 0 0,0-1 0 0 0,1 1 0 0 0,0-1 0 0 0,3 9 1 0 0,-3-12-13 0 0,0 0 0 0 0,1 0 1 0 0,-1-1-1 0 0,1 0 0 0 0,0 1 0 0 0,1-1 1 0 0,-1 0-1 0 0,1 0 0 0 0,-1-1 1 0 0,1 1-1 0 0,0-1 0 0 0,0 0 1 0 0,1 0-1 0 0,-1 0 0 0 0,1 0 1 0 0,-1-1-1 0 0,1 0 0 0 0,0 0 1 0 0,0 0-1 0 0,8 1 0 0 0,-1-1 30 0 0,0 0 1 0 0,0-1-1 0 0,1 0 0 0 0,-1-1 0 0 0,0 0 0 0 0,1-1 1 0 0,-1-1-1 0 0,0 0 0 0 0,19-6 0 0 0,-5 0 74 0 0,0-1-1 0 0,-1-1 1 0 0,30-18-1 0 0,-38 19-81 0 0,0-2 0 0 0,0 0 0 0 0,-1-1 1 0 0,-1-1-1 0 0,0 0 0 0 0,-1-1 0 0 0,0 0 0 0 0,-1-1 0 0 0,-1-1 0 0 0,17-27 0 0 0,-23 33-47 0 0,-1-1 1 0 0,0-1-1 0 0,0 1 1 0 0,-1-1-1 0 0,0 1 0 0 0,-1-1 1 0 0,-1 0-1 0 0,0-1 1 0 0,0 1-1 0 0,-1 0 0 0 0,-1 0 1 0 0,0-1-1 0 0,-1 1 1 0 0,0 0-1 0 0,-1 0 0 0 0,0 0 1 0 0,-1 0-1 0 0,-5-16 1 0 0,5 22-15 0 0,1 0 1 0 0,-1 0-1 0 0,0 0 1 0 0,-1 1-1 0 0,0-1 1 0 0,0 1-1 0 0,0-1 1 0 0,0 1-1 0 0,-1 1 1 0 0,1-1-1 0 0,-1 1 1 0 0,-1-1-1 0 0,1 1 1 0 0,-1 1-1 0 0,1-1 1 0 0,-1 1-1 0 0,0 0 1 0 0,0 0-1 0 0,0 1 1 0 0,-1 0-1 0 0,1 0 1 0 0,-1 0-1 0 0,-11-1 1 0 0,8 3-342 0 0,0-1 1 0 0,0 1 0 0 0,1 0-1 0 0,-1 1 1 0 0,0 0-1 0 0,1 1 1 0 0,-1 0-1 0 0,1 0 1 0 0,-1 1 0 0 0,1 0-1 0 0,0 1 1 0 0,0 0-1 0 0,0 0 1 0 0,1 1 0 0 0,-15 10-1 0 0,21-13-257 0 0,0 0 0 0 0,0 0 0 0 0,0-1 0 0 0,0 2 0 0 0,0-1 0 0 0,0 0 0 0 0,1 0 0 0 0,-1 1 0 0 0,1-1 0 0 0,-2 3 0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0:46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53 52 0 0,'-36'-29'8003'0'0,"34"27"-7407"0"0,-1 3-454 0 0,-1 0 0 0 0,0-1 0 0 0,0 1 0 0 0,0 1 0 0 0,1-1 0 0 0,-1 0 0 0 0,1 1 0 0 0,-1 0 0 0 0,1 0 0 0 0,-1 0 0 0 0,1 0 0 0 0,0 1 0 0 0,0-1 0 0 0,0 1 0 0 0,1-1 0 0 0,-1 1 0 0 0,0 0 0 0 0,-3 6 0 0 0,-5 7 321 0 0,0 1 0 0 0,-11 24 0 0 0,18-33-268 0 0,-7 14 146 0 0,1 1 0 0 0,1-1 0 0 0,-8 34 0 0 0,14-42-244 0 0,0 0 0 0 0,1 0-1 0 0,0 1 1 0 0,1-1 0 0 0,1 1 0 0 0,0-1 0 0 0,3 15 0 0 0,-2-23-49 0 0,0 0 1 0 0,0-1-1 0 0,1 1 1 0 0,0 0-1 0 0,0-1 0 0 0,0 0 1 0 0,1 0-1 0 0,0 1 1 0 0,0-1-1 0 0,0-1 0 0 0,0 1 1 0 0,1 0-1 0 0,0-1 1 0 0,0 0-1 0 0,5 5 0 0 0,-3-5 12 0 0,0 0 0 0 0,0 0 0 0 0,0-1 0 0 0,1 0 0 0 0,-1 0 0 0 0,1 0-1 0 0,0-1 1 0 0,0 0 0 0 0,0 0 0 0 0,0-1 0 0 0,8 1 0 0 0,-4-1 46 0 0,0 0 0 0 0,1-2 0 0 0,-1 1 1 0 0,0-1-1 0 0,1-1 0 0 0,-1 0 0 0 0,0 0 0 0 0,0-1 0 0 0,0-1 1 0 0,-1 0-1 0 0,1 0 0 0 0,-1-1 0 0 0,0-1 0 0 0,0 1 0 0 0,12-10 1 0 0,-15 8-66 0 0,1 0 0 0 0,-1-1 1 0 0,-1 0-1 0 0,1 0 0 0 0,-1 0 1 0 0,-1-1-1 0 0,1 0 1 0 0,-2 0-1 0 0,1 0 0 0 0,-1 0 1 0 0,0-1-1 0 0,-1 0 0 0 0,0 0 1 0 0,-1 0-1 0 0,0 0 0 0 0,-1 0 1 0 0,0 0-1 0 0,0-1 0 0 0,-1 1 1 0 0,0 0-1 0 0,-4-19 1 0 0,2 17-38 0 0,0-1 1 0 0,-1 1-1 0 0,-1 0 1 0 0,0 0 0 0 0,-1 0-1 0 0,0 1 1 0 0,0-1-1 0 0,-1 1 1 0 0,-1 1 0 0 0,0-1-1 0 0,-1 1 1 0 0,1 0-1 0 0,-2 1 1 0 0,0-1 0 0 0,0 2-1 0 0,0-1 1 0 0,-16-9-1 0 0,14 12-123 0 0,0 0-1 0 0,0 1 0 0 0,0 0 1 0 0,-1 1-1 0 0,0 0 0 0 0,1 1 0 0 0,-23-3 1 0 0,28 5-164 0 0,0 0 0 0 0,0 1 0 0 0,0 0 0 0 0,1 0 0 0 0,-1 0 0 0 0,0 1 0 0 0,0-1 0 0 0,0 1 0 0 0,1 1 0 0 0,-1-1 0 0 0,1 1 0 0 0,-1 0 0 0 0,1 1 0 0 0,0-1 0 0 0,0 1 0 0 0,0 0 0 0 0,0 0 0 0 0,-7 6 0 0 0,10-7-389 0 0,0 0 0 0 0,0 1 0 0 0,1-1 1 0 0,-1 0-1 0 0,1 1 0 0 0,-1-1 0 0 0,-1 5 0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0:46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256 122 2684 0 0,'-17'-15'7608'0'0,"15"15"-7486"0"0,0-1-1 0 0,-1 1 1 0 0,1 0 0 0 0,0-1-1 0 0,0 1 1 0 0,0 0-1 0 0,-1 0 1 0 0,1 1-1 0 0,0-1 1 0 0,0 0 0 0 0,0 1-1 0 0,0-1 1 0 0,-1 1-1 0 0,1 0 1 0 0,0 0-1 0 0,0 0 1 0 0,0 0 0 0 0,0 0-1 0 0,1 0 1 0 0,-1 0-1 0 0,0 1 1 0 0,0-1-1 0 0,1 0 1 0 0,-1 1 0 0 0,-1 2-1 0 0,-9 8 239 0 0,1 0 1 0 0,-12 17-1 0 0,16-20-106 0 0,-14 19 228 0 0,1 1 0 0 0,-29 59 0 0 0,42-72-397 0 0,0-1 0 0 0,1 1 0 0 0,1 1 0 0 0,0-1-1 0 0,1 1 1 0 0,1-1 0 0 0,-2 35 0 0 0,5-44-57 0 0,0-1-1 0 0,1 0 1 0 0,-1 0 0 0 0,1 0 0 0 0,1 0-1 0 0,-1 0 1 0 0,1 0 0 0 0,0 0-1 0 0,0-1 1 0 0,1 1 0 0 0,0-1 0 0 0,0 1-1 0 0,0-1 1 0 0,0 0 0 0 0,1 0 0 0 0,0 0-1 0 0,5 5 1 0 0,-3-6-1 0 0,0 1 0 0 0,-1-1-1 0 0,1 0 1 0 0,1-1 0 0 0,-1 1 0 0 0,1-1-1 0 0,-1 0 1 0 0,1-1 0 0 0,0 0 0 0 0,0 0 0 0 0,0 0-1 0 0,0-1 1 0 0,0 0 0 0 0,11 0 0 0 0,-5-1-10 0 0,1-1 0 0 0,0 0 0 0 0,-1 0 0 0 0,1-2 0 0 0,-1 0 0 0 0,1 0 0 0 0,-1-1 0 0 0,0-1 1 0 0,-1 0-1 0 0,1-1 0 0 0,-1 0 0 0 0,0-1 0 0 0,-1 0 0 0 0,1-1 0 0 0,-1 0 0 0 0,-1-1 0 0 0,0 0 0 0 0,0-1 1 0 0,10-12-1 0 0,-10 9-14 0 0,-1 1 1 0 0,0-1 0 0 0,-1-1 0 0 0,-1 0-1 0 0,0 0 1 0 0,-1 0 0 0 0,0-1-1 0 0,-1 1 1 0 0,-1-2 0 0 0,0 1 0 0 0,-1 0-1 0 0,-1-1 1 0 0,-1 1 0 0 0,0-1 0 0 0,0 0-1 0 0,-4-24 1 0 0,1 24 5 0 0,-1 1 0 0 0,-1 0 0 0 0,-1-1 0 0 0,0 2 1 0 0,0-1-1 0 0,-2 1 0 0 0,0-1 0 0 0,0 2 0 0 0,-1-1 0 0 0,-1 1 0 0 0,-20-23 0 0 0,24 31-46 0 0,0 0-1 0 0,0 0 1 0 0,0 0-1 0 0,-1 1 1 0 0,0-1-1 0 0,0 1 1 0 0,0 1-1 0 0,0-1 1 0 0,0 1-1 0 0,-1 0 0 0 0,0 1 1 0 0,0 0-1 0 0,1 0 1 0 0,-1 0-1 0 0,0 1 1 0 0,0 0-1 0 0,-1 0 1 0 0,1 1-1 0 0,0-1 1 0 0,0 2-1 0 0,0-1 0 0 0,0 1 1 0 0,0 0-1 0 0,0 1 1 0 0,0-1-1 0 0,0 1 1 0 0,0 1-1 0 0,-8 3 1 0 0,9-3-260 0 0,0 0-1 0 0,1 0 1 0 0,0 1 0 0 0,0-1 0 0 0,0 1 0 0 0,0 0 0 0 0,-5 6 0 0 0,8-8-36 0 0,1-1-1 0 0,-1 1 1 0 0,1 0 0 0 0,0-1-1 0 0,0 1 1 0 0,0 0-1 0 0,0 0 1 0 0,0 0 0 0 0,0 0-1 0 0,0 0 1 0 0,0 0 0 0 0,1 0-1 0 0,-1 0 1 0 0,1 0-1 0 0,0 0 1 0 0,0 1 0 0 0,-1-1-1 0 0,1 0 1 0 0,1 0-1 0 0,-1 0 1 0 0,0 0 0 0 0,0 1-1 0 0,1-1 1 0 0,0 3 0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0:48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2196 0 0,'0'0'1775'0'0,"6"-22"7360"0"0,-4 18-7678 0 0,7 41-171 0 0,-1 1 0 0 0,-2 0-1 0 0,2 57 1 0 0,-2-22-783 0 0,4 33-154 0 0,9 78-2172 0 0,-1-63-6434 0 0,-7-64 183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0:50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29 304 0 0,'14'-7'5618'0'0,"20"-15"4157"0"0,-35 31-9698 0 0,-1 0 0 0 0,0 0 0 0 0,0 0 0 0 0,0 0 0 0 0,-1 0 0 0 0,-1-1 1 0 0,-6 13-1 0 0,-6 15 50 0 0,-4 20 70 0 0,3 1 1 0 0,-16 86 0 0 0,28-110-134 0 0,1 1 0 0 0,2-1 0 0 0,1 1 0 0 0,2 0 0 0 0,9 64 0 0 0,-8-88-41 0 0,0 1 0 0 0,1-1 0 0 0,1 0 0 0 0,0 0 0 0 0,0 0 0 0 0,0-1 0 0 0,2 1 0 0 0,-1-1 0 0 0,1 0 0 0 0,9 10 0 0 0,-11-14-11 0 0,1 0 1 0 0,0-1 0 0 0,0 1-1 0 0,0-1 1 0 0,0-1 0 0 0,1 1-1 0 0,-1-1 1 0 0,1 0-1 0 0,0 0 1 0 0,0 0 0 0 0,0-1-1 0 0,1 0 1 0 0,-1 0 0 0 0,1-1-1 0 0,-1 1 1 0 0,1-1 0 0 0,11 0-1 0 0,-6-2-1 0 0,1 1 0 0 0,-1-2 0 0 0,0 1-1 0 0,0-2 1 0 0,0 1 0 0 0,0-2 0 0 0,0 0-1 0 0,-1 0 1 0 0,1-1 0 0 0,-1 0 0 0 0,17-12-1 0 0,-15 8-1 0 0,0-1-1 0 0,-1-1 1 0 0,-1 0 0 0 0,1 0-1 0 0,-2-1 1 0 0,0-1-1 0 0,0 1 1 0 0,10-19-1 0 0,-8 8 8 0 0,-1 0 0 0 0,-1 0 0 0 0,-1-1-1 0 0,-1 0 1 0 0,-1-1 0 0 0,-1 0-1 0 0,-1 0 1 0 0,-2 0 0 0 0,0 0 0 0 0,-2-1-1 0 0,-1-31 1 0 0,-2 39 12 0 0,0 0 0 0 0,-1 1 0 0 0,-1-1 0 0 0,0 1 0 0 0,-2 0 0 0 0,0 0 0 0 0,-1 1 0 0 0,0 0 0 0 0,-19-30 0 0 0,20 37-146 0 0,-1 1 0 0 0,1-1 0 0 0,-1 2 0 0 0,0-1 1 0 0,-1 1-1 0 0,0 0 0 0 0,0 1 0 0 0,0 0 0 0 0,-1 0 0 0 0,0 0 0 0 0,0 1 1 0 0,-1 1-1 0 0,1 0 0 0 0,-1 0 0 0 0,0 1 0 0 0,0 0 0 0 0,0 1 0 0 0,-16-3 0 0 0,22 5-147 0 0,1 0 0 0 0,-1 0 0 0 0,0 0 0 0 0,0 1 0 0 0,0-1 0 0 0,1 1-1 0 0,-1 0 1 0 0,0 0 0 0 0,-4 2 0 0 0,6-2-611 0 0,-1 1-1 0 0,0-1 1 0 0,0 1 0 0 0,0 0-1 0 0,1 0 1 0 0,-5 3-1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0:51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204 109 2316 0 0,'-38'-65'9612'0'0,"38"65"-9603"0"0,-1 0-1 0 0,1-1 0 0 0,0 1 0 0 0,-1 0 0 0 0,1 0 0 0 0,0 0 0 0 0,0 0 1 0 0,-1 0-1 0 0,1 0 0 0 0,0 0 0 0 0,-1 0 0 0 0,1 0 0 0 0,0 0 1 0 0,0 0-1 0 0,-1 0 0 0 0,1 0 0 0 0,0 0 0 0 0,-1 0 0 0 0,1 0 0 0 0,0 0 1 0 0,0 1-1 0 0,-1-1 0 0 0,1 0 0 0 0,0 0 0 0 0,0 0 0 0 0,-1 0 1 0 0,1 1-1 0 0,0-1 0 0 0,0 0 0 0 0,-1 0 0 0 0,1 0 0 0 0,0 1 0 0 0,0-1 1 0 0,-9 8 63 0 0,-5 13-18 0 0,1 1-1 0 0,1-1 0 0 0,-17 47 1 0 0,-18 76-67 0 0,44-134 10 0 0,-4 15 23 0 0,0 1-1 0 0,1 0 0 0 0,2 1 0 0 0,1-1 0 0 0,1 1 1 0 0,1 33-1 0 0,2-52 1 0 0,0 1-1 0 0,0-1 1 0 0,1 0 0 0 0,0 0 0 0 0,1 1 0 0 0,0-1 0 0 0,0 0 0 0 0,0-1-1 0 0,1 1 1 0 0,6 8 0 0 0,-6-11 11 0 0,0 0 0 0 0,1 0 0 0 0,0 0 0 0 0,0-1 0 0 0,0 0 0 0 0,0 0-1 0 0,1 0 1 0 0,-1 0 0 0 0,1-1 0 0 0,0 0 0 0 0,0 0 0 0 0,0-1 0 0 0,1 0 0 0 0,10 3 0 0 0,-3-2 67 0 0,1-1 1 0 0,0 0 0 0 0,0-1 0 0 0,0-1 0 0 0,0 0 0 0 0,-1-1 0 0 0,1-1 0 0 0,0 0 0 0 0,0-1 0 0 0,-1-1 0 0 0,0 0 0 0 0,0-1-1 0 0,0-1 1 0 0,0 0 0 0 0,22-13 0 0 0,-22 10 0 0 0,-1 0-1 0 0,-1 0 1 0 0,1-1-1 0 0,-2 0 1 0 0,1-1 0 0 0,-1-1-1 0 0,-1 0 1 0 0,0 0-1 0 0,-1-1 1 0 0,0 0-1 0 0,-1-1 1 0 0,-1 1-1 0 0,0-2 1 0 0,9-25-1 0 0,-12 23-70 0 0,0 0 0 0 0,-1-1 0 0 0,-1 1 0 0 0,0-1-1 0 0,-2 1 1 0 0,0-1 0 0 0,-1 0 0 0 0,0 1-1 0 0,-2-1 1 0 0,0 1 0 0 0,-1 0 0 0 0,-10-29 0 0 0,8 32-9 0 0,0 0 1 0 0,-1 0 0 0 0,0 0 0 0 0,-1 1 0 0 0,0 0 0 0 0,-1 1 0 0 0,-1-1 0 0 0,0 2 0 0 0,-1 0 0 0 0,0 0 0 0 0,0 0 0 0 0,-1 2 0 0 0,-1-1 0 0 0,-23-12 0 0 0,30 19-221 0 0,0 0 1 0 0,-1 1-1 0 0,1-1 1 0 0,-1 1-1 0 0,0 1 1 0 0,1-1-1 0 0,-1 1 1 0 0,0 0-1 0 0,0 1 1 0 0,0 0-1 0 0,-13 1 1 0 0,17-1 103 0 0,1 1 1 0 0,-1-1-1 0 0,1 1 0 0 0,-1 0 1 0 0,1 0-1 0 0,-1 0 1 0 0,1 0-1 0 0,0 0 0 0 0,-1 0 1 0 0,1 0-1 0 0,0 1 0 0 0,0-1 1 0 0,0 1-1 0 0,0 0 0 0 0,0 0 1 0 0,0-1-1 0 0,0 1 1 0 0,1 0-1 0 0,-1 1 0 0 0,1-1 1 0 0,0 0-1 0 0,-1 0 0 0 0,1 1 1 0 0,0-1-1 0 0,0 0 0 0 0,0 1 1 0 0,1-1-1 0 0,-1 1 1 0 0,1-1-1 0 0,-1 1 0 0 0,1 0 1 0 0,0-1-1 0 0,0 5 0 0 0,0-4-266 0 0,0-1 0 0 0,1 1 0 0 0,-1-1 0 0 0,1 1 0 0 0,-1-1 0 0 0,1 0 0 0 0,0 1 0 0 0,0-1 0 0 0,0 0 0 0 0,0 0-1 0 0,1 1 1 0 0,-1-1 0 0 0,2 2 0 0 0,11 16-3472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0:52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70 200 0 0,'0'-2'2578'0'0,"0"-16"3452"0"0,0 17-5944 0 0,0 1-1 0 0,0 0 1 0 0,-1 0 0 0 0,1 0 0 0 0,0 0 0 0 0,0 0-1 0 0,0 0 1 0 0,-1 0 0 0 0,1 0 0 0 0,0 0-1 0 0,0 0 1 0 0,0 0 0 0 0,-1 0 0 0 0,-1 1 76 0 0,-1 0-1 0 0,1 0 1 0 0,0 0 0 0 0,0 0-1 0 0,0 1 1 0 0,0-1 0 0 0,0 0 0 0 0,0 1-1 0 0,0 0 1 0 0,-2 2 0 0 0,-13 14 364 0 0,2 0 1 0 0,1 1-1 0 0,-18 30 1 0 0,-30 66 534 0 0,38-67-589 0 0,-18 56 0 0 0,35-80-250 0 0,0 0 1 0 0,1 1 0 0 0,1-1 0 0 0,-2 41 0 0 0,6-60-154 0 0,1 1 0 0 0,0 0 0 0 0,1-1 1 0 0,-1 1-1 0 0,1-1 0 0 0,0 1 0 0 0,1-1 0 0 0,-1 1 1 0 0,1-1-1 0 0,0 0 0 0 0,1 0 0 0 0,-1 0 0 0 0,1 0 1 0 0,5 8-1 0 0,-5-10-32 0 0,0 0-1 0 0,0 0 1 0 0,0 0 0 0 0,1-1 0 0 0,-1 1 0 0 0,1-1-1 0 0,-1 0 1 0 0,1 0 0 0 0,0 0 0 0 0,0-1 0 0 0,-1 1-1 0 0,1-1 1 0 0,0 0 0 0 0,1 0 0 0 0,-1 0 0 0 0,0-1-1 0 0,0 1 1 0 0,0-1 0 0 0,0 0 0 0 0,7-1 0 0 0,4-1 2 0 0,0-1 0 0 0,-1 0 0 0 0,1-1 0 0 0,-1-1 0 0 0,1 0 0 0 0,-1-1 0 0 0,-1-1 0 0 0,1 0 1 0 0,-1 0-1 0 0,-1-2 0 0 0,1 0 0 0 0,-1 0 0 0 0,14-14 0 0 0,-8 4-18 0 0,0 0 1 0 0,-1-1-1 0 0,-1 0 0 0 0,0-2 0 0 0,-2 0 1 0 0,21-43-1 0 0,-26 45-9 0 0,-1-1-1 0 0,0 0 1 0 0,-2 0 0 0 0,0 0 0 0 0,-2-1 0 0 0,0 0 0 0 0,1-38-1 0 0,-5 52-11 0 0,0-1 0 0 0,-1 0 0 0 0,0 1 0 0 0,0-1 0 0 0,-1 1 0 0 0,0-1-1 0 0,0 1 1 0 0,-1 0 0 0 0,0 0 0 0 0,-1 0 0 0 0,0 0 0 0 0,0 0 0 0 0,0 1-1 0 0,-1 0 1 0 0,0 0 0 0 0,-1 0 0 0 0,0 0 0 0 0,0 1 0 0 0,0 0 0 0 0,0 1-1 0 0,-1-1 1 0 0,-12-6 0 0 0,7 5-9 0 0,-2 0 0 0 0,1 1 0 0 0,-1 1 0 0 0,0 0 0 0 0,0 1 0 0 0,-1 0 0 0 0,1 1 0 0 0,-1 1 0 0 0,-19-1 0 0 0,22 3-319 0 0,1 0 1 0 0,0 1-1 0 0,-1 0 1 0 0,1 1-1 0 0,-16 5 0 0 0,20-5-332 0 0,0 1 0 0 0,0 0 0 0 0,-1 0 0 0 0,2 0-1 0 0,-1 1 1 0 0,0 1 0 0 0,1-1 0 0 0,-9 8 0 0 0,5-1-3109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0:52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320 132 104 0 0,'-12'-21'5182'0'0,"10"16"-4555"0"0,0 0 1 0 0,0 0-1 0 0,-1 1 0 0 0,0-1 1 0 0,0 1-1 0 0,0 0 0 0 0,0 0 1 0 0,-1 0-1 0 0,1 0 0 0 0,-1 1 1 0 0,0-1-1 0 0,0 1 0 0 0,-9-5 1 0 0,12 7-589 0 0,-1 1 0 0 0,1 0 1 0 0,0 0-1 0 0,0 0 1 0 0,-1 0-1 0 0,1 0 0 0 0,0 0 1 0 0,0 0-1 0 0,0 0 1 0 0,-1 0-1 0 0,1 1 0 0 0,0-1 1 0 0,0 0-1 0 0,0 1 0 0 0,0-1 1 0 0,0 1-1 0 0,0-1 1 0 0,-2 2-1 0 0,-18 13 482 0 0,19-13-418 0 0,-15 14 235 0 0,0 1-1 0 0,1 0 1 0 0,1 1 0 0 0,0 1 0 0 0,2 1-1 0 0,-20 35 1 0 0,18-24-86 0 0,1 0-1 0 0,1 1 1 0 0,-16 66-1 0 0,25-81-158 0 0,1 1-1 0 0,1 0 1 0 0,1 0-1 0 0,1 0 1 0 0,0 0-1 0 0,1 0 1 0 0,1 0-1 0 0,0 0 1 0 0,2-1-1 0 0,7 25 1 0 0,-9-34-14 0 0,1-1 1 0 0,0 0-1 0 0,0 0 0 0 0,0-1 0 0 0,1 1 1 0 0,0-1-1 0 0,0 1 0 0 0,1-1 0 0 0,0 0 1 0 0,0-1-1 0 0,0 1 0 0 0,1-1 0 0 0,0 0 1 0 0,0-1-1 0 0,0 1 0 0 0,0-1 0 0 0,1 0 1 0 0,-1-1-1 0 0,1 0 0 0 0,0 0 0 0 0,0 0 1 0 0,0-1-1 0 0,1 0 0 0 0,-1 0 0 0 0,1-1 1 0 0,-1 0-1 0 0,10 0 0 0 0,-3-1 112 0 0,1 0-1 0 0,-1-1 1 0 0,1-1-1 0 0,-1-1 1 0 0,0 0-1 0 0,0-1 1 0 0,0 0-1 0 0,-1-1 1 0 0,18-9 0 0 0,-13 5-61 0 0,-2-1 0 0 0,1 0 0 0 0,-2-2 0 0 0,1 0-1 0 0,-1 0 1 0 0,20-24 0 0 0,-20 19-97 0 0,-2 0 0 0 0,0-1 1 0 0,0 0-1 0 0,-2-1 0 0 0,0 0 0 0 0,-2-1 0 0 0,0 0 0 0 0,-1-1 0 0 0,-1 1 0 0 0,0-2 0 0 0,-2 1 0 0 0,-1-1 0 0 0,2-23 0 0 0,-6 31-39 0 0,0 1 1 0 0,-1-1-1 0 0,0 1 1 0 0,-1-1 0 0 0,0 1-1 0 0,-1 0 1 0 0,-1 0-1 0 0,0 0 1 0 0,-1 1 0 0 0,0-1-1 0 0,-1 1 1 0 0,-1 0-1 0 0,0 1 1 0 0,0 0 0 0 0,-1 0-1 0 0,0 0 1 0 0,-1 1-1 0 0,-19-17 1 0 0,16 17-793 0 0,0 0 1 0 0,0 1-1 0 0,-1 1 0 0 0,-1 0 1 0 0,-26-11-1 0 0,22 11-1651 0 0,-6-4-6014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0:53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717 118 2300 0 0,'-7'-9'5767'0'0,"6"8"-5377"0"0,-2-2 797 0 0,0 1 0 0 0,1-1 0 0 0,-1 0 0 0 0,1 0 0 0 0,0-1 1 0 0,0 1-1 0 0,-2-4 0 0 0,6 5-1126 0 0,2-1 1 0 0,-1 1 0 0 0,0 0 0 0 0,0 0-1 0 0,1 1 1 0 0,-1-1 0 0 0,1 1 0 0 0,5-2 0 0 0,-8 2-55 0 0,117-31 231 0 0,-56 17-173 0 0,-51 12-55 0 0,0 0 0 0 0,1 0 0 0 0,-1 1-1 0 0,18 0 1 0 0,-27 2 123 0 0,1 1 0 0 0,-1 0 1 0 0,1-1-1 0 0,-1 1 0 0 0,0 0 0 0 0,1 0 1 0 0,-1 1-1 0 0,0-1 0 0 0,0 0 0 0 0,0 1 0 0 0,0-1 1 0 0,0 1-1 0 0,0 0 0 0 0,0 0 0 0 0,-1-1 0 0 0,1 1 1 0 0,0 0-1 0 0,-1 0 0 0 0,0 1 0 0 0,2 2 0 0 0,3 6 367 0 0,0 0-1 0 0,6 18 1 0 0,10 37 314 0 0,13 71 1 0 0,17 178 722 0 0,-20 4-159 0 0,2 12-866 0 0,14 39-166 0 0,58 537 48 0 0,-68-140 328 0 0,-32 2-581 0 0,-6-692-72 0 0,0 440-163 0 0,-5-334 5 0 0,5-180 374 0 0,-11 17 1532 0 0,0-15-1722 0 0,0 0 1 0 0,0 0-1 0 0,0-1 0 0 0,0-1 0 0 0,-1 0 1 0 0,1-1-1 0 0,-19 2 0 0 0,-2 1-61 0 0,-420 67-2861 0 0,219-38-1056 0 0,-138 22-7610 0 0,165-25-508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47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0 172 0 0,'0'0'2804'0'0,"-7"7"-2036"0"0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11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2 198 1432 0 0,'0'0'1414'0'0,"-1"-10"2887"0"0,1 7-3805 0 0,0 0-1 0 0,0 0 0 0 0,0 0 1 0 0,0 1-1 0 0,0-1 0 0 0,0 0 1 0 0,1 0-1 0 0,-1 0 0 0 0,1 0 1 0 0,0 1-1 0 0,0-1 0 0 0,0 0 1 0 0,0 1-1 0 0,0-1 0 0 0,5-5 514 0 0,-6 8-998 0 0,0 0 1 0 0,0-1-1 0 0,0 1 1 0 0,0 0-1 0 0,-1 0 0 0 0,1 0 1 0 0,0-1-1 0 0,0 1 0 0 0,0 0 1 0 0,0 0-1 0 0,1-1 1 0 0,-1 1-1 0 0,0 0 0 0 0,0 0 1 0 0,0 0-1 0 0,0-1 1 0 0,0 1-1 0 0,0 0 0 0 0,0 0 1 0 0,0 0-1 0 0,0 0 0 0 0,0-1 1 0 0,0 1-1 0 0,1 0 1 0 0,-1 0-1 0 0,0 0 0 0 0,0 0 1 0 0,0-1-1 0 0,0 1 0 0 0,1 0 1 0 0,-1 0-1 0 0,0 0 1 0 0,0 0-1 0 0,0 0 0 0 0,0 0 1 0 0,1 0-1 0 0,-1 0 0 0 0,0-1 1 0 0,0 1-1 0 0,0 0 1 0 0,1 0-1 0 0,-1 0 0 0 0,0 0 1 0 0,1 0-1 0 0,9 7 158 0 0,7 10-101 0 0,83 143 111 0 0,-74-119-163 0 0,11 15-5 0 0,-33-50 6 0 0,0-1 0 0 0,1 1 0 0 0,0-1 0 0 0,0-1 0 0 0,0 1 0 0 0,1-1 0 0 0,5 4 0 0 0,-6-6 33 0 0,0 0 1 0 0,0 0-1 0 0,0-1 1 0 0,0 1 0 0 0,0-1-1 0 0,0 0 1 0 0,0-1-1 0 0,0 1 1 0 0,0-1-1 0 0,0 0 1 0 0,0 0-1 0 0,0-1 1 0 0,0 0-1 0 0,0 0 1 0 0,6-1 0 0 0,11-5 8 0 0,-1 0 1 0 0,23-11 0 0 0,-35 14-34 0 0,444-217 187 0 0,-268 126-206 0 0,-152 79-59 0 0,127-68-679 0 0,-138 76-1491 0 0,-2 7-4464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12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9 443 224 0 0,'-8'-34'5759'0'0,"9"9"-3371"0"0,2 0 1 0 0,7-29 0 0 0,-8 43-1799 0 0,-1 9-320 0 0,1-14 442 0 0,0 4 562 0 0,-5 18-859 0 0,1 0-374 0 0,1 0 0 0 0,1 0 0 0 0,-1 0 0 0 0,1 0 1 0 0,0 0-1 0 0,1 0 0 0 0,0 1 0 0 0,1 7 1 0 0,0 0 77 0 0,0 4 31 0 0,0 1 1 0 0,2-1 0 0 0,0 0 0 0 0,13 35 0 0 0,-15-47-137 0 0,1 0 0 0 0,0-1 0 0 0,0 0 0 0 0,0 1 0 0 0,0-1 0 0 0,1-1 0 0 0,0 1 0 0 0,0 0 0 0 0,0-1 0 0 0,1 0 0 0 0,0 0 0 0 0,-1 0 0 0 0,1-1 0 0 0,1 1 0 0 0,-1-1 0 0 0,0 0 0 0 0,1-1 0 0 0,-1 1 0 0 0,8 1 0 0 0,6 0 7 0 0,-1-1 1 0 0,1-1-1 0 0,-1 0 0 0 0,1-2 0 0 0,0 0 0 0 0,-1-1 0 0 0,30-6 0 0 0,129-35 9 0 0,-158 36-31 0 0,364-123 25 0 0,-9-24-57 0 0,-316 129 34 0 0,188-89 29 0 0,-62 27-372 0 0,-182 84 249 0 0,1 1 1 0 0,-1 0-1 0 0,0 0 1 0 0,1 1 0 0 0,-1-1-1 0 0,1 1 1 0 0,-1-1 0 0 0,1 1-1 0 0,-1 0 1 0 0,1 0-1 0 0,0 0 1 0 0,2 0 0 0 0,-5 0 36 0 0,1 0 0 0 0,-1 0 0 0 0,1 1 0 0 0,0-1 0 0 0,-1 0 1 0 0,1 0-1 0 0,-1 1 0 0 0,1-1 0 0 0,-1 1 0 0 0,1-1 0 0 0,-1 0 0 0 0,0 1 1 0 0,1-1-1 0 0,-1 1 0 0 0,1-1 0 0 0,-1 1 0 0 0,0-1 0 0 0,1 1 0 0 0,-1-1 1 0 0,1 2-1 0 0,-1-1-45 0 0,0 1 0 0 0,1-1 0 0 0,-1 1 0 0 0,0 0 0 0 0,0-1 0 0 0,0 1-1 0 0,0-1 1 0 0,0 1 0 0 0,0 0 0 0 0,-1-1 0 0 0,0 3 0 0 0,-3 10-1019 0 0,-1 0-1 0 0,-1-1 0 0 0,0 0 0 0 0,-12 20 1 0 0,12-22 93 0 0,-23 39-4164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14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27 243 1712 0 0,'-3'-25'4717'0'0,"2"4"-2494"0"0,0 19-1351 0 0,1-11 844 0 0,-2 7-1123 0 0,-2 8 1074 0 0,3-1-1548 0 0,1 0 0 0 0,-1 1 0 0 0,0-1 0 0 0,1 0 0 0 0,-1 1 0 0 0,1-1 0 0 0,-1 1 0 0 0,1-1 0 0 0,0 1 0 0 0,-1-1 0 0 0,1 4 0 0 0,-5 79 803 0 0,2-56-785 0 0,2-1 1 0 0,0 1-1 0 0,4 32 1 0 0,-3-59-121 0 0,1 0 1 0 0,-1 1 0 0 0,0-1 0 0 0,1 1-1 0 0,-1-1 1 0 0,1 0 0 0 0,-1 1 0 0 0,1-1-1 0 0,0 0 1 0 0,0 0 0 0 0,-1 1 0 0 0,1-1 0 0 0,0 0-1 0 0,0 0 1 0 0,0 0 0 0 0,0 0 0 0 0,1 0-1 0 0,-1 0 1 0 0,0-1 0 0 0,0 1 0 0 0,0 0 0 0 0,1 0-1 0 0,-1-1 1 0 0,0 1 0 0 0,1-1 0 0 0,-1 1-1 0 0,1-1 1 0 0,-1 0 0 0 0,0 0 0 0 0,1 1-1 0 0,-1-1 1 0 0,3 0 0 0 0,5 0 26 0 0,-1-1 0 0 0,1 0 0 0 0,-1 0 0 0 0,12-3 1 0 0,-9 2-17 0 0,529-143 126 0 0,-461 122-205 0 0,350-110-2304 0 0,-144 39-3931 0 0,-140 44-7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15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54 120 0 0,'0'-2'1380'0'0,"13"-39"3769"0"0,-13 39-4760 0 0,1-6 3154 0 0,-86 230-669 0 0,84-221-2863 0 0,1-1 1 0 0,0 0-1 0 0,0 1 1 0 0,0-1 0 0 0,0 0-1 0 0,-1 1 1 0 0,1-1-1 0 0,0 1 1 0 0,0-1 0 0 0,0 0-1 0 0,0 1 1 0 0,0-1 0 0 0,0 1-1 0 0,0-1 1 0 0,0 0-1 0 0,0 1 1 0 0,0-1 0 0 0,1 1-1 0 0,-1-1 1 0 0,0 0-1 0 0,0 1 1 0 0,0-1 0 0 0,0 0-1 0 0,1 1 1 0 0,-1-1-1 0 0,0 1 1 0 0,0-1 0 0 0,0 0-1 0 0,1 0 1 0 0,-1 1 0 0 0,0-1-1 0 0,1 0 1 0 0,-1 1-1 0 0,0-1 1 0 0,1 0 0 0 0,-1 0-1 0 0,0 0 1 0 0,1 1-1 0 0,-1-1 1 0 0,0 0 0 0 0,1 0-1 0 0,17 3 92 0 0,-16-3-94 0 0,23 2 42 0 0,1-2 0 0 0,35-4 1 0 0,-12 0-47 0 0,210-9-1094 0 0,5 1-3955 0 0,-86 6-632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14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577 50 348 0 0,'19'-12'9776'0'0,"-18"11"-9657"0"0,-1 0-1 0 0,1 1 1 0 0,-1-1-1 0 0,0 0 0 0 0,1 0 1 0 0,-1 0-1 0 0,0 1 1 0 0,0-1-1 0 0,0 0 0 0 0,1 0 1 0 0,-1 0-1 0 0,0 0 1 0 0,0 0-1 0 0,0 0 0 0 0,0 1 1 0 0,-1-1-1 0 0,1 0 1 0 0,0 0-1 0 0,0 0 1 0 0,0 0-1 0 0,-1 0 0 0 0,1 1 1 0 0,0-1-1 0 0,-1 0 1 0 0,1 0-1 0 0,-1 1 0 0 0,1-1 1 0 0,-1 0-1 0 0,1 0 1 0 0,-1 1-1 0 0,0-1 1 0 0,1 1-1 0 0,-1-1 0 0 0,0 0 1 0 0,1 1-1 0 0,-1-1 1 0 0,0 1-1 0 0,0 0 0 0 0,1-1 1 0 0,-1 1-1 0 0,0 0 1 0 0,0-1-1 0 0,0 1 1 0 0,0 0-1 0 0,-1 0 0 0 0,-4-2-44 0 0,1 1-1 0 0,-1-1 0 0 0,1 1 1 0 0,-1 1-1 0 0,0-1 0 0 0,-9 1 1 0 0,-6 2-40 0 0,-1 1 0 0 0,1 1 1 0 0,0 1-1 0 0,0 0 0 0 0,0 2 1 0 0,1 1-1 0 0,0 0 0 0 0,1 1 1 0 0,-1 1-1 0 0,2 1 0 0 0,0 1 1 0 0,0 0-1 0 0,1 2 0 0 0,0 0 1 0 0,1 0-1 0 0,-24 31 0 0 0,15-15 177 0 0,1 1 1 0 0,2 1-1 0 0,1 1 0 0 0,-21 48 0 0 0,33-63-125 0 0,2 1 1 0 0,0 0-1 0 0,1 1 0 0 0,0 0 0 0 0,2-1 1 0 0,0 2-1 0 0,2-1 0 0 0,0 0 1 0 0,1 0-1 0 0,2 22 0 0 0,0-34-43 0 0,0 0-1 0 0,1-1 1 0 0,-1 1-1 0 0,2-1 1 0 0,-1 1-1 0 0,1-1 1 0 0,0 0-1 0 0,0 0 1 0 0,1 0-1 0 0,0-1 1 0 0,0 1-1 0 0,1-1 1 0 0,0 0-1 0 0,0 0 1 0 0,0 0 0 0 0,1-1-1 0 0,7 6 1 0 0,-2-3-3 0 0,0-1 0 0 0,0-1 1 0 0,1 0-1 0 0,0-1 0 0 0,0 0 1 0 0,0-1-1 0 0,1 0 0 0 0,0-1 0 0 0,18 3 1 0 0,3-3 10 0 0,-1 0 0 0 0,1-2 1 0 0,64-7-1 0 0,-34-3 41 0 0,67-19 1 0 0,-120 25-78 0 0,0-1 1 0 0,-1 0 0 0 0,11-7-1 0 0,-15 8-24 0 0,-4 2-17 0 0,10-7-1013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14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58 1084 0 0,'5'-12'5953'0'0,"15"-34"9917"0"0,-20 67-15287 0 0,0 0 0 0 0,-1 0 0 0 0,-8 38 0 0 0,4-28-303 0 0,-11 68 561 0 0,4-26-4259 0 0,5-26-6791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14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7 3220 0 0,'14'-6'10201'0'0,"-13"6"-10090"0"0,-1 0 0 0 0,1 0 0 0 0,-1 0 0 0 0,1 0 0 0 0,-1-1 0 0 0,1 1 0 0 0,-1 0 1 0 0,1 0-1 0 0,-1 0 0 0 0,1 0 0 0 0,-1 0 0 0 0,1 0 0 0 0,-1 0 0 0 0,1 0 1 0 0,-1 0-1 0 0,1 0 0 0 0,-1 1 0 0 0,0-1 0 0 0,1 0 0 0 0,-1 0 0 0 0,1 0 0 0 0,-1 1 1 0 0,1-1-1 0 0,-1 0 0 0 0,1 0 0 0 0,-1 1 0 0 0,0-1 0 0 0,1 0 0 0 0,-1 1 0 0 0,0-1 1 0 0,1 0-1 0 0,-1 1 0 0 0,0-1 0 0 0,0 1 0 0 0,1-1 0 0 0,-1 1 0 0 0,1 1 71 0 0,-1 0 0 0 0,0 0-1 0 0,0 0 1 0 0,0-1 0 0 0,0 1-1 0 0,0 0 1 0 0,0 0 0 0 0,-1 0-1 0 0,1 0 1 0 0,-1 2-1 0 0,-20 46 980 0 0,-54 120-544 0 0,54-111-4357 0 0,0 0-5434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15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2664 0 0,'21'-42'17376'0'0,"-18"54"-16983"0"0,-3 14 189 0 0,-1-1 0 0 0,-3 27 1 0 0,1-35-497 0 0,1 0 1 0 0,1 0 0 0 0,1 0 0 0 0,0 1-1 0 0,2-1 1 0 0,4 25 0 0 0,-6-40-80 0 0,1-1-1 0 0,-1 1 1 0 0,1-1 0 0 0,-1 1 0 0 0,1 0-1 0 0,0-1 1 0 0,0 1 0 0 0,0-1 0 0 0,0 1 0 0 0,0-1-1 0 0,0 0 1 0 0,0 0 0 0 0,1 1 0 0 0,-1-1 0 0 0,0 0-1 0 0,1 0 1 0 0,-1 0 0 0 0,1 0 0 0 0,-1 0 0 0 0,1-1-1 0 0,1 2 1 0 0,1-1-3 0 0,-1 0-1 0 0,1-1 0 0 0,-1 1 1 0 0,0-1-1 0 0,1 0 1 0 0,-1 0-1 0 0,1 0 0 0 0,-1 0 1 0 0,1-1-1 0 0,3 0 1 0 0,2-1-26 0 0,-1-1 0 0 0,1 1 1 0 0,-1-1-1 0 0,0-1 0 0 0,0 0 0 0 0,0 0 1 0 0,12-9-1 0 0,-7 2 19 0 0,-1 0-1 0 0,0-1 1 0 0,-1-1 0 0 0,0 0-1 0 0,-1 0 1 0 0,0-1 0 0 0,-1 0-1 0 0,-1 0 1 0 0,0-1 0 0 0,8-23-1 0 0,-4 11 984 0 0,-12 27-976 0 0,0 0-1 0 0,0 0 1 0 0,0 0 0 0 0,0 0-1 0 0,1 0 1 0 0,-1 0 0 0 0,0 0 0 0 0,0 0-1 0 0,0 0 1 0 0,0 0 0 0 0,0 0 0 0 0,0 0-1 0 0,0 0 1 0 0,0 0 0 0 0,0 0-1 0 0,0 0 1 0 0,1 0 0 0 0,-1 0 0 0 0,0 0-1 0 0,0 0 1 0 0,0 0 0 0 0,0 0 0 0 0,0 0-1 0 0,0 0 1 0 0,0 0 0 0 0,0 0-1 0 0,0 0 1 0 0,0 0 0 0 0,1 0 0 0 0,-1 0-1 0 0,0 0 1 0 0,0 0 0 0 0,0 0 0 0 0,0 0-1 0 0,0 0 1 0 0,0 0 0 0 0,0 0-1 0 0,0 0 1 0 0,0 1 0 0 0,0-1 0 0 0,0 0-1 0 0,0 0 1 0 0,0 0 0 0 0,0 0-1 0 0,1 0 1 0 0,-1 0 0 0 0,0 0 0 0 0,0 0-1 0 0,0 0 1 0 0,0 0 0 0 0,0 0 0 0 0,0 1-1 0 0,0-1 1 0 0,0 0 0 0 0,0 0-1 0 0,0 0 1 0 0,0 0 0 0 0,0 0 0 0 0,0 0-1 0 0,0 0 1 0 0,0 17 64 0 0,-22 185 657 0 0,1-28-1520 0 0,16-59-3092 0 0,8-58-4614 0 0,1-34-675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16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428 56 24 0 0,'32'-25'22861'0'0,"-33"23"-22793"0"0,0 1-1 0 0,-1-1 1 0 0,1 1-1 0 0,0 0 1 0 0,-1-1-1 0 0,1 1 1 0 0,-1 0-1 0 0,1 0 1 0 0,-1 0-1 0 0,1 0 0 0 0,-1 1 1 0 0,0-1-1 0 0,0 0 1 0 0,-3 0-1 0 0,-30-5 104 0 0,17 3-81 0 0,12 2-70 0 0,-14 0-17 0 0,9-1 0 0 0,0 2 1 0 0,0-1-1 0 0,0 1 1 0 0,-14 2 0 0 0,-16 3-2 0 0,37-6 0 0 0,-25 8 2 0 0,18-5-8 0 0,-25 12 41 0 0,7-1-54 0 0,23-9 24 0 0,-1 0 0 0 0,1 1 1 0 0,1-1-1 0 0,-1 1 0 0 0,1 1 0 0 0,-1-1 0 0 0,1 1 1 0 0,1 0-1 0 0,-1 0 0 0 0,1 0 0 0 0,0 0 1 0 0,1 1-1 0 0,-1-1 0 0 0,1 1 0 0 0,1 0 0 0 0,-4 14 1 0 0,-2 10 75 0 0,2 1 1 0 0,-4 51-1 0 0,9-65-82 0 0,-7 59 33 0 0,-5 50-199 0 0,4 157 1 0 0,79 422 520 0 0,-23-307-253 0 0,-25-192 115 0 0,46 635 208 0 0,-60-599-338 0 0,23 508 321 0 0,-31-248-220 0 0,-17-115-44 0 0,-2-223 57 0 0,3-38-3 0 0,16-122-186 0 0,-1-2 9 0 0,1 1 0 0 0,0 0-1 0 0,0-1 1 0 0,0 1 0 0 0,0-1-1 0 0,0 1 1 0 0,2 4 0 0 0,-2-7-15 0 0,1 0 0 0 0,0 1 0 0 0,-1-1 0 0 0,1 0 0 0 0,0 0 0 0 0,0 1 0 0 0,0-1 1 0 0,0 0-1 0 0,0 0 0 0 0,0 0 0 0 0,0 0 0 0 0,0-1 0 0 0,0 1 0 0 0,1 0 0 0 0,-1 0 0 0 0,0-1 0 0 0,1 1 1 0 0,-1-1-1 0 0,0 1 0 0 0,1-1 0 0 0,-1 1 0 0 0,2-1 0 0 0,20 4-17 0 0,0-1-1 0 0,0-2 1 0 0,0 0-1 0 0,44-5 1 0 0,-37 3-191 0 0,521-73-9084 0 0,-438 51 3424 0 0,2-2-3323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17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1244 0 0,'4'-6'14956'0'0,"7"152"-10682"0"0,-16 80-3044 0 0,3-203-1202 0 0,-1 27-4790 0 0,4-49 4270 0 0,-1 0 1 0 0,0 0-1 0 0,0 0 1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17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231 174 2156 0 0,'0'-12'6517'0'0,"-5"-20"2611"0"0,2 33-8906 0 0,-4 2-124 0 0,0 0 0 0 0,1 1 0 0 0,-1 0 1 0 0,1 0-1 0 0,0 1 0 0 0,0-1 0 0 0,0 1 0 0 0,1 1 0 0 0,-9 9 1 0 0,-43 62 814 0 0,51-67-804 0 0,2-5-47 0 0,-14 22 252 0 0,-28 54 0 0 0,42-74-267 0 0,1 0-1 0 0,0 0 1 0 0,1 0-1 0 0,0 0 1 0 0,0 1-1 0 0,0-1 1 0 0,1 1-1 0 0,0 0 1 0 0,0-1-1 0 0,1 1 1 0 0,0 0-1 0 0,0 0 0 0 0,3 13 1 0 0,-1-17-7 0 0,-1 0 0 0 0,0 0 1 0 0,1 0-1 0 0,0 0 0 0 0,0 0 0 0 0,0-1 1 0 0,0 1-1 0 0,1-1 0 0 0,-1 1 0 0 0,1-1 1 0 0,0 0-1 0 0,0 0 0 0 0,0 0 0 0 0,1 0 0 0 0,4 2 1 0 0,-2-1 9 0 0,0-1 0 0 0,0 0 0 0 0,0-1 0 0 0,1 0 0 0 0,-1 0 0 0 0,1 0 0 0 0,-1-1 1 0 0,13 2-1 0 0,1-3 51 0 0,0 0 0 0 0,0-1 0 0 0,1-1 0 0 0,-1-1 0 0 0,27-7 0 0 0,-31 5 1 0 0,1 0-1 0 0,-1-1 0 0 0,0-1 0 0 0,-1 0 0 0 0,1-1 0 0 0,-1-1 0 0 0,-1 0 1 0 0,0-1-1 0 0,0-1 0 0 0,-1 0 0 0 0,21-24 0 0 0,-24 24-28 0 0,0-2-1 0 0,-1 1 1 0 0,-1-1-1 0 0,0 0 1 0 0,-1-1-1 0 0,0 0 1 0 0,-1 0-1 0 0,-1-1 1 0 0,0 0-1 0 0,-1 1 1 0 0,0-2-1 0 0,-2 1 1 0 0,3-23-1 0 0,-5 29-60 0 0,-1 0-1 0 0,1 0 1 0 0,-2 0-1 0 0,1 0 1 0 0,-1 0-1 0 0,0 0 1 0 0,-1 1-1 0 0,0-1 1 0 0,0 1-1 0 0,-1 0 0 0 0,0 0 1 0 0,-1 0-1 0 0,0 0 1 0 0,0 1-1 0 0,0 0 1 0 0,-10-10-1 0 0,7 9-102 0 0,1 1-1 0 0,-1 0 0 0 0,0 1 1 0 0,-1 0-1 0 0,1 0 1 0 0,-1 1-1 0 0,-1 0 0 0 0,1 0 1 0 0,-1 1-1 0 0,1 1 1 0 0,-1-1-1 0 0,0 2 0 0 0,-19-4 1 0 0,24 6-194 0 0,0 0 0 0 0,0 0-1 0 0,0 1 1 0 0,0-1 0 0 0,0 1 0 0 0,0 0 0 0 0,0 1-1 0 0,0-1 1 0 0,0 1 0 0 0,1 0 0 0 0,-1 0 0 0 0,1 1 0 0 0,-1-1-1 0 0,1 1 1 0 0,-6 4 0 0 0,8-5-77 0 0,0 0 1 0 0,-1 0-1 0 0,1 1 0 0 0,0-1 1 0 0,0 1-1 0 0,0-1 0 0 0,1 1 1 0 0,-1-1-1 0 0,1 1 0 0 0,-1 0 1 0 0,0 4-1 0 0,1-5-65 0 0,1 0-1 0 0,-1 0 1 0 0,1 0 0 0 0,0 1-1 0 0,0-1 1 0 0,0 0 0 0 0,0 0 0 0 0,0 0-1 0 0,0 1 1 0 0,1-1 0 0 0,-1 0-1 0 0,1 0 1 0 0,0 0 0 0 0,-1 0 0 0 0,1 0-1 0 0,0 0 1 0 0,1 2 0 0 0,6 8-4786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18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80 2104 0 0,'0'0'5044'0'0,"-12"-3"-370"0"0,7 5-4470 0 0,1 0 1 0 0,0 0 0 0 0,0 0 0 0 0,1 1-1 0 0,-1-1 1 0 0,0 1 0 0 0,1 0-1 0 0,0 0 1 0 0,-1 0 0 0 0,1 1-1 0 0,0-1 1 0 0,-4 8 0 0 0,-30 51 1662 0 0,36-61-1823 0 0,-7 14 190 0 0,0 0 1 0 0,1 1-1 0 0,1 0 0 0 0,1 0 0 0 0,0 0 0 0 0,1 0 0 0 0,-2 20 1 0 0,6-31-173 0 0,-1 1 1 0 0,1-1-1 0 0,0 1 1 0 0,0-1-1 0 0,0 0 1 0 0,1 1-1 0 0,0-1 1 0 0,0 0 0 0 0,0 1-1 0 0,1-1 1 0 0,0 0-1 0 0,0 0 1 0 0,0 0-1 0 0,0 0 1 0 0,1-1-1 0 0,0 1 1 0 0,0-1 0 0 0,0 1-1 0 0,1-1 1 0 0,-1 0-1 0 0,1 0 1 0 0,0-1-1 0 0,0 1 1 0 0,0-1-1 0 0,1 0 1 0 0,4 3 0 0 0,2 0 38 0 0,0-1 0 0 0,1-1 1 0 0,-1 0-1 0 0,1 0 0 0 0,-1-1 1 0 0,1-1-1 0 0,0 0 1 0 0,0-1-1 0 0,0 0 0 0 0,0 0 1 0 0,0-2-1 0 0,0 1 0 0 0,0-2 1 0 0,0 1-1 0 0,12-5 1 0 0,-14 4-26 0 0,-1-1 1 0 0,-1 0-1 0 0,1 0 1 0 0,0-1-1 0 0,-1 0 1 0 0,0-1-1 0 0,0 0 1 0 0,0 0 0 0 0,0-1-1 0 0,-1 1 1 0 0,0-2-1 0 0,0 1 1 0 0,-1-1-1 0 0,0 0 1 0 0,0-1-1 0 0,0 1 1 0 0,-1-1-1 0 0,0 0 1 0 0,6-15-1 0 0,-7 11-43 0 0,0 0-1 0 0,0-1 1 0 0,-1 1-1 0 0,-1-1 1 0 0,0 0-1 0 0,-1 0 1 0 0,0 0-1 0 0,-1 1 1 0 0,-1-1-1 0 0,0 0 0 0 0,-1 0 1 0 0,-3-14-1 0 0,3 17-29 0 0,-2 0 0 0 0,1 0 0 0 0,-1 0-1 0 0,0 0 1 0 0,-1 1 0 0 0,0 0 0 0 0,0 0-1 0 0,-1 0 1 0 0,-1 1 0 0 0,1 0 0 0 0,-1 0-1 0 0,0 1 1 0 0,-1-1 0 0 0,0 2 0 0 0,-12-10 0 0 0,13 12-202 0 0,0 1 1 0 0,1-1 0 0 0,-1 1-1 0 0,-1 0 1 0 0,1 1 0 0 0,0 0-1 0 0,-1 0 1 0 0,-11-1 0 0 0,17 2 35 0 0,0 1 0 0 0,0 0 0 0 0,0 0-1 0 0,1 0 1 0 0,-1 0 0 0 0,0 0 0 0 0,0 0 0 0 0,1 1 0 0 0,-1-1 0 0 0,0 1 0 0 0,0-1 0 0 0,1 1-1 0 0,-1-1 1 0 0,0 1 0 0 0,1 0 0 0 0,-1 0 0 0 0,1 0 0 0 0,-1 0 0 0 0,1 0 0 0 0,-1 0-1 0 0,1 0 1 0 0,0 1 0 0 0,0-1 0 0 0,-1 0 0 0 0,1 1 0 0 0,0-1 0 0 0,0 1 0 0 0,0-1 0 0 0,1 1-1 0 0,-1 0 1 0 0,0-1 0 0 0,1 1 0 0 0,-1 0 0 0 0,1-1 0 0 0,-1 1 0 0 0,1 0 0 0 0,0 0-1 0 0,-1 0 1 0 0,1-1 0 0 0,0 1 0 0 0,1 3 0 0 0,-1-1-507 0 0,1 0 1 0 0,0 0-1 0 0,-1 0 0 0 0,2-1 1 0 0,-1 1-1 0 0,0 0 0 0 0,1-1 1 0 0,0 1-1 0 0,-1-1 0 0 0,1 1 1 0 0,3 2-1 0 0,4 6-3830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19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361 188 200 0 0,'5'-14'6773'0'0,"-4"11"-6335"0"0,-1 1 1 0 0,0 0 0 0 0,0 0-1 0 0,0 0 1 0 0,0 0-1 0 0,0 0 1 0 0,-1 0 0 0 0,1 0-1 0 0,0 0 1 0 0,-1 0 0 0 0,0 0-1 0 0,1 0 1 0 0,-1 0 0 0 0,0 0-1 0 0,0 1 1 0 0,0-1-1 0 0,-2-3 1 0 0,2 4 41 0 0,-2 1-97 0 0,0 0-287 0 0,-1 0 0 0 0,0 0 0 0 0,1 0 0 0 0,-1 1 0 0 0,1-1 0 0 0,-1 1 0 0 0,1 0 0 0 0,0 0 0 0 0,-1 0-1 0 0,1 1 1 0 0,0-1 0 0 0,0 1 0 0 0,0 0 0 0 0,0 0 0 0 0,0 0 0 0 0,0 0 0 0 0,0 0 0 0 0,1 0 0 0 0,-4 5-1 0 0,-9 8 514 0 0,-26 35 0 0 0,36-44-518 0 0,-13 19 221 0 0,0 1 0 0 0,-17 35 0 0 0,29-48-221 0 0,0 0 0 0 0,1 0 0 0 0,0 1 0 0 0,1-1 0 0 0,0 1 0 0 0,1 0 1 0 0,-1 18-1 0 0,4-27-40 0 0,0 0 0 0 0,0 0 1 0 0,0 0-1 0 0,1-1 0 0 0,-1 1 1 0 0,1 0-1 0 0,0 0 0 0 0,1-1 1 0 0,-1 1-1 0 0,1 0 0 0 0,0-1 1 0 0,0 0-1 0 0,1 1 1 0 0,-1-1-1 0 0,1 0 0 0 0,6 7 1 0 0,-5-7-10 0 0,1 0 0 0 0,-1 0 0 0 0,1-1 1 0 0,0 1-1 0 0,0-1 0 0 0,0-1 0 0 0,1 1 1 0 0,-1-1-1 0 0,1 1 0 0 0,-1-2 1 0 0,1 1-1 0 0,0 0 0 0 0,8 0 0 0 0,6 0 88 0 0,-1-2-1 0 0,1 0 1 0 0,0 0-1 0 0,-1-2 1 0 0,1-1-1 0 0,-1 0 1 0 0,0-1-1 0 0,0-1 1 0 0,0-1-1 0 0,-1-1 1 0 0,0 0-1 0 0,0-2 1 0 0,-1 0 0 0 0,0 0-1 0 0,0-2 1 0 0,-1 0-1 0 0,0-1 1 0 0,-1-1-1 0 0,-1 0 1 0 0,0-1-1 0 0,-1 0 1 0 0,0-1-1 0 0,16-26 1 0 0,-23 30-71 0 0,0 0 0 0 0,-1 0 0 0 0,0-1 0 0 0,0 1 1 0 0,-2-1-1 0 0,1 0 0 0 0,-2-1 0 0 0,1 1 1 0 0,-2 0-1 0 0,0-1 0 0 0,0 1 0 0 0,-1-1 0 0 0,0 1 1 0 0,-5-25-1 0 0,3 28-65 0 0,0 0 1 0 0,-1 0 0 0 0,0 0-1 0 0,-1 0 1 0 0,1 0 0 0 0,-2 1-1 0 0,1 0 1 0 0,-1 0-1 0 0,-1 0 1 0 0,1 0 0 0 0,-1 1-1 0 0,0 0 1 0 0,-1 0 0 0 0,0 0-1 0 0,0 1 1 0 0,-1 0 0 0 0,1 1-1 0 0,-1-1 1 0 0,0 2-1 0 0,-11-6 1 0 0,4 4-335 0 0,1 2 0 0 0,0-1 0 0 0,-1 2 0 0 0,0 0 0 0 0,0 0 0 0 0,0 2 0 0 0,0 0 0 0 0,0 0 0 0 0,0 2 0 0 0,0 0 0 0 0,0 0 0 0 0,-20 5 0 0 0,-15 7-2508 0 0,-1 2 0 0 0,-58 27 0 0 0,51-19-520 0 0,-29 9-3867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22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98 712 0 0,'-13'-27'8331'0'0,"3"11"-6222"0"0,9 15-1663 0 0,0-1-166 0 0,0 0 0 0 0,0 0 0 0 0,0 1 0 0 0,0-1-1 0 0,-1 0 1 0 0,1 1 0 0 0,-1 0 0 0 0,-2-3 0 0 0,2 5-273 0 0,-1 1 0 0 0,1 0 0 0 0,0-1 0 0 0,-1 1 1 0 0,1 0-1 0 0,0 0 0 0 0,0 0 0 0 0,0 0 0 0 0,0 1 1 0 0,1-1-1 0 0,-1 0 0 0 0,1 1 0 0 0,-2 3 0 0 0,-19 43 21 0 0,16-36 4 0 0,-12 33-12 0 0,1 0 1 0 0,-15 69-1 0 0,27-88-12 0 0,1 1-1 0 0,1-1 0 0 0,1 0 1 0 0,1 1-1 0 0,6 53 1 0 0,-4-75 10 0 0,0 0 0 0 0,1 0 1 0 0,-1 0-1 0 0,1 0 1 0 0,0 0-1 0 0,0-1 0 0 0,1 1 1 0 0,0-1-1 0 0,0 1 1 0 0,0-1-1 0 0,1 0 0 0 0,4 6 1 0 0,-5-9-6 0 0,0 1 0 0 0,0 0 0 0 0,0-1 1 0 0,1 0-1 0 0,-1 1 0 0 0,1-2 0 0 0,-1 1 1 0 0,1 0-1 0 0,0-1 0 0 0,-1 1 0 0 0,1-1 1 0 0,0 0-1 0 0,0 0 0 0 0,0-1 0 0 0,0 1 1 0 0,0-1-1 0 0,0 0 0 0 0,0 0 0 0 0,7-1 1 0 0,4-1 49 0 0,0-2 1 0 0,0 0 0 0 0,-1 0-1 0 0,0-1 1 0 0,0-1-1 0 0,0 0 1 0 0,-1-1 0 0 0,0-1-1 0 0,0 0 1 0 0,0-1 0 0 0,-1 0-1 0 0,-1-1 1 0 0,0 0-1 0 0,11-12 1 0 0,-6 4 160 0 0,-1-1-1 0 0,0-1 1 0 0,-1 0-1 0 0,-1-1 0 0 0,-1 0 1 0 0,-1-1-1 0 0,16-45 1 0 0,-23 54-161 0 0,-1 0 0 0 0,0 0 0 0 0,0-1 0 0 0,-2 1 0 0 0,1-1 0 0 0,-2 0 0 0 0,0 1 0 0 0,-1-1 0 0 0,0 0 0 0 0,-1 1 0 0 0,-3-14 0 0 0,2 18-65 0 0,1 0 1 0 0,-2 0 0 0 0,0 0 0 0 0,0 1-1 0 0,0-1 1 0 0,-1 1 0 0 0,0 0-1 0 0,-1 1 1 0 0,1-1 0 0 0,-2 1 0 0 0,1 0-1 0 0,-1 0 1 0 0,0 1 0 0 0,0 0 0 0 0,-1 0-1 0 0,-13-7 1 0 0,13 9-60 0 0,0 0-1 0 0,0 0 1 0 0,0 1-1 0 0,0 0 1 0 0,-1 1 0 0 0,1-1-1 0 0,-1 2 1 0 0,0-1-1 0 0,0 1 1 0 0,-8 0 0 0 0,15 1-50 0 0,0 0 1 0 0,0 0 0 0 0,0 1 0 0 0,0-1 0 0 0,0 0 0 0 0,0 1-1 0 0,0-1 1 0 0,0 1 0 0 0,0 0 0 0 0,0-1 0 0 0,0 1 0 0 0,1 0-1 0 0,-1 0 1 0 0,0 0 0 0 0,1 0 0 0 0,-1 1 0 0 0,1-1 0 0 0,-1 0-1 0 0,1 1 1 0 0,-1-1 0 0 0,0 3 0 0 0,0-2-270 0 0,1 0 1 0 0,0-1-1 0 0,0 1 0 0 0,1 0 1 0 0,-1 1-1 0 0,0-1 1 0 0,1 0-1 0 0,-1 0 0 0 0,1 0 1 0 0,0 0-1 0 0,-1 0 0 0 0,1 0 1 0 0,0 1-1 0 0,0-1 0 0 0,0 0 1 0 0,1 0-1 0 0,-1 0 1 0 0,1 0-1 0 0,-1 1 0 0 0,1-1 1 0 0,0 0-1 0 0,-1 0 0 0 0,1 0 1 0 0,2 3-1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23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0 101 1984 0 0,'20'-81'13856'0'0,"-19"79"-13380"0"0,2-15 6357 0 0,5 80-5529 0 0,0-7-612 0 0,-5 40 217 0 0,-12 139 1 0 0,-16-16-3179 0 0,18-153-2624 0 0,5-23-4460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24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95 1324 0 0,'0'-15'4465'0'0,"0"10"-3716"0"0,0 0 1 0 0,-1 0-1 0 0,0 0 0 0 0,0 0 0 0 0,0 1 0 0 0,0-1 0 0 0,-1 0 1 0 0,-3-7 505 0 0,3 13-1067 0 0,-2 0-132 0 0,0 1 0 0 0,0 0 0 0 0,1 0 0 0 0,-1 0 1 0 0,1 1-1 0 0,0-1 0 0 0,0 1 0 0 0,0-1 0 0 0,0 1 0 0 0,0 0 1 0 0,0 0-1 0 0,1 0 0 0 0,0 1 0 0 0,-4 4 0 0 0,-6 12 495 0 0,-11 26 0 0 0,19-38-406 0 0,-18 37 795 0 0,-26 84-1 0 0,42-109-783 0 0,1 0-1 0 0,0 0 1 0 0,2 1-1 0 0,1 0 1 0 0,0-1 0 0 0,2 1-1 0 0,1 22 1 0 0,0-37-116 0 0,0 1 0 0 0,0-1 0 0 0,1 1 0 0 0,0-1 0 0 0,0 1 0 0 0,0-1 0 0 0,1 0 1 0 0,0 0-1 0 0,0 0 0 0 0,1-1 0 0 0,-1 1 0 0 0,1-1 0 0 0,0 1 0 0 0,1-1 0 0 0,-1-1 0 0 0,1 1 0 0 0,0-1 0 0 0,1 0 0 0 0,-1 0 0 0 0,0 0 0 0 0,1 0 0 0 0,0-1 1 0 0,8 3-1 0 0,-4-2 0 0 0,0-1 1 0 0,0 0 0 0 0,0-1 0 0 0,0 0 0 0 0,1-1-1 0 0,-1 0 1 0 0,1 0 0 0 0,-1-1 0 0 0,0 0 0 0 0,1-1-1 0 0,-1-1 1 0 0,1 1 0 0 0,-1-2 0 0 0,12-3-1 0 0,-10 2 27 0 0,0 0-1 0 0,0-1 1 0 0,-1-1-1 0 0,0 1 1 0 0,0-2-1 0 0,-1 0 1 0 0,0 0-1 0 0,0-1 1 0 0,0 0-1 0 0,-1 0 1 0 0,0-1-1 0 0,-1-1 1 0 0,0 1-1 0 0,0-1 1 0 0,-1 0-1 0 0,-1-1 1 0 0,0 0-1 0 0,0 0 1 0 0,-1-1-1 0 0,4-11 1 0 0,-2 4-57 0 0,-2 0 0 0 0,0-1 1 0 0,-1 1-1 0 0,-1-1 1 0 0,-1 0-1 0 0,-1 0 0 0 0,-1 0 1 0 0,0 1-1 0 0,-2-1 1 0 0,0 0-1 0 0,-1 0 0 0 0,-1 1 1 0 0,-1-1-1 0 0,-1 1 1 0 0,0 0-1 0 0,-11-20 0 0 0,12 29-35 0 0,0 1 0 0 0,-1 0 0 0 0,-1 0 0 0 0,0 1 0 0 0,-13-14 0 0 0,17 18-259 0 0,-1 1 0 0 0,-1 0 0 0 0,1-1-1 0 0,0 1 1 0 0,-1 1 0 0 0,0-1-1 0 0,1 1 1 0 0,-1 0 0 0 0,0 0 0 0 0,0 0-1 0 0,0 0 1 0 0,-10-1 0 0 0,14 3 160 0 0,0 0 0 0 0,-1 0 1 0 0,1 0-1 0 0,0 0 0 0 0,0 0 1 0 0,0 1-1 0 0,-1-1 1 0 0,1 0-1 0 0,0 0 0 0 0,0 1 1 0 0,0-1-1 0 0,0 0 0 0 0,0 1 1 0 0,0 0-1 0 0,0-1 0 0 0,0 1 1 0 0,0-1-1 0 0,0 1 0 0 0,0 0 1 0 0,0 0-1 0 0,0 0 1 0 0,0-1-1 0 0,1 1 0 0 0,-1 0 1 0 0,0 0-1 0 0,1 0 0 0 0,-1 0 1 0 0,1 0-1 0 0,-1 0 0 0 0,1 0 1 0 0,-1 1-1 0 0,1-1 1 0 0,0 0-1 0 0,-1 0 0 0 0,1 0 1 0 0,0 0-1 0 0,0 1 0 0 0,0 0 1 0 0,0 1-462 0 0,-1 1 0 0 0,1-1 0 0 0,0 0 0 0 0,1 1 0 0 0,-1-1 0 0 0,1 0 0 0 0,-1 1 0 0 0,1-1 0 0 0,0 0 0 0 0,0 0 0 0 0,3 5 1 0 0,6 4-2911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24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62 1252 0 0,'3'-1'2362'0'0,"35"-10"8638"0"0,-40 13-10684 0 0,-4 3-118 0 0,0 0-1 0 0,0 1 1 0 0,1 0-1 0 0,0 0 1 0 0,0 1-1 0 0,1-1 1 0 0,-8 15-1 0 0,-23 56 905 0 0,31-66-995 0 0,-3 3 38 0 0,2 2 1 0 0,0-1-1 0 0,1 0 1 0 0,0 1-1 0 0,2 0 1 0 0,0 0-1 0 0,-1 23 1 0 0,3-34-110 0 0,0-1 0 0 0,1 1 0 0 0,-1 0 0 0 0,1-1 0 0 0,0 1-1 0 0,0-1 1 0 0,0 1 0 0 0,0-1 0 0 0,1 1 0 0 0,0-1 0 0 0,0 0 0 0 0,0 1 0 0 0,0-1 0 0 0,1 0 0 0 0,0-1 0 0 0,0 1 0 0 0,0 0 0 0 0,0-1 0 0 0,0 0 0 0 0,1 1 0 0 0,-1-1 0 0 0,1-1 0 0 0,0 1-1 0 0,0-1 1 0 0,0 1 0 0 0,0-1 0 0 0,1 0 0 0 0,-1 0 0 0 0,7 1 0 0 0,1 0 22 0 0,0-1 0 0 0,0 0 0 0 0,0-1-1 0 0,1 0 1 0 0,-1-1 0 0 0,0-1 0 0 0,0 0 0 0 0,0 0 0 0 0,0-1 0 0 0,0-1-1 0 0,0 0 1 0 0,0 0 0 0 0,-1-1 0 0 0,1-1 0 0 0,-1 0 0 0 0,-1-1-1 0 0,1 0 1 0 0,-1 0 0 0 0,0-1 0 0 0,0 0 0 0 0,0-1 0 0 0,-1 0-1 0 0,-1-1 1 0 0,1 0 0 0 0,-1 0 0 0 0,-1-1 0 0 0,0 0 0 0 0,0 0-1 0 0,-1 0 1 0 0,7-17 0 0 0,-8 16-10 0 0,-2 0 0 0 0,1-1-1 0 0,-1 1 1 0 0,-1 0 0 0 0,0-1 0 0 0,-1 0 0 0 0,0 1-1 0 0,-1-1 1 0 0,-2-21 0 0 0,1 26-47 0 0,0 1 0 0 0,-1-1 0 0 0,0 1 0 0 0,0 0 0 0 0,-1-1 0 0 0,1 1 0 0 0,-1 0 0 0 0,-1 0 1 0 0,1 1-1 0 0,-1-1 0 0 0,0 1 0 0 0,-1 0 0 0 0,1 0 0 0 0,-1 0 0 0 0,0 0 0 0 0,0 1 0 0 0,0 0 0 0 0,-9-5 0 0 0,-1 0-257 0 0,0 0 1 0 0,-1 2-1 0 0,-18-7 1 0 0,25 11-394 0 0,1 0 1 0 0,0 1-1 0 0,-1 0 1 0 0,0 1-1 0 0,1 0 1 0 0,-1 0-1 0 0,-17 1 0 0 0,22 1-586 0 0,-1 0-1 0 0,0 0 0 0 0,0 1 0 0 0,1-1 0 0 0,-1 1 0 0 0,-4 3 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27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147 109 2288 0 0,'0'-10'2761'0'0,"-1"-5"3068"0"0,0 15-5788 0 0,1 0 0 0 0,0 0 0 0 0,-1 0 0 0 0,1 0 0 0 0,-1 0 1 0 0,1 0-1 0 0,0 0 0 0 0,-1 0 0 0 0,1 0 0 0 0,-1 1 1 0 0,1-1-1 0 0,0 0 0 0 0,-1 0 0 0 0,1 0 0 0 0,-1 1 1 0 0,1-1-1 0 0,0 0 0 0 0,-1 0 0 0 0,1 1 0 0 0,0-1 1 0 0,-1 0-1 0 0,1 1 0 0 0,0-1 0 0 0,0 0 0 0 0,-1 1 1 0 0,1-1-1 0 0,0 0 0 0 0,0 1 0 0 0,0-1 0 0 0,0 1 1 0 0,-1 0-1 0 0,-10 16 502 0 0,0 0 0 0 0,1 1 1 0 0,1 0-1 0 0,-8 23 0 0 0,9-23-202 0 0,5-10-195 0 0,-16 36 672 0 0,-13 50 0 0 0,28-81-713 0 0,1 1 1 0 0,0-1 0 0 0,1 1-1 0 0,1 0 1 0 0,0-1-1 0 0,0 1 1 0 0,2 0-1 0 0,2 22 1 0 0,-2-32-77 0 0,0 1 1 0 0,1-1-1 0 0,-1 0 0 0 0,1 1 0 0 0,0-1 1 0 0,0 0-1 0 0,0 0 0 0 0,0 0 1 0 0,1 0-1 0 0,-1 0 0 0 0,1 0 0 0 0,0-1 1 0 0,1 1-1 0 0,-1-1 0 0 0,0 0 1 0 0,6 4-1 0 0,-3-4 4 0 0,1 1 1 0 0,-1-1-1 0 0,1 0 0 0 0,0-1 0 0 0,-1 1 1 0 0,1-1-1 0 0,0-1 0 0 0,0 1 1 0 0,13 0-1 0 0,-1-2 79 0 0,0 0 0 0 0,0-1-1 0 0,0-2 1 0 0,0 1 0 0 0,0-2 0 0 0,-1-1 0 0 0,24-8-1 0 0,-29 7-8 0 0,-1 0-1 0 0,1 0 0 0 0,-1-2 0 0 0,0 1 0 0 0,-1-2 0 0 0,0 1 0 0 0,0-2 0 0 0,-1 1 0 0 0,0-1 0 0 0,-1-1 0 0 0,0 0 0 0 0,0 0 0 0 0,-2-1 0 0 0,1 0 0 0 0,-1 0 0 0 0,-1-1 0 0 0,0 0 0 0 0,7-24 0 0 0,-9 23-65 0 0,0 1-1 0 0,-1-1 1 0 0,-1 0-1 0 0,0 0 1 0 0,-1 0-1 0 0,0-1 1 0 0,-1 1 0 0 0,-1 0-1 0 0,0 0 1 0 0,-1 0-1 0 0,0 0 1 0 0,-2 0-1 0 0,1 0 1 0 0,-2 1-1 0 0,0-1 1 0 0,0 1-1 0 0,-1 0 1 0 0,-13-20-1 0 0,13 25-40 0 0,-1 0-1 0 0,0 1 1 0 0,0 0-1 0 0,-1 0 1 0 0,0 1-1 0 0,0 0 1 0 0,0 0-1 0 0,-1 1 1 0 0,0 0-1 0 0,-11-5 1 0 0,14 8-133 0 0,1 0 0 0 0,-1 0 1 0 0,1 1-1 0 0,-1 0 0 0 0,0 0 0 0 0,0 0 1 0 0,0 1-1 0 0,-8 0 0 0 0,10 0-87 0 0,1 0 0 0 0,0 1-1 0 0,-1 0 1 0 0,1-1 0 0 0,0 1-1 0 0,0 1 1 0 0,0-1-1 0 0,0 0 1 0 0,0 1 0 0 0,0 0-1 0 0,0-1 1 0 0,0 1 0 0 0,0 0-1 0 0,1 0 1 0 0,-4 5 0 0 0,4-5-1 0 0,0 0 0 0 0,1 0 0 0 0,-1 0 0 0 0,1 1 0 0 0,0-1 0 0 0,0 0 0 0 0,0 1 1 0 0,0 0-1 0 0,0-1 0 0 0,0 1 0 0 0,0-1 0 0 0,1 1 0 0 0,0 0 0 0 0,-1-1 0 0 0,1 1 1 0 0,0 0-1 0 0,0 0 0 0 0,1-1 0 0 0,-1 1 0 0 0,1 3 0 0 0,1-1-434 0 0,-1 1-1 0 0,1-1 1 0 0,0 0-1 0 0,0 0 1 0 0,1 0-1 0 0,0 0 1 0 0,0 0-1 0 0,0-1 0 0 0,4 6 1 0 0,11 9-3093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28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81 2836 0 0,'52'-12'7091'0'0,"-51"12"-7039"0"0,-1 0 1 0 0,1 1-1 0 0,-1-1 1 0 0,0 0-1 0 0,1 0 1 0 0,-1 0-1 0 0,1 0 1 0 0,-1 0-1 0 0,0 0 1 0 0,1 0-1 0 0,-1 1 1 0 0,0-1-1 0 0,1 0 1 0 0,-1 0-1 0 0,0 0 1 0 0,1 1-1 0 0,-1-1 1 0 0,0 0-1 0 0,0 0 1 0 0,1 1-1 0 0,-1-1 1 0 0,0 0-1 0 0,0 1 1 0 0,1-1-1 0 0,-1 0 1 0 0,0 1-1 0 0,0-1 1 0 0,0 0-1 0 0,0 1 1 0 0,0-1-1 0 0,1 1 1 0 0,-1-1-1 0 0,0 0 1 0 0,0 1-1 0 0,0-1 1 0 0,0 1-1 0 0,0-1 1 0 0,0 0-1 0 0,0 1 0 0 0,0-1 1 0 0,0 1-1 0 0,-1-1 1 0 0,1 1-1 0 0,-4 19 947 0 0,3-18-880 0 0,-17 61 1465 0 0,6-26-1151 0 0,2 0-1 0 0,1 1 1 0 0,-3 42 0 0 0,11-70-382 0 0,0 0 0 0 0,1-1 0 0 0,0 1 0 0 0,1-1 0 0 0,0 1 0 0 0,0 0 0 0 0,1-1 0 0 0,0 0 0 0 0,1 1 0 0 0,0-1 0 0 0,1 0 0 0 0,0 0 0 0 0,0-1 0 0 0,1 1 0 0 0,0-1 0 0 0,0 0 0 0 0,10 11 0 0 0,-8-13-5 0 0,0 0 1 0 0,0-1 0 0 0,0 0-1 0 0,1 0 1 0 0,0-1-1 0 0,-1 0 1 0 0,2-1-1 0 0,-1 0 1 0 0,0 0-1 0 0,0 0 1 0 0,1-1 0 0 0,0 0-1 0 0,-1-1 1 0 0,1 0-1 0 0,0 0 1 0 0,0-1-1 0 0,17-2 1 0 0,-7 0 84 0 0,-1 0 0 0 0,1-1 1 0 0,-1-2-1 0 0,1 0 0 0 0,-1 0 1 0 0,0-2-1 0 0,23-12 0 0 0,-30 12-44 0 0,0 0-1 0 0,0-1 1 0 0,-1 0 0 0 0,0-1-1 0 0,0 0 1 0 0,-1-1-1 0 0,-1 0 1 0 0,0 0 0 0 0,0-1-1 0 0,-1 0 1 0 0,0 0-1 0 0,-1 0 1 0 0,0-1 0 0 0,-1 0-1 0 0,0-1 1 0 0,-1 1 0 0 0,4-16-1 0 0,-4 10-35 0 0,-1 0 1 0 0,0-1-1 0 0,-2 1 0 0 0,0-1 0 0 0,0 1 0 0 0,-2-1 1 0 0,-1 1-1 0 0,0 0 0 0 0,-1-1 0 0 0,-1 1 0 0 0,-11-31 1 0 0,13 42-77 0 0,-2 0 1 0 0,1 0-1 0 0,-1 1 1 0 0,0-1-1 0 0,0 1 0 0 0,-10-11 1 0 0,12 14-206 0 0,-1 0 0 0 0,-1 1 0 0 0,1-1 1 0 0,0 0-1 0 0,-1 1 0 0 0,1 0 0 0 0,-1 0 0 0 0,1 0 0 0 0,-1 0 0 0 0,0 1 1 0 0,0-1-1 0 0,0 1 0 0 0,-6-1 0 0 0,8 2-55 0 0,0 0-1 0 0,0 0 1 0 0,-1 0-1 0 0,1 0 1 0 0,0 0 0 0 0,0 1-1 0 0,0-1 1 0 0,0 1-1 0 0,0-1 1 0 0,0 1 0 0 0,0 0-1 0 0,0 0 1 0 0,0 0-1 0 0,0 0 1 0 0,0 0-1 0 0,0 0 1 0 0,1 1 0 0 0,-3 1-1 0 0,-7 11-4799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25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149 128 224 0 0,'-2'-3'2526'0'0,"-30"-46"10022"0"0,32 49-12494 0 0,-1 0-1 0 0,1-1 1 0 0,0 1-1 0 0,0 0 0 0 0,0-1 1 0 0,0 1-1 0 0,0 0 1 0 0,0-1-1 0 0,0 1 1 0 0,-1 0-1 0 0,1 0 1 0 0,0-1-1 0 0,0 1 1 0 0,0 0-1 0 0,-1 0 1 0 0,1-1-1 0 0,0 1 1 0 0,0 0-1 0 0,-1 0 1 0 0,1 0-1 0 0,0 0 1 0 0,-1-1-1 0 0,1 1 1 0 0,0 0-1 0 0,0 0 1 0 0,-1 0-1 0 0,1 0 0 0 0,0 0 1 0 0,-1 0-1 0 0,1 0 1 0 0,0 0-1 0 0,-1 0 1 0 0,-3 3 49 0 0,1 1 1 0 0,-1 0-1 0 0,1 0 0 0 0,0 0 1 0 0,0 0-1 0 0,1 0 1 0 0,-1 1-1 0 0,1-1 0 0 0,-3 8 1 0 0,-15 51 563 0 0,14-42-479 0 0,-34 140 748 0 0,37-141-864 0 0,0-1 0 0 0,1 1 0 0 0,1 0 0 0 0,1 0 0 0 0,1 0 0 0 0,5 26 1 0 0,-5-40-50 0 0,0 0 0 0 0,1 1 0 0 0,0-1 0 0 0,1 0 0 0 0,-1 0 0 0 0,1-1 0 0 0,0 1 0 0 0,1 0 0 0 0,-1-1 0 0 0,1 0 0 0 0,0 0 1 0 0,1 0-1 0 0,-1 0 0 0 0,1-1 0 0 0,0 0 0 0 0,0 0 0 0 0,7 5 0 0 0,-4-5 5 0 0,1 0-1 0 0,-1 0 1 0 0,1 0-1 0 0,0-1 1 0 0,0-1-1 0 0,0 1 1 0 0,0-1-1 0 0,0-1 1 0 0,1 0 0 0 0,-1 0-1 0 0,13-1 1 0 0,-7-2 67 0 0,-1 1 1 0 0,1-2-1 0 0,-1 0 0 0 0,0 0 1 0 0,0-2-1 0 0,0 0 1 0 0,-1 0-1 0 0,0-1 1 0 0,0-1-1 0 0,0 0 1 0 0,0-1-1 0 0,-1 0 1 0 0,-1-1-1 0 0,0 0 1 0 0,0-1-1 0 0,0 0 1 0 0,-1-1-1 0 0,-1 0 1 0 0,10-14-1 0 0,-9 9 33 0 0,0 1 0 0 0,0-2 0 0 0,-2 1 0 0 0,0-2 0 0 0,-1 1 0 0 0,-1-1 0 0 0,0 0 0 0 0,-1 0 0 0 0,-1 0 0 0 0,-1-1 0 0 0,-1 1 0 0 0,0-1 0 0 0,-2 0 0 0 0,-2-29 0 0 0,0 34-81 0 0,0 0 1 0 0,-2 1-1 0 0,0-1 0 0 0,0 1 0 0 0,-1-1 0 0 0,-12-21 0 0 0,12 26-208 0 0,-1 0-1 0 0,0 0 1 0 0,0 1-1 0 0,0 0 1 0 0,-1 0-1 0 0,0 0 1 0 0,-1 1-1 0 0,0 0 1 0 0,-15-10-1 0 0,20 16-222 0 0,0 0-1 0 0,0 0 0 0 0,0 0 0 0 0,0 0 0 0 0,0 0 0 0 0,0 1 0 0 0,-5-1 0 0 0,8 1 262 0 0,-1 0-1 0 0,1 0 1 0 0,-1-1-1 0 0,0 1 1 0 0,1 0-1 0 0,-1 0 1 0 0,1 0-1 0 0,-1 1 1 0 0,0-1-1 0 0,1 0 1 0 0,-1 0-1 0 0,1 0 1 0 0,-1 0 0 0 0,0 0-1 0 0,1 1 1 0 0,-1-1-1 0 0,1 0 1 0 0,-1 1-1 0 0,1-1 1 0 0,-1 0-1 0 0,1 1 1 0 0,-1-1-1 0 0,1 0 1 0 0,-1 1-1 0 0,1-1 1 0 0,-1 1 0 0 0,1-1-1 0 0,0 1 1 0 0,-1-1-1 0 0,1 1 1 0 0,0-1-1 0 0,0 1 1 0 0,-1 0-1 0 0,1-1 1 0 0,0 1-1 0 0,0-1 1 0 0,0 1-1 0 0,0 0 1 0 0,0-1-1 0 0,-1 1 1 0 0,1-1 0 0 0,0 1-1 0 0,0 0 1 0 0,1-1-1 0 0,-1 1 1 0 0,0-1-1 0 0,0 1 1 0 0,0 0-1 0 0,0-1 1 0 0,0 1-1 0 0,1 0 1 0 0,0 2-465 0 0,0 0 0 0 0,0 0-1 0 0,0 0 1 0 0,0-1 0 0 0,0 1 0 0 0,1 0-1 0 0,-1-1 1 0 0,1 1 0 0 0,0-1 0 0 0,0 1 0 0 0,4 3-1 0 0,8 3-4132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26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117 260 2300 0 0,'-2'0'1711'0'0,"-2"-2"-1111"0"0,3 1-376 0 0,0 0 1 0 0,0 1 0 0 0,0-1 0 0 0,-1 1 0 0 0,1-1 0 0 0,-1 0-1 0 0,1 1 1 0 0,0 0 0 0 0,-1-1 0 0 0,1 1 0 0 0,-1 0 0 0 0,1 0-1 0 0,0 0 1 0 0,-1 0 0 0 0,1 0 0 0 0,-1 0 0 0 0,1 0-1 0 0,-1 1 1 0 0,1-1 0 0 0,0 0 0 0 0,-1 1 0 0 0,-2 0 0 0 0,-2 6 112 0 0,0 0 1 0 0,1 0 0 0 0,-1 0-1 0 0,1 1 1 0 0,1-1 0 0 0,-1 1-1 0 0,1 0 1 0 0,1 1 0 0 0,-1-1-1 0 0,2 1 1 0 0,-3 10 0 0 0,-2 8 247 0 0,2 0 0 0 0,-2 40 0 0 0,5-49-338 0 0,2-1 0 0 0,0 0 0 0 0,1 0 0 0 0,1 1 0 0 0,0-1 0 0 0,7 22 0 0 0,-7-32-151 0 0,0-1 0 0 0,1 1 0 0 0,0-1 0 0 0,0 1-1 0 0,0-1 1 0 0,1 0 0 0 0,0 0 0 0 0,1 0 0 0 0,-1-1 0 0 0,1 1 0 0 0,0-1 0 0 0,0 0 0 0 0,0-1 0 0 0,1 1 0 0 0,0-1 0 0 0,0 0 0 0 0,12 5 0 0 0,-5-3 33 0 0,2-1 1 0 0,-1-1-1 0 0,0 0 0 0 0,1-1 1 0 0,0-1-1 0 0,0 0 0 0 0,0-1 1 0 0,-1-1-1 0 0,1 0 0 0 0,0-1 1 0 0,0-1-1 0 0,0 0 1 0 0,28-8-1 0 0,-26 5 2 0 0,0-1 0 0 0,0 0 0 0 0,0-2 0 0 0,-1 0 0 0 0,0 0 0 0 0,0-2 0 0 0,-1 0 0 0 0,0 0 0 0 0,-1-2 0 0 0,-1 0 0 0 0,15-16 0 0 0,-13 10-56 0 0,0-1 0 0 0,-2-1-1 0 0,-1 0 1 0 0,0 0 0 0 0,-1-2 0 0 0,-1 1 0 0 0,-2-1-1 0 0,0-1 1 0 0,-1 1 0 0 0,-1-1 0 0 0,5-42 0 0 0,-10 52-36 0 0,0-1 1 0 0,-1 0-1 0 0,-1 0 0 0 0,0 0 1 0 0,-1 0-1 0 0,-1 0 1 0 0,0 0-1 0 0,-1 1 1 0 0,-6-17-1 0 0,5 19-33 0 0,0 1 0 0 0,-1 0-1 0 0,0 0 1 0 0,-1 1 0 0 0,0 0 0 0 0,0 0 0 0 0,-1 0-1 0 0,0 1 1 0 0,0 0 0 0 0,-1 1 0 0 0,0-1 0 0 0,-14-7 0 0 0,10 8-18 0 0,-1 1 0 0 0,1 0 0 0 0,-1 1 0 0 0,0 0 0 0 0,-1 1 0 0 0,1 1 0 0 0,-1 0 0 0 0,1 1 1 0 0,-1 1-1 0 0,0 0 0 0 0,0 1 0 0 0,0 0 0 0 0,0 1 0 0 0,1 1 0 0 0,-1 1 0 0 0,-23 6 1 0 0,26-5-145 0 0,1 0 0 0 0,-1 1 0 0 0,1 0 0 0 0,0 0 1 0 0,0 2-1 0 0,0-1 0 0 0,1 1 0 0 0,-18 17 0 0 0,21-17-142 0 0,1 0 0 0 0,-1 0-1 0 0,2 1 1 0 0,-1 0 0 0 0,1 0 0 0 0,0 0-1 0 0,1 1 1 0 0,0-1 0 0 0,0 1 0 0 0,1 0-1 0 0,0 0 1 0 0,-2 13 0 0 0,4-15-38 0 0,0 0 1 0 0,1 0 0 0 0,0 0 0 0 0,0 0-1 0 0,0 0 1 0 0,1 0 0 0 0,0 0-1 0 0,1-1 1 0 0,-1 1 0 0 0,1 0-1 0 0,1-1 1 0 0,-1 1 0 0 0,1-1 0 0 0,4 7-1 0 0,0-2-478 0 0,0-1 0 0 0,0 0-1 0 0,1-1 1 0 0,0 1 0 0 0,1-1 0 0 0,0-1-1 0 0,12 9 1 0 0,22 13-3552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28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98 680 0 0,'9'-10'12053'0'0,"-16"22"-9079"0"0,-14 24-1857 0 0,-1-1-345 0 0,2 0-1 0 0,2 1 1 0 0,-16 43-1 0 0,26-56-661 0 0,1-1 0 0 0,1 1 0 0 0,1 1 0 0 0,1-1 0 0 0,1 1 0 0 0,0 40 0 0 0,3-57-65 0 0,0 0 1 0 0,1 0 0 0 0,0 1-1 0 0,0-1 1 0 0,1 0-1 0 0,0-1 1 0 0,0 1 0 0 0,1 0-1 0 0,0 0 1 0 0,0-1-1 0 0,1 0 1 0 0,-1 0 0 0 0,7 8-1 0 0,-7-10-2 0 0,1 0 0 0 0,1 0 0 0 0,-1 0 0 0 0,1-1 0 0 0,-1 1 1 0 0,1-1-1 0 0,0 0 0 0 0,0-1 0 0 0,1 1 0 0 0,-1-1 0 0 0,0 0 0 0 0,1 0 0 0 0,0-1 0 0 0,-1 1 0 0 0,1-1 0 0 0,10 0 0 0 0,-1 0 7 0 0,0-2 0 0 0,-1 0 1 0 0,1-1-1 0 0,0 0 0 0 0,-1-1 0 0 0,0-1 0 0 0,0 0 1 0 0,0-1-1 0 0,0 0 0 0 0,-1-1 0 0 0,0-1 0 0 0,0 0 1 0 0,0 0-1 0 0,-1-2 0 0 0,0 0 0 0 0,-1 0 0 0 0,0-1 1 0 0,0 0-1 0 0,10-13 0 0 0,-8 8 27 0 0,-1-1 0 0 0,0 0 0 0 0,-1-1 0 0 0,-1-1 0 0 0,0 1 0 0 0,-1-2 0 0 0,-2 1 0 0 0,1-1 0 0 0,-2 0 0 0 0,-1 0 0 0 0,0-1 0 0 0,-1 0 0 0 0,1-30 0 0 0,-4 37-24 0 0,-1 1-1 0 0,-1-1 1 0 0,0 0 0 0 0,-1 1-1 0 0,0-1 1 0 0,-1 1-1 0 0,-1 0 1 0 0,0 0-1 0 0,0 0 1 0 0,-8-13 0 0 0,7 16-63 0 0,0 1 1 0 0,0 0 0 0 0,-1 0 0 0 0,-1 1 0 0 0,1 0 0 0 0,-1 0 0 0 0,-1 0 0 0 0,1 1 0 0 0,-1 0-1 0 0,0 0 1 0 0,0 1 0 0 0,-1 0 0 0 0,-15-6 0 0 0,15 7-304 0 0,0 2 0 0 0,0-1 0 0 0,0 1 0 0 0,0 0-1 0 0,0 1 1 0 0,-1 0 0 0 0,1 1 0 0 0,0 0 0 0 0,-12 1 0 0 0,17-1-83 0 0,0 1 0 0 0,0 0 0 0 0,0 0 0 0 0,0 0 1 0 0,0 1-1 0 0,0-1 0 0 0,0 1 0 0 0,0 0 0 0 0,1 0 0 0 0,-4 3 0 0 0,4-4-127 0 0,1 1 0 0 0,0 0 0 0 0,1 0 0 0 0,-1 0 1 0 0,0 1-1 0 0,0-1 0 0 0,1 0 0 0 0,-1 1 0 0 0,1-1 0 0 0,0 1 0 0 0,0-1 0 0 0,0 1 0 0 0,0 0 0 0 0,0-1 0 0 0,1 1 0 0 0,-1 3 0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26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287 176 660 0 0,'15'-8'2584'0'0,"-8"5"-732"0"0,0-1-1 0 0,-1 1 1 0 0,1-1 0 0 0,8-8 2086 0 0,-37 29-2036 0 0,-3 6-1507 0 0,1 1 0 0 0,2 1-1 0 0,0 1 1 0 0,2 1 0 0 0,1 0 0 0 0,1 2 0 0 0,1 0 0 0 0,-21 53 0 0 0,33-68-312 0 0,0 0 1 0 0,0 0 0 0 0,2 0-1 0 0,-1 1 1 0 0,2 0 0 0 0,0-1-1 0 0,0 23 1 0 0,2-33-57 0 0,0 0 1 0 0,1 0 0 0 0,-1 0-1 0 0,1 0 1 0 0,0 0-1 0 0,0 0 1 0 0,0-1-1 0 0,0 1 1 0 0,0 0-1 0 0,1-1 1 0 0,0 1-1 0 0,0-1 1 0 0,0 0-1 0 0,0 1 1 0 0,0-1-1 0 0,1 0 1 0 0,0 0-1 0 0,-1-1 1 0 0,1 1-1 0 0,0 0 1 0 0,0-1-1 0 0,0 0 1 0 0,1 0-1 0 0,-1 0 1 0 0,1 0-1 0 0,-1 0 1 0 0,1 0-1 0 0,-1-1 1 0 0,1 0-1 0 0,0 0 1 0 0,0 0-1 0 0,0 0 1 0 0,4 0-1 0 0,4 0 90 0 0,1-1 0 0 0,-1 0-1 0 0,1 0 1 0 0,-1-1 0 0 0,0-1 0 0 0,1 0-1 0 0,-1-1 1 0 0,0 0 0 0 0,0-1 0 0 0,0 0-1 0 0,-1-1 1 0 0,1 0 0 0 0,-1-1-1 0 0,0 0 1 0 0,-1-1 0 0 0,0 0 0 0 0,13-11-1 0 0,-7 4 93 0 0,-2 0-1 0 0,0-1 0 0 0,0 0 1 0 0,-1-1-1 0 0,-1-1 0 0 0,-1 0 1 0 0,-1 0-1 0 0,0-1 0 0 0,14-37 1 0 0,-21 45-168 0 0,0 1 0 0 0,0-1-1 0 0,-1 0 1 0 0,0 0 0 0 0,-1 0 0 0 0,0-1 0 0 0,-1 1 0 0 0,0 0 0 0 0,0 0 0 0 0,-1 0 0 0 0,-1 0 0 0 0,0 0 0 0 0,0 0 0 0 0,-1 0 0 0 0,0 0 0 0 0,0 1 0 0 0,-1-1-1 0 0,-1 1 1 0 0,1 0 0 0 0,-2 0 0 0 0,1 1 0 0 0,-1 0 0 0 0,0-1 0 0 0,-1 2 0 0 0,0-1 0 0 0,0 1 0 0 0,-12-9 0 0 0,0 2-427 0 0,-1 0 1 0 0,-1 1-1 0 0,0 1 1 0 0,0 1 0 0 0,-1 1-1 0 0,-1 1 1 0 0,-26-7-1 0 0,-60-9-4618 0 0,-1 12-4122 0 0,69 9 1764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27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824 304 2220 0 0,'-1'-3'446'0'0,"1"0"0"0"0,-1 0 0 0 0,0-1 0 0 0,0 1 0 0 0,0 0-1 0 0,0 0 1 0 0,0 0 0 0 0,-1 0 0 0 0,1 0 0 0 0,-1 1 0 0 0,0-1 0 0 0,0 0 0 0 0,0 1 0 0 0,0-1-1 0 0,0 1 1 0 0,-5-4 0 0 0,4 4-229 0 0,-1 0 0 0 0,1 1 0 0 0,0 0 0 0 0,0-1 0 0 0,0 1 0 0 0,-1 0 0 0 0,1 1 0 0 0,-1-1 0 0 0,1 0 0 0 0,0 1 0 0 0,-1 0 0 0 0,1 0 0 0 0,-6 0 0 0 0,-2 2 34 0 0,0 0-1 0 0,1 1 1 0 0,-1 0-1 0 0,1 0 1 0 0,-1 1 0 0 0,1 1-1 0 0,1-1 1 0 0,-18 12-1 0 0,7-1 119 0 0,0 0 1 0 0,1 0-1 0 0,1 2 0 0 0,1 1 0 0 0,-20 24 0 0 0,28-30-176 0 0,0 1 0 0 0,0 0-1 0 0,1 0 1 0 0,1 1 0 0 0,0 0 0 0 0,1 1-1 0 0,1-1 1 0 0,0 1 0 0 0,-4 23 0 0 0,8-35-133 0 0,0 1 0 0 0,1-1 0 0 0,0 1 1 0 0,0 0-1 0 0,0-1 0 0 0,0 1 0 0 0,0 0 1 0 0,1-1-1 0 0,-1 1 0 0 0,1-1 0 0 0,0 1 1 0 0,0-1-1 0 0,1 1 0 0 0,-1-1 0 0 0,1 0 1 0 0,-1 1-1 0 0,1-1 0 0 0,0 0 0 0 0,0 0 1 0 0,1 0-1 0 0,-1-1 0 0 0,1 1 0 0 0,-1-1 1 0 0,1 1-1 0 0,0-1 0 0 0,0 0 0 0 0,0 0 1 0 0,0 0-1 0 0,0 0 0 0 0,0 0 0 0 0,0-1 1 0 0,1 1-1 0 0,5 0 0 0 0,3 2 60 0 0,1-2 0 0 0,0 1-1 0 0,-1-2 1 0 0,1 0 0 0 0,0 0-1 0 0,0-1 1 0 0,0-1 0 0 0,16-2-1 0 0,-13-1 21 0 0,0 1-1 0 0,-1-2 1 0 0,0 0-1 0 0,0-1 0 0 0,0 0 1 0 0,0-1-1 0 0,-1-1 1 0 0,0 0-1 0 0,-1-1 0 0 0,0-1 1 0 0,0 0-1 0 0,-1-1 1 0 0,0 0-1 0 0,-1 0 1 0 0,12-17-1 0 0,-11 12-66 0 0,0-1 0 0 0,-1 0 0 0 0,-1-1 0 0 0,-1 0 0 0 0,0 0-1 0 0,-2-1 1 0 0,0 0 0 0 0,-1-1 0 0 0,-1 0 0 0 0,0 0 0 0 0,2-35 0 0 0,-6 45-55 0 0,-1-1 1 0 0,-1 0-1 0 0,0 0 1 0 0,0 1-1 0 0,-1-1 1 0 0,0 1-1 0 0,-1-1 0 0 0,0 1 1 0 0,-1 0-1 0 0,0 0 1 0 0,0 0-1 0 0,-1 1 0 0 0,0 0 1 0 0,-1-1-1 0 0,0 2 1 0 0,-1-1-1 0 0,-11-11 1 0 0,9 11-93 0 0,0 1 1 0 0,-1 0 0 0 0,0 1 0 0 0,0 0-1 0 0,-1 1 1 0 0,0 0 0 0 0,0 0 0 0 0,0 2 0 0 0,-1-1-1 0 0,1 1 1 0 0,-1 1 0 0 0,0 0 0 0 0,0 1-1 0 0,-1 0 1 0 0,-11 0 0 0 0,1 2-506 0 0,0 1 1 0 0,1 0 0 0 0,-1 2-1 0 0,1 1 1 0 0,0 1-1 0 0,-42 15 1 0 0,7 3-1611 0 0,-72 40-1 0 0,-73 59-4986 0 0,177-106 5809 0 0,-55 36-3885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28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196 211 1576 0 0,'-9'-23'9542'0'0,"8"22"-9317"0"0,-1 0 0 0 0,0 0 0 0 0,0 1 1 0 0,0-1-1 0 0,0 1 0 0 0,0-1 0 0 0,0 1 1 0 0,0 0-1 0 0,0 0 0 0 0,0 0 0 0 0,0 0 1 0 0,0 0-1 0 0,0 0 0 0 0,0 1 0 0 0,0-1 1 0 0,0 1-1 0 0,-3 0 0 0 0,1 1-14 0 0,-1 1 1 0 0,1-1-1 0 0,0 1 0 0 0,0-1 0 0 0,0 1 0 0 0,0 0 1 0 0,-4 5-1 0 0,-2 3 58 0 0,0 0-1 0 0,1 1 1 0 0,-15 26 0 0 0,14-21-94 0 0,1 1 1 0 0,1 0-1 0 0,1 0 1 0 0,1 1-1 0 0,-8 35 1 0 0,12-45-88 0 0,1 0 0 0 0,0 0 0 0 0,0 1 1 0 0,1-1-1 0 0,0 0 0 0 0,1 0 0 0 0,0 1 1 0 0,0-1-1 0 0,1 0 0 0 0,0 0 0 0 0,1 0 0 0 0,0-1 1 0 0,0 1-1 0 0,7 12 0 0 0,-6-15-34 0 0,1 0-1 0 0,-1-1 1 0 0,1 0-1 0 0,0 0 1 0 0,0-1-1 0 0,1 1 1 0 0,-1-1-1 0 0,1 0 1 0 0,0-1-1 0 0,0 1 1 0 0,0-1-1 0 0,1 0 1 0 0,-1-1 0 0 0,1 0-1 0 0,0 0 1 0 0,-1 0-1 0 0,1-1 1 0 0,0 0-1 0 0,14 1 1 0 0,-4-2 98 0 0,1 0 1 0 0,0-1 0 0 0,-1 0 0 0 0,1-2-1 0 0,-1 0 1 0 0,31-10 0 0 0,-35 8-68 0 0,0 0 0 0 0,0-1 0 0 0,-1 0 0 0 0,0-1 0 0 0,0-1 0 0 0,0 0 0 0 0,-1 0 0 0 0,0-1 0 0 0,-1 0 0 0 0,0-1 0 0 0,-1 0 1 0 0,0-1-1 0 0,0 0 0 0 0,-1-1 0 0 0,0 1 0 0 0,10-23 0 0 0,-14 23-50 0 0,1-1 0 0 0,-1 1 0 0 0,-1-1 0 0 0,0 0 0 0 0,0 0 0 0 0,-1 0 0 0 0,-1-1 0 0 0,0 1 0 0 0,-1 0 0 0 0,0 0 0 0 0,-1-1 0 0 0,0 1-1 0 0,-1 0 1 0 0,0 0 0 0 0,-1 0 0 0 0,-1 0 0 0 0,0 0 0 0 0,0 1 0 0 0,-8-15 0 0 0,6 16-26 0 0,-1 0 0 0 0,0 0 0 0 0,0 1 0 0 0,-1 0 0 0 0,0 0 0 0 0,0 0 0 0 0,-1 1 0 0 0,0 1 0 0 0,-1 0 0 0 0,1 0 0 0 0,-21-10 0 0 0,-5 1-1516 0 0,0 1 1 0 0,-51-13 0 0 0,17 6-5404 0 0,54 15 2490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29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36 1968 0 0,'0'0'4795'0'0,"2"-24"3256"0"0,-2 23-7876 0 0,1 0-1 0 0,-1 1 1 0 0,1-1-1 0 0,-1 0 1 0 0,1 1 0 0 0,-1-1-1 0 0,1 0 1 0 0,-1 1 0 0 0,1-1-1 0 0,0 1 1 0 0,-1-1-1 0 0,1 1 1 0 0,0-1 0 0 0,0 1-1 0 0,-1-1 1 0 0,1 1-1 0 0,0 0 1 0 0,0-1 0 0 0,0 1-1 0 0,-1 0 1 0 0,1 0-1 0 0,0 0 1 0 0,0 0 0 0 0,0 0-1 0 0,1 0 1 0 0,26 1 708 0 0,-19 0-618 0 0,101 7 924 0 0,78 7-614 0 0,-152-10-541 0 0,0 1-1 0 0,-1 2 0 0 0,37 14 0 0 0,-64-19-18 0 0,0 1-1 0 0,0-1 1 0 0,0 2 0 0 0,0-1 0 0 0,-1 1 0 0 0,0 0 0 0 0,0 1 0 0 0,0-1-1 0 0,-1 1 1 0 0,0 1 0 0 0,6 6 0 0 0,-5-2 3 0 0,0-1 0 0 0,0 2 0 0 0,-1-1 0 0 0,0 1 0 0 0,-1-1 0 0 0,6 23 0 0 0,-2 7 13 0 0,-2 0-1 0 0,-2 1 0 0 0,1 66 1 0 0,-6-88-27 0 0,-1 335-113 0 0,-2-185 184 0 0,11 997 128 0 0,22-249-111 0 0,3 1001 197 0 0,-33-1548-245 0 0,-3-243 33 0 0,-2 112 2701 0 0,6-237-2543 0 0,-1 1 1 0 0,0-1-1 0 0,-1 1 0 0 0,1 0 0 0 0,0-1 0 0 0,-1 1 0 0 0,0-1 0 0 0,0 1 0 0 0,0-1 0 0 0,-1 0 0 0 0,-1 6 0 0 0,1-7-179 0 0,0 0 1 0 0,0 0-1 0 0,0 0 0 0 0,-1 0 0 0 0,1 0 0 0 0,0-1 1 0 0,-1 1-1 0 0,1-1 0 0 0,-1 1 0 0 0,1-1 0 0 0,-1 0 1 0 0,0 0-1 0 0,-5 1 0 0 0,-33 10 13 0 0,-1-3-1 0 0,-66 7 1 0 0,-90-4-3351 0 0,109-8 598 0 0,-44 7-2037 0 0,-12 1-4291 0 0,68-9 1023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45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100 496 1204 0 0,'-8'-13'3336'0'0,"-30"-25"5371"0"0,38 37-8663 0 0,0 1 0 0 0,0 0 0 0 0,0 0 0 0 0,0-1 0 0 0,0 1 0 0 0,0 0 0 0 0,0 0 0 0 0,0-1 0 0 0,0 1-1 0 0,0 0 1 0 0,0 0 0 0 0,-1-1 0 0 0,1 1 0 0 0,0 0 0 0 0,0 0 0 0 0,0-1 0 0 0,0 1 0 0 0,-1 0 0 0 0,1 0 0 0 0,0 0 0 0 0,0-1 0 0 0,0 1-1 0 0,-1 0 1 0 0,1 0 0 0 0,0 0 0 0 0,0 0 0 0 0,-1 0 0 0 0,1-1 0 0 0,0 1 0 0 0,0 0 0 0 0,-1 0 0 0 0,1 0 0 0 0,0 0 0 0 0,0 0 0 0 0,-1 0 0 0 0,1 0-1 0 0,0 0 1 0 0,0 0 0 0 0,-1 0 0 0 0,1 0 0 0 0,0 0 0 0 0,0 0 0 0 0,-1 0 0 0 0,1 0 0 0 0,0 0 0 0 0,0 0 0 0 0,-1 1 0 0 0,1-1 0 0 0,0 0-1 0 0,0 0 1 0 0,-1 0 0 0 0,1 0 0 0 0,0 0 0 0 0,0 1 0 0 0,-1-1 0 0 0,0 1 36 0 0,0-1-1 0 0,0 1 1 0 0,0-1-1 0 0,1 1 1 0 0,-1 0-1 0 0,0 0 1 0 0,0-1-1 0 0,0 1 1 0 0,0 0-1 0 0,1 0 1 0 0,-1 0-1 0 0,0 0 1 0 0,1 0-1 0 0,-1 0 1 0 0,0 1 0 0 0,-7 31 445 0 0,1 0 0 0 0,1 1 0 0 0,2 0 0 0 0,1 0 0 0 0,2 0 0 0 0,3 37 0 0 0,-2-67-491 0 0,1 0 0 0 0,0 0-1 0 0,0 1 1 0 0,0-1 0 0 0,0 0-1 0 0,0 0 1 0 0,1 0 0 0 0,0 0-1 0 0,0-1 1 0 0,3 6 0 0 0,-4-8-17 0 0,0 1 0 0 0,1-1 0 0 0,-1 1 0 0 0,1-1 1 0 0,-1 0-1 0 0,1 0 0 0 0,0 0 0 0 0,-1 0 0 0 0,1 0 1 0 0,0 0-1 0 0,0 0 0 0 0,0 0 0 0 0,0-1 0 0 0,0 1 0 0 0,0-1 1 0 0,0 1-1 0 0,0-1 0 0 0,0 0 0 0 0,0 0 0 0 0,0 0 1 0 0,0 0-1 0 0,0 0 0 0 0,0 0 0 0 0,3-1 0 0 0,18-4 23 0 0,1-2-1 0 0,-1 0 1 0 0,-1-1-1 0 0,36-19 1 0 0,83-53-28 0 0,-127 71-10 0 0,234-165 8 0 0,-14-17 222 0 0,48-37-2048 0 0,-262 212 457 0 0,17-11-2156 0 0,-13 15-4395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1:46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84 333 16 0 0,'-13'-4'5812'0'0,"-36"-13"2805"0"0,48 16-8210 0 0,-1 0 0 0 0,0 0-1 0 0,0 0 1 0 0,0 1 0 0 0,0-1 0 0 0,0 0-1 0 0,0 1 1 0 0,0 0 0 0 0,-2-1-1 0 0,4 8-177 0 0,-1-1-1 0 0,1 1 0 0 0,0-1 1 0 0,1 1-1 0 0,-1-1 0 0 0,1 1 1 0 0,4 11-1 0 0,1 12 102 0 0,-1 201 830 0 0,-6-151-211 0 0,1-79-935 0 0,0 0 0 0 0,0 0 0 0 0,-1 0-1 0 0,1 0 1 0 0,0 0 0 0 0,0 0 0 0 0,0 0 0 0 0,1 0-1 0 0,-1 0 1 0 0,0 0 0 0 0,0-1 0 0 0,0 1 0 0 0,1 0 0 0 0,-1 0-1 0 0,0 0 1 0 0,1 0 0 0 0,-1 0 0 0 0,1 0 0 0 0,-1-1-1 0 0,1 1 1 0 0,-1 0 0 0 0,1 0 0 0 0,-1-1 0 0 0,1 1 0 0 0,0 0-1 0 0,0-1 1 0 0,-1 1 0 0 0,1-1 0 0 0,0 1 0 0 0,0-1-1 0 0,0 1 1 0 0,-1-1 0 0 0,1 0 0 0 0,0 1 0 0 0,0-1 0 0 0,0 0-1 0 0,0 0 1 0 0,0 1 0 0 0,0-1 0 0 0,0 0 0 0 0,0 0-1 0 0,0 0 1 0 0,0 0 0 0 0,1-1 0 0 0,5 0 15 0 0,-1-1 0 0 0,1 0 0 0 0,-1 0 0 0 0,1-1 0 0 0,7-4 0 0 0,-2 1-23 0 0,117-62-17 0 0,158-111-1 0 0,-262 163 9 0 0,545-331-200 0 0,-498 306-347 0 0,-36 19-2118 0 0,43-19 0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09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439 520 1796 0 0,'-5'-24'6038'0'0,"-7"-8"-1215"0"0,11 31-4727 0 0,0 0 0 0 0,1 0-1 0 0,-1 0 1 0 0,0 1 0 0 0,0-1-1 0 0,0 0 1 0 0,0 1 0 0 0,0-1-1 0 0,0 0 1 0 0,0 1 0 0 0,0-1 0 0 0,0 1-1 0 0,0 0 1 0 0,0-1 0 0 0,0 1-1 0 0,0 0 1 0 0,0-1 0 0 0,0 1 0 0 0,0 0-1 0 0,0 0 1 0 0,-2 0 0 0 0,-23 2 817 0 0,12 1-625 0 0,0 1 0 0 0,0 0 0 0 0,0 1 1 0 0,0 1-1 0 0,1 0 0 0 0,0 1 0 0 0,-16 11 0 0 0,-2 4 86 0 0,-46 42 1 0 0,58-47-292 0 0,2 0 1 0 0,0 2 0 0 0,1 0-1 0 0,-18 28 1 0 0,29-40-69 0 0,1 1-1 0 0,-1-1 1 0 0,2 1 0 0 0,-1 0-1 0 0,1 0 1 0 0,0 0 0 0 0,1 0 0 0 0,0 0-1 0 0,0 1 1 0 0,1-1 0 0 0,0 0-1 0 0,0 1 1 0 0,1 0 0 0 0,0-1-1 0 0,1 1 1 0 0,1 10 0 0 0,0-14-10 0 0,0 0 0 0 0,0 1 1 0 0,0-1-1 0 0,1 0 0 0 0,0-1 1 0 0,0 1-1 0 0,0 0 0 0 0,1-1 1 0 0,-1 1-1 0 0,1-1 0 0 0,0 0 1 0 0,0-1-1 0 0,0 1 0 0 0,1-1 1 0 0,0 1-1 0 0,-1-1 0 0 0,1-1 1 0 0,0 1-1 0 0,0-1 0 0 0,0 0 1 0 0,1 0-1 0 0,-1 0 0 0 0,7 1 1 0 0,6 1 0 0 0,0-1 1 0 0,-1-1-1 0 0,1 0 1 0 0,0-2-1 0 0,36-2 0 0 0,-31 0-37 0 0,0-2-1 0 0,0 0 1 0 0,-1-1-1 0 0,1-1 1 0 0,-1-1-1 0 0,0-2 1 0 0,-1 0-1 0 0,0-1 0 0 0,-1 0 1 0 0,0-2-1 0 0,0-1 1 0 0,-1 0-1 0 0,-1-2 1 0 0,0 0-1 0 0,-1 0 1 0 0,-1-2-1 0 0,-1 0 0 0 0,0-1 1 0 0,-1-1-1 0 0,14-24 1 0 0,-19 28 13 0 0,-1 0 1 0 0,-1 0 0 0 0,-1 0-1 0 0,0-1 1 0 0,-1 0 0 0 0,4-24-1 0 0,-8 37 10 0 0,-2 2 12 0 0,1 1 1 0 0,0-1-1 0 0,0 1 1 0 0,-1-1-1 0 0,1 1 1 0 0,-1 0-1 0 0,1-1 1 0 0,0 1-1 0 0,-1-1 1 0 0,1 1-1 0 0,-1 0 1 0 0,1-1 0 0 0,-1 1-1 0 0,1 0 1 0 0,-1 0-1 0 0,1-1 1 0 0,-1 1-1 0 0,1 0 1 0 0,-1 0-1 0 0,1 0 1 0 0,-1 0-1 0 0,0-1 1 0 0,-5 5 27 0 0,1-1-1 0 0,0 1 1 0 0,1-1 0 0 0,-1 1 0 0 0,1 1 0 0 0,-1-1-1 0 0,1 1 1 0 0,1-1 0 0 0,-1 1 0 0 0,1 0 0 0 0,-1 1-1 0 0,2-1 1 0 0,-1 0 0 0 0,0 1 0 0 0,1 0 0 0 0,-2 6-1 0 0,1-2 5 0 0,1-1-1 0 0,-1 0 1 0 0,2 1 0 0 0,-1-1-1 0 0,1 1 1 0 0,1-1-1 0 0,-1 1 1 0 0,2-1-1 0 0,2 20 1 0 0,-1-21-9 0 0,0-1 1 0 0,1 1 0 0 0,0-1-1 0 0,0 0 1 0 0,1 0-1 0 0,0 0 1 0 0,0 0 0 0 0,0 0-1 0 0,1-1 1 0 0,0 0-1 0 0,1 0 1 0 0,-1 0 0 0 0,1-1-1 0 0,0 0 1 0 0,0 0-1 0 0,1 0 1 0 0,-1-1 0 0 0,1 0-1 0 0,0 0 1 0 0,10 4-1 0 0,-7-5-4 0 0,0 0 0 0 0,0 0-1 0 0,0-1 1 0 0,0 0-1 0 0,0 0 1 0 0,1-2 0 0 0,-1 1-1 0 0,0-1 1 0 0,1 0 0 0 0,-1-1-1 0 0,0-1 1 0 0,1 1-1 0 0,-1-2 1 0 0,0 1 0 0 0,12-6-1 0 0,-14 5-11 0 0,-1-1 0 0 0,1 0 0 0 0,-1 0 0 0 0,0 0 0 0 0,0-1 0 0 0,0-1 1 0 0,-1 1-1 0 0,0-1 0 0 0,0 0 0 0 0,0 0 0 0 0,6-10 0 0 0,-5 6-10 0 0,-1-1 0 0 0,0 0 1 0 0,-1 0-1 0 0,0 0 0 0 0,0-1 0 0 0,-1 1 0 0 0,3-18 1 0 0,-4 13-7 0 0,-1-1 1 0 0,0 1 0 0 0,-1 0-1 0 0,-1-1 1 0 0,-1 0-1 0 0,0 1 1 0 0,-1 0 0 0 0,-1-1-1 0 0,0 1 1 0 0,-1 0-1 0 0,-1 0 1 0 0,-7-16 0 0 0,9 26 2 0 0,-1-1 0 0 0,0 1 0 0 0,0 0 1 0 0,0 0-1 0 0,-1 1 0 0 0,1-1 0 0 0,-1 1 0 0 0,-1 0 1 0 0,1 0-1 0 0,-1 0 0 0 0,0 1 0 0 0,0 0 1 0 0,0 0-1 0 0,0 1 0 0 0,-1-1 0 0 0,0 1 1 0 0,1 1-1 0 0,-1-1 0 0 0,0 1 0 0 0,0 1 1 0 0,-1-1-1 0 0,1 1 0 0 0,0 0 0 0 0,0 1 1 0 0,-1 0-1 0 0,1 0 0 0 0,0 0 0 0 0,-8 2 0 0 0,6-1 4 0 0,1 1-1 0 0,-1 0 1 0 0,1 0-1 0 0,0 1 1 0 0,-1 0-1 0 0,1 0 1 0 0,1 1-1 0 0,-1 0 0 0 0,0 0 1 0 0,1 1-1 0 0,0 0 1 0 0,0 1-1 0 0,0-1 1 0 0,1 1-1 0 0,0 0 0 0 0,0 1 1 0 0,0 0-1 0 0,1 0 1 0 0,0 0-1 0 0,0 0 1 0 0,1 1-1 0 0,0-1 0 0 0,-4 13 1 0 0,7-16 2 0 0,-1-1-1 0 0,1 1 1 0 0,0 0-1 0 0,1 0 1 0 0,-1 0 0 0 0,1 0-1 0 0,0 0 1 0 0,0 0 0 0 0,0 0-1 0 0,0 0 1 0 0,1 0-1 0 0,0 0 1 0 0,-1 0 0 0 0,1 0-1 0 0,1 0 1 0 0,-1-1 0 0 0,4 7-1 0 0,-2-4 2 0 0,1-1-1 0 0,-1-1 0 0 0,1 1 1 0 0,0 0-1 0 0,1-1 0 0 0,-1 0 1 0 0,1 0-1 0 0,0-1 0 0 0,0 1 1 0 0,9 4-1 0 0,4 0 7 0 0,0 0-1 0 0,0-1 1 0 0,1-1-1 0 0,0-1 1 0 0,0-1-1 0 0,23 3 1 0 0,-8-3-20 0 0,1-2 0 0 0,-1-2 0 0 0,0-1 0 0 0,1-1 0 0 0,39-8 0 0 0,-51 5-62 0 0,-1 0-1 0 0,0-2 0 0 0,0 0 0 0 0,-1-1 0 0 0,0-2 1 0 0,0 0-1 0 0,-1-1 0 0 0,30-22 0 0 0,-36 21 5 0 0,0-1-1 0 0,-1 0 1 0 0,-1-1-1 0 0,0 0 1 0 0,-1-1 0 0 0,0 0-1 0 0,-2-1 1 0 0,0 0-1 0 0,0-1 1 0 0,-1 1-1 0 0,-2-2 1 0 0,1 1-1 0 0,5-28 1 0 0,0-18-39 0 0,-3-1 1 0 0,3-96-1 0 0,-10 135 104 0 0,-2 22-2 0 0,0 0 0 0 0,0 0 0 0 0,0 0 1 0 0,-1 0-1 0 0,1 0 0 0 0,-1 0 0 0 0,-1-5 1 0 0,2 8 2 0 0,0-1 1 0 0,0 1 0 0 0,0 0 0 0 0,0 0-1 0 0,0 0 1 0 0,-1-1 0 0 0,1 1 0 0 0,0 0-1 0 0,0 0 1 0 0,0 0 0 0 0,0 0 0 0 0,0-1-1 0 0,-1 1 1 0 0,1 0 0 0 0,0 0 0 0 0,0 0-1 0 0,0 0 1 0 0,0 0 0 0 0,-1-1 0 0 0,1 1-1 0 0,0 0 1 0 0,0 0 0 0 0,-1 0 0 0 0,1 0-1 0 0,0 0 1 0 0,0 0 0 0 0,0 0 0 0 0,-1 0-1 0 0,1 0 1 0 0,0 0 0 0 0,0 0 0 0 0,-1 0-1 0 0,1 0 1 0 0,0 0 0 0 0,-1 0 0 0 0,-9 13 9 0 0,0 7 28 0 0,2 0 0 0 0,1 1 0 0 0,0 0 0 0 0,-4 25-1 0 0,3-12 92 0 0,-12 46 387 0 0,-13 119 0 0 0,29-155-417 0 0,1-1-1 0 0,3 1 1 0 0,2-1-1 0 0,10 66 0 0 0,-10-97-76 0 0,1 0 0 0 0,0 0-1 0 0,1 0 1 0 0,1-1-1 0 0,-1 1 1 0 0,2-1 0 0 0,0 0-1 0 0,0 0 1 0 0,1-1 0 0 0,0 0-1 0 0,14 15 1 0 0,-16-20-16 0 0,0-1 0 0 0,0 1 0 0 0,0-1 0 0 0,1-1 0 0 0,0 1 1 0 0,-1-1-1 0 0,1 1 0 0 0,0-2 0 0 0,1 1 0 0 0,-1-1 0 0 0,0 0 0 0 0,1 0 0 0 0,-1-1 1 0 0,1 1-1 0 0,0-2 0 0 0,-1 1 0 0 0,1-1 0 0 0,0 0 0 0 0,-1 0 0 0 0,1-1 1 0 0,0 0-1 0 0,-1 0 0 0 0,9-2 0 0 0,-3-2-12 0 0,1 1-1 0 0,-1-2 1 0 0,0 0 0 0 0,-1 0-1 0 0,0-1 1 0 0,0 0 0 0 0,0-1-1 0 0,-1 0 1 0 0,0-1 0 0 0,0 0-1 0 0,-1-1 1 0 0,0 0 0 0 0,11-17-1 0 0,7-14-61 0 0,-2-2-1 0 0,26-59 0 0 0,-24 47 31 0 0,-13 22-19 0 0,-33 56 38 0 0,11-6 35 0 0,0 0 0 0 0,1 1-1 0 0,1 0 1 0 0,1 0 0 0 0,0 0-1 0 0,2 1 1 0 0,0 0 0 0 0,1-1-1 0 0,1 1 1 0 0,0 0 0 0 0,3 20-1 0 0,-2-34-6 0 0,1-1 0 0 0,0 1-1 0 0,0-1 1 0 0,0 1 0 0 0,0-1-1 0 0,1 0 1 0 0,0 0 0 0 0,0 0-1 0 0,0 0 1 0 0,0 0 0 0 0,1 0-1 0 0,-1 0 1 0 0,1-1 0 0 0,0 1-1 0 0,0-1 1 0 0,0 0 0 0 0,1 0-1 0 0,-1 0 1 0 0,1 0 0 0 0,-1-1-1 0 0,1 1 1 0 0,0-1 0 0 0,0 0-1 0 0,0 0 1 0 0,0 0 0 0 0,1-1-1 0 0,-1 0 1 0 0,0 1 0 0 0,1-1-1 0 0,4 0 1 0 0,0 0-5 0 0,-1-1 1 0 0,0 1-1 0 0,0-1 0 0 0,0-1 1 0 0,0 0-1 0 0,1 0 0 0 0,-1 0 1 0 0,0-1-1 0 0,-1 0 1 0 0,1-1-1 0 0,0 0 0 0 0,0 0 1 0 0,-1 0-1 0 0,0-1 0 0 0,0-1 1 0 0,7-4-1 0 0,1-4-47 0 0,-1-1 0 0 0,0 0 0 0 0,-1-1 0 0 0,0-1 0 0 0,-1 0 1 0 0,-1-1-1 0 0,10-20 0 0 0,55-133-289 0 0,-69 153 316 0 0,13-36-64 0 0,-20 51 72 0 0,-8 20 117 0 0,-1 7 17 0 0,1 0 1 0 0,0 0 0 0 0,3 1 0 0 0,0 0-1 0 0,1 0 1 0 0,0 50 0 0 0,4-68-259 0 0,1 1 0 0 0,-1 0 0 0 0,2-1 0 0 0,-1 1 0 0 0,1-1 0 0 0,1 1 0 0 0,-1-1 0 0 0,2 0 0 0 0,-1 0 1 0 0,1 0-1 0 0,0 0 0 0 0,0-1 0 0 0,1 1 0 0 0,0-1 0 0 0,1 0 0 0 0,-1-1 0 0 0,1 1 0 0 0,1-1 0 0 0,-1 0 0 0 0,1-1 0 0 0,0 0 0 0 0,0 0 1 0 0,1 0-1 0 0,10 5 0 0 0,-8-6-584 0 0,0 0 0 0 0,-1-1-1 0 0,1 0 1 0 0,0-1 0 0 0,16 3 0 0 0,-19-5-514 0 0,1 1-1 0 0,-1-1 1 0 0,1-1-1 0 0,14-1 0 0 0,2-5-3995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09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52 144 1836 0 0,'9'-38'3386'0'0,"-5"18"-168"0"0,12-36 0 0 0,-13 42-2365 0 0,-1 3 888 0 0,3 19-506 0 0,-3 2-748 0 0,0 0-1 0 0,-1 0 0 0 0,0 0 0 0 0,-1 0 0 0 0,0 1 0 0 0,-2 11 0 0 0,0 1-21 0 0,-7 94 642 0 0,7-100-989 0 0,-1-1 1 0 0,-1 0 0 0 0,-1 0 0 0 0,0 0-1 0 0,-8 17 1 0 0,12-31-98 0 0,0 0 0 0 0,0 0 0 0 0,0 0 0 0 0,-1 0 1 0 0,1 0-1 0 0,0-1 0 0 0,-1 1 0 0 0,1 0 0 0 0,-1-1 0 0 0,0 1 0 0 0,1-1 0 0 0,-1 0 0 0 0,0 1 1 0 0,0-1-1 0 0,-2 1 0 0 0,3-2-16 0 0,0 0 0 0 0,1 0 1 0 0,-1 1-1 0 0,1-1 0 0 0,-1 0 1 0 0,1 0-1 0 0,-1 0 0 0 0,0 0 1 0 0,1 0-1 0 0,-1 0 0 0 0,1-1 0 0 0,-1 1 1 0 0,1 0-1 0 0,-1 0 0 0 0,1 0 1 0 0,-1 0-1 0 0,1-1 0 0 0,-1 1 1 0 0,1 0-1 0 0,-1-1 0 0 0,1 1 0 0 0,-2-1 1 0 0,1 0-9 0 0,0 0 1 0 0,0-1-1 0 0,1 1 1 0 0,-1 0 0 0 0,0-1-1 0 0,0 1 1 0 0,1-1-1 0 0,-1 1 1 0 0,0-1-1 0 0,1 1 1 0 0,-1-4 0 0 0,0-3-5 0 0,0 1 1 0 0,1-1-1 0 0,0 0 0 0 0,0 0 1 0 0,1 0-1 0 0,0 0 1 0 0,0 1-1 0 0,0-1 1 0 0,1 0-1 0 0,1 1 1 0 0,4-13-1 0 0,-1 7-29 0 0,1 1-1 0 0,-1 0 1 0 0,2 0-1 0 0,0 0 1 0 0,15-17-1 0 0,-15 21 12 0 0,0 0 0 0 0,1 0 0 0 0,0 1 0 0 0,1 0 0 0 0,-1 0 0 0 0,1 1-1 0 0,1 0 1 0 0,21-8 0 0 0,-25 11 14 0 0,1 1 0 0 0,-1 0 0 0 0,1 0-1 0 0,0 1 1 0 0,0 0 0 0 0,0 0 0 0 0,0 1 0 0 0,0 0-1 0 0,0 0 1 0 0,0 1 0 0 0,0 0 0 0 0,-1 0 0 0 0,1 1-1 0 0,8 3 1 0 0,-8-2 9 0 0,-1 1 1 0 0,0-1-1 0 0,0 2 0 0 0,0-1 0 0 0,-1 1 0 0 0,1 0 0 0 0,-1 0 1 0 0,0 1-1 0 0,-1-1 0 0 0,1 1 0 0 0,-1 1 0 0 0,0-1 0 0 0,-1 1 0 0 0,1 0 1 0 0,3 8-1 0 0,-4-7 10 0 0,0 1 0 0 0,-1-1-1 0 0,0 1 1 0 0,0 0 0 0 0,-1 1 0 0 0,0-1 0 0 0,-1 0 0 0 0,1 1 0 0 0,-2-1-1 0 0,0 0 1 0 0,0 1 0 0 0,-2 14 0 0 0,1-22 1 0 0,0 1 0 0 0,0-1 0 0 0,0 0 0 0 0,0 0 0 0 0,0 1 1 0 0,-1-1-1 0 0,1 0 0 0 0,-1 0 0 0 0,1 0 0 0 0,-1 0 0 0 0,0-1 0 0 0,0 1 0 0 0,0 0 0 0 0,-2 1 1 0 0,2-2 10 0 0,0-2-8 0 0,1 0-11 0 0,0 1 1 0 0,-1-1-1 0 0,1 0 0 0 0,0 1 0 0 0,0-1 0 0 0,0 0 0 0 0,0 0 1 0 0,0 0-1 0 0,0 1 0 0 0,1-1 0 0 0,-1 0 0 0 0,0 0 0 0 0,0-1 1 0 0,1 1-1 0 0,-1 0 0 0 0,0 0 0 0 0,1 0 0 0 0,-1 0 0 0 0,1-1 1 0 0,-1 0-1 0 0,0-3 0 0 0,1 1 0 0 0,-1 0 0 0 0,1 0-1 0 0,-1-1 1 0 0,1 1 0 0 0,1-6 0 0 0,2-6-13 0 0,0 0 0 0 0,6-21 1 0 0,-3 20-2 0 0,0 0 0 0 0,0 1 1 0 0,2-1-1 0 0,0 1 0 0 0,1 1 0 0 0,16-22 1 0 0,-20 30-1 0 0,1 0 0 0 0,0 1 1 0 0,0-1-1 0 0,1 1 0 0 0,-1 1 1 0 0,1-1-1 0 0,1 1 1 0 0,-1 0-1 0 0,1 1 0 0 0,0-1 1 0 0,0 2-1 0 0,0-1 0 0 0,1 1 1 0 0,15-4-1 0 0,-19 6 7 0 0,-1 1 1 0 0,1-1-1 0 0,-1 1 0 0 0,1 0 1 0 0,-1 0-1 0 0,1 1 0 0 0,-1-1 1 0 0,0 1-1 0 0,1 0 0 0 0,-1 0 1 0 0,0 0-1 0 0,1 1 0 0 0,-1-1 1 0 0,0 1-1 0 0,7 5 0 0 0,-5-3 16 0 0,-1 0-1 0 0,0 1 0 0 0,0 0 0 0 0,0 0 0 0 0,0 0 0 0 0,-1 0 1 0 0,0 1-1 0 0,0 0 0 0 0,4 9 0 0 0,0 3 31 0 0,0 1-1 0 0,-1 1 1 0 0,-1-1-1 0 0,-1 1 1 0 0,5 41 0 0 0,-6 16 34 0 0,-5-58-448 0 0,2-1 1 0 0,0 0-1 0 0,1 1 1 0 0,1-1-1 0 0,0 0 0 0 0,2 0 1 0 0,6 18-1 0 0,2-18-2089 0 0,-9-15 703 0 0,-2-1 880 0 0,1-1-1 0 0,-1 1 1 0 0,0-1 0 0 0,1 0 0 0 0,-1 0 0 0 0,4 1 0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10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54 154 1044 0 0,'23'-71'16295'0'0,"-23"73"-16060"0"0,1 0-1 0 0,0 1 1 0 0,0-1-1 0 0,-1 0 1 0 0,1 0 0 0 0,-1 1-1 0 0,0-1 1 0 0,1 0 0 0 0,-1 4-1 0 0,-3 31 1210 0 0,-1 0 1 0 0,-16 69-1 0 0,12-73-1129 0 0,-38 139 1176 0 0,52-193-1493 0 0,1 0 0 0 0,1 1-1 0 0,1 1 1 0 0,21-36-1 0 0,-9 23-66 0 0,47-55-1 0 0,-51 68 8 0 0,0 2 0 0 0,34-27 0 0 0,-43 38 29 0 0,0 1-1 0 0,0 0 1 0 0,0 0 0 0 0,0 1-1 0 0,1 0 1 0 0,0 0 0 0 0,0 1-1 0 0,0 0 1 0 0,17-3 0 0 0,-24 6 28 0 0,1 0 1 0 0,-1-1 0 0 0,1 1 0 0 0,0 0 0 0 0,-1 0-1 0 0,1 1 1 0 0,-1-1 0 0 0,1 1 0 0 0,-1-1-1 0 0,1 1 1 0 0,-1 0 0 0 0,1-1 0 0 0,-1 2 0 0 0,0-1-1 0 0,1 0 1 0 0,-1 0 0 0 0,0 1 0 0 0,0-1-1 0 0,0 1 1 0 0,0-1 0 0 0,0 1 0 0 0,0 0 0 0 0,0 0-1 0 0,-1 0 1 0 0,1 0 0 0 0,-1 0 0 0 0,1 0 0 0 0,-1 0-1 0 0,0 1 1 0 0,0-1 0 0 0,0 0 0 0 0,1 5-1 0 0,0 1 24 0 0,0 0 0 0 0,-1 0-1 0 0,0 0 1 0 0,0 0 0 0 0,-1 0-1 0 0,0 0 1 0 0,-1 0 0 0 0,1 0-1 0 0,-3 9 1 0 0,-6 17 158 0 0,-25 64 0 0 0,9-32-2077 0 0,25-65 1769 0 0,0-1-1 0 0,0 1 1 0 0,0 0 0 0 0,1 0 0 0 0,-1 0 0 0 0,0 0 0 0 0,0-1-1 0 0,0 1 1 0 0,1 0 0 0 0,-1 0 0 0 0,0 0 0 0 0,1-1-1 0 0,-1 1 1 0 0,1 0 0 0 0,-1 0 0 0 0,1-1 0 0 0,-1 1 0 0 0,1-1-1 0 0,0 1 1 0 0,-1 0 0 0 0,1-1 0 0 0,0 1 0 0 0,-1-1-1 0 0,1 1 1 0 0,0-1 0 0 0,0 0 0 0 0,-1 1 0 0 0,1-1 0 0 0,0 0-1 0 0,0 0 1 0 0,0 1 0 0 0,-1-1 0 0 0,1 0 0 0 0,0 0-1 0 0,0 0 1 0 0,0 0 0 0 0,0 0 0 0 0,0 0 0 0 0,-1 0-1 0 0,3-1 1 0 0,14 0-815 0 0,0-1 0 0 0,0-1 0 0 0,0-1 0 0 0,0 0 0 0 0,-1-1 0 0 0,1-1 0 0 0,-1 0 1 0 0,-1-2-1 0 0,1 0 0 0 0,-1 0 0 0 0,22-17 0 0 0,18-17 845 0 0,75-73 1 0 0,-123 109 363 0 0,81-84 2648 0 0,-77 77-2021 0 0,-1 0-1 0 0,0 0 1 0 0,-1-1 0 0 0,-1 0-1 0 0,10-22 1 0 0,-18 35-839 0 0,1 0 0 0 0,-1 1 0 0 0,0-1 1 0 0,1 0-1 0 0,-1 0 0 0 0,0 1 0 0 0,0-1 0 0 0,0 0 0 0 0,0 0 0 0 0,0 1 0 0 0,0-1 1 0 0,0 0-1 0 0,0 0 0 0 0,0 0 0 0 0,0 1 0 0 0,0-1 0 0 0,0 0 0 0 0,-1 0 0 0 0,1 1 0 0 0,0-1 1 0 0,-1 0-1 0 0,1 0 0 0 0,0 1 0 0 0,-1-1 0 0 0,1 0 0 0 0,-1 1 0 0 0,1-1 0 0 0,-1 1 1 0 0,1-1-1 0 0,-1 1 0 0 0,1-1 0 0 0,-1 1 0 0 0,0-1 0 0 0,1 1 0 0 0,-1-1 0 0 0,0 1 1 0 0,1 0-1 0 0,-1-1 0 0 0,0 1 0 0 0,0 0 0 0 0,1 0 0 0 0,-1-1 0 0 0,0 1 0 0 0,0 0 1 0 0,1 0-1 0 0,-1 0 0 0 0,0 0 0 0 0,-1 0 0 0 0,-3 0 83 0 0,1 0 0 0 0,-1 0 0 0 0,1 0 0 0 0,-1 0 1 0 0,1 1-1 0 0,-9 2 0 0 0,10-2-97 0 0,0 0 1 0 0,0 0-1 0 0,0 0 1 0 0,0 0-1 0 0,1 1 1 0 0,-1 0-1 0 0,0-1 0 0 0,1 1 1 0 0,-1 0-1 0 0,1 0 1 0 0,-1 0-1 0 0,1 1 1 0 0,0-1-1 0 0,0 1 1 0 0,0-1-1 0 0,0 1 1 0 0,1 0-1 0 0,-3 4 1 0 0,3-3 26 0 0,-1 0 1 0 0,1 1 0 0 0,1-1 0 0 0,-1 1 0 0 0,0 0-1 0 0,1-1 1 0 0,0 1 0 0 0,0-1 0 0 0,1 1 0 0 0,-1 0-1 0 0,2 6 1 0 0,4 8 201 0 0,0 0 0 0 0,2 0 0 0 0,0-1-1 0 0,15 27 1 0 0,-22-45-262 0 0,11 21-46 0 0,-6-10 304 0 0,0 0-1 0 0,0 0 1 0 0,-1 0 0 0 0,8 24 0 0 0,-13-32-180 0 0,1 0 0 0 0,0 0 0 0 0,-1 0 1 0 0,0 0-1 0 0,0 1 0 0 0,0-1 0 0 0,0 0 1 0 0,0 0-1 0 0,-1 0 0 0 0,0 0 0 0 0,1 0 1 0 0,-1 0-1 0 0,0 0 0 0 0,0 0 0 0 0,-1 0 1 0 0,1 0-1 0 0,0-1 0 0 0,-1 1 0 0 0,0 0 1 0 0,0-1-1 0 0,0 1 0 0 0,0-1 0 0 0,0 0 1 0 0,-4 4-1 0 0,-2 0-1 0 0,0-1 0 0 0,0 0 0 0 0,0-1 0 0 0,-1 1 0 0 0,0-2 0 0 0,0 1 0 0 0,0-1-1 0 0,0 0 1 0 0,0-1 0 0 0,-15 2 0 0 0,16-3-431 0 0,-1 0 0 0 0,1-1-1 0 0,0 1 1 0 0,-1-2 0 0 0,1 1-1 0 0,0-1 1 0 0,0 0 0 0 0,-1-1 0 0 0,1 0-1 0 0,0 0 1 0 0,0-1 0 0 0,-9-4-1 0 0,15 6-93 0 0,1-1-1 0 0,-1 1 0 0 0,1 0 1 0 0,-1 0-1 0 0,1-1 0 0 0,-1 1 1 0 0,1-1-1 0 0,0 1 0 0 0,-2-4 1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10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28 2660 0 0,'-57'1'10790'0'0,"13"0"-5956"0"0,42-1-4448 0 0,17-5 174 0 0,16-2-643 0 0,-1 1-1 0 0,1 2 0 0 0,31-1 0 0 0,-10 3-3040 0 0,-1 2-3481 0 0,-31 0-157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10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 1588 0 0,'-3'1'445'0'0,"-40"16"6062"0"0,-67 35-1 0 0,109-52-6376 0 0,0 0-1 0 0,0 1 1 0 0,0-1 0 0 0,0 1 0 0 0,0-1-1 0 0,0 1 1 0 0,1 0 0 0 0,-1-1-1 0 0,0 1 1 0 0,1 0 0 0 0,-1 0-1 0 0,0-1 1 0 0,1 1 0 0 0,-1 0-1 0 0,1 0 1 0 0,-1 1 0 0 0,1-2-98 0 0,0 0 1 0 0,0 1-1 0 0,0-1 0 0 0,0 0 1 0 0,0 1-1 0 0,1-1 1 0 0,-1 0-1 0 0,0 1 0 0 0,0-1 1 0 0,0 0-1 0 0,1 0 1 0 0,-1 1-1 0 0,0-1 0 0 0,0 0 1 0 0,1 0-1 0 0,-1 1 1 0 0,0-1-1 0 0,0 0 0 0 0,1 0 1 0 0,-1 0-1 0 0,0 0 0 0 0,1 1 1 0 0,-1-1-1 0 0,0 0 1 0 0,1 0-1 0 0,-1 0 0 0 0,0 0 1 0 0,1 0-1 0 0,0 0 1 0 0,36 2 392 0 0,-34-2-345 0 0,99-2-739 0 0,121-20 0 0 0,-9-15-8340 0 0,-144 22 2992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11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81 312 0 0,'16'-32'9572'0'0,"2"10"-5454"0"0,-14 19-3890 0 0,0 0 0 0 0,-1 1 0 0 0,1-1 0 0 0,1 1 0 0 0,-1 0 0 0 0,0 0 0 0 0,0 1 0 0 0,1-1 0 0 0,-1 1 0 0 0,1 0 0 0 0,6-1 0 0 0,-2 1-83 0 0,-1 0 1 0 0,0 0 0 0 0,1 1-1 0 0,-1 0 1 0 0,1 1 0 0 0,-1 0-1 0 0,1 0 1 0 0,-1 1 0 0 0,0 0-1 0 0,0 0 1 0 0,0 1 0 0 0,0 0-1 0 0,0 1 1 0 0,11 6 0 0 0,-15-8-66 0 0,-1 1 1 0 0,1 0 0 0 0,-1 0-1 0 0,0 0 1 0 0,1 0 0 0 0,-1 0-1 0 0,-1 1 1 0 0,1 0 0 0 0,0-1-1 0 0,-1 1 1 0 0,0 0 0 0 0,0 0-1 0 0,0 0 1 0 0,0 0 0 0 0,-1 1-1 0 0,1-1 1 0 0,-1 0 0 0 0,0 1-1 0 0,-1-1 1 0 0,1 1 0 0 0,-1-1-1 0 0,0 1 1 0 0,0-1 0 0 0,0 1-1 0 0,0-1 1 0 0,-1 0 0 0 0,0 1-1 0 0,-2 7 1 0 0,-2 3 233 0 0,-1 0 0 0 0,0-1 1 0 0,-1 0-1 0 0,0 0 0 0 0,-1-1 0 0 0,0 0 1 0 0,-21 24-1 0 0,-86 76 2299 0 0,49-51-1371 0 0,65-61-1224 0 0,1-1 1 0 0,-1 1-1 0 0,0-1 1 0 0,1 1 0 0 0,-1-1-1 0 0,1 1 1 0 0,0-1 0 0 0,-1 1-1 0 0,1 0 1 0 0,-1-1 0 0 0,1 1-1 0 0,0 0 1 0 0,0-1 0 0 0,-1 1-1 0 0,1 0 1 0 0,0-1-1 0 0,0 1 1 0 0,0 0 0 0 0,0-1-1 0 0,0 1 1 0 0,0 0 0 0 0,0 0-1 0 0,0-1 1 0 0,0 1 0 0 0,0 0-1 0 0,0 0 1 0 0,0 0 0 0 0,1 0-5 0 0,0 1 0 0 0,0-1 1 0 0,0 0-1 0 0,0 0 1 0 0,0 0-1 0 0,0 0 0 0 0,0 0 1 0 0,0-1-1 0 0,0 1 1 0 0,0 0-1 0 0,0 0 1 0 0,0-1-1 0 0,3 2 0 0 0,5 1 13 0 0,0 0 0 0 0,1 0 0 0 0,11 1 0 0 0,-19-4-10 0 0,101 14-595 0 0,198 1 0 0 0,-283-15 402 0 0,285-4-4081 0 0,-101-8-4828 0 0,-68 3-2316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02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59 2364 0 0,'0'-3'2055'0'0,"-1"-4"-1043"0"0,1-3 1907 0 0,-1 1 0 0 0,-5-21 653 0 0,3 47-3334 0 0,-12 173 348 0 0,-5 35-336 0 0,13-169-773 0 0,-17 171 1528 0 0,19-151-3559 0 0,3 1-3542 0 0,2-62 753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02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0 150 720 0 0,'7'-40'4032'0'0,"-4"19"-1394"0"0,0 0-1 0 0,13-36 0 0 0,-16 56-2607 0 0,0 1 0 0 0,0-1 0 0 0,0 1 0 0 0,0-1 0 0 0,1 1 0 0 0,-1-1 0 0 0,0 1 0 0 0,0-1 0 0 0,0 1 0 0 0,1 0 0 0 0,-1-1 0 0 0,0 1 0 0 0,1-1 0 0 0,-1 1 0 0 0,0 0 0 0 0,1-1 0 0 0,-1 1 0 0 0,0 0 0 0 0,1-1 0 0 0,-1 1 0 0 0,1 0 0 0 0,-1 0 0 0 0,1 0 0 0 0,-1-1 0 0 0,0 1 0 0 0,1 0 0 0 0,-1 0 0 0 0,1 0 0 0 0,-1 0 0 0 0,1 0 0 0 0,-1 0 0 0 0,1 0 0 0 0,-1 0-1 0 0,1 0 1 0 0,-1 0 0 0 0,1 0 0 0 0,-1 0 0 0 0,1 0 0 0 0,-1 0 0 0 0,1 0 0 0 0,-1 0 0 0 0,1 0 0 0 0,-1 1 0 0 0,0-1 0 0 0,1 0 0 0 0,-1 0 0 0 0,1 1 0 0 0,-1-1 0 0 0,0 0 0 0 0,1 1 0 0 0,-1-1 0 0 0,0 0 0 0 0,1 1 0 0 0,-1-1 0 0 0,0 0 0 0 0,1 1 0 0 0,-1-1 0 0 0,0 1 0 0 0,0-1 0 0 0,0 1 0 0 0,1-1 0 0 0,-1 1 0 0 0,18 31 795 0 0,-17-29-624 0 0,16 38 619 0 0,-2 0 1 0 0,10 46-1 0 0,-9-30-452 0 0,-5-19-204 0 0,12 42 142 0 0,3-1 0 0 0,52 109 0 0 0,-74-179-632 0 0,1-1 1 0 0,1 0-1 0 0,11 15 0 0 0,-14-20-255 0 0,-1 0-1 0 0,1-1 1 0 0,0 1-1 0 0,0-1 0 0 0,0 0 1 0 0,0 0-1 0 0,6 3 1 0 0,19-6-10550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02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126 111 2692 0 0,'-7'-26'4599'0'0,"-2"1"0"0"0,-15-32-1 0 0,23 55-3983 0 0,-10 13-166 0 0,8-3-394 0 0,0 0-1 0 0,1 0 1 0 0,-1 0-1 0 0,2 0 1 0 0,-1 0 0 0 0,1 1-1 0 0,0 10 1 0 0,-1 1 2 0 0,-50 555 427 0 0,52-563-586 0 0,-4 148 555 0 0,5-138-1103 0 0,1 1-1 0 0,0-1 0 0 0,2 0 1 0 0,1 0-1 0 0,7 22 0 0 0,-11-42 200 0 0,0 0 1 0 0,0 0-1 0 0,-1 0 0 0 0,1 0 0 0 0,0 0 0 0 0,1 0 0 0 0,-1-1 0 0 0,0 1 0 0 0,0 0 0 0 0,1-1 0 0 0,-1 1 1 0 0,1-1-1 0 0,2 2 0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03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44 1296 0 0,'6'-44'14104'0'0,"-16"70"-13631"0"0,2 1-1 0 0,1 0 1 0 0,1 1 0 0 0,1-1 0 0 0,1 1-1 0 0,2 0 1 0 0,2 45 0 0 0,0-61-425 0 0,1-1 0 0 0,1 1 0 0 0,0 0 0 0 0,0 0 0 0 0,1-1 0 0 0,1 1 0 0 0,5 11 0 0 0,-8-20-40 0 0,0-1 0 0 0,0 1 0 0 0,0-1 0 0 0,1 1 1 0 0,0-1-1 0 0,-1 0 0 0 0,1 0 0 0 0,0 0 0 0 0,0 0 1 0 0,0 0-1 0 0,0 0 0 0 0,0 0 0 0 0,1-1 1 0 0,-1 1-1 0 0,0-1 0 0 0,1 1 0 0 0,-1-1 0 0 0,1 0 1 0 0,0 0-1 0 0,-1 0 0 0 0,1-1 0 0 0,0 1 0 0 0,-1-1 1 0 0,1 1-1 0 0,0-1 0 0 0,0 0 0 0 0,-1 0 0 0 0,1 0 1 0 0,0 0-1 0 0,0 0 0 0 0,0-1 0 0 0,-1 1 1 0 0,1-1-1 0 0,0 0 0 0 0,4-2 0 0 0,2-1-26 0 0,-1 0-1 0 0,0-1 1 0 0,0 0 0 0 0,0 0-1 0 0,-1-1 1 0 0,0 0 0 0 0,0 0-1 0 0,0-1 1 0 0,-1 0 0 0 0,0 0-1 0 0,0 0 1 0 0,-1-1 0 0 0,0 0-1 0 0,6-11 1 0 0,-1-2-35 0 0,0-1 0 0 0,-1 0 1 0 0,-1-1-1 0 0,6-33 0 0 0,3-42 120 0 0,-11 67 148 0 0,-6 29-147 0 0,4 17 180 0 0,-3-7-105 0 0,0 1 0 0 0,-1 0 0 0 0,0 0 1 0 0,-1 0-1 0 0,-2 13 0 0 0,0-1 80 0 0,-4 33 125 0 0,1-12-221 0 0,2 0 1 0 0,2 0-1 0 0,5 76 0 0 0,-2-113-430 0 0,0 1 1 0 0,0-1-1 0 0,1 0 1 0 0,-1 0 0 0 0,1 0-1 0 0,0 0 1 0 0,4 7-1 0 0,-5-11 8 0 0,0 0 0 0 0,-1 0-1 0 0,1 0 1 0 0,0 0 0 0 0,0 0-1 0 0,0 0 1 0 0,0 0-1 0 0,0 0 1 0 0,0 0 0 0 0,0 0-1 0 0,0-1 1 0 0,0 1 0 0 0,0 0-1 0 0,0-1 1 0 0,0 1-1 0 0,1-1 1 0 0,-1 1 0 0 0,0-1-1 0 0,0 0 1 0 0,1 1 0 0 0,-1-1-1 0 0,0 0 1 0 0,0 0 0 0 0,1 0-1 0 0,-1 0 1 0 0,0 0-1 0 0,1 0 1 0 0,-1 0 0 0 0,0 0-1 0 0,0-1 1 0 0,1 1 0 0 0,-1-1-1 0 0,0 1 1 0 0,0-1 0 0 0,2 0-1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03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 2412 0 0,'5'-72'11999'0'0,"12"104"-10677"0"0,-3 16-460 0 0,-2 1-1 0 0,-2 0 1 0 0,6 98 0 0 0,-15-132-719 0 0,0 11 323 0 0,0-23-101 0 0,-1-14 96 0 0,2-8-448 0 0,1 0 0 0 0,0 1 0 0 0,2 0 0 0 0,0-1 0 0 0,1 2-1 0 0,9-21 1 0 0,-10 24-33 0 0,1 0 0 0 0,0 0 1 0 0,1 1-1 0 0,0 0 0 0 0,1 0 0 0 0,1 1 0 0 0,0 0 0 0 0,0 0 0 0 0,1 1 0 0 0,13-11 1 0 0,-21 21 9 0 0,0-1 0 0 0,0 1 0 0 0,0 0 0 0 0,0 0 0 0 0,0-1 1 0 0,0 1-1 0 0,1 1 0 0 0,-1-1 0 0 0,0 0 0 0 0,1 0 0 0 0,-1 1 1 0 0,1 0-1 0 0,-1-1 0 0 0,1 1 0 0 0,-1 0 0 0 0,0 0 0 0 0,1 0 1 0 0,-1 1-1 0 0,4 0 0 0 0,-2 0 3 0 0,0 0 0 0 0,-1 1 1 0 0,1 0-1 0 0,-1 0 0 0 0,1 0 0 0 0,-1 0 1 0 0,0 0-1 0 0,0 0 0 0 0,0 1 0 0 0,0 0 1 0 0,3 4-1 0 0,0 0 6 0 0,0 2 0 0 0,0-1 1 0 0,-1 1-1 0 0,0 0 0 0 0,0 0 0 0 0,-1 0 0 0 0,-1 1 1 0 0,5 15-1 0 0,-6-12 47 0 0,0 0 0 0 0,-1 0 0 0 0,0 0 0 0 0,-1 0-1 0 0,-1 0 1 0 0,0 0 0 0 0,-5 22 0 0 0,5-33-12 0 0,1-3-33 0 0,-1 0 0 0 0,0 0 0 0 0,1-1 0 0 0,-1 1 0 0 0,1 0 0 0 0,-1 0 0 0 0,1 0 0 0 0,0 0 0 0 0,0-1 0 0 0,-1 1 0 0 0,1-2 0 0 0,4-16-15 0 0,0 1-1 0 0,1-1 0 0 0,1 1 0 0 0,1 1 1 0 0,1-1-1 0 0,9-16 0 0 0,-10 23-5 0 0,-1 1 1 0 0,2-1-1 0 0,-1 1 0 0 0,1 0 0 0 0,1 1 1 0 0,0 0-1 0 0,0 0 0 0 0,1 1 0 0 0,21-14 1 0 0,-28 21 13 0 0,0-1 1 0 0,0 1 0 0 0,0-1 0 0 0,1 1 0 0 0,-1 0 0 0 0,0 0 0 0 0,1 1 0 0 0,-1-1 0 0 0,1 1 0 0 0,-1-1-1 0 0,1 1 1 0 0,-1 0 0 0 0,1 0 0 0 0,-1 1 0 0 0,1-1 0 0 0,-1 1 0 0 0,1 0 0 0 0,-1 0 0 0 0,0 0 0 0 0,0 0 0 0 0,1 0-1 0 0,-1 1 1 0 0,0 0 0 0 0,0-1 0 0 0,0 1 0 0 0,0 0 0 0 0,-1 1 0 0 0,1-1 0 0 0,0 0 0 0 0,3 6 0 0 0,2 0 35 0 0,-1 2 0 0 0,0-1 1 0 0,0 1-1 0 0,-1 0 1 0 0,-1 0-1 0 0,0 0 0 0 0,8 23 1 0 0,-2 9 69 0 0,-2 0 0 0 0,-1 1 0 0 0,1 43 0 0 0,1 7-182 0 0,-10-89-116 0 0,1-1 0 0 0,0 1-1 0 0,0 0 1 0 0,0-1 0 0 0,0 1 0 0 0,1 0 0 0 0,-1-1 0 0 0,1 1-1 0 0,0-1 1 0 0,0 0 0 0 0,0 0 0 0 0,3 3 0 0 0,-4-5 41 0 0,-1-1 0 0 0,1 1-1 0 0,0-1 1 0 0,0 1 0 0 0,0-1 0 0 0,0 0 0 0 0,0 1 0 0 0,0-1 0 0 0,0 0 0 0 0,0 0 0 0 0,0 0 0 0 0,0 1 0 0 0,0-1 0 0 0,0 0 0 0 0,0 0 0 0 0,0-1-1 0 0,0 1 1 0 0,-1 0 0 0 0,1 0 0 0 0,0 0 0 0 0,0-1 0 0 0,0 1 0 0 0,0 0 0 0 0,0-1 0 0 0,1 0 0 0 0,20-13-5298 0 0,-8-1-744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04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1 198 932 0 0,'35'-183'14123'0'0,"-29"168"-12414"0"0,-2 25-886 0 0,0 37-278 0 0,-4-31-145 0 0,3 8-107 0 0,27 571 3272 0 0,-30-551-3339 0 0,-2 0-1 0 0,-1 1 1 0 0,-19 82 0 0 0,21-125-199 0 0,1 0 0 0 0,-1 0 0 0 0,0-1 0 0 0,0 1 0 0 0,0 0 0 0 0,1-1 0 0 0,-1 1 0 0 0,-1 0 0 0 0,1-1 0 0 0,0 1-1 0 0,0-1 1 0 0,-1 0 0 0 0,1 1 0 0 0,-2 0 0 0 0,2-2-21 0 0,1 1-1 0 0,-1-1 1 0 0,0 0 0 0 0,1 0-1 0 0,-1 0 1 0 0,0 0-1 0 0,1 0 1 0 0,-1 0-1 0 0,0 0 1 0 0,1 0-1 0 0,-1 0 1 0 0,0 0-1 0 0,1 0 1 0 0,-1 0 0 0 0,0 0-1 0 0,1-1 1 0 0,-1 1-1 0 0,1 0 1 0 0,-1 0-1 0 0,0-1 1 0 0,1 1-1 0 0,-1 0 1 0 0,1-1-1 0 0,-1 1 1 0 0,1-1 0 0 0,-1 1-1 0 0,1 0 1 0 0,-1-1-1 0 0,1 1 1 0 0,-1-1-1 0 0,1 0 1 0 0,0 1-1 0 0,-1-1 1 0 0,1 1-1 0 0,0-1 1 0 0,-1 0-1 0 0,1 1 1 0 0,0-1 0 0 0,0 1-1 0 0,0-1 1 0 0,-1-1-1 0 0,-1-6 5 0 0,0 0-1 0 0,0 1 0 0 0,1-1 1 0 0,0 0-1 0 0,0 0 0 0 0,1-1 1 0 0,0 1-1 0 0,0 0 1 0 0,1 0-1 0 0,0 0 0 0 0,0 0 1 0 0,3-9-1 0 0,0 2-23 0 0,1 1-1 0 0,0-1 1 0 0,1 1 0 0 0,0 1 0 0 0,14-22-1 0 0,-13 24-3 0 0,0 1-1 0 0,1 0 1 0 0,0 1 0 0 0,1 0-1 0 0,0 0 1 0 0,1 1 0 0 0,-1 0-1 0 0,1 0 1 0 0,14-7-1 0 0,-18 12 11 0 0,0 0 0 0 0,0 1 0 0 0,0 0-1 0 0,0-1 1 0 0,1 2 0 0 0,-1-1 0 0 0,1 1-1 0 0,0 0 1 0 0,-1 0 0 0 0,1 1 0 0 0,-1 0-1 0 0,1 0 1 0 0,0 1 0 0 0,-1 0 0 0 0,1 0-1 0 0,-1 0 1 0 0,1 1 0 0 0,11 4-1 0 0,-8-1 14 0 0,-1-1-1 0 0,1 1 1 0 0,-1 1-1 0 0,-1-1 1 0 0,1 1-1 0 0,-1 1 1 0 0,0 0-1 0 0,0 0 1 0 0,-1 1-1 0 0,0-1 1 0 0,0 1-1 0 0,-1 1 1 0 0,0 0-1 0 0,5 10 1 0 0,-8-14 57 0 0,-1 1-1 0 0,1 0 1 0 0,-1 0-1 0 0,0 0 1 0 0,-1 1-1 0 0,0-1 1 0 0,0 0 0 0 0,0 1-1 0 0,-1-1 1 0 0,0 1-1 0 0,0-1 1 0 0,0 0-1 0 0,-1 1 1 0 0,0-1 0 0 0,0 0-1 0 0,-1 1 1 0 0,1-1-1 0 0,-2 0 1 0 0,1 0-1 0 0,0 0 1 0 0,-1-1 0 0 0,0 1-1 0 0,-1-1 1 0 0,-4 7-1 0 0,2-5 4 0 0,0 0-1 0 0,-1 0 0 0 0,0-1 0 0 0,0 0 1 0 0,-1 0-1 0 0,1-1 0 0 0,-1 0 0 0 0,-1 0 1 0 0,1-1-1 0 0,0 0 0 0 0,-1-1 0 0 0,0 1 1 0 0,0-2-1 0 0,0 1 0 0 0,0-1 0 0 0,0-1 1 0 0,-1 1-1 0 0,1-2 0 0 0,-1 1 0 0 0,1-1 1 0 0,0-1-1 0 0,-1 0 0 0 0,1 0 0 0 0,0 0 1 0 0,0-2-1 0 0,0 1 0 0 0,0-1 0 0 0,0 0 1 0 0,-12-7-1 0 0,19 9-179 0 0,0 0 1 0 0,0 0 0 0 0,1 0 0 0 0,-1 0-1 0 0,1 0 1 0 0,-1-1 0 0 0,1 1-1 0 0,-1 0 1 0 0,1-1 0 0 0,0 0-1 0 0,0 1 1 0 0,0-1 0 0 0,0 1-1 0 0,0-1 1 0 0,0 0 0 0 0,0 0-1 0 0,0 0 1 0 0,1 0 0 0 0,-1 1-1 0 0,0-5 1 0 0,1 2-174 0 0,0 1 1 0 0,0-1 0 0 0,1 1-1 0 0,-1 0 1 0 0,1-1-1 0 0,0 1 1 0 0,0-1 0 0 0,0 1-1 0 0,0 0 1 0 0,1 0-1 0 0,1-4 1 0 0,6-6-1367 0 0,-1 0 1 0 0,2 0-1 0 0,0 1 0 0 0,13-12 1 0 0,-3 3-2641 0 0,-1 2-2050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04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61 133 600 0 0,'3'0'2367'0'0,"-2"-1"-1985"0"0,1 1-1 0 0,0 0 1 0 0,0-1 0 0 0,0 1-1 0 0,-1 0 1 0 0,1 0 0 0 0,0 0-1 0 0,0 0 1 0 0,0 0 0 0 0,0 0-1 0 0,-1 1 1 0 0,1-1 0 0 0,0 0 0 0 0,0 1-1 0 0,-1 0 1 0 0,1-1 0 0 0,0 1-1 0 0,-1 0 1 0 0,1 0 0 0 0,1 1-1 0 0,-2 0-74 0 0,0 0-1 0 0,0 0 1 0 0,0 0-1 0 0,0 0 1 0 0,-1 0 0 0 0,1 0-1 0 0,-1 0 1 0 0,0 0-1 0 0,1 0 1 0 0,-1 0-1 0 0,0 2 1 0 0,2 15 1483 0 0,3-2-917 0 0,-4-12-591 0 0,0 0 0 0 0,1 0 0 0 0,0 0 0 0 0,0 0-1 0 0,0 0 1 0 0,0-1 0 0 0,6 9 0 0 0,-7-12-222 0 0,0 0 1 0 0,0 0-1 0 0,1 0 1 0 0,-1 0-1 0 0,0 0 0 0 0,0-1 1 0 0,1 1-1 0 0,-1 0 0 0 0,0-1 1 0 0,1 1-1 0 0,-1-1 0 0 0,0 1 1 0 0,1-1-1 0 0,-1 0 0 0 0,1 1 1 0 0,-1-1-1 0 0,1 0 0 0 0,-1 0 1 0 0,1 0-1 0 0,1-1 0 0 0,30-5 459 0 0,-26 3-474 0 0,0 0-1 0 0,0 0 1 0 0,0-1-1 0 0,0 0 1 0 0,-1 0-1 0 0,1-1 1 0 0,-1 1-1 0 0,0-1 1 0 0,-1-1-1 0 0,1 1 1 0 0,-1-1 0 0 0,0 0-1 0 0,0 0 1 0 0,-1-1-1 0 0,0 1 1 0 0,5-10-1 0 0,-7 11-41 0 0,0 1 0 0 0,0-1-1 0 0,0 0 1 0 0,-1 0 0 0 0,0 0-1 0 0,0 0 1 0 0,0 0 0 0 0,0 0 0 0 0,-1 0-1 0 0,0 0 1 0 0,0 0 0 0 0,0 0-1 0 0,-1 0 1 0 0,1 0 0 0 0,-1 0 0 0 0,0 0-1 0 0,-1 0 1 0 0,1 0 0 0 0,-1 0-1 0 0,0 0 1 0 0,0 1 0 0 0,-1-1-1 0 0,1 1 1 0 0,-1 0 0 0 0,0 0 0 0 0,-4-4-1 0 0,5 5-2 0 0,0 1-1 0 0,-1 0 1 0 0,1 0 0 0 0,-1 0-1 0 0,1 0 1 0 0,-1 0-1 0 0,0 1 1 0 0,0-1-1 0 0,0 1 1 0 0,0 0-1 0 0,0-1 1 0 0,0 1 0 0 0,0 1-1 0 0,0-1 1 0 0,-6 0-1 0 0,4 1 0 0 0,0 0-1 0 0,-1 0 1 0 0,1 1-1 0 0,0-1 1 0 0,-1 1-1 0 0,1 1 1 0 0,0-1 0 0 0,-9 5-1 0 0,3-2 0 0 0,1 2 0 0 0,0 0 0 0 0,1 0 0 0 0,-1 0 0 0 0,1 1 0 0 0,0 1 0 0 0,1-1 0 0 0,-9 12 0 0 0,6-4 13 0 0,1 0 1 0 0,0 1 0 0 0,2 0-1 0 0,0 1 1 0 0,0-1 0 0 0,2 2-1 0 0,0-1 1 0 0,1 1 0 0 0,1-1-1 0 0,0 1 1 0 0,2 1 0 0 0,0-1-1 0 0,1 0 1 0 0,1 0 0 0 0,1 19-1 0 0,0-29-9 0 0,0 0 0 0 0,1 1-1 0 0,0-1 1 0 0,0 0-1 0 0,0 0 1 0 0,1-1-1 0 0,1 1 1 0 0,-1 0 0 0 0,1-1-1 0 0,0 0 1 0 0,1 0-1 0 0,0 0 1 0 0,10 11-1 0 0,-10-13-71 0 0,1 0 0 0 0,0-1-1 0 0,0 1 1 0 0,0-1 0 0 0,1 0-1 0 0,0-1 1 0 0,-1 0-1 0 0,1 0 1 0 0,0 0 0 0 0,0-1-1 0 0,1 0 1 0 0,-1 0-1 0 0,0-1 1 0 0,1 0 0 0 0,11 0-1 0 0,-7-1-173 0 0,-1 0 1 0 0,1-1-1 0 0,-1 0 0 0 0,0-1 0 0 0,1-1 0 0 0,-1 0 1 0 0,0 0-1 0 0,0-1 0 0 0,13-7 0 0 0,-9 3-96 0 0,0-1-1 0 0,0 0 1 0 0,-1-1 0 0 0,-1-1-1 0 0,20-19 1 0 0,-9 3 68 0 0,-1 0 1 0 0,-2-1-1 0 0,-1-1 1 0 0,-1-1-1 0 0,22-47 0 0 0,-24 39 903 0 0,-10 22 6 0 0,0-1 0 0 0,1 2 0 0 0,11-17 0 0 0,-18 31-607 0 0,-1 0-1 0 0,0 1 1 0 0,0-1 0 0 0,1 1 0 0 0,-1-1 0 0 0,1 1 0 0 0,-1 0 0 0 0,0-1-1 0 0,1 1 1 0 0,-1-1 0 0 0,1 1 0 0 0,-1 0 0 0 0,1-1 0 0 0,-1 1 0 0 0,1 0-1 0 0,0 0 1 0 0,-1-1 0 0 0,1 1 0 0 0,-1 0 0 0 0,1 0 0 0 0,-1 0 0 0 0,1 0 0 0 0,0 0-1 0 0,-1 0 1 0 0,1 0 0 0 0,-1 0 0 0 0,1 0 0 0 0,0 0 0 0 0,0 0 15 0 0,0 1 1 0 0,0-1-1 0 0,0 1 0 0 0,0 0 1 0 0,0 0-1 0 0,0-1 1 0 0,0 1-1 0 0,-1 0 0 0 0,1 0 1 0 0,0 0-1 0 0,0 0 1 0 0,-1 0-1 0 0,1 0 0 0 0,0 1 1 0 0,13 38 928 0 0,-13-37-874 0 0,5 28 544 0 0,-1 0 0 0 0,-1 1 1 0 0,-2-1-1 0 0,-1 0 1 0 0,-1 1-1 0 0,-9 54 1 0 0,9-80-291 0 0,-1 0 1 0 0,-1 0 0 0 0,1 0 0 0 0,-1 0 0 0 0,0 0-1 0 0,-1 0 1 0 0,1-1 0 0 0,-1 1 0 0 0,0-1 0 0 0,0 1-1 0 0,-1-1 1 0 0,-4 5 0 0 0,7-9-309 0 0,1-1 0 0 0,-1 1-1 0 0,0 0 1 0 0,1-1 0 0 0,-1 1 0 0 0,0-1-1 0 0,0 1 1 0 0,0-1 0 0 0,0 1 0 0 0,1-1-1 0 0,-1 0 1 0 0,0 1 0 0 0,0-1-1 0 0,0 0 1 0 0,0 0 0 0 0,0 0 0 0 0,0 1-1 0 0,0-1 1 0 0,0 0 0 0 0,0 0 0 0 0,0-1-1 0 0,0 1 1 0 0,0 0 0 0 0,1 0 0 0 0,-1 0-1 0 0,0-1 1 0 0,0 1 0 0 0,0 0 0 0 0,0-1-1 0 0,0 1 1 0 0,0 0 0 0 0,1-1 0 0 0,-1 0-1 0 0,0 1 1 0 0,0-1 0 0 0,1 1 0 0 0,-1-1-1 0 0,0 0 1 0 0,1 1 0 0 0,-1-1 0 0 0,1 0-1 0 0,-1 0 1 0 0,1 0 0 0 0,-1 1 0 0 0,1-1-1 0 0,-1 0 1 0 0,1 0 0 0 0,0 0-1 0 0,-1 0 1 0 0,1-1 0 0 0,-2-3 1 0 0,1 0-1 0 0,-1 0 1 0 0,1 0 0 0 0,0-1 0 0 0,1 1-1 0 0,-1 0 1 0 0,1-9 0 0 0,3 0-101 0 0,0 0 1 0 0,0 0-1 0 0,2 1 1 0 0,-1-1-1 0 0,2 1 1 0 0,0 0-1 0 0,0 0 1 0 0,13-17-1 0 0,0 2-1415 0 0,2 1 1 0 0,34-34-1 0 0,26-12-4223 0 0,-23 27-4129 0 0,-28 24-133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05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442 535 1368 0 0,'-186'-32'16850'0'0,"184"32"-16789"0"0,-1 0-1 0 0,1 0 0 0 0,0 0 0 0 0,-1 1 1 0 0,1-1-1 0 0,0 1 0 0 0,0 0 0 0 0,0-1 1 0 0,-1 1-1 0 0,1 0 0 0 0,0 0 0 0 0,0 0 1 0 0,0 1-1 0 0,0-1 0 0 0,-2 2 0 0 0,-26 27 515 0 0,23-23-403 0 0,-17 21 125 0 0,2 0-1 0 0,0 2 0 0 0,2 0 1 0 0,1 2-1 0 0,2 0 1 0 0,-24 60-1 0 0,38-83-268 0 0,0 0 0 0 0,0 1 0 0 0,1-1 0 0 0,-2 15 0 0 0,4-22-17 0 0,-1-1-1 0 0,1 1 0 0 0,0-1 1 0 0,0 1-1 0 0,0-1 0 0 0,0 1 0 0 0,0-1 1 0 0,0 1-1 0 0,0-1 0 0 0,1 1 1 0 0,-1-1-1 0 0,1 1 0 0 0,-1-1 1 0 0,1 1-1 0 0,-1-1 0 0 0,1 0 1 0 0,0 1-1 0 0,0-1 0 0 0,0 0 0 0 0,-1 1 1 0 0,1-1-1 0 0,0 0 0 0 0,1 0 1 0 0,-1 0-1 0 0,0 0 0 0 0,0 0 1 0 0,0 0-1 0 0,1 0 0 0 0,-1-1 1 0 0,0 1-1 0 0,1 0 0 0 0,-1-1 1 0 0,0 1-1 0 0,1-1 0 0 0,-1 1 0 0 0,1-1 1 0 0,1 1-1 0 0,6-1 23 0 0,-1 0 0 0 0,1-1 0 0 0,-1 1 0 0 0,0-2 0 0 0,1 1 0 0 0,-1-1 0 0 0,0 0 0 0 0,0-1 0 0 0,13-6 0 0 0,-1 0-31 0 0,-1-2 0 0 0,30-21 0 0 0,-28 16-5 0 0,-2 0 0 0 0,0-2-1 0 0,0 0 1 0 0,-2-1 0 0 0,16-23-1 0 0,-22 28 7 0 0,-2 0 0 0 0,0-1 0 0 0,-1 0 0 0 0,0-1 0 0 0,-1 0 0 0 0,-1 0-1 0 0,0 0 1 0 0,5-28 0 0 0,-10 39-3 0 0,-1 0 1 0 0,1 0-1 0 0,-1 0 0 0 0,0 0 0 0 0,0 1 1 0 0,0-1-1 0 0,-1 0 0 0 0,0 0 0 0 0,0 0 1 0 0,0 1-1 0 0,0-1 0 0 0,-1 1 0 0 0,0-1 1 0 0,0 1-1 0 0,0-1 0 0 0,0 1 0 0 0,-1 0 1 0 0,1 0-1 0 0,-6-5 0 0 0,4 5-3 0 0,0 1 0 0 0,0-1 1 0 0,-1 1-1 0 0,1 0 0 0 0,-1 1 0 0 0,1-1 1 0 0,-1 1-1 0 0,0 0 0 0 0,0 0 0 0 0,0 1 0 0 0,0-1 1 0 0,0 1-1 0 0,0 0 0 0 0,-1 1 0 0 0,1-1 0 0 0,0 1 1 0 0,-9 0-1 0 0,4 1-4 0 0,0 1 1 0 0,0-1-1 0 0,-1 2 0 0 0,2 0 1 0 0,-1 0-1 0 0,0 0 0 0 0,1 1 1 0 0,-1 1-1 0 0,1 0 1 0 0,0 0-1 0 0,1 0 0 0 0,-15 13 1 0 0,11-7 0 0 0,-1 0 0 0 0,2 2 0 0 0,-1-1 1 0 0,2 1-1 0 0,0 1 0 0 0,0 0 0 0 0,-7 15 1 0 0,15-25 13 0 0,1-1-1 0 0,-1 1 1 0 0,0-1 0 0 0,1 1 0 0 0,0 0 0 0 0,0-1-1 0 0,0 1 1 0 0,0 0 0 0 0,1 0 0 0 0,0 0 0 0 0,-1 0 0 0 0,1-1-1 0 0,1 1 1 0 0,-1 0 0 0 0,0 0 0 0 0,1 0 0 0 0,0 0 0 0 0,0-1-1 0 0,0 1 1 0 0,1 0 0 0 0,1 4 0 0 0,0-4-7 0 0,0 0 1 0 0,-1-1-1 0 0,1 1 0 0 0,1-1 1 0 0,-1 1-1 0 0,0-1 1 0 0,1 0-1 0 0,0-1 0 0 0,-1 1 1 0 0,1-1-1 0 0,0 1 1 0 0,0-1-1 0 0,1 0 0 0 0,-1-1 1 0 0,0 1-1 0 0,1-1 1 0 0,7 2-1 0 0,7 0-101 0 0,1-1 1 0 0,-1-1-1 0 0,1 0 1 0 0,0-2-1 0 0,-1 0 0 0 0,1-1 1 0 0,-1-1-1 0 0,30-9 1 0 0,-19 3-259 0 0,0-1 1 0 0,0-2 0 0 0,-1-1-1 0 0,42-26 1 0 0,-50 25 178 0 0,0-1 0 0 0,-1-1 1 0 0,-1-1-1 0 0,-1-1 0 0 0,0 0 0 0 0,-1-1 0 0 0,-2-1 0 0 0,0-1 0 0 0,0 0 1 0 0,19-42-1 0 0,-19 30 94 0 0,-1-2 0 0 0,-1 0 1 0 0,-2-1-1 0 0,-2 0 0 0 0,-1-1 1 0 0,5-65-1 0 0,-4 11 496 0 0,-16 131-301 0 0,0-9-34 0 0,-85 1041 4940 0 0,51-506-3077 0 0,37-511-1800 0 0,-32 257 458 0 0,29-273-297 0 0,-2 0-1 0 0,-2-1 1 0 0,-1 0 0 0 0,-2-1 0 0 0,-35 65 0 0 0,43-91-147 0 0,-1-1 1 0 0,0 0-1 0 0,0-1 0 0 0,-1 1 1 0 0,0-2-1 0 0,-1 1 0 0 0,-16 12 1 0 0,21-18-108 0 0,0 0 0 0 0,1-1 0 0 0,-1 0 0 0 0,-1 0 0 0 0,1 0 1 0 0,0 0-1 0 0,0-1 0 0 0,-1 0 0 0 0,1 1 0 0 0,-1-2 0 0 0,1 1 1 0 0,-1 0-1 0 0,1-1 0 0 0,-1 0 0 0 0,1 0 0 0 0,-1 0 1 0 0,1-1-1 0 0,-1 1 0 0 0,1-1 0 0 0,-1 0 0 0 0,1-1 0 0 0,-1 1 1 0 0,-5-4-1 0 0,0 0-16 0 0,1-1 0 0 0,0 0 1 0 0,0-1-1 0 0,0 0 0 0 0,1 0 1 0 0,0-1-1 0 0,1 0 0 0 0,0 0 1 0 0,0-1-1 0 0,0 0 0 0 0,-6-13 1 0 0,0-3 4 0 0,0 0 1 0 0,2-1-1 0 0,-10-35 1 0 0,13 29-30 0 0,0-1 1 0 0,2 0-1 0 0,2-1 1 0 0,1 1-1 0 0,2-1 1 0 0,1 0-1 0 0,1 1 1 0 0,2-1-1 0 0,1 1 1 0 0,2-1-1 0 0,1 1 1 0 0,21-57-1 0 0,-10 45-68 0 0,1 1 0 0 0,3 1-1 0 0,1 1 1 0 0,2 1-1 0 0,2 1 1 0 0,1 2-1 0 0,3 0 1 0 0,47-45-1 0 0,-28 36-643 0 0,2 2-1 0 0,2 3 0 0 0,1 1 0 0 0,66-34 1 0 0,-76 52-1050 0 0,1 1 0 0 0,52-16 0 0 0,-58 25-2135 0 0,1 2 0 0 0,80-10 1 0 0,-85 17-3338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07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165 115 372 0 0,'-137'-53'13589'0'0,"136"53"-13495"0"0,0 0 1 0 0,0-1-1 0 0,0 1 1 0 0,-1-1-1 0 0,1 1 1 0 0,0-1-1 0 0,0 0 1 0 0,0 1 0 0 0,0-1-1 0 0,0 0 1 0 0,0 0-1 0 0,0 0 1 0 0,1 0-1 0 0,-1 0 1 0 0,0 1-1 0 0,0-2 1 0 0,1 1-1 0 0,-2-1 1 0 0,2 2-62 0 0,0-1-1 0 0,1 0 1 0 0,-1 1-1 0 0,0-1 1 0 0,0 1-1 0 0,0-1 1 0 0,0 0 0 0 0,0 1-1 0 0,0-1 1 0 0,1 1-1 0 0,-1-1 1 0 0,0 1 0 0 0,1-1-1 0 0,-1 1 1 0 0,0-1-1 0 0,1 1 1 0 0,-1-1-1 0 0,0 1 1 0 0,1-1 0 0 0,-1 1-1 0 0,1-1 1 0 0,-1 1-1 0 0,1 0 1 0 0,0-1 0 0 0,5-2 39 0 0,-1 0 0 0 0,1 0 0 0 0,0 1 0 0 0,0 0 1 0 0,7-2-1 0 0,4-1-28 0 0,1 1-1 0 0,-1 1 1 0 0,1 1 0 0 0,-1 0 0 0 0,1 2 0 0 0,0 0-1 0 0,0 1 1 0 0,-1 0 0 0 0,1 1 0 0 0,-1 2-1 0 0,23 6 1 0 0,-38-10-40 0 0,-1 0 0 0 0,1 1 0 0 0,0 0 0 0 0,0-1 0 0 0,-1 1 0 0 0,1 0 0 0 0,-1 0 0 0 0,1 0 0 0 0,-1 0-1 0 0,1 0 1 0 0,-1 1 0 0 0,0-1 0 0 0,0 0 0 0 0,1 1 0 0 0,-1-1 0 0 0,0 0 0 0 0,0 1 0 0 0,0 0 0 0 0,0-1 0 0 0,-1 1 0 0 0,1-1-1 0 0,0 3 1 0 0,0-1 1 0 0,-1-1 0 0 0,0 0 0 0 0,-1 1 0 0 0,1-1-1 0 0,0 0 1 0 0,0 1 0 0 0,-1-1 0 0 0,0 0 0 0 0,1 1-1 0 0,-1-1 1 0 0,0 0 0 0 0,0 0 0 0 0,0 0 0 0 0,-3 4 0 0 0,-4 5 10 0 0,0 0 0 0 0,-1-1 1 0 0,-1 0-1 0 0,-15 12 1 0 0,-55 38 66 0 0,60-48-64 0 0,2 1-1 0 0,0 0 1 0 0,0 2 0 0 0,-27 30 0 0 0,44-44-17 0 0,0 0 0 0 0,0 0 0 0 0,0 1 0 0 0,1-1 0 0 0,-1 1 1 0 0,0-1-1 0 0,1 0 0 0 0,-1 1 0 0 0,1-1 0 0 0,0 1 0 0 0,0-1 0 0 0,-1 1 0 0 0,1 0 0 0 0,0-1 0 0 0,0 1 1 0 0,0-1-1 0 0,1 1 0 0 0,-1-1 0 0 0,0 1 0 0 0,0-1 0 0 0,1 1 0 0 0,-1-1 0 0 0,1 1 0 0 0,0-1 1 0 0,-1 0-1 0 0,1 1 0 0 0,0-1 0 0 0,0 0 0 0 0,-1 1 0 0 0,1-1 0 0 0,0 0 0 0 0,1 0 0 0 0,-1 0 0 0 0,0 0 1 0 0,2 1-1 0 0,6 6 0 0 0,0 0 0 0 0,1-1 1 0 0,18 9-1 0 0,-14-7-6 0 0,16 10 30 0 0,-1 0 1 0 0,-2 2-1 0 0,0 2 0 0 0,-1 0 1 0 0,-1 1-1 0 0,32 41 0 0 0,-49-53 97 0 0,-1-1 0 0 0,0 1 0 0 0,-1 0 0 0 0,0 1 0 0 0,0-1 0 0 0,-2 1 0 0 0,1 1 1 0 0,2 16-1 0 0,-5-19 89 0 0,-1 0 0 0 0,-1 1 0 0 0,1-1 0 0 0,-2 0 0 0 0,0 0 0 0 0,0 1 0 0 0,-1-1 0 0 0,0 0 0 0 0,-1 0 0 0 0,0 0 0 0 0,-7 14 0 0 0,4-12 64 0 0,-1 0 0 0 0,0 0 0 0 0,-1 0 0 0 0,-1-1 0 0 0,0 0 0 0 0,-1-1 0 0 0,0 0 0 0 0,0 0 0 0 0,-18 13 0 0 0,17-16-74 0 0,1-1 0 0 0,-1 0 0 0 0,0 0 0 0 0,-1-1 1 0 0,1-1-1 0 0,-1 0 0 0 0,0 0 0 0 0,-1-2 0 0 0,1 1 0 0 0,-1-1 0 0 0,-13 1 0 0 0,20-4-148 0 0,1 0-1 0 0,-1 0 1 0 0,1 0 0 0 0,-1-1-1 0 0,1 0 1 0 0,0 0 0 0 0,-1 0 0 0 0,1 0-1 0 0,0-1 1 0 0,0 0 0 0 0,0 0 0 0 0,0-1-1 0 0,0 1 1 0 0,1-1 0 0 0,-1 0 0 0 0,1 0-1 0 0,0-1 1 0 0,-1 1 0 0 0,-3-5 0 0 0,5 4-44 0 0,0 1 1 0 0,1-1 0 0 0,-1 0 0 0 0,1 0 0 0 0,0 0-1 0 0,0 0 1 0 0,0 0 0 0 0,0 0 0 0 0,1-1 0 0 0,0 1-1 0 0,-1 0 1 0 0,2-1 0 0 0,-1 1 0 0 0,0-1 0 0 0,1 1-1 0 0,0-1 1 0 0,0 1 0 0 0,0-1 0 0 0,1 1 0 0 0,0-1-1 0 0,0 1 1 0 0,2-9 0 0 0,3-1-6 0 0,0 1 0 0 0,1 0 0 0 0,0 0 1 0 0,1 0-1 0 0,0 1 0 0 0,1 0 0 0 0,11-11 0 0 0,79-72-43 0 0,-80 78 18 0 0,172-144-589 0 0,-13 12-573 0 0,-147 122 929 0 0,-1-1 1 0 0,-2-1-1 0 0,0-1 0 0 0,42-64 1 0 0,-63 83 243 0 0,-1 4 3 0 0,-1-1-1 0 0,-1 0 1 0 0,1 0 0 0 0,-1 0 0 0 0,-1 0-1 0 0,0-1 1 0 0,0 1 0 0 0,0-1 0 0 0,-1 0 0 0 0,1-12-1 0 0,-3 20 3 0 0,1 0 0 0 0,-1 0 0 0 0,-1 0 0 0 0,1-1-1 0 0,0 1 1 0 0,0 0 0 0 0,0 0 0 0 0,0 0 0 0 0,-1 0 0 0 0,1 0-1 0 0,-1 0 1 0 0,1 0 0 0 0,-1 0 0 0 0,1 0 0 0 0,-1 0-1 0 0,1 0 1 0 0,-1 0 0 0 0,0 0 0 0 0,0 1 0 0 0,1-1 0 0 0,-1 0-1 0 0,0 0 1 0 0,0 1 0 0 0,0-1 0 0 0,0 0 0 0 0,0 1 0 0 0,0-1-1 0 0,0 1 1 0 0,0 0 0 0 0,0-1 0 0 0,0 1 0 0 0,0 0-1 0 0,0-1 1 0 0,0 1 0 0 0,-2 0 0 0 0,1 0-2 0 0,-1 0-1 0 0,0 0 1 0 0,1 0 0 0 0,-1 0 0 0 0,1 1-1 0 0,-1-1 1 0 0,0 1 0 0 0,1-1 0 0 0,-1 1-1 0 0,1 0 1 0 0,0 0 0 0 0,-1 1 0 0 0,-2 0-1 0 0,-4 6-11 0 0,0 0-1 0 0,0 1 1 0 0,0-1-1 0 0,1 2 1 0 0,1-1-1 0 0,0 1 1 0 0,0 0-1 0 0,1 0 1 0 0,0 1-1 0 0,0 0 1 0 0,-3 12-1 0 0,1-1 15 0 0,1 0-1 0 0,1 0 0 0 0,1 0 1 0 0,1 0-1 0 0,-2 25 0 0 0,5-35 5 0 0,1 0 0 0 0,0 0 0 0 0,1 1 0 0 0,0-1 0 0 0,1 0 0 0 0,0 0 0 0 0,6 17 0 0 0,-6-24 2 0 0,0 0 0 0 0,0 0 1 0 0,1 0-1 0 0,-1-1 1 0 0,1 1-1 0 0,0-1 0 0 0,0 0 1 0 0,1 1-1 0 0,-1-1 1 0 0,1-1-1 0 0,0 1 0 0 0,0 0 1 0 0,0-1-1 0 0,1 0 1 0 0,-1 0-1 0 0,1 0 0 0 0,0-1 1 0 0,0 0-1 0 0,6 3 1 0 0,7 0 1 0 0,-1-1 1 0 0,1-1-1 0 0,0-1 1 0 0,0 0-1 0 0,-1-1 1 0 0,1-1-1 0 0,0-1 1 0 0,0-1-1 0 0,0 0 1 0 0,0-1-1 0 0,-1-1 1 0 0,1-1-1 0 0,-1 0 1 0 0,26-12-1 0 0,-21 7-12 0 0,-1-1 0 0 0,0-1 0 0 0,-1 0 0 0 0,0-2 0 0 0,-1 0 0 0 0,0-1 0 0 0,-2-1 0 0 0,1-1-1 0 0,-2 0 1 0 0,21-30 0 0 0,-28 34 19 0 0,-1 0 0 0 0,-1 0 0 0 0,0-1 0 0 0,-1 0-1 0 0,-1 0 1 0 0,0 0 0 0 0,0-1 0 0 0,3-24 0 0 0,-7 34-11 0 0,-1 0 1 0 0,1 0-1 0 0,-1 0 1 0 0,0 0-1 0 0,0 0 0 0 0,-1 0 1 0 0,1 0-1 0 0,-1 0 1 0 0,0 0-1 0 0,0 0 1 0 0,-1 1-1 0 0,0-1 1 0 0,0 0-1 0 0,0 1 1 0 0,0-1-1 0 0,0 1 0 0 0,-1 0 1 0 0,0-1-1 0 0,0 1 1 0 0,0 1-1 0 0,-1-1 1 0 0,1 0-1 0 0,-1 1 1 0 0,0 0-1 0 0,0 0 0 0 0,0 0 1 0 0,0 0-1 0 0,0 0 1 0 0,-9-3-1 0 0,9 5-3 0 0,0 0 0 0 0,0 0 1 0 0,0 0-1 0 0,0 0 0 0 0,0 1 0 0 0,0 0 0 0 0,-1 0 0 0 0,1 0 0 0 0,0 0 0 0 0,0 0 0 0 0,0 1 1 0 0,0 0-1 0 0,0 0 0 0 0,0 0 0 0 0,0 0 0 0 0,0 1 0 0 0,-5 2 0 0 0,7-3 0 0 0,1 0 0 0 0,-1 0 0 0 0,0 0 0 0 0,1 0 0 0 0,-1 0 0 0 0,0 1 0 0 0,1-1-1 0 0,-1 0 1 0 0,1 1 0 0 0,0 0 0 0 0,0-1 0 0 0,-1 1 0 0 0,1 0 0 0 0,0-1 0 0 0,0 1 0 0 0,0 0 0 0 0,1 0 0 0 0,-1 0 0 0 0,0 0-1 0 0,1 0 1 0 0,-1 0 0 0 0,1 0 0 0 0,0 0 0 0 0,0 0 0 0 0,0 0 0 0 0,0 0 0 0 0,0 0 0 0 0,0 0 0 0 0,0 0 0 0 0,1 0 0 0 0,-1 0-1 0 0,1 0 1 0 0,-1 0 0 0 0,1 0 0 0 0,0 0 0 0 0,0 0 0 0 0,1 2 0 0 0,1 1 5 0 0,1 1 0 0 0,0-1 0 0 0,0 0-1 0 0,1 0 1 0 0,-1 0 0 0 0,1 0 0 0 0,0-1 0 0 0,0 0 0 0 0,1 0 0 0 0,-1 0 0 0 0,1-1 0 0 0,0 1 0 0 0,0-2 0 0 0,0 1-1 0 0,8 2 1 0 0,11 3-47 0 0,0-1 0 0 0,37 5-1 0 0,-60-12 41 0 0,20 3-129 0 0,1 0 0 0 0,0-2 0 0 0,-1 0 1 0 0,1-2-1 0 0,0 0 0 0 0,43-9 0 0 0,-57 8 110 0 0,0-1-1 0 0,0 1 0 0 0,0-1 0 0 0,0-1 0 0 0,0 1 0 0 0,-1-2 0 0 0,0 1 0 0 0,0-1 0 0 0,0 0 1 0 0,0-1-1 0 0,-1 0 0 0 0,0 0 0 0 0,0 0 0 0 0,-1-1 0 0 0,0 0 0 0 0,0 0 0 0 0,0-1 0 0 0,-1 0 1 0 0,6-12-1 0 0,-10 17 21 0 0,0 0 1 0 0,0 0 0 0 0,0 0 0 0 0,-1 0-1 0 0,1 0 1 0 0,-1 0 0 0 0,0 0 0 0 0,0-1-1 0 0,0 1 1 0 0,0 0 0 0 0,-1-3-1 0 0,1 4 4 0 0,-14-3 16 0 0,8 9-12 0 0,0-1 0 0 0,1 1 0 0 0,-1 0 0 0 0,1 0 1 0 0,0 0-1 0 0,0 1 0 0 0,1 0 0 0 0,-1 0 0 0 0,1 0 1 0 0,0 0-1 0 0,-3 7 0 0 0,-8 14 120 0 0,-13 30 0 0 0,25-49-84 0 0,-8 16-13 0 0,2 0 1 0 0,0 0-1 0 0,-9 44 0 0 0,17-60-21 0 0,-1 0-1 0 0,1 0 0 0 0,0 0 1 0 0,1 0-1 0 0,0 0 0 0 0,0 0 1 0 0,1 0-1 0 0,-1 0 0 0 0,1 0 0 0 0,1 0 1 0 0,0 0-1 0 0,0 0 0 0 0,0-1 1 0 0,0 1-1 0 0,1-1 0 0 0,0 1 1 0 0,1-1-1 0 0,4 6 0 0 0,-3-7-2 0 0,0 0 0 0 0,0-1 0 0 0,1 1 0 0 0,0-1 0 0 0,0 0 0 0 0,0-1 0 0 0,1 1 0 0 0,-1-1-1 0 0,1 0 1 0 0,-1-1 0 0 0,1 0 0 0 0,0 0 0 0 0,0 0 0 0 0,9 0 0 0 0,1 0-119 0 0,0 0-1 0 0,0-2 1 0 0,0 0 0 0 0,33-5 0 0 0,-28 2-140 0 0,-1-2 0 0 0,0-1-1 0 0,0-1 1 0 0,-1 0 0 0 0,1-1 0 0 0,-2-2 0 0 0,1 0-1 0 0,-1-1 1 0 0,-1-1 0 0 0,0 0 0 0 0,-1-2 0 0 0,0 0-1 0 0,-1 0 1 0 0,-1-2 0 0 0,0 0 0 0 0,-1-1 0 0 0,18-28-1 0 0,-23 33 202 0 0,-1-1 0 0 0,-1 0-1 0 0,0 0 1 0 0,-1-1 0 0 0,0 0-1 0 0,-1 0 1 0 0,4-19 0 0 0,-9 32 77 0 0,0 1 0 0 0,0-1 1 0 0,1 0-1 0 0,-1 0 0 0 0,0 0 1 0 0,0 0-1 0 0,0 0 1 0 0,0 0-1 0 0,0 0 0 0 0,0 0 1 0 0,-1 0-1 0 0,1 0 0 0 0,0 0 1 0 0,0 0-1 0 0,-1 0 1 0 0,1 0-1 0 0,-1 0 0 0 0,1 1 1 0 0,-1-2-1 0 0,1 2 3 0 0,-1-1 0 0 0,1 1-1 0 0,-1 0 1 0 0,1-1 0 0 0,-1 1 0 0 0,1 0 0 0 0,-1 0-1 0 0,0 0 1 0 0,1 0 0 0 0,-1-1 0 0 0,1 1 0 0 0,-1 0-1 0 0,1 0 1 0 0,-1 0 0 0 0,0 0 0 0 0,1 0-1 0 0,-1 0 1 0 0,1 0 0 0 0,-1 1 0 0 0,1-1 0 0 0,-1 0-1 0 0,1 0 1 0 0,-1 1 0 0 0,-3 0 75 0 0,1 0-1 0 0,1 1 1 0 0,-1-1 0 0 0,0 1 0 0 0,0 0-1 0 0,0 0 1 0 0,1 0 0 0 0,-1 0-1 0 0,-2 4 1 0 0,-4 6 139 0 0,1 0-1 0 0,1 0 0 0 0,0 1 1 0 0,0 0-1 0 0,1 0 1 0 0,1 1-1 0 0,-6 22 1 0 0,8-25-176 0 0,1-1 0 0 0,0 1 1 0 0,1 0-1 0 0,0 0 1 0 0,1 0-1 0 0,0 0 0 0 0,1 0 1 0 0,0 0-1 0 0,0 0 0 0 0,6 19 1 0 0,-6-27-40 0 0,0 0 0 0 0,0 0 1 0 0,1 0-1 0 0,-1 0 0 0 0,1 0 1 0 0,0 0-1 0 0,0 0 0 0 0,0-1 0 0 0,0 1 1 0 0,0-1-1 0 0,1 0 0 0 0,-1 1 1 0 0,1-1-1 0 0,-1 0 0 0 0,1 0 1 0 0,6 3-1 0 0,-5-3-1 0 0,1-1 0 0 0,1 1 0 0 0,-1-1 0 0 0,0 0 0 0 0,0 0 0 0 0,1 0 0 0 0,-1 0 1 0 0,0-1-1 0 0,10-1 0 0 0,-1-1 5 0 0,0 0 0 0 0,1-1 0 0 0,-1-1 0 0 0,-1 0 1 0 0,1-1-1 0 0,25-12 0 0 0,-24 8-9 0 0,-1 0 1 0 0,0-1-1 0 0,0 0 1 0 0,-1-1-1 0 0,0-1 0 0 0,-1 0 1 0 0,14-17-1 0 0,-19 20-17 0 0,-1 1 0 0 0,0-1-1 0 0,-1 0 1 0 0,1 0 0 0 0,-2 0 0 0 0,1-1 0 0 0,-2 0-1 0 0,1 0 1 0 0,-1 0 0 0 0,-1 0 0 0 0,0 0 0 0 0,0-1-1 0 0,0-11 1 0 0,-2 17 0 0 0,0 0 1 0 0,-1 1-1 0 0,1-1 0 0 0,-1 0 0 0 0,0 0 1 0 0,-1 0-1 0 0,1 1 0 0 0,-1-1 0 0 0,0 1 1 0 0,0-1-1 0 0,0 1 0 0 0,-1 0 0 0 0,1 0 1 0 0,-1 0-1 0 0,-3-4 0 0 0,0 2-29 0 0,0 1 0 0 0,0 0 0 0 0,0 0 0 0 0,0 0 0 0 0,-1 1 0 0 0,0 0 0 0 0,0 0 0 0 0,-12-4-1 0 0,0 1-452 0 0,0 2 0 0 0,0 0-1 0 0,0 2 1 0 0,0 0 0 0 0,-1 1-1 0 0,-34 0 1 0 0,-16 9-2706 0 0,24 3-3535 0 0,23-3-459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12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37 164 0 0,'-12'-2'2134'0'0,"1"-1"1"0"0,0 0-1 0 0,-15-6 1 0 0,-5-3 3346 0 0,21 9-3551 0 0,9 2-1865 0 0,1 1 1 0 0,-1-1-1 0 0,0 1 0 0 0,1 0 1 0 0,-1-1-1 0 0,1 1 1 0 0,-1 0-1 0 0,0-1 1 0 0,0 1-1 0 0,1 0 0 0 0,-1 0 1 0 0,0-1-1 0 0,1 1 1 0 0,-1 0-1 0 0,0 0 1 0 0,0 0-1 0 0,1 0 0 0 0,-1 0 1 0 0,0 0-1 0 0,0 0 1 0 0,1 0-1 0 0,-1 0 1 0 0,0 1-1 0 0,1-1 0 0 0,-1 0 1 0 0,0 0-1 0 0,0 1 1 0 0,1-1-1 0 0,-1 0 1 0 0,0 1-1 0 0,1-1 0 0 0,-1 1 1 0 0,1-1-1 0 0,-1 1 1 0 0,1-1-1 0 0,-1 1 1 0 0,0 0-1 0 0,-8 21 116 0 0,2 0 0 0 0,0 0 0 0 0,1 0 0 0 0,-3 34 1 0 0,-2 4-38 0 0,-54 213 167 0 0,-11 57 83 0 0,24 3-1568 0 0,49-263-1267 0 0,8-25-5669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12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11 206 1480 0 0,'-3'-25'2263'0'0,"-1"-14"2557"0"0,1-77 0 0 0,3 115-4764 0 0,-1 0 0 0 0,1 0 0 0 0,1-1 0 0 0,-1 1 1 0 0,0 0-1 0 0,0 0 0 0 0,0 0 0 0 0,0 0 1 0 0,1 0-1 0 0,-1 0 0 0 0,1 0 0 0 0,-1 0 0 0 0,1 0 1 0 0,-1 0-1 0 0,1 0 0 0 0,-1 0 0 0 0,1 0 0 0 0,0 0 1 0 0,-1 1-1 0 0,1-1 0 0 0,0 0 0 0 0,0 0 1 0 0,0 1-1 0 0,0-1 0 0 0,1 0 0 0 0,-1 1 4 0 0,1-1-1 0 0,-1 1 0 0 0,1 0 0 0 0,-1 0 1 0 0,1 0-1 0 0,-1 0 0 0 0,1 0 1 0 0,-1 1-1 0 0,1-1 0 0 0,-1 0 1 0 0,1 1-1 0 0,-1-1 0 0 0,1 1 0 0 0,-1-1 1 0 0,3 2-1 0 0,3 3 130 0 0,1-1 0 0 0,-1 1 1 0 0,0 1-1 0 0,0-1 0 0 0,7 9 0 0 0,8 12 164 0 0,-1 1 0 0 0,-2 0 0 0 0,0 2-1 0 0,14 31 1 0 0,50 127 460 0 0,29 132-155 0 0,-8-20-236 0 0,-70-222-442 0 0,-30-68-197 0 0,1-1-1 0 0,0 1 1 0 0,1-1-1 0 0,0-1 1 0 0,0 1-1 0 0,11 10 0 0 0,-15-17-81 0 0,0 0 0 0 0,-1 0-1 0 0,1 0 1 0 0,0 0 0 0 0,0 0-1 0 0,0 0 1 0 0,1 0 0 0 0,-1-1-1 0 0,0 1 1 0 0,0-1-1 0 0,0 1 1 0 0,0-1 0 0 0,1 0-1 0 0,-1 0 1 0 0,0 0 0 0 0,0 0-1 0 0,1 0 1 0 0,-1-1 0 0 0,0 1-1 0 0,0-1 1 0 0,0 1-1 0 0,0-1 1 0 0,0 0 0 0 0,0 0-1 0 0,0 0 1 0 0,0 0 0 0 0,0 0-1 0 0,0 0 1 0 0,0 0 0 0 0,0-1-1 0 0,-1 1 1 0 0,1-1 0 0 0,-1 1-1 0 0,1-1 1 0 0,-1 0-1 0 0,1 0 1 0 0,0-2 0 0 0,9-13-4964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12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140 379 1376 0 0,'-2'-35'1472'0'0,"-35"-307"12796"0"0,37 341-13851 0 0,-1 3-150 0 0,-1 11 119 0 0,0 1-1 0 0,0 0 1 0 0,1 27-1 0 0,0 0 3 0 0,-43 436 1441 0 0,2-43-1271 0 0,42-427-574 0 0,-5 114-176 0 0,5-100-669 0 0,1 0 0 0 0,1 0 1 0 0,9 36-1 0 0,0-26-2222 0 0,5-14-3046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13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78 872 0 0,'4'-33'6439'0'0,"-3"26"-4315"0"0,0 0 0 0 0,0 0-1 0 0,-1 0 1 0 0,0-9 0 0 0,-14 71 388 0 0,5 11-1683 0 0,-9 94 56 0 0,17-138-836 0 0,1 0 0 0 0,1 0 0 0 0,1 0 0 0 0,1 0 0 0 0,6 24 0 0 0,-8-43-44 0 0,-1 1 0 0 0,1-1 0 0 0,0 0 0 0 0,0 0 0 0 0,1 0-1 0 0,-1 0 1 0 0,1 0 0 0 0,-1 0 0 0 0,1 0 0 0 0,0-1 0 0 0,0 1 0 0 0,0-1 0 0 0,0 1 0 0 0,1-1 0 0 0,-1 0 0 0 0,1 0-1 0 0,-1 0 1 0 0,1 0 0 0 0,0 0 0 0 0,0-1 0 0 0,0 1 0 0 0,0-1 0 0 0,0 1 0 0 0,0-1 0 0 0,0 0 0 0 0,0-1 0 0 0,0 1-1 0 0,1 0 1 0 0,-1-1 0 0 0,0 0 0 0 0,0 0 0 0 0,1 0 0 0 0,-1 0 0 0 0,0 0 0 0 0,1-1 0 0 0,-1 1 0 0 0,0-1-1 0 0,5-1 1 0 0,4-2-12 0 0,0 0 0 0 0,0-1 0 0 0,0 0 0 0 0,-1-1 0 0 0,1-1-1 0 0,-1 1 1 0 0,-1-2 0 0 0,1 1 0 0 0,-1-2 0 0 0,-1 1 0 0 0,0-1 0 0 0,0-1-1 0 0,0 1 1 0 0,-1-2 0 0 0,-1 1 0 0 0,12-22 0 0 0,1-7-80 0 0,-2-2 1 0 0,-2 0-1 0 0,18-67 0 0 0,-31 99 69 0 0,1-8-79 0 0,-9 33 176 0 0,-20 66 313 0 0,4 1 0 0 0,-13 111 0 0 0,30-165-334 0 0,1 1 1 0 0,3 57-1 0 0,1-78-44 0 0,-1-1 0 0 0,2 0 0 0 0,-1 0 1 0 0,1 0-1 0 0,0 0 0 0 0,0 0 0 0 0,1 0 0 0 0,0-1 1 0 0,1 1-1 0 0,0-1 0 0 0,0 0 0 0 0,0 0 0 0 0,1 0 0 0 0,0-1 1 0 0,8 9-1 0 0,-6-10-85 0 0,0 0 0 0 0,1 0 1 0 0,0 0-1 0 0,0-1 0 0 0,0-1 1 0 0,0 1-1 0 0,1-1 0 0 0,0-1 0 0 0,-1 0 1 0 0,1 0-1 0 0,0 0 0 0 0,0-1 1 0 0,0 0-1 0 0,0-1 0 0 0,0 0 0 0 0,0-1 1 0 0,15-2-1 0 0,-6 0-299 0 0,1-1-1 0 0,-1-1 1 0 0,0-1-1 0 0,0 0 1 0 0,0-1-1 0 0,-1-1 1 0 0,22-14-1 0 0,-20 9-242 0 0,-1-1 0 0 0,0-1-1 0 0,-1 0 1 0 0,-1-1-1 0 0,0-1 1 0 0,-1-1-1 0 0,-1 0 1 0 0,-1-1-1 0 0,-1 0 1 0 0,15-31-1 0 0,-4-1-1238 0 0,-2-1 0 0 0,-2-1 0 0 0,12-60 0 0 0,-16 44-1066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13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81 512 5204 0 0,'21'-283'4091'0'0,"-24"92"2190"0"0,1 155-5071 0 0,2 34-733 0 0,-6 11-124 0 0,1 5-151 0 0,1 0 1 0 0,0 0-1 0 0,2 0 0 0 0,-1 1 1 0 0,1 25-1 0 0,-1-2 176 0 0,0-16-171 0 0,-61 789 3498 0 0,63-787-3660 0 0,1 1 0 0 0,1 0 0 0 0,2 0-1 0 0,0 0 1 0 0,11 40 0 0 0,-12-59-97 0 0,0-1 0 0 0,0 1 0 0 0,0-1 0 0 0,1 1 0 0 0,-1-1 0 0 0,1 0 0 0 0,1 0 0 0 0,-1 0 1 0 0,1 0-1 0 0,0-1 0 0 0,0 1 0 0 0,0-1 0 0 0,0 0 0 0 0,1-1 0 0 0,0 1 0 0 0,0-1 0 0 0,0 1 0 0 0,0-2 0 0 0,0 1 0 0 0,1 0 0 0 0,-1-1 0 0 0,1 0 0 0 0,-1 0 0 0 0,1-1 0 0 0,0 0 0 0 0,0 0 1 0 0,0 0-1 0 0,0-1 0 0 0,7 1 0 0 0,-2-2-262 0 0,-1-1 0 0 0,1 1 1 0 0,-1-2-1 0 0,1 1 0 0 0,-1-1 1 0 0,0-1-1 0 0,0 0 0 0 0,0 0 1 0 0,0-1-1 0 0,-1-1 1 0 0,0 1-1 0 0,0-1 0 0 0,0-1 1 0 0,9-8-1 0 0,3-5-597 0 0,-2 0 0 0 0,0 0 0 0 0,-1-2 0 0 0,19-31-1 0 0,-9 9-106 0 0,-3-3 0 0 0,-2 0-1 0 0,-1-1 1 0 0,-3-1 0 0 0,16-63-1 0 0,-19 46 1437 0 0,-3-2-1 0 0,-2 1 0 0 0,1-107 0 0 0,-11 126 1010 0 0,-3 0-1 0 0,-2 0 0 0 0,-16-74 0 0 0,20 121-1361 0 0,-1-1 1 0 0,1 0-1 0 0,0 1 0 0 0,-1-1 0 0 0,1 0 1 0 0,-1 1-1 0 0,0-1 0 0 0,0 1 0 0 0,1-1 1 0 0,-1 1-1 0 0,0-1 0 0 0,0 1 1 0 0,-2-2-1 0 0,2 3-48 0 0,1 0 1 0 0,0-1 0 0 0,0 1-1 0 0,-1 0 1 0 0,1 0-1 0 0,0 0 1 0 0,0 0-1 0 0,-1 0 1 0 0,1 0-1 0 0,0 0 1 0 0,-1 0-1 0 0,1 0 1 0 0,0 0-1 0 0,0 0 1 0 0,-1 0 0 0 0,1 0-1 0 0,0 0 1 0 0,0 1-1 0 0,-1-1 1 0 0,1 0-1 0 0,0 0 1 0 0,0 0-1 0 0,-1 0 1 0 0,1 0-1 0 0,0 0 1 0 0,0 1-1 0 0,0-1 1 0 0,-1 0 0 0 0,-8 15 368 0 0,-5 26 380 0 0,2 0 1 0 0,1 1 0 0 0,-6 56 0 0 0,9-52-309 0 0,-43 284 1716 0 0,40-224-1741 0 0,3 121 1 0 0,9-207-387 0 0,0 0 0 0 0,1 0 0 0 0,1 0 1 0 0,0-1-1 0 0,2 1 0 0 0,9 26 0 0 0,-11-39-48 0 0,0 0 0 0 0,1 0 0 0 0,-1 0 0 0 0,2 0 0 0 0,-1-1 0 0 0,0 0 0 0 0,1 0 0 0 0,0 0 0 0 0,1 0 0 0 0,-1-1 0 0 0,1 0 0 0 0,0 0-1 0 0,1 0 1 0 0,-1-1 0 0 0,1 0 0 0 0,-1 0 0 0 0,1-1 0 0 0,0 0 0 0 0,10 3 0 0 0,-5-3-179 0 0,0 0-1 0 0,0-1 1 0 0,0-1-1 0 0,1 0 1 0 0,-1 0-1 0 0,0-2 1 0 0,0 1-1 0 0,1-1 1 0 0,-1-1-1 0 0,0 0 1 0 0,0-1 0 0 0,0 0-1 0 0,-1-1 1 0 0,1-1-1 0 0,-1 1 1 0 0,0-2-1 0 0,0 1 1 0 0,0-2-1 0 0,-1 1 1 0 0,10-10-1 0 0,-6 5-2 0 0,-1-1-1 0 0,0 0 1 0 0,-1-1-1 0 0,-1 0 0 0 0,0-1 1 0 0,-1 0-1 0 0,0-1 1 0 0,-1 0-1 0 0,-1 0 1 0 0,0-1-1 0 0,-1 0 0 0 0,-1-1 1 0 0,6-25-1 0 0,-7 21 389 0 0,-1 0-1 0 0,-1 0 1 0 0,-2 0-1 0 0,0-1 1 0 0,-1 1-1 0 0,0 0 1 0 0,-8-38-1 0 0,8 58-143 0 0,0 0 1 0 0,0 1-1 0 0,0-1 0 0 0,0 0 0 0 0,-1 0 0 0 0,1 1 1 0 0,0-1-1 0 0,0 0 0 0 0,-1 0 0 0 0,1 1 0 0 0,-1-1 1 0 0,1 0-1 0 0,0 0 0 0 0,-1 1 0 0 0,0-1 0 0 0,1 1 1 0 0,-1-1-1 0 0,1 1 0 0 0,-1-1 0 0 0,0 0 0 0 0,0 1-32 0 0,0 0 0 0 0,1 0-1 0 0,-1 1 1 0 0,1-1-1 0 0,-1 0 1 0 0,1 0 0 0 0,-1 1-1 0 0,1-1 1 0 0,-1 0 0 0 0,1 1-1 0 0,-1-1 1 0 0,1 1-1 0 0,0-1 1 0 0,-1 0 0 0 0,1 1-1 0 0,0-1 1 0 0,-1 1-1 0 0,1-1 1 0 0,0 1 0 0 0,-1-1-1 0 0,1 1 1 0 0,0 0 0 0 0,0-1-1 0 0,0 1 1 0 0,-1-1-1 0 0,1 1 1 0 0,0-1 0 0 0,0 1-1 0 0,0 0 1 0 0,0 0 0 0 0,-5 23 472 0 0,2 1 1 0 0,0-1-1 0 0,1 1 1 0 0,2 32-1 0 0,15 98 162 0 0,-13-140-585 0 0,1 0 0 0 0,0-1 0 0 0,9 22 1 0 0,-11-32-171 0 0,1 0 0 0 0,-1 0 1 0 0,1 0-1 0 0,0-1 0 0 0,1 1 0 0 0,-1 0 1 0 0,1-1-1 0 0,-1 0 0 0 0,1 1 0 0 0,0-1 1 0 0,0 0-1 0 0,1 0 0 0 0,-1-1 0 0 0,1 1 1 0 0,6 3-1 0 0,-7-5-111 0 0,-1-1 1 0 0,0 1-1 0 0,1-1 1 0 0,-1 0-1 0 0,1 0 0 0 0,-1 0 1 0 0,0 0-1 0 0,1 0 1 0 0,-1 0-1 0 0,1-1 1 0 0,-1 1-1 0 0,0-1 0 0 0,1 0 1 0 0,-1 1-1 0 0,0-1 1 0 0,2-1-1 0 0,2-1-1130 0 0,-1 0-1 0 0,0 0 1 0 0,0 0-1 0 0,0 0 1 0 0,5-6 0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13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98 1352 0 0,'-17'-17'2364'0'0,"3"5"-463"0"0,-2-2-289 0 0,4 4-260 0 0,0 1-276 0 0,2-1-272 0 0,1 3-152 0 0,-1 0-128 0 0,1 2 252 0 0,-4-2-188 0 0,1 14-1496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14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72 1484 0 0,'-74'-72'14305'0'0,"67"78"-13251"0"0,6-5-982 0 0,0 0 0 0 0,0-1 1 0 0,0 1-1 0 0,0 0 0 0 0,1 0 1 0 0,-1 0-1 0 0,0 0 0 0 0,1 0 1 0 0,-1 0-1 0 0,0 0 0 0 0,1 0 0 0 0,-1 0 1 0 0,1 0-1 0 0,-1 0 0 0 0,1 0 1 0 0,0 0-1 0 0,0 0 0 0 0,-1 0 1 0 0,1 2-1 0 0,-8 60 1780 0 0,1 103 0 0 0,5-103-1271 0 0,-4 137 695 0 0,-3 337 214 0 0,9-534-1523 0 0,6 94-786 0 0,-5-89 284 0 0,0 1-1 0 0,1-1 0 0 0,0 0 0 0 0,1 1 1 0 0,0-1-1 0 0,0 0 0 0 0,1 0 0 0 0,8 13 0 0 0,-11-18-299 0 0,9 7-560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14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145 122 1904 0 0,'-133'-44'12447'0'0,"121"40"-11220"0"0,20 4-17 0 0,14 1-851 0 0,23-5-126 0 0,461-54 285 0 0,-444 47-550 0 0,-59 10 40 0 0,3 1-8 0 0,-6 0 1 0 0,1 0 1 0 0,-1 0-1 0 0,1 0 1 0 0,-1 0-1 0 0,1 0 1 0 0,0 0-1 0 0,-1 0 1 0 0,1 0-1 0 0,-1 0 1 0 0,1 0-1 0 0,0 0 1 0 0,-1 0-1 0 0,1 0 1 0 0,-1 0-1 0 0,1 0 1 0 0,-1 1-1 0 0,1-1 1 0 0,0 0-1 0 0,-1 0 1 0 0,1 1-1 0 0,-1 5 36 0 0,0 0 0 0 0,0-1 0 0 0,-1 1 0 0 0,0 0 0 0 0,0-1 0 0 0,0 1 0 0 0,-1-1 0 0 0,-2 8 0 0 0,-2 7 71 0 0,-3 22 197 0 0,1 1 1 0 0,-2 47 0 0 0,8-70-195 0 0,2 1 1 0 0,1 0-1 0 0,0-1 1 0 0,2 1-1 0 0,0-1 1 0 0,10 32-1 0 0,-11-46-78 0 0,1 1 0 0 0,0-1 0 0 0,0 1 0 0 0,0-1 0 0 0,1 0 1 0 0,0 0-1 0 0,0 0 0 0 0,1-1 0 0 0,-1 0 0 0 0,1 1 0 0 0,1-2 0 0 0,-1 1 0 0 0,10 6 0 0 0,-6-6-3 0 0,-1 0 0 0 0,2-1 0 0 0,-1 1 0 0 0,0-2 0 0 0,1 0 0 0 0,0 0 0 0 0,0-1 0 0 0,18 3 0 0 0,-11-4-12 0 0,-1-1 0 0 0,1 0 1 0 0,-1-1-1 0 0,0 0 0 0 0,1-2 0 0 0,-1 0 1 0 0,0-1-1 0 0,-1 0 0 0 0,1-1 1 0 0,-1-1-1 0 0,25-12 0 0 0,-28 10-13 0 0,0-1-1 0 0,-1 0 0 0 0,0 0 1 0 0,0-1-1 0 0,-1 0 1 0 0,0-1-1 0 0,-1 0 0 0 0,0-1 1 0 0,-1 0-1 0 0,0 0 1 0 0,-1-1-1 0 0,0 0 0 0 0,-1 0 1 0 0,-1-1-1 0 0,0 1 1 0 0,-1-1-1 0 0,0 0 0 0 0,-1 0 1 0 0,-1-1-1 0 0,0 1 1 0 0,-1-1-1 0 0,0 1 0 0 0,-1-1 1 0 0,-4-22-1 0 0,4 35-5 0 0,0 0 0 0 0,0 0 0 0 0,-1 1 0 0 0,1-1 0 0 0,-1 1 0 0 0,1-1 0 0 0,-1 0 0 0 0,1 1 0 0 0,-1-1 0 0 0,0 1 0 0 0,0-1 0 0 0,0 1 0 0 0,0 0 0 0 0,0-1 0 0 0,0 1 0 0 0,-3-2-1 0 0,4 3 1 0 0,-1-1 0 0 0,0 1 0 0 0,0 0 0 0 0,0-1-1 0 0,0 1 1 0 0,0 0 0 0 0,0 0 0 0 0,1 0-1 0 0,-1 0 1 0 0,0 0 0 0 0,0 0 0 0 0,0 0-1 0 0,0 0 1 0 0,0 0 0 0 0,0 0 0 0 0,0 0 0 0 0,0 1-1 0 0,1-1 1 0 0,-1 0 0 0 0,0 1 0 0 0,0-1-1 0 0,-1 1 1 0 0,-2 2 6 0 0,0 0 0 0 0,0 0-1 0 0,0 1 1 0 0,0-1 0 0 0,0 1-1 0 0,1 0 1 0 0,0 0 0 0 0,0 1-1 0 0,-4 6 1 0 0,-9 20 231 0 0,2 0-1 0 0,1 1 1 0 0,-14 52 0 0 0,-15 105 925 0 0,41-182-1122 0 0,-52 384 2375 0 0,28 4-619 0 0,-7 79 8 0 0,30-463-1769 0 0,-24 177 821 0 0,21-168-604 0 0,0 1 0 0 0,-1-1 0 0 0,-1 0-1 0 0,-1-1 1 0 0,-1 1 0 0 0,-21 32 0 0 0,29-49-233 0 0,-1-1 0 0 0,1 0 1 0 0,-1 1-1 0 0,0-1 0 0 0,0 0 0 0 0,0 0 1 0 0,0 0-1 0 0,0-1 0 0 0,0 1 1 0 0,0 0-1 0 0,0-1 0 0 0,-1 1 1 0 0,1-1-1 0 0,0 0 0 0 0,-1 0 1 0 0,0 0-1 0 0,1 0 0 0 0,-1 0 1 0 0,1 0-1 0 0,-1-1 0 0 0,0 0 0 0 0,0 1 1 0 0,1-1-1 0 0,-1 0 0 0 0,0 0 1 0 0,1 0-1 0 0,-1-1 0 0 0,0 1 1 0 0,0-1-1 0 0,1 1 0 0 0,-1-1 1 0 0,1 0-1 0 0,-1 0 0 0 0,0 0 1 0 0,1 0-1 0 0,0-1 0 0 0,-1 1 0 0 0,1-1 1 0 0,0 1-1 0 0,0-1 0 0 0,0 0 1 0 0,0 0-1 0 0,0 0 0 0 0,-3-4 1 0 0,-2-2-18 0 0,0-1 0 0 0,1 0 0 0 0,0 0 1 0 0,0 0-1 0 0,1-1 0 0 0,0 0 0 0 0,1 0 0 0 0,0 0 1 0 0,-2-12-1 0 0,2 6 9 0 0,1-1 1 0 0,1 1-1 0 0,0-1 0 0 0,1 0 1 0 0,3-23-1 0 0,2 5-185 0 0,1 1-1 0 0,2-1 1 0 0,2 1-1 0 0,1 1 1 0 0,16-38 0 0 0,-1 14-643 0 0,3 1 1 0 0,2 2-1 0 0,3 1 1 0 0,2 2 0 0 0,2 1-1 0 0,60-62 1 0 0,96-68-4989 0 0,17 24-5264 0 0,-149 117 4320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15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60 2452 0 0,'-25'-28'15882'0'0,"24"27"-15454"0"0,4-1-329 0 0,-1 1 1 0 0,0-1-1 0 0,1 1 1 0 0,0 0-1 0 0,-1-1 0 0 0,1 1 1 0 0,0 0-1 0 0,0 1 1 0 0,4-2-1 0 0,-7 2-90 0 0,18-4-449 0 0,-1 0-1 0 0,30-2 1 0 0,7 4-4004 0 0,-25 0-665 0 0,-12 2-1378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15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42 2636 0 0,'-74'51'16698'0'0,"77"-49"-15976"0"0,-3-1-709 0 0,0-1 0 0 0,0 0 0 0 0,1 0 0 0 0,-1 1 0 0 0,0-1 0 0 0,0 0 0 0 0,0 0 0 0 0,0 0 0 0 0,1 0 0 0 0,-1 1 1 0 0,0-1-1 0 0,0 0 0 0 0,0 0 0 0 0,1 0 0 0 0,-1 0 0 0 0,0 0 0 0 0,0 0 0 0 0,0 1 0 0 0,1-1 0 0 0,-1 0 0 0 0,0 0 0 0 0,0 0 0 0 0,1 0 1 0 0,-1 0-1 0 0,0 0 0 0 0,0 0 0 0 0,1 0 0 0 0,-1 0 0 0 0,0 0 0 0 0,0 0 0 0 0,1 0 0 0 0,-1 0 0 0 0,0 0 0 0 0,0 0 0 0 0,0 0 0 0 0,1-1 1 0 0,-1 1-1 0 0,0 0 0 0 0,0 0 0 0 0,1 0 0 0 0,178-36-1069 0 0,3-10-9020 0 0,-130 31 3020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15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108 149 1368 0 0,'-4'-6'1199'0'0,"0"0"0"0"0,1 0 0 0 0,-1-1-1 0 0,1 1 1 0 0,1-1 0 0 0,-1 0 0 0 0,1 0 0 0 0,1 1-1 0 0,-1-2 1 0 0,0-12 0 0 0,2 17-1065 0 0,0 0 0 0 0,0 1 1 0 0,1-1-1 0 0,-1 1 0 0 0,1-1 0 0 0,-1 1 0 0 0,1-1 0 0 0,0 1 0 0 0,0-1 1 0 0,0 1-1 0 0,0 0 0 0 0,1-1 0 0 0,-1 1 0 0 0,1 0 0 0 0,-1 0 1 0 0,1 0-1 0 0,0 0 0 0 0,-1 0 0 0 0,1 0 0 0 0,0 1 0 0 0,0-1 1 0 0,1 1-1 0 0,-1-1 0 0 0,0 1 0 0 0,0 0 0 0 0,1 0 0 0 0,-1 0 0 0 0,1 0 1 0 0,-1 0-1 0 0,1 0 0 0 0,-1 1 0 0 0,1-1 0 0 0,2 1 0 0 0,0-1-93 0 0,-1 1-1 0 0,1-1 0 0 0,-1 1 0 0 0,1 0 0 0 0,-1 1 0 0 0,0-1 0 0 0,1 1 0 0 0,-1 0 0 0 0,1 0 0 0 0,-1 0 1 0 0,0 1-1 0 0,0-1 0 0 0,0 1 0 0 0,0 0 0 0 0,0 0 0 0 0,0 1 0 0 0,0-1 0 0 0,-1 1 0 0 0,1 0 1 0 0,-1 0-1 0 0,0 0 0 0 0,0 0 0 0 0,0 1 0 0 0,0-1 0 0 0,4 7 0 0 0,-2-1 32 0 0,1 0 0 0 0,-2 0 1 0 0,1 0-1 0 0,-1 1 0 0 0,-1 0 0 0 0,0 0 0 0 0,0 0 1 0 0,-1 0-1 0 0,0 0 0 0 0,0 11 0 0 0,-2-2 23 0 0,-1-1 0 0 0,0 0-1 0 0,-2 1 1 0 0,0-1 0 0 0,-1 0-1 0 0,-13 33 1 0 0,-1-5 454 0 0,-32 57 1 0 0,7-28 1768 0 0,-83 109 0 0 0,124-183-2257 0 0,1 1 1 0 0,0 0 0 0 0,0 0-1 0 0,0-1 1 0 0,0 1 0 0 0,0 0-1 0 0,0 0 1 0 0,0 0 0 0 0,0 0-1 0 0,1 0 1 0 0,-1 0 0 0 0,1 0-1 0 0,0 0 1 0 0,-1 4 0 0 0,2-5-42 0 0,-1 0 1 0 0,0 1 0 0 0,1-1 0 0 0,-1 0 0 0 0,1 0 0 0 0,-1 0-1 0 0,1 0 1 0 0,-1 0 0 0 0,1 0 0 0 0,0-1 0 0 0,0 1 0 0 0,-1 0 0 0 0,1 0-1 0 0,0 0 1 0 0,0-1 0 0 0,0 1 0 0 0,0 0 0 0 0,0-1 0 0 0,0 1-1 0 0,0-1 1 0 0,0 1 0 0 0,0-1 0 0 0,0 1 0 0 0,0-1 0 0 0,0 0-1 0 0,0 1 1 0 0,0-1 0 0 0,2 0 0 0 0,30 6 115 0 0,1-2 0 0 0,63 0 0 0 0,71-13-338 0 0,-118 5-1 0 0,228-23-3129 0 0,-186 13-1440 0 0,-1-2-5080 0 0,-62 10 1329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15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19 9913 0 0,'0'-19'9601'0'0,"-14"30"-10785"0"0,-1-1-1797 0 0,-2 4-1855 0 0,-4-2-3273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36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58 217 1428 0 0,'-31'-74'7066'0'0,"24"53"-5680"0"0,1-1-1 0 0,0 0 1 0 0,-2-27-1 0 0,8 48-1356 0 0,0-1 0 0 0,0 1 1 0 0,0 0-1 0 0,0 0 0 0 0,1 0 0 0 0,-1 0 0 0 0,0 0 0 0 0,0 0 1 0 0,1 0-1 0 0,-1 0 0 0 0,1 0 0 0 0,-1 0 0 0 0,1 0 1 0 0,-1 0-1 0 0,1 0 0 0 0,-1 0 0 0 0,1 1 0 0 0,0-1 0 0 0,-1 0 1 0 0,1 0-1 0 0,0 0 0 0 0,0 1 0 0 0,0-1 0 0 0,0 1 1 0 0,0-1-1 0 0,0 0 0 0 0,0 1 0 0 0,0 0 0 0 0,0-1 0 0 0,0 1 1 0 0,0-1-1 0 0,0 1 0 0 0,0 0 0 0 0,0 0 0 0 0,0 0 1 0 0,0 0-1 0 0,2 0 0 0 0,3-1 22 0 0,0 1-1 0 0,0 0 1 0 0,1 0 0 0 0,6 2 0 0 0,0 0-10 0 0,0 1 0 0 0,-1 1 0 0 0,1 0 0 0 0,-1 0 0 0 0,0 1 0 0 0,0 1 0 0 0,0 0 0 0 0,20 15 0 0 0,-18-10 28 0 0,0 0 1 0 0,-1 1-1 0 0,0 0 0 0 0,-1 1 1 0 0,21 29-1 0 0,-23-27 114 0 0,-1 1 0 0 0,-1 0 0 0 0,0 1 0 0 0,-1 0 0 0 0,-1 0 0 0 0,-1 1 0 0 0,0-1 1 0 0,-2 1-1 0 0,0 0 0 0 0,1 19 0 0 0,-2 3 687 0 0,-3-1 0 0 0,-1 1 0 0 0,-11 59 0 0 0,11-84 391 0 0,3-13-1027 0 0,-1-1 0 0 0,-1 1-1 0 0,1 0 1 0 0,0-1-1 0 0,0 1 1 0 0,-1-1 0 0 0,1 1-1 0 0,-1 0 1 0 0,1-1 0 0 0,-1 1-1 0 0,0-1 1 0 0,-1 3-1 0 0,-7-22 577 0 0,4-8-630 0 0,1 0 0 0 0,2 0-1 0 0,0 0 1 0 0,4-46-1 0 0,3 26-46 0 0,18-82 0 0 0,-19 111-133 0 0,1 1 0 0 0,0-1 0 0 0,1 1-1 0 0,1 0 1 0 0,1 0 0 0 0,0 1 0 0 0,0 0 0 0 0,2 1 0 0 0,0 0 0 0 0,1 0 0 0 0,20-20 0 0 0,-28 32-9 0 0,-1 0 0 0 0,0 0 1 0 0,1 0-1 0 0,-1 1 1 0 0,1-1-1 0 0,-1 1 0 0 0,1 0 1 0 0,0 0-1 0 0,0 0 1 0 0,-1 0-1 0 0,1 0 1 0 0,0 0-1 0 0,0 1 0 0 0,0-1 1 0 0,0 1-1 0 0,0 0 1 0 0,0 0-1 0 0,5 1 0 0 0,-4 0-5 0 0,1 0-1 0 0,-1 1 0 0 0,0-1 0 0 0,1 1 1 0 0,-1 0-1 0 0,0 0 0 0 0,0 1 0 0 0,0-1 1 0 0,-1 1-1 0 0,8 6 0 0 0,0 3-34 0 0,0 0 1 0 0,-1 1-1 0 0,0 0 0 0 0,-1 0 1 0 0,13 25-1 0 0,-6-1 15 0 0,-1 1 0 0 0,-2 1 1 0 0,12 53-1 0 0,-14-45-161 0 0,31 79 0 0 0,-17-77-2223 0 0,-1-3-1815 0 0,-21-38 1976 0 0,0 0 0 0 0,0 0-1 0 0,3 16 1 0 0,-4 2-6465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41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76 380 0 0,'-2'-1'1740'0'0,"-73"-25"7633"0"0,73 25-8714 0 0,-1 1-191 0 0,0 0 0 0 0,0 0 0 0 0,0-1 0 0 0,0 1 0 0 0,0-1 0 0 0,0 0 0 0 0,-4-2 0 0 0,-4 0 454 0 0,208-27-656 0 0,-64 22-2939 0 0,-81 8-3327 0 0,-31 3-7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42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59 552 0 0,'-25'11'2116'0'0,"-8"2"1809"0"0,-42 25 0 0 0,73-36-3083 0 0,22 0-175 0 0,6-4-449 0 0,0-1-1 0 0,48-11 1 0 0,-31 4-146 0 0,211-38-988 0 0,-84 17-3777 0 0,-79 15-46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51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64 1748 0 0,'50'-54'12133'0'0,"-49"54"-12007"0"0,-1-1 0 0 0,0 1 0 0 0,1-1 1 0 0,-1 0-1 0 0,0 1 0 0 0,1-1 0 0 0,-1 1 1 0 0,1-1-1 0 0,-1 1 0 0 0,1-1 0 0 0,-1 1 1 0 0,1 0-1 0 0,0-1 0 0 0,-1 1 0 0 0,1 0 1 0 0,-1-1-1 0 0,1 1 0 0 0,1-1 0 0 0,-2 1-99 0 0,1 0 1 0 0,-1 0-1 0 0,0 0 0 0 0,1 0 0 0 0,-1 0 0 0 0,0 0 0 0 0,1 0 0 0 0,-1 0 1 0 0,0 0-1 0 0,1 0 0 0 0,-1 0 0 0 0,1 0 0 0 0,-1 0 0 0 0,0 0 0 0 0,1 0 1 0 0,-1 0-1 0 0,0 0 0 0 0,1 0 0 0 0,-1 0 0 0 0,0 0 0 0 0,1 1 0 0 0,-1-1 1 0 0,0 0-1 0 0,1 0 0 0 0,-1 0 0 0 0,0 1 0 0 0,0-1 0 0 0,1 0 0 0 0,-1 0 1 0 0,0 1-1 0 0,0-1 0 0 0,1 0 0 0 0,-1 1 0 0 0,0-1 0 0 0,0 0 1 0 0,0 1-1 0 0,0-1 0 0 0,1 0 0 0 0,-1 1 0 0 0,0-1 0 0 0,0 0 0 0 0,0 1 1 0 0,0-1-1 0 0,0 0 0 0 0,0 1 0 0 0,0-1 0 0 0,0 1 0 0 0,0 34 519 0 0,-1-1 0 0 0,-1 1-1 0 0,-2-1 1 0 0,-14 57 0 0 0,5-21-309 0 0,-24 100 78 0 0,8-41-173 0 0,22-102-43 0 0,5-18 70 0 0,-1 0 0 0 0,2 0 0 0 0,-3 16 0 0 0,7-24-150 0 0,0 0-1 0 0,0-1 1 0 0,0 1 0 0 0,0-1 0 0 0,0 0-1 0 0,0 0 1 0 0,1 0 0 0 0,3-1 0 0 0,-7 1-19 0 0,0 0 0 0 0,121-17 63 0 0,-43 5-346 0 0,-26 6-139 0 0,46-7-580 0 0,-85 11 848 0 0,1-2 0 0 0,-1 1 0 0 0,0-2 0 0 0,24-10 0 0 0,-34 13 143 0 0,0 0 0 0 0,1-1-1 0 0,-1 1 1 0 0,0 0 0 0 0,-1-1-1 0 0,1 1 1 0 0,0-1 0 0 0,-1 0-1 0 0,1 0 1 0 0,-1 0 0 0 0,0 0 0 0 0,0-1-1 0 0,0 1 1 0 0,-1-1 0 0 0,1 1-1 0 0,-1-1 1 0 0,0 1 0 0 0,0-1-1 0 0,0 0 1 0 0,0 1 0 0 0,-1-1 0 0 0,1 0-1 0 0,-1 0 1 0 0,0 0 0 0 0,0 1-1 0 0,0-1 1 0 0,-2-7 0 0 0,-2-7 209 0 0,0-1 0 0 0,-2 1 0 0 0,0 0 0 0 0,-11-22 0 0 0,7 16 640 0 0,10 22-758 0 0,-11 13-27 0 0,9-5-45 0 0,-1 1 0 0 0,1 0 0 0 0,0-1 1 0 0,0 1-1 0 0,1 0 0 0 0,0 0 0 0 0,0 8 0 0 0,0-4 4 0 0,-32 310 228 0 0,-13 107-3473 0 0,3-144-7000 0 0,31-220 4606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38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34 800 0 0,'-94'-13'8294'0'0,"92"13"-7762"0"0,-18-4 1482 0 0,-12-4 1389 0 0,30 8-3033 0 0,2-1-365 0 0,1 1 0 0 0,-1-1 0 0 0,0 1 1 0 0,0-1-1 0 0,0 1 0 0 0,1 0 0 0 0,-1-1 1 0 0,0 1-1 0 0,0 0 0 0 0,1-1 0 0 0,-1 1 0 0 0,0 0 1 0 0,1-1-1 0 0,-1 1 0 0 0,1 0 0 0 0,-1 0 1 0 0,0-1-1 0 0,1 1 0 0 0,-1 0 0 0 0,1 0 0 0 0,-1 0 1 0 0,0 0-1 0 0,2-1 0 0 0,6 1-3 0 0,-1 0 1 0 0,1 0-1 0 0,0 1 0 0 0,0 0 1 0 0,0 0-1 0 0,0 1 0 0 0,0 0 0 0 0,-1 0 1 0 0,1 0-1 0 0,-1 1 0 0 0,1 1 1 0 0,-1-1-1 0 0,0 1 0 0 0,0 0 1 0 0,-1 1-1 0 0,1 0 0 0 0,-1 0 0 0 0,0 0 1 0 0,-1 1-1 0 0,9 9 0 0 0,-9-8 2 0 0,1 0-1 0 0,-2 1 0 0 0,1-1 1 0 0,-1 1-1 0 0,0 0 0 0 0,0 0 1 0 0,-1 0-1 0 0,-1 1 0 0 0,1-1 1 0 0,-1 1-1 0 0,0-1 0 0 0,-1 1 1 0 0,0 0-1 0 0,-1 0 0 0 0,0 0 0 0 0,0-1 1 0 0,0 1-1 0 0,-4 14 0 0 0,-3 2 78 0 0,-1-1-1 0 0,-1 0 0 0 0,-1 0 0 0 0,-1-1 0 0 0,-1 0 0 0 0,-1-1 0 0 0,-1-1 1 0 0,-1 0-1 0 0,-27 29 0 0 0,5-12 271 0 0,-2-1-1 0 0,-1-2 1 0 0,-69 46 0 0 0,-24 2 1082 0 0,-182 82 1 0 0,215-115-158 0 0,78-39-918 0 0,21-10-131 0 0,6-3-126 0 0,121-43-191 0 0,277-92 515 0 0,-281 102-2522 0 0,173-27 0 0 0,-243 57-586 0 0,-16 8-3604 0 0,-17 2-1163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40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47 1408 0 0,'-48'-20'6634'0'0,"46"19"-5911"0"0,0 1-72 0 0,-30-9 5708 0 0,48 10-5600 0 0,326-10 1306 0 0,7 1-3872 0 0,-338 8 574 0 0,-1 1 0 0 0,20 5 0 0 0,-11 1-4760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40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29 1096 0 0,'-7'-5'2411'0'0,"0"0"0"0"0,-1 0 0 0 0,1 1 0 0 0,-14-6 1697 0 0,16 12-2911 0 0,4-2-1155 0 0,1 0-1 0 0,0 0 1 0 0,-1 0-1 0 0,1 0 1 0 0,0 0-1 0 0,-1 0 1 0 0,1 0-1 0 0,0 0 0 0 0,-1 0 1 0 0,1 1-1 0 0,0-1 1 0 0,0 0-1 0 0,-1 0 1 0 0,1 0-1 0 0,0 0 1 0 0,-1 0-1 0 0,1 0 1 0 0,0 1-1 0 0,-1-1 1 0 0,1 0-1 0 0,0 0 1 0 0,0 1-1 0 0,-1-1 1 0 0,1 0-1 0 0,0 0 0 0 0,0 1 1 0 0,0-1-1 0 0,0 0 1 0 0,-1 0-1 0 0,1 1 1 0 0,0 0-1 0 0,-17 222 4066 0 0,5-42-3678 0 0,10-158-540 0 0,-9 113-33 0 0,14-45-4973 0 0,5-62-2187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40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253 112 2816 0 0,'-25'-21'7657'0'0,"20"18"-5972"0"0,0-1 0 0 0,0 0 0 0 0,0-1 0 0 0,-7-8 0 0 0,11 11-1204 0 0,0 2-426 0 0,1-1 1 0 0,0 1-1 0 0,-1-1 1 0 0,1 1-1 0 0,0-1 0 0 0,0 0 1 0 0,0 1-1 0 0,-1-1 0 0 0,1 0 1 0 0,0 1-1 0 0,0-1 1 0 0,0 1-1 0 0,0-1 0 0 0,0 0 1 0 0,0 1-1 0 0,0-1 0 0 0,1-1 1 0 0,3-2 11 0 0,1 0-1 0 0,0 0 1 0 0,0 1 0 0 0,0-1-1 0 0,0 1 1 0 0,1 0 0 0 0,0 0-1 0 0,-1 1 1 0 0,1 0 0 0 0,0 0-1 0 0,11-2 1 0 0,-3 1-45 0 0,0 0-1 0 0,0 1 1 0 0,0 1 0 0 0,18 1 0 0 0,-24 0-30 0 0,0 0 1 0 0,-1 1 0 0 0,1 1 0 0 0,-1-1 0 0 0,1 1-1 0 0,-1 1 1 0 0,0-1 0 0 0,0 1 0 0 0,0 0 0 0 0,0 1-1 0 0,0 0 1 0 0,6 4 0 0 0,-10-5 8 0 0,0-1-1 0 0,-1 1 1 0 0,1 0 0 0 0,0 0-1 0 0,-1 0 1 0 0,0 0 0 0 0,1 0-1 0 0,-1 1 1 0 0,-1-1 0 0 0,1 1-1 0 0,0-1 1 0 0,-1 1-1 0 0,0 0 1 0 0,0-1 0 0 0,0 1-1 0 0,0 0 1 0 0,0 0 0 0 0,-1 0-1 0 0,0 0 1 0 0,0 0 0 0 0,0 0-1 0 0,0-1 1 0 0,-1 1 0 0 0,1 0-1 0 0,-2 5 1 0 0,-4 11 86 0 0,-1 1 1 0 0,-1-1-1 0 0,0-1 0 0 0,-1 0 1 0 0,-1 0-1 0 0,-1-1 0 0 0,-1 0 1 0 0,-14 16-1 0 0,-16 16 638 0 0,-62 56 1 0 0,-4-7 336 0 0,-27 26 514 0 0,135-125-1572 0 0,0 0 0 0 0,0 1 0 0 0,-1-1 0 0 0,1 0-1 0 0,0 0 1 0 0,0 0 0 0 0,0 0 0 0 0,0 1 0 0 0,0-1 0 0 0,0 0 0 0 0,0 0 0 0 0,0 0 0 0 0,0 0-1 0 0,0 1 1 0 0,0-1 0 0 0,0 0 0 0 0,0 0 0 0 0,0 0 0 0 0,0 1 0 0 0,0-1 0 0 0,0 0 0 0 0,0 0-1 0 0,0 0 1 0 0,0 1 0 0 0,0-1 0 0 0,0 0 0 0 0,0 0 0 0 0,0 0 0 0 0,0 0 0 0 0,0 1 0 0 0,0-1-1 0 0,0 0 1 0 0,0 0 0 0 0,1 0 0 0 0,-1 0 0 0 0,0 1 0 0 0,0-1 0 0 0,0 0 0 0 0,0 0 0 0 0,0 0-1 0 0,1 0 1 0 0,-1 0 0 0 0,0 0 0 0 0,0 1 0 0 0,0-1 0 0 0,0 0 0 0 0,1 0 0 0 0,-1 0 0 0 0,0 0-1 0 0,0 0 1 0 0,0 0 0 0 0,1 0 0 0 0,-1 0 0 0 0,0 0 0 0 0,0 0 0 0 0,0 0 0 0 0,1 0 0 0 0,-1 0-1 0 0,0 0 1 0 0,0 0 0 0 0,0 0 0 0 0,1 0 0 0 0,-1 0 0 0 0,14 0 65 0 0,329-65-1232 0 0,-110 17-1797 0 0,-61 22-706 0 0,-57 11-1943 0 0,-97 12 4252 0 0,80-11-7885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45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71 720 0 0,'-17'-4'560'0'0,"1"-1"-140"0"0,4 0-128 0 0,3-2-84 0 0,1 0-164 0 0,4-1-76 0 0,3-3-220 0 0,1-1-368 0 0,5 0 160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30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32 2020 0 0,'-36'-25'7890'0'0,"34"24"-7313"0"0,-7-5 1787 0 0,31 39-2162 0 0,-1 0 1 0 0,-1 2-1 0 0,-2 0 1 0 0,-2 1-1 0 0,17 50 1 0 0,-13-16 273 0 0,-2 0 0 0 0,8 74-1 0 0,-19-87 285 0 0,-2 1-1 0 0,-4 63 1 0 0,-16 35 3563 0 0,12-133-2649 0 0,-2 14 2866 0 0,4-35-4054 0 0,0-20-229 0 0,0 0 0 0 0,1 1 0 0 0,2-1 0 0 0,-1 0 0 0 0,2 1 0 0 0,9-35 0 0 0,4 3-108 0 0,25-53 1 0 0,-14 41-79 0 0,4 2 1 0 0,43-64-1 0 0,-47 84-1698 0 0,61-66 1 0 0,-79 96 631 0 0,0 0 0 0 0,1 0 0 0 0,13-8 0 0 0,-3 6-2802 0 0,1 4-3476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31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25 103 400 0 0,'-24'-25'17489'0'0,"34"24"-17634"0"0,96-3 777 0 0,131-23 1 0 0,-160 16-542 0 0,-25 5-66 0 0,94-16 154 0 0,-139 21 1187 0 0,16-5-5931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32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37 3372 0 0,'-31'-36'21811'0'0,"30"47"-21005"0"0,14 139 3758 0 0,-2 81-3374 0 0,-9-177-893 0 0,1 142 403 0 0,-3-194-869 0 0,-7-16-3543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33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92 1988 0 0,'-1'-18'2537'0'0,"0"0"1"0"0,-1 1-1 0 0,-4-19 0 0 0,5 34-1772 0 0,2 30-132 0 0,31 328 3075 0 0,-1-11-3051 0 0,-28-316-455 0 0,-2-15-2512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33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17 113 3004 0 0,'-17'-103'11195'0'0,"17"101"-10737"0"0,1-1 313 0 0,-1 3-747 0 0,0 0 0 0 0,0 0 1 0 0,0 0-1 0 0,0 0 1 0 0,0-1-1 0 0,0 1 1 0 0,0 0-1 0 0,0 0 0 0 0,0 0 1 0 0,0 0-1 0 0,0-1 1 0 0,0 1-1 0 0,0 0 0 0 0,0 0 1 0 0,0 0-1 0 0,1 0 1 0 0,-1-1-1 0 0,0 1 0 0 0,0 0 1 0 0,0 0-1 0 0,0 0 1 0 0,0 0-1 0 0,0 0 0 0 0,0 0 1 0 0,1-1-1 0 0,-1 1 1 0 0,0 0-1 0 0,0 0 1 0 0,0 0-1 0 0,0 0 0 0 0,1 0 1 0 0,-1 0-1 0 0,0 0 1 0 0,0 0-1 0 0,0 0 0 0 0,0 0 1 0 0,1 0-1 0 0,-1 0 1 0 0,0 0-1 0 0,0 0 0 0 0,0 0 1 0 0,17 13 1189 0 0,0 1 0 0 0,-2 1 1 0 0,26 31-1 0 0,37 59 329 0 0,-72-97-1431 0 0,248 338 1217 0 0,-212-297-4592 0 0,-41-48 2951 0 0,-1 0 1 0 0,1-1-1 0 0,0 0 0 0 0,0 1 0 0 0,0-1 0 0 0,-1 1 1 0 0,1-1-1 0 0,0 0 0 0 0,0 1 0 0 0,0-1 0 0 0,0 0 1 0 0,0 0-1 0 0,0 0 0 0 0,0 0 0 0 0,0 0 0 0 0,0 0 1 0 0,0 0-1 0 0,0 0 0 0 0,0 0 0 0 0,-1-1 0 0 0,1 1 0 0 0,0 0 1 0 0,0 0-1 0 0,0-1 0 0 0,0 1 0 0 0,0-1 0 0 0,-1 1 1 0 0,1-1-1 0 0,0 1 0 0 0,0-1 0 0 0,0 1 0 0 0,1-3-623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34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95 164 764 0 0,'0'-102'12095'0'0,"-1"41"-5131"0"0,-11 102-4271 0 0,-55 440-164 0 0,64-452-2727 0 0,-8 123-187 0 0,11-123-3304 0 0,5 43 0 0 0,0-53-4159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34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78 3416 0 0,'19'-78'14977'0'0,"-34"89"-13143"0"0,4 2-1232 0 0,0 0 1 0 0,1 1 0 0 0,1 0 0 0 0,0 1 0 0 0,-8 18-1 0 0,8-16-240 0 0,-32 61 723 0 0,-58 162 0 0 0,85-198-992 0 0,2 1 0 0 0,2 1-1 0 0,2 0 1 0 0,1 0 0 0 0,0 80 0 0 0,8-107-136 0 0,0 1 0 0 0,1-1 0 0 0,0 1 0 0 0,2-1 0 0 0,0 0 0 0 0,11 30 0 0 0,-11-40-175 0 0,-1 1 1 0 0,1-1-1 0 0,0 0 0 0 0,0 0 1 0 0,1-1-1 0 0,0 1 0 0 0,1-1 1 0 0,-1 0-1 0 0,1-1 1 0 0,0 1-1 0 0,0-1 0 0 0,1 0 1 0 0,0-1-1 0 0,-1 0 0 0 0,1 0 1 0 0,1 0-1 0 0,7 2 0 0 0,-3-2-613 0 0,0 0-1 0 0,0-2 0 0 0,0 1 1 0 0,0-2-1 0 0,20 1 0 0 0,-16-2-1493 0 0,-1 0-1 0 0,18-4 1 0 0,13-7-6018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34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182 142 2924 0 0,'-12'-67'14178'0'0,"3"79"-11989"0"0,6-6-1651 0 0,0 0-1 0 0,1 0 1 0 0,0 0-1 0 0,0 0 1 0 0,0 0 0 0 0,0 9-1 0 0,-4 9 640 0 0,-16 70 1307 0 0,-10 115-1 0 0,22-142-2032 0 0,-28 196 905 0 0,38-262-1338 0 0,0 0-1 0 0,0 0 1 0 0,0 0 0 0 0,0 0-1 0 0,-1 0 1 0 0,1 0 0 0 0,0 0-1 0 0,0 0 1 0 0,-1 0 0 0 0,1 0-1 0 0,0 0 1 0 0,-1 0 0 0 0,1 0-1 0 0,-1 0 1 0 0,0 0 0 0 0,1 0-1 0 0,-2 1 1 0 0,2-3-13 0 0,-1 1 0 0 0,1 0 0 0 0,-1 0 0 0 0,1 0 0 0 0,-1 0 0 0 0,1 0 0 0 0,0-1 0 0 0,-1 1 0 0 0,1 0 0 0 0,-1 0 0 0 0,1-1 1 0 0,0 1-1 0 0,-1 0 0 0 0,1 0 0 0 0,0-1 0 0 0,0 1 0 0 0,-1 0 0 0 0,1-1 0 0 0,0 1 0 0 0,-1-1 0 0 0,1 1 0 0 0,0 0 0 0 0,0-1 0 0 0,0 1 0 0 0,0-1 0 0 0,-1 0 0 0 0,-1-5-5 0 0,-1 0 0 0 0,1-1 0 0 0,0 0 1 0 0,-1-7-1 0 0,-2-28-169 0 0,2 0 1 0 0,3 1-1 0 0,1-1 1 0 0,1 0 0 0 0,11-50-1 0 0,-2 38 83 0 0,2 0 0 0 0,3 1-1 0 0,32-74 1 0 0,-38 103 20 0 0,2 1 0 0 0,15-22 0 0 0,-22 37 38 0 0,0 0-1 0 0,1 1 1 0 0,0 0 0 0 0,1 0-1 0 0,-1 1 1 0 0,1 0 0 0 0,0 0-1 0 0,1 0 1 0 0,8-5 0 0 0,-12 10 15 0 0,-1-1 0 0 0,1 0 0 0 0,-1 1 0 0 0,1 0 0 0 0,-1 0 0 0 0,1 0 0 0 0,0 0 0 0 0,0 1 0 0 0,-1-1 0 0 0,1 1 0 0 0,0 0 0 0 0,0 0 0 0 0,0 0 0 0 0,-1 1 0 0 0,1-1 0 0 0,7 3 0 0 0,-5-1 18 0 0,-1 1-1 0 0,1-1 1 0 0,-1 1 0 0 0,0 1 0 0 0,0-1-1 0 0,0 1 1 0 0,0-1 0 0 0,0 2-1 0 0,6 6 1 0 0,2 5 24 0 0,-1 0 0 0 0,-1 1 0 0 0,0 0 0 0 0,-2 1 0 0 0,11 25 0 0 0,-6-6 7 0 0,-2 0-1 0 0,-1 0 1 0 0,6 45-1 0 0,8 117 16 0 0,-24-189-273 0 0,3 57-1856 0 0,-5-61 1183 0 0,1 0 0 0 0,0-1 0 0 0,-1 1 0 0 0,0-1 1 0 0,-1 1-1 0 0,1-1 0 0 0,-1 0 0 0 0,0 1 0 0 0,-4 6 1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35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107 169 2580 0 0,'-104'-15'14174'0'0,"101"15"-13320"0"0,7-1-496 0 0,1 0-334 0 0,300-74 509 0 0,-202 47-3558 0 0,-3-3-3297 0 0,-53 14-450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35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48 2320 0 0,'-39'-48'15073'0'0,"57"63"-13130"0"0,-13-10-1498 0 0,9 9 52 0 0,-1 0 0 0 0,0 1 0 0 0,-1 1 0 0 0,-1 0 0 0 0,0 0 0 0 0,16 35 0 0 0,-15-24-182 0 0,-2 1 0 0 0,-1 0 0 0 0,-1 0 0 0 0,5 33 0 0 0,-7-9-113 0 0,-2 0 1 0 0,-2 1-1 0 0,-2-1 1 0 0,-13 97-1 0 0,-2-65-254 0 0,-3-1-1 0 0,-30 82 1 0 0,-1-27-7128 0 0,44-114-1087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35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51 131 1548 0 0,'-29'-31'14389'0'0,"14"10"-8068"0"0,12 19-5310 0 0,3 1-956 0 0,0 1 0 0 0,0 0 0 0 0,-1 0 0 0 0,1 0 0 0 0,0 0 0 0 0,0-1 0 0 0,0 1 0 0 0,-1 0 0 0 0,1 0 0 0 0,0-1 1 0 0,0 1-1 0 0,0 0 0 0 0,-1 0 0 0 0,1-1 0 0 0,0 1 0 0 0,0 0 0 0 0,0 0 0 0 0,0-1 0 0 0,0 1 0 0 0,0 0 0 0 0,0-1 0 0 0,0 1 0 0 0,0 0 0 0 0,0 0 0 0 0,0-1 0 0 0,0 1 0 0 0,0-1 0 0 0,1 0 3 0 0,1-1-1 0 0,0 1 1 0 0,0-1 0 0 0,0 1-1 0 0,0 0 1 0 0,0-1 0 0 0,0 1-1 0 0,0 0 1 0 0,1 0-1 0 0,-1 1 1 0 0,0-1 0 0 0,0 0-1 0 0,4 0 1 0 0,42-7 117 0 0,-32 6-73 0 0,66-13-17 0 0,28-5-1558 0 0,-36 13-2864 0 0,-50 9 780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35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21 2824 0 0,'-121'69'17972'0'0,"125"-69"-17436"0"0,49-7 109 0 0,58-15 1 0 0,4-1-1741 0 0,41 3-2378 0 0,-52 9-3659 0 0,-37 5-1387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0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40 377 580 0 0,'1'-52'9396'0'0,"0"43"-5650"0"0,2 37-2264 0 0,-3 106 572 0 0,-23 198 1 0 0,7-164-1744 0 0,10-73 261 0 0,20-116-429 0 0,13-78-109 0 0,12-102 0 0 0,10-42-19 0 0,-34 186-7 0 0,1 2 0 0 0,4 0 0 0 0,1 1 0 0 0,3 1 0 0 0,47-77 1 0 0,-64 121-10 0 0,-1 0 0 0 0,1 0 0 0 0,1 1 0 0 0,-1 0 0 0 0,1 1 1 0 0,1 0-1 0 0,-1 0 0 0 0,1 0 0 0 0,0 1 0 0 0,1 1 1 0 0,0 0-1 0 0,0 0 0 0 0,12-4 0 0 0,-19 8 2 0 0,0 0-1 0 0,0 0 0 0 0,0 1 1 0 0,1 0-1 0 0,-1-1 1 0 0,0 1-1 0 0,0 0 0 0 0,0 0 1 0 0,0 1-1 0 0,0-1 0 0 0,1 1 1 0 0,-1 0-1 0 0,0-1 1 0 0,0 1-1 0 0,0 1 0 0 0,-1-1 1 0 0,1 0-1 0 0,0 1 1 0 0,0-1-1 0 0,-1 1 0 0 0,1 0 1 0 0,-1 0-1 0 0,1 0 0 0 0,-1 0 1 0 0,0 0-1 0 0,0 1 1 0 0,0-1-1 0 0,0 1 0 0 0,0-1 1 0 0,3 6-1 0 0,0 1-3 0 0,0 1 0 0 0,-1-1 0 0 0,0 1 0 0 0,-1 0 0 0 0,1 0 0 0 0,-2 0 0 0 0,0 0 1 0 0,1 12-1 0 0,-1 3 2 0 0,-2 1 0 0 0,-1 0 0 0 0,-1 0 0 0 0,-1 0 1 0 0,-1-1-1 0 0,-1 0 0 0 0,-2 0 0 0 0,0 0 0 0 0,-2 0 1 0 0,0-1-1 0 0,-2-1 0 0 0,-1 0 0 0 0,0 0 0 0 0,-28 35 1 0 0,37-53-1 0 0,-1-1 0 0 0,0 0 0 0 0,0 1 0 0 0,0-2 0 0 0,0 1 0 0 0,0 0 0 0 0,-1-1 0 0 0,0 0 0 0 0,0 0 0 0 0,0 0 0 0 0,0-1 0 0 0,0 1 0 0 0,-1-1 0 0 0,1 0 1 0 0,0-1-1 0 0,-1 0 0 0 0,0 1 0 0 0,1-2 0 0 0,-1 1 0 0 0,0-1 0 0 0,1 0 0 0 0,-1 0 0 0 0,0 0 0 0 0,1-1 0 0 0,-1 0 0 0 0,0 0 0 0 0,1 0 0 0 0,-1-1 0 0 0,1 0 1 0 0,0 0-1 0 0,-1 0 0 0 0,1-1 0 0 0,0 0 0 0 0,0 1 0 0 0,1-2 0 0 0,-1 1 0 0 0,1-1 0 0 0,-1 1 0 0 0,-4-8 0 0 0,0 3-27 0 0,1-1-1 0 0,0-1 1 0 0,-10-16-1 0 0,17 24 15 0 0,3 3 7 0 0,0-1 6 0 0,0 1 0 0 0,0-1 0 0 0,0 1 0 0 0,-1 0 0 0 0,1-1 0 0 0,0 1 0 0 0,-1 0 0 0 0,1 0 0 0 0,-1 0 0 0 0,1 1 0 0 0,-1-1 0 0 0,1 0 0 0 0,-1 1 0 0 0,2 1 0 0 0,19 26 35 0 0,-19-25-27 0 0,82 129 285 0 0,26 37-65 0 0,-92-146-600 0 0,0-1 0 0 0,2-1 0 0 0,0-1 0 0 0,35 27 0 0 0,-45-41-359 0 0,0 0-1 0 0,0 0 1 0 0,1-1 0 0 0,0 0-1 0 0,16 5 1 0 0,-19-9-160 0 0,-1 1 0 0 0,1-2 0 0 0,0 1 0 0 0,0-1 0 0 0,0 0-1 0 0,1-1 1 0 0,-1 0 0 0 0,14-3 0 0 0,-2-1-3221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0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286 272 956 0 0,'4'-21'1983'0'0,"0"1"-1"0"0,-2-1 1 0 0,0 1-1 0 0,-2-35 1 0 0,0 51-1678 0 0,-1 0 1 0 0,1 0-1 0 0,-1 0 1 0 0,0 0-1 0 0,0 0 1 0 0,-1 0-1 0 0,-1-4 1 0 0,2 6-225 0 0,1 1 0 0 0,-1 0 0 0 0,0 0 0 0 0,1 0 0 0 0,-1 0 0 0 0,0 0 0 0 0,0 0 0 0 0,0 0 0 0 0,0 0 0 0 0,0 1 0 0 0,0-1 0 0 0,0 0 0 0 0,0 0 0 0 0,0 1 0 0 0,0-1 0 0 0,0 1 0 0 0,0-1 0 0 0,0 1 0 0 0,-1-1 0 0 0,1 1 0 0 0,0 0 0 0 0,0-1 0 0 0,-1 1 0 0 0,0 0 0 0 0,-1 1 7 0 0,0 0 1 0 0,-1 0-1 0 0,1 0 0 0 0,0 1 0 0 0,0-1 1 0 0,1 1-1 0 0,-1-1 0 0 0,0 1 0 0 0,1 0 1 0 0,-1 0-1 0 0,1 1 0 0 0,-1-1 1 0 0,-3 5-1 0 0,-1 0 127 0 0,-14 15 189 0 0,0 1 1 0 0,1 0-1 0 0,-25 42 1 0 0,-39 87 288 0 0,79-143-651 0 0,1 1 0 0 0,-5 19-1 0 0,8-26-28 0 0,0 0 0 0 0,0 0 0 0 0,1 0 0 0 0,-1 0-1 0 0,1 0 1 0 0,0 0 0 0 0,0 0 0 0 0,0 0 0 0 0,0 0 0 0 0,1-1-1 0 0,-1 1 1 0 0,1 0 0 0 0,0 0 0 0 0,1 4 0 0 0,-1-6-7 0 0,-1 0 0 0 0,1 0 1 0 0,0-1-1 0 0,0 1 0 0 0,-1 0 0 0 0,1-1 1 0 0,0 1-1 0 0,0 0 0 0 0,0-1 1 0 0,0 1-1 0 0,-1-1 0 0 0,1 1 0 0 0,0-1 1 0 0,0 0-1 0 0,0 1 0 0 0,0-1 0 0 0,0 0 1 0 0,0 0-1 0 0,0 0 0 0 0,0 1 1 0 0,0-1-1 0 0,0 0 0 0 0,0 0 0 0 0,2-1 1 0 0,23-6 40 0 0,-15 2-66 0 0,-1-1 0 0 0,1-1 0 0 0,-1 0 0 0 0,0 0-1 0 0,-1-1 1 0 0,0 0 0 0 0,0 0 0 0 0,-1-1-1 0 0,0-1 1 0 0,0 1 0 0 0,-1-1 0 0 0,10-20-1 0 0,5-11-116 0 0,30-87-1 0 0,-48 117 133 0 0,0-5-10 0 0,-3 12 7 0 0,1-1 1 0 0,-1 1-1 0 0,1 0 1 0 0,-1-1-1 0 0,1 1 1 0 0,1 0-1 0 0,-1 0 1 0 0,3-4-1 0 0,-4 6 15 0 0,3 6-17 0 0,-4-4 9 0 0,0 0 1 0 0,0 0-1 0 0,1 0 1 0 0,-1 0-1 0 0,0 0 1 0 0,1 1-1 0 0,-1-1 0 0 0,0 0 1 0 0,0 0-1 0 0,1 0 1 0 0,-1 1-1 0 0,0-1 1 0 0,0 0-1 0 0,1 0 0 0 0,-1 0 1 0 0,0 1-1 0 0,0-1 1 0 0,0 0-1 0 0,0 1 1 0 0,1-1-1 0 0,-1 0 0 0 0,0 0 1 0 0,0 1-1 0 0,0-1 1 0 0,0 0-1 0 0,0 1 1 0 0,0-1-1 0 0,0 0 1 0 0,0 1-1 0 0,0 0 0 0 0,2 99 112 0 0,-2-63-73 0 0,4 44 0 0 0,-4-77-79 0 0,1 0 1 0 0,0 0-1 0 0,0-1 1 0 0,0 1-1 0 0,0 0 1 0 0,0-1-1 0 0,1 1 1 0 0,0-1-1 0 0,0 1 1 0 0,0-1-1 0 0,0 0 1 0 0,0 0-1 0 0,1 0 1 0 0,2 3-1 0 0,-4-5 1 0 0,0 0-1 0 0,0-1 1 0 0,0 1 0 0 0,1-1-1 0 0,-1 1 1 0 0,0-1 0 0 0,0 0-1 0 0,0 1 1 0 0,0-1-1 0 0,1 0 1 0 0,-1 0 0 0 0,0 0-1 0 0,0 0 1 0 0,0 0 0 0 0,1 0-1 0 0,-1 0 1 0 0,0 0 0 0 0,0 0-1 0 0,0 0 1 0 0,1-1-1 0 0,-1 1 1 0 0,1-1 0 0 0,24-13-548 0 0,-19 9 432 0 0,0-1-1 0 0,-1 0 1 0 0,0 0-1 0 0,0 0 1 0 0,0-1 0 0 0,-1 0-1 0 0,0 0 1 0 0,4-9 0 0 0,32-65-452 0 0,-36 69 546 0 0,75-141-418 0 0,-80 152 507 0 0,1 1 0 0 0,-1-1-1 0 0,1 0 1 0 0,0 1 0 0 0,-1-1 0 0 0,1 1 0 0 0,0-1 0 0 0,-1 1-1 0 0,1-1 1 0 0,0 1 0 0 0,0-1 0 0 0,0 1 0 0 0,-1 0 0 0 0,1 0-1 0 0,0-1 1 0 0,0 1 0 0 0,0 0 0 0 0,0 0 0 0 0,-1 0-1 0 0,1 0 1 0 0,0 0 0 0 0,0 0 0 0 0,0 0 0 0 0,0 0 0 0 0,0 0-1 0 0,-1 0 1 0 0,1 0 0 0 0,0 1 0 0 0,0-1 0 0 0,1 1 0 0 0,20 12 910 0 0,-17-8-788 0 0,0 0-1 0 0,-1 1 1 0 0,0-1 0 0 0,0 1 0 0 0,-1 0 0 0 0,0 0 0 0 0,0 1-1 0 0,0-1 1 0 0,-1 0 0 0 0,0 1 0 0 0,0 0 0 0 0,2 13 0 0 0,-1 6 112 0 0,0 51 1 0 0,-3-71-228 0 0,-1 17 62 0 0,1 2 430 0 0,6-47-332 0 0,1-22-182 0 0,3 0-1 0 0,15-42 1 0 0,-21 74-17 0 0,0 0 0 0 0,1 1 0 0 0,1-1 0 0 0,0 1-1 0 0,0 0 1 0 0,1 1 0 0 0,1 0 0 0 0,0 0 0 0 0,0 0 0 0 0,1 1 0 0 0,0 1 0 0 0,11-10-1 0 0,-17 17 17 0 0,-1-1 0 0 0,0 1-1 0 0,0-1 1 0 0,1 1 0 0 0,-1 0-1 0 0,1 0 1 0 0,-1 0-1 0 0,1 0 1 0 0,0 0 0 0 0,-1 1-1 0 0,1-1 1 0 0,0 1-1 0 0,-1 0 1 0 0,1 0 0 0 0,0 0-1 0 0,0 0 1 0 0,-1 0 0 0 0,1 1-1 0 0,0-1 1 0 0,-1 1-1 0 0,1-1 1 0 0,0 1 0 0 0,-1 0-1 0 0,1 0 1 0 0,-1 0 0 0 0,0 1-1 0 0,1-1 1 0 0,-1 0-1 0 0,0 1 1 0 0,1 0 0 0 0,-1-1-1 0 0,0 1 1 0 0,0 0-1 0 0,-1 0 1 0 0,1 0 0 0 0,0 0-1 0 0,1 3 1 0 0,3 4 97 0 0,0 0 0 0 0,-1 0 0 0 0,0 1-1 0 0,0-1 1 0 0,-1 1 0 0 0,0 0 0 0 0,-1 0 0 0 0,2 12 0 0 0,-1 5 70 0 0,-2 0 0 0 0,-1 0 0 0 0,-4 53 1 0 0,1 32-696 0 0,2-110 210 0 0,1 1 1 0 0,-1-1-1 0 0,0 1 0 0 0,1-1 0 0 0,-1 0 0 0 0,1 1 0 0 0,0-1 0 0 0,0 0 1 0 0,0 0-1 0 0,0 1 0 0 0,1 1 0 0 0,-1-3 36 0 0,0-1 0 0 0,-1 1 0 0 0,1-1-1 0 0,0 1 1 0 0,0-1 0 0 0,-1 1 0 0 0,1-1 0 0 0,0 1 0 0 0,0-1-1 0 0,0 1 1 0 0,0-1 0 0 0,-1 0 0 0 0,1 0 0 0 0,0 0 0 0 0,0 1-1 0 0,0-1 1 0 0,0 0 0 0 0,0 0 0 0 0,0 0 0 0 0,0 0 0 0 0,0 0-1 0 0,0 0 1 0 0,0-1 0 0 0,-1 1 0 0 0,1 0 0 0 0,0 0 0 0 0,0-1-1 0 0,0 1 1 0 0,0-1 0 0 0,0 1 0 0 0,-1 0 0 0 0,1-1 0 0 0,1 0-1 0 0,12-8-5798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1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208 121 1672 0 0,'36'-120'15464'0'0,"-38"135"-13608"0"0,-72 284 6120 0 0,-24-5-7299 0 0,65-200-359 0 0,18-42-1308 0 0,-5 10-4350 0 0,18-51 2064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1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16 120 0 0,'8'-16'18054'0'0,"-16"17"-17914"0"0,0 0 1 0 0,-1 0 0 0 0,1 1-1 0 0,0 0 1 0 0,0 1-1 0 0,0 0 1 0 0,-15 8 0 0 0,-11 3-16 0 0,-181 72 6 0 0,213-85-134 0 0,0 0 0 0 0,0-1 0 0 0,0 1 1 0 0,0 0-1 0 0,0 1 0 0 0,0-1 0 0 0,0 0 0 0 0,0 0 0 0 0,0 1 0 0 0,0-1 0 0 0,1 1 1 0 0,-1 0-1 0 0,1-1 0 0 0,-1 1 0 0 0,1 0 0 0 0,0 0 0 0 0,-1 0 0 0 0,1 0 0 0 0,0 0 1 0 0,-1 3-1 0 0,2-2 8 0 0,-1 0 1 0 0,1 0 0 0 0,0 0 0 0 0,0 1-1 0 0,0-1 1 0 0,0 0 0 0 0,1 0 0 0 0,-1 0-1 0 0,1 0 1 0 0,0 0 0 0 0,0 0-1 0 0,0 0 1 0 0,2 3 0 0 0,5 9 63 0 0,1-1 0 0 0,0 0 0 0 0,1 0 0 0 0,17 17 0 0 0,-22-24-31 0 0,173 206 257 0 0,-170-204-823 0 0,1-1 1 0 0,-1 0-1 0 0,2 0 1 0 0,14 9-1 0 0,21 7-7671 0 0,-26-17 1187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1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35 212 0 0,'-3'0'3285'0'0,"-4"-1"-728"0"0,-1 0 0 0 0,0 1 0 0 0,0 1 0 0 0,-10 1 0 0 0,-2 7 1043 0 0,20-8-3471 0 0,0 0 1 0 0,0-1-1 0 0,-1 1 1 0 0,1 0-1 0 0,0 0 0 0 0,0 0 1 0 0,0-1-1 0 0,0 1 1 0 0,0 0-1 0 0,0 0 1 0 0,0-1-1 0 0,0 1 1 0 0,1 0-1 0 0,-1 0 0 0 0,0-1 1 0 0,0 1-1 0 0,1 0 1 0 0,-1 0-1 0 0,0-1 1 0 0,1 1-1 0 0,-1 0 1 0 0,1-1-1 0 0,-1 1 0 0 0,1-1 1 0 0,-1 1-1 0 0,2 0 1 0 0,4 2 16 0 0,-1 0 0 0 0,1-1 0 0 0,0 1 0 0 0,1-2 0 0 0,-1 1 0 0 0,0-1 0 0 0,0 0 0 0 0,1 0 0 0 0,-1 0 0 0 0,9-1 0 0 0,72-8 265 0 0,-66 6-319 0 0,-18 1-102 0 0,130-18-771 0 0,-109 15-1330 0 0,-1-2 0 0 0,0-1 0 0 0,36-15 0 0 0,-36 8-5198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2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22 2148 0 0,'-4'-3'2885'0'0,"-17"-12"4693"0"0,20 14-7447 0 0,1 1 0 0 0,-1 0-1 0 0,1 0 1 0 0,0-1 0 0 0,-1 1 0 0 0,1 0-1 0 0,-1 0 1 0 0,1-1 0 0 0,-1 1 0 0 0,1 0-1 0 0,-1 0 1 0 0,1 0 0 0 0,-1 0 0 0 0,1 0-1 0 0,-1 0 1 0 0,0 0 0 0 0,1 0 0 0 0,-1 0-1 0 0,1 0 1 0 0,-1 0 0 0 0,1 0 0 0 0,-1 0-1 0 0,1 0 1 0 0,-1 1 0 0 0,1-1 0 0 0,-1 0-1 0 0,1 0 1 0 0,-1 1 0 0 0,1-1 0 0 0,0 0-1 0 0,-1 0 1 0 0,1 1 0 0 0,-1-1 0 0 0,1 1-1 0 0,0-1 1 0 0,-1 0 0 0 0,1 1-1 0 0,0-1 1 0 0,-1 1 0 0 0,-5 14 1479 0 0,1 1-1 0 0,-7 27 1 0 0,-5 81 396 0 0,10-64-1596 0 0,-12 107-1466 0 0,15-111-3104 0 0,3-1-4742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2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71 1548 0 0,'-24'-71'13394'0'0,"19"80"-11568"0"0,4-7-1667 0 0,-1 0-1 0 0,1 0 1 0 0,0 0 0 0 0,1 0-1 0 0,-1 0 1 0 0,0 0-1 0 0,1 0 1 0 0,-1 0 0 0 0,0 3-1 0 0,-69 301 4038 0 0,3-27-5194 0 0,67-257-51 0 0,0-11-1887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3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0 188 1212 0 0,'1'-26'3080'0'0,"-1"16"-1624"0"0,1 1 0 0 0,0-1 0 0 0,0 1 0 0 0,4-15 996 0 0,-2 25-1395 0 0,2 1-691 0 0,0 0-1 0 0,0 0 1 0 0,0 1 0 0 0,0 0-1 0 0,-1 0 1 0 0,1 0-1 0 0,-1 0 1 0 0,0 1 0 0 0,0-1-1 0 0,0 1 1 0 0,-1 0-1 0 0,4 5 1 0 0,10 13 870 0 0,14 27 0 0 0,-19-30-706 0 0,38 68 1492 0 0,54 129 0 0 0,-7-13-1192 0 0,-96-200-810 0 0,15 22-404 0 0,-16-25 315 0 0,1 1 0 0 0,-1 0 0 0 0,1 0 0 0 0,0-1 0 0 0,-1 1 0 0 0,1 0 0 0 0,0-1 0 0 0,-1 1-1 0 0,1-1 1 0 0,0 1 0 0 0,-1-1 0 0 0,1 1 0 0 0,0-1 0 0 0,0 0 0 0 0,0 1 0 0 0,0-1 0 0 0,-1 0 0 0 0,1 0 0 0 0,0 1 0 0 0,0-1 0 0 0,0 0 0 0 0,0 0 0 0 0,0 0 0 0 0,0 0-1 0 0,0 0 1 0 0,-1 0 0 0 0,1 0 0 0 0,0-1 0 0 0,2 1 0 0 0,2-4-227 0 0,-1 1 0 0 0,1-1 0 0 0,-1 1 0 0 0,1-1 0 0 0,-1 0 0 0 0,-1-1 0 0 0,1 1 1 0 0,0-1-1 0 0,-1 0 0 0 0,0 0 0 0 0,0 0 0 0 0,0 0 0 0 0,-1 0 0 0 0,0-1 0 0 0,3-9 0 0 0,2-12-759 0 0,9-55-1 0 0,-15 73 914 0 0,15-135-339 0 0,-5-203 0 0 0,-13 259 3493 0 0,-3 105-2122 0 0,2 4-369 0 0,1 0 0 0 0,1-1 0 0 0,2 28 0 0 0,0 3 24 0 0,-4 99 391 0 0,24 223 0 0 0,-21-369-946 0 0,3 19 23 0 0,1-1 0 0 0,11 36-1 0 0,-14-53-105 0 0,0-1-1 0 0,0 1 0 0 0,1-1 0 0 0,0 0 1 0 0,0 0-1 0 0,0 0 0 0 0,1 0 0 0 0,-1 0 0 0 0,1 0 1 0 0,0-1-1 0 0,0 1 0 0 0,0-1 0 0 0,1 0 1 0 0,-1 0-1 0 0,1 0 0 0 0,0 0 0 0 0,-1-1 0 0 0,1 0 1 0 0,0 1-1 0 0,5 1 0 0 0,-4-4-174 0 0,0 1 0 0 0,0-1-1 0 0,0 1 1 0 0,0-1 0 0 0,1-1 0 0 0,-1 1-1 0 0,0-1 1 0 0,0 0 0 0 0,-1 0 0 0 0,1 0-1 0 0,0-1 1 0 0,0 0 0 0 0,-1 0 0 0 0,1 0-1 0 0,0 0 1 0 0,-1-1 0 0 0,0 1 0 0 0,8-8-1 0 0,0 1-382 0 0,-1-1-1 0 0,0-1 0 0 0,0 0 0 0 0,17-25 0 0 0,-13 13 309 0 0,-1 0-1 0 0,0-2 1 0 0,-2 0-1 0 0,15-45 1 0 0,-16 35 1322 0 0,8-49 0 0 0,-7 16 4213 0 0,-13 70-4790 0 0,-5 21 201 0 0,0-1-1 0 0,2 1 1 0 0,-2 40-1 0 0,3-33-409 0 0,-1 15 92 0 0,2 58 0 0 0,2-85-242 0 0,2 1 0 0 0,0 0 0 0 0,1-1 0 0 0,1 0 0 0 0,12 33 0 0 0,-14-46-40 0 0,0-1 0 0 0,0 0 0 0 0,0 0 0 0 0,0 0 0 0 0,1-1 0 0 0,0 1 0 0 0,-1-1 0 0 0,1 1 0 0 0,1-1 0 0 0,-1 0 0 0 0,0 0 0 0 0,1 0 0 0 0,0 0 0 0 0,-1-1 0 0 0,9 4 0 0 0,-6-3-87 0 0,0-1 0 0 0,0-1 1 0 0,1 1-1 0 0,-1-1 0 0 0,0 0 0 0 0,1 0 1 0 0,-1-1-1 0 0,1 1 0 0 0,-1-2 1 0 0,9 0-1 0 0,-4-1-234 0 0,1 0 1 0 0,-1-1-1 0 0,1 0 1 0 0,-1-1-1 0 0,0 0 1 0 0,0 0-1 0 0,-1-2 1 0 0,0 1-1 0 0,1-1 1 0 0,-2-1 0 0 0,17-13-1 0 0,-14 8 44 0 0,-1-1 0 0 0,0-1-1 0 0,-1 1 1 0 0,-1-2 0 0 0,0 1 0 0 0,0-1-1 0 0,-2-1 1 0 0,0 0 0 0 0,7-24 0 0 0,-1-10 469 0 0,13-93 0 0 0,-15 83 1498 0 0,-11 57-1586 0 0,0-2 529 0 0,2 15-25 0 0,-7 103 1126 0 0,2-65-1478 0 0,1 0 0 0 0,9 78 0 0 0,-6-119-342 0 0,0-1-1 0 0,0 0 1 0 0,1 1 0 0 0,0-1 0 0 0,1 0-1 0 0,-1 0 1 0 0,1 0 0 0 0,0 0 0 0 0,1-1-1 0 0,-1 1 1 0 0,1-1 0 0 0,5 5 0 0 0,-4-5-227 0 0,0-1-1 0 0,0 1 1 0 0,0-1 0 0 0,1-1 0 0 0,-1 1 0 0 0,1-1-1 0 0,0 0 1 0 0,0 0 0 0 0,1-1 0 0 0,-1 0 0 0 0,0 0-1 0 0,1 0 1 0 0,-1-1 0 0 0,1 0 0 0 0,0 0 0 0 0,-1 0-1 0 0,1-1 1 0 0,8-1 0 0 0,-1 0-968 0 0,0 0 0 0 0,0-2 0 0 0,0 1 0 0 0,0-2-1 0 0,17-6 1 0 0,7-6-3439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3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127 170 16 0 0,'0'-12'1734'0'0,"3"-11"1232"0"0,-2 1 0 0 0,0-1 0 0 0,-2 0 0 0 0,-6-42 0 0 0,6 63-1993 0 0,-13 8 125 0 0,12-3-951 0 0,-1 1 0 0 0,1-1 1 0 0,-1 1-1 0 0,1-1 0 0 0,0 1 0 0 0,0 0 0 0 0,1 0 0 0 0,-1 0 0 0 0,1 0 1 0 0,0 0-1 0 0,-1 5 0 0 0,-2 3 142 0 0,-14 59 733 0 0,2 1 0 0 0,-7 90 0 0 0,17-109-832 0 0,-12 155 310 0 0,17-162-426 0 0,2 0 0 0 0,11 70 0 0 0,-11-110-97 0 0,1 1 0 0 0,-1-1-1 0 0,1 0 1 0 0,0 0 0 0 0,0 0-1 0 0,1 0 1 0 0,0 0-1 0 0,0 0 1 0 0,0 0 0 0 0,1-1-1 0 0,0 0 1 0 0,7 9 0 0 0,-7-11-94 0 0,-1-1 1 0 0,1 1-1 0 0,-1-1 0 0 0,1 0 1 0 0,0 1-1 0 0,0-2 0 0 0,-1 1 1 0 0,2 0-1 0 0,-1-1 1 0 0,0 0-1 0 0,0 0 0 0 0,0 0 1 0 0,0-1-1 0 0,1 1 1 0 0,-1-1-1 0 0,0 0 0 0 0,0 0 1 0 0,1 0-1 0 0,-1-1 1 0 0,7-1-1 0 0,2-1-457 0 0,1-1 1 0 0,-1-1-1 0 0,0 0 0 0 0,0 0 1 0 0,0-2-1 0 0,0 1 0 0 0,-1-2 0 0 0,-1 1 1 0 0,1-2-1 0 0,-1 0 0 0 0,-1 0 1 0 0,16-17-1 0 0,-8 5-799 0 0,-1-1 0 0 0,0-1 0 0 0,-2 0 0 0 0,-1-1 0 0 0,16-37 0 0 0,-5 4-2459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4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63 389 4704 0 0,'15'-56'1777'0'0,"-2"0"-1"0"0,-2-1 0 0 0,-3-1 0 0 0,1-80 0 0 0,-8 136-1680 0 0,-1 1 0 0 0,0 0 0 0 0,0-1 0 0 0,0 1 0 0 0,0-1 0 0 0,0 1 0 0 0,-1 0-1 0 0,1-1 1 0 0,0 1 0 0 0,-1-1 0 0 0,1 1 0 0 0,-1 0 0 0 0,1-1 0 0 0,-2-1 0 0 0,1 3-46 0 0,1 0 1 0 0,0 0-1 0 0,-1-1 1 0 0,1 1-1 0 0,-1 0 1 0 0,1 0-1 0 0,0 0 1 0 0,-1 0-1 0 0,1 0 1 0 0,-1 0-1 0 0,1 0 1 0 0,0 0-1 0 0,-1 0 1 0 0,1 1-1 0 0,0-1 1 0 0,-1 0-1 0 0,1 0 1 0 0,0 0-1 0 0,-1 0 1 0 0,1 0-1 0 0,0 1 1 0 0,-1-1-1 0 0,1 0 1 0 0,0 0-1 0 0,-1 1 1 0 0,1-1-1 0 0,0 0 1 0 0,0 0-1 0 0,-1 1 1 0 0,1-1-1 0 0,0 0 1 0 0,-1 1-1 0 0,-2 3 305 0 0,0 1-1 0 0,0 0 1 0 0,0 0 0 0 0,0 0-1 0 0,-3 9 1 0 0,-15 55 911 0 0,4 1 1 0 0,2 0-1 0 0,-9 136 1 0 0,21-162-1106 0 0,1 0 0 0 0,2 0 1 0 0,13 87-1 0 0,-12-124-230 0 0,1 0 1 0 0,0 0-1 0 0,1 0 1 0 0,-1 0-1 0 0,1 0 0 0 0,0-1 1 0 0,1 0-1 0 0,0 1 1 0 0,0-1-1 0 0,0 0 1 0 0,1-1-1 0 0,-1 1 0 0 0,2-1 1 0 0,-1 0-1 0 0,8 6 1 0 0,-7-7-197 0 0,-1-1 1 0 0,1 0 0 0 0,0 0-1 0 0,0-1 1 0 0,0 1 0 0 0,0-1-1 0 0,0-1 1 0 0,0 1 0 0 0,0-1-1 0 0,1 0 1 0 0,-1 0 0 0 0,1-1-1 0 0,-1 0 1 0 0,0 0 0 0 0,1 0-1 0 0,-1-1 1 0 0,13-3 0 0 0,-9 1-160 0 0,1-1 0 0 0,-1 0 0 0 0,0-1 0 0 0,0-1 0 0 0,0 1 0 0 0,-1-1 0 0 0,0-1 0 0 0,0 0 0 0 0,0 0 0 0 0,-1-1 0 0 0,0 0 1 0 0,-1 0-1 0 0,0-1 0 0 0,0 0 0 0 0,-1 0 0 0 0,7-12 0 0 0,2-7 479 0 0,-1-1 1 0 0,-1 0-1 0 0,-1-1 1 0 0,10-46-1 0 0,-17 56 1221 0 0,-1 1 0 0 0,-1-1 0 0 0,1-25 0 0 0,-4 45-1208 0 0,0-1 0 0 0,0 1 0 0 0,0-1 0 0 0,1 1 0 0 0,-1-1 0 0 0,0 1 0 0 0,0 0 0 0 0,0-1 0 0 0,0 1 0 0 0,0-1 0 0 0,0 1 0 0 0,0-1 0 0 0,0 1 0 0 0,-1-1 0 0 0,1 1 0 0 0,0 0 0 0 0,0-1 0 0 0,0 1 1 0 0,0-1-1 0 0,0 1 0 0 0,-1 0 0 0 0,1-1 0 0 0,0 1 0 0 0,0 0 0 0 0,-1-1 0 0 0,1 1 0 0 0,0 0 0 0 0,-1-1 0 0 0,1 1 0 0 0,0 0 0 0 0,-1-1 0 0 0,1 1 0 0 0,-1 0 0 0 0,1 0 0 0 0,0 0 0 0 0,-1-1 0 0 0,1 1 0 0 0,-1 0 0 0 0,1 0 0 0 0,0 0 0 0 0,-1 0 0 0 0,1 0 0 0 0,-1 0 0 0 0,1 0 0 0 0,-1 0 0 0 0,1 0 0 0 0,-1 0 0 0 0,1 0 0 0 0,0 0 0 0 0,-1 0 0 0 0,1 0 0 0 0,-1 1 0 0 0,0-1-64 0 0,1 0 87 0 0,-1 1 0 0 0,0 0 0 0 0,1 0 0 0 0,-1 0 0 0 0,1 0 0 0 0,-1 0-1 0 0,1 0 1 0 0,-1-1 0 0 0,1 1 0 0 0,0 0 0 0 0,-1 1 0 0 0,1-1 0 0 0,0 0 0 0 0,0 0-1 0 0,0 1 1 0 0,-4 12 602 0 0,1 0 0 0 0,0 0 0 0 0,1 0 0 0 0,1 0-1 0 0,1 25 1 0 0,1-19-439 0 0,1-1-1 0 0,1 1 1 0 0,1-1-1 0 0,0 0 1 0 0,2 0-1 0 0,10 26 1 0 0,-14-41-271 0 0,0 0 0 0 0,0-1 0 0 0,0 1 0 0 0,0-1 0 0 0,0 1 0 0 0,1-1 0 0 0,-1 0 0 0 0,1 0 0 0 0,0 0 0 0 0,0 0 0 0 0,0 0 0 0 0,1-1 0 0 0,-1 0 0 0 0,1 1 0 0 0,-1-1 0 0 0,7 2 0 0 0,-5-2-207 0 0,0-1 1 0 0,0 0-1 0 0,0 0 0 0 0,0 0 0 0 0,0-1 0 0 0,1 1 0 0 0,-1-1 0 0 0,0-1 0 0 0,0 1 0 0 0,0-1 0 0 0,10-2 0 0 0,-6 1-572 0 0,0-2-1 0 0,0 1 1 0 0,0-1-1 0 0,0 0 0 0 0,0-1 1 0 0,8-5-1 0 0,-10 4-696 0 0,1 1 0 0 0,-1-1 1 0 0,-1 0-1 0 0,1-1 0 0 0,11-14 0 0 0,2-10-6437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4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179 107 2500 0 0,'-64'-49'10621'0'0,"-3"7"-4926"0"0,59 37-5401 0 0,-14-5 730 0 0,5 9-3696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4 1368 0 0,'10'-4'16316'0'0,"-8"8"-15569"0"0,-1-1 0 0 0,1 1 0 0 0,-1-1 0 0 0,0 1 0 0 0,0-1 0 0 0,0 1 0 0 0,-1 0 0 0 0,1 7-1 0 0,0 38 2676 0 0,-1-22-2328 0 0,-17 361 2994 0 0,-1-61-5659 0 0,19-317 1778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5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128 130 592 0 0,'-119'-55'15508'0'0,"119"55"-15483"0"0,-1 0 1 0 0,1 0-1 0 0,-1 0 0 0 0,1 0 0 0 0,0 0 1 0 0,-1 0-1 0 0,1-1 0 0 0,0 1 0 0 0,-1 0 1 0 0,1 0-1 0 0,0 0 0 0 0,-1 0 0 0 0,1 0 1 0 0,0-1-1 0 0,-1 1 0 0 0,1 0 0 0 0,0 0 1 0 0,0-1-1 0 0,-1 1 0 0 0,1 0 0 0 0,0 0 1 0 0,0-1-1 0 0,-1 1 0 0 0,1 0 0 0 0,0-1 1 0 0,0 1-1 0 0,0 0 0 0 0,0-1 0 0 0,-1 1 1 0 0,1 0-1 0 0,0-1 0 0 0,0 1 0 0 0,0 0 1 0 0,0-1-1 0 0,0 1 0 0 0,0 0 0 0 0,0-1 1 0 0,0 1-1 0 0,0 0 0 0 0,0-1 0 0 0,0 1 1 0 0,0-1-1 0 0,0 1 0 0 0,1 0 0 0 0,-1-1 1 0 0,0 1-1 0 0,0 0 0 0 0,0-1 0 0 0,0 1 1 0 0,1 0-1 0 0,-1-1 0 0 0,0 1 0 0 0,0 0 1 0 0,0 0-1 0 0,1-1 0 0 0,-1 1 0 0 0,0 0 0 0 0,1 0 1 0 0,-1-1-1 0 0,1 1 0 0 0,17-11 380 0 0,5 4-305 0 0,1 1 0 0 0,-1 1 0 0 0,1 1-1 0 0,35-2 1 0 0,-24 3-56 0 0,2-1-5 0 0,24-3-1 0 0,0 2 0 0 0,108 6 0 0 0,-165-1 58 0 0,0 0 1 0 0,0 1-1 0 0,0 0 0 0 0,0 0 0 0 0,0 0 1 0 0,0 1-1 0 0,0-1 0 0 0,0 1 0 0 0,-1 0 1 0 0,1 0-1 0 0,0 0 0 0 0,-1 1 0 0 0,0-1 1 0 0,0 1-1 0 0,1 0 0 0 0,-2 0 0 0 0,1 0 1 0 0,0 0-1 0 0,-1 0 0 0 0,1 1 0 0 0,-1-1 1 0 0,0 1-1 0 0,0 0 0 0 0,0-1 0 0 0,0 1 1 0 0,-1 0-1 0 0,0 0 0 0 0,1 5 0 0 0,2 11 562 0 0,-1 0 1 0 0,-1 1-1 0 0,-1-1 0 0 0,-3 34 0 0 0,1-15-349 0 0,1-35-263 0 0,0 0 0 0 0,0 1 1 0 0,0-1-1 0 0,0 0 0 0 0,1-1 1 0 0,0 1-1 0 0,0 0 0 0 0,0 0 1 0 0,0 0-1 0 0,0 0 0 0 0,1-1 1 0 0,0 1-1 0 0,2 4 0 0 0,-2-7-37 0 0,0 0 1 0 0,-1-1-1 0 0,1 1 0 0 0,0-1 0 0 0,0 1 0 0 0,0-1 0 0 0,-1 0 0 0 0,1 0 0 0 0,0 1 0 0 0,0-1 0 0 0,0-1 0 0 0,0 1 0 0 0,-1 0 1 0 0,1 0-1 0 0,0-1 0 0 0,2 0 0 0 0,-3 1 3 0 0,8-2-26 0 0,0-1 0 0 0,-1 0-1 0 0,1-1 1 0 0,-1 0 0 0 0,1 0 0 0 0,-1-1 0 0 0,-1 0-1 0 0,1 0 1 0 0,-1-1 0 0 0,0 0 0 0 0,0 0-1 0 0,11-13 1 0 0,3-7-287 0 0,-1-1 1 0 0,18-33-1 0 0,-32 51 272 0 0,49-92-294 0 0,-54 99 281 0 0,-14 32 58 0 0,-61 258 2361 0 0,-27 80 12 0 0,89-337-2006 0 0,-1 0 0 0 0,-1-1 0 0 0,-34 52 0 0 0,40-71-216 0 0,0 1 0 0 0,-2-2 0 0 0,1 0 0 0 0,-22 18 0 0 0,24-23-105 0 0,0 0 0 0 0,0-1 0 0 0,0 0 1 0 0,0 0-1 0 0,0-1 0 0 0,-1 0 1 0 0,1 0-1 0 0,-1-1 0 0 0,-13 3 1 0 0,17-5-65 0 0,0 1 0 0 0,0-1 0 0 0,0 0 1 0 0,0 0-1 0 0,0 0 0 0 0,0 0 0 0 0,0-1 1 0 0,0 0-1 0 0,1 0 0 0 0,-1 0 0 0 0,0 0 1 0 0,0 0-1 0 0,0-1 0 0 0,1 0 1 0 0,-1 1-1 0 0,1-2 0 0 0,-1 1 0 0 0,1 0 1 0 0,0-1-1 0 0,0 1 0 0 0,0-1 0 0 0,0 0 1 0 0,0 0-1 0 0,1 0 0 0 0,-1 0 0 0 0,1 0 1 0 0,-3-6-1 0 0,2 4-169 0 0,1-1 0 0 0,0 0 1 0 0,0 0-1 0 0,0 0 0 0 0,0 0 0 0 0,1 0 0 0 0,0 0 1 0 0,1 0-1 0 0,-1 0 0 0 0,1 0 0 0 0,0 0 0 0 0,1 0 1 0 0,-1-1-1 0 0,1 1 0 0 0,0 0 0 0 0,1 0 0 0 0,3-9 1 0 0,1 1-541 0 0,1 0 1 0 0,1 1 0 0 0,0 0-1 0 0,1 0 1 0 0,0 1-1 0 0,1 0 1 0 0,13-12 0 0 0,5-3-2243 0 0,53-38 0 0 0,11 4-4830 0 0,-41 31 444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5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36 1012 0 0,'-177'6'17518'0'0,"181"-7"-17151"0"0,67-12 126 0 0,57-9-522 0 0,-84 18-3921 0 0,1 2-3572 0 0,-29 2 2037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5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0 2020 0 0,'-10'5'1751'0'0,"0"0"1"0"0,0 0-1 0 0,1 1 0 0 0,0 0 1 0 0,0 1-1 0 0,1 0 0 0 0,0 0 0 0 0,-10 11 1 0 0,18-17-1669 0 0,0-1 0 0 0,-1 1 0 0 0,1-1 0 0 0,0 1 0 0 0,-1 0 0 0 0,1-1 1 0 0,0 1-1 0 0,0-1 0 0 0,0 1 0 0 0,0 0 0 0 0,-1-1 0 0 0,1 1 0 0 0,0-1 1 0 0,0 1-1 0 0,0 0 0 0 0,0-1 0 0 0,0 1 0 0 0,1 0 0 0 0,-1-1 0 0 0,0 1 1 0 0,0-1-1 0 0,0 1 0 0 0,0 0 0 0 0,1-1 0 0 0,-1 1 0 0 0,0-1 0 0 0,1 1 1 0 0,-1-1-1 0 0,0 1 0 0 0,1-1 0 0 0,-1 1 0 0 0,0-1 0 0 0,1 1 0 0 0,0 0 1 0 0,1 0 23 0 0,0 1 1 0 0,0-1-1 0 0,0 0 1 0 0,0 1 0 0 0,0-1-1 0 0,0 0 1 0 0,0 0-1 0 0,4 1 1 0 0,19 4 171 0 0,0-2 0 0 0,1 0 0 0 0,-1-1 0 0 0,36-2 0 0 0,105-11-1730 0 0,-85 3-50 0 0,65-8-2549 0 0,-50 0-2455 0 0,-35 4-639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6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0 153 1976 0 0,'0'-6'721'0'0,"1"-1"0"0"0,0 1 0 0 0,0 0 0 0 0,0 0 0 0 0,1-1 0 0 0,0 1 0 0 0,0 0 0 0 0,0 1 0 0 0,5-9 0 0 0,-2 6-422 0 0,-1 1 0 0 0,1 0 0 0 0,1 0 0 0 0,-1 0-1 0 0,1 1 1 0 0,1-1 0 0 0,-1 1 0 0 0,1 1 0 0 0,0-1 0 0 0,9-4 0 0 0,-15 9-273 0 0,1 0 0 0 0,0 0 0 0 0,0 0 0 0 0,1 0 0 0 0,-1 1 1 0 0,0-1-1 0 0,0 0 0 0 0,0 1 0 0 0,0 0 0 0 0,1-1 0 0 0,-1 1 0 0 0,0 0 0 0 0,0 0 0 0 0,0 1 1 0 0,1-1-1 0 0,-1 0 0 0 0,0 1 0 0 0,3 0 0 0 0,-1 1 25 0 0,-1-1 1 0 0,1 1-1 0 0,-1 0 0 0 0,1 0 1 0 0,-1 1-1 0 0,0-1 0 0 0,0 1 1 0 0,0 0-1 0 0,4 4 0 0 0,0 2 84 0 0,0 0-1 0 0,-1 1 0 0 0,0 0 1 0 0,-1 0-1 0 0,0 0 0 0 0,4 13 0 0 0,1 8 179 0 0,-2 0-1 0 0,-1 0 1 0 0,-1 1-1 0 0,1 47 1 0 0,-6-23 211 0 0,-10 97 0 0 0,5-97 711 0 0,4-54-920 0 0,9-9-104 0 0,-1-3-181 0 0,-1 0 1 0 0,-1-1-1 0 0,0 1 1 0 0,-1-1-1 0 0,0-1 0 0 0,5-14 1 0 0,10-24-18 0 0,11-15-7 0 0,-13 26-4 0 0,0 2-1 0 0,3 0 1 0 0,1 1 0 0 0,33-41 0 0 0,-52 74-8 0 0,0 0 0 0 0,0 0 1 0 0,0 0-1 0 0,0 0 0 0 0,1 0 1 0 0,-1 1-1 0 0,1 0 0 0 0,-1 0 1 0 0,1 0-1 0 0,0 0 0 0 0,0 0 1 0 0,0 1-1 0 0,7-2 0 0 0,-8 3 4 0 0,-1-1-1 0 0,0 1 0 0 0,1 0 1 0 0,-1 0-1 0 0,0 1 0 0 0,1-1 1 0 0,-1 0-1 0 0,0 1 0 0 0,0-1 1 0 0,1 1-1 0 0,-1 0 0 0 0,0 0 1 0 0,0 0-1 0 0,0 0 0 0 0,0 0 1 0 0,0 0-1 0 0,0 1 0 0 0,0-1 1 0 0,0 1-1 0 0,0-1 0 0 0,-1 1 1 0 0,1 0-1 0 0,-1-1 0 0 0,1 1 1 0 0,-1 0-1 0 0,0 0 0 0 0,2 2 1 0 0,2 6-27 0 0,0 0 1 0 0,-1-1-1 0 0,0 2 1 0 0,-1-1-1 0 0,0 0 1 0 0,0 1 0 0 0,1 16-1 0 0,-1 7-228 0 0,-2 37-1 0 0,-1-45 88 0 0,0 0-1 0 0,2 0 0 0 0,5 32 0 0 0,-5-52-236 0 0,-1 1 0 0 0,2 0 0 0 0,-1-1 0 0 0,0 1 0 0 0,1-1-1 0 0,0 0 1 0 0,5 7 0 0 0,-6-10-60 0 0,0-1 0 0 0,0 1 0 0 0,1-1 0 0 0,-1 1 0 0 0,1-1 0 0 0,0 0 0 0 0,-1 0 0 0 0,1 0 0 0 0,0 0 0 0 0,0-1 0 0 0,0 1 0 0 0,1-1 0 0 0,-1 1 0 0 0,0-1 0 0 0,0 0 0 0 0,5 0 0 0 0,8 1-3389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7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30 143 1580 0 0,'11'-27'3738'0'0,"-1"0"1"0"0,10-38-1 0 0,-15 50-2624 0 0,-3 8 331 0 0,-7 17 56 0 0,-10 21-305 0 0,1 1-1 0 0,-9 35 1 0 0,18-49-995 0 0,0 1-1 0 0,1 0 1 0 0,1 0 0 0 0,1 0 0 0 0,1 29 0 0 0,1-43-177 0 0,0 1 1 0 0,1-1-1 0 0,0 1 1 0 0,0-1-1 0 0,0 1 1 0 0,1-1-1 0 0,0 0 1 0 0,0 0-1 0 0,0 1 1 0 0,0-1 0 0 0,1-1-1 0 0,0 1 1 0 0,0 0-1 0 0,0-1 1 0 0,1 1-1 0 0,-1-1 1 0 0,1 0-1 0 0,8 6 1 0 0,-6-6-9 0 0,0 0 0 0 0,0-1 0 0 0,0 0 0 0 0,1 0 0 0 0,0-1 0 0 0,-1 1 0 0 0,1-1 0 0 0,0-1 0 0 0,0 1 0 0 0,0-1 0 0 0,0-1 0 0 0,0 1 0 0 0,0-1 0 0 0,11-1 0 0 0,-8 0-7 0 0,0 0 0 0 0,-1-1 0 0 0,1 0-1 0 0,0 0 1 0 0,0-1 0 0 0,-1 0 0 0 0,0-1 0 0 0,0 0 0 0 0,0-1 0 0 0,0 1 0 0 0,0-2 0 0 0,-1 1 0 0 0,0-1 0 0 0,0-1 0 0 0,-1 1 0 0 0,0-1 0 0 0,0-1 0 0 0,0 1 0 0 0,-1-1 0 0 0,0 0-1 0 0,-1 0 1 0 0,0-1 0 0 0,0 0 0 0 0,0 0 0 0 0,-2 0 0 0 0,1 0 0 0 0,-1-1 0 0 0,0 0 0 0 0,-1 1 0 0 0,0-1 0 0 0,0 0 0 0 0,-1 0 0 0 0,-1-10 0 0 0,1 10-12 0 0,-1 0 1 0 0,-1 1-1 0 0,0-1 1 0 0,0 0 0 0 0,-1 1-1 0 0,0-1 1 0 0,-1 1-1 0 0,0 0 1 0 0,0 0 0 0 0,-1 0-1 0 0,-6-12 1 0 0,7 17 0 0 0,0 0 1 0 0,0 0-1 0 0,0 0 1 0 0,-1 0-1 0 0,1 0 1 0 0,-1 1-1 0 0,0 0 1 0 0,0 0-1 0 0,0 0 1 0 0,0 0-1 0 0,-1 0 1 0 0,1 1-1 0 0,-1 0 1 0 0,0 0-1 0 0,0 0 1 0 0,1 1-1 0 0,-1-1 1 0 0,0 1-1 0 0,0 0 1 0 0,0 1 0 0 0,-1-1-1 0 0,1 1 1 0 0,-7 0-1 0 0,3 1-122 0 0,0 0 0 0 0,0 1 0 0 0,0 0 0 0 0,0 0 0 0 0,1 0 0 0 0,-1 1 0 0 0,1 1 0 0 0,-1 0-1 0 0,1 0 1 0 0,-12 8 0 0 0,16-9-243 0 0,0 0 0 0 0,1 0-1 0 0,-1 0 1 0 0,1 1-1 0 0,-1 0 1 0 0,1-1 0 0 0,0 1-1 0 0,1 0 1 0 0,-4 6 0 0 0,4-6-266 0 0,1-1 1 0 0,0 0 0 0 0,0 1-1 0 0,0-1 1 0 0,0 1 0 0 0,0 0-1 0 0,1-1 1 0 0,0 1-1 0 0,0 0 1 0 0,0-1 0 0 0,0 1-1 0 0,0-1 1 0 0,2 7 0 0 0,1 6-5665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7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36 328 0 0,'31'-10'6461'0'0,"6"-1"717"0"0,-15 5-5369 0 0,-19 6-1266 0 0,-1-1-132 0 0,9-3-83 0 0,-9 3-66 0 0,9-1 78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8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295 567 2764 0 0,'-28'-13'4188'0'0,"-1"-1"-1"0"0,-32-23 0 0 0,60 37-4152 0 0,0 0 1 0 0,1-1-1 0 0,-1 1 0 0 0,0 0 0 0 0,0-1 1 0 0,0 1-1 0 0,1 0 0 0 0,-1 0 0 0 0,0 0 0 0 0,0 0 1 0 0,0-1-1 0 0,0 1 0 0 0,0 0 0 0 0,1 1 1 0 0,-1-1-1 0 0,0 0 0 0 0,0 0 0 0 0,0 0 1 0 0,0 0-1 0 0,0 1 0 0 0,1-1 0 0 0,-1 0 1 0 0,0 1-1 0 0,0-1 0 0 0,0 1 0 0 0,-18 14 452 0 0,17-13-401 0 0,-10 10 183 0 0,0 1 1 0 0,1 0-1 0 0,1 1 1 0 0,0 0-1 0 0,-9 19 1 0 0,4-2 11 0 0,-20 51 0 0 0,33-76-252 0 0,0 1 0 0 0,0-1 0 0 0,1 1 0 0 0,0 0 0 0 0,0 0 0 0 0,0 0 0 0 0,1 0 0 0 0,0 0 0 0 0,1-1 0 0 0,-1 1 0 0 0,3 8 0 0 0,-3-12-18 0 0,1 0-1 0 0,0 0 1 0 0,0 0-1 0 0,1 0 1 0 0,-1 0 0 0 0,1 0-1 0 0,-1 0 1 0 0,1-1-1 0 0,0 1 1 0 0,0 0 0 0 0,0-1-1 0 0,0 0 1 0 0,0 0 0 0 0,1 1-1 0 0,-1-1 1 0 0,1 0-1 0 0,0-1 1 0 0,-1 1 0 0 0,1 0-1 0 0,0-1 1 0 0,0 0-1 0 0,0 1 1 0 0,0-1 0 0 0,0-1-1 0 0,0 1 1 0 0,3 0-1 0 0,5 1-1 0 0,-1-1 0 0 0,1-1 0 0 0,-1 1 0 0 0,1-2 0 0 0,-1 0 0 0 0,0 0 0 0 0,1-1 0 0 0,-1 0 0 0 0,0-1 0 0 0,0 0 0 0 0,0 0 0 0 0,0-1 0 0 0,-1 0 0 0 0,1-1 0 0 0,-1 0 0 0 0,0-1 0 0 0,-1 0 0 0 0,13-11 0 0 0,-9 7-8 0 0,-2-1 1 0 0,1 0-1 0 0,-1-1 1 0 0,-1 0-1 0 0,0 0 1 0 0,-1-1-1 0 0,-1 0 1 0 0,1-1-1 0 0,-2 0 1 0 0,0 0-1 0 0,-1 0 1 0 0,4-17-1 0 0,-4 9 1 0 0,-2-2-1 0 0,0 1 0 0 0,-2 0 0 0 0,0-1 0 0 0,-2 1 1 0 0,0 0-1 0 0,-2-1 0 0 0,0 1 0 0 0,-2 0 0 0 0,0 1 0 0 0,-2-1 1 0 0,-9-22-1 0 0,14 40-3 0 0,-1 0 0 0 0,1 0 1 0 0,-1 1-1 0 0,0-1 0 0 0,0 0 0 0 0,0 1 1 0 0,-1 0-1 0 0,1 0 0 0 0,-1 0 1 0 0,0 0-1 0 0,-1 0 0 0 0,-6-4 0 0 0,8 7 1 0 0,0-1-1 0 0,0 1 0 0 0,0-1 1 0 0,0 1-1 0 0,-1 0 1 0 0,1 0-1 0 0,-1 1 0 0 0,1-1 1 0 0,-1 1-1 0 0,1 0 0 0 0,0 0 1 0 0,-1 0-1 0 0,1 0 1 0 0,-1 0-1 0 0,1 1 0 0 0,-1-1 1 0 0,1 1-1 0 0,0 0 0 0 0,-1 0 1 0 0,-4 3-1 0 0,-3 2-2 0 0,0 0 0 0 0,1 0 0 0 0,0 1 0 0 0,1 1 0 0 0,-1-1 0 0 0,2 2 0 0 0,-1-1 0 0 0,1 1 0 0 0,0 0-1 0 0,-6 11 1 0 0,5-7 3 0 0,1 0 0 0 0,0 0-1 0 0,1 1 1 0 0,1 0 0 0 0,0 1-1 0 0,1-1 1 0 0,-5 22 0 0 0,9-31 3 0 0,0 1 0 0 0,0 0 0 0 0,1 0 0 0 0,0 0 0 0 0,0 0 0 0 0,0 0 0 0 0,1 0 0 0 0,0 0 1 0 0,0 0-1 0 0,0-1 0 0 0,1 1 0 0 0,-1 0 0 0 0,2-1 0 0 0,-1 1 0 0 0,1-1 0 0 0,-1 0 0 0 0,1 1 0 0 0,5 5 0 0 0,-2-5 0 0 0,-1 0 0 0 0,1-1 0 0 0,0 1 0 0 0,1-1 0 0 0,-1-1-1 0 0,1 1 1 0 0,0-1 0 0 0,0 0 0 0 0,0-1 0 0 0,1 0 0 0 0,-1 0-1 0 0,1 0 1 0 0,8 1 0 0 0,9 1-2 0 0,0-1 0 0 0,1-2 0 0 0,-1 0 0 0 0,1-2 0 0 0,-1-1 0 0 0,0-1 0 0 0,1 0 1 0 0,-1-2-1 0 0,35-11 0 0 0,-29 6-2 0 0,-1-1 0 0 0,0-2 1 0 0,-1-1-1 0 0,0-1 0 0 0,-1-2 1 0 0,-1 0-1 0 0,29-24 0 0 0,-31 19 4 0 0,-2-1 0 0 0,0-1 0 0 0,-1-1 0 0 0,-1-1 0 0 0,-1-1 0 0 0,21-37 0 0 0,-20 24 6 0 0,-2 0 1 0 0,-1-1 0 0 0,-2-1-1 0 0,13-50 1 0 0,-27 82-7 0 0,0 1-1 0 0,-1 0 1 0 0,0-16 0 0 0,-1 24-2 0 0,0 0 0 0 0,0-1 0 0 0,0 1 0 0 0,1-1 1 0 0,-1 1-1 0 0,0 0 0 0 0,0-1 0 0 0,0 1 0 0 0,0-1 0 0 0,-1 1 1 0 0,1 0-1 0 0,0-1 0 0 0,0 1 0 0 0,0-1 0 0 0,0 1 0 0 0,0 0 1 0 0,0-1-1 0 0,-1 1 0 0 0,1 0 0 0 0,0-1 0 0 0,0 1 0 0 0,0 0 1 0 0,-1-1-1 0 0,1 1 0 0 0,0 0 0 0 0,-1 0 0 0 0,1-1 0 0 0,0 1 1 0 0,-1 0-1 0 0,1 0 0 0 0,0-1 0 0 0,-1 1 0 0 0,1 0 0 0 0,0 0 0 0 0,-1 0 1 0 0,1 0-1 0 0,0 0 0 0 0,-1-1 0 0 0,1 1 0 0 0,-1 0 0 0 0,1 0 1 0 0,0 0-1 0 0,-1 0 0 0 0,1 0 0 0 0,-1 0 0 0 0,1 0 0 0 0,0 0 1 0 0,-1 1-1 0 0,1-1 0 0 0,-1 0 0 0 0,1 0 0 0 0,0 0 0 0 0,-1 0 1 0 0,1 0-1 0 0,0 1 0 0 0,-1-1 0 0 0,1 0 0 0 0,0 0 0 0 0,-1 1 1 0 0,1-1-1 0 0,-22 18-5 0 0,8 3-4 0 0,0 0-1 0 0,1 2 1 0 0,1 0-1 0 0,1 0 1 0 0,-15 47-1 0 0,17-47 8 0 0,-30 94 613 0 0,-34 168 0 0 0,2 126 808 0 0,-12 330 246 0 0,46-444-169 0 0,36-292-1363 0 0,1 0 0 0 0,-1 1 0 0 0,0-1 0 0 0,-1 0 0 0 0,1 0 0 0 0,-1 0 0 0 0,0-1 0 0 0,0 1 0 0 0,-1 0 0 0 0,1-1 0 0 0,-1 1 0 0 0,0-1 0 0 0,0 0 0 0 0,-6 7 0 0 0,8-11-117 0 0,-1 0 1 0 0,1-1 0 0 0,0 1-1 0 0,0 0 1 0 0,0 0 0 0 0,0 0-1 0 0,0-1 1 0 0,0 1 0 0 0,0-1-1 0 0,0 1 1 0 0,0-1 0 0 0,0 1 0 0 0,1-1-1 0 0,-1 1 1 0 0,0-1 0 0 0,0 0-1 0 0,-1-1 1 0 0,2 2-1 0 0,-3-3 7 0 0,0 0 0 0 0,0-1 1 0 0,0 1-1 0 0,0-1 1 0 0,1 1-1 0 0,0-1 1 0 0,0 0-1 0 0,0 0 0 0 0,0 0 1 0 0,-2-6-1 0 0,-9-46 78 0 0,10 44-79 0 0,-7-42 15 0 0,3-1 1 0 0,2 0-1 0 0,2 0 1 0 0,2 0 0 0 0,3 0-1 0 0,17-101 1 0 0,-12 120-86 0 0,2 0-1 0 0,1 0 1 0 0,2 1 0 0 0,1 0 0 0 0,2 1-1 0 0,2 0 1 0 0,0 2 0 0 0,2 0-1 0 0,2 1 1 0 0,1 0 0 0 0,28-28 0 0 0,-30 38-411 0 0,1 2 1 0 0,1 1 0 0 0,1 1-1 0 0,1 0 1 0 0,0 2 0 0 0,1 1-1 0 0,0 1 1 0 0,45-16 0 0 0,-41 19-2050 0 0,39-8-1 0 0,-37 13-2122 0 0,38-3-1 0 0,-41 6-2520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9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338 475 2748 0 0,'-6'-5'735'0'0,"-2"-4"296"0"0,-1 1 0 0 0,0 1 0 0 0,0-1 0 0 0,-1 2 0 0 0,0-1 0 0 0,0 1 0 0 0,0 1 0 0 0,-14-6 0 0 0,21 11-919 0 0,0-1 0 0 0,0 1 0 0 0,-1 0 0 0 0,1 0-1 0 0,0 0 1 0 0,-1 1 0 0 0,1-1 0 0 0,0 1 0 0 0,0 0 0 0 0,-1-1 0 0 0,1 1 0 0 0,0 1 0 0 0,0-1 0 0 0,0 0 0 0 0,0 1 0 0 0,-4 3 0 0 0,-1 0 93 0 0,0 1 0 0 0,1-1 0 0 0,0 1-1 0 0,-9 12 1 0 0,-2 3 93 0 0,1 1-1 0 0,0 0 0 0 0,2 1 0 0 0,-17 37 1 0 0,27-49-252 0 0,0 1 0 0 0,1-1 0 0 0,0 1 1 0 0,1 0-1 0 0,0-1 0 0 0,1 2 0 0 0,0-1 1 0 0,1 0-1 0 0,0 0 0 0 0,1 0 0 0 0,1 1 1 0 0,3 18-1 0 0,-4-27-34 0 0,1 0 0 0 0,0-1 0 0 0,1 1 0 0 0,-1 0 0 0 0,1-1 0 0 0,-1 1 0 0 0,1-1 0 0 0,0 0 0 0 0,0 0 0 0 0,1 0 0 0 0,-1 0 0 0 0,0 0 0 0 0,1 0 0 0 0,0 0 0 0 0,0-1 0 0 0,6 5 0 0 0,-4-4-6 0 0,0-1 1 0 0,1 1-1 0 0,0-1 0 0 0,0 0 0 0 0,0 0 0 0 0,0 0 1 0 0,0-1-1 0 0,0 0 0 0 0,11 0 0 0 0,-2-1-80 0 0,0 0 0 0 0,0-2 1 0 0,0 0-1 0 0,0 0 0 0 0,0-2 0 0 0,-1 1 0 0 0,28-13 0 0 0,-26 8-15 0 0,0 0 0 0 0,0-1-1 0 0,-2-1 1 0 0,1-1 0 0 0,-1 0 0 0 0,-1-1-1 0 0,0 0 1 0 0,0-1 0 0 0,-1 0 0 0 0,-1-1-1 0 0,12-19 1 0 0,-3-1 87 0 0,-1-1 0 0 0,-2 0 0 0 0,25-75 0 0 0,-42 109 6 0 0,1 1 0 0 0,-1 0 0 0 0,0-1 1 0 0,0 1-1 0 0,0 0 0 0 0,0-1 0 0 0,0 1 1 0 0,1 0-1 0 0,-1-1 0 0 0,0 1 0 0 0,0 0 0 0 0,0-1 1 0 0,0 1-1 0 0,0 0 0 0 0,0-1 0 0 0,0 1 0 0 0,0 0 1 0 0,0-1-1 0 0,0 1 0 0 0,0 0 0 0 0,0-1 1 0 0,-1 1-1 0 0,1 0 0 0 0,0-1 0 0 0,0 1 0 0 0,0 0 1 0 0,0-1-1 0 0,-1 1 0 0 0,-7 3 59 0 0,-11 14 95 0 0,11-4-45 0 0,1 0 0 0 0,0 0 0 0 0,1 1-1 0 0,1-1 1 0 0,0 1 0 0 0,1 1 0 0 0,0-1 0 0 0,1 1-1 0 0,1 0 1 0 0,0-1 0 0 0,1 1 0 0 0,0 0 0 0 0,1 0 0 0 0,4 23-1 0 0,-3-32-91 0 0,1 0 0 0 0,0 0 0 0 0,0 0 0 0 0,1 0 0 0 0,-1-1 0 0 0,1 1 0 0 0,0-1 0 0 0,1 0 0 0 0,-1 0-1 0 0,1 0 1 0 0,0 0 0 0 0,0-1 0 0 0,1 1 0 0 0,-1-1 0 0 0,1 0 0 0 0,0-1 0 0 0,0 1 0 0 0,0-1 0 0 0,0 0-1 0 0,1 0 1 0 0,0-1 0 0 0,-1 1 0 0 0,1-1 0 0 0,0 0 0 0 0,0-1 0 0 0,0 0 0 0 0,0 1 0 0 0,0-2 0 0 0,0 1 0 0 0,8-1-1 0 0,-4 0-10 0 0,1-1-1 0 0,-1 1 0 0 0,0-2 1 0 0,0 0-1 0 0,0 0 0 0 0,0 0 1 0 0,0-1-1 0 0,0-1 0 0 0,-1 0 1 0 0,1 0-1 0 0,-1-1 0 0 0,0 0 1 0 0,0-1-1 0 0,-1 1 0 0 0,0-2 1 0 0,0 1-1 0 0,11-13 0 0 0,-9 6-12 0 0,0-1 0 0 0,0-1-1 0 0,-2 0 1 0 0,0 0-1 0 0,-1 0 1 0 0,0-1 0 0 0,-1 0-1 0 0,-1-1 1 0 0,0 1-1 0 0,-1-1 1 0 0,-1 0 0 0 0,-1 0-1 0 0,-1 0 1 0 0,0-1-1 0 0,-1 1 1 0 0,0 0-1 0 0,-4-19 1 0 0,2 29 5 0 0,1 0 0 0 0,-1 0 0 0 0,0 0 0 0 0,-1 1 0 0 0,0-1 0 0 0,0 1-1 0 0,0-1 1 0 0,-1 1 0 0 0,0 0 0 0 0,0 0 0 0 0,0 1 0 0 0,-9-10 0 0 0,9 12-5 0 0,1 1 1 0 0,-1-1-1 0 0,1 0 1 0 0,-1 1-1 0 0,0 0 1 0 0,0 0-1 0 0,0 0 1 0 0,0 1-1 0 0,0-1 1 0 0,-1 1-1 0 0,1 0 1 0 0,0 0-1 0 0,-1 0 1 0 0,1 1-1 0 0,-1-1 1 0 0,1 1-1 0 0,0 0 1 0 0,-1 1-1 0 0,1-1 0 0 0,-1 1 1 0 0,-5 1-1 0 0,0 2 0 0 0,-1-1 0 0 0,1 2-1 0 0,0-1 1 0 0,1 2 0 0 0,-1-1-1 0 0,1 1 1 0 0,0 0 0 0 0,1 1-1 0 0,-1 0 1 0 0,1 1 0 0 0,-11 12-1 0 0,11-10 2 0 0,0 0 1 0 0,1 0-1 0 0,0 0 0 0 0,1 1 0 0 0,0 0 0 0 0,0 0 0 0 0,1 1 0 0 0,1 0 0 0 0,-6 22 0 0 0,9-30 7 0 0,1 0 1 0 0,-1 0-1 0 0,1 0 0 0 0,0 0 0 0 0,0 0 0 0 0,0 0 1 0 0,0 0-1 0 0,1 0 0 0 0,0 0 0 0 0,0 0 0 0 0,0 0 1 0 0,0 0-1 0 0,1 0 0 0 0,-1-1 0 0 0,1 1 0 0 0,3 4 1 0 0,-2-3 0 0 0,1-1 1 0 0,-1 0-1 0 0,1 0 1 0 0,0-1-1 0 0,1 1 1 0 0,-1-1-1 0 0,0 0 1 0 0,1 0-1 0 0,0 0 1 0 0,9 4 0 0 0,0-2 2 0 0,0-1 1 0 0,-1-1 0 0 0,1 1-1 0 0,1-2 1 0 0,-1 0 0 0 0,0-1 0 0 0,1-1-1 0 0,18-1 1 0 0,-14-1-47 0 0,0 0 0 0 0,-1-2 0 0 0,1-1 0 0 0,-1 0 0 0 0,0-1 0 0 0,0-1 1 0 0,-1 0-1 0 0,0-2 0 0 0,0 0 0 0 0,-1-1 0 0 0,0 0 0 0 0,0-1 0 0 0,-1-1 0 0 0,-1-1 0 0 0,0 0 0 0 0,-1-1 0 0 0,-1 0 0 0 0,0-1 0 0 0,0 0 0 0 0,-2-1 0 0 0,16-31 0 0 0,-7 9-46 0 0,-3-1-1 0 0,23-78 1 0 0,-33 90 52 0 0,0 0 1 0 0,-2-1-1 0 0,-1 1 0 0 0,-2-1 0 0 0,-2-42 1 0 0,1 69 31 0 0,0 0 0 0 0,0 0 1 0 0,0 0-1 0 0,0 0 0 0 0,0 0 0 0 0,0 1 1 0 0,0-1-1 0 0,-1 0 0 0 0,1 0 1 0 0,0 0-1 0 0,-1 0 0 0 0,1 0 1 0 0,-1 1-1 0 0,1-1 0 0 0,-1 0 0 0 0,1 0 1 0 0,-2 0-1 0 0,2 1 2 0 0,-1-1-1 0 0,1 1 1 0 0,0 0-1 0 0,-1 0 1 0 0,1 0-1 0 0,-1 0 1 0 0,1 0-1 0 0,-1-1 1 0 0,1 1-1 0 0,-1 0 1 0 0,1 0-1 0 0,-1 0 1 0 0,1 0-1 0 0,-1 0 1 0 0,1 0-1 0 0,-1 1 1 0 0,1-1-1 0 0,0 0 1 0 0,-1 0-1 0 0,1 0 1 0 0,-1 0-1 0 0,1 1 1 0 0,-1-1-1 0 0,-2 2 13 0 0,1-1-1 0 0,0 1 1 0 0,0 0-1 0 0,0-1 1 0 0,0 1-1 0 0,1 0 1 0 0,-1 0-1 0 0,0 0 1 0 0,1 1-1 0 0,0-1 1 0 0,-2 3-1 0 0,-11 27 332 0 0,2 1 1 0 0,1 0-1 0 0,2 0 0 0 0,-10 63 1 0 0,12-34 143 0 0,1 113 0 0 0,7-152-423 0 0,1 1 1 0 0,0-1-1 0 0,2 1 0 0 0,0-1 0 0 0,14 40 0 0 0,-14-54-52 0 0,0 0-1 0 0,0 0 1 0 0,0 0-1 0 0,2 0 1 0 0,-1-1-1 0 0,1 1 1 0 0,0-2 0 0 0,0 1-1 0 0,1-1 1 0 0,0 0-1 0 0,1 0 1 0 0,-1 0-1 0 0,1-1 1 0 0,0-1-1 0 0,1 1 1 0 0,8 3-1 0 0,-4-3-134 0 0,-1-2 0 0 0,1 1-1 0 0,0-2 1 0 0,1 1 0 0 0,-1-2 0 0 0,0 0-1 0 0,1 0 1 0 0,-1-2 0 0 0,1 1 0 0 0,20-3-1 0 0,-23 0-378 0 0,1 0 0 0 0,-1 0-1 0 0,0-1 1 0 0,0-1 0 0 0,0 0 0 0 0,0 0-1 0 0,17-10 1 0 0,-23 10-1132 0 0,-1 0 0 0 0,1 0 0 0 0,-1 0 0 0 0,0-1 0 0 0,6-7 0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59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1160 0 0,'36'-33'24410'0'0,"-32"30"-25341"0"0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4:01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59 1260 0 0,'9'-22'6250'0'0,"10"-12"-2144"0"0,-18 32-3573 0 0,0 3-490 0 0,1 0 0 0 0,-1 0 1 0 0,0 1-1 0 0,1-1 0 0 0,-1 1 0 0 0,0-1 0 0 0,0 1 1 0 0,2 3-1 0 0,-1 6 149 0 0,-1 1 0 0 0,-1 0 0 0 0,0 0 0 0 0,-1 0 0 0 0,0-1 0 0 0,-2 13 0 0 0,-21 72 614 0 0,11-50-515 0 0,6-18-167 0 0,2-14-64 0 0,1 1 0 0 0,1 0-1 0 0,0 0 1 0 0,1 0 0 0 0,1 1 0 0 0,0-1 0 0 0,2 27-1 0 0,0-39-41 0 0,-1 0 0 0 0,1 0-1 0 0,0 0 1 0 0,0-1-1 0 0,0 1 1 0 0,0 0-1 0 0,0-1 1 0 0,1 1-1 0 0,-1-1 1 0 0,1 1 0 0 0,-1-1-1 0 0,1 0 1 0 0,0 0-1 0 0,0 0 1 0 0,0 0-1 0 0,0 0 1 0 0,4 2-1 0 0,-2-1-1 0 0,0-1-1 0 0,1 0 1 0 0,-1-1-1 0 0,0 1 1 0 0,1-1-1 0 0,-1 0 0 0 0,1 0 1 0 0,-1 0-1 0 0,1 0 1 0 0,5-1-1 0 0,2 0 1 0 0,0-1 0 0 0,1 0 0 0 0,-1 0 1 0 0,0-2-1 0 0,1 0 0 0 0,-1 0 0 0 0,14-6 0 0 0,-14 3-13 0 0,-1 0 0 0 0,0 0 0 0 0,0-1 0 0 0,-1-1 0 0 0,0 1 0 0 0,0-2 0 0 0,-1 1 0 0 0,0-1 0 0 0,0-1 0 0 0,-1 0 0 0 0,13-20 0 0 0,1-7-15 0 0,-3-1 1 0 0,19-47-1 0 0,-24 50 8 0 0,-13 33-2 0 0,-3 6-9 0 0,0 0 13 0 0,1 0 1 0 0,-1 0-1 0 0,1 0 1 0 0,0 0-1 0 0,-1 8 1 0 0,1-8 6 0 0,-2 10 13 0 0,0-1 1 0 0,1 0-1 0 0,1 1 0 0 0,0 0 0 0 0,1-1 0 0 0,0 1 0 0 0,1-1 1 0 0,5 25-1 0 0,-4-32-14 0 0,0 1 0 0 0,0-1 0 0 0,0 1 1 0 0,1-1-1 0 0,0 0 0 0 0,1 0 0 0 0,-1 0 0 0 0,1-1 0 0 0,0 1 1 0 0,1-1-1 0 0,-1 0 0 0 0,1 0 0 0 0,0 0 0 0 0,0-1 1 0 0,1 0-1 0 0,-1 0 0 0 0,1 0 0 0 0,0 0 0 0 0,9 3 1 0 0,-8-4-151 0 0,0 0 0 0 0,0-1 1 0 0,0 1-1 0 0,0-1 1 0 0,0-1-1 0 0,1 0 1 0 0,-1 0-1 0 0,0 0 1 0 0,1-1-1 0 0,-1 0 1 0 0,10-1-1 0 0,-12 0 49 0 0,0 0 0 0 0,0-1 0 0 0,0 1 0 0 0,0-1 0 0 0,0 0 0 0 0,0 0 1 0 0,-1-1-1 0 0,1 1 0 0 0,-1-1 0 0 0,0 0 0 0 0,0 0 0 0 0,0-1 0 0 0,0 1 0 0 0,0-1 0 0 0,-1 0 0 0 0,7-8 0 0 0,0-4-35 0 0,0-1-1 0 0,-1 0 1 0 0,13-35-1 0 0,11-58 389 0 0,-26 87 23 0 0,9-37 472 0 0,-15 58-595 0 0,-1 14 476 0 0,-7 108 1281 0 0,3-70-1434 0 0,3 75 0 0 0,1-121-464 0 0,0 20 117 0 0,0-24-127 0 0,0 1-1 0 0,0-1 0 0 0,0 1 0 0 0,0-1 1 0 0,0 1-1 0 0,0-1 0 0 0,0 1 1 0 0,0-1-1 0 0,0 0 0 0 0,0 1 0 0 0,1-1 1 0 0,-1 1-1 0 0,0-1 0 0 0,0 1 1 0 0,0-1-1 0 0,0 0 0 0 0,1 1 1 0 0,-1-1-1 0 0,0 1 0 0 0,1-1 0 0 0,-1 0 1 0 0,0 1-1 0 0,0-1 0 0 0,1 0 1 0 0,-1 1-1 0 0,1-1 0 0 0,-1 0 0 0 0,0 0 1 0 0,1 1-1 0 0,-1-1 0 0 0,1 0 1 0 0,-1 0-1 0 0,0 0 0 0 0,1 0 0 0 0,-1 1 1 0 0,1-1-1 0 0,0 0 0 0 0,1-1-17 0 0,1 0-1 0 0,-1 0 0 0 0,0-1 0 0 0,0 1 1 0 0,0-1-1 0 0,0 1 0 0 0,0-1 1 0 0,0 0-1 0 0,0 1 0 0 0,0-1 1 0 0,-1 0-1 0 0,1 0 0 0 0,-1 0 0 0 0,1-1 1 0 0,-1 1-1 0 0,0 0 0 0 0,1-4 1 0 0,37-74-874 0 0,-27 50 656 0 0,20-32 1 0 0,-27 54 193 0 0,0 0 1 0 0,0 1-1 0 0,1-1 1 0 0,0 1-1 0 0,1 0 1 0 0,-1 1-1 0 0,1-1 1 0 0,12-7-1 0 0,-16 12 30 0 0,0 1 0 0 0,-1-1-1 0 0,1 1 1 0 0,0 0 0 0 0,0-1-1 0 0,0 1 1 0 0,0 1-1 0 0,0-1 1 0 0,0 0 0 0 0,0 1-1 0 0,0 0 1 0 0,1-1 0 0 0,-1 1-1 0 0,0 0 1 0 0,0 1-1 0 0,0-1 1 0 0,4 2 0 0 0,-2-1 4 0 0,0 1 1 0 0,0 0 0 0 0,0 0-1 0 0,0 1 1 0 0,-1-1-1 0 0,1 1 1 0 0,-1 0 0 0 0,1 0-1 0 0,5 7 1 0 0,-1 0 35 0 0,1 0 0 0 0,-2 1 0 0 0,1 0 0 0 0,-2 1 1 0 0,1 0-1 0 0,-2 0 0 0 0,7 14 0 0 0,-10-17 69 0 0,1 1 0 0 0,-1-1-1 0 0,-1 1 1 0 0,0-1 0 0 0,0 1-1 0 0,-1 0 1 0 0,0 0 0 0 0,-1-1 0 0 0,0 1-1 0 0,0 0 1 0 0,-1 0 0 0 0,0 0 0 0 0,-4 11-1 0 0,5-20-116 0 0,-5 14 351 0 0,5-15-327 0 0,0 1-1 0 0,0-1 1 0 0,-1 0-1 0 0,1 1 0 0 0,0-1 1 0 0,0 0-1 0 0,-1 0 1 0 0,1 1-1 0 0,0-1 1 0 0,0 0-1 0 0,-1 0 0 0 0,1 1 1 0 0,0-1-1 0 0,-1 0 1 0 0,1 0-1 0 0,0 0 0 0 0,-1 0 1 0 0,1 1-1 0 0,-1-1 1 0 0,1 0-1 0 0,0 0 1 0 0,-1 0-1 0 0,1 0 0 0 0,0 0 1 0 0,-1 0-1 0 0,1 0 1 0 0,-1 0-1 0 0,1 0 1 0 0,0 0-1 0 0,-1 0 0 0 0,1 0 1 0 0,-1 0-1 0 0,1-1 1 0 0,-1 0-5 0 0,1-1 0 0 0,-1 1-1 0 0,1-1 1 0 0,0 1 0 0 0,0-1 0 0 0,0 1 0 0 0,0-1 0 0 0,0 1 0 0 0,0-1 0 0 0,0 0 0 0 0,0 1 0 0 0,0-1 0 0 0,1 1 0 0 0,0-2 0 0 0,-1 2-3 0 0,5-17-3 0 0,0-1 1 0 0,2 1 0 0 0,0 1 0 0 0,12-22 0 0 0,44-64-79 0 0,-54 92 69 0 0,-1-1 0 0 0,20-18 0 0 0,-23 26 4 0 0,0-1 1 0 0,0 1 0 0 0,0 1-1 0 0,0-1 1 0 0,1 1 0 0 0,-1-1-1 0 0,1 2 1 0 0,10-5 0 0 0,-14 6 5 0 0,-1 1-1 0 0,0-1 1 0 0,1 1 0 0 0,-1-1 0 0 0,1 1 0 0 0,-1 0 0 0 0,1-1 0 0 0,-1 1 0 0 0,1 0 0 0 0,-1 0 0 0 0,1 0-1 0 0,-1 0 1 0 0,1 0 0 0 0,-1 0 0 0 0,0 0 0 0 0,1 1 0 0 0,-1-1 0 0 0,3 1 0 0 0,0 1 0 0 0,0-1 1 0 0,0 1-1 0 0,0-1 1 0 0,0 1 0 0 0,0 0 0 0 0,0 0 0 0 0,0 0 0 0 0,-1 0 0 0 0,1 1-1 0 0,-1-1 1 0 0,0 1 0 0 0,4 4 0 0 0,30 37 13 0 0,-32-38-6 0 0,10 17-56 0 0,0 1 1 0 0,18 42-1 0 0,-19-35-2999 0 0,20 30 0 0 0,-25-48-717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4:02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1 788 0 0,'0'0'5613'0'0,"0"0"-5449"0"0,1 0 0 0 0,-1 1 0 0 0,1-1 0 0 0,-1 0 0 0 0,1 1 0 0 0,-1-1 0 0 0,0 1 0 0 0,1-1 1 0 0,-1 0-1 0 0,0 1 0 0 0,1-1 0 0 0,-1 1 0 0 0,0-1 0 0 0,0 1 0 0 0,1-1 0 0 0,-1 1 0 0 0,0-1 0 0 0,0 1 1 0 0,0-1-1 0 0,0 1 0 0 0,1 0 0 0 0,1 175 6477 0 0,11 93-4610 0 0,-11-242-1168 0 0,-2-25-294 0 0,1-2-560 0 0,0 0 1 0 0,-1-1 0 0 0,1 1 0 0 0,0-1 0 0 0,0 1 0 0 0,0-1 0 0 0,-1 1 0 0 0,1-1-1 0 0,0 0 1 0 0,-1 1 0 0 0,1-1 0 0 0,0 0 0 0 0,-1 0 0 0 0,1 1 0 0 0,-1-1 0 0 0,1 0-1 0 0,-1 0 1 0 0,1-1 0 0 0,9-21 12 0 0,-9 19-7 0 0,93-198-257 0 0,-77 172 183 0 0,1 0-1 0 0,2 1 1 0 0,1 2-1 0 0,34-37 1 0 0,-48 58 42 0 0,0 1 0 0 0,0-1 0 0 0,1 1 0 0 0,0 1 1 0 0,0-1-1 0 0,10-3 0 0 0,-16 7 15 0 0,0 1 0 0 0,0-1 1 0 0,0 1-1 0 0,0-1 0 0 0,0 1 1 0 0,-1 0-1 0 0,1 0 0 0 0,0 0 0 0 0,0 0 1 0 0,0 0-1 0 0,0 0 0 0 0,0 1 1 0 0,0-1-1 0 0,0 1 0 0 0,0-1 0 0 0,0 1 1 0 0,-1-1-1 0 0,1 1 0 0 0,0 0 1 0 0,0 0-1 0 0,-1 0 0 0 0,1 0 0 0 0,-1 0 1 0 0,1 1-1 0 0,-1-1 0 0 0,1 0 1 0 0,-1 1-1 0 0,0-1 0 0 0,3 4 0 0 0,0 0 1 0 0,-1 1-1 0 0,1-1 0 0 0,-1 1 0 0 0,0 0 0 0 0,-1 0 0 0 0,1 0 1 0 0,1 8-1 0 0,-2-4 12 0 0,0 1-1 0 0,-1 0 1 0 0,-1-1 0 0 0,1 1 0 0 0,-2 0 0 0 0,-1 13-1 0 0,-15 66 61 0 0,5-37-28 0 0,11-47-58 0 0,0 0 1 0 0,0 0-1 0 0,1 0 0 0 0,-1 0 1 0 0,1 0-1 0 0,0 0 0 0 0,1 0 1 0 0,0 1-1 0 0,2 10 1 0 0,-1-14-60 0 0,-1 0 1 0 0,1-1-1 0 0,-1 1 0 0 0,1 0 1 0 0,0 0-1 0 0,0-1 1 0 0,0 1-1 0 0,1-1 1 0 0,-1 0-1 0 0,0 1 1 0 0,1-1-1 0 0,0 0 1 0 0,-1-1-1 0 0,1 1 1 0 0,0 0-1 0 0,0-1 0 0 0,0 1 1 0 0,0-1-1 0 0,0 0 1 0 0,4 1-1 0 0,7 2-373 0 0,0-1 0 0 0,0 0 0 0 0,1-1 0 0 0,0 0-1 0 0,-1-1 1 0 0,1-1 0 0 0,0 0 0 0 0,24-4 0 0 0,-18 0 74 0 0,-1-1-1 0 0,1 0 1 0 0,-1-2 0 0 0,0-1 0 0 0,26-13 0 0 0,-8-1 302 0 0,-2-1 1 0 0,0-2 0 0 0,-2-1 0 0 0,-1-2 0 0 0,40-42-1 0 0,-67 63 161 0 0,38-43 407 0 0,-41 47-436 0 0,-1-1-1 0 0,1 1 1 0 0,-1-1 0 0 0,0 0 0 0 0,0 0-1 0 0,0 0 1 0 0,-1 0 0 0 0,1 0 0 0 0,-1 0-1 0 0,0 0 1 0 0,1-9 0 0 0,-2 12-27 0 0,0 0 1 0 0,-1-1 0 0 0,1 1-1 0 0,0 0 1 0 0,0 0-1 0 0,-1 0 1 0 0,1 0 0 0 0,-1 0-1 0 0,1 0 1 0 0,-1 0-1 0 0,1 0 1 0 0,-1 0-1 0 0,0 0 1 0 0,1 0 0 0 0,-1 0-1 0 0,0 1 1 0 0,0-1-1 0 0,1 0 1 0 0,-1 0 0 0 0,0 1-1 0 0,0-1 1 0 0,0 0-1 0 0,0 1 1 0 0,0-1-1 0 0,0 1 1 0 0,0 0 0 0 0,0-1-1 0 0,0 1 1 0 0,0 0-1 0 0,-1-1 1 0 0,1 1 0 0 0,0 0-1 0 0,0 0 1 0 0,0 0-1 0 0,0 0 1 0 0,0 0-1 0 0,-3 1 1 0 0,-2-1 88 0 0,0 0 0 0 0,0 1 0 0 0,0 0 0 0 0,0 0 0 0 0,-7 3 0 0 0,7-2-44 0 0,1 0 0 0 0,-1 0 0 0 0,1 1 0 0 0,0 0-1 0 0,0 0 1 0 0,0 0 0 0 0,0 0 0 0 0,1 1 0 0 0,-1 0 0 0 0,1 0 0 0 0,0 0 0 0 0,0 0 0 0 0,0 1 0 0 0,1 0-1 0 0,0-1 1 0 0,0 1 0 0 0,0 0 0 0 0,0 1 0 0 0,1-1 0 0 0,0 0 0 0 0,0 1 0 0 0,0-1 0 0 0,1 1 0 0 0,-1 0-1 0 0,1 0 1 0 0,1-1 0 0 0,-1 1 0 0 0,1 0 0 0 0,0 0 0 0 0,1 0 0 0 0,-1-1 0 0 0,1 1 0 0 0,0 0-1 0 0,0 0 1 0 0,4 7 0 0 0,26 69 280 0 0,-29-77-309 0 0,0-2-176 0 0,-1-1 1 0 0,0 1-1 0 0,0 0 1 0 0,0-1-1 0 0,0 1 1 0 0,-1 0-1 0 0,1 5 1 0 0,-1-7-148 0 0,0 0 0 0 0,0 0 0 0 0,0 1-1 0 0,0-1 1 0 0,-1 0 0 0 0,1 0 0 0 0,0 0 0 0 0,-1 0-1 0 0,1 0 1 0 0,-1 0 0 0 0,0 0 0 0 0,1 0 0 0 0,-2 2 0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4:02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94 6177 0 0,'7'-23'16277'0'0,"-11"15"-15909"0"0,-4-1-1116 0 0,-11 2-1464 0 0,-2 2 656 0 0,-3-2-421 0 0,-12 0-1003 0 0,-19-5-1180 0 0,-10-3-2625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12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1 552 0 0,'-7'5'1352'0'0,"-3"5"-1960"0"0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12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75 1352 0 0,'-12'-4'5321'0'0,"12"4"-5191"0"0,0-1 0 0 0,0 0 0 0 0,0 1 1 0 0,0-1-1 0 0,0 0 0 0 0,0 0 1 0 0,0 1-1 0 0,0-1 0 0 0,0 0 0 0 0,0 1 1 0 0,0-1-1 0 0,1 0 0 0 0,-1 0 1 0 0,0 1-1 0 0,0-1 0 0 0,1-1 0 0 0,8-3 87 0 0,0 0-1 0 0,0 1 0 0 0,0 0 0 0 0,0 0 0 0 0,1 1 0 0 0,0 0 0 0 0,-1 1 0 0 0,1 0 0 0 0,0 1 0 0 0,0 0 0 0 0,0 0 0 0 0,11 1 0 0 0,-12 1-189 0 0,-1 0-1 0 0,1 1 0 0 0,0-1 1 0 0,-1 2-1 0 0,1-1 0 0 0,-1 1 1 0 0,0 1-1 0 0,0-1 0 0 0,0 1 1 0 0,0 1-1 0 0,-1-1 0 0 0,1 1 1 0 0,11 11-1 0 0,-11-8 7 0 0,-1 1 0 0 0,1 0 1 0 0,-2 0-1 0 0,1 0 0 0 0,-1 1 1 0 0,-1 0-1 0 0,0 0 0 0 0,0 0 0 0 0,5 19 1 0 0,-4-8 70 0 0,-2-1 0 0 0,0 1 0 0 0,-1 0 0 0 0,-2 0 0 0 0,0 0 0 0 0,-1 1 0 0 0,-1-1 0 0 0,-1 0 0 0 0,0 0 0 0 0,-12 40 0 0 0,-1-18 218 0 0,-6 20 1378 0 0,17-54-1174 0 0,0-13-203 0 0,0-16-160 0 0,5 0-150 0 0,1 1 0 0 0,1-1 0 0 0,0 1 0 0 0,2-1 0 0 0,7-21-1 0 0,42-91-59 0 0,-52 127 14 0 0,61-126 135 0 0,-50 108-518 0 0,0 0 0 0 0,2 2 0 0 0,26-32 0 0 0,-39 51 193 0 0,0-1-1 0 0,0 1 0 0 0,1 0 0 0 0,-1 0 1 0 0,1 0-1 0 0,-1 1 0 0 0,1-1 0 0 0,0 1 0 0 0,-1-1 1 0 0,1 1-1 0 0,3-1 0 0 0,-3 1-280 0 0,-1 0 0 0 0,1 1 1 0 0,-1 0-1 0 0,1 0 0 0 0,0 0 0 0 0,-1 0 0 0 0,1 0 0 0 0,4 1 0 0 0,9 10-4883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12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21 2292 0 0,'-2'10'9854'0'0,"2"-10"-9828"0"0,1 1 0 0 0,0-1-1 0 0,-1 1 1 0 0,1-1 0 0 0,0 0-1 0 0,-1 1 1 0 0,1-1 0 0 0,0 0-1 0 0,0 1 1 0 0,0-1 0 0 0,-1 0-1 0 0,1 0 1 0 0,0 0 0 0 0,0 0-1 0 0,0 0 1 0 0,0 0 0 0 0,-1 0-1 0 0,1 0 1 0 0,0 0-1 0 0,0 0 1 0 0,0-1 0 0 0,-1 1-1 0 0,1 0 1 0 0,1-1 0 0 0,30-9 173 0 0,-11 3-119 0 0,43-6-591 0 0,-24 10-3080 0 0,-33 4 767 0 0,9 3-913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12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 36 0 0,'-2'1'698'0'0,"-14"13"3358"0"0,1 0 1 0 0,-21 24 809 0 0,53-39-4530 0 0,145-37-2367 0 0,-97 25-3130 0 0,-32 5 708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14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80 129 1112 0 0,'0'0'8262'0'0,"-14"-8"-8101"0"0,7 5-141 0 0,-27-13 493 0 0,32 15-470 0 0,0-1 0 0 0,0 1 0 0 0,0 0 0 0 0,1-1 0 0 0,-1 1 0 0 0,0-1 0 0 0,1 1 0 0 0,-1-1 0 0 0,1 0 0 0 0,0 0 1 0 0,0 1-1 0 0,0-1 0 0 0,0 0 0 0 0,0 0 0 0 0,-1-3 0 0 0,2 4 12 0 0,0-1-53 0 0,1-1 1 0 0,-1 1-1 0 0,1-1 1 0 0,0 1 0 0 0,0 0-1 0 0,0-1 1 0 0,0 1-1 0 0,0 0 1 0 0,0 0-1 0 0,1 0 1 0 0,-1 0 0 0 0,1 0-1 0 0,0 0 1 0 0,-1 0-1 0 0,1 0 1 0 0,0 1-1 0 0,0-1 1 0 0,0 1 0 0 0,0-1-1 0 0,0 1 1 0 0,1 0-1 0 0,-1 0 1 0 0,4-2-1 0 0,6-2-4 0 0,-1 1 0 0 0,1 0-1 0 0,17-3 1 0 0,-18 5 6 0 0,1 1 0 0 0,-1 0 0 0 0,1 0 0 0 0,-1 1 0 0 0,1 1 0 0 0,-1 0 0 0 0,1 0 0 0 0,-1 1 0 0 0,0 1 0 0 0,1 0 1 0 0,-1 1-1 0 0,-1-1 0 0 0,1 2 0 0 0,-1 0 0 0 0,1 0 0 0 0,10 8 0 0 0,-15-8 7 0 0,0-1-1 0 0,0 1 1 0 0,0 0-1 0 0,-1 0 0 0 0,1 1 1 0 0,-1-1-1 0 0,-1 1 1 0 0,1 0-1 0 0,-1 1 1 0 0,0-1-1 0 0,0 1 1 0 0,-1-1-1 0 0,0 1 1 0 0,0 0-1 0 0,-1 1 1 0 0,0-1-1 0 0,0 0 1 0 0,0 1-1 0 0,-1-1 1 0 0,0 1-1 0 0,-1-1 1 0 0,0 1-1 0 0,0-1 1 0 0,0 1-1 0 0,-3 9 1 0 0,-1 2 96 0 0,-2 0 1 0 0,0 0 0 0 0,-1-1 0 0 0,0 0 0 0 0,-2-1-1 0 0,0 1 1 0 0,-1-2 0 0 0,0 1 0 0 0,-15 16-1 0 0,-17 16 678 0 0,-68 61 0 0 0,47-50-174 0 0,14-11-284 0 0,48-47-287 0 0,1-2-37 0 0,0 1 0 0 0,1-1 0 0 0,-1 0 0 0 0,0 1 0 0 0,0-1 0 0 0,1 0 0 0 0,-1 1 0 0 0,0-1 0 0 0,1 0 0 0 0,-1 0 0 0 0,1 1-1 0 0,-1-1 1 0 0,0 0 0 0 0,1 0 0 0 0,-1 0 0 0 0,0 1 0 0 0,1-1 0 0 0,-1 0 0 0 0,1 0 0 0 0,-1 0 0 0 0,1 0 0 0 0,-1 0 0 0 0,1 0 0 0 0,-1 0 0 0 0,0 0-1 0 0,1 0 1 0 0,-1 0 0 0 0,1 0 0 0 0,-1 0 0 0 0,1-1 0 0 0,14 0 13 0 0,-15 1-15 0 0,217-57 83 0 0,-146 35-74 0 0,-35 12-13 0 0,235-60-10 0 0,-228 58 80 0 0,-41 12-54 0 0,0-1-3 0 0,6-1-7 0 0,38-9 44 0 0,-44 11-36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16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26 908 0 0,'0'0'6206'0'0,"3"-11"-5027"0"0,0 9-1080 0 0,0 0 1 0 0,1 0 0 0 0,-1 0-1 0 0,0 0 1 0 0,0 1 0 0 0,1 0-1 0 0,4-1 1 0 0,-6 1 8 0 0,15 3 24 0 0,-13-2-98 0 0,-1 1 0 0 0,1 0 0 0 0,-1 1 0 0 0,1-1 0 0 0,-1 0 0 0 0,1 1 0 0 0,-1 0 0 0 0,0 0 0 0 0,0 0 0 0 0,0 0 0 0 0,4 4 0 0 0,-6-5-32 0 0,6 5 25 0 0,0 1-1 0 0,-1 0 1 0 0,0 0 0 0 0,0 1 0 0 0,-1 0 0 0 0,1 0 0 0 0,-2 0 0 0 0,1 1 0 0 0,-1-1 0 0 0,-1 1 0 0 0,1 0 0 0 0,-2 0 0 0 0,1 1 0 0 0,-1-1 0 0 0,0 0 0 0 0,-1 1 0 0 0,0-1 0 0 0,-1 18 0 0 0,-2 11-42 0 0,-2 0 0 0 0,-2 0 0 0 0,-12 48 0 0 0,15-74 1 0 0,-12 40 1092 0 0,8-73-920 0 0,10-5-111 0 0,1-1 1 0 0,1 1 0 0 0,1 1-1 0 0,15-39 1 0 0,-11 38-66 0 0,1 1 0 0 0,2 1 0 0 0,0 0-1 0 0,2 0 1 0 0,0 1 0 0 0,2 1 0 0 0,28-30 0 0 0,-41 49 22 0 0,-1 0 0 0 0,0 0 1 0 0,1 1-1 0 0,0-1 0 0 0,-1 1 0 0 0,1-1 1 0 0,0 1-1 0 0,0 0 0 0 0,1 1 0 0 0,-1-1 0 0 0,0 1 1 0 0,5-1-1 0 0,-6 1-1 0 0,-1 1 0 0 0,0 0 0 0 0,1 0 0 0 0,-1 0 0 0 0,1 0 0 0 0,-1 0 1 0 0,0 1-1 0 0,1-1 0 0 0,-1 1 0 0 0,0-1 0 0 0,1 1 0 0 0,-1 0 0 0 0,0 0 0 0 0,0 0 0 0 0,0 0 0 0 0,0 0 0 0 0,0 1 0 0 0,0-1 1 0 0,0 0-1 0 0,0 1 0 0 0,0 0 0 0 0,0-1 0 0 0,-1 1 0 0 0,2 2 0 0 0,3 5 9 0 0,-1-1-1 0 0,0 1 1 0 0,0 0 0 0 0,-1 1 0 0 0,0-1-1 0 0,-1 1 1 0 0,0 0 0 0 0,2 14-1 0 0,1 10-29 0 0,0 40 0 0 0,-2-17-123 0 0,-1-3 65 0 0,-3-38 75 0 0,1 1 0 0 0,0 0 0 0 0,1-1 0 0 0,7 23 0 0 0,-8-37-29 0 0,-1-1-1 0 0,1 1 1 0 0,0-1-1 0 0,0 1 1 0 0,0-1-1 0 0,0 1 0 0 0,1-1 1 0 0,-1 0-1 0 0,0 1 1 0 0,0-1-1 0 0,1 0 0 0 0,-1 0 1 0 0,1 0-1 0 0,-1 0 1 0 0,1 0-1 0 0,0 0 1 0 0,-1-1-1 0 0,1 1 0 0 0,0 0 1 0 0,-1-1-1 0 0,1 0 1 0 0,0 1-1 0 0,2-1 1 0 0,2 1-500 0 0,0 0 0 0 0,0-1 0 0 0,0 0 0 0 0,0-1 0 0 0,9 0 0 0 0,0-3-1795 0 0,-1 1-519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16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4 1560 0 0,'-4'0'3119'0'0,"-11"0"207"0"0,11 0-2507 0 0,-9 0-150 0 0,9 0 310 0 0,-12 1 907 0 0,5-1-1801 0 0,9 0 178 0 0,18 4-148 0 0,68-8 260 0 0,14-1-4458 0 0,-83 5 1219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16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66 2212 0 0,'-29'16'3069'0'0,"9"-5"-503"0"0,-27 20-1 0 0,46-31-2552 0 0,1 0 0 0 0,0 0-1 0 0,0 0 1 0 0,0 0 0 0 0,-1 0-1 0 0,1 1 1 0 0,0-1 0 0 0,0 0-1 0 0,0 0 1 0 0,-1 0 0 0 0,1 0-1 0 0,0 0 1 0 0,0 0 0 0 0,0 0-1 0 0,0 1 1 0 0,-1-1 0 0 0,1 0 0 0 0,0 0-1 0 0,0 0 1 0 0,0 0 0 0 0,0 1-1 0 0,0-1 1 0 0,0 0 0 0 0,-1 0-1 0 0,1 0 1 0 0,0 1 0 0 0,0-1-1 0 0,0 0 1 0 0,0 0 0 0 0,0 0-1 0 0,0 1 1 0 0,0-1 0 0 0,0 0-1 0 0,0 0 1 0 0,0 0 0 0 0,0 1-1 0 0,0-1 1 0 0,0 0 0 0 0,0 0-1 0 0,0 1 1 0 0,0-1 0 0 0,0 0-1 0 0,0 0 1 0 0,0 0 0 0 0,1 1-1 0 0,-1-1 1 0 0,0 0 0 0 0,0 0 0 0 0,0 0-1 0 0,0 0 1 0 0,0 1 0 0 0,0-1-1 0 0,1 0 1 0 0,-1 0 0 0 0,0 0-1 0 0,0 0 1 0 0,0 0 0 0 0,0 1-1 0 0,1-1 1 0 0,-1 0 0 0 0,0 0-1 0 0,0 0 1 0 0,1 0 0 0 0,11 1 201 0 0,-12-1-218 0 0,15-1 77 0 0,-1-1 1 0 0,1 0 0 0 0,-1-2-1 0 0,1 0 1 0 0,15-6 0 0 0,3-1-10 0 0,196-50-673 0 0,-76 27-5424 0 0,-126 28 3139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19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84 100 1176 0 0,'0'-2'1259'0'0,"-3"-57"6060"0"0,3 57-6753 0 0,-6-35 3555 0 0,4 45-4109 0 0,-1-1 0 0 0,2 1 0 0 0,-1 0 1 0 0,1-1-1 0 0,0 1 0 0 0,1 0 0 0 0,1 15 1 0 0,-2 15 86 0 0,-52 315 318 0 0,41-269-320 0 0,12-83-94 0 0,0-1 0 0 0,0 1 0 0 0,1 0 0 0 0,-1 0 0 0 0,0-1 0 0 0,0 1 0 0 0,0 0 0 0 0,1-1 0 0 0,-1 1 0 0 0,0 0 0 0 0,1-1 0 0 0,-1 1 0 0 0,1 0 0 0 0,-1-1 0 0 0,0 1 0 0 0,1-1 0 0 0,-1 1 0 0 0,1-1 0 0 0,0 1 0 0 0,-1-1 0 0 0,1 1 0 0 0,-1-1 0 0 0,1 1 0 0 0,0-1 0 0 0,-1 0 0 0 0,1 1 0 0 0,1-1 0 0 0,5 2 3 0 0,0-1 0 0 0,-1 0 1 0 0,1 0-1 0 0,0-1 0 0 0,0 0 0 0 0,0 0 0 0 0,12-2 0 0 0,-3 0 3 0 0,129-19 81 0 0,-123 17-59 0 0,0-2-1 0 0,0 0 0 0 0,-1-2 0 0 0,30-14 0 0 0,-46 19-27 0 0,0 0-1 0 0,-1 0 0 0 0,0 0 0 0 0,1-1 0 0 0,-1 0 0 0 0,0 0 0 0 0,-1 0 1 0 0,1 0-1 0 0,-1 0 0 0 0,0-1 0 0 0,0 1 0 0 0,0-1 0 0 0,-1 0 0 0 0,0 0 0 0 0,1 0 1 0 0,-2 0-1 0 0,1 0 0 0 0,-1-1 0 0 0,0 1 0 0 0,1-7 0 0 0,0-3 444 0 0,-2-1 0 0 0,1 1 0 0 0,-2-1 0 0 0,0 1 0 0 0,-6-28 0 0 0,6 41-306 0 0,-3 21 26 0 0,-21 269 23 0 0,3-144-2751 0 0,-9-4-4597 0 0,12-74 533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21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66 1748 0 0,'-3'-32'6932'0'0,"3"29"-6230"0"0,0-28 2731 0 0,6 70-3289 0 0,-1-1 1 0 0,-2 1 0 0 0,-4 59 0 0 0,-20 119-86 0 0,16-177-19 0 0,-12 78 19 0 0,-5 43 88 0 0,16-128 859 0 0,5-30-277 0 0,0-6-576 0 0,-2-21-48 0 0,0 1 0 0 0,1-1 0 0 0,1-36 1 0 0,1 15-59 0 0,-2-18-24 0 0,3 0 0 0 0,2 1 0 0 0,17-92 0 0 0,-16 137-34 0 0,1 1-1 0 0,0-1 1 0 0,1 1-1 0 0,1 0 1 0 0,11-20-1 0 0,-13 29-4 0 0,-1 0 0 0 0,1 0 0 0 0,0 0 0 0 0,1 1 0 0 0,0-1-1 0 0,0 1 1 0 0,0 1 0 0 0,1-1 0 0 0,-1 1 0 0 0,1 0 0 0 0,1 1 0 0 0,10-6 0 0 0,-15 9 12 0 0,0 0 1 0 0,1 0 0 0 0,-1 1-1 0 0,0-1 1 0 0,0 1-1 0 0,1 0 1 0 0,-1 0 0 0 0,0 0-1 0 0,1 0 1 0 0,-1 0-1 0 0,0 1 1 0 0,0 0 0 0 0,0-1-1 0 0,1 1 1 0 0,-1 1-1 0 0,0-1 1 0 0,0 0 0 0 0,3 3-1 0 0,2 0 7 0 0,-1 1 0 0 0,1-1-1 0 0,-1 2 1 0 0,-1-1-1 0 0,10 10 1 0 0,-1 3 0 0 0,-1 0 0 0 0,0 1 0 0 0,-2 1 0 0 0,0 0 0 0 0,-1 1 0 0 0,-1 0 0 0 0,-1 0 0 0 0,11 41 0 0 0,-1 17 16 0 0,12 92 0 0 0,-28-152-10 0 0,8 67 10 0 0,-4-30 34 0 0,25 99 0 0 0,-32-154-49 0 0,0-1 0 0 0,0 1 0 0 0,0-1 0 0 0,0 1 0 0 0,0-1-1 0 0,0 1 1 0 0,1-1 0 0 0,-1 0 0 0 0,0 1 0 0 0,0-1 0 0 0,0 1 0 0 0,1-1 0 0 0,-1 0 0 0 0,0 1 0 0 0,1-1 0 0 0,-1 0 0 0 0,0 1 0 0 0,1-1 0 0 0,-1 0 0 0 0,0 1 0 0 0,1-1 0 0 0,-1 0-1 0 0,1 0 1 0 0,-1 1 0 0 0,0-1 0 0 0,1 0 0 0 0,-1 0 0 0 0,1 0 0 0 0,-1 0 0 0 0,1 0 0 0 0,-1 0 0 0 0,1 1 0 0 0,-1-1 0 0 0,0 0 0 0 0,1 0 0 0 0,0-1 0 0 0,1 1 1 0 0,0-1 1 0 0,-1 0-1 0 0,1 0 1 0 0,-1 0-1 0 0,1 0 1 0 0,-1 0-1 0 0,1 0 1 0 0,-1 0 0 0 0,1 0-1 0 0,0-2 1 0 0,4-4 10 0 0,0 0 0 0 0,0 0 1 0 0,5-11-1 0 0,4-13-366 0 0,-1-1 0 0 0,-1 0 0 0 0,12-53 0 0 0,-22 79-1157 0 0,0-4-614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21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24 807 1724 0 0,'-18'10'8205'0'0,"18"-11"-8108"0"0,-1-1 54 0 0,0 0-1 0 0,0 0 1 0 0,0 0 0 0 0,1-1-1 0 0,0 1 1 0 0,-1 0-1 0 0,1 0 1 0 0,0-1-1 0 0,0 1 1 0 0,0-4-1 0 0,56-346 1318 0 0,-27 205-1447 0 0,-28 143-40 0 0,26-129 16 0 0,-21 106-1068 0 0,2 1 0 0 0,22-49 0 0 0,-28 72 693 0 0,-1 1 1 0 0,1 0 0 0 0,-1 0 0 0 0,1 0-1 0 0,0 0 1 0 0,0 0 0 0 0,0 0 0 0 0,0 0-1 0 0,4-2 1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22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78 700 2204 0 0,'0'0'9313'0'0,"-3"17"-8842"0"0,-18 52-249 0 0,2 2-1 0 0,-12 88 1 0 0,30-146-207 0 0,-1-1 0 0 0,2 0 0 0 0,-1 1-1 0 0,2-1 1 0 0,1 14 0 0 0,-1-24-7 0 0,-1 0 1 0 0,0 1-1 0 0,1-1 0 0 0,-1 0 1 0 0,1 0-1 0 0,-1 0 1 0 0,1 0-1 0 0,0 0 0 0 0,0 0 1 0 0,0 0-1 0 0,0-1 1 0 0,0 1-1 0 0,1 0 0 0 0,-1 0 1 0 0,0-1-1 0 0,1 1 1 0 0,-1-1-1 0 0,1 1 0 0 0,0-1 1 0 0,-1 0-1 0 0,1 1 1 0 0,0-1-1 0 0,0 0 0 0 0,0 0 1 0 0,0-1-1 0 0,0 1 1 0 0,0 0-1 0 0,0 0 0 0 0,0-1 1 0 0,0 0-1 0 0,0 1 1 0 0,0-1-1 0 0,1 0 0 0 0,-1 0 1 0 0,0 0-1 0 0,4-1 1 0 0,5-1-7 0 0,-1 0 0 0 0,1-1 0 0 0,-1-1 1 0 0,0 0-1 0 0,0 0 0 0 0,0-1 0 0 0,0 0 1 0 0,-1-1-1 0 0,0 0 0 0 0,0 0 1 0 0,-1-1-1 0 0,0 0 0 0 0,0-1 0 0 0,0 0 1 0 0,9-12-1 0 0,5-10-12 0 0,-1 0 0 0 0,-2-1 1 0 0,20-42-1 0 0,20-64 891 0 0,-56 132-814 0 0,-1 7-28 0 0,-2 15-17 0 0,-3 22-11 0 0,1-25 5 0 0,2 1-1 0 0,0-1 1 0 0,0 1-1 0 0,1-1 1 0 0,1 0-1 0 0,0 0 1 0 0,1 1 0 0 0,1-2-1 0 0,0 1 1 0 0,1 0-1 0 0,12 24 1 0 0,-13-31-81 0 0,0 0 0 0 0,1 0 0 0 0,-1-1 0 0 0,1 0 0 0 0,1 0 1 0 0,-1 0-1 0 0,1 0 0 0 0,0-1 0 0 0,0 0 0 0 0,1 0 0 0 0,0 0 0 0 0,-1-1 0 0 0,2 0 0 0 0,-1-1 1 0 0,0 1-1 0 0,1-2 0 0 0,-1 1 0 0 0,1-1 0 0 0,0 0 0 0 0,0 0 0 0 0,0-1 0 0 0,11 1 1 0 0,-8-2-119 0 0,0 0 0 0 0,-1-1 0 0 0,1 0 0 0 0,0-1 0 0 0,-1 0 0 0 0,0 0 0 0 0,1-1 0 0 0,-1-1 0 0 0,0 0 0 0 0,0 0 0 0 0,-1-1 0 0 0,1 0 0 0 0,13-10 0 0 0,-12 6 57 0 0,0 0 1 0 0,0-1-1 0 0,-2-1 1 0 0,1 1-1 0 0,-1-2 1 0 0,-1 1-1 0 0,0-1 0 0 0,0 0 1 0 0,9-23-1 0 0,-4 5 44 0 0,-2-1 0 0 0,-2 0 0 0 0,10-50-1 0 0,-11 24 363 0 0,2-65 0 0 0,-9 50 644 0 0,-3 0 0 0 0,-20-114 0 0 0,17 175-804 0 0,-2 14-28 0 0,-5 19 14 0 0,-1 31-3 0 0,2 1 0 0 0,-6 69 1 0 0,8 111 19 0 0,16-89-13 0 0,-4-121-76 0 0,1-1 0 0 0,1 1 0 0 0,1-1 0 0 0,9 22 0 0 0,-14-40-22 0 0,1 0 0 0 0,0-1-1 0 0,1 0 1 0 0,-1 1 0 0 0,1-1-1 0 0,-1 0 1 0 0,1 0 0 0 0,1-1-1 0 0,-1 1 1 0 0,0-1 0 0 0,1 1 0 0 0,0-1-1 0 0,0 0 1 0 0,0 0 0 0 0,0-1-1 0 0,6 4 1 0 0,-5-4-32 0 0,1-1 0 0 0,-1 1 0 0 0,0-1 0 0 0,1 0-1 0 0,-1-1 1 0 0,0 1 0 0 0,1-1 0 0 0,-1 0 0 0 0,1 0 0 0 0,-1-1 0 0 0,1 0 0 0 0,-1 0 0 0 0,0 0 0 0 0,10-4 0 0 0,1-1-144 0 0,-1-1 0 0 0,1-1 0 0 0,-1-1 0 0 0,0 0 1 0 0,-1-1-1 0 0,0-1 0 0 0,-1 0 0 0 0,0-1 0 0 0,-1 0 1 0 0,0-1-1 0 0,-1 0 0 0 0,14-22 0 0 0,2-6-167 0 0,-3-1-1 0 0,-1-2 1 0 0,20-53 0 0 0,-1-14 1028 0 0,-5-2 0 0 0,-5-1 1 0 0,30-211-1 0 0,-61 319-637 0 0,1-8 211 0 0,-3 12-148 0 0,-3 9-65 0 0,-5 13 31 0 0,0 1 1 0 0,2 0-1 0 0,-7 34 0 0 0,-8 70 66 0 0,17-91-135 0 0,-28 257 47 0 0,31-247-34 0 0,2-1 0 0 0,2 1 0 0 0,2-1 0 0 0,15 74 0 0 0,-18-112-35 0 0,1-1 1 0 0,-1 1 0 0 0,1 0-1 0 0,0-1 1 0 0,0 1 0 0 0,0-1-1 0 0,1 1 1 0 0,-1-1 0 0 0,1 0-1 0 0,0 0 1 0 0,0 0 0 0 0,1-1 0 0 0,-1 1-1 0 0,1-1 1 0 0,0 1 0 0 0,0-1-1 0 0,0-1 1 0 0,0 1 0 0 0,0 0-1 0 0,1-1 1 0 0,5 2 0 0 0,-3-1-79 0 0,1-1-1 0 0,0-1 1 0 0,0 0 0 0 0,0 0 0 0 0,-1 0 0 0 0,1-1 0 0 0,0 0 0 0 0,0 0-1 0 0,0-1 1 0 0,0 0 0 0 0,0-1 0 0 0,12-3 0 0 0,-2-2-100 0 0,0 0-1 0 0,-1 0 1 0 0,1-2 0 0 0,-2 0-1 0 0,1-1 1 0 0,-1-1 0 0 0,-1 0 0 0 0,0-1-1 0 0,-1-1 1 0 0,0 0 0 0 0,13-17-1 0 0,-10 10 373 0 0,-1-2 0 0 0,-1 0-1 0 0,-2 0 1 0 0,0-1 0 0 0,-1-1-1 0 0,-1 0 1 0 0,11-38 0 0 0,-17 48 274 0 0,-2 1 0 0 0,0-1 0 0 0,0 0 0 0 0,-1-1 1 0 0,0-20-1 0 0,-20 48-326 0 0,12-1-126 0 0,1 0 1 0 0,0 0-1 0 0,0 0 1 0 0,1 1 0 0 0,1-1-1 0 0,0 1 1 0 0,-1 18-1 0 0,-2 93 32 0 0,6-103-22 0 0,1 1 1 0 0,5 22-1 0 0,-5-37-16 0 0,0 0 1 0 0,1-1-1 0 0,0 1 0 0 0,0 0 1 0 0,0-1-1 0 0,1 0 0 0 0,0 1 0 0 0,1-1 1 0 0,-1 0-1 0 0,7 8 0 0 0,-8-13-100 0 0,0 1-1 0 0,0 0 1 0 0,-1-1-1 0 0,1 1 1 0 0,0-1-1 0 0,1 0 1 0 0,-1 1-1 0 0,0-1 1 0 0,0 0-1 0 0,0 0 0 0 0,1-1 1 0 0,-1 1-1 0 0,1 0 1 0 0,-1-1-1 0 0,0 1 1 0 0,1-1-1 0 0,-1 0 1 0 0,1 0-1 0 0,2 0 1 0 0,0-1-516 0 0,-1 1 0 0 0,1-1 0 0 0,-1 0 0 0 0,1-1 0 0 0,-1 1 0 0 0,0-1 1 0 0,1 0-1 0 0,-1 0 0 0 0,5-3 0 0 0,8-7-4110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22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74 1452 0 0,'-11'-12'2047'0'0,"8"7"-1520"0"0,-1 0-1 0 0,0 0 1 0 0,-1 0-1 0 0,1 0 1 0 0,-1 1-1 0 0,0-1 1 0 0,0 1 0 0 0,0 1-1 0 0,-1-1 1 0 0,1 1-1 0 0,-1 0 1 0 0,0 0-1 0 0,-7-2 1 0 0,10 4-365 0 0,3 1-188 0 0,0 0-1 0 0,0 0 1 0 0,-1 0 0 0 0,1-1-1 0 0,0 1 1 0 0,0 0 0 0 0,-1 0-1 0 0,1 0 1 0 0,0 0 0 0 0,0 0-1 0 0,-1 0 1 0 0,1 0 0 0 0,0 0-1 0 0,-1 0 1 0 0,1 0 0 0 0,0 0-1 0 0,0 0 1 0 0,-1 0 0 0 0,1 0-1 0 0,0 0 1 0 0,-1 0 0 0 0,1 0-1 0 0,0 0 1 0 0,0 0 0 0 0,-1 1-1 0 0,1-1 1 0 0,0 0 0 0 0,0 0-1 0 0,-1 0 1 0 0,1 0 0 0 0,0 1-1 0 0,0-1 1 0 0,0 0 0 0 0,-1 0-1 0 0,1 0 1 0 0,0 1 0 0 0,0-1-1 0 0,0 0 1 0 0,0 0 0 0 0,-1 1-1 0 0,1-1 1 0 0,0 0 0 0 0,0 0-1 0 0,0 1 1 0 0,0-1 0 0 0,0 0-1 0 0,0 1 1 0 0,0-1 0 0 0,0 0-1 0 0,0 0 1 0 0,0 1 0 0 0,0-1-1 0 0,0 0 1 0 0,0 1 0 0 0,0-1-1 0 0,0 0 1 0 0,0 0 0 0 0,0 1-1 0 0,0-1 1 0 0,0 0 0 0 0,1 0-1 0 0,-1 1 1 0 0,0-1 0 0 0,0 1-1 0 0,5 15-4293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23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12 2392 0 0,'5'-11'10312'0'0,"-5"11"-10233"0"0,1 13 1386 0 0,-1 21-843 0 0,-1-32-332 0 0,-71 739 3124 0 0,67-705-3504 0 0,-16 109-1393 0 0,1-51-4296 0 0,14-77 2123 0 0,0-2-1506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23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0 179 448 0 0,'9'-13'606'0'0,"1"1"-1"0"0,0 1 0 0 0,0 0 1 0 0,1 0-1 0 0,0 1 1 0 0,1 0-1 0 0,0 1 1 0 0,1 1-1 0 0,0 0 1 0 0,0 0-1 0 0,26-10 1 0 0,-13 8-422 0 0,1 1 0 0 0,0 1 0 0 0,0 1 0 0 0,0 2 0 0 0,44-4-1 0 0,-64 8-123 0 0,1 1 0 0 0,0 0 0 0 0,-1 0-1 0 0,1 1 1 0 0,-1 0 0 0 0,1 0 0 0 0,-1 1-1 0 0,1 0 1 0 0,-1 0 0 0 0,0 0 0 0 0,12 7-1 0 0,-14-6 12 0 0,-1 0 0 0 0,1 1 0 0 0,-1-1 0 0 0,0 1 0 0 0,-1 0 1 0 0,1 0-1 0 0,-1 0 0 0 0,1 0 0 0 0,-1 0 0 0 0,0 1 0 0 0,-1 0 0 0 0,1 0 0 0 0,-1-1 0 0 0,0 1 0 0 0,0 0 0 0 0,-1 1 0 0 0,2 6 0 0 0,1 17 209 0 0,0-1 0 0 0,-3 1-1 0 0,0 0 1 0 0,-6 47 0 0 0,2-39-62 0 0,5 73 0 0 0,-2-105-171 0 0,1-1-1 0 0,-1 0 0 0 0,1 0 1 0 0,0 1-1 0 0,1-1 0 0 0,2 6 1 0 0,-3-8-33 0 0,-1-1 0 0 0,1 0 0 0 0,0 0 0 0 0,0 0 0 0 0,0 1 0 0 0,0-1 0 0 0,0 0 0 0 0,0 0 0 0 0,0 0 0 0 0,0 0 0 0 0,0-1 0 0 0,0 1 0 0 0,0 0 0 0 0,1 0 0 0 0,-1-1 0 0 0,0 1 0 0 0,1-1 0 0 0,-1 1 1 0 0,0-1-1 0 0,1 1 0 0 0,-1-1 0 0 0,1 0 0 0 0,-1 0 0 0 0,1 0 0 0 0,-1 0 0 0 0,0 0 0 0 0,3 0 0 0 0,5-1 17 0 0,0-1 0 0 0,-1 0 0 0 0,1-1 0 0 0,-1 1 0 0 0,1-2 0 0 0,-1 1 0 0 0,0-1-1 0 0,11-7 1 0 0,-5 1-1 0 0,-1 1-1 0 0,-1-2 0 0 0,0 0 1 0 0,12-14-1 0 0,8-14 18 0 0,-2-1 0 0 0,26-47 1 0 0,-49 75-35 0 0,54-98 412 0 0,-22 38 241 0 0,-37 70-589 0 0,0 16 13 0 0,0 7 152 0 0,-2 0 0 0 0,-4 37 0 0 0,0-1 190 0 0,-36 710 1795 0 0,31-667-2027 0 0,-3 1-1 0 0,-31 117 0 0 0,31-176 69 0 0,-2-1 0 0 0,-36 75 0 0 0,36-91-68 0 0,-1-1 0 0 0,0 0 1 0 0,-2-1-1 0 0,-1 0 0 0 0,-26 25 0 0 0,35-39-131 0 0,-1-1 0 0 0,0 0 0 0 0,0 0 0 0 0,0-1 0 0 0,-1-1 0 0 0,0 0 0 0 0,0 0 0 0 0,0-1-1 0 0,-1-1 1 0 0,-17 5 0 0 0,21-7-47 0 0,0-1-1 0 0,0 0 0 0 0,0 0 0 0 0,0-1 0 0 0,0 0 0 0 0,0 0 0 0 0,0-1 0 0 0,0 0 1 0 0,0 0-1 0 0,0-1 0 0 0,0 0 0 0 0,0 0 0 0 0,1-1 0 0 0,-1 0 0 0 0,1-1 0 0 0,0 0 1 0 0,-7-4-1 0 0,6 3-14 0 0,1 0 0 0 0,0-1 0 0 0,0 0 0 0 0,1 0 0 0 0,-1-1 1 0 0,2 0-1 0 0,-1 0 0 0 0,1 0 0 0 0,0-1 0 0 0,0 1 0 0 0,1-1 0 0 0,0 0 0 0 0,-4-10 1 0 0,5 6-5 0 0,0 0 0 0 0,0 0 1 0 0,1 0-1 0 0,1 0 1 0 0,0-1-1 0 0,1 1 1 0 0,0 0-1 0 0,3-22 0 0 0,2 7-12 0 0,2 1 0 0 0,0 0-1 0 0,1 1 1 0 0,2 0 0 0 0,1 0-1 0 0,0 1 1 0 0,2 0 0 0 0,20-27-1 0 0,-5 12-482 0 0,2 2 0 0 0,2 2 0 0 0,1 1 0 0 0,1 1 0 0 0,45-32 0 0 0,-33 32-3081 0 0,98-54-1 0 0,-89 58-1811 0 0,-26 17 896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24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10 2956 0 0,'11'-4'3446'0'0,"-9"3"-3058"0"0,0 0 0 0 0,0 1 0 0 0,1-1-1 0 0,-1 0 1 0 0,0 1 0 0 0,0-1 0 0 0,1 1 0 0 0,-1 0-1 0 0,0 0 1 0 0,0 0 0 0 0,1 0 0 0 0,-1 0-1 0 0,0 1 1 0 0,0-1 0 0 0,1 0 0 0 0,1 2 0 0 0,-3-1-255 0 0,0 0 0 0 0,-1 0 0 0 0,1 1 0 0 0,0-1 0 0 0,-1 0 0 0 0,1 1 0 0 0,-1-1 0 0 0,0 1 0 0 0,1-1 0 0 0,-1 1 0 0 0,0-1 0 0 0,0 0 1 0 0,0 1-1 0 0,0-1 0 0 0,0 1 0 0 0,0-1 0 0 0,-1 3 0 0 0,1-4-27 0 0,-2 16 263 0 0,0 0 0 0 0,-1-1 0 0 0,-1 0 1 0 0,-1 1-1 0 0,-11 26 0 0 0,-44 72-39 0 0,30-60-506 0 0,18-31-544 0 0,-20 37-1820 0 0,10-21-3613 0 0,11-22 105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24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8 169 1792 0 0,'-1'-2'249'0'0,"0"0"-1"0"0,0 0 0 0 0,0 0 1 0 0,0 0-1 0 0,0 0 1 0 0,1 0-1 0 0,-1 0 1 0 0,1 0-1 0 0,-1 0 1 0 0,1-1-1 0 0,0 1 1 0 0,0 0-1 0 0,0 0 0 0 0,0 0 1 0 0,1-1-1 0 0,-1 1 1 0 0,1 0-1 0 0,-1 0 1 0 0,1 0-1 0 0,-1 0 1 0 0,1 0-1 0 0,0 0 0 0 0,0 0 1 0 0,0 0-1 0 0,0 0 1 0 0,1 0-1 0 0,-1 0 1 0 0,0 1-1 0 0,3-4 1 0 0,3-3 90 0 0,1 1 1 0 0,0-1 0 0 0,0 1 0 0 0,15-11-1 0 0,-11 10-195 0 0,0 1-1 0 0,0 0 1 0 0,1 1-1 0 0,-1 0 1 0 0,2 1-1 0 0,-1 0 1 0 0,0 1-1 0 0,17-2 1 0 0,-26 5-129 0 0,0 0 0 0 0,0 1 0 0 0,0-1 0 0 0,1 1 0 0 0,-1 0 1 0 0,0 1-1 0 0,0-1 0 0 0,1 1 0 0 0,-1 0 0 0 0,0 0 0 0 0,0 0 0 0 0,0 0 1 0 0,0 1-1 0 0,0-1 0 0 0,0 1 0 0 0,-1 0 0 0 0,1 0 0 0 0,-1 1 1 0 0,1-1-1 0 0,-1 1 0 0 0,0 0 0 0 0,0-1 0 0 0,0 2 0 0 0,0-1 0 0 0,0 0 1 0 0,-1 0-1 0 0,1 1 0 0 0,-1-1 0 0 0,0 1 0 0 0,0 0 0 0 0,2 5 1 0 0,-2-1-3 0 0,1 0 0 0 0,-1 0 1 0 0,0 1-1 0 0,-1-1 1 0 0,0 0-1 0 0,0 1 1 0 0,-1-1-1 0 0,0 1 1 0 0,-2 10-1 0 0,-2 8 29 0 0,-12 40-1 0 0,7-29-12 0 0,-17 34 746 0 0,26-70-533 0 0,10-26-35 0 0,10-17-163 0 0,1 1 0 0 0,42-57 0 0 0,-47 75-58 0 0,1 1 0 0 0,2 1 0 0 0,0 0 0 0 0,1 2 0 0 0,34-26 0 0 0,-51 42 12 0 0,-1 1 0 0 0,1-1 0 0 0,0 0 0 0 0,0 1 0 0 0,0 0 0 0 0,0-1 0 0 0,0 1 0 0 0,0 0 0 0 0,0 1 0 0 0,0-1 1 0 0,1 1-1 0 0,-1-1 0 0 0,0 1 0 0 0,0 0 0 0 0,1 0 0 0 0,4 1 0 0 0,-5 0 5 0 0,-1-1 0 0 0,1 1 0 0 0,-1 0 0 0 0,1 0 0 0 0,-1 1 0 0 0,1-1 0 0 0,-1 0 0 0 0,0 1 0 0 0,0-1 0 0 0,0 1 0 0 0,0 0 0 0 0,0 0 0 0 0,0 0 0 0 0,0 0 0 0 0,-1 0-1 0 0,1 0 1 0 0,0 0 0 0 0,-1 1 0 0 0,2 4 0 0 0,2 4-9 0 0,-1 1-1 0 0,0-1 1 0 0,-1 1-1 0 0,0 0 1 0 0,0 1-1 0 0,0 16 1 0 0,-4 74 642 0 0,-1-79-1656 0 0,2 1 0 0 0,0 0 1 0 0,2-1-1 0 0,5 33 1 0 0,-2-43-2084 0 0,0-2-1148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25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1 161 1820 0 0,'1'-19'6277'0'0,"6"-4"-2352"0"0,-7 22-3775 0 0,0 0 504 0 0,1-3-348 0 0,0 1-1 0 0,0 0 1 0 0,1-1 0 0 0,-1 1-1 0 0,1 0 1 0 0,-1 0 0 0 0,4-5-1 0 0,21-3-155 0 0,0 1 0 0 0,0 0 0 0 0,0 2 0 0 0,53-8 0 0 0,-71 14-132 0 0,84-20-1457 0 0,-90 22 878 0 0,24-6-5203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25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39 120 1192 0 0,'-22'-41'7541'0'0,"6"0"-3620"0"0,15 39-3887 0 0,1 1 0 0 0,0 0 0 0 0,0 0 0 0 0,0-1-1 0 0,0 1 1 0 0,1 0 0 0 0,-1 0 0 0 0,0-1-1 0 0,0 1 1 0 0,1 0 0 0 0,-1 0 0 0 0,1 0-1 0 0,-1-1 1 0 0,1 1 0 0 0,-1 0 0 0 0,1 0 0 0 0,0 0-1 0 0,-1 0 1 0 0,1 0 0 0 0,0 0 0 0 0,0 0-1 0 0,0 0 1 0 0,0 1 0 0 0,0-1 0 0 0,0 0-1 0 0,0 0 1 0 0,0 1 0 0 0,0-1 0 0 0,0 1 0 0 0,1-1-1 0 0,-1 1 1 0 0,0-1 0 0 0,0 1 0 0 0,0 0-1 0 0,1 0 1 0 0,-1-1 0 0 0,1 1 0 0 0,4-1 9 0 0,-1 0 1 0 0,0 0 0 0 0,1 1-1 0 0,-1-1 1 0 0,1 1-1 0 0,-1 0 1 0 0,6 2 0 0 0,1 1 8 0 0,1 1 1 0 0,-1 0-1 0 0,0 1 1 0 0,-1 1-1 0 0,1 0 1 0 0,-1 0-1 0 0,-1 1 1 0 0,1 0-1 0 0,-1 1 1 0 0,0 0-1 0 0,-1 1 1 0 0,0 0-1 0 0,0 1 1 0 0,12 16-1 0 0,-14-15 1 0 0,0-1 1 0 0,0 2-1 0 0,-1-1 0 0 0,0 1 0 0 0,-1 0 1 0 0,0 0-1 0 0,-1 0 0 0 0,0 1 1 0 0,-1 0-1 0 0,-1-1 0 0 0,0 1 1 0 0,-1 0-1 0 0,0 0 0 0 0,-1 19 0 0 0,-1-21 168 0 0,0 0 0 0 0,-1 1 0 0 0,0-1 0 0 0,-1 0 0 0 0,0 0-1 0 0,-1 0 1 0 0,0 0 0 0 0,-1-1 0 0 0,-7 13 0 0 0,12-22-204 0 0,0-1 0 0 0,0 1 0 0 0,-1-1 0 0 0,1 0 0 0 0,0 1 0 0 0,-1-1 0 0 0,1 1 1 0 0,-1-1-1 0 0,1 0 0 0 0,0 1 0 0 0,-1-1 0 0 0,1 0 0 0 0,-1 1 0 0 0,1-1 0 0 0,-1 0 0 0 0,1 0 1 0 0,-1 1-1 0 0,1-1 0 0 0,-1 0 0 0 0,1 0 0 0 0,-1 0 0 0 0,1 0 0 0 0,-1 0 0 0 0,1 1 0 0 0,-1-1 1 0 0,1 0-1 0 0,-1 0 0 0 0,0-1 0 0 0,0 1 0 0 0,0 0-6 0 0,0-1 1 0 0,0 1-1 0 0,1-1 0 0 0,-1 0 1 0 0,0 0-1 0 0,0 1 1 0 0,1-1-1 0 0,-1 0 0 0 0,0 0 1 0 0,1 0-1 0 0,-1 0 1 0 0,1 1-1 0 0,-1-1 0 0 0,0-1 1 0 0,-8-33 70 0 0,8 28-72 0 0,1 0 0 0 0,0-1 0 0 0,1 1 0 0 0,0 0 0 0 0,0 0 0 0 0,0 0 0 0 0,1 0 0 0 0,5-13 0 0 0,0 3-12 0 0,1 0 1 0 0,13-20-1 0 0,-7 16-298 0 0,1 0 0 0 0,1 1 0 0 0,2 0 0 0 0,-1 2 0 0 0,2 0 0 0 0,0 1 0 0 0,32-22 0 0 0,-32 27-1496 0 0,0 0-1 0 0,1 2 1 0 0,1 0-1 0 0,0 1 1 0 0,24-7 0 0 0,-25 10-1555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25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51 2024 0 0,'-22'-11'13625'0'0,"34"5"-14105"0"0,103-20 804 0 0,-94 23-3415 0 0,35-1-1 0 0,-37 7-3814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26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0 1044 0 0,'-83'62'10133'0'0,"83"-61"-10078"0"0,-1-1 0 0 0,0 1-1 0 0,1-1 1 0 0,-1 0 0 0 0,0 1 0 0 0,1 0 0 0 0,-1-1-1 0 0,0 1 1 0 0,1-1 0 0 0,-1 1 0 0 0,1 0 0 0 0,-1-1-1 0 0,1 1 1 0 0,0 0 0 0 0,-1 0 0 0 0,1-1-1 0 0,-1 1 1 0 0,1 0 0 0 0,0 0 0 0 0,-1 1 0 0 0,2-2-24 0 0,-1 1 0 0 0,0-1 1 0 0,0 1-1 0 0,1-1 1 0 0,-1 1-1 0 0,0-1 0 0 0,0 1 1 0 0,1-1-1 0 0,-1 1 1 0 0,0-1-1 0 0,1 0 0 0 0,-1 1 1 0 0,1-1-1 0 0,-1 0 1 0 0,1 1-1 0 0,-1-1 0 0 0,0 0 1 0 0,1 1-1 0 0,-1-1 1 0 0,1 0-1 0 0,-1 0 0 0 0,2 0 1 0 0,27 6 458 0 0,4-8-610 0 0,-1-2-1 0 0,63-14 1 0 0,-61 11-663 0 0,72-22-5237 0 0,-70 17 2048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26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11 162 1408 0 0,'27'-53'4435'0'0,"32"-54"1594"0"0,-58 105-5749 0 0,0 3-269 0 0,-1-1-1 0 0,0 0 1 0 0,1 0-1 0 0,-1 0 1 0 0,0 0-1 0 0,1 0 1 0 0,-1 0-1 0 0,0 0 1 0 0,1 0-1 0 0,-1 0 1 0 0,0 1-1 0 0,0-1 1 0 0,1 0-1 0 0,-1 0 1 0 0,0 0-1 0 0,1 1 1 0 0,-1-1-1 0 0,0 0 1 0 0,0 0-1 0 0,0 1 1 0 0,1-1-1 0 0,-1 0 1 0 0,0 0-1 0 0,0 1 1 0 0,0-1-1 0 0,0 0 1 0 0,0 1-1 0 0,1-1 1 0 0,-1 0-1 0 0,0 0 1 0 0,0 1-1 0 0,0-1 1 0 0,0 0-1 0 0,0 1 1 0 0,0-1-1 0 0,0 0 1 0 0,0 1-1 0 0,0-1 1 0 0,0 1-1 0 0,-3 14 149 0 0,2-13-140 0 0,-46 159 884 0 0,1-7-539 0 0,43-142-330 0 0,1-1 1 0 0,0 1 0 0 0,1 0-1 0 0,1-1 1 0 0,-1 1-1 0 0,2 0 1 0 0,2 21 0 0 0,-2-30-25 0 0,0 0 0 0 0,0 0 0 0 0,0 0 1 0 0,0 0-1 0 0,0 0 0 0 0,0-1 0 0 0,1 1 1 0 0,-1 0-1 0 0,1-1 0 0 0,0 1 0 0 0,0-1 1 0 0,0 1-1 0 0,0-1 0 0 0,0 0 0 0 0,1 0 1 0 0,-1 0-1 0 0,1 0 0 0 0,-1 0 0 0 0,1 0 1 0 0,0-1-1 0 0,-1 1 0 0 0,1-1 0 0 0,0 0 1 0 0,0 0-1 0 0,0 0 0 0 0,0 0 0 0 0,0-1 1 0 0,0 1-1 0 0,1-1 0 0 0,-1 0 0 0 0,0 1 1 0 0,0-2-1 0 0,6 1 0 0 0,-2-1-1 0 0,0 0 0 0 0,1 0-1 0 0,-1-1 1 0 0,0 0 0 0 0,0 0-1 0 0,0 0 1 0 0,0-1 0 0 0,0 0 0 0 0,-1-1-1 0 0,1 1 1 0 0,-1-1 0 0 0,0 0 0 0 0,9-8-1 0 0,2-5 5 0 0,-1-1-1 0 0,27-35 0 0 0,2-4 564 0 0,-13 17 0 0 0,-30 39-542 0 0,4 24 178 0 0,-6 9-10 0 0,-1-1 0 0 0,-2 0 0 0 0,-11 46 0 0 0,0 6-35 0 0,-31 132 413 0 0,4-36-4338 0 0,41-176 2906 0 0,-1 0 1 0 0,1 1-1 0 0,-1-1 1 0 0,1 1-1 0 0,0-1 0 0 0,0 0 1 0 0,2 7-1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27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7 104 344 0 0,'-4'-15'8353'0'0,"3"6"-6765"0"0,1 8-1465 0 0,-1 0 1 0 0,1 0-1 0 0,0 1 1 0 0,0-1-1 0 0,-1 0 1 0 0,1 0-1 0 0,0 0 0 0 0,0 0 1 0 0,0 0-1 0 0,0 0 1 0 0,0 0-1 0 0,0 0 1 0 0,0 0-1 0 0,1 0 1 0 0,-1 0-1 0 0,0 0 0 0 0,1 0 1 0 0,-1 1-1 0 0,0-1 1 0 0,1 0-1 0 0,-1 0 1 0 0,1 0-1 0 0,-1 0 1 0 0,1 1-1 0 0,-1-1 0 0 0,1 0 1 0 0,0 1-1 0 0,-1-1 1 0 0,1 0-1 0 0,0 1 1 0 0,0-1-1 0 0,0 1 1 0 0,0-1-1 0 0,16-6 31 0 0,0 2 1 0 0,0 0-1 0 0,0 1 1 0 0,31-4-1 0 0,5 0-7 0 0,-13 0-529 0 0,-38 7-159 0 0,1 1-269 0 0,2-1 602 0 0,15-4-6962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27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94 2724 0 0,'8'-23'5512'0'0,"-7"19"-5273"0"0,-1 1-1 0 0,1 1 1 0 0,0-1-1 0 0,0 0 0 0 0,1 0 1 0 0,-1 0-1 0 0,1 0 1 0 0,-1 1-1 0 0,1-1 0 0 0,0 1 1 0 0,0-1-1 0 0,0 1 1 0 0,0 0-1 0 0,0 0 0 0 0,1 0 1 0 0,-1 0-1 0 0,0 0 0 0 0,6-3 1 0 0,-2 2-164 0 0,1 0 1 0 0,-1 0-1 0 0,1 1 0 0 0,-1 0 1 0 0,1 0-1 0 0,-1 1 0 0 0,1 0 1 0 0,0 0-1 0 0,0 0 0 0 0,0 1 1 0 0,0 0-1 0 0,-1 0 0 0 0,1 1 1 0 0,0 0-1 0 0,0 0 0 0 0,0 0 1 0 0,7 4-1 0 0,-8-4-45 0 0,-2 1 1 0 0,1 0 0 0 0,0 0-1 0 0,0 1 1 0 0,-1 0 0 0 0,1 0-1 0 0,-1 0 1 0 0,1 0-1 0 0,-1 0 1 0 0,-1 1 0 0 0,1 0-1 0 0,0 0 1 0 0,-1 0-1 0 0,0 0 1 0 0,0 0 0 0 0,0 1-1 0 0,0-1 1 0 0,-1 1 0 0 0,1 0-1 0 0,-1 0 1 0 0,-1 0-1 0 0,3 8 1 0 0,-3-4 29 0 0,0 1 0 0 0,-1 0 1 0 0,0 0-1 0 0,-1-1 0 0 0,0 1 0 0 0,0-1 0 0 0,-1 1 1 0 0,0-1-1 0 0,-1 1 0 0 0,0-1 0 0 0,-1 0 0 0 0,0 0 1 0 0,-5 9-1 0 0,-10 15 284 0 0,-45 60 1 0 0,49-74-241 0 0,-35 43 130 0 0,29-38-157 0 0,1 1 0 0 0,-17 29 1 0 0,36-52-65 0 0,-1 0 0 0 0,1 0-1 0 0,0 0 1 0 0,0 0 0 0 0,0 0 0 0 0,1 0 0 0 0,-1 0 0 0 0,0 0 0 0 0,1 0 0 0 0,-1 0 0 0 0,1 0 0 0 0,0 1 0 0 0,0-1 0 0 0,0 0 0 0 0,0 5 0 0 0,1-6-8 0 0,-1 0-1 0 0,1 0 1 0 0,0 1-1 0 0,0-1 1 0 0,0 0-1 0 0,0 0 1 0 0,0 0-1 0 0,0 0 1 0 0,0 0-1 0 0,1 0 1 0 0,-1 0-1 0 0,0 0 1 0 0,0 0-1 0 0,1-1 1 0 0,-1 1-1 0 0,0-1 0 0 0,1 1 1 0 0,-1-1-1 0 0,1 1 1 0 0,-1-1-1 0 0,1 0 1 0 0,-1 1-1 0 0,3-1 1 0 0,22 3-36 0 0,0 0 0 0 0,1-2 0 0 0,39-3 1 0 0,81-16-2367 0 0,15-13-4597 0 0,-105 17 1669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27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81 2756 0 0,'-29'-27'13003'0'0,"28"27"-12809"0"0,4-2-28 0 0,9-4-81 0 0,1 1-1 0 0,0 0 0 0 0,1 1 1 0 0,-1 1-1 0 0,1 0 0 0 0,16-2 0 0 0,8-2-133 0 0,25-4-1190 0 0,-16 8-6642 0 0,-28 3 2745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28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 1816 0 0,'-19'17'4584'0'0,"-23"16"-1"0"0,15-12-2429 0 0,26-20-1833 0 0,0-1-262 0 0,1 0 0 0 0,0 1-1 0 0,0-1 1 0 0,0 0 0 0 0,-1 1 0 0 0,1-1 0 0 0,0 0 0 0 0,0 1 0 0 0,0-1 0 0 0,0 1-1 0 0,0-1 1 0 0,-1 0 0 0 0,1 1 0 0 0,0-1 0 0 0,0 0 0 0 0,0 1 0 0 0,0-1-1 0 0,0 1 1 0 0,0-1 0 0 0,0 0 0 0 0,1 1 0 0 0,-1-1 0 0 0,0 1 0 0 0,19 3 193 0 0,0-1 1 0 0,0-1 0 0 0,0-1 0 0 0,0 0-1 0 0,0-1 1 0 0,26-4 0 0 0,-18 2-124 0 0,-7 0-217 0 0,107-9-127 0 0,-65-2-2370 0 0,-46 8-609 0 0,27-12 0 0 0,-25 8-1895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28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102 276 700 0 0,'5'-65'11326'0'0,"-6"3"-6382"0"0,0 58-4846 0 0,1-1 1 0 0,0 0-1 0 0,0 1 1 0 0,0-1-1 0 0,1 1 1 0 0,0-1-1 0 0,0 0 1 0 0,0 1 0 0 0,0-1-1 0 0,1 1 1 0 0,-1 0-1 0 0,1-1 1 0 0,0 1-1 0 0,1 0 1 0 0,2-4 0 0 0,0 2-62 0 0,-1 1 0 0 0,1 0 1 0 0,0 0-1 0 0,0 0 0 0 0,1 1 1 0 0,0-1-1 0 0,-1 2 1 0 0,1-1-1 0 0,10-4 0 0 0,-7 4-42 0 0,1 0 0 0 0,-1 0 0 0 0,1 1 0 0 0,0 1 0 0 0,0 0 0 0 0,0 0 0 0 0,1 1 0 0 0,-1 0 0 0 0,0 0 0 0 0,1 1 0 0 0,-1 1 0 0 0,0 0 0 0 0,15 3 0 0 0,-16-1 7 0 0,0 0 0 0 0,0 1 0 0 0,-1 0 0 0 0,1 0-1 0 0,-1 1 1 0 0,0 0 0 0 0,0 0 0 0 0,-1 1 0 0 0,1 0-1 0 0,-1 0 1 0 0,-1 1 0 0 0,1 0 0 0 0,-1 0 0 0 0,0 0 0 0 0,-1 1-1 0 0,0 0 1 0 0,0 0 0 0 0,7 16 0 0 0,-8-13 9 0 0,0 0-1 0 0,-1 0 1 0 0,-1 1 0 0 0,1-1 0 0 0,-2 1-1 0 0,1-1 1 0 0,-2 1 0 0 0,0 0 0 0 0,0 0 0 0 0,-1-1-1 0 0,0 1 1 0 0,-1-1 0 0 0,0 1 0 0 0,-8 20-1 0 0,0-8 31 0 0,-2 0-1 0 0,0-1 0 0 0,-1 0 0 0 0,-2-1 0 0 0,0-1 0 0 0,-1 0 0 0 0,-1-1 1 0 0,-28 25-1 0 0,-24 16 371 0 0,-77 52 1 0 0,132-103-341 0 0,-87 63 1181 0 0,99-71-939 0 0,2-1-307 0 0,0-1 0 0 0,1 0-1 0 0,-1 0 1 0 0,1 1 0 0 0,-1-1 0 0 0,1 0 0 0 0,-1 0 0 0 0,0 1 0 0 0,1-1 0 0 0,-1 0 0 0 0,1 0 0 0 0,-1 0 0 0 0,1 0 0 0 0,-1 0 0 0 0,1 0-1 0 0,-1 0 1 0 0,1 0 0 0 0,-1 0 0 0 0,1 0 0 0 0,-1 0 0 0 0,1 0 0 0 0,-1 0 0 0 0,1 0 0 0 0,-1 0 0 0 0,1 0 0 0 0,-1 0 0 0 0,1-1 0 0 0,14-2 25 0 0,-15 2-30 0 0,77-21 76 0 0,299-74-90 0 0,-298 79 34 0 0,-75 17-30 0 0,24-5-1377 0 0,-24 4 970 0 0,-3 1 276 0 0,1 0 0 0 0,0 0 1 0 0,0 0-1 0 0,0 0 0 0 0,0 0 0 0 0,-1 0 0 0 0,1 1 0 0 0,0-1 0 0 0,0 0 0 0 0,0 0 0 0 0,0 1 1 0 0,-1-1-1 0 0,1 0 0 0 0,0 1 0 0 0,0-1 0 0 0,-1 1 0 0 0,1-1 0 0 0,0 1 0 0 0,-1-1 1 0 0,2 2-1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28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2660 0 0,'9'-11'3285'0'0,"0"3"-733"0"0,-2-1-604 0 0,-1 4-384 0 0,0-2 648 0 0,2-5-788 0 0,1 4-952 0 0,-6-1-944 0 0,-8 2-2036 0 0,-21 2-8225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31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73 1080 0 0,'0'-13'1885'0'0,"1"10"-1032"0"0,-1-1 1 0 0,0 0-1 0 0,0 1 1 0 0,0-1-1 0 0,-1 0 1 0 0,-1-5-1 0 0,2 7-511 0 0,0 1-309 0 0,-1 1 1 0 0,1 0-1 0 0,0-1 1 0 0,-1 1 0 0 0,1-1-1 0 0,0 1 1 0 0,-1 0-1 0 0,1-1 1 0 0,0 1-1 0 0,-1 0 1 0 0,1 0-1 0 0,-1-1 1 0 0,1 1 0 0 0,0 0-1 0 0,-1 0 1 0 0,1-1-1 0 0,-1 1 1 0 0,1 0-1 0 0,-1 0 1 0 0,1 0-1 0 0,-2 0 1 0 0,-2 1 6 0 0,0 1-1 0 0,-1 0 1 0 0,1 1-1 0 0,0-1 1 0 0,0 1 0 0 0,0 0-1 0 0,1 0 1 0 0,-1 0-1 0 0,1 0 1 0 0,-1 0 0 0 0,1 1-1 0 0,0 0 1 0 0,1 0-1 0 0,-5 7 1 0 0,-7 11 9 0 0,-13 34-1 0 0,22-47-43 0 0,-51 122 367 0 0,49-111-336 0 0,1 0 0 0 0,0 1-1 0 0,2 0 1 0 0,-4 33 0 0 0,8-51-32 0 0,-1 0-1 0 0,1 0 0 0 0,0 0 0 0 0,0 0 1 0 0,0 0-1 0 0,1-1 0 0 0,-1 1 0 0 0,1 0 1 0 0,0 0-1 0 0,-1 0 0 0 0,1-1 1 0 0,0 1-1 0 0,1 0 0 0 0,-1-1 0 0 0,0 1 1 0 0,1-1-1 0 0,0 1 0 0 0,1 1 0 0 0,-1-2 0 0 0,0-1 0 0 0,0 0 0 0 0,0 1 0 0 0,1-1 0 0 0,-1 0 0 0 0,0-1 0 0 0,1 1 0 0 0,-1 0 0 0 0,0 0 0 0 0,1-1 0 0 0,-1 0 0 0 0,1 1 0 0 0,-1-1 0 0 0,1 0 0 0 0,-1 0 0 0 0,1 0 0 0 0,-1-1 0 0 0,0 1-1 0 0,1-1 1 0 0,3 0 0 0 0,6-3 31 0 0,-1 1-1 0 0,0-1 0 0 0,-1-1 0 0 0,1 0 1 0 0,-1 0-1 0 0,0-1 0 0 0,0 0 1 0 0,-1-1-1 0 0,0 0 0 0 0,0-1 0 0 0,0 0 1 0 0,-1 0-1 0 0,0-1 0 0 0,7-10 1 0 0,-5 5 77 0 0,-1 0 1 0 0,-1-1-1 0 0,0 0 1 0 0,-1 0-1 0 0,0 0 1 0 0,-1-1 0 0 0,-1 0-1 0 0,6-33 1 0 0,-10 43-102 0 0,-1 0 1 0 0,1 0-1 0 0,-1 1 0 0 0,0-1 1 0 0,-1 0-1 0 0,0 0 1 0 0,0 0-1 0 0,0 0 0 0 0,0 0 1 0 0,-1 1-1 0 0,-4-11 1 0 0,4 13-12 0 0,1 0 0 0 0,-1 0 0 0 0,0 0 0 0 0,0 0 1 0 0,0 1-1 0 0,0-1 0 0 0,-1 1 0 0 0,1-1 0 0 0,-1 1 1 0 0,1 0-1 0 0,-1 0 0 0 0,0 0 0 0 0,0 0 1 0 0,0 0-1 0 0,0 1 0 0 0,0-1 0 0 0,0 1 0 0 0,-1 0 1 0 0,1 0-1 0 0,0 0 0 0 0,-5 0 0 0 0,1 0 20 0 0,0 1-1 0 0,0 0 1 0 0,-1 0 0 0 0,1 0-1 0 0,0 1 1 0 0,0 1-1 0 0,0-1 1 0 0,-12 5-1 0 0,3 0-172 0 0,1 1 0 0 0,-23 14 0 0 0,37-20 110 0 0,0 0 0 0 0,0 0-1 0 0,1 0 1 0 0,-1 0 0 0 0,0 0-1 0 0,0 0 1 0 0,1 0 0 0 0,-1 0-1 0 0,0 1 1 0 0,1-1 0 0 0,-1 0-1 0 0,1 0 1 0 0,-1 3 0 0 0,1-4 35 0 0,0 0 0 0 0,0 0 1 0 0,-1 1-1 0 0,1-1 0 0 0,0 0 1 0 0,0 1-1 0 0,0-1 0 0 0,0 0 0 0 0,0 1 1 0 0,0-1-1 0 0,0 0 0 0 0,0 1 1 0 0,0-1-1 0 0,0 0 0 0 0,0 1 1 0 0,0-1-1 0 0,0 0 0 0 0,1 1 0 0 0,-1-1 1 0 0,0 0-1 0 0,0 1 0 0 0,0-1 1 0 0,0 0-1 0 0,0 1 0 0 0,1-1 0 0 0,-1 0 1 0 0,0 0-1 0 0,0 1 0 0 0,1-1 1 0 0,-1 0-1 0 0,0 0 0 0 0,0 0 1 0 0,1 1-1 0 0,-1-1 0 0 0,0 0 0 0 0,1 0 1 0 0,-1 0-1 0 0,0 0 0 0 0,0 0 1 0 0,1 1-1 0 0,-1-1 0 0 0,0 0 1 0 0,1 0-1 0 0,-1 0 0 0 0,0 0 0 0 0,1 0 1 0 0,-1 0-1 0 0,0 0 0 0 0,1 0 1 0 0,-1 0-1 0 0,0 0 0 0 0,1 0 0 0 0,-1-1 1 0 0,0 1-1 0 0,1 0 0 0 0,8-2-31 0 0,-1-1 0 0 0,0 0-1 0 0,1-1 1 0 0,-1 0-1 0 0,0 0 1 0 0,14-11 0 0 0,47-39-103 0 0,-50 37 116 0 0,-10 9 54 0 0,1 0 1 0 0,0 1-1 0 0,0 0 1 0 0,1 1-1 0 0,14-7 1 0 0,-22 12-22 0 0,0-1 0 0 0,0 1 0 0 0,1 1 0 0 0,-1-1 0 0 0,1 0 0 0 0,-1 1 1 0 0,0 0-1 0 0,1 0 0 0 0,-1 0 0 0 0,1 0 0 0 0,-1 0 0 0 0,1 1 0 0 0,-1 0 0 0 0,0-1 1 0 0,1 1-1 0 0,-1 0 0 0 0,0 1 0 0 0,0-1 0 0 0,1 1 0 0 0,-1-1 0 0 0,0 1 0 0 0,-1 0 1 0 0,6 4-1 0 0,2 3 12 0 0,-1 0 1 0 0,1 1 0 0 0,-2 0-1 0 0,1 1 1 0 0,-1 0 0 0 0,-1 1-1 0 0,0-1 1 0 0,-1 1-1 0 0,8 18 1 0 0,-7-10 225 0 0,0 0 0 0 0,-2 0 1 0 0,0 1-1 0 0,-1 0 0 0 0,2 30 0 0 0,-7 51 6177 0 0,1-104-6286 0 0,1-11-93 0 0,2 1 0 0 0,0-1 0 0 0,0 1-1 0 0,1 0 1 0 0,0-1 0 0 0,8-12 0 0 0,0-3-210 0 0,-2 3-668 0 0,1 1 0 0 0,1 1 0 0 0,22-32 0 0 0,-17 33-3302 0 0,27-30-1 0 0,-27 35-1626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42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79 640 0 0,'0'-2'1890'0'0,"1"-11"250"0"0,-1 10-1853 0 0,1 0 0 0 0,-1 0-1 0 0,0 0 1 0 0,0 0 0 0 0,0 0 0 0 0,0 0-1 0 0,0 0 1 0 0,-1 0 0 0 0,1 1 0 0 0,-1-1-1 0 0,0 0 1 0 0,0 0 0 0 0,0 0-1 0 0,0 1 1 0 0,0-1 0 0 0,-1 0 0 0 0,1 1-1 0 0,-1-1 1 0 0,0 1 0 0 0,1 0 0 0 0,-4-3-1 0 0,4 4-84 0 0,-16 7 90 0 0,11-3-227 0 0,0 1 0 0 0,0 1-1 0 0,1-1 1 0 0,-1 1 0 0 0,1 0 0 0 0,0 0 0 0 0,1 0 0 0 0,-1 1 0 0 0,1-1 0 0 0,-5 10 0 0 0,-3 2 56 0 0,-26 36 124 0 0,2 1 1 0 0,2 2-1 0 0,3 1 0 0 0,3 2 0 0 0,-25 72 1 0 0,46-110-209 0 0,1 0 1 0 0,1 1-1 0 0,1-1 1 0 0,-1 28 0 0 0,4-40-31 0 0,1 0 1 0 0,0 0-1 0 0,1 0 0 0 0,0 0 1 0 0,0-1-1 0 0,1 1 1 0 0,0 0-1 0 0,0-1 1 0 0,1 1-1 0 0,0-1 0 0 0,1 0 1 0 0,0 0-1 0 0,5 9 1 0 0,-6-13-2 0 0,1-1-1 0 0,-1 1 1 0 0,0-1 0 0 0,1 1 0 0 0,0-1 0 0 0,0 0 0 0 0,0 0 0 0 0,0-1 0 0 0,0 1 0 0 0,1-1 0 0 0,-1 0 0 0 0,1 0 0 0 0,-1 0 0 0 0,1-1-1 0 0,0 0 1 0 0,0 1 0 0 0,-1-2 0 0 0,1 1 0 0 0,0-1 0 0 0,0 1 0 0 0,0-1 0 0 0,0-1 0 0 0,0 1 0 0 0,0-1 0 0 0,5-1 0 0 0,7-2 5 0 0,1 0 0 0 0,-1-2 0 0 0,0 0 0 0 0,-1-1 0 0 0,26-14 0 0 0,-25 11-23 0 0,-1-1 1 0 0,0-1-1 0 0,-1 0 1 0 0,0-1-1 0 0,-1-1 1 0 0,-1 0-1 0 0,0-1 1 0 0,-1-1-1 0 0,0 1 1 0 0,-1-2-1 0 0,-1 0 1 0 0,-1 0-1 0 0,0-1 1 0 0,-1 0-1 0 0,-1 0 1 0 0,-1-1-1 0 0,4-19 1 0 0,-6 21 0 0 0,-1 0 1 0 0,0 0-1 0 0,-1-1 1 0 0,-1 1-1 0 0,-1-1 1 0 0,0 1-1 0 0,-2 0 1 0 0,0-1-1 0 0,0 1 1 0 0,-2 0-1 0 0,0 0 1 0 0,-1 1-1 0 0,-1-1 0 0 0,0 1 1 0 0,-1 0-1 0 0,-1 0 1 0 0,0 1-1 0 0,-2 0 1 0 0,-14-19-1 0 0,21 30 11 0 0,-1 1 0 0 0,1-1 0 0 0,-1 0-1 0 0,0 1 1 0 0,0 0 0 0 0,0 0 0 0 0,-1 0-1 0 0,1 1 1 0 0,-1-1 0 0 0,1 1 0 0 0,-1 0 0 0 0,0 0-1 0 0,0 1 1 0 0,0-1 0 0 0,0 1 0 0 0,0 0-1 0 0,0 1 1 0 0,0-1 0 0 0,0 1 0 0 0,0 0 0 0 0,0 0-1 0 0,0 0 1 0 0,0 1 0 0 0,-9 2 0 0 0,5 0 0 0 0,0 0 0 0 0,1 0 0 0 0,-1 1 0 0 0,1 0 0 0 0,0 1 0 0 0,0 0 0 0 0,0 0 0 0 0,1 0 0 0 0,-1 1 0 0 0,1 1 0 0 0,1-1 0 0 0,-12 14 0 0 0,7-6 7 0 0,0 2-1 0 0,1-1 1 0 0,0 1 0 0 0,1 1 0 0 0,1 0 0 0 0,-9 25-1 0 0,14-30 13 0 0,0-1-1 0 0,1 1 0 0 0,0 0 0 0 0,0-1 1 0 0,2 1-1 0 0,-1 0 0 0 0,2 0 1 0 0,-1 0-1 0 0,2 0 0 0 0,-1-1 0 0 0,5 15 1 0 0,-1-11-2 0 0,0-2 1 0 0,0 1 0 0 0,1 0 0 0 0,1-1 0 0 0,1 0 0 0 0,0-1-1 0 0,0 0 1 0 0,20 22 0 0 0,5-1 47 0 0,57 43 0 0 0,-52-45-40 0 0,39 40 1 0 0,-29-15-641 0 0,-19-17-6059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42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 1908 0 0,'1'-25'9106'0'0,"0"6"-4091"0"0,-1 1-3765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48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13 156 0 0,'7'-8'5666'0'0,"-7"7"-5567"0"0,0 1-1 0 0,1-1 1 0 0,-1 1 0 0 0,1 0-1 0 0,-1-1 1 0 0,1 1 0 0 0,-1 0-1 0 0,1 0 1 0 0,-1-1 0 0 0,1 1-1 0 0,-1 0 1 0 0,1 0 0 0 0,0 0-1 0 0,-1-1 1 0 0,1 1 0 0 0,-1 0-1 0 0,1 0 1 0 0,0 0 0 0 0,-1 0-1 0 0,1 0 1 0 0,-1 0 0 0 0,1 0-1 0 0,0 0 1 0 0,-1 1 0 0 0,1-1-1 0 0,-1 0 1 0 0,2 0 0 0 0,15 15 1052 0 0,10 28-704 0 0,-23-36-220 0 0,126 249 1084 0 0,13 24-518 0 0,-120-237 1534 0 0,-22-41-1921 0 0,-1-2-374 0 0,1 0 1 0 0,-1 1-1 0 0,1-1 1 0 0,-1 0-1 0 0,0 0 1 0 0,1 0-1 0 0,-1 1 1 0 0,1-1 0 0 0,-1 0-1 0 0,1 0 1 0 0,-1 0-1 0 0,1 0 1 0 0,-1 0-1 0 0,1 0 1 0 0,-1 0-1 0 0,1 0 1 0 0,-1 0-1 0 0,1 0 1 0 0,-1 0-1 0 0,1 0 1 0 0,-1 0-1 0 0,0 0 1 0 0,1-1-1 0 0,5-13 49 0 0,0-1 0 0 0,-2 0 0 0 0,1 0-1 0 0,-2 0 1 0 0,3-29 0 0 0,-2 15-59 0 0,54-249-34 0 0,-36 179-267 0 0,-20 91-388 0 0,0 0 0 0 0,1 0 0 0 0,-1 0 0 0 0,2 0 0 0 0,-1 1 0 0 0,7-12 0 0 0,-1 12-1024 0 0,13 8-5788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49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73 1636 0 0,'-3'20'2655'0'0,"-7"41"1899"0"0,6-34-3468 0 0,0 35 1 0 0,4-61-1066 0 0,0 0 0 0 0,0 0 0 0 0,0 0 0 0 0,0 0 0 0 0,0 1 0 0 0,0-1 0 0 0,0 0 0 0 0,0 0 0 0 0,0 0 0 0 0,1 0 0 0 0,-1 0 0 0 0,0 1 0 0 0,1-1 0 0 0,-1 0 0 0 0,1 0 0 0 0,-1 0 0 0 0,1 0 0 0 0,-1 0 0 0 0,1 0 0 0 0,0 0 0 0 0,-1 0 0 0 0,1-1 0 0 0,0 1 0 0 0,0 0 0 0 0,0 0 0 0 0,0-1 0 0 0,0 1 0 0 0,0 0 0 0 0,0-1 0 0 0,0 1 0 0 0,0-1 0 0 0,0 1 0 0 0,0-1 0 0 0,0 0 0 0 0,0 1 0 0 0,1-1 0 0 0,-1 0 0 0 0,0 0 0 0 0,0 0 0 0 0,0 0 0 0 0,0 0 0 0 0,1 0 0 0 0,0 0 0 0 0,2-1 11 0 0,-1 1 0 0 0,1-1 0 0 0,-1-1-1 0 0,1 1 1 0 0,-1 0 0 0 0,0-1 0 0 0,0 1 0 0 0,1-1 0 0 0,-1 0 0 0 0,0 0 0 0 0,-1-1 0 0 0,6-4-1 0 0,-3 1-7 0 0,-1 0-1 0 0,1 0 0 0 0,-1-1 1 0 0,-1 0-1 0 0,1 0 0 0 0,-1 0 1 0 0,0 0-1 0 0,-1 0 0 0 0,0-1 1 0 0,0 1-1 0 0,0-1 0 0 0,-1 0 1 0 0,0 1-1 0 0,-1-1 0 0 0,0 0 1 0 0,0 1-1 0 0,0-1 0 0 0,-1 0 1 0 0,0 1-1 0 0,-1-1 1 0 0,0 0-1 0 0,0 1 0 0 0,-4-11 1 0 0,5 18-24 0 0,1-1 1 0 0,-1 0-1 0 0,0 1 1 0 0,1-1-1 0 0,-1 1 1 0 0,1-1 0 0 0,-1 1-1 0 0,0-1 1 0 0,1 1-1 0 0,-1 0 1 0 0,0-1 0 0 0,0 1-1 0 0,1 0 1 0 0,-1-1-1 0 0,0 1 1 0 0,0 0-1 0 0,0 0 1 0 0,1 0 0 0 0,-1 0-1 0 0,0 0 1 0 0,0 0-1 0 0,0 0 1 0 0,1 0-1 0 0,-1 0 1 0 0,0 0 0 0 0,0 0-1 0 0,0 0 1 0 0,0 1-1 0 0,-21 7 10 0 0,9 0 6 0 0,1 0-1 0 0,1 1 0 0 0,-1 1 0 0 0,1 0 1 0 0,1 0-1 0 0,0 1 0 0 0,-12 18 1 0 0,9-11 35 0 0,1 1 0 0 0,1 1 1 0 0,1 0-1 0 0,-10 25 1 0 0,18-39-39 0 0,0 1 1 0 0,0-1 0 0 0,1 0 0 0 0,-1 1 0 0 0,2-1 0 0 0,-1 1 0 0 0,1-1 0 0 0,0 1 0 0 0,0-1-1 0 0,1 8 1 0 0,0-12-12 0 0,-1 1-1 0 0,1 0 0 0 0,0-1 1 0 0,0 1-1 0 0,0-1 1 0 0,0 1-1 0 0,0-1 0 0 0,1 1 1 0 0,-1-1-1 0 0,1 0 0 0 0,-1 0 1 0 0,1 0-1 0 0,0 0 1 0 0,0 0-1 0 0,0 0 0 0 0,0 0 1 0 0,0 0-1 0 0,0-1 1 0 0,1 1-1 0 0,-1-1 0 0 0,0 0 1 0 0,1 0-1 0 0,-1 0 0 0 0,1 0 1 0 0,0 0-1 0 0,2 0 1 0 0,5 1-183 0 0,0-1 0 0 0,0 0 1 0 0,0 0-1 0 0,-1-1 0 0 0,1-1 1 0 0,0 0-1 0 0,0 0 0 0 0,0-1 1 0 0,-1 0-1 0 0,1 0 0 0 0,-1-1 1 0 0,0-1-1 0 0,1 0 0 0 0,-2 0 1 0 0,1 0-1 0 0,0-1 0 0 0,-1-1 0 0 0,0 1 1 0 0,9-9-1 0 0,0 0-48 0 0,-1-2 0 0 0,-1 1 0 0 0,-1-2 0 0 0,0 0 0 0 0,-1-1 0 0 0,0 0 0 0 0,15-32 0 0 0,47-108 3294 0 0,-75 157-3058 0 0,0 1 0 0 0,0-1 0 0 0,0 0 0 0 0,0 1 0 0 0,0-1 0 0 0,1 0-1 0 0,-1 1 1 0 0,0-1 0 0 0,1 0 0 0 0,-1 1 0 0 0,0-1 0 0 0,1 1 0 0 0,-1-1 0 0 0,1 0 0 0 0,-1 1 0 0 0,1-1 0 0 0,-1 1 0 0 0,1 0 0 0 0,-1-1 0 0 0,1 1 0 0 0,-1-1 0 0 0,1 1 0 0 0,0 0 0 0 0,-1-1 0 0 0,1 1 0 0 0,-1 0 0 0 0,1 0 0 0 0,0 0 0 0 0,-1-1 0 0 0,1 1 0 0 0,0 0 0 0 0,0 0 0 0 0,-1 0 0 0 0,1 0 0 0 0,0 0 0 0 0,-1 0 0 0 0,1 0 0 0 0,0 0 0 0 0,-1 1 0 0 0,1-1 0 0 0,0 0 0 0 0,-1 0 0 0 0,1 1-1 0 0,0-1 1 0 0,-1 0 0 0 0,1 1 0 0 0,-1-1 0 0 0,1 0 0 0 0,0 1 0 0 0,-1-1 0 0 0,1 1 0 0 0,-1-1 0 0 0,1 1 0 0 0,-1-1 0 0 0,0 1 0 0 0,1-1 0 0 0,-1 1 0 0 0,1 0 0 0 0,7 11 51 0 0,0 1 0 0 0,-1-1-1 0 0,-1 1 1 0 0,0 1 0 0 0,0-1 0 0 0,-1 1-1 0 0,-1 0 1 0 0,3 17 0 0 0,-3-5 117 0 0,0 0 1 0 0,-2 1 0 0 0,-1 46-1 0 0,-12 17 3163 0 0,11-89-3309 0 0,0-1-1 0 0,0 1 1 0 0,0-1 0 0 0,0 0 0 0 0,0 1 0 0 0,0-1-1 0 0,0 0 1 0 0,0 1 0 0 0,0-1 0 0 0,0 0 0 0 0,0 1-1 0 0,0-1 1 0 0,-1 0 0 0 0,1 1 0 0 0,0-1 0 0 0,0 0-1 0 0,0 1 1 0 0,0-1 0 0 0,-1 0 0 0 0,1 1-1 0 0,0-1 1 0 0,0 0 0 0 0,0 1 0 0 0,-1-1 0 0 0,1 0-1 0 0,0 0 1 0 0,-1 0 0 0 0,1 1 0 0 0,0-1 0 0 0,0 0-1 0 0,-1 0 1 0 0,1 0 0 0 0,0 0 0 0 0,-1 1 0 0 0,1-1-1 0 0,0 0 1 0 0,-1 0 0 0 0,1 0 0 0 0,-1 0 0 0 0,1 0-1 0 0,0 0 1 0 0,-1 0 0 0 0,1 0 0 0 0,0 0 0 0 0,-1 0-1 0 0,1 0 1 0 0,-1 0 0 0 0,0-1-13 0 0,1 1 0 0 0,-1-1 1 0 0,1 1-1 0 0,-1-1 0 0 0,1 1 0 0 0,-1-1 1 0 0,1 0-1 0 0,0 1 0 0 0,-1-1 1 0 0,1 1-1 0 0,0-1 0 0 0,-1 0 0 0 0,1 1 1 0 0,0-1-1 0 0,0 0 0 0 0,-1 1 0 0 0,1-1 1 0 0,0 0-1 0 0,0 0 0 0 0,0 1 0 0 0,0-1 1 0 0,0 0-1 0 0,0 1 0 0 0,0-1 0 0 0,1-1 1 0 0,1-10-21 0 0,1 0 1 0 0,1 0-1 0 0,0 0 1 0 0,0 1-1 0 0,1 0 1 0 0,1 0-1 0 0,0 0 1 0 0,13-17-1 0 0,-8 14-392 0 0,2 0 0 0 0,0 0 0 0 0,0 1 0 0 0,2 1-1 0 0,15-12 1 0 0,19-6-1409 0 0,1 1 1 0 0,93-37-1 0 0,-114 53 1550 0 0,-15 7 163 0 0,-6 3 371 0 0,0 0-1 0 0,-1-1 0 0 0,0 1 0 0 0,1-2 0 0 0,-1 1 0 0 0,-1-1 0 0 0,10-8 0 0 0,-15 12 11 0 0,-1 1-211 0 0,1-1 0 0 0,-1 1-1 0 0,1-1 1 0 0,-1 1-1 0 0,1 0 1 0 0,0-1 0 0 0,-1 1-1 0 0,1-1 1 0 0,0 1-1 0 0,-1 0 1 0 0,1 0 0 0 0,0-1-1 0 0,-1 1 1 0 0,1 0-1 0 0,1 0 1 0 0,-2 4-53 0 0,0 1 0 0 0,-1-1 0 0 0,1 0 0 0 0,-1 1 0 0 0,0-1 1 0 0,0 0-1 0 0,0 0 0 0 0,-1 0 0 0 0,1 0 0 0 0,-5 8 0 0 0,-3 11 44 0 0,4-5-36 0 0,-6 21 159 0 0,-10 68-1 0 0,19-96-173 0 0,1 0 1 0 0,0 0-1 0 0,1 0 1 0 0,1 0-1 0 0,0 0 0 0 0,0 0 1 0 0,1 0-1 0 0,0 0 1 0 0,1 0-1 0 0,0-1 1 0 0,6 13-1 0 0,-8-21-130 0 0,0 0 0 0 0,0-1 0 0 0,0 1 0 0 0,0-1 0 0 0,0 0 0 0 0,1 1 0 0 0,-1-1 0 0 0,0 0-1 0 0,1 0 1 0 0,-1 0 0 0 0,1 0 0 0 0,-1 0 0 0 0,1 0 0 0 0,3 2 0 0 0,-4-3-215 0 0,1 1 0 0 0,-1-1 0 0 0,1 0-1 0 0,-1 1 1 0 0,1-1 0 0 0,-1 0 0 0 0,1 0 0 0 0,-1 0 0 0 0,1 0 0 0 0,-1 0-1 0 0,1 0 1 0 0,-1-1 0 0 0,1 1 0 0 0,-1 0 0 0 0,1-1 0 0 0,-1 1 0 0 0,0-1-1 0 0,3-1 1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50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63 109 1100 0 0,'-11'-23'3250'0'0,"-1"-1"0"0"0,-26-36 0 0 0,37 59-3274 0 0,10 21-6142 0 0,-3-14 3910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50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37 984 0 0,'2'-2'2200'0'0,"1"0"-1100"0"0,0-1-1 0 0,0 0 1 0 0,0 0 0 0 0,0 0 0 0 0,0-1 0 0 0,0 1 0 0 0,-1-1 0 0 0,4-5 2616 0 0,-13 17-3573 0 0,1 1 0 0 0,1 0-1 0 0,0 0 1 0 0,0 0-1 0 0,0 1 1 0 0,1 0 0 0 0,-4 18-1 0 0,2-12 39 0 0,-96 363 2573 0 0,30 7-1775 0 0,65-349-936 0 0,-13 101 98 0 0,-22 104 143 0 0,41-237-281 0 0,-1 0 0 0 0,1 0 0 0 0,-1 0 0 0 0,0-1 0 0 0,0 1 0 0 0,-5 7 0 0 0,6-10-154 0 0,-1-1 0 0 0,1 1 0 0 0,-1-1 0 0 0,1 1 0 0 0,-1-1 0 0 0,0 1 0 0 0,1-1 0 0 0,-1 0 0 0 0,0 0 0 0 0,0 0 0 0 0,0 0 0 0 0,0 0 0 0 0,0 0 0 0 0,0 0 0 0 0,0-1 0 0 0,-3 1 0 0 0,3-1-58 0 0,0 0-1 0 0,0 0 0 0 0,1 0 1 0 0,-1-1-1 0 0,0 1 0 0 0,1 0 0 0 0,-1-1 1 0 0,1 0-1 0 0,-1 1 0 0 0,0-1 1 0 0,1 0-1 0 0,-1 0 0 0 0,1 0 1 0 0,0 0-1 0 0,-1 0 0 0 0,1 0 0 0 0,0 0 1 0 0,0 0-1 0 0,-1 0 0 0 0,1-1 1 0 0,-1-1-1 0 0,-19-29-5814 0 0,12 11 389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51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1 399 1652 0 0,'0'-4'651'0'0,"0"0"1"0"0,1-1-1 0 0,-1 1 0 0 0,1 0 1 0 0,0-1-1 0 0,0 1 0 0 0,1 0 1 0 0,-1 0-1 0 0,1 0 0 0 0,0 0 0 0 0,3-4 1 0 0,-1 2-338 0 0,0 1 0 0 0,0-1 0 0 0,1 1 0 0 0,0 0 0 0 0,0 0 0 0 0,7-5 0 0 0,8-3-540 0 0,1 1-1 0 0,-1 0 1 0 0,26-9 0 0 0,-26 12 767 0 0,213-94-6398 0 0,-129 55 10296 0 0,-104 48-4398 0 0,1-1-1 0 0,0 1 0 0 0,0 0 1 0 0,0 0-1 0 0,0 0 1 0 0,0 0-1 0 0,1 0 1 0 0,-1 0-1 0 0,0 0 0 0 0,-1 0 1 0 0,1 1-1 0 0,0-1 1 0 0,0 0-1 0 0,0 1 0 0 0,0-1 1 0 0,0 0-1 0 0,0 1 1 0 0,0-1-1 0 0,0 1 0 0 0,0-1 1 0 0,-1 1-1 0 0,1 0 1 0 0,0-1-1 0 0,0 1 0 0 0,-1 0 1 0 0,1 0-1 0 0,0-1 1 0 0,-1 1-1 0 0,1 0 0 0 0,-1 0 1 0 0,1 0-1 0 0,-1 0 1 0 0,0 0-1 0 0,1 0 1 0 0,-1 1-1 0 0,18 44 858 0 0,-14-34-687 0 0,-2-6-131 0 0,0 0 0 0 0,1 0 0 0 0,0 0 0 0 0,0-1 0 0 0,1 1 0 0 0,-1-1 0 0 0,1 0 0 0 0,0 0 0 0 0,1 0 0 0 0,-1-1 0 0 0,1 1 0 0 0,0-1 0 0 0,0 0 0 0 0,7 4 0 0 0,-5-5-51 0 0,-1 0 1 0 0,1-1 0 0 0,-1 1-1 0 0,1-1 1 0 0,0-1-1 0 0,-1 0 1 0 0,1 0-1 0 0,0 0 1 0 0,0-1 0 0 0,0 1-1 0 0,0-2 1 0 0,0 1-1 0 0,7-2 1 0 0,2-1-35 0 0,1 0 0 0 0,-1-1 0 0 0,-1-1 0 0 0,1 0-1 0 0,-1-1 1 0 0,0-1 0 0 0,0 0 0 0 0,0-1 0 0 0,15-12 0 0 0,-12 7 53 0 0,-1-2 1 0 0,-1 0-1 0 0,0-1 0 0 0,-1 0 1 0 0,-1-2-1 0 0,15-23 0 0 0,6-10 1644 0 0,-33 50-1516 0 0,-2 1-172 0 0,0 0 0 0 0,0 0 0 0 0,1 0 0 0 0,-1 0 0 0 0,0 0 0 0 0,1 0 0 0 0,-1 0 0 0 0,0 0 1 0 0,0 1-1 0 0,1-1 0 0 0,-1 0 0 0 0,0 0 0 0 0,0 0 0 0 0,1 1 0 0 0,-1-1 0 0 0,0 0 0 0 0,0 0 0 0 0,0 0 0 0 0,1 1 1 0 0,-1-1-1 0 0,0 0 0 0 0,0 0 0 0 0,0 1 0 0 0,0-1 0 0 0,0 0 0 0 0,0 1 0 0 0,1-1 0 0 0,-1 0 0 0 0,0 0 0 0 0,0 1 0 0 0,0-1 1 0 0,0 0-1 0 0,0 1 0 0 0,0-1 0 0 0,0 0 0 0 0,0 1 0 0 0,1 12 58 0 0,-12 191 971 0 0,-15 191 328 0 0,14-295-946 0 0,-46 187 0 0 0,46-247-252 0 0,-1 0 0 0 0,-30 61-1 0 0,36-88-47 0 0,0 1 0 0 0,-1-1-1 0 0,0-1 1 0 0,-1 0 0 0 0,-1 0-1 0 0,0 0 1 0 0,0-1 0 0 0,-1-1 0 0 0,-1 0-1 0 0,-18 13 1 0 0,23-19-78 0 0,1-1 0 0 0,0 0-1 0 0,-1-1 1 0 0,1 1 0 0 0,-1-1 0 0 0,0-1 0 0 0,0 1-1 0 0,0-1 1 0 0,0 0 0 0 0,0-1 0 0 0,0 0 0 0 0,0 0-1 0 0,0 0 1 0 0,0-1 0 0 0,0 0 0 0 0,0 0-1 0 0,1-1 1 0 0,-1 0 0 0 0,0 0 0 0 0,1-1 0 0 0,-1 1-1 0 0,1-1 1 0 0,0-1 0 0 0,0 1 0 0 0,-10-9 0 0 0,9 7-96 0 0,1 0 1 0 0,0 0-1 0 0,0-1 1 0 0,1 0 0 0 0,-1 0-1 0 0,1-1 1 0 0,0 0-1 0 0,1 1 1 0 0,0-2-1 0 0,0 1 1 0 0,0 0 0 0 0,1-1-1 0 0,0 1 1 0 0,1-1-1 0 0,-1 0 1 0 0,2 0-1 0 0,-1 0 1 0 0,1 0 0 0 0,0-1-1 0 0,1 1 1 0 0,0-14-1 0 0,3 4-686 0 0,1 0-1 0 0,0 0 1 0 0,2 0 0 0 0,0 1-1 0 0,14-29 1 0 0,0 9-3537 0 0,33-48 0 0 0,-22 45-1353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51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50 683 1228 0 0,'-2'1'1870'0'0,"-1"0"-1519"0"0,-1 1-1 0 0,2-1 0 0 0,-1 1 0 0 0,0 0 1 0 0,0 0-1 0 0,1 1 0 0 0,-1-1 0 0 0,1 0 1 0 0,-1 1-1 0 0,1-1 0 0 0,0 1 0 0 0,0 0 1 0 0,0 0-1 0 0,1 0 0 0 0,-1 0 1 0 0,1 0-1 0 0,-1 0 0 0 0,1 0 0 0 0,-1 6 1 0 0,1-6-274 0 0,0 0 0 0 0,1 0 0 0 0,-1 0-1 0 0,1 0 1 0 0,0 0 0 0 0,0 0 0 0 0,0 0 0 0 0,0 0 0 0 0,1 0 0 0 0,-1 0 0 0 0,1 0 0 0 0,0 0 0 0 0,0 0 0 0 0,0 0 0 0 0,0 0 0 0 0,0-1 0 0 0,1 1 0 0 0,-1 0 0 0 0,1-1 0 0 0,0 1 0 0 0,0-1 0 0 0,-1 1 0 0 0,5 2 0 0 0,-3-3-31 0 0,1 1 0 0 0,0-1-1 0 0,0 0 1 0 0,0 0 0 0 0,0-1 0 0 0,0 1-1 0 0,1-1 1 0 0,-1 0 0 0 0,0 0 0 0 0,1 0-1 0 0,-1 0 1 0 0,1-1 0 0 0,-1 0 0 0 0,1 0-1 0 0,-1 0 1 0 0,0-1 0 0 0,1 1 0 0 0,-1-1-1 0 0,1 0 1 0 0,6-3 0 0 0,10-2 35 0 0,-1-2 1 0 0,35-18 0 0 0,-31 12-94 0 0,0-1 0 0 0,-1-1 0 0 0,-1 0 0 0 0,0-2 0 0 0,-2-1 0 0 0,0-1 0 0 0,-1 0 0 0 0,-1-1 0 0 0,-1-1 0 0 0,15-26 0 0 0,-3-1-17 0 0,-3-1 0 0 0,-1-1 0 0 0,33-105 0 0 0,-36 79 935 0 0,15-92 0 0 0,-49 293-313 0 0,-10 10 188 0 0,0-1-146 0 0,-4 137 1 0 0,25-261-670 0 0,2 83 280 0 0,0-83-417 0 0,0 0 0 0 0,0 0 1 0 0,1 0-1 0 0,1 0 1 0 0,-1 0-1 0 0,1 0 0 0 0,8 14 1 0 0,1-9-869 0 0,-10-13 534 0 0,-1 0 0 0 0,1 0 0 0 0,0 0 0 0 0,0 0 0 0 0,0-1-1 0 0,0 1 1 0 0,0-1 0 0 0,1 1 0 0 0,-1-1 0 0 0,0 0 0 0 0,0 1 0 0 0,0-1 0 0 0,0 0 0 0 0,0 0 0 0 0,4-1 0 0 0,9-2-4184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52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112 270 2380 0 0,'-112'-19'9648'0'0,"133"19"-9560"0"0,1-1 1 0 0,-1-1-1 0 0,0-1 1 0 0,21-6-1 0 0,-5 1-56 0 0,9 0-8 0 0,152-32 77 0 0,-160 30-98 0 0,-2-2 1 0 0,0-1 0 0 0,44-22-1 0 0,-71 30-6 0 0,0 0 1 0 0,0-1-1 0 0,0 0 0 0 0,0-1 0 0 0,-1 0 1 0 0,0 0-1 0 0,-1-1 0 0 0,1 0 0 0 0,-2 0 0 0 0,1 0 1 0 0,-1-1-1 0 0,8-15 0 0 0,-13 22 21 0 0,-3 4-39 0 0,0 0 6 0 0,1 1 0 0 0,-1-1-1 0 0,1 0 1 0 0,0 1 0 0 0,-1-1-1 0 0,1 1 1 0 0,0-1-1 0 0,-1 5 1 0 0,-1 1-2 0 0,-18 51 331 0 0,2 0 0 0 0,-18 93-1 0 0,22-82 38 0 0,-21 116 275 0 0,8-33-464 0 0,24-133-177 0 0,3-10 210 0 0,-1-1 0 0 0,0 1 0 0 0,-1-1-1 0 0,0 1 1 0 0,-5 10 0 0 0,7-19-95 0 0,-4-5-8 0 0,4 3-82 0 0,0 0-1 0 0,0 0 0 0 0,0-1 1 0 0,0 1-1 0 0,0 0 1 0 0,0 0-1 0 0,0 0 1 0 0,1-1-1 0 0,-1 1 1 0 0,0 0-1 0 0,1-1 1 0 0,-1 1-1 0 0,0-1 1 0 0,1 1-1 0 0,0 0 1 0 0,-1-1-1 0 0,1-1 0 0 0,-1-4-8 0 0,1 0 0 0 0,0-1 0 0 0,0 1 0 0 0,1 0 0 0 0,-1 0 0 0 0,2-1 0 0 0,-1 1 0 0 0,4-10-1 0 0,1 0-33 0 0,1 0-1 0 0,10-18 0 0 0,-10 23 23 0 0,0 0-1 0 0,1 0 1 0 0,1 1-1 0 0,0 0 0 0 0,0 0 1 0 0,1 1-1 0 0,13-10 1 0 0,-15 14 1 0 0,0 0 1 0 0,0 0 0 0 0,1 1-1 0 0,0 0 1 0 0,-1 0 0 0 0,2 1-1 0 0,-1 1 1 0 0,0-1 0 0 0,1 1-1 0 0,16-2 1 0 0,-22 4 10 0 0,0 1 0 0 0,1 0-1 0 0,-1 0 1 0 0,0 0 0 0 0,0 0 0 0 0,0 1 0 0 0,1-1 0 0 0,-1 1 0 0 0,0 0 0 0 0,0 1 0 0 0,0-1-1 0 0,0 1 1 0 0,-1 0 0 0 0,1-1 0 0 0,0 2 0 0 0,4 2 0 0 0,-4-1 10 0 0,0 0 1 0 0,0 0-1 0 0,0 0 0 0 0,-1 1 1 0 0,1-1-1 0 0,-1 1 0 0 0,0 0 1 0 0,-1 0-1 0 0,1 0 1 0 0,3 10-1 0 0,-2 0 16 0 0,0 1 0 0 0,-1 0 0 0 0,-1 0 0 0 0,0 0 0 0 0,-1 0 0 0 0,-1 0 0 0 0,-3 23 0 0 0,-5 82-2 0 0,8-120-22 0 0,0 0-1 0 0,0-1 1 0 0,0 1 0 0 0,0-1-1 0 0,1 1 1 0 0,-1 0 0 0 0,0-1-1 0 0,0 1 1 0 0,1-1 0 0 0,-1 1-1 0 0,0-1 1 0 0,1 1 0 0 0,-1-1-1 0 0,1 1 1 0 0,-1-1 0 0 0,1 1-1 0 0,-1-1 1 0 0,1 0 0 0 0,-1 1-1 0 0,1-1 1 0 0,-1 0 0 0 0,1 1-1 0 0,-1-1 1 0 0,1 0 0 0 0,0 0-1 0 0,-1 0 1 0 0,1 1 0 0 0,-1-1-1 0 0,1 0 1 0 0,0 0 0 0 0,-1 0-1 0 0,1 0 1 0 0,-1 0 0 0 0,2 0-1 0 0,22-2 26 0 0,-6-2-17 0 0,1-1-1 0 0,-1-1 1 0 0,0 0-1 0 0,0-1 0 0 0,28-17 1 0 0,78-58-22 0 0,-110 72-8 0 0,-1-1 1 0 0,0 0 0 0 0,-1-1-1 0 0,0 0 1 0 0,-1-1-1 0 0,0 0 1 0 0,10-17-1 0 0,-21 29 17 0 0,1 1 0 0 0,-1-1 0 0 0,1 0 0 0 0,-1 0 0 0 0,1 0 0 0 0,-1 0 0 0 0,1 0 0 0 0,-1 0 0 0 0,0 0 0 0 0,0-1 0 0 0,1 1 0 0 0,-1 0 0 0 0,0 0 0 0 0,0 0 0 0 0,0 0 0 0 0,-1-1 0 0 0,1 1 1 0 0,0 1 1 0 0,0-1-1 0 0,0 1 1 0 0,-1-1 0 0 0,1 1-1 0 0,0-1 1 0 0,-1 1-1 0 0,1-1 1 0 0,0 1 0 0 0,-1-1-1 0 0,1 1 1 0 0,-1-1-1 0 0,1 1 1 0 0,-1 0 0 0 0,1-1-1 0 0,-1 1 1 0 0,1 0-1 0 0,-1 0 1 0 0,1-1 0 0 0,-2 1-1 0 0,0-1 5 0 0,0 1-1 0 0,1-1 0 0 0,-1 1 1 0 0,0 0-1 0 0,0 0 0 0 0,0 0 1 0 0,0 0-1 0 0,0 0 0 0 0,1 1 1 0 0,-1-1-1 0 0,0 0 0 0 0,0 1 1 0 0,0-1-1 0 0,1 1 0 0 0,-3 0 0 0 0,-6 6 44 0 0,1-1 0 0 0,0 1-1 0 0,0 1 1 0 0,0-1-1 0 0,1 1 1 0 0,0 1-1 0 0,1 0 1 0 0,-1 0-1 0 0,2 0 1 0 0,-9 16-1 0 0,11-18-23 0 0,0 0 1 0 0,1 0-1 0 0,0 1 0 0 0,0-1 0 0 0,0 1 0 0 0,1 0 0 0 0,0 0 0 0 0,1 0 1 0 0,0 0-1 0 0,0 0 0 0 0,0 0 0 0 0,1 0 0 0 0,1 0 0 0 0,-1 0 0 0 0,4 14 1 0 0,-3-18-8 0 0,0 0 0 0 0,1 0 0 0 0,0-1 0 0 0,0 1 0 0 0,0 0 0 0 0,0-1 0 0 0,0 1 0 0 0,1-1 0 0 0,-1 0 0 0 0,1 0 0 0 0,0 0 0 0 0,0 0 0 0 0,0 0 0 0 0,6 2 0 0 0,-3-1-28 0 0,0 0-1 0 0,1-1 0 0 0,0 0 1 0 0,-1-1-1 0 0,1 0 1 0 0,0 0-1 0 0,13 2 0 0 0,-2-2-817 0 0,0-1 0 0 0,0 0-1 0 0,0-2 1 0 0,1 0 0 0 0,31-7-1 0 0,-11-1-3149 0 0,1-1-1847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53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12 145 1500 0 0,'-2'-1'267'0'0,"1"-1"0"0"0,0 1-1 0 0,0-1 1 0 0,0 0 0 0 0,0 1 0 0 0,0-1 0 0 0,1 0-1 0 0,-1 1 1 0 0,0-1 0 0 0,1 0 0 0 0,-1 0-1 0 0,1 0 1 0 0,0 1 0 0 0,-1-1 0 0 0,1 0-1 0 0,0 0 1 0 0,0 0 0 0 0,0 0 0 0 0,1 0 0 0 0,-1 0-1 0 0,1-1 1 0 0,0 0-73 0 0,0 0 1 0 0,0 0-1 0 0,1 1 1 0 0,-1-1-1 0 0,1 1 1 0 0,0-1-1 0 0,-1 1 0 0 0,1 0 1 0 0,0 0-1 0 0,1-1 1 0 0,-1 1-1 0 0,3-2 1 0 0,1 0-77 0 0,0 0 1 0 0,1 0 0 0 0,-1 1 0 0 0,1 0 0 0 0,0 0 0 0 0,0 0 0 0 0,0 1 0 0 0,0 0 0 0 0,0 0 0 0 0,10 0 0 0 0,-7 1-41 0 0,-1 1-1 0 0,1 1 1 0 0,-1 0-1 0 0,1 0 1 0 0,-1 1-1 0 0,0 0 1 0 0,0 1-1 0 0,0 0 1 0 0,0 0-1 0 0,0 1 1 0 0,0 0-1 0 0,-1 0 1 0 0,0 1 0 0 0,0 0-1 0 0,10 9 1 0 0,-12-9 53 0 0,0 1 1 0 0,-1-1-1 0 0,0 1 1 0 0,0 0-1 0 0,-1 1 1 0 0,1-1-1 0 0,-1 1 1 0 0,-1 0-1 0 0,1 0 1 0 0,-1 0-1 0 0,-1 0 1 0 0,1 0-1 0 0,-1 1 1 0 0,0-1-1 0 0,-1 1 1 0 0,0 0-1 0 0,0-1 1 0 0,0 1 0 0 0,-2 9-1 0 0,-1 5 668 0 0,-2-1 0 0 0,-1 1-1 0 0,-13 38 1 0 0,17-58-606 0 0,0 0 185 0 0,1-2-369 0 0,-1-1 1 0 0,1 1-1 0 0,0 0 1 0 0,0 0-1 0 0,-1-1 1 0 0,1 1-1 0 0,0 0 1 0 0,-1-1-1 0 0,1 1 1 0 0,0 0-1 0 0,0-1 0 0 0,0 1 1 0 0,-1 0-1 0 0,1-1 1 0 0,0 1-1 0 0,0 0 1 0 0,0-1-1 0 0,0 1 1 0 0,0-1-1 0 0,0 1 1 0 0,-1 0-1 0 0,1-1 1 0 0,0 1-1 0 0,0-1 1 0 0,0 1-1 0 0,1 0 1 0 0,-1-1-1 0 0,0 1 1 0 0,0-1-1 0 0,0 1 1 0 0,0 0-1 0 0,0-1 1 0 0,0 1-1 0 0,1-1 1 0 0,2-13 50 0 0,9-16-8 0 0,0 0 0 0 0,2 1 1 0 0,30-47-1 0 0,-32 58-166 0 0,1 0-1 0 0,1 1 1 0 0,1 1-1 0 0,0 0 1 0 0,1 1 0 0 0,25-18-1 0 0,-33 28-307 0 0,1 0 1 0 0,0 0-1 0 0,0 1 0 0 0,0 0 0 0 0,0 0 0 0 0,0 1 0 0 0,1 1 0 0 0,0-1 0 0 0,-1 2 0 0 0,1-1 0 0 0,14 1 0 0 0,7 1-2386 0 0,0 2-1 0 0,39 7 1 0 0,-66-8 2506 0 0,19 2-2146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53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66 1200 0 0,'21'-16'6684'0'0,"-20"15"-6572"0"0,-1-1 1 0 0,1 1-1 0 0,-1-1 0 0 0,0 1 1 0 0,0-1-1 0 0,0 1 0 0 0,1-1 1 0 0,-2 1-1 0 0,1-1 1 0 0,0 1-1 0 0,0-1 0 0 0,0 1 1 0 0,-1-1-1 0 0,1 1 0 0 0,0-1 1 0 0,-1 1-1 0 0,0 0 0 0 0,1-1 1 0 0,-1 1-1 0 0,0 0 0 0 0,0-1 1 0 0,1 1-1 0 0,-1 0 0 0 0,0 0 1 0 0,0 0-1 0 0,0 0 0 0 0,-1 0 1 0 0,1 0-1 0 0,0 0 0 0 0,0 0 1 0 0,-1 0-1 0 0,1 0 0 0 0,0 1 1 0 0,-3-2-1 0 0,0 1-59 0 0,1 0 0 0 0,0 0 1 0 0,-1 0-1 0 0,1 1 0 0 0,0-1 0 0 0,-1 1 0 0 0,1 0 0 0 0,-1 0 0 0 0,1 0 1 0 0,0 1-1 0 0,-1-1 0 0 0,1 1 0 0 0,0 0 0 0 0,-1-1 0 0 0,-3 3 0 0 0,-7 4 80 0 0,0 1 0 0 0,1 0-1 0 0,0 0 1 0 0,1 2 0 0 0,0 0-1 0 0,0 0 1 0 0,-12 14-1 0 0,0 3 81 0 0,2 1 0 0 0,-19 31-1 0 0,35-49-177 0 0,0 1-1 0 0,0-1 1 0 0,-5 15-1 0 0,10-22-17 0 0,0 0 0 0 0,0 1 0 0 0,0-1 1 0 0,0 1-1 0 0,0 0 0 0 0,1-1 0 0 0,0 1 0 0 0,-1 0 0 0 0,2-1 0 0 0,-1 1 0 0 0,0 0 1 0 0,1-1-1 0 0,-1 1 0 0 0,2 4 0 0 0,-1-7-11 0 0,0 0 0 0 0,-1 0 0 0 0,1 0 0 0 0,0 0 0 0 0,0 0 0 0 0,0 0 0 0 0,0 0 0 0 0,0 0 0 0 0,0 0 0 0 0,0 0 0 0 0,1-1 0 0 0,-1 1 0 0 0,0 0 0 0 0,0-1 0 0 0,1 1 0 0 0,-1-1 0 0 0,0 1 0 0 0,1-1 0 0 0,-1 0 0 0 0,0 0 0 0 0,3 1 0 0 0,26-1 37 0 0,-21-1-53 0 0,0-1-1 0 0,0 0 0 0 0,0 0 0 0 0,-1-1 0 0 0,1-1 0 0 0,-1 1 0 0 0,0-1 1 0 0,0 0-1 0 0,0-1 0 0 0,0 0 0 0 0,-1 0 0 0 0,0-1 0 0 0,11-11 0 0 0,-1-1-60 0 0,0-1-1 0 0,-2-1 1 0 0,22-35-1 0 0,-1-11-9 0 0,3-7 112 0 0,-38 72-25 0 0,5-1 2 0 0,-1 2 7 0 0,-2 9 8 0 0,2 73 282 0 0,-5-56-1006 0 0,2 0-1 0 0,7 44 0 0 0,-8-68 463 0 0,-1 0-1 0 0,1 1 0 0 0,0-1 1 0 0,0 0-1 0 0,1 1 0 0 0,-1-1 1 0 0,0 0-1 0 0,1 0 0 0 0,-1 0 1 0 0,1 0-1 0 0,2 2 1 0 0,9 3-4142 0 0,3-3 1342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54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1 125 1992 0 0,'20'-52'7876'0'0,"-20"51"-7840"0"0,0 1 0 0 0,1-1-1 0 0,-1 1 1 0 0,0-1 0 0 0,1 1 0 0 0,-1-1-1 0 0,1 1 1 0 0,-1-1 0 0 0,0 1-1 0 0,1-1 1 0 0,-1 1 0 0 0,1 0 0 0 0,-1-1-1 0 0,1 1 1 0 0,0 0 0 0 0,-1 0 0 0 0,1-1-1 0 0,-1 1 1 0 0,1 0 0 0 0,0 0-1 0 0,-1 0 1 0 0,1 0 0 0 0,-1-1 0 0 0,1 1-1 0 0,0 0 1 0 0,-1 0 0 0 0,1 0-1 0 0,-1 1 1 0 0,1-1 0 0 0,0 0 0 0 0,-1 0-1 0 0,1 0 1 0 0,0 0 0 0 0,-1 0-1 0 0,1 1 1 0 0,-1-1 0 0 0,1 0 0 0 0,-1 1-1 0 0,1-1 1 0 0,-1 0 0 0 0,1 1 0 0 0,-1-1-1 0 0,1 1 1 0 0,-1-1 0 0 0,1 1-1 0 0,20 18 502 0 0,-15-12-400 0 0,-1 1 1 0 0,1-1-1 0 0,-1 1 0 0 0,-1 0 0 0 0,0 1 0 0 0,0-1 0 0 0,-1 1 0 0 0,0 0 0 0 0,0 0 0 0 0,-1 0 0 0 0,3 18 0 0 0,-4-17-70 0 0,0 1 0 0 0,-1 0 1 0 0,0 0-1 0 0,-1-1 0 0 0,0 1 1 0 0,-1-1-1 0 0,0 1 0 0 0,-1-1 1 0 0,0 0-1 0 0,-5 12 0 0 0,8-20-57 0 0,0-1 0 0 0,-1 0-1 0 0,1 1 1 0 0,-1-1-1 0 0,1 0 1 0 0,-1 0 0 0 0,0 0-1 0 0,1 0 1 0 0,-1 0 0 0 0,0 0-1 0 0,0 0 1 0 0,0 0 0 0 0,0 0-1 0 0,0 0 1 0 0,0 0-1 0 0,0 0 1 0 0,0-1 0 0 0,0 1-1 0 0,0 0 1 0 0,0-1 0 0 0,-1 1-1 0 0,1-1 1 0 0,0 1-1 0 0,0-1 1 0 0,-1 1 0 0 0,1-1-1 0 0,0 0 1 0 0,-3 0 0 0 0,3 0-10 0 0,0-1 1 0 0,0 0 0 0 0,0 1 0 0 0,0-1 0 0 0,0 0 0 0 0,0 0 0 0 0,0 0 0 0 0,0 0-1 0 0,0 0 1 0 0,0 0 0 0 0,0 0 0 0 0,1 0 0 0 0,-1 0 0 0 0,0 0 0 0 0,1 0 0 0 0,-1-1 0 0 0,1 1-1 0 0,0 0 1 0 0,-1 0 0 0 0,1-1 0 0 0,0 1 0 0 0,-1 0 0 0 0,1 0 0 0 0,0-1 0 0 0,0 1-1 0 0,0 0 1 0 0,0-1 0 0 0,1-1 0 0 0,0-10-25 0 0,0-1 0 0 0,1 1 1 0 0,1-1-1 0 0,0 1 0 0 0,0 0 0 0 0,2 0 1 0 0,-1 0-1 0 0,2 1 0 0 0,0 0 0 0 0,0 0 0 0 0,9-12 1 0 0,-3 7-6 0 0,0 1 1 0 0,0 1 0 0 0,1 1 0 0 0,1-1-1 0 0,1 2 1 0 0,0 0 0 0 0,16-11 0 0 0,-24 20 28 0 0,-1 0 1 0 0,1 0 0 0 0,0 1-1 0 0,0 0 1 0 0,0 0 0 0 0,0 0-1 0 0,1 1 1 0 0,-1 0 0 0 0,1 1 0 0 0,0 0-1 0 0,-1 0 1 0 0,1 0 0 0 0,9 1-1 0 0,-12 1 5 0 0,0 0 0 0 0,0 0-1 0 0,1 0 1 0 0,-1 0-1 0 0,-1 1 1 0 0,1 0-1 0 0,0 0 1 0 0,0 0 0 0 0,-1 0-1 0 0,1 1 1 0 0,-1 0-1 0 0,0 0 1 0 0,0 0 0 0 0,0 1-1 0 0,0-1 1 0 0,0 1-1 0 0,-1 0 1 0 0,0 0-1 0 0,0 0 1 0 0,4 6 0 0 0,-3-3 19 0 0,0 1 1 0 0,-1-1-1 0 0,0 1 1 0 0,0 0 0 0 0,-1 0-1 0 0,0 0 1 0 0,0 1-1 0 0,-1-1 1 0 0,0 0 0 0 0,0 12-1 0 0,-2 8 103 0 0,-8 50 0 0 0,0-7-269 0 0,9-69 47 0 0,0 0 0 0 0,0 0-1 0 0,0 0 1 0 0,0 0 0 0 0,0 0 0 0 0,0 0 0 0 0,1 0 0 0 0,-1 0 0 0 0,1 0 0 0 0,-1 0 0 0 0,1 0 0 0 0,0-1 0 0 0,0 1 0 0 0,0 0 0 0 0,0 0 0 0 0,0 0 0 0 0,0-1-1 0 0,0 1 1 0 0,0-1 0 0 0,1 1 0 0 0,-1-1 0 0 0,1 1 0 0 0,-1-1 0 0 0,1 0 0 0 0,2 2 0 0 0,-1-2-398 0 0,1 1 1 0 0,0-1-1 0 0,-1 0 1 0 0,1 0-1 0 0,0 0 1 0 0,0 0-1 0 0,0-1 1 0 0,-1 1-1 0 0,1-1 0 0 0,0 0 1 0 0,0 0-1 0 0,6-1 1 0 0,12-3-2944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54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193 171 1620 0 0,'30'-168'10295'0'0,"-30"166"-9552"0"0,-8 21 399 0 0,-76 355 2722 0 0,27-115-3201 0 0,51-230-600 0 0,1-8 97 0 0,0 0 1 0 0,-10 28-1 0 0,14-48-157 0 0,1-1-1 0 0,0 0 1 0 0,0 1-1 0 0,0-1 1 0 0,0 1-1 0 0,0-1 1 0 0,0 1 0 0 0,0-1-1 0 0,-1 0 1 0 0,1 1-1 0 0,0-1 1 0 0,0 1-1 0 0,-1-1 1 0 0,1 0 0 0 0,0 1-1 0 0,-1-1 1 0 0,1 0-1 0 0,0 0 1 0 0,-1 1-1 0 0,1-1 1 0 0,0 0 0 0 0,-1 0-1 0 0,1 1 1 0 0,-1-1-1 0 0,1 0 1 0 0,0 0-1 0 0,-1 0 1 0 0,1 0 0 0 0,-1 1-1 0 0,1-1 1 0 0,-1 0-1 0 0,1 0 1 0 0,0 0-1 0 0,-1 0 1 0 0,1 0 0 0 0,-1 0-1 0 0,1 0 1 0 0,-1 0-1 0 0,1-1 1 0 0,0 1-1 0 0,-1 0 1 0 0,1 0-1 0 0,-1 0 1 0 0,1 0 0 0 0,-1-1-1 0 0,1 1 1 0 0,0 0-1 0 0,-1 0 1 0 0,1-1-1 0 0,0 1 1 0 0,-1 0 0 0 0,1 0-1 0 0,0-1 1 0 0,-1 1-1 0 0,1 0 1 0 0,0-1-1 0 0,0 1 1 0 0,-1-1 0 0 0,1 1-1 0 0,0 0 1 0 0,0-1-1 0 0,0 1 1 0 0,0-1-1 0 0,-1 1 1 0 0,1-1 0 0 0,-12-27 17 0 0,9 8-49 0 0,0-1-1 0 0,1 0 0 0 0,1 0 1 0 0,0 0-1 0 0,2 0 1 0 0,1 0-1 0 0,0 0 1 0 0,2 0-1 0 0,10-35 0 0 0,-6 32-1 0 0,1 0-1 0 0,1 0 0 0 0,1 1 0 0 0,0 0 0 0 0,2 1 1 0 0,1 0-1 0 0,27-32 0 0 0,-29 41 13 0 0,1 0-1 0 0,0 1 1 0 0,1 0-1 0 0,0 1 1 0 0,1 0-1 0 0,0 2 1 0 0,1-1-1 0 0,26-10 1 0 0,-33 17 10 0 0,0 0 0 0 0,0 0 1 0 0,0 1-1 0 0,1 0 1 0 0,-1 1-1 0 0,0 0 0 0 0,20 0 1 0 0,-23 2 7 0 0,1-1 1 0 0,-1 2-1 0 0,1-1 1 0 0,-1 1-1 0 0,1 0 1 0 0,-1 0-1 0 0,0 1 0 0 0,0-1 1 0 0,0 1-1 0 0,0 1 1 0 0,-1-1-1 0 0,8 7 1 0 0,-10-8 3 0 0,0 0 0 0 0,0 1 0 0 0,-1 0 0 0 0,1 0 0 0 0,0 0 0 0 0,-1 0 0 0 0,0 0 1 0 0,0 0-1 0 0,0 1 0 0 0,0-1 0 0 0,0 0 0 0 0,-1 1 0 0 0,0 0 0 0 0,1-1 0 0 0,-1 1 0 0 0,1 7 1 0 0,-2-7 1 0 0,0 1 1 0 0,-1 0-1 0 0,1 0 1 0 0,-1 0-1 0 0,0 0 1 0 0,0 0-1 0 0,0-1 0 0 0,0 1 1 0 0,-1-1-1 0 0,0 1 1 0 0,-4 7-1 0 0,-1-1 7 0 0,0-1 0 0 0,-1 0-1 0 0,0-1 1 0 0,0 0-1 0 0,-1 0 1 0 0,0 0 0 0 0,-1-1-1 0 0,0-1 1 0 0,-16 10-1 0 0,15-10-1 0 0,0-1 0 0 0,0 0 0 0 0,-1-1 0 0 0,0 0 0 0 0,0-1 0 0 0,0 0 0 0 0,-1-1 0 0 0,1 0 0 0 0,-19 1 0 0 0,28-4-12 0 0,1 0 0 0 0,-1 0 0 0 0,0 0 0 0 0,1-1 0 0 0,-1 1 0 0 0,1-1 0 0 0,-1 1 0 0 0,1-1 0 0 0,-1 0 0 0 0,1 0 0 0 0,0 0 0 0 0,-1 0 0 0 0,1-1 0 0 0,0 1 0 0 0,0-1 0 0 0,0 1 0 0 0,0-1 0 0 0,0 0 0 0 0,0 1 0 0 0,0-1-1 0 0,1 0 1 0 0,-1 0 0 0 0,0 0 0 0 0,1-1 0 0 0,0 1 0 0 0,0 0 0 0 0,-1-1 0 0 0,2 1 0 0 0,-1 0 0 0 0,-1-5 0 0 0,2 7 1 0 0,0-1 1 0 0,0 1-1 0 0,0-1 0 0 0,0 1 0 0 0,0-1 1 0 0,0 1-1 0 0,0 0 0 0 0,0-1 1 0 0,0 1-1 0 0,1-1 0 0 0,-1 1 0 0 0,0-1 1 0 0,0 1-1 0 0,0-1 0 0 0,1 1 1 0 0,-1 0-1 0 0,0-1 0 0 0,1 1 0 0 0,-1-1 1 0 0,0 1-1 0 0,1 0 0 0 0,-1 0 1 0 0,0-1-1 0 0,1 1 0 0 0,-1 0 0 0 0,1-1 1 0 0,-1 1-1 0 0,1 0 0 0 0,-1 0 1 0 0,1 0-1 0 0,-1 0 0 0 0,0-1 0 0 0,1 1 1 0 0,-1 0-1 0 0,1 0 0 0 0,-1 0 1 0 0,1 0-1 0 0,-1 0 0 0 0,1 0 0 0 0,0 0 1 0 0,23 3-23 0 0,-15 0 31 0 0,0 1-1 0 0,0 0 1 0 0,0 1-1 0 0,-1 0 1 0 0,1 0-1 0 0,-1 1 0 0 0,0 0 1 0 0,-1 1-1 0 0,1-1 1 0 0,-1 1-1 0 0,-1 1 1 0 0,1-1-1 0 0,6 12 1 0 0,7 13-22 0 0,-1 1-1 0 0,17 40 1 0 0,-25-49-98 0 0,-9-19-186 0 0,1 0 1 0 0,0 0-1 0 0,0-1 1 0 0,1 1-1 0 0,0-1 1 0 0,-1 1-1 0 0,1-1 1 0 0,1 0-1 0 0,-1 0 0 0 0,1-1 1 0 0,-1 0-1 0 0,8 5 1 0 0,-5-5-1044 0 0,0 1 0 0 0,1-1 0 0 0,-1 0-1 0 0,17 3 1 0 0,1-2-4110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56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93 980 0 0,'6'-5'1464'0'0,"0"0"0"0"0,-1-1 0 0 0,1 1 0 0 0,6-10 0 0 0,-11 13-1231 0 0,1-1 0 0 0,-1 1 0 0 0,0-1 0 0 0,1 1 0 0 0,-1-1 0 0 0,0 1 0 0 0,-1-1-1 0 0,1 1 1 0 0,0-1 0 0 0,-1 0 0 0 0,1 0 0 0 0,-1 1 0 0 0,0-1 0 0 0,0 0 0 0 0,0-4-1 0 0,-1 6-205 0 0,0 0 0 0 0,0 0 0 0 0,0 0-1 0 0,0 0 1 0 0,0 1 0 0 0,0-1-1 0 0,0 0 1 0 0,0 1 0 0 0,0-1 0 0 0,0 1-1 0 0,0-1 1 0 0,0 1 0 0 0,0-1-1 0 0,-1 1 1 0 0,1 0 0 0 0,0-1 0 0 0,0 1-1 0 0,-1 0 1 0 0,1 0 0 0 0,0 0 0 0 0,0 0-1 0 0,-1 0 1 0 0,1 0 0 0 0,0 1-1 0 0,0-1 1 0 0,-2 1 0 0 0,-11 4 7 0 0,0 1 0 0 0,0 0 0 0 0,0 1 0 0 0,1 1 0 0 0,0 0 0 0 0,1 1 0 0 0,0 0 0 0 0,-12 13 0 0 0,-3 3 56 0 0,2 2 1 0 0,-29 39-1 0 0,37-43-44 0 0,-27 49 0 0 0,39-63-28 0 0,0 1 0 0 0,1 0 0 0 0,1 0 0 0 0,-1 0 0 0 0,2 0 0 0 0,-1 1 0 0 0,1-1 0 0 0,0 17 0 0 0,2-24-12 0 0,0-1 0 0 0,0 1 0 0 0,0-1 0 0 0,0 1 0 0 0,1-1-1 0 0,-1 1 1 0 0,1-1 0 0 0,-1 0 0 0 0,1 1 0 0 0,0-1 0 0 0,0 0-1 0 0,0 0 1 0 0,0 1 0 0 0,1-1 0 0 0,-1 0 0 0 0,1 0 0 0 0,-1 0 0 0 0,1 0-1 0 0,0-1 1 0 0,-1 1 0 0 0,3 1 0 0 0,0-1-6 0 0,0 0 1 0 0,-1 0-1 0 0,1 0 1 0 0,0-1-1 0 0,0 0 0 0 0,-1 0 1 0 0,1 0-1 0 0,0 0 1 0 0,0-1-1 0 0,0 1 0 0 0,8-1 1 0 0,3-1-61 0 0,1-1 1 0 0,-1-1-1 0 0,0 0 0 0 0,0-1 1 0 0,25-9-1 0 0,-28 7 5 0 0,1 0 1 0 0,-1 0-1 0 0,0-1 0 0 0,-1-1 0 0 0,0 0 0 0 0,0-1 0 0 0,-1 0 0 0 0,0 0 1 0 0,0-1-1 0 0,-1 0 0 0 0,14-20 0 0 0,-1-6 54 0 0,-2 0 0 0 0,24-59-1 0 0,-23 47 344 0 0,-8 26-256 0 0,-13 22-84 0 0,1 0 0 0 0,-1 0 0 0 0,0 0-1 0 0,0 0 1 0 0,0 0 0 0 0,0-1 0 0 0,1 1-1 0 0,-1 0 1 0 0,0 0 0 0 0,0 0 0 0 0,0 0-1 0 0,1 0 1 0 0,-1 0 0 0 0,0 0 0 0 0,0 0-1 0 0,1 0 1 0 0,-1 0 0 0 0,0 0 0 0 0,0 0-1 0 0,0 0 1 0 0,1 0 0 0 0,-1 0 0 0 0,0 0-1 0 0,0 0 1 0 0,1 0 0 0 0,-1 0 0 0 0,0 0-1 0 0,0 0 1 0 0,0 0 0 0 0,1 0 0 0 0,-1 1-1 0 0,0-1 1 0 0,0 0 0 0 0,7 14 26 0 0,-4 6 50 0 0,-1-1-1 0 0,0 1 1 0 0,-2 0-1 0 0,0 0 1 0 0,-4 20-1 0 0,1 27 20 0 0,8 98 202 0 0,-5-165-297 0 0,0 0 0 0 0,1 0-1 0 0,-1 0 1 0 0,0 1 0 0 0,0-1 0 0 0,0 0 0 0 0,0 0-1 0 0,0 0 1 0 0,1 1 0 0 0,-1-1 0 0 0,0 0 0 0 0,0 0-1 0 0,0 0 1 0 0,1 0 0 0 0,-1 0 0 0 0,0 1 0 0 0,0-1-1 0 0,1 0 1 0 0,-1 0 0 0 0,0 0 0 0 0,0 0 0 0 0,1 0-1 0 0,-1 0 1 0 0,0 0 0 0 0,0 0 0 0 0,1 0 0 0 0,-1 0-1 0 0,0 0 1 0 0,0 0 0 0 0,1 0 0 0 0,-1 0 0 0 0,0 0-1 0 0,0 0 1 0 0,1 0 0 0 0,-1 0 0 0 0,0-1 0 0 0,0 1-1 0 0,1 0 1 0 0,-1 0 0 0 0,0 0 0 0 0,0 0 0 0 0,0 0-1 0 0,1-1 1 0 0,11-5 30 0 0,-11 6-32 0 0,7-8-9 0 0,-1 1 0 0 0,0-1 0 0 0,0 0 1 0 0,-1-1-1 0 0,0 0 0 0 0,-1 0 1 0 0,8-14-1 0 0,2-5-45 0 0,4-3-11 0 0,31-40 1 0 0,-43 62 39 0 0,0 1 1 0 0,1 0-1 0 0,1 0 0 0 0,-1 0 1 0 0,1 1-1 0 0,0 0 1 0 0,1 1-1 0 0,17-9 1 0 0,-24 13 22 0 0,1 1 0 0 0,0-1 0 0 0,0 1 1 0 0,-1 0-1 0 0,1 1 0 0 0,0-1 1 0 0,0 1-1 0 0,0-1 0 0 0,0 1 1 0 0,0 0-1 0 0,0 1 0 0 0,0-1 0 0 0,0 1 1 0 0,0 0-1 0 0,6 1 0 0 0,-5 0 12 0 0,0 1 0 0 0,1 0-1 0 0,-1-1 1 0 0,0 2-1 0 0,0-1 1 0 0,0 0 0 0 0,-1 1-1 0 0,1 0 1 0 0,6 7 0 0 0,-4-2 16 0 0,0 0 1 0 0,-1 0-1 0 0,0 1 1 0 0,0 0-1 0 0,-1 0 1 0 0,0 0-1 0 0,-1 0 1 0 0,0 1-1 0 0,-1 0 1 0 0,4 16-1 0 0,-6-17-17 0 0,0 0 1 0 0,0 0-1 0 0,-1 0 0 0 0,0 1 0 0 0,-1-1 0 0 0,0 0 0 0 0,-1 0 1 0 0,0 0-1 0 0,0 0 0 0 0,-1-1 0 0 0,0 1 0 0 0,-1-1 0 0 0,0 1 0 0 0,-7 10 1 0 0,11-19-6 0 0,0-1 1 0 0,-1 1-1 0 0,1-1 0 0 0,0 1 1 0 0,0-1-1 0 0,-1 1 1 0 0,1-1-1 0 0,0 0 1 0 0,-1 1-1 0 0,1-1 1 0 0,0 1-1 0 0,-1-1 1 0 0,1 0-1 0 0,0 1 0 0 0,-1-1 1 0 0,1 0-1 0 0,-1 0 1 0 0,1 1-1 0 0,-1-1 1 0 0,1 0-1 0 0,-1 0 1 0 0,1 0-1 0 0,-1 0 1 0 0,1 0-1 0 0,-1 1 1 0 0,1-1-1 0 0,-1 0 0 0 0,1 0 1 0 0,-2 0-1 0 0,2-1-1 0 0,-1 0 0 0 0,1 1-1 0 0,-1-1 1 0 0,1 1 0 0 0,-1-1-1 0 0,1 0 1 0 0,0 1-1 0 0,-1-1 1 0 0,1 0 0 0 0,0 0-1 0 0,-1 1 1 0 0,1-1 0 0 0,0 0-1 0 0,0 0 1 0 0,0 0 0 0 0,-1 0-1 0 0,1-36 20 0 0,4 22-49 0 0,0 0 1 0 0,1 1-1 0 0,1-1 1 0 0,1 1-1 0 0,-1 0 0 0 0,2 0 1 0 0,0 1-1 0 0,12-14 1 0 0,-6 9-3 0 0,0 2 1 0 0,2-1-1 0 0,0 2 1 0 0,1 0-1 0 0,19-13 1 0 0,-28 22 20 0 0,1 1-1 0 0,-1 1 1 0 0,1-1 0 0 0,0 2 0 0 0,1-1 0 0 0,-1 1 0 0 0,0 1 0 0 0,1-1 0 0 0,0 2 0 0 0,17-2 0 0 0,-24 3 14 0 0,0-1 1 0 0,0 1-1 0 0,-1 0 0 0 0,1 1 1 0 0,0-1-1 0 0,0 0 0 0 0,0 1 1 0 0,0 0-1 0 0,0-1 1 0 0,-1 1-1 0 0,1 0 0 0 0,0 1 1 0 0,-1-1-1 0 0,1 0 0 0 0,-1 1 1 0 0,1 0-1 0 0,-1-1 1 0 0,0 1-1 0 0,0 0 0 0 0,0 0 1 0 0,0 0-1 0 0,0 0 0 0 0,0 1 1 0 0,0-1-1 0 0,-1 0 0 0 0,1 1 1 0 0,-1-1-1 0 0,0 1 1 0 0,1 0-1 0 0,-1-1 0 0 0,0 1 1 0 0,-1 0-1 0 0,1 0 0 0 0,0-1 1 0 0,-1 1-1 0 0,0 0 1 0 0,0 0-1 0 0,1 0 0 0 0,-2 4 1 0 0,0 13 0 0 0,-2 0 1 0 0,0 0-1 0 0,-1-1 1 0 0,-1 1-1 0 0,-15 35 1 0 0,0 6-1982 0 0,16-32-248 0 0,7-10-2045 0 0,1-11 928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56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348 580 68 0 0,'3'-10'1732'0'0,"4"-27"3513"0"0,-7 35-5072 0 0,0 0-1 0 0,0 1 1 0 0,0-1 0 0 0,0 0-1 0 0,-1 0 1 0 0,1 0 0 0 0,0 1-1 0 0,-1-1 1 0 0,1 0 0 0 0,-1 1-1 0 0,0-1 1 0 0,0 0 0 0 0,0 1-1 0 0,1-1 1 0 0,-1 1 0 0 0,0-1-1 0 0,-2-1 1 0 0,1 2-128 0 0,1 0-1 0 0,0 0 1 0 0,-1 1-1 0 0,1-1 1 0 0,-1 1 0 0 0,1-1-1 0 0,-1 1 1 0 0,1-1 0 0 0,-1 1-1 0 0,1 0 1 0 0,-1 0-1 0 0,0-1 1 0 0,1 1 0 0 0,-1 0-1 0 0,1 1 1 0 0,-1-1 0 0 0,-2 0-1 0 0,-25 8 193 0 0,11 1-99 0 0,0 0-1 0 0,1 2 1 0 0,0-1 0 0 0,1 2-1 0 0,1 1 1 0 0,-28 26 0 0 0,23-17-61 0 0,1 0 0 0 0,0 2 0 0 0,2 0 0 0 0,-14 27 0 0 0,23-38-80 0 0,2 0 1 0 0,0 0 0 0 0,-6 20-1 0 0,10-29 6 0 0,1-1 0 0 0,1 0 0 0 0,-1 0 0 0 0,0 1 0 0 0,1-1 0 0 0,-1 0 0 0 0,1 1 0 0 0,0-1 0 0 0,0 0 0 0 0,1 1 0 0 0,-1-1 0 0 0,1 0 0 0 0,-1 1 0 0 0,1-1 0 0 0,0 0 0 0 0,0 0 0 0 0,1 0 0 0 0,-1 1 0 0 0,1-1 0 0 0,-1-1 0 0 0,3 4 0 0 0,-2-4 2 0 0,1 0 0 0 0,-1 0 0 0 0,0 0 0 0 0,1-1 0 0 0,-1 0 0 0 0,1 1 0 0 0,0-1 0 0 0,-1 0 0 0 0,1 0 0 0 0,0 0 0 0 0,0-1 0 0 0,0 1 0 0 0,-1-1 0 0 0,1 1 0 0 0,0-1 0 0 0,0 0 0 0 0,0 0 0 0 0,0 0 0 0 0,0-1 0 0 0,5 0 0 0 0,2-1 2 0 0,1-1 0 0 0,-1 0 0 0 0,0 0 0 0 0,13-7 0 0 0,-7 2 1 0 0,0-2 0 0 0,-1 0 0 0 0,0 0 0 0 0,0-2 0 0 0,-1 0 0 0 0,-1 0 0 0 0,0-1 0 0 0,-1-1 0 0 0,0 0 0 0 0,-1-1 0 0 0,-1 0 0 0 0,11-20 0 0 0,0-5-72 0 0,-2-1 1 0 0,-2-1-1 0 0,21-77 0 0 0,-16 20 628 0 0,-5-1 1 0 0,7-150-1 0 0,-24 249-554 0 0,1 0 1 0 0,-1 0 0 0 0,0 1-1 0 0,0-1 1 0 0,0 0-1 0 0,0 0 1 0 0,0 1-1 0 0,0-1 1 0 0,0 0-1 0 0,0 0 1 0 0,0 0-1 0 0,0 1 1 0 0,0-1-1 0 0,0 0 1 0 0,-1 0-1 0 0,1 1 1 0 0,0-1-1 0 0,-1 0 1 0 0,1 0-1 0 0,0 1 1 0 0,-2-2-1 0 0,-7 12 139 0 0,-10 29 33 0 0,2 19 320 0 0,1 2-1 0 0,-11 99 1 0 0,18-100-237 0 0,-31 217 485 0 0,38-265-763 0 0,-4 16-183 0 0,2 0 0 0 0,1 0 0 0 0,1 1 0 0 0,1-1 0 0 0,4 31 0 0 0,-3-54-87 0 0,1 0 0 0 0,0-1-1 0 0,0 1 1 0 0,1 0 0 0 0,-1 0 0 0 0,1 0 0 0 0,0-1 0 0 0,0 1 0 0 0,0-1 0 0 0,0 1 0 0 0,0-1-1 0 0,6 6 1 0 0,-5-6-348 0 0,0-1 0 0 0,1 1-1 0 0,-1-1 1 0 0,0 0-1 0 0,1 0 1 0 0,-1 0 0 0 0,1-1-1 0 0,4 3 1 0 0,14 3-3775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58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38 645 1100 0 0,'-4'-3'588'0'0,"0"-1"0"0"0,0 1 0 0 0,1-1 0 0 0,-1 0 0 0 0,1 0 0 0 0,0 0 0 0 0,0 0 0 0 0,-3-8 0 0 0,5 10-482 0 0,0 0-1 0 0,1 1 1 0 0,-1-1 0 0 0,1 0-1 0 0,0 0 1 0 0,0 1 0 0 0,0-1-1 0 0,0 0 1 0 0,0 0 0 0 0,0 0-1 0 0,0 1 1 0 0,0-1 0 0 0,0 0-1 0 0,1 0 1 0 0,-1 0 0 0 0,1 1-1 0 0,0-1 1 0 0,-1 0 0 0 0,1 1-1 0 0,0-1 1 0 0,0 1 0 0 0,0-1-1 0 0,0 1 1 0 0,0-1 0 0 0,0 1-1 0 0,1 0 1 0 0,-1-1 0 0 0,3 0-1 0 0,-1-2-47 0 0,0 2 0 0 0,1-1-1 0 0,0 0 1 0 0,0 1 0 0 0,0 0 0 0 0,0-1-1 0 0,0 2 1 0 0,0-1 0 0 0,1 0 0 0 0,-1 1-1 0 0,0 0 1 0 0,1 0 0 0 0,-1 0 0 0 0,1 1 0 0 0,-1-1-1 0 0,1 1 1 0 0,0 0 0 0 0,-1 0 0 0 0,1 1-1 0 0,-1-1 1 0 0,1 1 0 0 0,-1 0 0 0 0,1 1-1 0 0,-1-1 1 0 0,0 1 0 0 0,1-1 0 0 0,4 4-1 0 0,-2-1-28 0 0,0 1 0 0 0,0-1 0 0 0,-1 1 0 0 0,0 0 0 0 0,0 0 0 0 0,-1 1 0 0 0,1 0 0 0 0,-1 0-1 0 0,0 0 1 0 0,-1 1 0 0 0,1-1 0 0 0,-1 1 0 0 0,-1 0 0 0 0,1 0 0 0 0,2 9 0 0 0,-3-5-27 0 0,-1 0 1 0 0,0-1-1 0 0,0 1 1 0 0,-2 0-1 0 0,1 0 0 0 0,-1 0 1 0 0,0 0-1 0 0,-1-1 1 0 0,-4 16-1 0 0,2-10 52 0 0,-1 0-1 0 0,-1-1 0 0 0,-1 1 1 0 0,0-1-1 0 0,-14 23 0 0 0,18-35 14 0 0,1 0-18 0 0,0-1-1 0 0,0 0 1 0 0,0 0 0 0 0,0 0-1 0 0,-1 0 1 0 0,1 0-1 0 0,-1 0 1 0 0,1-1-1 0 0,-1 1 1 0 0,0 0 0 0 0,0-1-1 0 0,1 0 1 0 0,-1 1-1 0 0,-4 1 1 0 0,5-4-39 0 0,0 0 0 0 0,1 0 0 0 0,0 0 1 0 0,-1 0-1 0 0,1 0 0 0 0,0 0 0 0 0,-1-1 0 0 0,1 1 0 0 0,0 0 1 0 0,0 0-1 0 0,0 0 0 0 0,0 0 0 0 0,0-1 0 0 0,1 0 1 0 0,3-14 14 0 0,1 0 1 0 0,1 0 0 0 0,1 1 0 0 0,0 0 0 0 0,1 0 0 0 0,1 1 0 0 0,10-14 0 0 0,-7 10-37 0 0,1 1 0 0 0,1 1 0 0 0,0 0 0 0 0,1 1 0 0 0,0 1 0 0 0,2 0 0 0 0,-1 1-1 0 0,2 1 1 0 0,0 0 0 0 0,0 2 0 0 0,1 0 0 0 0,0 1 0 0 0,28-9 0 0 0,-45 17 13 0 0,0 0 0 0 0,0 1-1 0 0,1-1 1 0 0,-1 1 0 0 0,0-1-1 0 0,0 1 1 0 0,1 0 0 0 0,-1 0-1 0 0,0 0 1 0 0,0 0 0 0 0,0 1-1 0 0,1-1 1 0 0,-1 1 0 0 0,0-1-1 0 0,0 1 1 0 0,0 0 0 0 0,0-1-1 0 0,0 1 1 0 0,0 0 0 0 0,3 2-1 0 0,-2 0 3 0 0,-1-1-1 0 0,0 0 1 0 0,0 0-1 0 0,-1 1 1 0 0,1-1-1 0 0,0 1 1 0 0,-1 0-1 0 0,1-1 1 0 0,-1 1-1 0 0,0 0 1 0 0,0 0-1 0 0,0 0 1 0 0,0 4-1 0 0,1 5-9 0 0,-1 0 1 0 0,0 0-1 0 0,0 1 0 0 0,-2-1 1 0 0,-2 24-1 0 0,-6 14-74 0 0,3-23 50 0 0,2 1 0 0 0,-1 34 0 0 0,5-61 30 0 0,0 1 0 0 0,0-1 0 0 0,1 0 0 0 0,-1 0 0 0 0,0 0 0 0 0,1 1 0 0 0,-1-1 0 0 0,1 0 0 0 0,-1 0 0 0 0,1 0 0 0 0,0 0 0 0 0,-1 0 0 0 0,1 0 0 0 0,0 0 0 0 0,0 0 0 0 0,0 0 0 0 0,0 0 0 0 0,0 0 0 0 0,0 0 0 0 0,0-1 0 0 0,0 1 0 0 0,0 0 0 0 0,0-1 0 0 0,0 1 0 0 0,0-1 0 0 0,0 1 0 0 0,1-1 0 0 0,-1 0 0 0 0,0 1 0 0 0,0-1 0 0 0,1 0 0 0 0,1 0 0 0 0,2 1-44 0 0,1-1 0 0 0,-1 0 0 0 0,1 0 0 0 0,9-1 0 0 0,-4-1-17 0 0,-1-1 0 0 0,0 0 0 0 0,-1-1-1 0 0,1 0 1 0 0,0 0 0 0 0,-1-1 0 0 0,0 0 0 0 0,0-1-1 0 0,-1 0 1 0 0,14-12 0 0 0,-2-1 13 0 0,-1 0 0 0 0,30-41 0 0 0,-24 23 242 0 0,-2-1 0 0 0,21-47-1 0 0,-32 60-162 0 0,-11 23 111 0 0,-3 5-110 0 0,-1 0 0 0 0,1 0 0 0 0,1 1 0 0 0,-1-1 0 0 0,-3 7 0 0 0,5-8-20 0 0,-14 28-2 0 0,-16 52 0 0 0,27-70-15 0 0,0 1 0 0 0,0 0 0 0 0,1 0 0 0 0,1 0 0 0 0,0 0 0 0 0,1 0 0 0 0,2 15 0 0 0,-2-25 11 0 0,0 0 0 0 0,1 0 0 0 0,0 0 0 0 0,0 0-1 0 0,0 0 1 0 0,0 0 0 0 0,0 0 0 0 0,1 0 0 0 0,-1-1 0 0 0,1 1 0 0 0,0 0 0 0 0,0-1 0 0 0,0 0 0 0 0,0 1 0 0 0,0-1 0 0 0,4 4-1 0 0,-1-4 2 0 0,-1 1 0 0 0,0 0-1 0 0,1-1 1 0 0,0 0 0 0 0,0 0-1 0 0,-1 0 1 0 0,1-1 0 0 0,0 1-1 0 0,8 0 1 0 0,-1-1-5 0 0,0 0-1 0 0,-1-1 1 0 0,1 0-1 0 0,0-1 1 0 0,0 0-1 0 0,0-1 1 0 0,-1-1 0 0 0,15-4-1 0 0,-14 3-6 0 0,0-2 1 0 0,-1 1-1 0 0,0-1 0 0 0,0-1 0 0 0,0 0 1 0 0,-1-1-1 0 0,0 0 0 0 0,0 0 0 0 0,-1-1 1 0 0,0 0-1 0 0,-1-1 0 0 0,0 1 0 0 0,0-2 1 0 0,-1 1-1 0 0,-1-1 0 0 0,6-12 0 0 0,6-17-16 0 0,-2-1 0 0 0,-2 0 0 0 0,11-55 0 0 0,-23 87 36 0 0,-1 7 34 0 0,-2 2-46 0 0,0 0 0 0 0,0 0 0 0 0,0 1 0 0 0,1-1 0 0 0,-1 0 0 0 0,0 1 0 0 0,0-1 0 0 0,1 1 0 0 0,-1-1 0 0 0,0 1 0 0 0,0-1 0 0 0,1 1 0 0 0,-1 0 0 0 0,1-1 0 0 0,-1 1 0 0 0,1 0 0 0 0,-1-1 0 0 0,1 1 0 0 0,-1 0 0 0 0,1 0 0 0 0,-1 0 0 0 0,1 1 0 0 0,-11 23 100 0 0,10-21-98 0 0,-15 39 12 0 0,-19 82 0 0 0,31-104-3 0 0,0 0 0 0 0,2 1-1 0 0,0 0 1 0 0,2 0 0 0 0,0-1-1 0 0,4 23 1 0 0,-4-41-4 0 0,1 1 0 0 0,-1-1 0 0 0,1 0 0 0 0,0 0 0 0 0,0 0 0 0 0,0 0 1 0 0,1 0-1 0 0,-1 0 0 0 0,1 0 0 0 0,0 0 0 0 0,0-1 0 0 0,0 1 0 0 0,0-1 0 0 0,0 1 0 0 0,0-1 0 0 0,1 0 0 0 0,-1 1 0 0 0,1-1 0 0 0,-1-1 0 0 0,6 4 0 0 0,-3-3-3 0 0,1 0 1 0 0,-1 0-1 0 0,1-1 0 0 0,-1 1 0 0 0,1-1 0 0 0,0 0 0 0 0,0-1 0 0 0,0 0 0 0 0,-1 0 1 0 0,1 0-1 0 0,6-1 0 0 0,5-1-8 0 0,0-1-1 0 0,0-1 1 0 0,0 0 0 0 0,0-1-1 0 0,-1-1 1 0 0,0-1 0 0 0,0 0 0 0 0,0-1-1 0 0,-1-1 1 0 0,16-12 0 0 0,-12 6-62 0 0,-1 0 0 0 0,0-2 0 0 0,-1 0 0 0 0,-1-1 0 0 0,-1 0 0 0 0,21-35 0 0 0,-11 8-57 0 0,-2 0-1 0 0,-3-1 1 0 0,-1-1 0 0 0,-2-1 0 0 0,-3 0-1 0 0,12-69 1 0 0,-5-44 239 0 0,-12 85 159 0 0,-9 76-277 0 0,0 0 0 0 0,0-1 0 0 0,0 1 0 0 0,0 0 0 0 0,0 0 0 0 0,0-1 0 0 0,0 1 0 0 0,0 0 0 0 0,0-1 1 0 0,0 1-1 0 0,0 0 0 0 0,0-1 0 0 0,0 1 0 0 0,0 0 0 0 0,0-1 0 0 0,0 1 0 0 0,0 0 0 0 0,0-1 0 0 0,0 1 0 0 0,0 0 0 0 0,0-1 0 0 0,0 1 0 0 0,-1 0 0 0 0,1-1 0 0 0,0 1 0 0 0,0 0 0 0 0,0 0 0 0 0,-1-1 0 0 0,1 1 0 0 0,0 0 0 0 0,-1 0 0 0 0,-7 5 17 0 0,-7 13 7 0 0,-1 11 12 0 0,2 1-1 0 0,1 0 0 0 0,-11 37 0 0 0,7-16 94 0 0,-63 198 211 0 0,67-197-305 0 0,3 1 0 0 0,-7 102-1 0 0,16-147-21 0 0,1 0 0 0 0,0 0 0 0 0,1 0 0 0 0,0-1-1 0 0,0 1 1 0 0,1 0 0 0 0,0-1 0 0 0,4 12 0 0 0,-5-15-7 0 0,1-1 0 0 0,1 1 0 0 0,-1-1 0 0 0,0 0 1 0 0,1 0-1 0 0,0 1 0 0 0,-1-2 0 0 0,1 1 0 0 0,1 0 0 0 0,-1 0 1 0 0,0-1-1 0 0,0 0 0 0 0,1 0 0 0 0,0 0 0 0 0,-1 0 0 0 0,1 0 1 0 0,0-1-1 0 0,4 2 0 0 0,3-1-8 0 0,0 1 0 0 0,1-1-1 0 0,-1-1 1 0 0,1 0 0 0 0,-1-1 0 0 0,1 0 0 0 0,-1-1-1 0 0,23-4 1 0 0,-7-1-116 0 0,-1-1-1 0 0,41-16 1 0 0,-40 12-3 0 0,-2-2 1 0 0,0-1 0 0 0,0-1 0 0 0,-1 0 0 0 0,-1-2 0 0 0,-1-1 0 0 0,0-1 0 0 0,-1-1 0 0 0,-1 0 0 0 0,-1-2 0 0 0,-1 0 0 0 0,29-48 0 0 0,-26 31 63 0 0,-1 0 1 0 0,-2-2 0 0 0,-1 0 0 0 0,-3-1 0 0 0,-1 0-1 0 0,-2-1 1 0 0,9-73 0 0 0,-16 80 308 0 0,-1 0-1 0 0,-2 0 1 0 0,-6-68-1 0 0,5 103-247 0 0,0 0-1 0 0,0 0 1 0 0,0 0-1 0 0,0 1 1 0 0,0-1-1 0 0,-1 0 1 0 0,1 0-1 0 0,0 0 1 0 0,0 0-1 0 0,-1 0 1 0 0,1 0-1 0 0,0 0 1 0 0,-1 0-1 0 0,1 1 1 0 0,-1-1-1 0 0,1 0 1 0 0,-1 0-1 0 0,0 1 1 0 0,1-1-1 0 0,-1 0 1 0 0,0 1-1 0 0,1-1 1 0 0,-1 0-1 0 0,0 1 1 0 0,0-1-1 0 0,1 1 1 0 0,-1-1-1 0 0,-1 1 1 0 0,0 0-1 0 0,1 0 0 0 0,0 0 0 0 0,-1 0 1 0 0,1 1-1 0 0,-1-1 0 0 0,1 0 1 0 0,-1 1-1 0 0,1-1 0 0 0,0 1 1 0 0,-1 0-1 0 0,1-1 0 0 0,0 1 0 0 0,0 0 1 0 0,0 0-1 0 0,-3 2 0 0 0,-3 3 8 0 0,1 1 0 0 0,-1 0-1 0 0,1 0 1 0 0,-8 13-1 0 0,-23 47 127 0 0,2 2 0 0 0,4 1 0 0 0,3 1 0 0 0,2 2-1 0 0,-19 95 1 0 0,34-118-86 0 0,-6 64 1 0 0,16-99-20 0 0,0 0 1 0 0,1 0-1 0 0,0 0 1 0 0,2 0-1 0 0,-1 0 1 0 0,2 0-1 0 0,0 0 1 0 0,10 27-1 0 0,-12-38-36 0 0,1-1-1 0 0,0 1 0 0 0,0-1 0 0 0,0 0 1 0 0,0 1-1 0 0,1-1 0 0 0,-1 0 0 0 0,1-1 1 0 0,0 1-1 0 0,-1 0 0 0 0,1-1 1 0 0,1 1-1 0 0,-1-1 0 0 0,0 0 0 0 0,0 0 1 0 0,6 2-1 0 0,-3-2-54 0 0,0 0 0 0 0,0-1 1 0 0,0 0-1 0 0,0 0 0 0 0,0 0 0 0 0,0-1 0 0 0,1 1 1 0 0,-1-2-1 0 0,10 0 0 0 0,0-2-159 0 0,0-1 0 0 0,1 0 0 0 0,-2-1 0 0 0,1-1 0 0 0,0-1 0 0 0,25-14 0 0 0,-18 6-13 0 0,0-1 1 0 0,-1-1-1 0 0,0-1 0 0 0,-2-1 0 0 0,0-1 1 0 0,23-30-1 0 0,-10 5 886 0 0,-1-2 1 0 0,29-57-1 0 0,-35 59 331 0 0,-25 43-634 0 0,-9 16-30 0 0,-7 15-36 0 0,1 0-1 0 0,2 0 1 0 0,0 1 0 0 0,3 1 0 0 0,0 0 0 0 0,2 0 0 0 0,-6 64 0 0 0,12-86-243 0 0,0 0 0 0 0,1 0 0 0 0,1-1 0 0 0,-1 1 0 0 0,4 14 0 0 0,-4-20-36 0 0,1-1-1 0 0,0 0 1 0 0,-1 1-1 0 0,1-1 1 0 0,0 0-1 0 0,0 0 1 0 0,0 0-1 0 0,1 0 1 0 0,-1 0-1 0 0,0 0 0 0 0,1 0 1 0 0,0 0-1 0 0,-1 0 1 0 0,1-1-1 0 0,0 1 1 0 0,0-1-1 0 0,0 1 1 0 0,0-1-1 0 0,0 0 1 0 0,0 1-1 0 0,0-1 1 0 0,0 0-1 0 0,0 0 1 0 0,1-1-1 0 0,3 2 1 0 0,-1-1-191 0 0,1-1 0 0 0,-1 1 0 0 0,1-1 0 0 0,0-1 0 0 0,-1 1 0 0 0,1-1 0 0 0,-1 1 0 0 0,1-2 0 0 0,-1 1 0 0 0,1-1 0 0 0,-1 1 0 0 0,8-5 0 0 0,-5 2-808 0 0,1-1 0 0 0,-1 0 0 0 0,0-1 0 0 0,0 0 0 0 0,0 0 0 0 0,9-11 0 0 0,2-4-3560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58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40 40 0 0,'-49'-37'9031'0'0,"47"36"-8685"0"0,1 1-300 0 0,-1-1 0 0 0,1 1 0 0 0,0 0 1 0 0,-1 0-1 0 0,1 0 0 0 0,-1 0 0 0 0,1 0 0 0 0,0 0 0 0 0,-1 0 1 0 0,1 1-1 0 0,0-1 0 0 0,-1 0 0 0 0,1 1 0 0 0,0-1 1 0 0,0 1-1 0 0,-1-1 0 0 0,1 1 0 0 0,-2 1 0 0 0,-3 13-873 0 0,7 0-3386 0 0,2-5 1363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59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13 1772 0 0,'18'-13'12678'0'0,"-19"29"-10054"0"0,0-6-2471 0 0,-7 38 988 0 0,-2 0-1 0 0,-21 60 1 0 0,23-79-933 0 0,-77 204 625 0 0,5-14-2381 0 0,71-183-1429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0:59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76 161 1288 0 0,'-71'-63'12387'0'0,"70"63"-12360"0"0,1 0 0 0 0,0-1 0 0 0,0 1 0 0 0,-1 0 0 0 0,1-1 1 0 0,0 1-1 0 0,-1 0 0 0 0,1-1 0 0 0,0 1 0 0 0,0 0 0 0 0,0-1 1 0 0,-1 1-1 0 0,1-1 0 0 0,0 1 0 0 0,0 0 0 0 0,0-1 0 0 0,0 1 1 0 0,0-1-1 0 0,0 1 0 0 0,0-1 0 0 0,0 1 0 0 0,0 0 0 0 0,0-1 1 0 0,0 1-1 0 0,0-1 0 0 0,0 1 0 0 0,0-1 0 0 0,0 1 0 0 0,0 0 1 0 0,0-1-1 0 0,1 0 0 0 0,12-9 254 0 0,24-2-238 0 0,-35 12-2 0 0,117-24 19 0 0,125-9 1 0 0,-227 31-65 0 0,-11 2 6 0 0,2-2-2 0 0,0 1-1 0 0,-1 1 1 0 0,1-1-1 0 0,0 1 1 0 0,-1 1-1 0 0,1-1 1 0 0,13 4-1 0 0,-20-3 3 0 0,1 0 1 0 0,-1 0-1 0 0,0 0 1 0 0,0 0-1 0 0,0 0 1 0 0,0 0-1 0 0,0 0 0 0 0,0 1 1 0 0,0-1-1 0 0,0 0 1 0 0,-1 1-1 0 0,1-1 1 0 0,0 0-1 0 0,-1 1 0 0 0,1-1 1 0 0,-1 1-1 0 0,1-1 1 0 0,-1 1-1 0 0,0-1 1 0 0,0 1-1 0 0,1-1 0 0 0,-1 1 1 0 0,0-1-1 0 0,-1 4 1 0 0,0 12 25 0 0,-2 0 0 0 0,1 1 0 0 0,-2-1 0 0 0,-1 0 0 0 0,0-1 1 0 0,-8 18-1 0 0,7-20-5 0 0,0 1 0 0 0,2-1 0 0 0,-1 1 0 0 0,2 0 0 0 0,0 0 0 0 0,1 0 0 0 0,0 1 0 0 0,1 15 0 0 0,1-30-15 0 0,0 1 0 0 0,1 0-1 0 0,-1 0 1 0 0,1 0 0 0 0,-1-1-1 0 0,1 1 1 0 0,-1 0 0 0 0,1-1-1 0 0,0 1 1 0 0,0 0 0 0 0,0-1-1 0 0,0 1 1 0 0,0-1-1 0 0,0 0 1 0 0,0 1 0 0 0,0-1-1 0 0,1 0 1 0 0,-1 0 0 0 0,0 1-1 0 0,3 0 1 0 0,0 0 0 0 0,-1 0 1 0 0,1-1-1 0 0,-1 0 1 0 0,1 0-1 0 0,0 0 0 0 0,-1 0 1 0 0,1 0-1 0 0,0-1 0 0 0,6 1 1 0 0,-1-1 2 0 0,0-1 0 0 0,0 1 1 0 0,0-2-1 0 0,0 1 0 0 0,-1-1 1 0 0,1-1-1 0 0,13-5 0 0 0,-10 2-1 0 0,0-1 1 0 0,0-1-1 0 0,-1 0 0 0 0,0 0 1 0 0,-1-1-1 0 0,1 0 0 0 0,9-14 1 0 0,57-80 137 0 0,-35 44 682 0 0,-29 44-453 0 0,-23 36-58 0 0,-3 4-31 0 0,-85 244 1832 0 0,7-21-1182 0 0,-42 49-126 0 0,105-244-501 0 0,-2-1 1 0 0,-3-2-1 0 0,-55 65 1 0 0,72-96-26 0 0,-1-1 0 0 0,-1-1 0 0 0,-22 16 0 0 0,33-27-149 0 0,-1-1 1 0 0,0 0-1 0 0,0 0 1 0 0,-1-1-1 0 0,1 0 1 0 0,-1-1-1 0 0,0 0 1 0 0,0 0-1 0 0,0-1 0 0 0,0 0 1 0 0,-12 1-1 0 0,18-3-106 0 0,-1 0 0 0 0,1 0 0 0 0,-1 0-1 0 0,1-1 1 0 0,-1 1 0 0 0,1-1 0 0 0,-1 0-1 0 0,1 0 1 0 0,0 0 0 0 0,-1-1 0 0 0,1 1-1 0 0,0-1 1 0 0,0 0 0 0 0,0 1 0 0 0,0-1-1 0 0,0-1 1 0 0,0 1 0 0 0,1 0 0 0 0,-1-1-1 0 0,1 1 1 0 0,0-1 0 0 0,-1 0 0 0 0,-2-5-1 0 0,3 4-19 0 0,0-1 0 0 0,0 1 0 0 0,0-1 0 0 0,0 0 0 0 0,1 0 0 0 0,-1 1-1 0 0,1-1 1 0 0,1 0 0 0 0,-1 0 0 0 0,1 0 0 0 0,0 0 0 0 0,0 0 0 0 0,0 0 0 0 0,1 0-1 0 0,-1 0 1 0 0,3-6 0 0 0,3-7 17 0 0,1 1-1 0 0,0-1 1 0 0,1 2 0 0 0,1-1 0 0 0,1 1-1 0 0,0 1 1 0 0,2 0 0 0 0,-1 0-1 0 0,15-13 1 0 0,11-9-180 0 0,83-61-1 0 0,-55 52-1441 0 0,134-70 0 0 0,-59 49-3233 0 0,2 6-5800 0 0,-113 50 5000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00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85 549 860 0 0,'-4'0'2350'0'0,"0"0"-1887"0"0,1 1 0 0 0,-1 0 1 0 0,0 0-1 0 0,0 0 0 0 0,1 0 0 0 0,-1 0 0 0 0,1 1 0 0 0,-1-1 0 0 0,1 1 0 0 0,0 0 0 0 0,-6 4 0 0 0,6-3-341 0 0,0-1-1 0 0,1 1 0 0 0,-1 0 0 0 0,0 1 1 0 0,1-1-1 0 0,0 0 0 0 0,0 1 0 0 0,0-1 1 0 0,0 1-1 0 0,0-1 0 0 0,1 1 0 0 0,0 0 1 0 0,-1 0-1 0 0,1 0 0 0 0,1 0 0 0 0,-1 0 1 0 0,1 0-1 0 0,-1 7 0 0 0,1-8-97 0 0,0-1 0 0 0,0 1 0 0 0,0 0-1 0 0,1-1 1 0 0,-1 1 0 0 0,0 0 0 0 0,1-1 0 0 0,0 1 0 0 0,0-1 0 0 0,0 1-1 0 0,0-1 1 0 0,0 1 0 0 0,0-1 0 0 0,1 1 0 0 0,-1-1 0 0 0,1 0-1 0 0,-1 0 1 0 0,1 0 0 0 0,0 0 0 0 0,0 0 0 0 0,0 0 0 0 0,0 0 0 0 0,0-1-1 0 0,0 1 1 0 0,1-1 0 0 0,-1 1 0 0 0,1-1 0 0 0,-1 0 0 0 0,1 0-1 0 0,-1 0 1 0 0,1-1 0 0 0,-1 1 0 0 0,1 0 0 0 0,0-1 0 0 0,-1 0 0 0 0,1 1-1 0 0,3-1 1 0 0,3 0 0 0 0,0-1-1 0 0,1 0 1 0 0,-1 0-1 0 0,0 0 1 0 0,0-1-1 0 0,0-1 0 0 0,0 1 1 0 0,0-2-1 0 0,15-7 1 0 0,-10 2 0 0 0,1-1 0 0 0,-2 0 0 0 0,0-1 0 0 0,0 0 0 0 0,-1-1 0 0 0,0-1 0 0 0,-1 0 0 0 0,-1 0 0 0 0,0-1 0 0 0,12-22 0 0 0,-1-4-59 0 0,-2 0 0 0 0,25-79 0 0 0,-24 45-63 0 0,17-137-1 0 0,-37 210 99 0 0,0-45-95 0 0,-16 53 108 0 0,10-2-6 0 0,0 0-1 0 0,0 1 0 0 0,1-1 0 0 0,0 1 0 0 0,0 1 0 0 0,0-1 0 0 0,1 1 0 0 0,0-1 1 0 0,0 1-1 0 0,-3 9 0 0 0,-1-2 23 0 0,-95 191 233 0 0,81-153-315 0 0,1 2 0 0 0,-12 56 0 0 0,29-98-142 0 0,2 0 0 0 0,0 0 0 0 0,0 0 0 0 0,1 0 0 0 0,1 1 0 0 0,0-1 0 0 0,3 25 0 0 0,-2-34 16 0 0,0 1 1 0 0,0 0 0 0 0,0-1 0 0 0,0 1 0 0 0,1 0 0 0 0,-1-1-1 0 0,1 0 1 0 0,0 1 0 0 0,0-1 0 0 0,0 0 0 0 0,1 0 0 0 0,-1 0-1 0 0,1 0 1 0 0,-1 0 0 0 0,1-1 0 0 0,0 1 0 0 0,0-1 0 0 0,0 0-1 0 0,0 0 1 0 0,1 0 0 0 0,-1 0 0 0 0,1 0 0 0 0,-1-1 0 0 0,1 1-1 0 0,-1-1 1 0 0,1 0 0 0 0,0 0 0 0 0,-1-1 0 0 0,6 1-1 0 0,14 1-1390 0 0,-1-4 156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00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254 265 1444 0 0,'19'-75'2888'0'0,"-6"26"-494"0"0,7-53 0 0 0,-19 93-2194 0 0,0 6-97 0 0,-1 0 0 0 0,1 0 0 0 0,-1 0 1 0 0,0 0-1 0 0,0 0 0 0 0,0 0 0 0 0,-1-5 1 0 0,-12 12 66 0 0,9 0-141 0 0,0-1 1 0 0,1 1-1 0 0,-1 1 1 0 0,1-1-1 0 0,0 0 1 0 0,0 1 0 0 0,1-1-1 0 0,-1 1 1 0 0,1 0-1 0 0,-2 6 1 0 0,-2 1-5 0 0,-50 112 145 0 0,5 2 0 0 0,6 2 0 0 0,-36 167 0 0 0,73-264-152 0 0,4-20 13 0 0,1 0 0 0 0,1 1 0 0 0,-2 19 0 0 0,4-28 19 0 0,1-4-50 0 0,0 1 0 0 0,0-1 0 0 0,0 1 0 0 0,0-1 0 0 0,1 1 0 0 0,-1-1 0 0 0,-1 1 0 0 0,1-1 0 0 0,0 0 0 0 0,0 0 0 0 0,0 1 0 0 0,0-1 0 0 0,0 0-1 0 0,-1 0 1 0 0,1 0 0 0 0,0 0 0 0 0,-1 0 0 0 0,1 0 0 0 0,-1 0 0 0 0,2-2 0 0 0,10-28-6 0 0,-9 23 2 0 0,-3 8 5 0 0,13-33 76 0 0,1 1 0 0 0,35-55 0 0 0,-44 79-77 0 0,0 0 1 0 0,1 0-1 0 0,0 1 1 0 0,1 0 0 0 0,-1 1-1 0 0,2-1 1 0 0,-1 1 0 0 0,0 0-1 0 0,1 1 1 0 0,0 0-1 0 0,0 0 1 0 0,1 1 0 0 0,0 0-1 0 0,-1 0 1 0 0,17-4-1 0 0,-22 8-2 0 0,-1-1-1 0 0,1 0 0 0 0,0 1 0 0 0,-1-1 0 0 0,1 1 0 0 0,0 0 0 0 0,-1 0 1 0 0,1 0-1 0 0,-1 0 0 0 0,1 1 0 0 0,0-1 0 0 0,-1 1 0 0 0,1-1 0 0 0,-1 1 1 0 0,1 0-1 0 0,-1 0 0 0 0,1 0 0 0 0,-1 0 0 0 0,1 1 0 0 0,-1-1 1 0 0,0 0-1 0 0,0 1 0 0 0,0 0 0 0 0,0-1 0 0 0,0 1 0 0 0,2 3 0 0 0,-1 0 36 0 0,-1-1-1 0 0,0 1 1 0 0,0 0-1 0 0,0 0 1 0 0,0 0-1 0 0,-1 0 0 0 0,0 0 1 0 0,0 0-1 0 0,-1 0 1 0 0,1 0-1 0 0,-1 0 1 0 0,-1 10-1 0 0,-2 18 315 0 0,-2-1-1 0 0,-18 60 1 0 0,-2 15 27 0 0,24-106-369 0 0,1 1 0 0 0,0-1 0 0 0,0 0 0 0 0,-1 0 0 0 0,1 1 0 0 0,0-1 0 0 0,0 0 0 0 0,0 0 0 0 0,0 1 0 0 0,0-1 1 0 0,1 0-1 0 0,-1 1 0 0 0,0-1 0 0 0,1 0 0 0 0,-1 0 0 0 0,0 0 0 0 0,1 1 0 0 0,0-1 0 0 0,-1 0 0 0 0,1 0 0 0 0,0 0 0 0 0,-1 0 1 0 0,1 0-1 0 0,0 0 0 0 0,0 0 0 0 0,0 0 0 0 0,0 0 0 0 0,0-1 0 0 0,0 1 0 0 0,0 0 0 0 0,0 0 0 0 0,0-1 0 0 0,0 1 0 0 0,1-1 1 0 0,-1 1-1 0 0,0-1 0 0 0,0 0 0 0 0,1 1 0 0 0,-1-1 0 0 0,0 0 0 0 0,0 0 0 0 0,3 0 0 0 0,4-1-223 0 0,1 0 0 0 0,-1-1 0 0 0,0 0 1 0 0,0-1-1 0 0,0 0 0 0 0,0 0 0 0 0,0 0 0 0 0,0-1 0 0 0,-1-1 0 0 0,10-6 0 0 0,-1-1-1271 0 0,-1 0 0 0 0,0-2-1 0 0,21-23 1 0 0,-12 10-1498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01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16 108 0 0,'-89'6'5537'0'0,"-37"2"-244"0"0,123-8-4620 0 0,15 0-685 0 0,1-1 0 0 0,0-1 1 0 0,14-3-1 0 0,11-1-666 0 0,68-5-4357 0 0,-70 7 1588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01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285 127 2464 0 0,'1'2'2114'0'0,"1"5"-1169"0"0,0-1 0 0 0,0 0 1 0 0,0 1-1 0 0,-1-1 0 0 0,0 1 0 0 0,0 8 1 0 0,-1-8-715 0 0,1 0 0 0 0,0 0 0 0 0,0 0 1 0 0,1 0-1 0 0,0-1 0 0 0,4 11 0 0 0,-6-17-196 0 0,1 1 0 0 0,0 0 0 0 0,-1 0 0 0 0,1 0-1 0 0,0 0 1 0 0,0-1 0 0 0,0 1 0 0 0,0 0 0 0 0,0-1 0 0 0,0 1 0 0 0,0-1-1 0 0,0 1 1 0 0,0-1 0 0 0,0 1 0 0 0,0-1 0 0 0,1 0 0 0 0,-1 1-1 0 0,0-1 1 0 0,0 0 0 0 0,0 0 0 0 0,0 0 0 0 0,1 0 0 0 0,-1 0 0 0 0,1 0-1 0 0,1-1 3 0 0,0 1 1 0 0,-1 0-1 0 0,1-1 0 0 0,0 1 0 0 0,0-1 0 0 0,-1 0 0 0 0,1 0 0 0 0,3-2 0 0 0,0-1-23 0 0,-1 0 0 0 0,0-1 0 0 0,-1 0 0 0 0,1 0 0 0 0,-1 0 0 0 0,0-1 0 0 0,0 1 0 0 0,-1-1 0 0 0,1 0 0 0 0,-1 0 0 0 0,-1-1 0 0 0,1 1 0 0 0,-1 0 0 0 0,0-1 0 0 0,1-7 0 0 0,-1 7-29 0 0,-1 0 0 0 0,0 0-1 0 0,0 0 1 0 0,-1 0-1 0 0,1 0 1 0 0,-1 0-1 0 0,-1 0 1 0 0,0 0-1 0 0,0 0 1 0 0,0 0 0 0 0,-1 0-1 0 0,0 1 1 0 0,0-1-1 0 0,0 0 1 0 0,-5-7-1 0 0,5 12 11 0 0,1 0 1 0 0,-1 0-1 0 0,1 0 0 0 0,-1 0 0 0 0,0 0 0 0 0,1 1 0 0 0,-1-1 1 0 0,0 0-1 0 0,0 1 0 0 0,-1 0 0 0 0,1-1 0 0 0,0 1 0 0 0,0 0 1 0 0,-1 0-1 0 0,1 0 0 0 0,0 1 0 0 0,-4-2 0 0 0,1 2 8 0 0,1-1-1 0 0,-1 1 1 0 0,0 0-1 0 0,0 0 1 0 0,1 1 0 0 0,-1-1-1 0 0,0 1 1 0 0,-7 2-1 0 0,-4 3 26 0 0,1 0-1 0 0,0 1 1 0 0,0 1-1 0 0,-16 10 1 0 0,9-3-19 0 0,1 1 1 0 0,1 0-1 0 0,0 1 1 0 0,-30 35 0 0 0,37-37 3 0 0,1 1 1 0 0,1 0 0 0 0,0 0-1 0 0,1 1 1 0 0,1 1 0 0 0,1-1-1 0 0,-7 20 1 0 0,14-33-1 0 0,-1 0-1 0 0,1 0 1 0 0,0 0 0 0 0,0 0-1 0 0,1 0 1 0 0,-1 1 0 0 0,1-1-1 0 0,0 0 1 0 0,0 0 0 0 0,0 1-1 0 0,1-1 1 0 0,0 0 0 0 0,0 0-1 0 0,0 0 1 0 0,0 0 0 0 0,0 0-1 0 0,1 0 1 0 0,-1 0 0 0 0,4 5-1 0 0,-2-6-37 0 0,0 1 0 0 0,0-1 0 0 0,1 0 0 0 0,-1 0 0 0 0,1 0 0 0 0,0 0 0 0 0,0 0 0 0 0,0-1 0 0 0,0 0 0 0 0,0 0 0 0 0,0 0 0 0 0,0 0 0 0 0,1-1 0 0 0,-1 0 0 0 0,1 0 0 0 0,-1 0 0 0 0,6 0 0 0 0,5 0-880 0 0,0 0 0 0 0,-1-2 0 0 0,1 0 0 0 0,-1 0 0 0 0,1-2 0 0 0,-1 0 0 0 0,0 0 0 0 0,27-11 0 0 0,-5-1-2575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01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120 115 992 0 0,'37'-67'11939'0'0,"-38"67"-11801"0"0,-1 1 1 0 0,0-1-1 0 0,1 1 0 0 0,-1-1 0 0 0,1 1 1 0 0,-1 0-1 0 0,1 0 0 0 0,-1-1 0 0 0,1 1 1 0 0,-3 2-1 0 0,-13 18 594 0 0,0 1 0 0 0,1 1 0 0 0,-26 47 0 0 0,34-54-639 0 0,1 0 1 0 0,1 0-1 0 0,0 1 1 0 0,1 0 0 0 0,1 0-1 0 0,0 0 1 0 0,-1 24-1 0 0,5-37-73 0 0,0 0 0 0 0,0-1-1 0 0,0 1 1 0 0,0 0-1 0 0,1-1 1 0 0,0 1-1 0 0,-1 0 1 0 0,1-1 0 0 0,1 1-1 0 0,-1-1 1 0 0,0 1-1 0 0,1-1 1 0 0,0 0 0 0 0,0 1-1 0 0,0-1 1 0 0,0 0-1 0 0,0 0 1 0 0,0 0 0 0 0,6 4-1 0 0,-4-4-4 0 0,1 0-1 0 0,-1 0 0 0 0,1-1 1 0 0,-1 1-1 0 0,1-1 1 0 0,0 0-1 0 0,0-1 1 0 0,0 1-1 0 0,0-1 1 0 0,0 0-1 0 0,0 0 0 0 0,0-1 1 0 0,11 1-1 0 0,-3-2-5 0 0,0-1 0 0 0,0 0 0 0 0,0 0-1 0 0,0-1 1 0 0,-1-1 0 0 0,1 0-1 0 0,-1-1 1 0 0,0 0 0 0 0,0-1 0 0 0,0-1-1 0 0,-1 1 1 0 0,0-2 0 0 0,-1 1 0 0 0,1-2-1 0 0,-1 1 1 0 0,15-19 0 0 0,-15 16-12 0 0,0 0 1 0 0,-1-1-1 0 0,-1-1 1 0 0,0 1-1 0 0,0-1 1 0 0,-1 0-1 0 0,-1-1 1 0 0,0 0 0 0 0,-1 0-1 0 0,-1 0 1 0 0,0-1-1 0 0,-1 1 1 0 0,0-1-1 0 0,1-23 1 0 0,-4 33-1 0 0,0 0 0 0 0,0 1 0 0 0,0-1 0 0 0,-1 0 0 0 0,0 1 0 0 0,0-1 0 0 0,0 0 0 0 0,0 1 0 0 0,-1-1 0 0 0,1 1 0 0 0,-1 0 0 0 0,0-1 0 0 0,-1 1 1 0 0,1 0-1 0 0,-1 0 0 0 0,1 0 0 0 0,-1 1 0 0 0,0-1 0 0 0,-1 1 0 0 0,1 0 0 0 0,-1-1 0 0 0,1 1 0 0 0,-1 1 0 0 0,0-1 0 0 0,0 1 0 0 0,0-1 0 0 0,0 1 0 0 0,-1 0 0 0 0,1 1 0 0 0,-1-1 1 0 0,1 1-1 0 0,-1 0 0 0 0,1 0 0 0 0,-1 0 0 0 0,0 0 0 0 0,0 1 0 0 0,1 0 0 0 0,-9 1 0 0 0,0 0-238 0 0,0 0-1 0 0,0 2 1 0 0,0-1 0 0 0,1 2-1 0 0,-1-1 1 0 0,1 2 0 0 0,0 0-1 0 0,-22 12 1 0 0,26-13 62 0 0,1 1 1 0 0,0 0 0 0 0,0 0-1 0 0,0 0 1 0 0,1 1-1 0 0,0 0 1 0 0,0 1 0 0 0,0-1-1 0 0,1 1 1 0 0,0 0-1 0 0,0 1 1 0 0,1-1-1 0 0,0 1 1 0 0,-4 10 0 0 0,3 9-2322 0 0,10-11-2162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02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0 104 480 0 0,'10'-15'3422'0'0,"1"0"0"0"0,15-16 0 0 0,-25 31-3364 0 0,1-1 0 0 0,-1 0-1 0 0,0 1 1 0 0,1-1 0 0 0,-1 1 0 0 0,1-1-1 0 0,-1 1 1 0 0,0 0 0 0 0,1 0-1 0 0,-1 0 1 0 0,1-1 0 0 0,-1 1-1 0 0,1 0 1 0 0,-1 1 0 0 0,1-1 0 0 0,-1 0-1 0 0,1 0 1 0 0,-1 1 0 0 0,1-1-1 0 0,-1 1 1 0 0,0-1 0 0 0,1 1-1 0 0,1 1 1 0 0,2 2 168 0 0,0 1 1 0 0,-1 0-1 0 0,0 0 0 0 0,0 0 1 0 0,0 1-1 0 0,0-1 0 0 0,-1 1 1 0 0,0 0-1 0 0,0 0 0 0 0,-1 0 0 0 0,4 11 1 0 0,-4-6 13 0 0,0-1 0 0 0,0 1 0 0 0,-2-1 0 0 0,1 1-1 0 0,-1 0 1 0 0,-2 18 0 0 0,-2-6 111 0 0,-1-1 0 0 0,-1 1-1 0 0,-1-1 1 0 0,-1 0 0 0 0,-1 0-1 0 0,-12 21 1 0 0,17-35-68 0 0,0-1 1 0 0,0 0-1 0 0,0-1 0 0 0,-1 1 0 0 0,-6 5 1 0 0,10-10-131 0 0,-12 0 112 0 0,13-8-253 0 0,0 0 1 0 0,1 1-1 0 0,-1-1 1 0 0,1 1 0 0 0,0-1-1 0 0,0 1 1 0 0,1-1-1 0 0,0 1 1 0 0,0 0 0 0 0,0 0-1 0 0,0 0 1 0 0,1 0 0 0 0,0 0-1 0 0,4-6 1 0 0,3-2-25 0 0,0 0 1 0 0,1 0 0 0 0,21-19 0 0 0,-23 24 1 0 0,0 1 0 0 0,1 1 1 0 0,0 0-1 0 0,0 0 0 0 0,0 1 1 0 0,1 0-1 0 0,0 0 0 0 0,0 1 0 0 0,0 1 1 0 0,0 0-1 0 0,1 1 0 0 0,19-2 1 0 0,6 2-49 0 0,0 2 0 0 0,61 8 0 0 0,-86-7 28 0 0,16 3-181 0 0,47 2-376 0 0,-67-6 465 0 0,-1 0 0 0 0,1-1 1 0 0,0 1-1 0 0,0-2 0 0 0,0 1 0 0 0,-1-1 0 0 0,10-3 0 0 0,-13 2 66 0 0,-1 1-1 0 0,1-1 1 0 0,0 1-1 0 0,0-1 1 0 0,-1 0 0 0 0,0-1-1 0 0,0 1 1 0 0,0 0-1 0 0,0-1 1 0 0,0 0-1 0 0,0 0 1 0 0,-1 0-1 0 0,0 0 1 0 0,0 0-1 0 0,0 0 1 0 0,0 0-1 0 0,-1-1 1 0 0,0 1-1 0 0,0-1 1 0 0,0 1-1 0 0,1-8 1 0 0,-1 2 16 0 0,0 0 0 0 0,-1-1 0 0 0,0 1 0 0 0,-1 0 0 0 0,1-1 1 0 0,-2 1-1 0 0,0 0 0 0 0,-6-20 0 0 0,8 28 35 0 0,-1 1 0 0 0,1 0 0 0 0,-1-1 0 0 0,0 1 0 0 0,1-1 0 0 0,-1 1 0 0 0,0 0 0 0 0,0 0 0 0 0,0-1 0 0 0,0 1 0 0 0,0 0 0 0 0,0 0 0 0 0,0 0 0 0 0,0 0 0 0 0,-1 0 0 0 0,1 0 0 0 0,0 1 0 0 0,0-1 0 0 0,-1 0 0 0 0,1 1 0 0 0,-1-1 0 0 0,1 1-1 0 0,-3-2 1 0 0,1 2 3 0 0,0 0 0 0 0,0 0 0 0 0,0 1 0 0 0,0-1 0 0 0,0 1-1 0 0,0-1 1 0 0,0 1 0 0 0,1 0 0 0 0,-1 0 0 0 0,0 0 0 0 0,-4 3-1 0 0,-4 2 18 0 0,-1 2 0 0 0,2-1-1 0 0,-1 2 1 0 0,-14 14 0 0 0,0 3 4 0 0,1 1 1 0 0,-34 50-1 0 0,46-59-11 0 0,1 1-1 0 0,1 0 1 0 0,1 0-1 0 0,1 1 1 0 0,-11 38 0 0 0,18-55-32 0 0,0 0 0 0 0,1 1 0 0 0,-1-1 0 0 0,1 0 0 0 0,-1 1 0 0 0,1-1 0 0 0,0 1 0 0 0,1-1 0 0 0,-1 0 0 0 0,0 1 0 0 0,1-1 0 0 0,0 1 0 0 0,0-1 0 0 0,0 0 0 0 0,0 0 0 0 0,1 0 0 0 0,-1 0 0 0 0,1 0 0 0 0,2 4 0 0 0,-2-4-172 0 0,1-1 0 0 0,0 1 0 0 0,0-1 1 0 0,0 1-1 0 0,0-1 0 0 0,1 0 0 0 0,-1 0 0 0 0,0-1 0 0 0,1 1 0 0 0,-1-1 0 0 0,1 1 0 0 0,0-1 0 0 0,-1 0 0 0 0,1 0 0 0 0,0-1 0 0 0,7 1 0 0 0,5 0-1245 0 0,-1 0-1 0 0,1-2 0 0 0,-1 1 0 0 0,31-7 1 0 0,-12-2-2706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03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73 564 0 0,'31'-59'10686'0'0,"-33"73"-9842"0"0,-14 37 831 0 0,-1 4-879 0 0,-2-1 0 0 0,-3-1 0 0 0,-32 57 1 0 0,45-93-681 0 0,6-11 52 0 0,1-1 1 0 0,-2 1-1 0 0,1-1 1 0 0,0 0-1 0 0,-1 0 1 0 0,-7 7 0 0 0,10-11-49 0 0,0-1-112 0 0,1 0 0 0 0,-1 0 0 0 0,1 0 0 0 0,-1 0 0 0 0,1 0 0 0 0,-1 0 0 0 0,1 0 0 0 0,-1-1 0 0 0,1 1 0 0 0,0 0 0 0 0,-1 0 0 0 0,1 0 0 0 0,-1-1 0 0 0,1 1 0 0 0,0 0 0 0 0,-1 0 0 0 0,1-1 0 0 0,0 1 0 0 0,-1 0 0 0 0,1-1 0 0 0,0 1 0 0 0,-1 0 0 0 0,1-1 0 0 0,0 1 0 0 0,0 0 0 0 0,-1-1 0 0 0,1 1 0 0 0,0-1 0 0 0,0 1 0 0 0,-1-1 0 0 0,2-18 68 0 0,10-15-64 0 0,3 6-56 0 0,2-1-1 0 0,0 2 0 0 0,38-47 1 0 0,-43 61 2 0 0,0 1 0 0 0,1 0 0 0 0,1 0 0 0 0,0 1 1 0 0,0 1-1 0 0,1 1 0 0 0,0 0 0 0 0,1 0 0 0 0,17-7 1 0 0,-29 15 36 0 0,-1 0 0 0 0,1 0 0 0 0,0 0 0 0 0,-1 0 0 0 0,1 1 0 0 0,0-1 0 0 0,0 1 1 0 0,0-1-1 0 0,-1 1 0 0 0,1 0 0 0 0,0 0 0 0 0,0 0 0 0 0,0 1 0 0 0,0-1 0 0 0,-1 1 0 0 0,1-1 0 0 0,0 1 1 0 0,-1 0-1 0 0,1 0 0 0 0,0 0 0 0 0,-1 0 0 0 0,1 1 0 0 0,-1-1 0 0 0,0 1 0 0 0,1 0 0 0 0,-1-1 1 0 0,3 5-1 0 0,-2-3 8 0 0,0 1 1 0 0,0 0-1 0 0,-1 1 1 0 0,1-1-1 0 0,-1 0 1 0 0,-1 1 0 0 0,1-1-1 0 0,0 1 1 0 0,-1 0-1 0 0,0-1 1 0 0,0 1-1 0 0,-1 0 1 0 0,1 0 0 0 0,-1 0-1 0 0,0 7 1 0 0,-1 3 18 0 0,-1 0 0 0 0,-1-1 1 0 0,0 1-1 0 0,0-1 0 0 0,-2 1 1 0 0,0-1-1 0 0,0-1 1 0 0,-1 1-1 0 0,-1-1 0 0 0,-15 23 1 0 0,19-32 2 0 0,-9 9 49 0 0,11-12-72 0 0,1-1 0 0 0,-1 0 0 0 0,1 1 0 0 0,-1-1 0 0 0,0 0 0 0 0,1 0 0 0 0,-1 0 0 0 0,1 1 0 0 0,-1-1 1 0 0,1 0-1 0 0,-1 0 0 0 0,0 0 0 0 0,1 0 0 0 0,-1 0 0 0 0,1 0 0 0 0,-1 0 0 0 0,0 0 0 0 0,1-1 0 0 0,-1 1 0 0 0,1 0 0 0 0,-1 0 1 0 0,1 0-1 0 0,-1-1 0 0 0,0 1 0 0 0,1 0 0 0 0,-1-1 0 0 0,1 1-2 0 0,-1-1 0 0 0,1 0 0 0 0,-1 1 0 0 0,1-1 0 0 0,0 1 0 0 0,0-1 0 0 0,-1 0 0 0 0,1 1 0 0 0,0-1 0 0 0,0 0 0 0 0,0 1 0 0 0,0-1 0 0 0,0 0 0 0 0,0 1 0 0 0,0-1 0 0 0,0 0 0 0 0,0 1 0 0 0,0-1 0 0 0,0 0 0 0 0,0 0 0 0 0,0 1 0 0 0,0-1 0 0 0,1 1 0 0 0,-1-2 0 0 0,8-18-2 0 0,-7 18 1 0 0,10-23-39 0 0,1 1-1 0 0,1 1 0 0 0,2-1 0 0 0,0 2 1 0 0,1 0-1 0 0,32-32 0 0 0,-31 37 8 0 0,0 2-1 0 0,0 0 0 0 0,2 1 1 0 0,0 0-1 0 0,0 2 1 0 0,1 0-1 0 0,1 1 1 0 0,25-9-1 0 0,-44 19 34 0 0,1 0 0 0 0,-1 1 0 0 0,0-1 0 0 0,0 0 0 0 0,0 1 0 0 0,0-1 0 0 0,1 1 0 0 0,-1 0 0 0 0,0 0 0 0 0,0 0 0 0 0,1 0 0 0 0,-1 0 0 0 0,0 1 0 0 0,0-1 0 0 0,1 1 0 0 0,-1-1 0 0 0,0 1 0 0 0,0 0 0 0 0,0 0 0 0 0,0 0 0 0 0,0 0 0 0 0,0 0 0 0 0,0 0 0 0 0,0 0 0 0 0,-1 1 0 0 0,1-1 0 0 0,0 1 0 0 0,-1-1 0 0 0,1 1 0 0 0,-1 0 0 0 0,1 0 0 0 0,-1 0 0 0 0,0-1 0 0 0,0 1 0 0 0,0 0 0 0 0,0 0 0 0 0,0 1 0 0 0,0-1 0 0 0,-1 0 0 0 0,1 0 0 0 0,-1 0 0 0 0,1 0 0 0 0,-1 1 0 0 0,0-1 0 0 0,0 0 0 0 0,0 0 0 0 0,0 1 0 0 0,-1 2 0 0 0,-2 15 119 0 0,-1 0-1 0 0,0 0 1 0 0,-2 0-1 0 0,-1-1 1 0 0,0 0 0 0 0,-1-1-1 0 0,-11 19 1 0 0,-14 34 261 0 0,24-51-72 0 0,8-17-200 0 0,2-3-96 0 0,-1 1 1 0 0,1-1-1 0 0,-1 1 1 0 0,1-1 0 0 0,0 1-1 0 0,-1-1 1 0 0,1 1-1 0 0,0-1 1 0 0,-1 0-1 0 0,1 1 1 0 0,0-1 0 0 0,-1 0-1 0 0,1 0 1 0 0,0 0-1 0 0,0 1 1 0 0,-1-1-1 0 0,1 0 1 0 0,1 0-1 0 0,24-9-341 0 0,0-1-1 0 0,-1 0 0 0 0,0-2 0 0 0,35-23 0 0 0,18-18-3204 0 0,-6-2-3280 0 0,-37 27 1391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04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350 520 2384 0 0,'5'-13'4711'0'0,"-8"-17"428"0"0,3 28-4532 0 0,-4 2-397 0 0,0 1-138 0 0,-1 0 0 0 0,0 1 0 0 0,1-1 0 0 0,-1 1 0 0 0,1 0 0 0 0,0 0 0 0 0,0 0 0 0 0,0 1 0 0 0,0-1 0 0 0,0 1 0 0 0,-4 4 0 0 0,-43 42 495 0 0,33-31-425 0 0,3-4-81 0 0,0 1 0 0 0,1 1 0 0 0,1 1 0 0 0,0 0 0 0 0,1 1 0 0 0,-11 22 0 0 0,21-37-49 0 0,1-1-1 0 0,0 1 1 0 0,0 0-1 0 0,0 0 1 0 0,0 0-1 0 0,1 0 1 0 0,-1 0-1 0 0,1 0 1 0 0,-1 0-1 0 0,1 0 1 0 0,0 0-1 0 0,0 0 1 0 0,1 0-1 0 0,-1 0 0 0 0,1 0 1 0 0,0 4-1 0 0,0-5-2 0 0,1 0-1 0 0,-1-1 1 0 0,0 1-1 0 0,1 0 0 0 0,-1-1 1 0 0,0 1-1 0 0,1-1 1 0 0,0 0-1 0 0,-1 1 0 0 0,1-1 1 0 0,0 0-1 0 0,0 0 0 0 0,0 0 1 0 0,-1 0-1 0 0,1 0 1 0 0,0-1-1 0 0,0 1 0 0 0,0 0 1 0 0,0-1-1 0 0,1 0 1 0 0,-1 1-1 0 0,0-1 0 0 0,0 0 1 0 0,3 0-1 0 0,9 0 7 0 0,0-1 0 0 0,0-1 0 0 0,0 0 1 0 0,0 0-1 0 0,0-2 0 0 0,0 1 0 0 0,-1-2 0 0 0,0 0 0 0 0,16-8 0 0 0,-12 4-9 0 0,0 0-1 0 0,-1-2 1 0 0,0 0-1 0 0,0 0 1 0 0,-1-2 0 0 0,16-17-1 0 0,-21 19-11 0 0,0-1-1 0 0,0-1 0 0 0,-1 0 1 0 0,-1 0-1 0 0,12-25 1 0 0,-17 31-2 0 0,-1 0 0 0 0,1 0 0 0 0,-1 0 1 0 0,0 0-1 0 0,-1 0 0 0 0,0-1 0 0 0,0 1 1 0 0,0 0-1 0 0,-1-1 0 0 0,0 1 0 0 0,-1-1 0 0 0,1 1 1 0 0,-2 0-1 0 0,-1-9 0 0 0,2 13 7 0 0,0 1 1 0 0,0-1-1 0 0,0 0 1 0 0,0 1-1 0 0,0 0 1 0 0,0-1-1 0 0,-1 1 0 0 0,0 0 1 0 0,1-1-1 0 0,-1 1 1 0 0,0 0-1 0 0,0 0 0 0 0,0 1 1 0 0,0-1-1 0 0,0 0 1 0 0,-1 1-1 0 0,1-1 0 0 0,-4-1 1 0 0,2 2 2 0 0,1-1 0 0 0,-1 1 0 0 0,-1 1 1 0 0,1-1-1 0 0,0 0 0 0 0,0 1 0 0 0,0 0 0 0 0,0 0 1 0 0,0 0-1 0 0,0 0 0 0 0,-5 2 0 0 0,-4 1 11 0 0,0 0 0 0 0,0 2 0 0 0,0-1 0 0 0,0 2 0 0 0,1 0 0 0 0,-15 9-1 0 0,16-8 12 0 0,0 1 0 0 0,0 0-1 0 0,0 1 1 0 0,-16 18 0 0 0,23-22-16 0 0,0-1 0 0 0,1 1 1 0 0,-1-1-1 0 0,1 1 0 0 0,0 0 0 0 0,1 0 1 0 0,-1 0-1 0 0,1 0 0 0 0,0 1 1 0 0,0-1-1 0 0,1 1 0 0 0,0-1 1 0 0,0 1-1 0 0,-1 6 0 0 0,2-9-5 0 0,0-1 0 0 0,0 0 0 0 0,1 1 1 0 0,-1-1-1 0 0,1 0 0 0 0,-1 1 0 0 0,1-1 0 0 0,0 0 0 0 0,-1 0 0 0 0,1 0 0 0 0,0 0 0 0 0,1 0 1 0 0,-1 0-1 0 0,0 0 0 0 0,1 0 0 0 0,-1 0 0 0 0,3 2 0 0 0,-1-1 2 0 0,0-1-1 0 0,1 1 1 0 0,-1-1-1 0 0,1 0 1 0 0,-1-1 0 0 0,1 1-1 0 0,-1 0 1 0 0,1-1-1 0 0,6 1 1 0 0,3 1 7 0 0,0-2-1 0 0,0 1 1 0 0,0-2-1 0 0,0 0 1 0 0,17-2-1 0 0,2-2-9 0 0,0-2 0 0 0,0-1-1 0 0,-1-2 1 0 0,0 0 0 0 0,0-3-1 0 0,-1 0 1 0 0,-1-2 0 0 0,0-1-1 0 0,51-36 1 0 0,-45 24-23 0 0,-2-1 0 0 0,0-1 1 0 0,-2-2-1 0 0,-2-1 0 0 0,-1-1 1 0 0,45-69-1 0 0,49-117-77 0 0,-142 264 348 0 0,-14 48 0 0 0,9-23 179 0 0,-216 542 2293 0 0,-36-18-1059 0 0,152-380-913 0 0,104-184-435 0 0,-2-1 0 0 0,0-1-1 0 0,-2-1 1 0 0,-49 41 0 0 0,65-61-153 0 0,0 0 0 0 0,-1-1 0 0 0,0 0 0 0 0,0 0 0 0 0,-1-1 0 0 0,0 0 0 0 0,0-1 0 0 0,0-1 0 0 0,-15 4 0 0 0,22-6-134 0 0,1-1-1 0 0,-1 1 1 0 0,1-1-1 0 0,-1 0 1 0 0,1 0 0 0 0,-1 0-1 0 0,1-1 1 0 0,-1 1-1 0 0,1-1 1 0 0,-1 0-1 0 0,1 0 1 0 0,-1 0-1 0 0,1 0 1 0 0,0-1 0 0 0,0 1-1 0 0,0-1 1 0 0,0 0-1 0 0,0 0 1 0 0,0 0-1 0 0,0 0 1 0 0,0 0-1 0 0,1-1 1 0 0,-1 1 0 0 0,1-1-1 0 0,0 0 1 0 0,0 0-1 0 0,0 0 1 0 0,0 0-1 0 0,0 0 1 0 0,1 0-1 0 0,-1 0 1 0 0,1-1 0 0 0,0 1-1 0 0,-1-5 1 0 0,-1-4-7 0 0,1 1 0 0 0,0-1 1 0 0,1 0-1 0 0,1 0 0 0 0,0 1 1 0 0,0-1-1 0 0,1 0 0 0 0,1 0 1 0 0,0 1-1 0 0,0-1 0 0 0,2 1 1 0 0,-1 0-1 0 0,10-21 0 0 0,0 4-12 0 0,2 1-1 0 0,0 0 1 0 0,2 0-1 0 0,22-26 0 0 0,1 6-234 0 0,3 1 0 0 0,1 3-1 0 0,51-40 1 0 0,-30 33-1955 0 0,130-75 0 0 0,-73 65-1510 0 0,-40 25-2352 0 0,-61 26 3420 0 0,7-3-3695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05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129 698 2364 0 0,'-45'-2'5896'0'0,"41"2"-5683"0"0,-1 1 1 0 0,1 0 0 0 0,0 0 0 0 0,-1 0 0 0 0,1 0 0 0 0,0 1-1 0 0,0-1 1 0 0,0 1 0 0 0,0 0 0 0 0,0 0 0 0 0,0 1-1 0 0,0-1 1 0 0,-4 5 0 0 0,6-5-125 0 0,-1 0 1 0 0,1 0-1 0 0,0 1 1 0 0,-1-1-1 0 0,1 1 1 0 0,0 0-1 0 0,0 0 0 0 0,-1 2 1 0 0,2-3 95 0 0,3 4 81 0 0,-2-6-259 0 0,0 1 0 0 0,0-1 1 0 0,-1 0-1 0 0,1 0 0 0 0,0 1 1 0 0,0-1-1 0 0,0 0 0 0 0,0 0 1 0 0,0 1-1 0 0,0-1 0 0 0,0 0 1 0 0,0 1-1 0 0,1-1 0 0 0,-1 0 1 0 0,0 0-1 0 0,0 1 0 0 0,0-1 1 0 0,0 0-1 0 0,0 0 0 0 0,0 1 1 0 0,0-1-1 0 0,1 0 0 0 0,-1 0 1 0 0,0 0-1 0 0,0 1 0 0 0,0-1 1 0 0,0 0-1 0 0,1 0 0 0 0,-1 0 1 0 0,0 1-1 0 0,0-1 0 0 0,1 0 1 0 0,-1 0-1 0 0,0 0 0 0 0,0 0 1 0 0,1 0-1 0 0,-1 1 0 0 0,7-1 50 0 0,0 0 0 0 0,-1 0 0 0 0,1 0 0 0 0,0-1 0 0 0,-1 1 0 0 0,1-2 0 0 0,0 1 0 0 0,-1-1 0 0 0,0 0 0 0 0,12-5 0 0 0,5-3 44 0 0,34-21 1 0 0,-33 15-104 0 0,0-2 0 0 0,-2 0 0 0 0,0-1 0 0 0,-2-1 0 0 0,0-1 0 0 0,-1-1 0 0 0,-1 0 0 0 0,-1-1 0 0 0,23-42 0 0 0,-7 2-87 0 0,-4-1 1 0 0,39-118-1 0 0,-27 36-51 0 0,-41 138 46 0 0,-7 14 74 0 0,-8 16 9 0 0,-58 117 248 0 0,-96 260 1 0 0,154-359-219 0 0,1 2 1 0 0,2 0 0 0 0,-9 63-1 0 0,21-103-24 0 0,0 0 0 0 0,-1 0 0 0 0,1 0-1 0 0,0-1 1 0 0,0 1 0 0 0,0 0 0 0 0,0 0-1 0 0,1 0 1 0 0,-1 0 0 0 0,0 0 0 0 0,1-1 0 0 0,-1 1-1 0 0,1 0 1 0 0,0 0 0 0 0,-1-1 0 0 0,1 1 0 0 0,0 0-1 0 0,0-1 1 0 0,0 1 0 0 0,0-1 0 0 0,3 3-1 0 0,-2-3-17 0 0,0 0-1 0 0,-1 0 0 0 0,1 0 1 0 0,0 0-1 0 0,0-1 0 0 0,0 1 1 0 0,0-1-1 0 0,0 0 0 0 0,0 1 1 0 0,0-1-1 0 0,0 0 0 0 0,0 0 1 0 0,0 0-1 0 0,0 0 0 0 0,0-1 1 0 0,4 0-1 0 0,3-1-103 0 0,1-2-1 0 0,0 1 0 0 0,-1-1 1 0 0,1 0-1 0 0,-1-1 1 0 0,14-10-1 0 0,17-16-193 0 0,-1-3 0 0 0,-2-1-1 0 0,-1-1 1 0 0,-2-2 0 0 0,34-50 0 0 0,129-221-87 0 0,-78 99 1570 0 0,-105 190-1029 0 0,-9 17-80 0 0,-6 14-43 0 0,-14 39 55 0 0,-35 83-1 0 0,20-60 105 0 0,-160 385 614 0 0,163-396-523 0 0,24-50 530 0 0,11-18-517 0 0,19-30-353 0 0,-18 23 172 0 0,16-18-140 0 0,0 1 0 0 0,2 1 1 0 0,1 2-1 0 0,1 0 0 0 0,1 2 1 0 0,56-35-1 0 0,-83 58 37 0 0,0 0 0 0 0,0 0 0 0 0,0 0 1 0 0,1 1-1 0 0,-1-1 0 0 0,1 1 0 0 0,-1 0 0 0 0,1 0 0 0 0,-1 0 1 0 0,1 1-1 0 0,0-1 0 0 0,-1 1 0 0 0,1 0 0 0 0,0 0 1 0 0,-1 0-1 0 0,8 1 0 0 0,-10 0 18 0 0,1-1 0 0 0,-1 1 1 0 0,0 0-1 0 0,1 0 0 0 0,-1 0 1 0 0,0 0-1 0 0,0 0 0 0 0,1 0 1 0 0,-1 0-1 0 0,0 1 0 0 0,0-1 0 0 0,0 0 1 0 0,0 1-1 0 0,-1-1 0 0 0,1 1 1 0 0,0-1-1 0 0,-1 0 0 0 0,1 1 0 0 0,-1 0 1 0 0,1-1-1 0 0,-1 1 0 0 0,0-1 1 0 0,1 3-1 0 0,0 37 80 0 0,-1-37-73 0 0,-3 24-27 0 0,-12 50 0 0 0,9-46 20 0 0,-4 32 0 0 0,10-61 8 0 0,0 0 0 0 0,0 0 0 0 0,0 0 0 0 0,0 1 0 0 0,1-1 0 0 0,0 0 0 0 0,1 3 0 0 0,-2-5-8 0 0,0 1-1 0 0,1-1 1 0 0,-1 0 0 0 0,1 0-1 0 0,-1 0 1 0 0,1 0-1 0 0,0 0 1 0 0,0 0-1 0 0,-1 0 1 0 0,1 0 0 0 0,0 0-1 0 0,0 0 1 0 0,0 0-1 0 0,0 0 1 0 0,0-1-1 0 0,0 1 1 0 0,0 0 0 0 0,0-1-1 0 0,0 1 1 0 0,0-1-1 0 0,1 1 1 0 0,-1-1-1 0 0,1 1 1 0 0,8-1 10 0 0,-1 0 1 0 0,1 0-1 0 0,-1 0 1 0 0,0-2-1 0 0,1 1 0 0 0,-1-1 1 0 0,0 0-1 0 0,0-1 1 0 0,0 0-1 0 0,0-1 0 0 0,-1 0 1 0 0,1 0-1 0 0,-1 0 1 0 0,15-12-1 0 0,5-4-5 0 0,-1-2 0 0 0,43-45 0 0 0,-44 40-88 0 0,34-48 1 0 0,-50 60 53 0 0,0-1-1 0 0,-1 0 1 0 0,0 0 0 0 0,-1-1 0 0 0,6-20 0 0 0,-14 35 19 0 0,1 0 0 0 0,0 0 0 0 0,-1 0 1 0 0,0 0-1 0 0,1 0 0 0 0,-1 0 0 0 0,0 0 0 0 0,0 0 0 0 0,0 0 0 0 0,0 0 0 0 0,-1 0 0 0 0,0-4 0 0 0,-4-3-7 0 0,-4 4 4 0 0,6 5 7 0 0,1 0 0 0 0,-1 0 1 0 0,0 1-1 0 0,0-1 1 0 0,1 1-1 0 0,-1 0 1 0 0,0-1-1 0 0,1 1 0 0 0,-1 0 1 0 0,1 1-1 0 0,-1-1 1 0 0,1 0-1 0 0,0 1 1 0 0,-1-1-1 0 0,1 1 0 0 0,0 0 1 0 0,0 0-1 0 0,-2 2 1 0 0,-7 8 37 0 0,1-1 0 0 0,-8 14 1 0 0,13-19-26 0 0,-2 5 1 0 0,0-1 0 0 0,1 1 0 0 0,0 1 0 0 0,1-1 0 0 0,0 1 0 0 0,1 0 0 0 0,-3 12 0 0 0,5-16 2 0 0,0-1 0 0 0,1 0 0 0 0,0 0 0 0 0,1 0 0 0 0,0 1 0 0 0,0-1 0 0 0,0 0 1 0 0,1 0-1 0 0,0 1 0 0 0,0-1 0 0 0,1 0 0 0 0,0 0 0 0 0,5 11 0 0 0,-5-15-24 0 0,0 1 0 0 0,0-1 0 0 0,1 0 0 0 0,0 0 0 0 0,0 0 0 0 0,-1 0 0 0 0,2 0 0 0 0,-1-1 0 0 0,0 1 0 0 0,1-1 0 0 0,-1 0 0 0 0,1 0 0 0 0,-1 0 0 0 0,1 0 0 0 0,0-1 0 0 0,0 0 0 0 0,0 1 0 0 0,0-2 0 0 0,0 1 0 0 0,0 0 0 0 0,0-1 0 0 0,0 1 0 0 0,0-1-1 0 0,0 0 1 0 0,0-1 0 0 0,5 0 0 0 0,2 0-744 0 0,-1-1 0 0 0,0 0 0 0 0,0 0 0 0 0,0-1 0 0 0,-1 0 0 0 0,1-1 0 0 0,-1 0 0 0 0,1-1 0 0 0,11-8 0 0 0,-1-2-3294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05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35 836 0 0,'-56'4'3573'0'0,"17"-3"-1089"0"0,1 3 1 0 0,-45 9-1 0 0,72-8-1192 0 0,19-2-980 0 0,21-2-193 0 0,156-25-1842 0 0,-62-4-3879 0 0,-71 15 1746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06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26 464 0 0,'-43'-25'9187'0'0,"43"25"-9176"0"0,0 0 0 0 0,0 0 0 0 0,0 0 0 0 0,-1 0 0 0 0,1 0 0 0 0,0 1 0 0 0,0-1 1 0 0,0 0-1 0 0,0 0 0 0 0,0 0 0 0 0,-1 0 0 0 0,1 1 0 0 0,0-1 0 0 0,0 0 0 0 0,0 0 0 0 0,0 0 0 0 0,0 1 0 0 0,0-1 0 0 0,0 0 1 0 0,0 0-1 0 0,0 1 0 0 0,0-1 0 0 0,0 0 0 0 0,0 0 0 0 0,0 0 0 0 0,0 1 0 0 0,0-1 0 0 0,0 0 0 0 0,0 0 0 0 0,0 0 0 0 0,0 1 1 0 0,0-1-1 0 0,0 0 0 0 0,1 0 0 0 0,-1 0 0 0 0,0 1 0 0 0,0-1 0 0 0,0 0 0 0 0,0 0 0 0 0,0 0 0 0 0,1 1 0 0 0,4 13 120 0 0,-5-12-112 0 0,9 11 61 0 0,-2 1 1 0 0,0-1-1 0 0,0 1 1 0 0,-2 1-1 0 0,1-1 1 0 0,-2 1-1 0 0,0 0 1 0 0,-1 0-1 0 0,3 28 1 0 0,-6-33 47 0 0,0-1 0 0 0,0 0 1 0 0,-1 0-1 0 0,-1 1 0 0 0,0-1 0 0 0,0 0 0 0 0,0 0 1 0 0,-1 0-1 0 0,-1-1 0 0 0,1 1 0 0 0,-1-1 0 0 0,-1 0 1 0 0,0 0-1 0 0,0 0 0 0 0,0-1 0 0 0,-1 1 0 0 0,-9 8 1 0 0,4-6 311 0 0,0-1 1 0 0,0-1-1 0 0,-21 12 1 0 0,31-19-420 0 0,-1 0 24 0 0,1-1 1 0 0,-1 1-1 0 0,0 0 0 0 0,0-1 1 0 0,1 0-1 0 0,-1 1 0 0 0,0-1 1 0 0,0 0-1 0 0,0 0 0 0 0,1 0 1 0 0,-4 0-1 0 0,5 0-38 0 0,-1 0 0 0 0,1 0 0 0 0,-1 0 0 0 0,1 0 1 0 0,-1 0-1 0 0,0 0 0 0 0,1 0 0 0 0,-1-1 0 0 0,1 1 0 0 0,-1 0 0 0 0,1 0 0 0 0,-1-1 1 0 0,1 1-1 0 0,-1 0 0 0 0,1 0 0 0 0,0-1 0 0 0,-1 1 0 0 0,1-1 0 0 0,-1 1 0 0 0,1 0 1 0 0,0-1-1 0 0,-1 1 0 0 0,1-1 0 0 0,0 1 0 0 0,-1-1 0 0 0,1 1 0 0 0,0-1 0 0 0,0 1 0 0 0,-1-1 1 0 0,1 1-1 0 0,0-1 0 0 0,0 1 0 0 0,0-1 0 0 0,0 1 0 0 0,0-1 0 0 0,0 0 0 0 0,0 1 1 0 0,0-1-1 0 0,0 0 0 0 0,3-10-5 0 0,0 0 1 0 0,1 1-1 0 0,0-1 1 0 0,1 1-1 0 0,0 0 1 0 0,0 1-1 0 0,1-1 1 0 0,1 1-1 0 0,-1 0 1 0 0,2 1-1 0 0,10-12 1 0 0,4-1 26 0 0,0 2 1 0 0,1 0-1 0 0,31-18 1 0 0,-28 20-33 0 0,52-23 1 0 0,-68 35-11 0 0,1 1-1 0 0,0 1 1 0 0,0 0 0 0 0,0 0 0 0 0,0 1 0 0 0,1 1 0 0 0,-1 0 0 0 0,15 0-1 0 0,-22 1 8 0 0,0 0-1 0 0,0 1 1 0 0,-1-1-1 0 0,1 1 0 0 0,0 0 1 0 0,-1 0-1 0 0,1 0 1 0 0,-1 0-1 0 0,1 1 0 0 0,-1 0 1 0 0,1-1-1 0 0,-1 1 1 0 0,0 0-1 0 0,0 1 0 0 0,0-1 1 0 0,0 1-1 0 0,-1-1 1 0 0,1 1-1 0 0,-1 0 0 0 0,1 0 1 0 0,-1 0-1 0 0,0 0 1 0 0,0 0-1 0 0,0 0 0 0 0,0 1 1 0 0,-1-1-1 0 0,0 1 1 0 0,1-1-1 0 0,-1 1 0 0 0,0-1 1 0 0,-1 1-1 0 0,1 0 1 0 0,0 5-1 0 0,-1 2 8 0 0,0-1 0 0 0,0 0-1 0 0,-1 0 1 0 0,0 0 0 0 0,0 0 0 0 0,-1 0-1 0 0,-1 0 1 0 0,0 0 0 0 0,0-1 0 0 0,-1 1-1 0 0,-7 12 1 0 0,5-12 23 0 0,0 0-1 0 0,-1-1 1 0 0,-1 1-1 0 0,1-2 1 0 0,-2 1-1 0 0,1-1 1 0 0,-1 0-1 0 0,0-1 1 0 0,-1 0-1 0 0,-18 11 1 0 0,26-17-14 0 0,1-1-7 0 0,0 0-1 0 0,0 0 1 0 0,0 0-1 0 0,0 0 1 0 0,0 0-1 0 0,0 0 1 0 0,0 0-1 0 0,1-1 1 0 0,-1 1-1 0 0,0 0 1 0 0,0 0-1 0 0,0-1 1 0 0,0 1-1 0 0,0-1 0 0 0,1 1 1 0 0,-1-1-1 0 0,0 1 1 0 0,0-1-1 0 0,1 1 1 0 0,-1-1-1 0 0,0 0 1 0 0,1 1-1 0 0,-1-1 1 0 0,1 0-1 0 0,-1 0 1 0 0,0 1-1 0 0,1-2 1 0 0,-1 0-4 0 0,1 0 0 0 0,-1 0 0 0 0,1 0 0 0 0,0 0 0 0 0,0 0 0 0 0,0 0 0 0 0,0 0 0 0 0,0 0 0 0 0,0 0 0 0 0,0 0 0 0 0,1 0 0 0 0,0-2 0 0 0,2-7-5 0 0,1 1 0 0 0,0 0 0 0 0,11-18-1 0 0,2 3 10 0 0,0-1-1 0 0,2 2 1 0 0,1 1-1 0 0,1 0 1 0 0,1 2-1 0 0,0 0 1 0 0,2 1-1 0 0,0 2 0 0 0,2 0 1 0 0,0 2-1 0 0,0 0 1 0 0,2 2-1 0 0,0 2 1 0 0,44-15-1 0 0,-67 25-12 0 0,0 1-1 0 0,-1 0 1 0 0,1 0 0 0 0,0 0-1 0 0,0 1 1 0 0,0 0 0 0 0,0 0-1 0 0,0 0 1 0 0,0 0 0 0 0,0 1-1 0 0,10 2 1 0 0,-13-2 9 0 0,0 0-1 0 0,0 0 1 0 0,0 0 0 0 0,0 0-1 0 0,0 0 1 0 0,0 0 0 0 0,0 0-1 0 0,-1 1 1 0 0,1-1 0 0 0,0 1-1 0 0,-1-1 1 0 0,1 1 0 0 0,-1 0-1 0 0,1-1 1 0 0,-1 1 0 0 0,0 0-1 0 0,0 0 1 0 0,0 0 0 0 0,0 0-1 0 0,0 0 1 0 0,0 0 0 0 0,-1 0-1 0 0,1 0 1 0 0,-1 1 0 0 0,1-1-1 0 0,-1 0 1 0 0,0 0 0 0 0,0 4-1 0 0,-1 7 0 0 0,0-1-1 0 0,0 0 1 0 0,-1 0-1 0 0,-1 1 0 0 0,0-2 1 0 0,-1 1-1 0 0,0 0 0 0 0,-10 17 1 0 0,-6 8 129 0 0,-31 41 0 0 0,29-46-884 0 0,-20 39 1 0 0,41-71 674 0 0,1 1-1 0 0,0-1 0 0 0,0 1 1 0 0,0-1-1 0 0,-1 1 1 0 0,1-1-1 0 0,0 1 0 0 0,0-1 1 0 0,0 1-1 0 0,0-1 0 0 0,0 1 1 0 0,0-1-1 0 0,0 1 1 0 0,0-1-1 0 0,0 1 0 0 0,0 0 1 0 0,0-1-1 0 0,0 1 0 0 0,1-1 1 0 0,-1 1-1 0 0,0-1 1 0 0,0 1-1 0 0,0-1 0 0 0,1 0 1 0 0,-1 1-1 0 0,0-1 0 0 0,1 1 1 0 0,-1-1-1 0 0,0 1 1 0 0,1-1-1 0 0,-1 0 0 0 0,0 1 1 0 0,1-1-1 0 0,-1 0 0 0 0,1 1 1 0 0,-1-1-1 0 0,1 0 0 0 0,-1 0 1 0 0,1 1-1 0 0,-1-1 1 0 0,1 0-1 0 0,-1 0 0 0 0,1 0 1 0 0,-1 0-1 0 0,1 0 0 0 0,-1 0 1 0 0,1 0-1 0 0,-1 0 1 0 0,1 0-1 0 0,0 0 0 0 0,-1 0 1 0 0,1 0-1 0 0,0 0 0 0 0,29-2-2781 0 0,-12-4 565 0 0,3 0-365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08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287 887 2252 0 0,'14'-12'2236'0'0,"-1"-1"-1"0"0,-1-1 0 0 0,0 0 1 0 0,13-22-1 0 0,-24 36-2156 0 0,0-1 1 0 0,-1 0-1 0 0,1 0 0 0 0,-1 0 1 0 0,1 0-1 0 0,-1 0 0 0 0,1-1 0 0 0,-1 1 1 0 0,1 0-1 0 0,-1 0 0 0 0,0 0 0 0 0,0 0 1 0 0,0 0-1 0 0,1-1 0 0 0,-1 1 0 0 0,0 0 1 0 0,0 0-1 0 0,-1-2 0 0 0,1 2-51 0 0,-1 1-1 0 0,1-1 0 0 0,0 0 0 0 0,-1 1 1 0 0,1-1-1 0 0,-1 1 0 0 0,1-1 1 0 0,-1 1-1 0 0,1-1 0 0 0,-1 1 1 0 0,0 0-1 0 0,1-1 0 0 0,-1 1 1 0 0,1 0-1 0 0,-1-1 0 0 0,0 1 1 0 0,1 0-1 0 0,-1 0 0 0 0,0 0 1 0 0,1-1-1 0 0,-2 1 0 0 0,-2 0-5 0 0,0 0 0 0 0,0 0 0 0 0,0 0 0 0 0,0 0-1 0 0,0 1 1 0 0,0-1 0 0 0,-4 2 0 0 0,-11 6-24 0 0,1 0 1 0 0,0 0 0 0 0,0 2-1 0 0,1 0 1 0 0,-20 16 0 0 0,-71 68-39 0 0,94-81 60 0 0,1 1 0 0 0,-19 26 1 0 0,29-36-9 0 0,0 1 0 0 0,0-1 0 0 0,1 0 0 0 0,-1 1 0 0 0,1 0 0 0 0,0-1 0 0 0,0 1 0 0 0,1 0 0 0 0,0 0 0 0 0,-1 0 0 0 0,1 0 0 0 0,1 0 0 0 0,-1 1 0 0 0,1 9 0 0 0,1-14-8 0 0,-1 1 0 0 0,1-1 1 0 0,-1 1-1 0 0,1-1 0 0 0,-1 1 0 0 0,1-1 0 0 0,0 1 0 0 0,0-1 1 0 0,0 0-1 0 0,-1 1 0 0 0,1-1 0 0 0,1 0 0 0 0,-1 0 0 0 0,0 0 1 0 0,0 0-1 0 0,0 0 0 0 0,1 0 0 0 0,-1 0 0 0 0,0 0 0 0 0,1 0 0 0 0,-1-1 1 0 0,1 1-1 0 0,-1-1 0 0 0,3 1 0 0 0,-2 1-3 0 0,0-2 1 0 0,1 1-1 0 0,-1 0 0 0 0,1 0 1 0 0,-1-1-1 0 0,1 1 0 0 0,-1-1 1 0 0,1 0-1 0 0,0 0 0 0 0,-1 0 0 0 0,1 0 1 0 0,-1 0-1 0 0,1-1 0 0 0,0 1 1 0 0,-1-1-1 0 0,5-1 0 0 0,0-1-1 0 0,5-1 7 0 0,-2 0 1 0 0,1-2-1 0 0,-1 1 1 0 0,1-1-1 0 0,-2-1 0 0 0,1 1 1 0 0,-1-2-1 0 0,0 1 0 0 0,15-17 1 0 0,4-9 33 0 0,31-45 1 0 0,-6 9-117 0 0,-51 67 86 0 0,-3 20-39 0 0,-34 53 31 0 0,22-49 40 0 0,1 1 1 0 0,1 1-1 0 0,1 0 0 0 0,2 1 0 0 0,-8 31 0 0 0,15-54-34 0 0,1-1 0 0 0,0 1 0 0 0,-1 0-1 0 0,1-1 1 0 0,0 1 0 0 0,0 0 0 0 0,0-1-1 0 0,0 1 1 0 0,1 0 0 0 0,-1-1 0 0 0,0 1-1 0 0,1 0 1 0 0,-1-1 0 0 0,1 1 0 0 0,-1-1-1 0 0,1 1 1 0 0,0 0 0 0 0,0-1 0 0 0,0 0-1 0 0,0 1 1 0 0,0-1 0 0 0,0 0 0 0 0,0 1-1 0 0,0-1 1 0 0,0 0 0 0 0,1 0 0 0 0,-1 0-1 0 0,0 0 1 0 0,1 0 0 0 0,-1 0 0 0 0,1 0-1 0 0,-1-1 1 0 0,1 1 0 0 0,-1 0 0 0 0,1-1-1 0 0,2 1 1 0 0,1 0 4 0 0,0 0 0 0 0,1-1 0 0 0,-1 1 0 0 0,0-1 0 0 0,1-1 1 0 0,-1 1-1 0 0,0-1 0 0 0,1 1 0 0 0,-1-2 0 0 0,9-2 0 0 0,0-1 7 0 0,0-2 0 0 0,-1 1 0 0 0,0-2 0 0 0,-1 0 0 0 0,0 0 0 0 0,0-1 0 0 0,0-1-1 0 0,12-13 1 0 0,9-13 57 0 0,31-43-1 0 0,-63 77-75 0 0,62-85 26 0 0,82-152 0 0 0,22-111-532 0 0,-59 73 804 0 0,-107 275-320 0 0,-1 3 18 0 0,0-1 1 0 0,0 0-1 0 0,0 0 1 0 0,0 0-1 0 0,0 1 0 0 0,0-1 1 0 0,-1 0-1 0 0,1 0 1 0 0,0 0-1 0 0,0 0 1 0 0,0 0-1 0 0,0 1 0 0 0,0-1 1 0 0,0 0-1 0 0,-1 0 1 0 0,1 0-1 0 0,0 0 0 0 0,0 0 1 0 0,0 0-1 0 0,0 0 1 0 0,-1 1-1 0 0,1-1 1 0 0,0 0-1 0 0,0 0 0 0 0,0 0 1 0 0,-1 0-1 0 0,1 0 1 0 0,0 0-1 0 0,0 0 1 0 0,0 0-1 0 0,-1 0 0 0 0,1 0 1 0 0,0 0-1 0 0,0 0 1 0 0,0 0-1 0 0,0 0 1 0 0,-1 0-1 0 0,1-1 0 0 0,0 1 1 0 0,0 0-1 0 0,0 0 1 0 0,0 0-1 0 0,-1 0 0 0 0,1 0 1 0 0,0 0-1 0 0,0 0 1 0 0,0 0-1 0 0,0-1 1 0 0,0 1-1 0 0,-1 0 0 0 0,1 0 1 0 0,0 0-1 0 0,0 0 1 0 0,0 0-1 0 0,0-1 1 0 0,0 1-1 0 0,0 0 0 0 0,0 0 1 0 0,0 0-1 0 0,0-1 1 0 0,0 1-1 0 0,-1 0 0 0 0,1 0 1 0 0,0 0-1 0 0,0 0 1 0 0,0-1-1 0 0,0 1 1 0 0,0 0-1 0 0,1 0 0 0 0,-11 10 17 0 0,-27 47 103 0 0,3 0 0 0 0,-47 112 1 0 0,47-95-58 0 0,-186 454-260 0 0,186-419 164 0 0,30-92 58 0 0,1 1-1 0 0,0-1 1 0 0,2 1 0 0 0,0 24 0 0 0,1-37 8 0 0,0 0-1 0 0,1 0 1 0 0,-1 0 0 0 0,1 0-1 0 0,1 0 1 0 0,-1 0 0 0 0,1-1-1 0 0,-1 1 1 0 0,1-1 0 0 0,1 1-1 0 0,-1-1 1 0 0,1 0 0 0 0,-1 0-1 0 0,1 0 1 0 0,0 0 0 0 0,1 0-1 0 0,-1-1 1 0 0,1 1-1 0 0,-1-1 1 0 0,1 0 0 0 0,8 5-1 0 0,-6-5-30 0 0,-1-1 0 0 0,0 0 0 0 0,1 0 0 0 0,-1 0 0 0 0,1-1 0 0 0,-1 0 0 0 0,1 0 0 0 0,0 0 0 0 0,-1-1 0 0 0,1 0 0 0 0,0 0 0 0 0,-1-1-1 0 0,1 1 1 0 0,0-1 0 0 0,-1 0 0 0 0,1-1 0 0 0,-1 1 0 0 0,11-5 0 0 0,0-2 3 0 0,-1-1 1 0 0,1 0-1 0 0,-1-1 0 0 0,-1 0 0 0 0,0-2 1 0 0,-1 1-1 0 0,0-2 0 0 0,0 0 1 0 0,-1 0-1 0 0,10-16 0 0 0,1-5 74 0 0,-1 0 0 0 0,-2-2 0 0 0,21-49 0 0 0,-34 68-44 0 0,0 0 0 0 0,-2-1 0 0 0,0 0 0 0 0,0-1 0 0 0,-2 1 0 0 0,0-1 0 0 0,0-19 0 0 0,-7 15 27 0 0,-3 6-30 0 0,-1 16-19 0 0,-16 9 0 0 0,17 1-19 0 0,5-5-12 0 0,1 0 3 0 0,-1-1 0 0 0,2 0 0 0 0,-1 1 1 0 0,0-1-1 0 0,1 0 0 0 0,-1 1 0 0 0,1-1 0 0 0,0 1 1 0 0,0-1-1 0 0,0 1 0 0 0,1-1 0 0 0,-1 1 1 0 0,1-1-1 0 0,0 1 0 0 0,0-1 0 0 0,0 0 0 0 0,2 5 1 0 0,0-4 18 0 0,0-1 1 0 0,0 1 0 0 0,1 0 0 0 0,-1-1 0 0 0,1 1-1 0 0,-1-1 1 0 0,1 0 0 0 0,0-1 0 0 0,0 1-1 0 0,0 0 1 0 0,1-1 0 0 0,-1 0 0 0 0,1 0 0 0 0,-1-1-1 0 0,1 1 1 0 0,0-1 0 0 0,-1 0 0 0 0,11 1-1 0 0,-2 0 42 0 0,0-1 0 0 0,0-1 0 0 0,0 0-1 0 0,1-1 1 0 0,23-4 0 0 0,-23 2-25 0 0,0-1 1 0 0,0 0 0 0 0,-1-1-1 0 0,0 0 1 0 0,1-1 0 0 0,18-12 0 0 0,3-7-17 0 0,37-34 1 0 0,-22 16-47 0 0,-48 42 55 0 0,-6 2-7 0 0,1 1 0 0 0,-1 0 0 0 0,0 0 0 0 0,1 0 0 0 0,0 0 0 0 0,-1 1 0 0 0,1 0 0 0 0,0-1 0 0 0,0 1 0 0 0,-4 6 1 0 0,-1-1 1 0 0,-25 25-114 0 0,1 1 0 0 0,-41 57 0 0 0,55-65 61 0 0,1 0 0 0 0,1 1 1 0 0,2 1-1 0 0,-19 51 0 0 0,32-75 58 0 0,-1 1 1 0 0,1-1 0 0 0,0 1-1 0 0,0-1 1 0 0,1 1-1 0 0,0-1 1 0 0,-1 1 0 0 0,1 0-1 0 0,1-1 1 0 0,-1 1 0 0 0,2 6-1 0 0,-1-9 0 0 0,-1 0-1 0 0,1 1 1 0 0,0-1-1 0 0,0 0 0 0 0,1 0 1 0 0,-1 0-1 0 0,0 0 1 0 0,1 0-1 0 0,-1 0 1 0 0,1-1-1 0 0,0 1 0 0 0,-1 0 1 0 0,1-1-1 0 0,0 1 1 0 0,0-1-1 0 0,0 0 1 0 0,0 0-1 0 0,0 1 0 0 0,0-1 1 0 0,1-1-1 0 0,-1 1 1 0 0,0 0-1 0 0,5 0 1 0 0,2 1 15 0 0,1 0 0 0 0,0-1 0 0 0,0 0 0 0 0,-1-1 0 0 0,1 0 0 0 0,0-1 0 0 0,0 0 1 0 0,0 0-1 0 0,-1-1 0 0 0,12-3 0 0 0,-6 0-72 0 0,-1-1-1 0 0,1 0 1 0 0,-1-1 0 0 0,-1-1 0 0 0,24-17-1 0 0,-12 5-40 0 0,0-2 0 0 0,-2-1 0 0 0,-1 0-1 0 0,-1-2 1 0 0,29-43 0 0 0,-39 50 62 0 0,-2 0 1 0 0,0-1-1 0 0,11-35 1 0 0,-4 10 36 0 0,-15 43-15 0 0,0 0 0 0 0,-1 0 0 0 0,1-1 0 0 0,-1 1 1 0 0,0 0-1 0 0,1 0 0 0 0,-1-1 0 0 0,0 1 1 0 0,0 0-1 0 0,0-1 0 0 0,0 1 0 0 0,0 0 0 0 0,0-1 1 0 0,0 0-1 0 0,-1 1 2 0 0,1 1 1 0 0,0 0-1 0 0,0-1 1 0 0,0 1-1 0 0,-1 0 1 0 0,1 0-1 0 0,0-1 1 0 0,0 1-1 0 0,-1 0 1 0 0,1 0-1 0 0,0-1 0 0 0,-1 1 1 0 0,1 0-1 0 0,0 0 1 0 0,0 0-1 0 0,-1 0 1 0 0,1 0-1 0 0,-1 0 1 0 0,1-1-1 0 0,0 1 1 0 0,-1 0-1 0 0,1 0 1 0 0,0 0-1 0 0,-1 0 1 0 0,1 0-1 0 0,0 0 0 0 0,-1 0 1 0 0,1 0-1 0 0,0 0 1 0 0,-1 1-1 0 0,1-1 1 0 0,-3 1 1 0 0,1-1 1 0 0,-1 1 0 0 0,1 0 0 0 0,-1 1-1 0 0,1-1 1 0 0,0 0 0 0 0,-1 1 0 0 0,1-1-1 0 0,0 1 1 0 0,0 0 0 0 0,-2 2 0 0 0,-20 29-48 0 0,0 0 1 0 0,3 2 0 0 0,1 0-1 0 0,1 2 1 0 0,-26 73 0 0 0,41-101 30 0 0,1 0 1 0 0,1 0-1 0 0,-1 0 1 0 0,1 0-1 0 0,1 1 1 0 0,0-1 0 0 0,0 18-1 0 0,2-24-207 0 0,-1 1-1 0 0,1-1 0 0 0,-1 0 1 0 0,1 0-1 0 0,0 0 1 0 0,0 0-1 0 0,0 0 1 0 0,1 0-1 0 0,-1 0 1 0 0,1 0-1 0 0,0-1 1 0 0,0 1-1 0 0,0 0 1 0 0,0-1-1 0 0,0 1 1 0 0,0-1-1 0 0,1 0 0 0 0,-1 0 1 0 0,1 0-1 0 0,-1 0 1 0 0,1 0-1 0 0,0-1 1 0 0,0 1-1 0 0,0-1 1 0 0,0 0-1 0 0,3 1 1 0 0,28 5-4877 0 0,-16-8 1282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08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77 139 1524 0 0,'1'-3'569'0'0,"1"1"-1"0"0,-1-1 1 0 0,0 1-1 0 0,1-1 1 0 0,-1 1 0 0 0,1 0-1 0 0,0-1 1 0 0,0 1-1 0 0,3-3 1 0 0,-4 4-389 0 0,1 0 0 0 0,0 0 0 0 0,-1 0 0 0 0,1 0 0 0 0,0 0-1 0 0,0 0 1 0 0,0 0 0 0 0,0 1 0 0 0,0-1 0 0 0,-1 1 0 0 0,5-1 0 0 0,-3 1-134 0 0,0 0 0 0 0,0 0 0 0 0,0 0 0 0 0,0 1 0 0 0,0-1 0 0 0,0 1 0 0 0,0 0 0 0 0,0 0 1 0 0,0 0-1 0 0,0 0 0 0 0,0 1 0 0 0,-1-1 0 0 0,1 1 0 0 0,0 0 0 0 0,-1-1 0 0 0,0 1 0 0 0,1 0 0 0 0,2 4 0 0 0,-1-3 52 0 0,-1 1 1 0 0,0-1-1 0 0,0 1 0 0 0,0 0 0 0 0,0 0 1 0 0,-1 0-1 0 0,0 0 0 0 0,1 1 0 0 0,-1-1 0 0 0,-1 1 1 0 0,1-1-1 0 0,-1 1 0 0 0,0 0 0 0 0,0-1 0 0 0,0 1 1 0 0,0 6-1 0 0,-1-4 31 0 0,-1-1 1 0 0,0 1-1 0 0,0-1 1 0 0,-1 1-1 0 0,1-1 1 0 0,-1 1-1 0 0,-1-1 1 0 0,1 0-1 0 0,-1 0 0 0 0,-6 9 1 0 0,-3 2 140 0 0,0 0 0 0 0,-2-2 0 0 0,0 1 0 0 0,0-2 1 0 0,-2 0-1 0 0,-24 18 0 0 0,-25 19 805 0 0,64-50-955 0 0,14-15 17 0 0,106-86-69 0 0,109-121 0 0 0,-143 117-41 0 0,-76 91-39 0 0,-8 13 10 0 0,-1 0-1 0 0,0 0 1 0 0,0-1-1 0 0,0 1 1 0 0,1 0 0 0 0,-1 0-1 0 0,0 0 1 0 0,0 0-1 0 0,0 0 1 0 0,0 0-1 0 0,0-1 1 0 0,1 1-1 0 0,-1 0 1 0 0,0 0 0 0 0,0 0-1 0 0,0-1 1 0 0,0 1-1 0 0,0 0 1 0 0,0 0-1 0 0,0 0 1 0 0,0 0-1 0 0,0-1 1 0 0,0 1 0 0 0,0 0-1 0 0,0 0 1 0 0,0 0-1 0 0,0-1 1 0 0,0 1-1 0 0,0 0 1 0 0,0 0 0 0 0,0 0-1 0 0,0-1 1 0 0,0 1-1 0 0,0 0 1 0 0,0 0-1 0 0,0 0 1 0 0,0-1-1 0 0,0 1 1 0 0,-1 0 0 0 0,-8 2-40 0 0,-12 11 10 0 0,7 0 21 0 0,1 2 0 0 0,1 0 0 0 0,0 0 0 0 0,1 1 0 0 0,1 0-1 0 0,0 1 1 0 0,1 0 0 0 0,1 1 0 0 0,1 0 0 0 0,0 0 0 0 0,2 0 0 0 0,0 1 0 0 0,0 0 0 0 0,2 0 0 0 0,1 0 0 0 0,-1 21 0 0 0,3-36 4 0 0,0-1 0 0 0,1 1 1 0 0,-1 0-1 0 0,1 0 0 0 0,-1 0 0 0 0,1 0 0 0 0,0-1 1 0 0,1 1-1 0 0,-1 0 0 0 0,1-1 0 0 0,-1 1 1 0 0,1-1-1 0 0,0 0 0 0 0,0 1 0 0 0,1-1 0 0 0,-1 0 1 0 0,1 0-1 0 0,-1 0 0 0 0,1-1 0 0 0,0 1 1 0 0,0-1-1 0 0,0 1 0 0 0,0-1 0 0 0,1 0 0 0 0,-1 0 1 0 0,1-1-1 0 0,-1 1 0 0 0,1-1 0 0 0,0 1 1 0 0,-1-1-1 0 0,1 0 0 0 0,0-1 0 0 0,5 1 0 0 0,-1 1-354 0 0,1-2-1 0 0,0 1 0 0 0,0-1 0 0 0,0 0 0 0 0,0-1 0 0 0,9-2 0 0 0,-9 1-737 0 0,0 0 0 0 0,-1 0 0 0 0,1-1 0 0 0,-1 0 0 0 0,13-8 0 0 0,0-2-3492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09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86 1416 0 0,'-39'-18'4287'0'0,"-92"-41"4989"0"0,130 59-9187 0 0,-8-4-68 0 0,3 0-2264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09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 1144 0 0,'-151'5'11443'0'0,"263"-1"-10259"0"0,193 4-1595 0 0,-102-9-5806 0 0,-125-1 1478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10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101 690 1104 0 0,'-4'1'474'0'0,"-1"1"0"0"0,0 0 0 0 0,1 0 0 0 0,-1 0 0 0 0,1 0 0 0 0,-1 1 0 0 0,1 0 0 0 0,0 0 0 0 0,-4 4 0 0 0,3-2-237 0 0,1 0-1 0 0,-1 1 1 0 0,1-1-1 0 0,0 1 1 0 0,1 0-1 0 0,0 0 1 0 0,0 0-1 0 0,0 1 1 0 0,-4 11-1 0 0,4-3 36 0 0,0-1-1 0 0,0 1 1 0 0,2 0 0 0 0,0 0-1 0 0,0 0 1 0 0,1 0 0 0 0,3 17-1 0 0,-3-32-156 0 0,0 1-93 0 0,0-1 0 0 0,0 0 0 0 0,0 0 0 0 0,0 1 0 0 0,0-1 1 0 0,0 0-1 0 0,0 0 0 0 0,0 1 0 0 0,0-1 0 0 0,0 0 0 0 0,0 0 1 0 0,0 1-1 0 0,0-1 0 0 0,0 0 0 0 0,1 1 0 0 0,-1-1 0 0 0,0 0 1 0 0,0 0-1 0 0,0 0 0 0 0,0 1 0 0 0,0-1 0 0 0,1 0 0 0 0,-1 0 1 0 0,0 0-1 0 0,0 1 0 0 0,0-1 0 0 0,1 0 0 0 0,-1 0 0 0 0,0 0 1 0 0,0 0-1 0 0,1 1 0 0 0,-1-1 0 0 0,0 0 0 0 0,0 0 0 0 0,1 0 1 0 0,-1 0-1 0 0,0 0 0 0 0,0 0 0 0 0,1 0 0 0 0,-1 0 0 0 0,0 0 1 0 0,0 0-1 0 0,1 0 0 0 0,-1 0 0 0 0,0 0 0 0 0,1 0 0 0 0,8-3 44 0 0,0 0 0 0 0,0-1 0 0 0,0 0 0 0 0,-1 0 0 0 0,0-1 0 0 0,1 0-1 0 0,-2-1 1 0 0,9-6 0 0 0,61-59 80 0 0,-63 58-111 0 0,39-42 38 0 0,67-90-1 0 0,34-73-32 0 0,58-75-55 0 0,-190 265 3 0 0,22-23-35 0 0,-44 50 47 0 0,1 0 1 0 0,-1 0-1 0 0,1 1 0 0 0,-1-1 0 0 0,1 1 0 0 0,-1-1 1 0 0,1 0-1 0 0,0 1 0 0 0,0-1 0 0 0,-1 1 0 0 0,1-1 1 0 0,0 1-1 0 0,0 0 0 0 0,-1-1 0 0 0,1 1 0 0 0,0 0 1 0 0,0-1-1 0 0,0 1 0 0 0,0 0 0 0 0,-1 0 0 0 0,1 0 1 0 0,0 0-1 0 0,0 0 0 0 0,0 0 0 0 0,0 0 0 0 0,0 0 1 0 0,0 0-1 0 0,-1 0 0 0 0,1 1 0 0 0,0-1 1 0 0,0 0-1 0 0,0 0 0 0 0,0 1 0 0 0,-1-1 0 0 0,1 1 1 0 0,0-1-1 0 0,0 1 0 0 0,-1-1 0 0 0,1 1 0 0 0,0-1 1 0 0,-1 1-1 0 0,1 0 0 0 0,-1-1 0 0 0,1 1 0 0 0,-1 0 1 0 0,1-1-1 0 0,-1 1 0 0 0,1 0 0 0 0,-1 0 0 0 0,0-1 1 0 0,1 2-1 0 0,1 3 2 0 0,1 1 1 0 0,-1-1-1 0 0,-1 1 1 0 0,1 0-1 0 0,1 11 0 0 0,0 24 2 0 0,-2 0 0 0 0,-1 0 0 0 0,-10 65 0 0 0,-32 123 213 0 0,34-192-171 0 0,-5 25 6 0 0,-28 160 236 0 0,29-157 569 0 0,12-63-666 0 0,16-14 167 0 0,-7-3-329 0 0,0 0 0 0 0,-1 0 1 0 0,-1-1-1 0 0,0 0 0 0 0,-1 0 0 0 0,-1-1 1 0 0,0 0-1 0 0,3-24 0 0 0,-5 15-26 0 0,-1-1-1 0 0,-1 1 1 0 0,-1-1 0 0 0,-7-48-1 0 0,4 62 16 0 0,0 0-1 0 0,0 0 0 0 0,-1 1 0 0 0,-1 0 1 0 0,0-1-1 0 0,-1 2 0 0 0,0-1 0 0 0,-1 1 1 0 0,0 0-1 0 0,-1 0 0 0 0,0 1 0 0 0,-1 0 1 0 0,0 0-1 0 0,0 1 0 0 0,-22-16 0 0 0,22 18-20 0 0,0 1-1 0 0,-1 0 0 0 0,0 1 0 0 0,0 0 0 0 0,-1 0 0 0 0,1 1 0 0 0,-1 1 0 0 0,0 0 0 0 0,0 0 0 0 0,0 1 0 0 0,-1 0 0 0 0,1 1 0 0 0,0 0 0 0 0,-1 1 0 0 0,1 1 1 0 0,0-1-1 0 0,-1 2 0 0 0,-21 5 0 0 0,15-2-12 0 0,0 2 0 0 0,1 0 0 0 0,0 1 0 0 0,0 0 0 0 0,-23 17 0 0 0,32-19 10 0 0,-1 0 0 0 0,1 1 0 0 0,1 0 0 0 0,-1 0 0 0 0,1 1 0 0 0,0 0 0 0 0,1 0 1 0 0,0 0-1 0 0,0 1 0 0 0,1 0 0 0 0,-6 15 0 0 0,9-20 8 0 0,1-1 0 0 0,-1 1-1 0 0,1 0 1 0 0,1 0 0 0 0,-1-1 0 0 0,0 1-1 0 0,1 0 1 0 0,0 0 0 0 0,0 0 0 0 0,0 0-1 0 0,0 0 1 0 0,1 0 0 0 0,-1-1 0 0 0,1 1-1 0 0,0 0 1 0 0,0 0 0 0 0,2 3 0 0 0,0-2 4 0 0,-1-1-1 0 0,1-1 1 0 0,0 1 0 0 0,0 0 0 0 0,0-1-1 0 0,0 1 1 0 0,1-1 0 0 0,-1 0 0 0 0,1 0-1 0 0,0 0 1 0 0,0 0 0 0 0,5 2 0 0 0,5 1 8 0 0,-1-1-1 0 0,1 0 1 0 0,1 0 0 0 0,-1-1 0 0 0,0-1 0 0 0,1-1 0 0 0,27 2-1 0 0,19-6-2142 0 0,1-2 0 0 0,-1-3 0 0 0,70-16 0 0 0,-90 14-1952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10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54 416 0 0,'-10'5'10051'0'0,"5"-6"-8150"0"0,7-2-793 0 0,21-3-523 0 0,34-4-700 0 0,31-5 245 0 0,23-3-1036 0 0,-38 13-5515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11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26 1772 0 0,'-27'19'2976'0'0,"-57"43"3130"0"0,84-62-6075 0 0,-1 0 1 0 0,1 0 0 0 0,-1 0-1 0 0,1 1 1 0 0,0-1-1 0 0,-1 0 1 0 0,1 1 0 0 0,-1-1-1 0 0,1 0 1 0 0,0 1 0 0 0,-1-1-1 0 0,1 0 1 0 0,0 1-1 0 0,-1-1 1 0 0,1 1 0 0 0,0-1-1 0 0,0 1 1 0 0,-1-1 0 0 0,1 1-1 0 0,0-1 1 0 0,0 1-1 0 0,0-1 1 0 0,0 1 0 0 0,0-1-1 0 0,0 1 1 0 0,0-1 0 0 0,0 1-1 0 0,0-1 1 0 0,0 1-1 0 0,0-1 1 0 0,0 1 0 0 0,0-1-1 0 0,0 1 1 0 0,0-1 0 0 0,0 1-1 0 0,0-1 1 0 0,1 0-1 0 0,-1 1 1 0 0,0-1 0 0 0,0 1-1 0 0,1-1 1 0 0,-1 1 0 0 0,0-1-1 0 0,1 1 1 0 0,0 0 17 0 0,1 0-1 0 0,-1-1 1 0 0,0 1 0 0 0,1-1 0 0 0,-1 1-1 0 0,0-1 1 0 0,1 1 0 0 0,-1-1 0 0 0,1 0-1 0 0,-1 1 1 0 0,0-1 0 0 0,4 0 0 0 0,46-6 191 0 0,1-2 0 0 0,89-25 0 0 0,-51 10-431 0 0,19-6-1329 0 0,-36 8-2774 0 0,-65 18 3479 0 0,23-6-3592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11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1776 116 1264 0 0,'19'-32'6177'0'0,"-16"28"-5318"0"0,0 0-1 0 0,0-1 1 0 0,-1 1 0 0 0,0-1 0 0 0,1 0 0 0 0,-1 0 0 0 0,2-10 0 0 0,-4 14-807 0 0,0 0 1 0 0,0-1-1 0 0,0 1 1 0 0,0 0-1 0 0,0-1 1 0 0,0 1-1 0 0,0 0 1 0 0,-1 0-1 0 0,1-1 1 0 0,-1 1-1 0 0,1 0 1 0 0,-1 0-1 0 0,1 0 1 0 0,-1-1-1 0 0,0 1 1 0 0,1 0-1 0 0,-1 0 1 0 0,0 0-1 0 0,0 0 1 0 0,0 0-1 0 0,0 0 1 0 0,0 0-1 0 0,0 1 1 0 0,0-1-1 0 0,0 0 0 0 0,0 1 1 0 0,0-1-1 0 0,0 0 1 0 0,0 1-1 0 0,-1-1 1 0 0,1 1-1 0 0,0 0 1 0 0,0-1-1 0 0,-1 1 1 0 0,-1 0-1 0 0,-2-1-31 0 0,1 0 0 0 0,-1 0 0 0 0,0 1 1 0 0,0 0-1 0 0,0 0 0 0 0,0 0 0 0 0,1 0 0 0 0,-7 2 0 0 0,-9 4 3 0 0,1 2 0 0 0,0-1 1 0 0,1 2-1 0 0,-1 1 0 0 0,2 0 1 0 0,-33 25-1 0 0,15-6-2 0 0,1 2 1 0 0,-32 36-1 0 0,33-29 13 0 0,2 2 0 0 0,2 1 0 0 0,1 1 0 0 0,2 2 0 0 0,-24 56 0 0 0,17-19 10 0 0,3 0 0 0 0,-23 105 1 0 0,-23 134 63 0 0,-124 455 1162 0 0,-181 361 1182 0 0,159-607-804 0 0,17-51-285 0 0,194-450-1304 0 0,-16 49 157 0 0,25-70-176 0 0,0 0-1 0 0,1 0 1 0 0,0 0-1 0 0,0 0 1 0 0,0 0-1 0 0,1 0 1 0 0,0 1-1 0 0,2 10 1 0 0,-1-16-28 0 0,0 1 1 0 0,0 0 0 0 0,0-1 0 0 0,0 1-1 0 0,0-1 1 0 0,1 1 0 0 0,-1-1 0 0 0,1 0-1 0 0,0 1 1 0 0,0-1 0 0 0,0 0 0 0 0,0 0 0 0 0,0 0-1 0 0,0 0 1 0 0,0-1 0 0 0,1 1 0 0 0,-1-1-1 0 0,0 1 1 0 0,1-1 0 0 0,0 0 0 0 0,-1 0-1 0 0,1 0 1 0 0,0 0 0 0 0,-1 0 0 0 0,1-1 0 0 0,5 1-1 0 0,7 1-11 0 0,1-1 0 0 0,-1-1 0 0 0,27-2 0 0 0,-31 1-10 0 0,53-6-499 0 0,0-2 1 0 0,83-24-1 0 0,121-51-3396 0 0,-176 51-1064 0 0,100-53-1 0 0,-99 37-2103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12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33 188 0 0,'29'-29'12525'0'0,"-25"27"-11815"0"0,2 0 108 0 0,-2 13-526 0 0,-3 14 98 0 0,-1 1 0 0 0,-1-1 0 0 0,-7 39 0 0 0,-22 77 6 0 0,-47 108 216 0 0,54-181-3351 0 0,1 1-3949 0 0,17-56 1418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12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96 1156 0 0,'1'-3'1802'0'0,"33"-82"9037"0"0,-33 83-10501 0 0,4-4 193 0 0,-6 36 27 0 0,-2 0-1 0 0,-1 0 1 0 0,-10 38 0 0 0,-31 90-14 0 0,40-143-486 0 0,-15 45-6 0 0,-15 52-481 0 0,17-37-3402 0 0,16-47-1869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13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95 1896 0 0,'-8'-23'5719'0'0,"9"19"-5550"0"0,1 0 1 0 0,0 1 0 0 0,0-1-1 0 0,0 1 1 0 0,1 0 0 0 0,-1 0 0 0 0,1 0-1 0 0,0 0 1 0 0,0 0 0 0 0,0 0-1 0 0,0 1 1 0 0,1-1 0 0 0,-1 1-1 0 0,0 0 1 0 0,1 0 0 0 0,0 1-1 0 0,-1-1 1 0 0,6-1 0 0 0,1-1-70 0 0,1 1 1 0 0,-1 0-1 0 0,0 0 1 0 0,1 1-1 0 0,-1 0 1 0 0,14 1-1 0 0,-19 1-87 0 0,0 0 0 0 0,0 0 0 0 0,0 0-1 0 0,0 1 1 0 0,0 0 0 0 0,-1 0-1 0 0,1 1 1 0 0,0-1 0 0 0,0 1 0 0 0,-1 0-1 0 0,1 0 1 0 0,-1 1 0 0 0,0-1-1 0 0,1 1 1 0 0,-1 0 0 0 0,0 0 0 0 0,-1 0-1 0 0,1 1 1 0 0,-1-1 0 0 0,1 1-1 0 0,-1 0 1 0 0,0 0 0 0 0,4 6 0 0 0,-4-3-5 0 0,-1-1 1 0 0,1 1-1 0 0,-1 0 1 0 0,0-1-1 0 0,0 1 0 0 0,-1 0 1 0 0,0 0-1 0 0,0 0 1 0 0,-1 0-1 0 0,0 0 1 0 0,0 0-1 0 0,-1 0 1 0 0,0 0-1 0 0,0 0 1 0 0,0 0-1 0 0,-3 8 1 0 0,-4 6 129 0 0,0 0 1 0 0,-1 0-1 0 0,-1-1 1 0 0,-14 20-1 0 0,-56 71 1217 0 0,62-87-1089 0 0,-23 32 286 0 0,41-56-546 0 0,-1 1 0 0 0,1-1 0 0 0,0 1 0 0 0,0-1 0 0 0,-1 1 0 0 0,1-1 0 0 0,0 1-1 0 0,0-1 1 0 0,0 1 0 0 0,0-1 0 0 0,-1 1 0 0 0,1-1 0 0 0,0 1 0 0 0,0-1 0 0 0,0 1 0 0 0,0-1-1 0 0,0 1 1 0 0,0 0 0 0 0,1-1 0 0 0,-1 1 0 0 0,0-1 0 0 0,0 1 0 0 0,0-1 0 0 0,0 1-1 0 0,1-1 1 0 0,-1 1 0 0 0,0-1 0 0 0,0 0 0 0 0,1 1 0 0 0,-1-1 0 0 0,1 1 0 0 0,0 0 0 0 0,1 0 0 0 0,-1 0 0 0 0,1 0 0 0 0,-1 0 0 0 0,1 0 0 0 0,-1-1 0 0 0,1 1 0 0 0,0-1 0 0 0,-1 1 0 0 0,3 0 0 0 0,42 2-5 0 0,-44-3 3 0 0,296-22 120 0 0,-232 15-108 0 0,153-19 342 0 0,-215 26-745 0 0,11-3 284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14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425 110 2032 0 0,'-5'-17'4181'0'0,"-4"-11"2908"0"0,9 10-5105 0 0,1 15-1950 0 0,1 1 0 0 0,0 0-1 0 0,0 0 1 0 0,0 1 0 0 0,0-1 0 0 0,0 0 0 0 0,0 1-1 0 0,0-1 1 0 0,1 1 0 0 0,-1-1 0 0 0,0 1 0 0 0,1 0-1 0 0,-1 0 1 0 0,5-1 0 0 0,-6 2-28 0 0,11-5 14 0 0,0 1-1 0 0,0 1 1 0 0,1 0-1 0 0,-1 0 1 0 0,1 2-1 0 0,0-1 1 0 0,19 2-1 0 0,-28 0-15 0 0,1 0 0 0 0,-1 0 0 0 0,0 1 0 0 0,0 0-1 0 0,0-1 1 0 0,1 2 0 0 0,-1-1 0 0 0,0 0 0 0 0,0 1-1 0 0,-1 0 1 0 0,1 0 0 0 0,0 0 0 0 0,-1 0 0 0 0,1 1-1 0 0,-1-1 1 0 0,0 1 0 0 0,1 0 0 0 0,-1 0 0 0 0,-1 0-1 0 0,1 1 1 0 0,0-1 0 0 0,-1 0 0 0 0,0 1 0 0 0,1 0-1 0 0,1 6 1 0 0,-3-6 0 0 0,0 0 1 0 0,0 0-1 0 0,-1 0 0 0 0,1 0 0 0 0,-1 0 0 0 0,0 0 1 0 0,0 0-1 0 0,-1 1 0 0 0,1-1 0 0 0,-1 0 1 0 0,0 0-1 0 0,0 0 0 0 0,-1-1 0 0 0,1 1 0 0 0,-1 0 1 0 0,1 0-1 0 0,-1-1 0 0 0,-3 5 0 0 0,-4 5 14 0 0,0 1 0 0 0,-1-2 0 0 0,-13 15-1 0 0,-23 17 39 0 0,27-26-4 0 0,-21 24-1 0 0,38-40-28 0 0,2-2-21 0 0,-1 0 0 0 0,1 0 0 0 0,0 1 0 0 0,0-1-1 0 0,-1 0 1 0 0,1 0 0 0 0,0 0 0 0 0,0 1 0 0 0,-1-1-1 0 0,1 0 1 0 0,0 0 0 0 0,0 0 0 0 0,-1 1 0 0 0,1-1-1 0 0,0 0 1 0 0,0 0 0 0 0,0 1 0 0 0,0-1-1 0 0,0 0 1 0 0,0 1 0 0 0,-1-1 0 0 0,1 0 0 0 0,0 0-1 0 0,0 1 1 0 0,0-1 0 0 0,0 0 0 0 0,0 1 0 0 0,0-1-1 0 0,0 0 1 0 0,0 1 0 0 0,0-1 0 0 0,0 0 0 0 0,0 0-1 0 0,0 1 1 0 0,0-1 0 0 0,1 0 0 0 0,-1 1 0 0 0,0-1-1 0 0,0 0 1 0 0,0 0 0 0 0,0 1 0 0 0,0-1 0 0 0,1 0-1 0 0,-1 0 1 0 0,0 1 0 0 0,0-1 0 0 0,1 0 0 0 0,-1 0-1 0 0,0 1 1 0 0,0-1 0 0 0,1 0 0 0 0,-1 0 0 0 0,0 0-1 0 0,0 0 1 0 0,1 0 0 0 0,-1 1 0 0 0,0-1 0 0 0,0 0-1 0 0,1 0 1 0 0,-1 0 0 0 0,0 0 0 0 0,1 0 0 0 0,-1 0-1 0 0,1 0 1 0 0,10 2 32 0 0,0 1 0 0 0,0 0 1 0 0,0 1-1 0 0,0 0 0 0 0,-1 1 0 0 0,1 0 0 0 0,-1 1 0 0 0,0 0 1 0 0,-1 0-1 0 0,0 1 0 0 0,0 1 0 0 0,0-1 0 0 0,-1 1 0 0 0,0 1 0 0 0,0-1 1 0 0,-1 1-1 0 0,8 14 0 0 0,-11-17 178 0 0,-1 0 0 0 0,0 1-1 0 0,0 0 1 0 0,0 0 0 0 0,-1-1 0 0 0,0 1 0 0 0,0 1 0 0 0,0-1-1 0 0,-1 0 1 0 0,0 0 0 0 0,-1 10 0 0 0,0-12-76 0 0,-1 0 0 0 0,0 0 1 0 0,0 0-1 0 0,0 0 0 0 0,-1 0 0 0 0,1 0 0 0 0,-1 0 0 0 0,0-1 1 0 0,-1 1-1 0 0,1-1 0 0 0,-1 1 0 0 0,0-1 0 0 0,0 0 0 0 0,0 0 1 0 0,-1 0-1 0 0,-6 6 0 0 0,-4 1 22 0 0,-1 0 1 0 0,-1 0-1 0 0,1-2 1 0 0,-2 0-1 0 0,1 0 1 0 0,-1-2-1 0 0,-1 0 1 0 0,1-1-1 0 0,-1-1 1 0 0,0 0-1 0 0,0-2 1 0 0,0 0-1 0 0,-37 1 1 0 0,11-3-1047 0 0,-64-7 0 0 0,-40-15-7451 0 0,97 14 3064 0 0,22 3-1126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15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208 150 652 0 0,'-10'-33'7205'0'0,"9"3"-4244"0"0,1 27-2897 0 0,1 0 1 0 0,-1 0 0 0 0,1 0 0 0 0,0 0 0 0 0,0 0 0 0 0,1 0 0 0 0,-1 1-1 0 0,1-1 1 0 0,-1 0 0 0 0,1 1 0 0 0,0-1 0 0 0,0 1 0 0 0,0 0 0 0 0,0-1-1 0 0,0 1 1 0 0,1 0 0 0 0,-1 0 0 0 0,4-2 0 0 0,2-1-30 0 0,0 0 1 0 0,0 1-1 0 0,0 0 0 0 0,1 1 1 0 0,-1 0-1 0 0,1 0 0 0 0,0 1 1 0 0,0 0-1 0 0,0 0 1 0 0,0 1-1 0 0,0 0 0 0 0,14 1 1 0 0,-15 0-32 0 0,0 1 1 0 0,0 0 0 0 0,0 0-1 0 0,0 0 1 0 0,0 1 0 0 0,0 1-1 0 0,0-1 1 0 0,-1 1 0 0 0,1 1-1 0 0,-1-1 1 0 0,0 1 0 0 0,0 0-1 0 0,0 1 1 0 0,7 6 0 0 0,-11-9-7 0 0,0 1 0 0 0,-1 0 0 0 0,1 0 0 0 0,-1 0 0 0 0,0 0 1 0 0,1 0-1 0 0,-2 0 0 0 0,1 1 0 0 0,0-1 0 0 0,-1 1 0 0 0,1-1 0 0 0,-1 1 0 0 0,0-1 1 0 0,0 1-1 0 0,0 6 0 0 0,-1-5 6 0 0,0 1 0 0 0,0-1 0 0 0,-1 1 1 0 0,1-1-1 0 0,-1 1 0 0 0,-1-1 0 0 0,1 1 0 0 0,-1-1 1 0 0,-4 8-1 0 0,-4 6 59 0 0,-1-1 0 0 0,-1-1 0 0 0,0 0 0 0 0,-21 22 0 0 0,3 1 1374 0 0,29-39-1298 0 0,-1 1-3 0 0,0 3 113 0 0,13-5-237 0 0,-8 0-21 0 0,0 0 11 0 0,5 0-5 0 0,0 1 0 0 0,-1 1-1 0 0,1-1 1 0 0,-1 1 0 0 0,1 0-1 0 0,-1 0 1 0 0,0 1-1 0 0,0 0 1 0 0,0 1 0 0 0,-1-1-1 0 0,1 1 1 0 0,-1 1 0 0 0,0-1-1 0 0,10 10 1 0 0,-13-11 34 0 0,0 0 1 0 0,0 0-1 0 0,0 0 0 0 0,0 0 0 0 0,-1 1 1 0 0,0-1-1 0 0,1 1 0 0 0,-2-1 1 0 0,1 1-1 0 0,0 0 0 0 0,-1 0 0 0 0,1 0 1 0 0,-1 0-1 0 0,0 0 0 0 0,0 0 0 0 0,-1 0 1 0 0,1 0-1 0 0,-1 0 0 0 0,0 1 1 0 0,0-1-1 0 0,0 0 0 0 0,-1 0 0 0 0,0 0 1 0 0,1 0-1 0 0,-1 0 0 0 0,-1 0 1 0 0,1 0-1 0 0,-1 0 0 0 0,-2 5 0 0 0,-2 1 112 0 0,-1 0-1 0 0,0 0 0 0 0,-1-1 1 0 0,0 0-1 0 0,-1 0 0 0 0,0-1 0 0 0,0 0 1 0 0,-1 0-1 0 0,0-1 0 0 0,0 0 0 0 0,-1-1 1 0 0,1-1-1 0 0,-1 1 0 0 0,-14 3 1 0 0,4-1-27 0 0,1-2 0 0 0,-1 0 0 0 0,-1-2 0 0 0,1 0 0 0 0,-1-2 0 0 0,1 0 0 0 0,-27-1 0 0 0,28-2-52 0 0,1-1 1 0 0,0-1-1 0 0,-20-4 1 0 0,33 5-139 0 0,0 0 0 0 0,-1 0 0 0 0,1 0 0 0 0,0-1 0 0 0,0 0 0 0 0,0 0 0 0 0,1 0 1 0 0,-1-1-1 0 0,1 0 0 0 0,0 0 0 0 0,0 0 0 0 0,-7-9 0 0 0,10 11-135 0 0,1 1 0 0 0,0-1 0 0 0,0 0 1 0 0,0 1-1 0 0,0-1 0 0 0,0 0 0 0 0,1 0 0 0 0,-1 0 0 0 0,1 0 1 0 0,-1 0-1 0 0,1 1 0 0 0,-1-1 0 0 0,1 0 0 0 0,0 0 0 0 0,0 0 0 0 0,0 0 1 0 0,0 0-1 0 0,1 0 0 0 0,-1 0 0 0 0,0 0 0 0 0,2-3 0 0 0,-1 2-475 0 0,1-1 0 0 0,-1 1 0 0 0,1 0 0 0 0,0 0 0 0 0,0-1-1 0 0,0 1 1 0 0,1 1 0 0 0,-1-1 0 0 0,1 0 0 0 0,3-3 0 0 0,6-4-2913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16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58 1124 0 0,'9'-27'7366'0'0,"-3"3"-3496"0"0,-6 18-2313 0 0,-9 32-1337 0 0,-8 24-179 0 0,-16 58 26 0 0,31-97-41 0 0,0 0-1 0 0,0 0 0 0 0,1 0 1 0 0,1 0-1 0 0,0 0 0 0 0,1 0 1 0 0,3 21-1 0 0,-4-29-13 0 0,1-1 0 0 0,0 1 0 0 0,-1-1 0 0 0,1 0 1 0 0,0 1-1 0 0,0-1 0 0 0,1 0 0 0 0,-1 0 0 0 0,0 0 0 0 0,1 0 0 0 0,-1 0 1 0 0,1 0-1 0 0,-1 0 0 0 0,1 0 0 0 0,0-1 0 0 0,0 1 0 0 0,0-1 0 0 0,0 1 0 0 0,2 0 1 0 0,0 0-3 0 0,-1-1 0 0 0,0 0 0 0 0,1 0 0 0 0,-1 0 0 0 0,1-1 0 0 0,-1 1 0 0 0,1-1 0 0 0,0 0 0 0 0,-1 0 0 0 0,1 0 0 0 0,6-1 0 0 0,-1-1 6 0 0,-1 0 1 0 0,0 0-1 0 0,0-1 1 0 0,0 0 0 0 0,0 0-1 0 0,-1-1 1 0 0,1 0 0 0 0,-1-1-1 0 0,0 1 1 0 0,9-9-1 0 0,-3-1 507 0 0,1 0 0 0 0,19-32 0 0 0,-6 9 1175 0 0,-1 0-346 0 0,-24 36-1287 0 0,-2 1-57 0 0,0-1 0 0 0,0 1 0 0 0,0 0 0 0 0,0 0 0 0 0,0-1 0 0 0,0 1 0 0 0,1 0 0 0 0,-1-1 0 0 0,0 1 0 0 0,0 0 0 0 0,0 0 0 0 0,1-1-1 0 0,-1 1 1 0 0,0 0 0 0 0,0 0 0 0 0,1 0 0 0 0,-1 0 0 0 0,0-1 0 0 0,0 1 0 0 0,1 0 0 0 0,-1 0 0 0 0,0 0 0 0 0,1 0 0 0 0,-1 0 0 0 0,1 0 0 0 0,0 3 14 0 0,0 1-1 0 0,1-1 1 0 0,-1 1 0 0 0,0 0 0 0 0,-1-1-1 0 0,1 1 1 0 0,-1 0 0 0 0,1 0 0 0 0,-1-1 0 0 0,0 1-1 0 0,0 0 1 0 0,-2 4 0 0 0,-9 54 258 0 0,3-26-148 0 0,1-7-57 0 0,-1 1 1 0 0,-1-1 0 0 0,-26 53 0 0 0,8-20-2406 0 0,25-56 373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16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 1680 0 0,'6'-10'13701'0'0,"1"6"-13660"0"0,0 1 0 0 0,0-1 0 0 0,0 1 0 0 0,1 0 0 0 0,-1 1 0 0 0,1 0 0 0 0,0 0 0 0 0,12-1 1 0 0,14-4-5 0 0,71-14-11 0 0,9-4 141 0 0,-112 25-141 0 0,1-1 3 0 0,7-1-19 0 0,-7 1-2 0 0,6 0 178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17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47 460 0 0,'2'-3'2458'0'0,"16"-34"7700"0"0,-17 36-9600 0 0,-1 0-498 0 0,0 1 0 0 0,0 0 0 0 0,0 0-1 0 0,0-1 1 0 0,0 1 0 0 0,0 0 0 0 0,0 0 0 0 0,1 0 0 0 0,-1-1 0 0 0,0 1 0 0 0,0 0-1 0 0,0 0 1 0 0,0 0 0 0 0,0-1 0 0 0,0 1 0 0 0,1 0 0 0 0,-1 0 0 0 0,0 0 0 0 0,0 0 0 0 0,0 0-1 0 0,0-1 1 0 0,1 1 0 0 0,-1 0 0 0 0,0 0 0 0 0,0 0 0 0 0,0 0 0 0 0,1 0 0 0 0,-1 0-1 0 0,0 0 1 0 0,0 0 0 0 0,0 0 0 0 0,1 0 0 0 0,-1 0 0 0 0,0 0 0 0 0,0 0 0 0 0,1 0 0 0 0,-1 0-1 0 0,0 0-11 0 0,1 0-1 0 0,-1 0 0 0 0,0 0 1 0 0,1 0-1 0 0,-1 1 0 0 0,0-1 1 0 0,1 0-1 0 0,-1 0 0 0 0,0 0 1 0 0,1 1-1 0 0,-1-1 0 0 0,0 0 1 0 0,0 1-1 0 0,1-1 0 0 0,-1 0 1 0 0,0 0-1 0 0,0 1 1 0 0,0-1-1 0 0,1 0 0 0 0,-1 1 1 0 0,0-1-1 0 0,0 0 0 0 0,0 1 1 0 0,0-1-1 0 0,0 1 0 0 0,0-1 1 0 0,0 0-1 0 0,0 1 0 0 0,0-1 1 0 0,0 0-1 0 0,0 1 0 0 0,0 0 1 0 0,-1 31 1249 0 0,-2 0 0 0 0,-8 42 0 0 0,-22 67 541 0 0,29-127-1675 0 0,-11 45 114 0 0,-3 0 0 0 0,-28 59 1 0 0,25-80-396 0 0,6-15-2720 0 0,6-19-643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18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68 208 1956 0 0,'-29'-15'20094'0'0,"28"15"-20052"0"0,0 0 1 0 0,1-1-1 0 0,-1 1 0 0 0,1-1 0 0 0,-1 1 1 0 0,0-1-1 0 0,1 1 0 0 0,-1-1 0 0 0,1 0 1 0 0,-1 1-1 0 0,1-1 0 0 0,0 1 1 0 0,-1-1-1 0 0,1 0 0 0 0,0 1 0 0 0,-1-1 1 0 0,1 0-1 0 0,0 0 0 0 0,0 1 0 0 0,-1-1 1 0 0,1 0-1 0 0,0 0 0 0 0,0 1 1 0 0,0-1-1 0 0,0 0 0 0 0,0 0 0 0 0,0 0 1 0 0,0 1-1 0 0,1-1 0 0 0,-1 0 0 0 0,0 0 1 0 0,1 0-1 0 0,10-34-87 0 0,-7 23 136 0 0,-1 5-102 0 0,0 0 0 0 0,1 0 1 0 0,-1 1-1 0 0,1 0 0 0 0,1 0 1 0 0,-1 0-1 0 0,1 0 0 0 0,0 1 1 0 0,0-1-1 0 0,8-4 0 0 0,-5 3-26 0 0,1 0 0 0 0,-1 1-1 0 0,2 1 1 0 0,-1 0-1 0 0,0 0 1 0 0,14-5-1 0 0,-16 8 33 0 0,-1 1-1 0 0,0 0 1 0 0,1 0-1 0 0,-1 0 1 0 0,1 1-1 0 0,-1 0 1 0 0,1 0-1 0 0,-1 0 1 0 0,1 1-1 0 0,-1 0 1 0 0,1 1-1 0 0,-1-1 0 0 0,0 1 1 0 0,1 0-1 0 0,-1 1 1 0 0,0-1-1 0 0,0 1 1 0 0,-1 1-1 0 0,1-1 1 0 0,-1 1-1 0 0,0 0 1 0 0,0 0-1 0 0,0 0 0 0 0,0 1 1 0 0,0-1-1 0 0,-1 1 1 0 0,0 1-1 0 0,0-1 1 0 0,-1 0-1 0 0,1 1 1 0 0,-1 0-1 0 0,0 0 1 0 0,-1 0-1 0 0,0 0 1 0 0,0 0-1 0 0,0 0 0 0 0,0 1 1 0 0,-1-1-1 0 0,0 1 1 0 0,0-1-1 0 0,-1 1 1 0 0,0-1-1 0 0,0 1 1 0 0,-2 8-1 0 0,-2 1 10 0 0,0 0 0 0 0,-2 0 1 0 0,0 0-1 0 0,0-1 0 0 0,-2 0 0 0 0,0 0 0 0 0,0-1 0 0 0,-1 0 1 0 0,-1-1-1 0 0,-23 25 0 0 0,-2-3 21 0 0,-1-2 0 0 0,-58 41 0 0 0,71-56 7 0 0,-50 32 149 0 0,73-50-179 0 0,-1 1 0 0 0,1-1 0 0 0,0 0 0 0 0,0 0-1 0 0,0 0 1 0 0,-1 0 0 0 0,1 0 0 0 0,0 0 0 0 0,0 0 0 0 0,0 0 0 0 0,-1 0 0 0 0,1 0-1 0 0,0 0 1 0 0,0 1 0 0 0,0-1 0 0 0,0 0 0 0 0,-1 0 0 0 0,1 0 0 0 0,0 0 0 0 0,0 0-1 0 0,0 1 1 0 0,0-1 0 0 0,0 0 0 0 0,0 0 0 0 0,0 0 0 0 0,-1 1 0 0 0,1-1 0 0 0,0 0-1 0 0,0 0 1 0 0,0 0 0 0 0,0 1 0 0 0,0-1 0 0 0,0 0 0 0 0,0 0 0 0 0,0 0 0 0 0,0 1-1 0 0,0-1 1 0 0,0 0 0 0 0,9 3 20 0 0,19-4-17 0 0,140-20 46 0 0,251-42-544 0 0,-342 50-26 0 0,45-11-1235 0 0,-45 3-3540 0 0,-66 15 1822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19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 1984 0 0,'-12'34'6571'0'0,"-1"9"523"0"0,12-41-6925 0 0,28 1 811 0 0,112-6-440 0 0,174-25 0 0 0,-254 22-382 0 0,-55 5-140 0 0,-2 1-2 0 0,1 0-16 0 0,28-4-1308 0 0,-10 0-6639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19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47 1168 0 0,'1'-2'2117'0'0,"14"-36"5436"0"0,-14 37-7105 0 0,-1 1-366 0 0,0-1 0 0 0,0 1 1 0 0,1-1-1 0 0,-1 1 0 0 0,0 0 1 0 0,0 0-1 0 0,1-1 0 0 0,-1 1 0 0 0,0 0 1 0 0,1-1-1 0 0,-1 1 0 0 0,0 0 1 0 0,1 0-1 0 0,-1-1 0 0 0,0 1 1 0 0,1 0-1 0 0,-1 0 0 0 0,1 0 1 0 0,-1 0-1 0 0,0 0 0 0 0,2-1 1 0 0,-1 6 211 0 0,1-1 0 0 0,0 0 0 0 0,-1 0 0 0 0,0 0 0 0 0,0 1 0 0 0,0-1 0 0 0,-1 1 0 0 0,1-1 1 0 0,-1 1-1 0 0,0-1 0 0 0,-1 7 0 0 0,-10 56 1334 0 0,7-44-1158 0 0,-15 60 380 0 0,-50 135 0 0 0,37-125-648 0 0,-1-1-3456 0 0,32-81 1341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20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2864 0 0,'2'-8'14152'0'0,"-2"8"-14133"0"0,0 0-1 0 0,0-1 0 0 0,0 1 1 0 0,0 0-1 0 0,0 0 1 0 0,0-1-1 0 0,0 1 1 0 0,0 0-1 0 0,0 0 0 0 0,0-1 1 0 0,0 1-1 0 0,0 0 1 0 0,0 0-1 0 0,0-1 0 0 0,0 1 1 0 0,0 0-1 0 0,0 0 1 0 0,1-1-1 0 0,-1 1 0 0 0,0 0 1 0 0,0 0-1 0 0,0-1 1 0 0,0 1-1 0 0,0 0 0 0 0,1 0 1 0 0,-1 0-1 0 0,0-1 1 0 0,0 1-1 0 0,0 0 1 0 0,1 0-1 0 0,-1 0 0 0 0,0 0 1 0 0,0 0-1 0 0,1-1 1 0 0,-1 1-1 0 0,0 0 0 0 0,0 0 1 0 0,1 0-1 0 0,-1 0 1 0 0,20-7 194 0 0,19-2-179 0 0,103-12 78 0 0,-98 14-108 0 0,-42 7-4 0 0,7-2 90 0 0,25-1-10929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20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135 145 120 0 0,'-2'-3'2435'0'0,"-22"-39"6252"0"0,11 18-6126 0 0,12 23-2498 0 0,1-1 1 0 0,-1 1 0 0 0,1-1-1 0 0,-1 1 1 0 0,1-1 0 0 0,-1 0-1 0 0,1 1 1 0 0,0-1 0 0 0,0 1-1 0 0,0-1 1 0 0,0 0 0 0 0,0 1-1 0 0,0-1 1 0 0,0 0 0 0 0,0 1-1 0 0,1-1 1 0 0,-1 1 0 0 0,1-1-1 0 0,-1 1 1 0 0,1-1 0 0 0,0 1-1 0 0,0-1 1 0 0,-1 1 0 0 0,1-1-1 0 0,0 1 1 0 0,0 0 0 0 0,0-1-1 0 0,0 1 1 0 0,1 0 0 0 0,-1 0 0 0 0,0 0-1 0 0,0 0 1 0 0,1 0 0 0 0,2-1-1 0 0,0-2-45 0 0,1 1 0 0 0,1 1-1 0 0,-1-1 1 0 0,0 1 0 0 0,1-1-1 0 0,-1 2 1 0 0,11-4 0 0 0,-11 5-12 0 0,0-1 0 0 0,0 0 0 0 0,0 1 0 0 0,0 0 0 0 0,0 0 0 0 0,0 1 0 0 0,0-1 0 0 0,0 1 0 0 0,0 0 0 0 0,0 1 0 0 0,0-1 0 0 0,0 1 0 0 0,-1 0 0 0 0,1 0 1 0 0,-1 0-1 0 0,1 1 0 0 0,-1-1 0 0 0,0 1 0 0 0,0 0 0 0 0,0 0 0 0 0,3 5 0 0 0,-3-4 24 0 0,-1 0 0 0 0,-1 0-1 0 0,1 1 1 0 0,-1-1 0 0 0,1 1 0 0 0,-1 0 0 0 0,0-1 0 0 0,-1 1 0 0 0,1 0-1 0 0,-1 0 1 0 0,0 0 0 0 0,-1 1 0 0 0,1-1 0 0 0,-1 0 0 0 0,0 0 0 0 0,0 0-1 0 0,0 0 1 0 0,-1 0 0 0 0,0 0 0 0 0,-2 7 0 0 0,-1 2 101 0 0,-1 1-1 0 0,0-1 1 0 0,-1 0 0 0 0,-1 0 0 0 0,0-1 0 0 0,-1 0-1 0 0,-16 22 1 0 0,-8 3 476 0 0,-39 35 0 0 0,9-10-72 0 0,1-2-99 0 0,61-60-388 0 0,37 4 36 0 0,186-29 12 0 0,-99 7-94 0 0,-90 13-808 0 0,61-17 0 0 0,-93 21 191 0 0,3-6-542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21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475 57 1648 0 0,'1'-1'244'0'0,"0"0"-1"0"0,0 0 0 0 0,0 0 1 0 0,-1 0-1 0 0,1 0 0 0 0,0 0 1 0 0,0-1-1 0 0,-1 1 0 0 0,1 0 1 0 0,0-1-1 0 0,-1 1 0 0 0,1 0 1 0 0,-1-1-1 0 0,0 1 0 0 0,0-1 1 0 0,1 1-1 0 0,-1-1 1 0 0,0 1-1 0 0,0 0 0 0 0,0-1 1 0 0,0 1-1 0 0,-1-1 0 0 0,1 1 1 0 0,0-1-1 0 0,-1 1 0 0 0,1 0 1 0 0,-1-1-1 0 0,1 1 0 0 0,-1 0 1 0 0,1-1-1 0 0,-1 1 1 0 0,0 0-1 0 0,0 0 0 0 0,0-1 1 0 0,0 1-1 0 0,-1-1 0 0 0,0 1-176 0 0,0 0-1 0 0,0 0 0 0 0,0 0 0 0 0,0 0 1 0 0,0 1-1 0 0,0-1 0 0 0,0 1 1 0 0,0-1-1 0 0,0 1 0 0 0,0 0 0 0 0,0 0 1 0 0,0 0-1 0 0,-3 0 0 0 0,-1 0 159 0 0,-9 0-84 0 0,0 1 0 0 0,-1 1 1 0 0,1 0-1 0 0,0 1 0 0 0,1 1 0 0 0,-1 0 0 0 0,1 1 1 0 0,-1 1-1 0 0,1 0 0 0 0,1 0 0 0 0,-1 2 0 0 0,1 0 0 0 0,1 0 1 0 0,-1 1-1 0 0,2 0 0 0 0,-1 2 0 0 0,1-1 0 0 0,1 1 0 0 0,-13 16 1 0 0,22-25-118 0 0,-1 1 0 0 0,0 0 0 0 0,1 0 0 0 0,-1 0 0 0 0,1 0 1 0 0,0 0-1 0 0,0 0 0 0 0,0 0 0 0 0,1 0 0 0 0,-1 0 0 0 0,1 1 1 0 0,-1-1-1 0 0,1 0 0 0 0,0 0 0 0 0,0 1 0 0 0,1-1 0 0 0,-1 0 1 0 0,1 0-1 0 0,-1 1 0 0 0,1-1 0 0 0,0 0 0 0 0,2 5 0 0 0,2 0 38 0 0,-1 0 0 0 0,1-1 0 0 0,1 0 0 0 0,-1 0-1 0 0,1 0 1 0 0,1 0 0 0 0,7 6 0 0 0,5 4 10 0 0,55 55 314 0 0,-67-64-84 0 0,0 0-1 0 0,-1 1 1 0 0,0 0-1 0 0,0 1 1 0 0,-1-1 0 0 0,0 1-1 0 0,4 11 1 0 0,-8-17-187 0 0,0 0-1 0 0,-1-1 1 0 0,1 1 0 0 0,-1 0 0 0 0,0-1 0 0 0,0 1 0 0 0,0 0-1 0 0,0-1 1 0 0,-1 1 0 0 0,0 0 0 0 0,1-1 0 0 0,-1 1 0 0 0,0 0 0 0 0,-1-1-1 0 0,1 0 1 0 0,-1 1 0 0 0,0-1 0 0 0,1 0 0 0 0,-1 0 0 0 0,-1 0-1 0 0,1 0 1 0 0,0 0 0 0 0,-1 0 0 0 0,1 0 0 0 0,-1-1 0 0 0,-5 4-1 0 0,-1 1 2 0 0,1-1 0 0 0,-1 0 0 0 0,0-1 0 0 0,-1 0 0 0 0,1-1-1 0 0,-1 0 1 0 0,0 0 0 0 0,-11 2 0 0 0,8-3-57 0 0,0-1 0 0 0,-1 0 0 0 0,1-2 0 0 0,-1 1 0 0 0,0-2 0 0 0,-18-2 1 0 0,26 3-304 0 0,0-1 1 0 0,0 0-1 0 0,0-1 1 0 0,0 1 0 0 0,0-1-1 0 0,0-1 1 0 0,1 1 0 0 0,-1-1-1 0 0,1 0 1 0 0,0 0-1 0 0,0 0 1 0 0,0-1 0 0 0,0 1-1 0 0,1-1 1 0 0,-1-1-1 0 0,-6-7 1 0 0,10 9-252 0 0,0 0 1 0 0,0 1-1 0 0,0-1 1 0 0,0 0-1 0 0,1 0 1 0 0,-1 0-1 0 0,1-1 0 0 0,0 1 1 0 0,0 0-1 0 0,0 0 1 0 0,0 0-1 0 0,0 0 1 0 0,1 0-1 0 0,0 0 0 0 0,-1 0 1 0 0,1 0-1 0 0,0 0 1 0 0,0 0-1 0 0,1 1 1 0 0,-1-1-1 0 0,0 0 0 0 0,1 1 1 0 0,2-5-1 0 0,8-8-4200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21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1 164 1848 0 0,'6'-14'6039'0'0,"9"-21"1296"0"0,-14 34-6830 0 0,22-19 710 0 0,-3 11-1110 0 0,0 1 0 0 0,0 1 0 0 0,0 1-1 0 0,0 1 1 0 0,39-4 0 0 0,-12 1-42 0 0,199-33 155 0 0,-243 40-224 0 0,2 2-79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22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1812 0 0,'11'-20'7186'0'0,"14"-11"3121"0"0,-24 38-10330 0 0,-1 2 244 0 0,-1 0 1 0 0,0 0 0 0 0,0 0 0 0 0,-1 0-1 0 0,0-1 1 0 0,-6 16 0 0 0,-5 24 86 0 0,10-33-234 0 0,1 0-1 0 0,1 1 1 0 0,0-1 0 0 0,2 29-1 0 0,0-41-59 0 0,-1 1-1 0 0,1 0 0 0 0,0 0 1 0 0,0-1-1 0 0,0 1 1 0 0,0 0-1 0 0,1-1 0 0 0,0 1 1 0 0,-1-1-1 0 0,1 0 0 0 0,0 1 1 0 0,1-1-1 0 0,-1 0 1 0 0,0 0-1 0 0,1 0 0 0 0,0-1 1 0 0,0 1-1 0 0,0-1 0 0 0,0 1 1 0 0,0-1-1 0 0,0 0 1 0 0,0 0-1 0 0,1-1 0 0 0,-1 1 1 0 0,5 1-1 0 0,-2-1 1 0 0,0 0-1 0 0,0 0 1 0 0,0-1-1 0 0,0 0 1 0 0,0 0 0 0 0,1 0-1 0 0,-1-1 1 0 0,0 0 0 0 0,1 0-1 0 0,-1-1 1 0 0,0 0-1 0 0,0 0 1 0 0,1 0 0 0 0,-1-1-1 0 0,0 0 1 0 0,0 0 0 0 0,-1 0-1 0 0,1-1 1 0 0,0 0-1 0 0,7-5 1 0 0,14-13 390 0 0,-2 0 1 0 0,0-2-1 0 0,38-46 1 0 0,-63 68-390 0 0,1 0 1 0 0,-1 0 0 0 0,1 0-1 0 0,-1 1 1 0 0,1-1 0 0 0,0 0 0 0 0,0 0-1 0 0,-1 0 1 0 0,1 1 0 0 0,0-1-1 0 0,0 0 1 0 0,0 1 0 0 0,0-1 0 0 0,0 1-1 0 0,-1-1 1 0 0,1 1 0 0 0,0 0 0 0 0,0-1-1 0 0,0 1 1 0 0,1 0 0 0 0,0-1-1 0 0,-2 2-2 0 0,1-1 0 0 0,-1 1-1 0 0,1-1 1 0 0,-1 1 0 0 0,1 0-1 0 0,-1-1 1 0 0,0 1 0 0 0,1 0-1 0 0,-1-1 1 0 0,0 1 0 0 0,0 0-1 0 0,1-1 1 0 0,-1 1 0 0 0,0 0-1 0 0,0-1 1 0 0,0 1-1 0 0,0 0 1 0 0,0 0 0 0 0,0-1-1 0 0,0 1 1 0 0,0 0 0 0 0,0 0-1 0 0,-8 47 368 0 0,-94 257-27 0 0,71-223-1981 0 0,19-44-2077 0 0,7-15-2206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23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1558 96 1320 0 0,'-25'-76'13116'0'0,"25"74"-12597"0"0,-5-10 603 0 0,4 6-68 0 0,13 10-763 0 0,52 23 365 0 0,117 30-1 0 0,-115-39-547 0 0,116 49 1 0 0,-174-63-81 0 0,0 0-1 0 0,-1 1 1 0 0,1 0 0 0 0,-1 0 0 0 0,0 0 0 0 0,-1 1 0 0 0,0 0 0 0 0,1 1 0 0 0,-2-1-1 0 0,1 1 1 0 0,4 8 0 0 0,-4-4 108 0 0,0 0 0 0 0,0 1 0 0 0,-1-1-1 0 0,-1 1 1 0 0,0 0 0 0 0,4 24 0 0 0,-4-3 244 0 0,-1 1 1 0 0,-2-1 0 0 0,-1 1-1 0 0,-10 63 1 0 0,-65 306 1318 0 0,-26-4-1255 0 0,13-57-233 0 0,81-312-175 0 0,-209 902 211 0 0,-29 186 1677 0 0,160-777-1143 0 0,-29-9-157 0 0,109-320-598 0 0,0-1 0 0 0,-1-1 1 0 0,0 1-1 0 0,-1-1 0 0 0,0 0 1 0 0,0-1-1 0 0,-1 1 0 0 0,-1-1 1 0 0,1-1-1 0 0,-2 0 0 0 0,1 0 0 0 0,-14 8 1 0 0,7-7-12 0 0,-1-1 1 0 0,1 0 0 0 0,-1-1-1 0 0,-1-1 1 0 0,1-1-1 0 0,-1-1 1 0 0,-29 4 0 0 0,-9-2-895 0 0,-94-1 0 0 0,-58-17-2921 0 0,158 9 2661 0 0,-254-23-8759 0 0,125 5 326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26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88 515 1288 0 0,'20'-36'7349'0'0,"0"-28"-2859"0"0,-11 33-2596 0 0,-8 30-1672 0 0,2-16 339 0 0,-2 13-456 0 0,0 14-163 0 0,-3 67 98 0 0,-4 1 0 0 0,-3-1 0 0 0,-3 0 0 0 0,-31 100 0 0 0,14-74 245 0 0,29-103-283 0 0,0 1-1 0 0,-1-1 1 0 0,1 1-1 0 0,0-1 0 0 0,-1 1 1 0 0,1-1-1 0 0,0 1 1 0 0,-1-1-1 0 0,1 0 1 0 0,-1 1-1 0 0,1-1 1 0 0,-1 0-1 0 0,1 1 0 0 0,-1-1 1 0 0,1 0-1 0 0,-1 0 1 0 0,1 0-1 0 0,-1 1 1 0 0,0-1-1 0 0,1 0 1 0 0,-1 0-1 0 0,1 0 1 0 0,-1 0-1 0 0,1 0 0 0 0,-1 0 1 0 0,0 0-1 0 0,1 0 1 0 0,-1 0-1 0 0,1 0 1 0 0,-1-1-1 0 0,1 1 1 0 0,-1 0-1 0 0,0 0 1 0 0,1 0-1 0 0,-1-1 0 0 0,1 1 1 0 0,-1 0-1 0 0,1-1 1 0 0,0 1-1 0 0,-1 0 1 0 0,1-1-1 0 0,-1 1 1 0 0,1 0-1 0 0,-1-1 1 0 0,-3-9-14 0 0,1 1 0 0 0,0 0 0 0 0,0-1 0 0 0,1 0 0 0 0,0 1 0 0 0,1-1 0 0 0,0 0 0 0 0,1-16 0 0 0,10-85-45 0 0,-6 81 42 0 0,3-20 4 0 0,3 0 0 0 0,1 1 0 0 0,3 1 0 0 0,2 0 0 0 0,2 1 0 0 0,3 1 1 0 0,1 0-1 0 0,2 2 0 0 0,2 1 0 0 0,2 1 0 0 0,38-45 0 0 0,-55 74-1 0 0,0 1 1 0 0,1 0-1 0 0,1 1 0 0 0,0 1 1 0 0,0 0-1 0 0,1 0 1 0 0,0 2-1 0 0,19-10 1 0 0,-27 15 3 0 0,-1 1 0 0 0,1 0 0 0 0,0 0 1 0 0,0 0-1 0 0,1 1 0 0 0,-1 0 0 0 0,0 0 1 0 0,0 1-1 0 0,1 0 0 0 0,-1 0 1 0 0,0 0-1 0 0,0 1 0 0 0,1-1 0 0 0,-1 2 1 0 0,0-1-1 0 0,0 1 0 0 0,0 0 1 0 0,0 0-1 0 0,0 0 0 0 0,-1 1 0 0 0,1 0 1 0 0,-1 0-1 0 0,1 0 0 0 0,5 6 0 0 0,-8-7 11 0 0,-1 0 0 0 0,1 1-1 0 0,-1-1 1 0 0,0 1-1 0 0,0 0 1 0 0,0-1 0 0 0,0 1-1 0 0,0 0 1 0 0,-1 0 0 0 0,1 0-1 0 0,-1 0 1 0 0,0 0-1 0 0,0 0 1 0 0,0 1 0 0 0,0 2-1 0 0,0 0 2 0 0,-1 0 0 0 0,0 0 1 0 0,0 0-1 0 0,0 0 0 0 0,-1 0 0 0 0,0 0 0 0 0,-3 11 0 0 0,-2 0 5 0 0,0 0-1 0 0,-2 0 1 0 0,0 0-1 0 0,-14 20 1 0 0,14-24 2 0 0,-1-1 0 0 0,0-1 1 0 0,-1 1-1 0 0,0-2 0 0 0,-1 1 0 0 0,0-1 1 0 0,0-1-1 0 0,-1 0 0 0 0,0-1 1 0 0,-1 0-1 0 0,0-1 0 0 0,-19 9 0 0 0,22-14 24 0 0,1 0 0 0 0,0-1-1 0 0,-1 0 1 0 0,1-1-1 0 0,-1 0 1 0 0,1 0-1 0 0,0-1 1 0 0,-1 0-1 0 0,-13-3 1 0 0,-1 0 117 0 0,22 3-141 0 0,-4 1-15 0 0,-9 0-40 0 0,15 0 43 0 0,-1 1 0 0 0,1-1 0 0 0,0 0 0 0 0,0 0 0 0 0,-1 0 0 0 0,1 1 0 0 0,0-1 0 0 0,0 0 0 0 0,-1 0 0 0 0,1 1 0 0 0,0-1 0 0 0,0 0 0 0 0,0 1 0 0 0,0-1 0 0 0,0 0 0 0 0,-1 0 0 0 0,1 1-1 0 0,0-1 1 0 0,0 0 0 0 0,0 1 0 0 0,0-1 0 0 0,0 0 0 0 0,0 1 0 0 0,0-1 0 0 0,0 0 0 0 0,0 1 0 0 0,0-1 0 0 0,0 0 0 0 0,0 1 0 0 0,0-1 0 0 0,1 0 0 0 0,-1 0 0 0 0,0 1 0 0 0,0-1 0 0 0,0 0 0 0 0,0 1 0 0 0,0-1 0 0 0,1 0-1 0 0,-1 0 1 0 0,0 1 0 0 0,0-1 0 0 0,0 0 0 0 0,1 0 0 0 0,-1 1 0 0 0,1-1 0 0 0,66 98-17 0 0,9 12 75 0 0,-21-12-310 0 0,10 15-2695 0 0,-15-44-3340 0 0,-33-49 1672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26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22 151 1788 0 0,'-7'-39'7256'0'0,"6"0"-3596"0"0,1 36-3587 0 0,0 0-1 0 0,1 0 0 0 0,0 0 0 0 0,-1 0 0 0 0,1-1 1 0 0,0 1-1 0 0,1 0 0 0 0,-1 1 0 0 0,0-1 0 0 0,1 0 1 0 0,0 0-1 0 0,-1 1 0 0 0,1-1 0 0 0,0 1 0 0 0,0-1 1 0 0,1 1-1 0 0,-1 0 0 0 0,0 0 0 0 0,1 0 0 0 0,-1 0 1 0 0,1 0-1 0 0,0 0 0 0 0,0 1 0 0 0,0 0 0 0 0,-1-1 1 0 0,1 1-1 0 0,5-1 0 0 0,-6 1-66 0 0,1 0 0 0 0,0 0-1 0 0,0 0 1 0 0,0 1 0 0 0,0-1 0 0 0,0 1 0 0 0,0 0-1 0 0,0 0 1 0 0,0 0 0 0 0,0 0 0 0 0,0 1-1 0 0,0-1 1 0 0,0 1 0 0 0,0-1 0 0 0,0 1 0 0 0,-1 0-1 0 0,1 0 1 0 0,0 1 0 0 0,0-1 0 0 0,-1 0 0 0 0,1 1-1 0 0,-1 0 1 0 0,1-1 0 0 0,-1 1 0 0 0,0 0-1 0 0,0 0 1 0 0,4 5 0 0 0,-3-1 17 0 0,0 0 1 0 0,-1 0-1 0 0,0 0 1 0 0,0 1-1 0 0,0-1 0 0 0,-1 1 1 0 0,0-1-1 0 0,0 1 1 0 0,0-1-1 0 0,-1 1 1 0 0,0 0-1 0 0,0-1 0 0 0,-1 1 1 0 0,0 0-1 0 0,0-1 1 0 0,-1 1-1 0 0,1-1 0 0 0,-4 8 1 0 0,-4 9 214 0 0,-1 0 0 0 0,-1 0 0 0 0,-20 31 0 0 0,27-47-188 0 0,-10 17 153 0 0,-2-1 0 0 0,-31 38 0 0 0,45-60-195 0 0,1 1 0 0 0,0-1 0 0 0,-1 0 0 0 0,1 1 0 0 0,0 0 0 0 0,0-1 0 0 0,0 1 0 0 0,0-1 1 0 0,1 1-1 0 0,-1 0 0 0 0,0 0 0 0 0,1 0 0 0 0,-1-1 0 0 0,1 1 0 0 0,0 0 0 0 0,-1 0 0 0 0,1 0 0 0 0,0 0 0 0 0,0 0 0 0 0,1 3 0 0 0,0-4 27 0 0,2-1-13 0 0,70-10-1658 0 0,98-26-1 0 0,-104 21-1082 0 0,-25 5-875 0 0,2-1-1586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27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101 330 1280 0 0,'-49'-24'8062'0'0,"5"2"-4043"0"0,42 22-3798 0 0,0-2 18 0 0,2 2-230 0 0,0 0 1 0 0,0 0-1 0 0,0 0 0 0 0,0 0 0 0 0,-1 0 1 0 0,1 0-1 0 0,0 0 0 0 0,0 0 0 0 0,0 0 1 0 0,0 0-1 0 0,0 0 0 0 0,-1 0 0 0 0,1 0 1 0 0,0 0-1 0 0,0 0 0 0 0,0 0 1 0 0,0 0-1 0 0,0 0 0 0 0,0 0 0 0 0,0-1 1 0 0,-1 1-1 0 0,1 0 0 0 0,0 0 0 0 0,0 0 1 0 0,0 0-1 0 0,0 0 0 0 0,0 0 1 0 0,0 0-1 0 0,0-1 0 0 0,0 1 0 0 0,0 0 1 0 0,0 0-1 0 0,0 0 0 0 0,-1 0 0 0 0,1 0 1 0 0,0-1-1 0 0,0 1 0 0 0,0 0 1 0 0,0 0-1 0 0,0 0 0 0 0,0 0 0 0 0,0 0 1 0 0,0-1-1 0 0,0 1 0 0 0,0 0 0 0 0,1 0 1 0 0,-1 0-1 0 0,218-50 374 0 0,-24 8-347 0 0,-185 39-32 0 0,-1 1-1 0 0,1-2 0 0 0,-1 1 0 0 0,11-7 1 0 0,-15 8-4 0 0,-1 0 0 0 0,0 0 0 0 0,-1 0 0 0 0,1 0 0 0 0,0-1 0 0 0,-1 0 0 0 0,1 1 0 0 0,-1-1-1 0 0,0 0 1 0 0,0 0 0 0 0,0 0 0 0 0,0 0 0 0 0,2-6 0 0 0,-3 6 0 0 0,0 0 1 0 0,-1 0-1 0 0,1 0 0 0 0,-1-1 0 0 0,1 1 0 0 0,-1 0 0 0 0,0 0 0 0 0,0-1 1 0 0,-1 1-1 0 0,1 0 0 0 0,-1 0 0 0 0,1 0 0 0 0,-1-1 0 0 0,0 1 0 0 0,0 0 1 0 0,0 0-1 0 0,-1 0 0 0 0,1 0 0 0 0,-3-3 0 0 0,1 0-3 0 0,-2-4-8 0 0,0 1 0 0 0,-1-1 0 0 0,-7-9 0 0 0,12 18 3 0 0,0 0-16 0 0,2 6-71 0 0,0-1 89 0 0,0 1 1 0 0,0 0 0 0 0,0-1 0 0 0,1 1 0 0 0,0-1 0 0 0,3 7 0 0 0,6 12-10 0 0,-7-8 42 0 0,0 0 0 0 0,0 1-1 0 0,-2 0 1 0 0,0-1 0 0 0,0 1-1 0 0,-2 0 1 0 0,0 0 0 0 0,0-1-1 0 0,-2 1 1 0 0,-6 28-1 0 0,2-20-328 0 0,-2 0-1 0 0,-1-1 0 0 0,0 0 0 0 0,-2-1 0 0 0,-1 0 0 0 0,-17 25 0 0 0,8-15-5583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32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234 250 636 0 0,'0'-3'1509'0'0,"-2"-66"7758"0"0,1 82-9166 0 0,-1 0 0 0 0,-7 25-1 0 0,2-11 40 0 0,-131 457 992 0 0,95-347-987 0 0,16-56 3022 0 0,26-79-2415 0 0,-3-14-122 0 0,8-29-507 0 0,1-1 1 0 0,2 1 0 0 0,21-65 0 0 0,-27 99-117 0 0,18-57-13 0 0,2 0 0 0 0,2 1 0 0 0,4 1 0 0 0,2 2-1 0 0,3 1 1 0 0,2 1 0 0 0,3 2 0 0 0,2 1 0 0 0,55-58-1 0 0,-85 104-2 0 0,-1-1-24 0 0,1 1-1 0 0,1 0 1 0 0,11-9 0 0 0,-18 16 25 0 0,0 1 1 0 0,-1-1-1 0 0,1 0 1 0 0,0 1-1 0 0,0 0 1 0 0,0 0-1 0 0,0 0 1 0 0,0 0-1 0 0,0 0 1 0 0,0 0-1 0 0,0 1 1 0 0,0 0-1 0 0,0-1 1 0 0,0 1-1 0 0,1 0 1 0 0,-1 1-1 0 0,6 0 1 0 0,-4 1-2 0 0,-1 0 10 0 0,-1 0 0 0 0,0 0 0 0 0,1 1 0 0 0,-1 0 0 0 0,0-1 0 0 0,0 1 0 0 0,0 0 0 0 0,0 0 0 0 0,-1 1 0 0 0,1-1 0 0 0,-1 0 0 0 0,3 6 0 0 0,-5-9 0 0 0,3 5 4 0 0,-1 0 0 0 0,0-1 0 0 0,0 1 0 0 0,-1 0 0 0 0,1 0 1 0 0,-1 0-1 0 0,0 0 0 0 0,0 0 0 0 0,0 0 0 0 0,-1 0 0 0 0,0 1 0 0 0,0-1 0 0 0,0 0 0 0 0,-3 9 0 0 0,2-7-7 0 0,-2 0 1 0 0,1-1-1 0 0,-1 1 1 0 0,0 0 0 0 0,-1-1-1 0 0,1 0 1 0 0,-1 0-1 0 0,0 0 1 0 0,-8 8-1 0 0,-4 2-2 0 0,-1 0 0 0 0,-1-1 0 0 0,0-1 0 0 0,-1-1-1 0 0,-30 16 1 0 0,-41 13 22 0 0,22-12-10 0 0,-3-1 21 0 0,69-29-24 0 0,0 1-7 0 0,-5 3 3 0 0,-3-1 8 0 0,10-3-14 0 0,-1 0 1 0 0,1 0 0 0 0,-1-1 0 0 0,0 2 0 0 0,1-1-1 0 0,-1 0 1 0 0,1 0 0 0 0,-1 0 0 0 0,1 0 0 0 0,-1 0-1 0 0,1 0 1 0 0,-1 0 0 0 0,1 1 0 0 0,-1-1 0 0 0,0 0-1 0 0,1 1 1 0 0,0-1 0 0 0,-1 0 0 0 0,1 1-1 0 0,-1-1 1 0 0,1 0 0 0 0,-1 1 0 0 0,1-1 0 0 0,0 1-1 0 0,-1-1 1 0 0,1 0 0 0 0,0 1 0 0 0,-1-1 0 0 0,1 1-1 0 0,0 0 1 0 0,0-1 0 0 0,0 1 0 0 0,-1-1 0 0 0,1 1-1 0 0,0-1 1 0 0,0 1 0 0 0,0-1 0 0 0,0 1 0 0 0,0 0-1 0 0,0-1 1 0 0,0 2 0 0 0,6 13-13 0 0,1 0 0 0 0,1-1 1 0 0,10 16-1 0 0,13 23-5 0 0,73 176 31 0 0,22 43 162 0 0,-93-201 1673 0 0,-32-69-1417 0 0,2 6 653 0 0,-5-24-78 0 0,1 15-1026 0 0,-2-3-642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32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42 1428 0 0,'-4'-10'5556'0'0,"2"1"-2617"0"0,1 7-2652 0 0,1 1 0 0 0,-1 0 0 0 0,1 0 0 0 0,0-1 0 0 0,0 1 1 0 0,-1-1-1 0 0,1 1 0 0 0,0 0 0 0 0,0-1 0 0 0,0 1 0 0 0,1 0 0 0 0,-1-3 1 0 0,8 2 325 0 0,9 8-506 0 0,-14-4-93 0 0,0-1-1 0 0,0 1 1 0 0,0 0 0 0 0,0 0 0 0 0,-1 0 0 0 0,1 0-1 0 0,-1 0 1 0 0,1 1 0 0 0,-1-1 0 0 0,0 1-1 0 0,0-1 1 0 0,0 1 0 0 0,0 0 0 0 0,-1 0-1 0 0,1 0 1 0 0,-1 0 0 0 0,0 0 0 0 0,2 4-1 0 0,-2-2 28 0 0,0 1 0 0 0,-1 0-1 0 0,1 0 1 0 0,-1 0-1 0 0,0 0 1 0 0,-1 0-1 0 0,1 0 1 0 0,-1-1-1 0 0,-3 11 1 0 0,-1 1 187 0 0,-2 0-1 0 0,0 0 1 0 0,-1 0 0 0 0,0-1 0 0 0,-20 28 0 0 0,-6 0 601 0 0,-44 43 0 0 0,42-47-379 0 0,-5 9-31 0 0,41-48-416 0 0,0-1 1 0 0,0 0-1 0 0,0 1 0 0 0,0-1 1 0 0,0 0-1 0 0,0 1 0 0 0,0-1 0 0 0,0 0 1 0 0,0 1-1 0 0,0-1 0 0 0,0 0 1 0 0,0 1-1 0 0,0-1 0 0 0,0 0 0 0 0,0 1 1 0 0,1-1-1 0 0,-1 0 0 0 0,0 0 1 0 0,0 1-1 0 0,0-1 0 0 0,1 0 0 0 0,-1 1 1 0 0,0-1-1 0 0,0 0 0 0 0,0 0 1 0 0,1 0-1 0 0,-1 1 0 0 0,0-1 0 0 0,1 0 1 0 0,-1 0-1 0 0,0 0 0 0 0,0 0 1 0 0,1 0-1 0 0,-1 1 0 0 0,0-1 0 0 0,1 0 1 0 0,-1 0-1 0 0,0 0 0 0 0,1 0 1 0 0,-1 0-1 0 0,1 0 0 0 0,20 4 77 0 0,30-3-422 0 0,0-3 0 0 0,80-12 1 0 0,-11-8-2863 0 0,-5-8-3372 0 0,-62 14 630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33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136 189 2056 0 0,'-131'-59'15265'0'0,"130"59"-15250"0"0,1 0 0 0 0,0 0 1 0 0,-1-1-1 0 0,1 1 0 0 0,0 0 0 0 0,0 0 0 0 0,-1-1 0 0 0,1 1 0 0 0,0 0 0 0 0,0-1 0 0 0,-1 1 1 0 0,1 0-1 0 0,0-1 0 0 0,0 1 0 0 0,0 0 0 0 0,0-1 0 0 0,0 1 0 0 0,-1 0 0 0 0,1-1 0 0 0,0 1 1 0 0,0-1-1 0 0,0 1 0 0 0,0 0 0 0 0,0-1 0 0 0,0 1 0 0 0,0-1 0 0 0,0 1 0 0 0,13-7 76 0 0,0 0 1 0 0,1 1-1 0 0,-1 1 0 0 0,27-7 0 0 0,64-9 12 0 0,-58 13-59 0 0,212-41 229 0 0,-256 48-259 0 0,17-3 21 0 0,-11 3-32 0 0,-6 1-21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34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74 80 0 0,'-2'-10'4558'0'0,"-10"-35"3989"0"0,17 34-8112 0 0,-1 9-429 0 0,0 1 0 0 0,1 0 0 0 0,-1 0 0 0 0,0 0 1 0 0,0 0-1 0 0,0 1 0 0 0,1 0 0 0 0,-1 0 0 0 0,0 0 0 0 0,0 0 0 0 0,1 0 0 0 0,-1 1 0 0 0,0 0 1 0 0,0 0-1 0 0,0 0 0 0 0,0 1 0 0 0,0-1 0 0 0,0 1 0 0 0,0 0 0 0 0,0 0 0 0 0,-1 0 1 0 0,1 0-1 0 0,-1 1 0 0 0,0 0 0 0 0,5 4 0 0 0,-5-5-7 0 0,0 1 0 0 0,0 0 1 0 0,-1-1-1 0 0,1 1 0 0 0,-1 0 0 0 0,0 0 0 0 0,0 1 1 0 0,0-1-1 0 0,0 0 0 0 0,-1 1 0 0 0,1-1 0 0 0,-1 1 1 0 0,0 0-1 0 0,0-1 0 0 0,0 1 0 0 0,0 0 0 0 0,-1 0 1 0 0,1-1-1 0 0,-1 1 0 0 0,0 0 0 0 0,0 0 0 0 0,-1 0 1 0 0,1-1-1 0 0,-1 1 0 0 0,0 0 0 0 0,1 0 1 0 0,-2-1-1 0 0,-1 6 0 0 0,-10 11 39 0 0,0 0-1 0 0,-1-1 1 0 0,-18 19 0 0 0,20-24 6 0 0,6-8-20 0 0,5-5-23 0 0,0 0 0 0 0,-1 1 0 0 0,1-1-1 0 0,0 0 1 0 0,0 1 0 0 0,0-1 0 0 0,0 1 0 0 0,0-1 0 0 0,0 1 0 0 0,0-1 0 0 0,1 1-1 0 0,-1 0 1 0 0,0-1 0 0 0,1 1 0 0 0,0 0 0 0 0,-1-1 0 0 0,1 5 0 0 0,1-4-4 0 0,1 0 0 0 0,0 1 1 0 0,0-1-1 0 0,1 0 1 0 0,-1 0-1 0 0,0 0 1 0 0,1-1-1 0 0,-1 1 1 0 0,1 0-1 0 0,2 1 0 0 0,0-1-8 0 0,10 8 17 0 0,0 1-1 0 0,-1 0 1 0 0,-1 1-1 0 0,0 0 1 0 0,0 1-1 0 0,-1 0 1 0 0,-1 1-1 0 0,0 0 1 0 0,-1 1-1 0 0,-1 1 1 0 0,13 26-1 0 0,-19-36 201 0 0,-1 0 0 0 0,-1 0-1 0 0,1-1 1 0 0,-1 1-1 0 0,0 0 1 0 0,0 0 0 0 0,-1 0-1 0 0,0 0 1 0 0,0 1 0 0 0,0-1-1 0 0,-1 0 1 0 0,0 0 0 0 0,0 0-1 0 0,-1-1 1 0 0,-2 10 0 0 0,0-8 34 0 0,1-1 1 0 0,-1 1-1 0 0,0-1 1 0 0,0 0-1 0 0,-1 0 1 0 0,1-1-1 0 0,-2 1 1 0 0,1-1-1 0 0,0 0 1 0 0,-1-1 0 0 0,-8 7-1 0 0,-1-3 84 0 0,1 0 0 0 0,-1-1 0 0 0,0-1 0 0 0,-1 0 0 0 0,0-1 1 0 0,0 0-1 0 0,0-1 0 0 0,0-1 0 0 0,0-1 0 0 0,-27 1 0 0 0,24-4-209 0 0,1-1-1 0 0,-1-1 1 0 0,1 0 0 0 0,-23-8-1 0 0,39 11-204 0 0,1-1-1 0 0,-1 1 0 0 0,1-1 1 0 0,-1 1-1 0 0,1-1 0 0 0,-1 1 0 0 0,1-1 1 0 0,0 0-1 0 0,-1 0 0 0 0,1 0 1 0 0,0 0-1 0 0,0 0 0 0 0,0 0 1 0 0,0 0-1 0 0,0 0 0 0 0,0 0 1 0 0,0 0-1 0 0,-2-3 0 0 0,3 3-56 0 0,0 0 0 0 0,0 0-1 0 0,-1 0 1 0 0,1-1 0 0 0,0 1 0 0 0,0 0-1 0 0,0 0 1 0 0,0-1 0 0 0,0 1 0 0 0,0 0-1 0 0,1 0 1 0 0,-1 0 0 0 0,0-1-1 0 0,1 1 1 0 0,-1 0 0 0 0,0 0 0 0 0,1 0-1 0 0,0-1 1 0 0,2-3-496 0 0,1 0 0 0 0,-1 0 0 0 0,1 1 1 0 0,0-1-1 0 0,0 1 0 0 0,1 0 0 0 0,-1 1 0 0 0,6-5 0 0 0,34-22-5689 0 0,-19 14 1043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35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64 350 1928 0 0,'53'-27'9418'0'0,"-51"26"-8955"0"0,13 10 1651 0 0,-12-3-1689 0 0,-1 1 0 0 0,1-1-1 0 0,-1 1 1 0 0,-1-1 0 0 0,1 1 0 0 0,-1 0-1 0 0,0-1 1 0 0,-1 1 0 0 0,1 8 0 0 0,-7 69 1098 0 0,4-60-1189 0 0,-10 69 189 0 0,-3 0 0 0 0,-29 90 0 0 0,44-181-436 0 0,-1 0-1 0 0,1 0 1 0 0,-1-1-1 0 0,1 1 1 0 0,-1 0-1 0 0,0-1 1 0 0,0 1-1 0 0,0-1 1 0 0,0 1-1 0 0,0-1 1 0 0,0 1 0 0 0,0-1-1 0 0,0 0 1 0 0,-3 3-1 0 0,3-4-66 0 0,1 0-1 0 0,-1 0 0 0 0,1 1 1 0 0,0-1-1 0 0,-1 0 1 0 0,1 0-1 0 0,-1 0 1 0 0,1 0-1 0 0,-1 0 1 0 0,1 0-1 0 0,-1 0 1 0 0,1 0-1 0 0,-1 0 1 0 0,1 0-1 0 0,-1 0 1 0 0,1 0-1 0 0,-1 0 0 0 0,1 0 1 0 0,-1-1-1 0 0,1 1 1 0 0,-2 0-1 0 0,-11-15 85 0 0,8 5-68 0 0,1 0-1 0 0,-1 0 1 0 0,2 0-1 0 0,-1-1 0 0 0,1 0 1 0 0,1 0-1 0 0,0 1 0 0 0,1-1 1 0 0,0-1-1 0 0,0-17 0 0 0,3-4-69 0 0,1 0 0 0 0,9-41 0 0 0,-3 32 3 0 0,2 1 0 0 0,2 0 0 0 0,1 1 0 0 0,3 0 0 0 0,31-56 0 0 0,-30 67 8 0 0,0 0 0 0 0,2 2 0 0 0,1 0 0 0 0,1 1 0 0 0,1 2 0 0 0,2 0 0 0 0,38-29 0 0 0,-47 41 0 0 0,1 0 1 0 0,1 2-1 0 0,0 0 0 0 0,31-12 0 0 0,-43 20 12 0 0,0-1 0 0 0,0 2-1 0 0,1-1 1 0 0,-1 1 0 0 0,0-1-1 0 0,1 2 1 0 0,-1-1 0 0 0,1 1 0 0 0,-1 0-1 0 0,0 0 1 0 0,1 1 0 0 0,-1 0-1 0 0,1 0 1 0 0,-1 0 0 0 0,0 1-1 0 0,0 0 1 0 0,0 0 0 0 0,10 6-1 0 0,-14-7 9 0 0,0 0-1 0 0,0 0 0 0 0,0 1 0 0 0,0 0 0 0 0,0-1 0 0 0,0 1 0 0 0,0 0 0 0 0,-1 0 0 0 0,1 0 0 0 0,-1 0 0 0 0,1 0 0 0 0,-1 0 0 0 0,0 0 0 0 0,0 0 1 0 0,1 0-1 0 0,-2 1 0 0 0,1-1 0 0 0,0 1 0 0 0,0-1 0 0 0,-1 3 0 0 0,0-1 4 0 0,0 0 0 0 0,0 0-1 0 0,0 0 1 0 0,-1 0 0 0 0,0 0 0 0 0,0 0 0 0 0,0 0 0 0 0,0 0-1 0 0,-1-1 1 0 0,1 1 0 0 0,-4 4 0 0 0,-5 8 1 0 0,0-1 0 0 0,-1-1 1 0 0,-1 0-1 0 0,-16 15 0 0 0,27-29-1 0 0,-21 21-4 0 0,-1-2 1 0 0,-1 0-1 0 0,-1-2 1 0 0,0-1-1 0 0,-2 0 0 0 0,1-2 1 0 0,-2-1-1 0 0,-40 12 1 0 0,-71 9 97 0 0,138-33-108 0 0,0-1-1 0 0,-1 0 1 0 0,1 1-1 0 0,-1-1 0 0 0,1 1 1 0 0,0-1-1 0 0,-1 1 1 0 0,1 0-1 0 0,0-1 1 0 0,-1 1-1 0 0,1 0 0 0 0,0 0 1 0 0,0 0-1 0 0,0 0 1 0 0,0 0-1 0 0,0 0 0 0 0,-2 3 1 0 0,4-1 14 0 0,-1 1 1 0 0,1-1 0 0 0,-1 1-1 0 0,1-1 1 0 0,0 0 0 0 0,1 1-1 0 0,-1-1 1 0 0,0 0 0 0 0,1 0-1 0 0,0 0 1 0 0,0 0 0 0 0,0 0-1 0 0,0 0 1 0 0,5 5 0 0 0,3 4 3 0 0,158 254-3953 0 0,-160-253 2733 0 0,1 0 0 0 0,10 11 0 0 0,8 6-4066 0 0,-3-2-2186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35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57 828 0 0,'31'-57'19735'0'0,"-29"95"-18054"0"0,-36 136-1397 0 0,6-34-4387 0 0,8-33-4080 0 0,11-59 345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36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48 1020 0 0,'0'0'1615'0'0,"-2"-2"-754"0"0,0 1 0 0 0,-1 0 0 0 0,1-1 1 0 0,0 1-1 0 0,0 0 0 0 0,-1 0 0 0 0,1 0 0 0 0,-3 0 1 0 0,3 2-810 0 0,0 0 1 0 0,0 0-1 0 0,0 1 1 0 0,0-1 0 0 0,0 1-1 0 0,1-1 1 0 0,-1 1 0 0 0,1-1-1 0 0,-1 1 1 0 0,1 0-1 0 0,0 0 1 0 0,0 0 0 0 0,0 0-1 0 0,0 0 1 0 0,0 0 0 0 0,-1 4-1 0 0,-13 45 714 0 0,10-31-504 0 0,-47 186 1432 0 0,-20 71-1019 0 0,6-51 659 0 0,65-225-1243 0 0,1 0 0 0 0,0 0 0 0 0,-1 0 0 0 0,1 0 0 0 0,0 0 0 0 0,-1 0 0 0 0,1 0 0 0 0,-1 0 0 0 0,0 0 0 0 0,1 0 0 0 0,-1 0 0 0 0,0 0 0 0 0,1 0 0 0 0,-3 1 0 0 0,3-2-66 0 0,0 0 0 0 0,-1 0 0 0 0,1 0 0 0 0,0 0 0 0 0,0 0 0 0 0,-1-1 0 0 0,1 1 0 0 0,0 0 0 0 0,-1 0 0 0 0,1 0 0 0 0,0 0 0 0 0,0 0 0 0 0,-1-1 0 0 0,1 1 0 0 0,0 0 0 0 0,0 0 0 0 0,0-1 0 0 0,-1 1 0 0 0,1 0 0 0 0,0 0 0 0 0,0-1 0 0 0,0 1 0 0 0,0 0 0 0 0,-1 0 0 0 0,1-1 0 0 0,0 1 0 0 0,0 0 0 0 0,0-1 0 0 0,0 1 0 0 0,0 0 0 0 0,0 0 0 0 0,0-1 0 0 0,-5-37 365 0 0,6-3-308 0 0,2 1 0 0 0,2-1-1 0 0,11-42 1 0 0,41-116-27 0 0,-39 145-61 0 0,2 1 0 0 0,31-56 0 0 0,-41 90-12 0 0,1 0-1 0 0,1 0 1 0 0,1 2-1 0 0,0-1 0 0 0,2 2 1 0 0,0 0-1 0 0,0 0 1 0 0,29-20-1 0 0,-39 33 11 0 0,-1 0 0 0 0,1 0 0 0 0,0 1 0 0 0,0-1 0 0 0,0 1 0 0 0,0 1 0 0 0,1-1 0 0 0,-1 1 0 0 0,0-1 0 0 0,1 2 0 0 0,-1-1 0 0 0,1 0 0 0 0,-1 1 0 0 0,1 0 0 0 0,-1 1 0 0 0,1-1 0 0 0,9 3 0 0 0,-11-2 9 0 0,-1 0-1 0 0,0 1 0 0 0,1-1 1 0 0,-1 1-1 0 0,0-1 1 0 0,0 1-1 0 0,0 0 1 0 0,0 0-1 0 0,-1 1 0 0 0,1-1 1 0 0,0 0-1 0 0,-1 1 1 0 0,0 0-1 0 0,1-1 0 0 0,-1 1 1 0 0,0 0-1 0 0,0 0 1 0 0,-1 0-1 0 0,1 1 1 0 0,-1-1-1 0 0,1 0 0 0 0,-1 1 1 0 0,0-1-1 0 0,-1 1 1 0 0,1-1-1 0 0,0 1 1 0 0,-1-1-1 0 0,0 5 0 0 0,0 3 8 0 0,-1 0 0 0 0,0 0-1 0 0,-1 0 1 0 0,0 0 0 0 0,-1 0 0 0 0,0 0-1 0 0,0-1 1 0 0,-1 0 0 0 0,-1 1-1 0 0,0-1 1 0 0,-12 17 0 0 0,3-6-11 0 0,-2 0 0 0 0,0-1 0 0 0,-39 35 0 0 0,43-43 19 0 0,-2 0 0 0 0,0-1 0 0 0,0-1 0 0 0,-1 0 0 0 0,0-1 1 0 0,0-1-1 0 0,-32 13 0 0 0,41-20 1 0 0,-4 0 0 0 0,-13-4 3 0 0,16 2-99 0 0,17 7-21 0 0,16 9 78 0 0,-1 2-1 0 0,-1 0 1 0 0,-1 2-1 0 0,23 22 1 0 0,81 95-1581 0 0,21 19-7652 0 0,-113-124 3888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36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273 116 2584 0 0,'-39'-94'11407'0'0,"39"94"-11385"0"0,0-1 1 0 0,0 1 0 0 0,-1-1-1 0 0,1 1 1 0 0,0-1 0 0 0,0 0-1 0 0,-1 1 1 0 0,1-1 0 0 0,0 1-1 0 0,0-1 1 0 0,0 0 0 0 0,0 1-1 0 0,0-1 1 0 0,0 1 0 0 0,0-1 0 0 0,0 0-1 0 0,0 1 1 0 0,0-1 0 0 0,1 1-1 0 0,-1-1 1 0 0,0 1 0 0 0,0-1-1 0 0,0 0 1 0 0,1 1 0 0 0,-1-1-1 0 0,0 1 1 0 0,1-1 0 0 0,-1 1-1 0 0,0-1 1 0 0,1 1 0 0 0,-1 0-1 0 0,1-1 1 0 0,-1 1 0 0 0,1-1-1 0 0,-1 1 1 0 0,1 0 0 0 0,-1-1-1 0 0,1 1 1 0 0,-1 0 0 0 0,1 0 0 0 0,-1-1-1 0 0,1 1 1 0 0,-1 0 0 0 0,1 0-1 0 0,0 0 1 0 0,-1 0 0 0 0,1 0-1 0 0,-1 0 1 0 0,1 0 0 0 0,0 0-1 0 0,-1 0 1 0 0,2 0 0 0 0,0 0-12 0 0,1 0 0 0 0,-1 0 0 0 0,1 0 0 0 0,-1 0 0 0 0,1 1 0 0 0,-1-1 1 0 0,1 1-1 0 0,-1 0 0 0 0,0 0 0 0 0,1 0 0 0 0,2 1 0 0 0,-2 1-9 0 0,0-1 0 0 0,0 1 0 0 0,0-1 0 0 0,0 1 0 0 0,-1 0 0 0 0,1 0 0 0 0,-1 1 0 0 0,1-1 0 0 0,-1 0 0 0 0,0 1 0 0 0,-1-1 1 0 0,1 1-1 0 0,0 0 0 0 0,-1 0 0 0 0,2 7 0 0 0,-3-6 3 0 0,1 1 0 0 0,-1-1 0 0 0,0 1-1 0 0,-1-1 1 0 0,1 1 0 0 0,-1-1 0 0 0,0 0 0 0 0,-1 1 0 0 0,1-1 0 0 0,-1 0 0 0 0,-5 10 0 0 0,-5 7 30 0 0,-1-1-1 0 0,-1 0 1 0 0,-17 20 0 0 0,30-41-37 0 0,1 1 1 0 0,0 0-1 0 0,-1-1 0 0 0,1 1 1 0 0,0 0-1 0 0,-1 0 1 0 0,1-1-1 0 0,0 1 1 0 0,0 0-1 0 0,0 0 0 0 0,0 0 1 0 0,0-1-1 0 0,0 1 1 0 0,0 0-1 0 0,0 0 1 0 0,0 0-1 0 0,0-1 0 0 0,0 1 1 0 0,1 0-1 0 0,-1 0 1 0 0,0-1-1 0 0,0 1 1 0 0,1 0-1 0 0,-1 0 0 0 0,1-1 1 0 0,-1 1-1 0 0,1 0 1 0 0,-1-1-1 0 0,1 1 1 0 0,-1-1-1 0 0,1 1 0 0 0,-1-1 1 0 0,1 1-1 0 0,0-1 1 0 0,-1 1-1 0 0,2 0 1 0 0,26 17-15 0 0,-25-17 7 0 0,31 18-44 0 0,59 43 0 0 0,-81-52 66 0 0,0-1 1 0 0,-1 2 0 0 0,0 0-1 0 0,-1 0 1 0 0,-1 0-1 0 0,1 1 1 0 0,13 25 0 0 0,-22-35 78 0 0,0 1 1 0 0,1-1-1 0 0,-1 1 1 0 0,-1 0 0 0 0,1-1-1 0 0,0 1 1 0 0,-1-1-1 0 0,1 1 1 0 0,-1 0-1 0 0,0 0 1 0 0,0-1 0 0 0,0 1-1 0 0,0 0 1 0 0,0 0-1 0 0,0-1 1 0 0,-1 1-1 0 0,0 0 1 0 0,-1 4 0 0 0,0-4 40 0 0,0 1 0 0 0,0-1 1 0 0,0 0-1 0 0,0 0 1 0 0,-1 0-1 0 0,0 0 0 0 0,1 0 1 0 0,-1-1-1 0 0,0 1 1 0 0,0-1-1 0 0,-7 4 0 0 0,-1 0 95 0 0,-1 0 0 0 0,0-1 0 0 0,-1 0 0 0 0,1-1 0 0 0,-1-1-1 0 0,-22 4 1 0 0,10-4-75 0 0,0-1-1 0 0,0-1 0 0 0,0-2 1 0 0,-45-5-1 0 0,54 3-219 0 0,1 0 0 0 0,-1-1 1 0 0,1 0-1 0 0,0-2 0 0 0,0 1 0 0 0,0-2 0 0 0,1 0 0 0 0,-23-15 0 0 0,35 20-115 0 0,0 1 0 0 0,0 0 0 0 0,0-1 0 0 0,0 0-1 0 0,1 1 1 0 0,-1-1 0 0 0,0 0 0 0 0,1 0 0 0 0,-1 0 0 0 0,1 0 0 0 0,-1 0-1 0 0,1 0 1 0 0,0-1 0 0 0,0 1 0 0 0,0 0 0 0 0,0-1 0 0 0,1 1-1 0 0,-1 0 1 0 0,1-1 0 0 0,-1-4 0 0 0,1 3-535 0 0,1 0 1 0 0,0 0-1 0 0,0 0 0 0 0,0 0 0 0 0,1 0 1 0 0,-1 0-1 0 0,1 1 0 0 0,0-1 1 0 0,0 0-1 0 0,0 1 0 0 0,5-6 0 0 0,6-10-5044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37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0 240 1740 0 0,'12'-3'10949'0'0,"-5"3"-10617"0"0,1 1 0 0 0,-1 1 0 0 0,0-1 0 0 0,11 5 0 0 0,27 6 164 0 0,0-8-374 0 0,0-3 1 0 0,0-1-1 0 0,0-2 1 0 0,-1-2 0 0 0,58-12-1 0 0,-96 15-119 0 0,1-1 1 0 0,-1 1-1 0 0,0-1 0 0 0,0-1 0 0 0,0 1 1 0 0,0-1-1 0 0,0 0 0 0 0,-1 0 0 0 0,1-1 1 0 0,-1 0-1 0 0,0 0 0 0 0,5-4 1 0 0,-7 4-7 0 0,0 0 1 0 0,0 0 0 0 0,0-1 0 0 0,0 1 0 0 0,-1-1 0 0 0,0 1 0 0 0,0-1 0 0 0,0 0 0 0 0,0 0 0 0 0,-1 1 0 0 0,0-1 0 0 0,0 0 0 0 0,0 0 0 0 0,0-1 0 0 0,-1-8 0 0 0,-9-101-38 0 0,9 113 28 0 0,3 2 10 0 0,0 0 1 0 0,-1 0-1 0 0,1 0 0 0 0,0 0 1 0 0,-1 1-1 0 0,1-1 0 0 0,-1 1 1 0 0,1 0-1 0 0,0 0 0 0 0,-1-1 1 0 0,0 2-1 0 0,1-1 0 0 0,-1 0 0 0 0,4 3 1 0 0,-1-1 5 0 0,-1 1 1 0 0,1 0-1 0 0,-1 0 1 0 0,0 0 0 0 0,0 1-1 0 0,-1-1 1 0 0,1 1-1 0 0,-1 0 1 0 0,0 0-1 0 0,0 0 1 0 0,-1 1 0 0 0,0-1-1 0 0,1 1 1 0 0,0 6-1 0 0,-1-4 12 0 0,-1 1 0 0 0,0-1-1 0 0,-1 1 1 0 0,1 0-1 0 0,-2-1 1 0 0,1 1 0 0 0,-1-1-1 0 0,-4 16 1 0 0,-2 0-67 0 0,-2-1 1 0 0,0 1-1 0 0,-1-1 0 0 0,-2-1 1 0 0,-21 33-1 0 0,-29 36-2569 0 0,17-32-3306 0 0,27-37 1458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38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159 210 1912 0 0,'0'-3'2006'0'0,"2"-47"6032"0"0,-2 48-7555 0 0,0-7 1597 0 0,-60 514 1337 0 0,56-469-3337 0 0,1-13 745 0 0,-9 37 0 0 0,12-58-551 0 0,0-2-265 0 0,0 0-1 0 0,0 1 1 0 0,0-1 0 0 0,0 0 0 0 0,0 0 0 0 0,0 0-1 0 0,0 0 1 0 0,0 0 0 0 0,-1 1 0 0 0,1-1-1 0 0,0 0 1 0 0,0 0 0 0 0,0 0 0 0 0,0 0 0 0 0,0 0-1 0 0,0 0 1 0 0,0 0 0 0 0,-1 1 0 0 0,1-1-1 0 0,0 0 1 0 0,0 0 0 0 0,0 0 0 0 0,0 0 0 0 0,0 0-1 0 0,0 0 1 0 0,-1 0 0 0 0,1 0 0 0 0,0 0-1 0 0,0 0 1 0 0,0 0 0 0 0,0 0 0 0 0,-1 0 0 0 0,1 0-1 0 0,0 0 1 0 0,0 0 0 0 0,0 0 0 0 0,0 0 0 0 0,0 0-1 0 0,-1 0 1 0 0,1 0 0 0 0,0 0 0 0 0,0 0-1 0 0,0 0 1 0 0,0 0 0 0 0,-1 0 0 0 0,1 0 0 0 0,0 0-1 0 0,0-1 1 0 0,0 1 0 0 0,0 0 0 0 0,0 0-1 0 0,0 0 1 0 0,0 0 0 0 0,-1 0 0 0 0,1 0 0 0 0,0-1-1 0 0,-9-4 139 0 0,8 4-138 0 0,-3-4 24 0 0,-1 0 0 0 0,1-1 0 0 0,1 1 0 0 0,-1-1 0 0 0,1 0 1 0 0,0 0-1 0 0,0 0 0 0 0,1-1 0 0 0,-3-8 0 0 0,-1-10-4 0 0,-3-28 0 0 0,6 36-5 0 0,-2-19-14 0 0,2-1 1 0 0,1 0-1 0 0,2 0 0 0 0,9-72 1 0 0,-6 89-19 0 0,1 0 1 0 0,1 0-1 0 0,0 1 1 0 0,2 0-1 0 0,0 0 0 0 0,1 0 1 0 0,1 1-1 0 0,1 0 0 0 0,0 1 1 0 0,21-26-1 0 0,-21 31-10 0 0,1 0 0 0 0,0 2 0 0 0,1-1 0 0 0,0 1 0 0 0,0 1 0 0 0,1 0 0 0 0,0 1 0 0 0,15-7 0 0 0,-19 11 10 0 0,0 1-1 0 0,1 0 0 0 0,0 0 1 0 0,0 1-1 0 0,0 0 0 0 0,0 0 1 0 0,0 1-1 0 0,0 1 0 0 0,0 0 1 0 0,0 0-1 0 0,0 1 0 0 0,0 0 1 0 0,14 4-1 0 0,-14-3 10 0 0,-1 0-1 0 0,1 2 1 0 0,-1-1-1 0 0,1 1 1 0 0,-1 0 0 0 0,0 1-1 0 0,-1 0 1 0 0,1 1-1 0 0,11 9 1 0 0,-17-12-1 0 0,0-1 1 0 0,-1 1-1 0 0,1 1 0 0 0,-1-1 1 0 0,1 0-1 0 0,-1 1 0 0 0,0-1 0 0 0,0 1 1 0 0,0 0-1 0 0,-1-1 0 0 0,1 1 1 0 0,-1 0-1 0 0,0 0 0 0 0,0 0 1 0 0,-1 0-1 0 0,1 0 0 0 0,-1 0 1 0 0,0 0-1 0 0,0 0 0 0 0,0 0 1 0 0,0 0-1 0 0,-1 0 0 0 0,1 0 1 0 0,-1 0-1 0 0,0 0 0 0 0,-2 4 1 0 0,-3 6 0 0 0,0 0-1 0 0,0-1 1 0 0,-2 0 0 0 0,1 0 0 0 0,-2-1 0 0 0,0 0 0 0 0,0 0 0 0 0,-1-1 0 0 0,0-1 0 0 0,-19 16 0 0 0,0-4 2 0 0,-1 0 0 0 0,-1-2 0 0 0,-36 17 0 0 0,45-28 36 0 0,0 0 0 0 0,-1-1 0 0 0,-46 8 0 0 0,6 0 329 0 0,61-16-354 0 0,1 1-11 0 0,0-1-3 0 0,0 0 0 0 0,0 0 0 0 0,0 0 0 0 0,0 0 0 0 0,0 0 0 0 0,0 1 0 0 0,0-1 0 0 0,0 0 0 0 0,0 1 0 0 0,0-1 0 0 0,0 1 0 0 0,1-1 1 0 0,-2 2-1 0 0,2 0 0 0 0,1 0 1 0 0,0 0-1 0 0,0 0 1 0 0,0 0-1 0 0,0-1 1 0 0,0 1-1 0 0,0 0 1 0 0,1 0-1 0 0,-1-1 1 0 0,1 1-1 0 0,-1-1 1 0 0,1 1-1 0 0,-1-1 1 0 0,1 1-1 0 0,3 1 0 0 0,36 24 15 0 0,-29-20-11 0 0,278 198 37 0 0,-176-106-3275 0 0,-101-88 2090 0 0,21 20-2605 0 0,-10-13-1753 0 0,-8-11 195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39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87 168 0 0,'-12'-23'9183'0'0,"12"23"-9013"0"0,-1-2 197 0 0,0 0 1 0 0,0 0-1 0 0,0 0 1 0 0,1 0-1 0 0,-1 0 0 0 0,0 0 1 0 0,1 0-1 0 0,-1-4 1 0 0,1 5-335 0 0,0 0 0 0 0,1 0 0 0 0,-1 0 0 0 0,0 0 0 0 0,0 0 1 0 0,1 0-1 0 0,-1 0 0 0 0,1 0 0 0 0,-1 1 0 0 0,1-1 0 0 0,0 0 1 0 0,-1 0-1 0 0,1 0 0 0 0,0 0 0 0 0,-1 1 0 0 0,1-1 1 0 0,0 0-1 0 0,0 1 0 0 0,0-1 0 0 0,0 1 0 0 0,0-1 0 0 0,1 0 1 0 0,5-3 1 0 0,1 1 1 0 0,0 0-1 0 0,0 0 0 0 0,0 0 1 0 0,1 1-1 0 0,-1 1 1 0 0,1-1-1 0 0,-1 1 1 0 0,1 1-1 0 0,-1-1 1 0 0,11 2-1 0 0,-11 0-30 0 0,-1-1 0 0 0,1 1 0 0 0,0 1 0 0 0,-1 0 0 0 0,1 0 0 0 0,-1 0 0 0 0,1 1 0 0 0,-1 0 0 0 0,0 0 0 0 0,0 1 0 0 0,0 0 0 0 0,11 9 0 0 0,-16-12 0 0 0,-1 1 0 0 0,1-1-1 0 0,-1 1 1 0 0,1 0 0 0 0,-1 0-1 0 0,0 0 1 0 0,1 0-1 0 0,-1 0 1 0 0,0 0 0 0 0,0 0-1 0 0,-1 0 1 0 0,1 0 0 0 0,0 0-1 0 0,-1 0 1 0 0,1 1 0 0 0,-1-1-1 0 0,0 0 1 0 0,0 3 0 0 0,0-1 4 0 0,-1 1 1 0 0,1-1 0 0 0,-1 1 0 0 0,0-1-1 0 0,0 0 1 0 0,-1 0 0 0 0,0 1 0 0 0,-3 5-1 0 0,-3 5 58 0 0,-2-1-1 0 0,1-1 0 0 0,-22 23 1 0 0,8-12 680 0 0,-42 35 0 0 0,64-58-684 0 0,1-1-57 0 0,0 0 0 0 0,-1 0 0 0 0,1 1 0 0 0,0-1 0 0 0,0 0-1 0 0,-1 1 1 0 0,1-1 0 0 0,0 0 0 0 0,0 1 0 0 0,0-1 0 0 0,-1 0 0 0 0,1 1 0 0 0,0-1 0 0 0,0 0 0 0 0,0 1-1 0 0,0-1 1 0 0,0 1 0 0 0,0-1 0 0 0,0 0 0 0 0,0 1 0 0 0,0-1 0 0 0,0 1 0 0 0,0-1 0 0 0,0 1-1 0 0,43 8 8 0 0,-25-5-14 0 0,1 0 0 0 0,-1 1 0 0 0,0 1 0 0 0,27 12 0 0 0,-33-12 40 0 0,-1 1 0 0 0,0 0 0 0 0,-1 0 0 0 0,0 1 0 0 0,0 1 0 0 0,-1-1 1 0 0,0 1-1 0 0,0 1 0 0 0,-1 0 0 0 0,8 13 0 0 0,-12-18 105 0 0,-2 0 1 0 0,1 0-1 0 0,0 1 0 0 0,-1-1 0 0 0,0 1 1 0 0,-1 0-1 0 0,1-1 0 0 0,-1 1 1 0 0,0 0-1 0 0,0 0 0 0 0,-1 0 0 0 0,0 0 1 0 0,0 0-1 0 0,0-1 0 0 0,-1 1 0 0 0,1 0 1 0 0,-1 0-1 0 0,-1 0 0 0 0,1 0 1 0 0,-1-1-1 0 0,0 1 0 0 0,-1-1 0 0 0,1 1 1 0 0,-4 4-1 0 0,1-3 1 0 0,1 0 0 0 0,-1 0 0 0 0,-1-1 1 0 0,1 1-1 0 0,-1-1 0 0 0,0-1 0 0 0,0 1 1 0 0,-1-1-1 0 0,0 0 0 0 0,0 0 0 0 0,0-1 0 0 0,0 0 1 0 0,-1 0-1 0 0,1-1 0 0 0,-1 0 0 0 0,0-1 0 0 0,0 1 1 0 0,0-1-1 0 0,0-1 0 0 0,-1 1 0 0 0,1-2 0 0 0,-15 1 1 0 0,-7-3 2 0 0,0-1 0 0 0,0-1 1 0 0,1-2-1 0 0,-57-19 1 0 0,82 24-169 0 0,0 0-136 0 0,0 0 0 0 0,-1 0 0 0 0,1-1 1 0 0,0 1-1 0 0,1-1 0 0 0,-1 0 0 0 0,0 0 0 0 0,0-1 1 0 0,1 1-1 0 0,-6-5 0 0 0,9 6 23 0 0,-1 0 0 0 0,1 0-1 0 0,-1 0 1 0 0,1 1 0 0 0,0-1 0 0 0,-1 0-1 0 0,1 0 1 0 0,0 0 0 0 0,0 0 0 0 0,-1 0-1 0 0,1 0 1 0 0,0 0 0 0 0,0 0 0 0 0,0 0-1 0 0,0 0 1 0 0,0 0 0 0 0,0 0 0 0 0,1 0-1 0 0,-1 0 1 0 0,0 0 0 0 0,0 0 0 0 0,1 0-1 0 0,-1 0 1 0 0,1-1 0 0 0,13-20-3249 0 0,15-5-4692 0 0,-16 17 2645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39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143 100 672 0 0,'-142'-100'17618'0'0,"414"114"-16104"0"0,-169-12-1379 0 0,-100-2-134 0 0,30 0-1281 0 0,-30 0 526 0 0,10 0-2064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40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75 4 0 0,'-30'-75'18584'0'0,"29"84"-18246"0"0,3 209 4117 0 0,-4-106-3742 0 0,-9 217 31 0 0,6-266-3109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40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86 640 0 0,'0'-3'2560'0'0,"5"-78"12068"0"0,-5 79-14414 0 0,-2 14 154 0 0,-22 107 1047 0 0,-62 182-1 0 0,76-269-1316 0 0,-11 26 44 0 0,-7 28-3743 0 0,25-80 2366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41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71 235 2260 0 0,'0'-13'1686'0'0,"0"-8"386"0"0,0 0 0 0 0,1 1 0 0 0,1-1 0 0 0,9-34 0 0 0,-10 50-1968 0 0,0 1 1 0 0,1 0-1 0 0,-1-1 1 0 0,1 1-1 0 0,0 0 1 0 0,1 0-1 0 0,-1 0 1 0 0,1 0-1 0 0,-1 0 1 0 0,1 0-1 0 0,0 1 1 0 0,1 0-1 0 0,-1-1 1 0 0,1 1-1 0 0,-1 0 1 0 0,1 1-1 0 0,0-1 1 0 0,0 1-1 0 0,0 0 1 0 0,0-1-1 0 0,1 2 1 0 0,-1-1-1 0 0,0 0 0 0 0,1 1 1 0 0,-1 0-1 0 0,10-1 1 0 0,-6 1-75 0 0,1 1-1 0 0,-1 0 1 0 0,1 1 0 0 0,0 0-1 0 0,-1 0 1 0 0,0 0 0 0 0,1 1 0 0 0,-1 1-1 0 0,0-1 1 0 0,0 1 0 0 0,0 1-1 0 0,0-1 1 0 0,7 6 0 0 0,-11-7-21 0 0,-1 0 0 0 0,0 1 1 0 0,0-1-1 0 0,0 1 0 0 0,0-1 0 0 0,0 1 0 0 0,0 0 1 0 0,-1 0-1 0 0,1 1 0 0 0,-1-1 0 0 0,0 0 0 0 0,0 1 1 0 0,0-1-1 0 0,-1 1 0 0 0,1 0 0 0 0,-1 0 0 0 0,0-1 1 0 0,0 1-1 0 0,0 0 0 0 0,-1 0 0 0 0,1 0 0 0 0,-1 0 1 0 0,0 0-1 0 0,0 0 0 0 0,0 0 0 0 0,0 0 0 0 0,-1 0 1 0 0,0 0-1 0 0,0 0 0 0 0,-1 4 0 0 0,-4 7 7 0 0,0-1-1 0 0,-1 0 1 0 0,0 0 0 0 0,-1-1-1 0 0,-1 0 1 0 0,0 0-1 0 0,-1 0 1 0 0,0-2 0 0 0,-1 1-1 0 0,-14 11 1 0 0,1-3 127 0 0,-1-1 1 0 0,-1-1-1 0 0,-1-1 1 0 0,-29 14-1 0 0,2-11 1223 0 0,52-19-1266 0 0,1-1-88 0 0,0 0 0 0 0,0 0 0 0 0,0 0 1 0 0,0 0-1 0 0,0 0 0 0 0,0 0 0 0 0,0 0 1 0 0,0 0-1 0 0,0 0 0 0 0,0 1 1 0 0,0-1-1 0 0,0 0 0 0 0,1 1 0 0 0,-1-1 1 0 0,0 1-1 0 0,0-1 0 0 0,0 1 1 0 0,1-1-1 0 0,-1 1 0 0 0,-1 0 0 0 0,2 0-7 0 0,0 0-1 0 0,-1-1 0 0 0,1 1 0 0 0,0 0 0 0 0,0-1 0 0 0,0 1 0 0 0,0 0 1 0 0,0 0-1 0 0,0-1 0 0 0,0 1 0 0 0,0 0 0 0 0,0-1 0 0 0,0 1 0 0 0,0 0 1 0 0,1-1-1 0 0,-1 1 0 0 0,0 0 0 0 0,0-1 0 0 0,1 1 0 0 0,-1 0 1 0 0,1 0-1 0 0,3 6-7 0 0,1-1 1 0 0,0 0 0 0 0,10 11 0 0 0,-7-9 26 0 0,77 94 148 0 0,43 50-4103 0 0,-117-142 1243 0 0,-1 1 1 0 0,22 14 0 0 0,-13-11-3635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41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75 548 0 0,'3'-11'4556'0'0,"1"0"0"0"0,5-10 4556 0 0,12-10 552 0 0,-18 36-9347 0 0,-1 1 0 0 0,1 0-1 0 0,-1 0 1 0 0,0 0 0 0 0,-1 0 0 0 0,0 1-1 0 0,0-1 1 0 0,0 0 0 0 0,-1 8 0 0 0,-3 61 63 0 0,2-54-174 0 0,-25 168-301 0 0,16-127-4006 0 0,1-2-5463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42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1270 123 1516 0 0,'2'-2'392'0'0,"-1"-1"0"0"0,0 0 1 0 0,0 1-1 0 0,0-1 0 0 0,0 0 0 0 0,0 0 0 0 0,-1 0 0 0 0,1 0 0 0 0,-1 0 0 0 0,0 0 1 0 0,0 1-1 0 0,0-1 0 0 0,0 0 0 0 0,0 0 0 0 0,0 0 0 0 0,-1 0 0 0 0,-1-4 0 0 0,0 3-223 0 0,1 1-1 0 0,-1 0 1 0 0,0 0-1 0 0,0 0 1 0 0,0 0-1 0 0,0 1 1 0 0,-1-1-1 0 0,1 1 1 0 0,-1-1-1 0 0,1 1 1 0 0,-1 0-1 0 0,-5-4 1 0 0,-1 2-108 0 0,1 0 0 0 0,-1 0 0 0 0,0 0 0 0 0,0 1 1 0 0,0 1-1 0 0,0-1 0 0 0,-1 1 0 0 0,1 1 0 0 0,-17-1 0 0 0,6 3 50 0 0,-1 1 0 0 0,1 1 0 0 0,0 1-1 0 0,1 0 1 0 0,-1 2 0 0 0,1 0-1 0 0,0 1 1 0 0,0 1 0 0 0,1 1 0 0 0,0 0-1 0 0,0 1 1 0 0,1 2 0 0 0,-30 25 0 0 0,16-9 159 0 0,1 1 1 0 0,1 1 0 0 0,2 2 0 0 0,1 1 0 0 0,-38 65-1 0 0,31-37 221 0 0,2 2 0 0 0,4 1 0 0 0,-34 114 0 0 0,-28 210 455 0 0,-1 215-318 0 0,28 5-422 0 0,-9 72 428 0 0,11-241 13 0 0,-27 236 34 0 0,66-342-575 0 0,21-271-51 0 0,2-1 0 0 0,4 1 0 0 0,17 82 0 0 0,-20-128-26 0 0,2 0 0 0 0,0 0 0 0 0,0 0 0 0 0,2-1-1 0 0,0 0 1 0 0,0 0 0 0 0,2 0 0 0 0,15 20 0 0 0,-17-27-26 0 0,0 0-1 0 0,0-1 1 0 0,1 0-1 0 0,0-1 1 0 0,0 0 0 0 0,0 0-1 0 0,1 0 1 0 0,0-1-1 0 0,0-1 1 0 0,0 0 0 0 0,1 0-1 0 0,-1 0 1 0 0,1-1-1 0 0,0-1 1 0 0,12 3 0 0 0,6-2-391 0 0,0-1 1 0 0,-1-2 0 0 0,1 0 0 0 0,0-2 0 0 0,-1-1-1 0 0,1-1 1 0 0,32-9 0 0 0,-21 2-1480 0 0,0-3 0 0 0,-1 0 0 0 0,-1-3 0 0 0,46-26 0 0 0,-9-4-4181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42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78 2572 0 0,'38'-41'8412'0'0,"-4"5"-3889"0"0,-33 35-4301 0 0,-2 19-79 0 0,-2-1-1 0 0,0 0 0 0 0,-1 0 0 0 0,-1 0 0 0 0,-9 21 0 0 0,0 1-48 0 0,-28 83 68 0 0,-16 56-1799 0 0,48-138-2703 0 0,-6 43 0 0 0,13-57 223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43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56 1848 0 0,'-1'-2'2082'0'0,"-10"-39"6354"0"0,11 40-7839 0 0,-2-2 87 0 0,2 2-655 0 0,0 1 1 0 0,0 0 0 0 0,0 0 0 0 0,0 0-1 0 0,0-1 1 0 0,0 1 0 0 0,0 0 0 0 0,0 0-1 0 0,0 0 1 0 0,0-1 0 0 0,0 1-1 0 0,0 0 1 0 0,0 0 0 0 0,0 0 0 0 0,0 0-1 0 0,0-1 1 0 0,0 1 0 0 0,0 0 0 0 0,-1 0-1 0 0,1 0 1 0 0,0 0 0 0 0,0 0-1 0 0,0-1 1 0 0,0 1 0 0 0,0 0 0 0 0,0 0-1 0 0,-1 0 1 0 0,1 0 0 0 0,0 0 0 0 0,0 0-1 0 0,0 0 1 0 0,0-1 0 0 0,-1 1-1 0 0,1 0 1 0 0,0 0 0 0 0,0 0 0 0 0,0 0-1 0 0,-1 0 1 0 0,1 0 0 0 0,0 0 0 0 0,0 0-1 0 0,0 0 1 0 0,-1 0 0 0 0,-2 1 47 0 0,-1 0 1 0 0,0 0 0 0 0,1 1 0 0 0,-1-1-1 0 0,1 1 1 0 0,-1 0 0 0 0,1 0 0 0 0,0 0-1 0 0,0 0 1 0 0,0 1 0 0 0,0-1-1 0 0,0 1 1 0 0,1 0 0 0 0,-5 4 0 0 0,-6 10 207 0 0,-15 25 1 0 0,23-33-236 0 0,-9 13 53 0 0,1 1 1 0 0,1 0-1 0 0,-13 40 1 0 0,20-49-67 0 0,1 1 0 0 0,0 0-1 0 0,1 0 1 0 0,1 1 0 0 0,1-1 0 0 0,0 0 0 0 0,1 23 0 0 0,0-33-22 0 0,1 0 0 0 0,0 0 0 0 0,0 0 0 0 0,0 0 0 0 0,1 0 0 0 0,-1 0 1 0 0,1 0-1 0 0,0-1 0 0 0,1 1 0 0 0,-1-1 0 0 0,1 1 0 0 0,0-1 0 0 0,0 0 0 0 0,0 0 0 0 0,0 0 0 0 0,7 5 1 0 0,-4-4-4 0 0,0-1 1 0 0,0-1 0 0 0,0 1 0 0 0,0-1 0 0 0,1-1 0 0 0,-1 1 0 0 0,1-1 0 0 0,0 0 0 0 0,-1 0 0 0 0,1-1 0 0 0,8 1 0 0 0,0-1 3 0 0,1 0 0 0 0,0-2 0 0 0,0 0 1 0 0,0 0-1 0 0,0-2 0 0 0,-1 0 0 0 0,1 0 0 0 0,-1-2 0 0 0,0 0 0 0 0,15-7 0 0 0,-15 4 6 0 0,0-1 0 0 0,-1 0 0 0 0,0-1 0 0 0,-1-1 1 0 0,0 0-1 0 0,-1 0 0 0 0,0-2 0 0 0,-1 1 0 0 0,13-19 0 0 0,-16 21 18 0 0,-1-1 1 0 0,-1 0-1 0 0,0 0 1 0 0,0-1-1 0 0,-1 0 1 0 0,-1 0-1 0 0,0 0 1 0 0,0 0-1 0 0,-1-1 1 0 0,-1 0-1 0 0,0 1 1 0 0,0-26-1 0 0,-2 30-28 0 0,-1 1 0 0 0,-1-1 0 0 0,1 0 0 0 0,-1 0 1 0 0,0 1-1 0 0,-1-1 0 0 0,0 1 0 0 0,0 0 0 0 0,0 0 0 0 0,-1 0 0 0 0,0 0 0 0 0,-1 0 0 0 0,1 1 0 0 0,-1 0 1 0 0,-1 0-1 0 0,-8-8 0 0 0,10 11-162 0 0,0-1 0 0 0,-1 1 0 0 0,1 0 0 0 0,-1 1 0 0 0,1-1 0 0 0,-1 1 0 0 0,0 0 0 0 0,0 0 0 0 0,0 0 0 0 0,0 1 0 0 0,-1 0 0 0 0,1 0 0 0 0,0 0 0 0 0,0 1 0 0 0,-1 0 0 0 0,1 0 0 0 0,0 0 0 0 0,-1 0 0 0 0,1 1 0 0 0,0 0 0 0 0,0 0 0 0 0,-1 0 0 0 0,1 1 0 0 0,0 0 0 0 0,-6 3 0 0 0,-2 2-1329 0 0,0 0 0 0 0,1 2 1 0 0,0-1-1 0 0,1 2 0 0 0,-17 15 1 0 0,14-9-2339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43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31 804 0 0,'-2'-12'9229'0'0,"-1"-7"-4449"0"0,2 22-4524 0 0,-21 53 681 0 0,3 1 1 0 0,-21 102 0 0 0,35-131-825 0 0,1 0 0 0 0,-1 29 0 0 0,5-47-82 0 0,0 0-1 0 0,0 1 0 0 0,1-1 1 0 0,1 0-1 0 0,0 0 0 0 0,0 0 1 0 0,1 0-1 0 0,0 0 1 0 0,5 9-1 0 0,-6-15-7 0 0,0-1 0 0 0,0 1-1 0 0,0-1 1 0 0,1 1 0 0 0,-1-1-1 0 0,1 0 1 0 0,0 0 0 0 0,0 0 0 0 0,0 0-1 0 0,0-1 1 0 0,1 1 0 0 0,-1-1 0 0 0,1 0-1 0 0,-1 0 1 0 0,8 3 0 0 0,-5-3 3 0 0,0-1 0 0 0,0 1 1 0 0,0-1-1 0 0,0-1 0 0 0,0 1 0 0 0,0-1 1 0 0,1 0-1 0 0,-1 0 0 0 0,0-1 0 0 0,6-1 1 0 0,0 0 19 0 0,-1-1 1 0 0,0-1 0 0 0,0 0-1 0 0,0-1 1 0 0,0 1-1 0 0,-1-2 1 0 0,0 0 0 0 0,0 0-1 0 0,0-1 1 0 0,16-15-1 0 0,-18 13-25 0 0,1 0-1 0 0,-2-1 0 0 0,0 0 0 0 0,0 0 0 0 0,0-1 1 0 0,-1 0-1 0 0,-1 0 0 0 0,0-1 0 0 0,-1 1 0 0 0,0-1 0 0 0,-1 0 1 0 0,0 0-1 0 0,0 0 0 0 0,-2-1 0 0 0,1 1 0 0 0,-2 0 1 0 0,0-1-1 0 0,-2-19 0 0 0,1 21-18 0 0,-1-1 1 0 0,0 1 0 0 0,-1 0-1 0 0,-1-1 1 0 0,0 1 0 0 0,0 1-1 0 0,-1-1 1 0 0,0 1 0 0 0,-1-1-1 0 0,0 1 1 0 0,-1 1-1 0 0,0 0 1 0 0,0 0 0 0 0,-1 0-1 0 0,0 1 1 0 0,-1 0 0 0 0,0 0-1 0 0,0 1 1 0 0,-20-12 0 0 0,17 13-254 0 0,1 1 1 0 0,-1 0 0 0 0,-1 0 0 0 0,1 2 0 0 0,0-1 0 0 0,-1 2 0 0 0,0-1 0 0 0,0 2 0 0 0,-22-1 0 0 0,5 4-1918 0 0,1 0-1 0 0,-1 2 1 0 0,-32 9 0 0 0,1 2-4381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46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1 174 284 0 0,'3'-8'1168'0'0,"1"0"-1"0"0,1 0 1 0 0,-1 1-1 0 0,1 0 1 0 0,1 0-1 0 0,-1 0 1 0 0,11-9 0 0 0,49-38 2986 0 0,-37 33-2270 0 0,6-5-483 0 0,-32 25-1263 0 0,2-3-1320 0 0,-12 10-1689 0 0,-6 11-2672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47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40 864 0 0,'1'-22'8304'0'0,"0"4"-1396"0"0,-3 32-6020 0 0,-1 0 0 0 0,0-1 0 0 0,-6 18-1 0 0,-2 6-73 0 0,-92 399 1170 0 0,88-374-1742 0 0,15-60-219 0 0,-3 12 231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52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56 1464 0 0,'2'-12'3730'0'0,"1"-5"-310"0"0,-2 15-2746 0 0,-1-10 2003 0 0,2-1 1023 0 0,-2 19-2405 0 0,-2 24-1006 0 0,-34 459 1239 0 0,35-476-2191 0 0,-3 19-1460 0 0,3-13-4522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48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113 187 508 0 0,'-23'-49'9544'0'0,"17"37"-8142"0"0,1 0 0 0 0,1 0 0 0 0,-6-26-1 0 0,10 36-1355 0 0,0 0 0 0 0,0-1 1 0 0,-1 1-1 0 0,1 0 0 0 0,1 0 0 0 0,-1 0 0 0 0,0 0 0 0 0,0-1 0 0 0,1 1 0 0 0,-1 0 0 0 0,1 0 0 0 0,0 0 0 0 0,0 0 0 0 0,0 0 0 0 0,0 0 0 0 0,0 0 0 0 0,0 0 0 0 0,0 0 0 0 0,1 1 0 0 0,-1-1 0 0 0,0 0 0 0 0,1 1 0 0 0,0-1 0 0 0,-1 1 0 0 0,1 0 0 0 0,0-1 0 0 0,0 1 0 0 0,0 0 0 0 0,0 0 0 0 0,0 0 0 0 0,0 0 0 0 0,0 1 0 0 0,0-1 0 0 0,0 0 0 0 0,2 0 0 0 0,2 0-41 0 0,0 0-1 0 0,0 0 0 0 0,1 1 1 0 0,-1 0-1 0 0,0 0 1 0 0,0 0-1 0 0,0 1 0 0 0,0-1 1 0 0,0 2-1 0 0,0-1 1 0 0,9 3-1 0 0,-10-2 0 0 0,0 1 0 0 0,0-1 0 0 0,0 1 0 0 0,0 0 0 0 0,0 0 1 0 0,-1 1-1 0 0,1-1 0 0 0,-1 1 0 0 0,0 0 0 0 0,0 0 0 0 0,0 1 0 0 0,-1-1 0 0 0,1 1 0 0 0,-1 0 0 0 0,0 0 1 0 0,-1 0-1 0 0,1 0 0 0 0,-1 0 0 0 0,0 0 0 0 0,0 1 0 0 0,0-1 0 0 0,0 8 0 0 0,-1-3 2 0 0,0 1 0 0 0,0 0 0 0 0,-1 0 0 0 0,-1-1 0 0 0,0 1 0 0 0,0 0 0 0 0,-1-1 0 0 0,0 1 1 0 0,-1-1-1 0 0,-8 20 0 0 0,0-7 121 0 0,0-1 0 0 0,-2 0 0 0 0,-28 38 0 0 0,-56 52 1127 0 0,28-34-634 0 0,58-62-432 0 0,11-7-4 0 0,1-8-169 0 0,1 0 0 0 0,0 0-1 0 0,0 0 1 0 0,0 0 0 0 0,0-1 0 0 0,1 1-1 0 0,-1-1 1 0 0,0 0 0 0 0,0 1 0 0 0,0-1-1 0 0,0 0 1 0 0,3 0 0 0 0,228 1 197 0 0,-120-3-129 0 0,-60-1 7 0 0,-27-2-1971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49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325 136 2076 0 0,'42'-38'8694'0'0,"8"-5"-3386"0"0,-40 35-5013 0 0,-1 1 0 0 0,1 0 0 0 0,0 1 0 0 0,1 0 0 0 0,0 1 1 0 0,13-5-1 0 0,-15 6-239 0 0,-4 3-51 0 0,26 1 66 0 0,-27-1-72 0 0,0 1-1 0 0,1 0 1 0 0,-1 0 0 0 0,0 1 0 0 0,0-1 0 0 0,0 1 0 0 0,1 0 0 0 0,-1 0 0 0 0,0 0-1 0 0,0 1 1 0 0,0-1 0 0 0,-1 1 0 0 0,1 0 0 0 0,0 0 0 0 0,0 0 0 0 0,-1 1 0 0 0,5 4-1 0 0,-6-5-1 0 0,0 1-1 0 0,0-1 1 0 0,0 1-1 0 0,-1 0 1 0 0,0 0-1 0 0,1-1 0 0 0,-1 1 1 0 0,0 0-1 0 0,0 0 1 0 0,-1 0-1 0 0,1 1 1 0 0,0-1-1 0 0,-1 0 0 0 0,0 0 1 0 0,0 0-1 0 0,0 0 1 0 0,0 0-1 0 0,0 1 1 0 0,-1-1-1 0 0,0 0 0 0 0,1 0 1 0 0,-1 0-1 0 0,-2 4 1 0 0,-4 10 4 0 0,0-1-1 0 0,0 0 1 0 0,-14 20 0 0 0,-14 25 40 0 0,33-56-36 0 0,1-4-4 0 0,1-1-1 0 0,-1 1 1 0 0,1 0 0 0 0,-1 0 0 0 0,1 0 0 0 0,0-1 0 0 0,-1 1 0 0 0,1 0 0 0 0,0 0 0 0 0,0 0-1 0 0,-1 0 1 0 0,1 0 0 0 0,0 0 0 0 0,0 1 0 0 0,1-1-1 0 0,0 1 0 0 0,-1-1 0 0 0,1 0 0 0 0,0 0-1 0 0,0 0 1 0 0,0 0 0 0 0,0-1 0 0 0,0 1 0 0 0,0 0 0 0 0,0 0 0 0 0,0 0 0 0 0,0-1 0 0 0,0 1-1 0 0,2 0 1 0 0,17 10 0 0 0,-2 1 0 0 0,0 1-1 0 0,27 24 1 0 0,-36-29 5 0 0,0 1 0 0 0,-1 1 1 0 0,0-1-1 0 0,-1 1 0 0 0,1 1 1 0 0,-2-1-1 0 0,0 1 0 0 0,6 13 0 0 0,-11-21 30 0 0,0 0-1 0 0,0 0 1 0 0,0 0-1 0 0,-1 1 0 0 0,1-1 1 0 0,-1 0-1 0 0,0 0 0 0 0,0 0 1 0 0,0 0-1 0 0,0 1 1 0 0,0-1-1 0 0,-1 0 0 0 0,1 0 1 0 0,-1 0-1 0 0,0 0 1 0 0,0 0-1 0 0,-2 4 0 0 0,0-2 47 0 0,0 0 0 0 0,0-1 1 0 0,0 1-1 0 0,-1-1 0 0 0,1 1 0 0 0,-1-1 0 0 0,-1 0 0 0 0,-8 6 0 0 0,-6 2 128 0 0,0 0 1 0 0,0-2 0 0 0,-39 15-1 0 0,56-25-210 0 0,-35 14 127 0 0,-1-3 0 0 0,0-1 0 0 0,-69 9 0 0 0,47-14-1850 0 0,-107-2 1 0 0,105-8-1806 0 0,20-2-1818 0 0,13-1-892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1:59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26 328 0 0,'-10'-6'5851'0'0,"6"3"-6135"0"0,-18-10 9705 0 0,14 10-8652 0 0,6 2-395 0 0,5 1-323 0 0,209 5 240 0 0,-178-3-266 0 0,-31-2-13 0 0,1 0 0 0 0,10 0-12 0 0,-11 0 36 0 0,24-1-1443 0 0,-25 0 615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00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64 196 660 0 0,'32'-45'13521'0'0,"-31"44"-13293"0"0,0 0 0 0 0,0 0 1 0 0,0 0-1 0 0,0-1 0 0 0,0 1 1 0 0,0 0-1 0 0,-1 0 0 0 0,1-1 1 0 0,0 1-1 0 0,0-2 0 0 0,-7-5-182 0 0,0 1 1 0 0,0 0-1 0 0,0 0 0 0 0,-1 0 0 0 0,0 1 0 0 0,-11-7 0 0 0,-12-12-28 0 0,20 17-13 0 0,1-2-29 0 0,9 10 24 0 0,0-1 0 0 0,0 1-1 0 0,1-1 1 0 0,-1 1 0 0 0,0 0 0 0 0,0-1 0 0 0,0 1-1 0 0,1 0 1 0 0,-1-1 0 0 0,0 1 0 0 0,1 0-1 0 0,-1 0 1 0 0,0-1 0 0 0,1 1 0 0 0,-1 0-1 0 0,0 0 1 0 0,1 0 0 0 0,-1-1 0 0 0,0 1-1 0 0,1 0 1 0 0,-1 0 0 0 0,1 0 0 0 0,-1 0 0 0 0,0 0-1 0 0,1 0 1 0 0,-1 0 0 0 0,1 0 0 0 0,-1 0-1 0 0,0 0 1 0 0,1 0 0 0 0,-1 0 0 0 0,1 0-1 0 0,0 0 1 0 0,298-27-34 0 0,-289 25-48 0 0,-2 1 712 0 0,1 0 0 0 0,-1 1 0 0 0,0 0 0 0 0,1 0 0 0 0,11 2 0 0 0,-17-2-295 0 0,-6 22-119 0 0,-122 373 332 0 0,81-291-420 0 0,3-5-2071 0 0,17-32-3284 0 0,19-45-941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00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45 1464 0 0,'-31'-20'16803'0'0,"38"17"-15820"0"0,21 0-1246 0 0,-14 1 571 0 0,188-11 263 0 0,-199 13-485 0 0,13 0 73 0 0,-13 0-91 0 0,30-2 226 0 0,-16 0 978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01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137 265 1812 0 0,'0'0'1848'0'0,"25"-20"7417"0"0,-25 20-9189 0 0,1 0-1 0 0,-1-1 1 0 0,0 1-1 0 0,1 0 1 0 0,-1-1-1 0 0,0 1 1 0 0,0 0 0 0 0,1-1-1 0 0,-1 1 1 0 0,0 0-1 0 0,0-1 1 0 0,0 1-1 0 0,1-1 1 0 0,-1 1-1 0 0,0-1 1 0 0,0 1-1 0 0,0 0 1 0 0,0-1 0 0 0,0 1-1 0 0,0-1 1 0 0,0 1-1 0 0,0-1 1 0 0,0 1-1 0 0,0 0 1 0 0,0-1-1 0 0,0 1 1 0 0,0-1-1 0 0,0 1 1 0 0,0-1 0 0 0,-1 1-1 0 0,1 0 1 0 0,0-1-1 0 0,0 1 1 0 0,0-1-1 0 0,-1 1 1 0 0,1 0-1 0 0,0-1 1 0 0,0 1-1 0 0,-1 0 1 0 0,1-1 0 0 0,0 1-1 0 0,-1-1 1 0 0,-23-12-95 0 0,3 1 215 0 0,-82-62 1306 0 0,102 73-1449 0 0,0 1-41 0 0,1-1-1 0 0,-1 1 0 0 0,0 0 1 0 0,1-1-1 0 0,-1 1 0 0 0,0 0 1 0 0,1-1-1 0 0,-1 1 0 0 0,1-1 1 0 0,-1 1-1 0 0,1-1 1 0 0,-1 1-1 0 0,1-1 0 0 0,-1 1 1 0 0,1-1-1 0 0,-1 0 0 0 0,1 1 1 0 0,0-1-1 0 0,-1 0 0 0 0,1 0 1 0 0,0 1-10 0 0,-1-1 1 0 0,1 1-1 0 0,0 0 1 0 0,0-1-1 0 0,0 1 0 0 0,0 0 1 0 0,0 0-1 0 0,0-1 1 0 0,0 1-1 0 0,0 0 1 0 0,0-1-1 0 0,0 1 1 0 0,0-1-1 0 0,0 1 0 0 0,0 0 1 0 0,0-1-1 0 0,0 1 1 0 0,0 0-1 0 0,0-1 1 0 0,0 1-1 0 0,0 0 1 0 0,0 0-1 0 0,0-1 0 0 0,1 1 1 0 0,-1 0-1 0 0,0-1 1 0 0,0 1-1 0 0,0 0 1 0 0,1 0-1 0 0,-1-1 1 0 0,0 1-1 0 0,0 0 0 0 0,1 0 1 0 0,-1-1-1 0 0,0 1 1 0 0,0 0-1 0 0,1 0 1 0 0,-1 0-1 0 0,0 0 1 0 0,1 0-1 0 0,-1-1 0 0 0,0 1 1 0 0,1 0-1 0 0,-1 0 1 0 0,0 0-1 0 0,1 0 1 0 0,-1 0-1 0 0,0 0 1 0 0,1 0-1 0 0,179-7-3 0 0,-25 3 79 0 0,-147 3 18 0 0,0 0-1 0 0,0-1 1 0 0,0 0-1 0 0,-1 0 1 0 0,1 0-1 0 0,0-1 1 0 0,-1-1-1 0 0,0 1 1 0 0,0-1-1 0 0,0 0 1 0 0,0 0-1 0 0,0-1 1 0 0,6-7-1 0 0,-7 8 309 0 0,-5 3-163 0 0,4-4 543 0 0,-1 0 0 0 0,0-1 0 0 0,-1 1 0 0 0,7-12 0 0 0,-10 16-638 0 0,-1 12-156 0 0,-1 0 20 0 0,0 0 0 0 0,-1 0 0 0 0,0 0 0 0 0,-1 0 0 0 0,-9 18 0 0 0,4-6-9 0 0,-125 256-570 0 0,1-2-3463 0 0,65-93-4418 0 0,38-87-538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13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0 432 0 0,'0'0'9256'0'0,"-7"4"-11092"0"0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14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1 740 0 0,'0'0'8382'0'0,"-2"0"-8060"0"0,-16 6 3541 0 0,29-2-3973 0 0,193 28 407 0 0,-95-16-200 0 0,61 6 137 0 0,-168-22-124 0 0,25 5 522 0 0,-25-5-169 0 0,1 1-296 0 0,36 2 3814 0 0,-39-2-3979 0 0,1-1-1 0 0,-1 1 1 0 0,0 0 0 0 0,0 0 0 0 0,0 0-1 0 0,0-1 1 0 0,0 1 0 0 0,0 0 0 0 0,0 0-1 0 0,0 0 1 0 0,0-1 0 0 0,0 1 0 0 0,0 0-1 0 0,0 0 1 0 0,-1 0 0 0 0,0 1 0 0 0,-110 326 156 0 0,59-192-108 0 0,41-106-268 0 0,-68 205-1168 0 0,51-115-1621 0 0,22-81-292 0 0,-1 44 0 0 0,6-43-2504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16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39 158 1124 0 0,'0'0'8907'0'0,"-11"2"-4341"0"0,-8-37-3917 0 0,18 34-627 0 0,-1-3 15 0 0,-3-8 34 0 0,5 11-71 0 0,0 1 1 0 0,-1 0-1 0 0,1 0 0 0 0,0-1 0 0 0,0 1 0 0 0,0 0 0 0 0,0-1 1 0 0,0 1-1 0 0,0 0 0 0 0,0 0 0 0 0,1-1 0 0 0,-1 1 1 0 0,0 0-1 0 0,0 0 0 0 0,0-1 0 0 0,0 1 0 0 0,0 0 1 0 0,0 0-1 0 0,0-1 0 0 0,1 1 0 0 0,-1 0 0 0 0,0 0 1 0 0,0-1-1 0 0,0 1 0 0 0,0 0 0 0 0,1 0 0 0 0,-1 0 1 0 0,0 0-1 0 0,0-1 0 0 0,1 1 0 0 0,-1 0 0 0 0,0 0 1 0 0,0 0-1 0 0,1 0 0 0 0,-1 0 0 0 0,0 0 0 0 0,0 0 1 0 0,1 0-1 0 0,-1-1 0 0 0,0 1 0 0 0,1 0 0 0 0,-1 0 1 0 0,0 0-1 0 0,112-9-6 0 0,-60 7 1 0 0,1-3 1 0 0,92-22-1 0 0,-133 23 479 0 0,0-1-1 0 0,0-1 0 0 0,11-7 0 0 0,2 0 1619 0 0,-23 12-1710 0 0,-1 0-285 0 0,-1 0 0 0 0,1 0-1 0 0,-1 1 1 0 0,1-1 0 0 0,0 0 0 0 0,-1 0 0 0 0,1 1 0 0 0,0-1 0 0 0,0 1-1 0 0,0-1 1 0 0,0 1 0 0 0,-1-1 0 0 0,1 1 0 0 0,0-1 0 0 0,0 1 0 0 0,0 0-1 0 0,2-1 1 0 0,-3 1-55 0 0,1-1-1 0 0,-1 1 1 0 0,1 0-1 0 0,-1 0 1 0 0,1-1-1 0 0,0 1 1 0 0,-1 0-1 0 0,1 0 1 0 0,-1 0 0 0 0,1 0-1 0 0,0 0 1 0 0,-1 0-1 0 0,1 0 1 0 0,-1 0-1 0 0,1 0 1 0 0,0 0-1 0 0,-1 0 1 0 0,1 0-1 0 0,-1 0 1 0 0,1 0-1 0 0,0 1 1 0 0,-1-1-1 0 0,1 0 1 0 0,-1 0-1 0 0,1 1 1 0 0,-1-1-1 0 0,1 0 1 0 0,-1 1 0 0 0,1-1-1 0 0,-1 1 1 0 0,1 0-1 0 0,-1 2-30 0 0,0 1-1 0 0,-1-1 1 0 0,1 1-1 0 0,-1 0 1 0 0,0-1-1 0 0,0 1 1 0 0,0-1-1 0 0,-1 0 0 0 0,-2 6 1 0 0,-2 6 1 0 0,-85 247-26 0 0,-2 4-4017 0 0,42-85-5595 0 0,41-135 2780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17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976 32 1100 0 0,'-11'-4'9689'0'0,"13"2"-9665"0"0,0 0 1 0 0,0 1-1 0 0,0-1 1 0 0,1 1-1 0 0,-1 0 1 0 0,0 0-1 0 0,1 0 1 0 0,-1 0-1 0 0,1 0 0 0 0,-1 0 1 0 0,1 1-1 0 0,4-1 1 0 0,40-5 60 0 0,-37 5-41 0 0,134-4 30 0 0,-127 5-72 0 0,0 2-1 0 0,-1 0 1 0 0,1 0-1 0 0,-1 2 1 0 0,0 0 0 0 0,26 11-1 0 0,-34-12-1 0 0,-1 1-1 0 0,0 0 1 0 0,0 1 0 0 0,0 0 0 0 0,-1 0-1 0 0,1 0 1 0 0,-1 1 0 0 0,-1 0 0 0 0,1 0-1 0 0,5 8 1 0 0,-4-3 18 0 0,0 0 0 0 0,-1 1 0 0 0,0 0 0 0 0,0 1 0 0 0,5 19 0 0 0,-1 9 119 0 0,-2-1 0 0 0,5 83 0 0 0,-13-115-116 0 0,8 172 1001 0 0,-28 327 1 0 0,-70 177 584 0 0,48-395-1466 0 0,-60 682 101 0 0,10-24 919 0 0,84-883-928 0 0,-2-1 1 0 0,-3 0 0 0 0,-37 105 0 0 0,45-155-164 0 0,-1-1 0 0 0,-1 0-1 0 0,0 0 1 0 0,0 0 0 0 0,-1-1 0 0 0,0 0-1 0 0,-1 0 1 0 0,-1-1 0 0 0,1 0 0 0 0,-15 10 0 0 0,8-8-20 0 0,-1-1 1 0 0,-1-1 0 0 0,1-1 0 0 0,-2 0-1 0 0,1-1 1 0 0,-29 7 0 0 0,-6 0-155 0 0,-2-3 0 0 0,-76 7 1 0 0,-115-3-2857 0 0,166-13 1104 0 0,-44 2-2765 0 0,-9-1-2339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09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47 40 0 0,'0'0'4880'0'0,"-3"-1"-3776"0"0,-4 0 799 0 0,0-2 1 0 0,1 1-1 0 0,-1-1 1 0 0,-8-4 3694 0 0,30 1-5545 0 0,-2 4-46 0 0,24-3 19 0 0,74 0 0 0 0,-16 1-7 0 0,-13 2-14 0 0,-79 2 4 0 0,0 0-2 0 0,11 0-9 0 0,-10 0-3 0 0,-2 0-7 0 0,8-2-21 0 0,-7 2-23 0 0,8-1-566 0 0,2-1-2902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10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1392 0 0,'24'-36'9118'0'0,"-24"34"-8452"0"0,1 1-408 0 0,0 0 1 0 0,-1 0-1 0 0,1-1 1 0 0,0 1-1 0 0,0 0 1 0 0,0 0-1 0 0,0 0 1 0 0,0 0-1 0 0,0 0 1 0 0,0 1-1 0 0,0-1 1 0 0,1-1-1 0 0,0 4-179 0 0,-1 0-1 0 0,0 1 1 0 0,-1-1-1 0 0,1 0 1 0 0,0 1-1 0 0,-1-1 1 0 0,1 1-1 0 0,-1-1 1 0 0,0 1-1 0 0,0-1 1 0 0,0 3-1 0 0,-2 37 417 0 0,0-15-225 0 0,0 73 484 0 0,4 97-110 0 0,0-125-504 0 0,-2-20-226 0 0,-10-36-3791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25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1140 0 0,'0'0'1556'0'0,"-1"8"1196"0"0,-3 3-1115 0 0,2-1-1037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25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1084 0 0,'0'-2'134'0'0,"7"-16"5448"0"0,6 15-9978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26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21 772 0 0,'-7'-7'1772'0'0,"-2"-2"-416"0"0,-3 4-1156 0 0,7 12-612 0 0,1 9-872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26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0 720 0 0,'-2'11'424'0'0,"-3"1"-1076"0"0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29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106 178 348 0 0,'0'0'680'0'0,"-11"-23"8680"0"0,5 71-8020 0 0,6-46-1296 0 0,1 4-17 0 0,-1-1 0 0 0,0 1-1 0 0,0-1 1 0 0,0 1 0 0 0,0-1-1 0 0,-1 1 1 0 0,-2 7 0 0 0,1 0-3 0 0,-12 225 113 0 0,2-19-54 0 0,-10 27-9 0 0,18-153 98 0 0,4-91-132 0 0,0-2-39 0 0,0 0 0 0 0,0 0 0 0 0,0 1 0 0 0,0-1 0 0 0,0 0 0 0 0,0 0 1 0 0,0 1-1 0 0,0-1 0 0 0,0 0 0 0 0,-1 0 0 0 0,1 0 0 0 0,0 1 0 0 0,0-1 0 0 0,0 0 0 0 0,0 0 0 0 0,0 0 1 0 0,-1 1-1 0 0,1-1 0 0 0,0 0 0 0 0,0 0 0 0 0,0 0 0 0 0,-1 0 0 0 0,1 0 0 0 0,0 1 0 0 0,0-1 1 0 0,0 0-1 0 0,-1 0 0 0 0,1 0 0 0 0,-4-10-1 0 0,0 0 0 0 0,2 0 0 0 0,-1 0 0 0 0,1-1 1 0 0,0 1-1 0 0,0-21 0 0 0,0 6-1 0 0,-3-49 6 0 0,3-1-1 0 0,9-80 0 0 0,21-81 60 0 0,-19 187-60 0 0,3 0 0 0 0,31-81-1 0 0,-35 111-15 0 0,0 1 0 0 0,2-1 0 0 0,0 2 0 0 0,22-29 0 0 0,-28 40 8 0 0,1 0-1 0 0,0 0 1 0 0,0 1-1 0 0,1 0 0 0 0,-1 0 1 0 0,1 1-1 0 0,0 0 0 0 0,1 0 1 0 0,-1 0-1 0 0,1 0 1 0 0,-1 1-1 0 0,1 0 0 0 0,0 1 1 0 0,0 0-1 0 0,14-3 0 0 0,-17 5 9 0 0,-1-1-1 0 0,1 1 1 0 0,0 0-1 0 0,-1 1 1 0 0,1-1-1 0 0,0 0 1 0 0,-1 1-1 0 0,1 0 0 0 0,-1 0 1 0 0,1 0-1 0 0,-1 1 1 0 0,1-1-1 0 0,-1 1 1 0 0,0-1-1 0 0,0 1 0 0 0,1 0 1 0 0,-1 1-1 0 0,-1-1 1 0 0,1 0-1 0 0,0 1 1 0 0,-1 0-1 0 0,1-1 1 0 0,-1 1-1 0 0,0 0 0 0 0,0 0 1 0 0,0 0-1 0 0,0 1 1 0 0,0-1-1 0 0,-1 0 1 0 0,1 1-1 0 0,-1-1 0 0 0,1 5 1 0 0,1 4-6 0 0,0 0 1 0 0,-1 0-1 0 0,0-1 1 0 0,-1 2-1 0 0,-1-1 1 0 0,0 0-1 0 0,0 0 0 0 0,-3 16 1 0 0,-3 2-11 0 0,-2-1 1 0 0,0 0 0 0 0,-2 0-1 0 0,-1-1 1 0 0,-24 41 0 0 0,12-29 15 0 0,-2-1 1 0 0,-58 70 0 0 0,78-104 2 0 0,0 1 0 0 0,0-1 1 0 0,0-1-1 0 0,0 1 0 0 0,-1-1 0 0 0,1 0 1 0 0,-9 5-1 0 0,2-4 1 0 0,-1-1 0 0 0,1 0 0 0 0,-26 4 0 0 0,35-7-21 0 0,5 1-15 0 0,-1-1 29 0 0,0 1 1 0 0,1-1-1 0 0,-1 1 0 0 0,1-1 0 0 0,0 0 1 0 0,-1 0-1 0 0,1 0 0 0 0,0 0 0 0 0,0 0 1 0 0,0 0-1 0 0,0 0 0 0 0,-1 0 0 0 0,5 0 0 0 0,1 2-3 0 0,17 13 24 0 0,-2 0 0 0 0,1 1 0 0 0,-2 1 0 0 0,19 21 0 0 0,-25-25-10 0 0,104 106-38 0 0,-53-53-1645 0 0,1-2-3725 0 0,-51-51 2159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29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115 134 1228 0 0,'-3'-7'878'0'0,"1"0"-1"0"0,-1 0 1 0 0,1 0 0 0 0,1-1 0 0 0,0 1-1 0 0,-1-13 1 0 0,2 16-723 0 0,0 1 1 0 0,0 0-1 0 0,0-1 1 0 0,0 1-1 0 0,1 0 1 0 0,0-1-1 0 0,0 1 1 0 0,0 0-1 0 0,0-1 1 0 0,0 1 0 0 0,0 0-1 0 0,1 0 1 0 0,0 0-1 0 0,0 0 1 0 0,-1 1-1 0 0,5-5 1 0 0,-5 6-123 0 0,1 0 0 0 0,-1-1 0 0 0,1 1 1 0 0,-1 0-1 0 0,1 0 0 0 0,0 0 1 0 0,-1 0-1 0 0,1 1 0 0 0,0-1 1 0 0,0 0-1 0 0,0 1 0 0 0,0-1 0 0 0,0 1 1 0 0,-1 0-1 0 0,1-1 0 0 0,0 1 1 0 0,0 0-1 0 0,0 0 0 0 0,0 1 1 0 0,0-1-1 0 0,0 0 0 0 0,0 0 0 0 0,0 1 1 0 0,0-1-1 0 0,-1 1 0 0 0,1 0 1 0 0,0 0-1 0 0,0-1 0 0 0,0 1 1 0 0,2 3-1 0 0,2-1 6 0 0,0 2 1 0 0,-1-1-1 0 0,0 0 0 0 0,0 1 0 0 0,0 0 1 0 0,-1 1-1 0 0,6 6 0 0 0,-6-5-23 0 0,0 0-1 0 0,-1 0 1 0 0,0 1-1 0 0,0 0 1 0 0,-1 0-1 0 0,1 0 1 0 0,-2 0-1 0 0,1 0 1 0 0,-1 0-1 0 0,0 0 1 0 0,-1 0-1 0 0,0 1 1 0 0,-2 13-1 0 0,0-8-1 0 0,0 1 0 0 0,-1-1-1 0 0,0-1 1 0 0,-1 1 0 0 0,-1 0-1 0 0,0-1 1 0 0,-8 14-1 0 0,0-9 39 0 0,9-15-7 0 0,5-10-37 0 0,0 6-6 0 0,0-1 1 0 0,1 0-1 0 0,-1 0 0 0 0,1 1 0 0 0,-1-1 0 0 0,1 1 1 0 0,0-1-1 0 0,0 1 0 0 0,-1 0 0 0 0,1 0 1 0 0,0-1-1 0 0,0 1 0 0 0,0 1 0 0 0,0-1 0 0 0,0 0 1 0 0,1 0-1 0 0,2 0 0 0 0,9 0 16 0 0,0 0-1 0 0,0 0 1 0 0,0 1-1 0 0,0 1 1 0 0,0 1-1 0 0,0 0 1 0 0,20 6-1 0 0,-25-6 18 0 0,-1 1 1 0 0,0 0-1 0 0,0 0 0 0 0,0 1 1 0 0,0 0-1 0 0,0 0 0 0 0,-1 1 1 0 0,1 0-1 0 0,-1 0 0 0 0,-1 1 1 0 0,1 0-1 0 0,-1 0 0 0 0,9 11 1 0 0,-12-12 37 0 0,0 0-1 0 0,-1 0 1 0 0,1 0 0 0 0,-1 0 0 0 0,0 1-1 0 0,0-1 1 0 0,0 1 0 0 0,-1-1 0 0 0,0 1-1 0 0,0 0 1 0 0,-1-1 0 0 0,1 1 0 0 0,-1 0-1 0 0,-1 0 1 0 0,1-1 0 0 0,-1 1-1 0 0,0 0 1 0 0,0 0 0 0 0,0-1 0 0 0,-1 1-1 0 0,0-1 1 0 0,0 0 0 0 0,0 1 0 0 0,-6 7-1 0 0,1-1 17 0 0,0-2-1 0 0,-1 1 1 0 0,0-1-1 0 0,0-1 1 0 0,-1 1-1 0 0,-1-1 0 0 0,1-1 1 0 0,-2 0-1 0 0,-20 13 1 0 0,13-12-43 0 0,0-1 1 0 0,0 0-1 0 0,-1-2 1 0 0,0 0-1 0 0,0-1 1 0 0,-39 5 0 0 0,-116-2 108 0 0,172-8-171 0 0,0 0-1 0 0,0 0 1 0 0,1 0 0 0 0,-1 0-1 0 0,0 0 1 0 0,0-1 0 0 0,1 1-1 0 0,-1-1 1 0 0,0 1 0 0 0,0-1-1 0 0,-2-1 1 0 0,3 2-25 0 0,1-1-1 0 0,0 1 1 0 0,-1 0-1 0 0,1 0 1 0 0,0-1 0 0 0,0 1-1 0 0,0 0 1 0 0,-1-1-1 0 0,1 1 1 0 0,0 0-1 0 0,0-1 1 0 0,0 1 0 0 0,0 0-1 0 0,0-1 1 0 0,-1 1-1 0 0,1 0 1 0 0,0-1-1 0 0,0 1 1 0 0,0-1 0 0 0,0 1-1 0 0,0 0 1 0 0,0-1-1 0 0,0 1 1 0 0,1 0 0 0 0,-1-1-1 0 0,0 1 1 0 0,0-1-1 0 0,0 1 1 0 0,0 0-1 0 0,0-1 1 0 0,0 1 0 0 0,1-1-1 0 0,1-1-611 0 0,0-1-1 0 0,0 0 1 0 0,0 1-1 0 0,1-1 1 0 0,-1 1-1 0 0,1 0 1 0 0,-1 0 0 0 0,1 0-1 0 0,3-2 1 0 0,10-6-4498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30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144 193 1444 0 0,'-136'30'9412'0'0,"129"-27"-8314"0"0,18-2-839 0 0,23-3-186 0 0,199-46 184 0 0,-90 16-243 0 0,-134 30-37 0 0,3 0-21 0 0,-1 0 0 0 0,1-1 0 0 0,-1 0 0 0 0,0-1 0 0 0,0 0 0 0 0,-1 0 0 0 0,12-7 0 0 0,-22 11 40 0 0,0-1 1 0 0,1 1 0 0 0,-1 0 0 0 0,1-1-1 0 0,-1 1 1 0 0,0 0 0 0 0,1-1-1 0 0,-1 1 1 0 0,0-1 0 0 0,0 1-1 0 0,1-1 1 0 0,-1 1 0 0 0,0-1-1 0 0,0 1 1 0 0,0-1 0 0 0,0 1 0 0 0,1-1-1 0 0,-1 1 1 0 0,0-1 0 0 0,0 1-1 0 0,0-1 1 0 0,0 1 0 0 0,0-1-1 0 0,0 1 1 0 0,0-1 0 0 0,0 1-1 0 0,-1-1 1 0 0,1 1 0 0 0,0-1 0 0 0,0 1-1 0 0,0-1 1 0 0,-1 1 0 0 0,1 0-1 0 0,0-1 1 0 0,0 1 0 0 0,-1-1-1 0 0,1 1 1 0 0,0-1 0 0 0,-1 1-1 0 0,-16-17-7 0 0,14 14 7 0 0,-11-8 35 0 0,-1 1-1 0 0,0 0 0 0 0,-32-14 1 0 0,15 7 241 0 0,46 35 112 0 0,-1-4-298 0 0,0 0-1 0 0,19 30 1 0 0,-26-30-14 0 0,0 0 0 0 0,-1 1 0 0 0,0 0 1 0 0,-1 0-1 0 0,-1 1 0 0 0,-1-1 0 0 0,2 27 0 0 0,-5 34-1349 0 0,-6 1-4716 0 0,5-60 2021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30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45 340 2576 0 0,'2'-5'3178'0'0,"6"-12"-152"0"0,-4 15-1378 0 0,0 10 1781 0 0,-2 13-2745 0 0,-1-1 0 0 0,-3 41 0 0 0,0-25-392 0 0,-21 311 510 0 0,17-270-599 0 0,-7-103-166 0 0,4-28-83 0 0,3-1 0 0 0,1 0 0 0 0,5-94 1 0 0,3 112 18 0 0,1 1 0 0 0,2 0 0 0 0,2 0 1 0 0,1 0-1 0 0,1 1 0 0 0,25-53 0 0 0,-25 67 24 0 0,1 1 0 0 0,1 1 0 0 0,1 0-1 0 0,0 1 1 0 0,24-25 0 0 0,-25 31-4 0 0,1 0 1 0 0,0 1-1 0 0,1 1 1 0 0,0 0-1 0 0,0 1 1 0 0,1 0-1 0 0,30-12 1 0 0,-40 19 8 0 0,-1 1 1 0 0,1-1-1 0 0,0 1 1 0 0,0 0-1 0 0,0 1 1 0 0,0-1-1 0 0,1 1 1 0 0,-1 0-1 0 0,0 0 1 0 0,0 0-1 0 0,8 2 1 0 0,-12-1-2 0 0,1-1 1 0 0,0 1 0 0 0,0 0-1 0 0,0-1 1 0 0,0 1 0 0 0,-1 0-1 0 0,1 0 1 0 0,0 0 0 0 0,-1 0-1 0 0,1 1 1 0 0,-1-1 0 0 0,1 0-1 0 0,-1 1 1 0 0,0-1 0 0 0,0 1 0 0 0,1-1-1 0 0,-1 1 1 0 0,0-1 0 0 0,0 1-1 0 0,0 0 1 0 0,-1 0 0 0 0,1-1-1 0 0,0 1 1 0 0,-1 0 0 0 0,1 0-1 0 0,-1 0 1 0 0,0 0 0 0 0,1 0-1 0 0,-1 0 1 0 0,0 0 0 0 0,0 0 0 0 0,-1 3-1 0 0,0 5 2 0 0,-1 0 0 0 0,0 0-1 0 0,0 1 1 0 0,-1-1 0 0 0,-1-1-1 0 0,1 1 1 0 0,-2-1-1 0 0,-4 10 1 0 0,-6 6 9 0 0,-29 36 0 0 0,29-41-9 0 0,-2-1 1 0 0,0 0 0 0 0,-1-2 0 0 0,-1 0 0 0 0,0-1 0 0 0,-1-1-1 0 0,-1-1 1 0 0,0-1 0 0 0,-1-1 0 0 0,-1 0 0 0 0,-32 11 0 0 0,5-8-112 0 0,48-15 97 0 0,4 1-42 0 0,38 14 157 0 0,-1 1 0 0 0,46 28 0 0 0,-69-34-493 0 0,0 1 0 0 0,-1 0 0 0 0,0 1 0 0 0,-1 1 0 0 0,-1 0 0 0 0,1 1-1 0 0,17 25 1 0 0,15 26-7321 0 0,-37-51 3817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31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133 101 2456 0 0,'-14'-27'7069'0'0,"7"-3"-4030"0"0,7 28-2989 0 0,0 1 1 0 0,0-1-1 0 0,0 0 1 0 0,0 1-1 0 0,0-1 1 0 0,0 0 0 0 0,1 1-1 0 0,-1-1 1 0 0,1 1-1 0 0,-1-1 1 0 0,1 1-1 0 0,0-1 1 0 0,-1 1-1 0 0,1-1 1 0 0,0 1-1 0 0,0-1 1 0 0,0 1-1 0 0,0 0 1 0 0,0 0-1 0 0,1 0 1 0 0,-1-1-1 0 0,0 1 1 0 0,0 0-1 0 0,1 1 1 0 0,-1-1-1 0 0,1 0 1 0 0,-1 0-1 0 0,1 0 1 0 0,-1 1 0 0 0,1-1-1 0 0,-1 1 1 0 0,1-1-1 0 0,-1 1 1 0 0,1 0-1 0 0,2-1 1 0 0,-1 1-12 0 0,0-1 0 0 0,0 1 0 0 0,-1 0 0 0 0,1 0 1 0 0,0 0-1 0 0,0 0 0 0 0,0 0 0 0 0,0 0 0 0 0,0 1 1 0 0,0 0-1 0 0,-1-1 0 0 0,1 1 0 0 0,0 0 0 0 0,0 0 1 0 0,-1 1-1 0 0,4 1 0 0 0,-5-2-23 0 0,1 0 1 0 0,0 1-1 0 0,-1-1 1 0 0,1 1-1 0 0,-1 0 0 0 0,0-1 1 0 0,1 1-1 0 0,-1 0 1 0 0,0 0-1 0 0,0 0 0 0 0,0 0 1 0 0,0 0-1 0 0,-1 0 1 0 0,1 0-1 0 0,0 0 0 0 0,-1 0 1 0 0,1 0-1 0 0,-1 0 0 0 0,0 0 1 0 0,0 1-1 0 0,0-1 1 0 0,0 4-1 0 0,-1 3 6 0 0,-1 0 0 0 0,1 0 0 0 0,-2-1 0 0 0,1 1 0 0 0,-1-1 0 0 0,0 1 1 0 0,-1-1-1 0 0,-5 9 0 0 0,-6 6 26 0 0,-21 28 0 0 0,12-19-18 0 0,22-30-23 0 0,-2 4 2 0 0,4-6-8 0 0,1 1-1 0 0,0-1 0 0 0,0 0 0 0 0,0 1 1 0 0,0-1-1 0 0,0 0 0 0 0,0 0 0 0 0,0 0 1 0 0,0 0-1 0 0,0 0 0 0 0,0 0 0 0 0,-1 0 1 0 0,1 0-1 0 0,0 0 0 0 0,0 0 1 0 0,0 0-1 0 0,2-1 0 0 0,9-2-4 0 0,0 1 1 0 0,1 1-1 0 0,0 0 0 0 0,-1 1 1 0 0,22 2-1 0 0,-24-1 27 0 0,0 1 0 0 0,-1 0 0 0 0,1 0 0 0 0,-1 1 0 0 0,0 0 0 0 0,0 1 0 0 0,15 8 0 0 0,-21-11-2 0 0,-1 1 1 0 0,1-1-1 0 0,-1 1 1 0 0,1 0-1 0 0,-1 0 1 0 0,0 0-1 0 0,0 0 1 0 0,0 1-1 0 0,0-1 1 0 0,0 0-1 0 0,0 1 1 0 0,-1-1-1 0 0,1 1 1 0 0,-1 0-1 0 0,0-1 1 0 0,0 1-1 0 0,0 0 1 0 0,0 0-1 0 0,0 0 1 0 0,-1 0-1 0 0,1 0 1 0 0,-1 0-1 0 0,0 0 1 0 0,0 0-1 0 0,0 0 1 0 0,0 0-1 0 0,0 0 1 0 0,-1 0-1 0 0,0 3 1 0 0,-3 6 8 0 0,0-1-1 0 0,-1 0 1 0 0,0 0-1 0 0,-1 0 1 0 0,0-1 0 0 0,0 0-1 0 0,-1 0 1 0 0,-1-1 0 0 0,0 1-1 0 0,0-1 1 0 0,0-1 0 0 0,-1 0-1 0 0,-19 13 1 0 0,19-14-16 0 0,-1-1 0 0 0,1-1 0 0 0,-1 1 0 0 0,0-2 1 0 0,0 1-1 0 0,0-1 0 0 0,-1-1 0 0 0,1 0 0 0 0,-1 0 0 0 0,0-1 0 0 0,0-1 0 0 0,0 1 0 0 0,0-2 0 0 0,0 0 0 0 0,-15-1 1 0 0,24 1-107 0 0,-1-1 0 0 0,0 1 0 0 0,1-1 0 0 0,-1 0 0 0 0,1 1 0 0 0,-1-1 0 0 0,1 0 0 0 0,-1 0 0 0 0,1-1 0 0 0,0 1 0 0 0,0 0 1 0 0,-1-1-1 0 0,1 1 0 0 0,0-1 0 0 0,0 0 0 0 0,0 0 0 0 0,1 0 0 0 0,-1 0 0 0 0,0 0 0 0 0,1 0 0 0 0,-1 0 0 0 0,-1-4 0 0 0,2 2-469 0 0,0 0-1 0 0,0 0 0 0 0,1 0 1 0 0,-1 0-1 0 0,1 0 0 0 0,0 0 0 0 0,0 0 1 0 0,0 0-1 0 0,1 0 0 0 0,-1 0 0 0 0,1 0 1 0 0,0 0-1 0 0,3-7 0 0 0,3-11-4275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31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0 120 0 0,'-41'26'8690'0'0,"18"-8"-5958"0"0,21-17-2252 0 0,3 0-422 0 0,-1 0 1 0 0,0-1 0 0 0,1 1-1 0 0,-1 0 1 0 0,1 0 0 0 0,-1-1-1 0 0,1 1 1 0 0,-1 0-1 0 0,1-1 1 0 0,0 1 0 0 0,-1 0-1 0 0,1-1 1 0 0,0 1 0 0 0,-1-1-1 0 0,1 1 1 0 0,0-1-1 0 0,0 1 1 0 0,-1-1 0 0 0,1 0-1 0 0,0 1 1 0 0,0-1 0 0 0,0 0-1 0 0,0 0 1 0 0,-1 0-1 0 0,1 1 1 0 0,0-1 0 0 0,0 0-1 0 0,0 0 1 0 0,0 0 0 0 0,0 0-1 0 0,-1-1 1 0 0,1 1 0 0 0,1 0-1 0 0,42-4 282 0 0,-32 2-168 0 0,112-14 160 0 0,-45 3-5049 0 0,-63 8 216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31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25 244 0 0,'-60'-24'13605'0'0,"55"25"-12709"0"0,5-2-867 0 0,0 1 0 0 0,-1 0-1 0 0,1 0 1 0 0,0 0 0 0 0,-1 0 0 0 0,1 0-1 0 0,0 0 1 0 0,-1 0 0 0 0,1 0-1 0 0,0 0 1 0 0,-1 0 0 0 0,1 0-1 0 0,0 0 1 0 0,-1 1 0 0 0,1-1-1 0 0,0 0 1 0 0,-1 0 0 0 0,1 0 0 0 0,0 0-1 0 0,-1 0 1 0 0,1 1 0 0 0,0-1-1 0 0,-1 0 1 0 0,1 0 0 0 0,0 1-1 0 0,0-1 1 0 0,-1 1 0 0 0,4 48 717 0 0,3 0 0 0 0,17 73 0 0 0,-20-110-677 0 0,5 20-1017 0 0,19 53 1 0 0,6-11-6641 0 0,-23-54 1619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32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142 430 2608 0 0,'-5'-17'4324'0'0,"0"-1"0"0"0,-8-17 0 0 0,12 33-3677 0 0,1 2-623 0 0,0 0 0 0 0,0 0 0 0 0,0 0 0 0 0,0 0 0 0 0,0-1 0 0 0,0 1 0 0 0,0 0 1 0 0,0 0-1 0 0,0 0 0 0 0,0 0 0 0 0,0 0 0 0 0,0 0 0 0 0,0-1 0 0 0,0 1 0 0 0,0 0 0 0 0,0 0 0 0 0,0 0 0 0 0,0 0 1 0 0,0 0-1 0 0,0 0 0 0 0,0-1 0 0 0,0 1 0 0 0,0 0 0 0 0,0 0 0 0 0,0 0 0 0 0,0 0 0 0 0,0 0 0 0 0,-1 0 0 0 0,1 0 1 0 0,0 0-1 0 0,0 0 0 0 0,0-1 0 0 0,0 1 0 0 0,0 0 0 0 0,0 0 0 0 0,0 0 0 0 0,0 0 0 0 0,0 0 0 0 0,-1 0 0 0 0,1 0 1 0 0,0 0-1 0 0,0 0 0 0 0,0 0 0 0 0,0 0 0 0 0,0 0 0 0 0,0 0 0 0 0,-1 0 0 0 0,1 0 0 0 0,0 0 0 0 0,0 0 0 0 0,0 0 1 0 0,0 0-1 0 0,0 0 0 0 0,0 0 0 0 0,-1 0 0 0 0,1 0 0 0 0,0 0 0 0 0,0 0 0 0 0,0 0 0 0 0,0 0 0 0 0,0 0 0 0 0,0 0 1 0 0,0 1-1 0 0,-1-1 13 0 0,1 1 1 0 0,-1 0 0 0 0,1-1 0 0 0,-1 1-1 0 0,1 0 1 0 0,0-1 0 0 0,-1 1 0 0 0,1 0-1 0 0,0-1 1 0 0,0 1 0 0 0,0 0 0 0 0,-1 0-1 0 0,1 0 1 0 0,0-1 0 0 0,0 1 0 0 0,0 1-1 0 0,9 335 1321 0 0,-8-319-1329 0 0,-1-1 0 0 0,0 0-1 0 0,-1 0 1 0 0,-7 34 0 0 0,8-50-27 0 0,0 0 1 0 0,-1 0-1 0 0,1 0 1 0 0,0 0-1 0 0,0 0 1 0 0,-1 0-1 0 0,1 0 1 0 0,0-1 0 0 0,-1 1-1 0 0,1 0 1 0 0,-1 0-1 0 0,1 0 1 0 0,-1-1-1 0 0,0 1 1 0 0,1 0-1 0 0,-1-1 1 0 0,0 1-1 0 0,1 0 1 0 0,-1-1-1 0 0,0 1 1 0 0,0-1-1 0 0,0 1 1 0 0,1-1-1 0 0,-1 0 1 0 0,0 1-1 0 0,0-1 1 0 0,-1 1-1 0 0,1-2-1 0 0,-1 1 0 0 0,1 0-1 0 0,0-1 1 0 0,0 1-1 0 0,-1-1 1 0 0,1 1-1 0 0,0-1 1 0 0,0 0 0 0 0,0 0-1 0 0,0 1 1 0 0,0-1-1 0 0,0 0 1 0 0,0 0-1 0 0,0 0 1 0 0,0 0 0 0 0,-1-2-1 0 0,-4-5-16 0 0,0-1 0 0 0,1 0-1 0 0,-6-14 1 0 0,2 0-33 0 0,1 1 0 0 0,1-1 1 0 0,1-1-1 0 0,1 1 0 0 0,1-1 0 0 0,-1-41 0 0 0,5 33 25 0 0,1 0-1 0 0,1 0 1 0 0,2 0 0 0 0,12-48-1 0 0,-9 55 17 0 0,2 0 0 0 0,0 1 1 0 0,2 0-1 0 0,0 1 0 0 0,2 0 0 0 0,0 1 0 0 0,1 0 0 0 0,21-23 1 0 0,-24 32 6 0 0,0 1 0 0 0,1 1 1 0 0,0-1-1 0 0,0 2 0 0 0,1 0 1 0 0,0 1-1 0 0,1 0 1 0 0,0 1-1 0 0,1 0 0 0 0,0 1 1 0 0,0 1-1 0 0,0 0 0 0 0,1 1 1 0 0,19-3-1 0 0,-29 7 4 0 0,0 0 0 0 0,0 1 0 0 0,0 0 0 0 0,0 0 0 0 0,1 0 0 0 0,-1 1-1 0 0,0 0 1 0 0,0 0 0 0 0,0 0 0 0 0,0 1 0 0 0,0 0 0 0 0,9 5 0 0 0,-12-6 1 0 0,0 1 1 0 0,0 0-1 0 0,0 0 0 0 0,0 1 0 0 0,-1-1 1 0 0,1 1-1 0 0,-1-1 0 0 0,1 1 1 0 0,-1 0-1 0 0,0 0 0 0 0,0 0 1 0 0,-1 0-1 0 0,1 0 0 0 0,0 0 1 0 0,-1 0-1 0 0,0 1 0 0 0,0-1 1 0 0,0 0-1 0 0,0 1 0 0 0,-1-1 1 0 0,1 1-1 0 0,-1-1 0 0 0,0 7 0 0 0,-1 2 2 0 0,0 1-1 0 0,-1-1 1 0 0,-1 0-1 0 0,0 0 1 0 0,0 0-1 0 0,-2-1 0 0 0,1 1 1 0 0,-1-1-1 0 0,-1 0 1 0 0,0 0-1 0 0,-1-1 1 0 0,0 0-1 0 0,-8 10 0 0 0,-2 1-1 0 0,-2-1 0 0 0,0-1-1 0 0,-1-1 1 0 0,-43 31-1 0 0,51-40-2 0 0,0-1 0 0 0,0-1 0 0 0,-1 0 0 0 0,0-1 0 0 0,0 0 0 0 0,-1-1 0 0 0,0 0 0 0 0,0-1 0 0 0,0-1 0 0 0,0 0 0 0 0,0-1 0 0 0,-1 0 0 0 0,-24-1 0 0 0,37-2-7 0 0,1 1 0 0 0,-1 0 0 0 0,0-1 0 0 0,1 1 0 0 0,-1-1 0 0 0,1 0 0 0 0,-1 1 0 0 0,1-1 0 0 0,-1 0 0 0 0,1 0 0 0 0,-1 0 0 0 0,1 0-1 0 0,-2-2 1 0 0,3 3 5 0 0,-1 0 0 0 0,1-1-1 0 0,0 1 1 0 0,0 0-1 0 0,0 0 1 0 0,-1-1-1 0 0,1 1 1 0 0,0 0 0 0 0,0-1-1 0 0,0 1 1 0 0,0 0-1 0 0,0-1 1 0 0,0 1 0 0 0,0 0-1 0 0,-1-1 1 0 0,1 1-1 0 0,0 0 1 0 0,0-1-1 0 0,0 1 1 0 0,0 0 0 0 0,0-1-1 0 0,0 1 1 0 0,1 0-1 0 0,-1-1 1 0 0,0 1 0 0 0,0-1-2 0 0,1 0 1 0 0,-1 1 0 0 0,1-1 0 0 0,-1 1-1 0 0,1-1 1 0 0,0 1 0 0 0,-1 0 0 0 0,1-1-1 0 0,0 1 1 0 0,-1-1 0 0 0,1 1 0 0 0,0 0 0 0 0,-1 0-1 0 0,1-1 1 0 0,0 1 0 0 0,0 0 0 0 0,0 0-1 0 0,7-1 6 0 0,-1 0 0 0 0,0 1-1 0 0,1 0 1 0 0,-1 0 0 0 0,1 1-1 0 0,-1 0 1 0 0,1 0 0 0 0,-1 1-1 0 0,0 0 1 0 0,0 0 0 0 0,0 0-1 0 0,0 1 1 0 0,0 0 0 0 0,0 1-1 0 0,-1 0 1 0 0,0 0 0 0 0,0 0-1 0 0,0 0 1 0 0,9 10 0 0 0,0 0-98 0 0,0 1 1 0 0,-1 1-1 0 0,-1 0 1 0 0,0 1-1 0 0,19 35 1 0 0,-4 3-2380 0 0,-15-26-2256 0 0,22 31 0 0 0,-23-42 111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32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74 1736 0 0,'-15'-31'8852'0'0,"1"2"-3257"0"0,14 27-5539 0 0,1 1 0 0 0,0 0 0 0 0,0 0 0 0 0,0 1 0 0 0,0-1 0 0 0,0 0 0 0 0,0 0 0 0 0,0 0 0 0 0,0 1 0 0 0,1-1 0 0 0,-1 0 0 0 0,0 1 0 0 0,0-1 0 0 0,1 1-1 0 0,-1 0 1 0 0,0-1 0 0 0,0 1 0 0 0,1 0 0 0 0,-1 0 0 0 0,0 0 0 0 0,1 0 0 0 0,-1 0 0 0 0,0 0 0 0 0,1 0 0 0 0,-1 0 0 0 0,0 0 0 0 0,1 1 0 0 0,-1-1 0 0 0,0 1 0 0 0,0-1 0 0 0,1 1 0 0 0,1 0 0 0 0,1 1 1 0 0,1 0 0 0 0,-1 0 1 0 0,0 0-1 0 0,1 1 0 0 0,-1-1 0 0 0,0 1 0 0 0,7 7 1 0 0,-8-6-9 0 0,-1 0 1 0 0,1 0-1 0 0,-1 0 1 0 0,1 0-1 0 0,-1 1 1 0 0,0-1 0 0 0,-1 1-1 0 0,1 0 1 0 0,-1 0-1 0 0,0-1 1 0 0,0 1-1 0 0,-1 0 1 0 0,1 0-1 0 0,-1 0 1 0 0,0 0 0 0 0,-1 0-1 0 0,1 0 1 0 0,-2 7-1 0 0,-3 11 72 0 0,-1-1 0 0 0,-15 37 0 0 0,12-34-7 0 0,-12 27 56 0 0,13-35-124 0 0,1 0 0 0 0,1 1 0 0 0,0 0 0 0 0,-3 20 0 0 0,9-37-44 0 0,0 0 0 0 0,-1 1 0 0 0,1-1 0 0 0,0 0 1 0 0,0 0-1 0 0,0 0 0 0 0,0 1 0 0 0,0-1 0 0 0,0 0 0 0 0,0 0 0 0 0,0 0 0 0 0,1 0 1 0 0,-1 0-1 0 0,0 1 0 0 0,1-1 0 0 0,-1 0 0 0 0,1 0 0 0 0,-1 0 0 0 0,1 0 1 0 0,-1 0-1 0 0,1 0 0 0 0,0 0 0 0 0,0 0 0 0 0,-1 0 0 0 0,1-1 0 0 0,0 1 0 0 0,0 0 1 0 0,0 0-1 0 0,0-1 0 0 0,0 1 0 0 0,0 0 0 0 0,0-1 0 0 0,0 1 0 0 0,0-1 1 0 0,0 0-1 0 0,0 1 0 0 0,1-1 0 0 0,-1 0 0 0 0,0 1 0 0 0,0-1 0 0 0,0 0 0 0 0,0 0 1 0 0,1 0-1 0 0,0 0 0 0 0,7-1 6 0 0,0 0 1 0 0,0 0 0 0 0,0-1-1 0 0,14-5 1 0 0,-17 5-15 0 0,258-88-4069 0 0,-91 23-3910 0 0,-112 41 2010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33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711 224 920 0 0,'1'-12'1757'0'0,"1"-9"1540"0"0,0-1-1 0 0,-2-28 1 0 0,-1 44-2897 0 0,1 0 0 0 0,-1 0 1 0 0,0 0-1 0 0,-1 0 0 0 0,1 1 0 0 0,-1-1 0 0 0,0 0 0 0 0,-1 1 0 0 0,1 0 0 0 0,-1-1 1 0 0,0 1-1 0 0,-1 0 0 0 0,-4-5 0 0 0,4 6-309 0 0,0 0 1 0 0,0 1-1 0 0,-1 0 1 0 0,0 0-1 0 0,1 0 1 0 0,-1 0-1 0 0,0 1 1 0 0,0 0-1 0 0,-1 0 1 0 0,1 0-1 0 0,0 1 1 0 0,-1 0-1 0 0,1 0 1 0 0,-1 0-1 0 0,1 0 1 0 0,-1 1-1 0 0,-8 0 1 0 0,-5 2-8 0 0,0 0-1 0 0,0 1 1 0 0,-30 8 0 0 0,40-8-77 0 0,1 0-1 0 0,0 0 0 0 0,0 1 1 0 0,0 0-1 0 0,0 1 0 0 0,1-1 1 0 0,-1 2-1 0 0,1-1 1 0 0,0 1-1 0 0,1 0 0 0 0,0 0 1 0 0,0 0-1 0 0,0 1 1 0 0,1 0-1 0 0,-1 1 0 0 0,2-1 1 0 0,-1 1-1 0 0,1 0 0 0 0,0 0 1 0 0,1 0-1 0 0,-3 10 1 0 0,-4 17 3 0 0,2-1 1 0 0,1 2-1 0 0,-3 65 1 0 0,8-79-25 0 0,-33 606 413 0 0,32-546-332 0 0,-11 346 67 0 0,-19 350 759 0 0,-56-4-449 0 0,68-653-424 0 0,-56 335-7 0 0,76-450-13 0 0,-26 234 19 0 0,25-212-20 0 0,2 1-1 0 0,1-1 1 0 0,2 1-1 0 0,0-1 1 0 0,2 0-1 0 0,12 39 1 0 0,-15-59-50 0 0,1-1 0 0 0,0 1 1 0 0,0-1-1 0 0,1 0 0 0 0,0 0 1 0 0,0 0-1 0 0,0-1 0 0 0,1 1 0 0 0,0-1 1 0 0,0 0-1 0 0,1 0 0 0 0,-1-1 1 0 0,1 0-1 0 0,1 0 0 0 0,-1 0 1 0 0,1-1-1 0 0,-1 1 0 0 0,1-2 1 0 0,0 1-1 0 0,1-1 0 0 0,-1 0 0 0 0,1-1 1 0 0,-1 1-1 0 0,1-1 0 0 0,0-1 1 0 0,0 0-1 0 0,0 0 0 0 0,0 0 1 0 0,8-1-1 0 0,10-2-810 0 0,-1 0 1 0 0,0-2-1 0 0,0-1 0 0 0,0-1 1 0 0,32-12-1 0 0,-9 0-2995 0 0,75-43-1 0 0,-51 20-1640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33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75 520 0 0,'1'-4'1143'0'0,"-1"-1"0"0"0,0 1-1 0 0,1 0 1 0 0,0 0 0 0 0,0 0-1 0 0,3-7 1 0 0,0-1 1164 0 0,-3 9-1571 0 0,9-20 5606 0 0,-9 33-6222 0 0,-2 113 252 0 0,-1-46-335 0 0,-3 86-1534 0 0,-2-54-3140 0 0,3-57 450 0 0,1-12-1521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34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152 117 1040 0 0,'4'-26'7819'0'0,"-4"9"-4193"0"0,0 17-3562 0 0,0-1-1 0 0,0 1 0 0 0,0 0 1 0 0,0-1-1 0 0,0 1 1 0 0,0 0-1 0 0,0-1 1 0 0,0 1-1 0 0,0 0 0 0 0,0-1 1 0 0,0 1-1 0 0,0 0 1 0 0,0-1-1 0 0,0 1 1 0 0,0 0-1 0 0,0-1 1 0 0,0 1-1 0 0,0 0 0 0 0,-1-1 1 0 0,1 1-1 0 0,0 0 1 0 0,0-1-1 0 0,0 1 1 0 0,-1 0-1 0 0,1 0 0 0 0,0-1 1 0 0,0 1-1 0 0,-1 0 1 0 0,1 0-1 0 0,0-1 1 0 0,0 1-1 0 0,-1 0 0 0 0,1 0 1 0 0,-1 0-1 0 0,-5 3 35 0 0,1 1-1 0 0,-1 1 0 0 0,1-1 1 0 0,-1 1-1 0 0,1 0 0 0 0,1 0 0 0 0,-1 0 1 0 0,1 1-1 0 0,0 0 0 0 0,-6 10 1 0 0,-32 71 229 0 0,37-74-278 0 0,-5 10 1 0 0,1 1-1 0 0,-10 41 1 0 0,17-58-43 0 0,1 1 1 0 0,0 0-1 0 0,0 0 1 0 0,0 0-1 0 0,1-1 1 0 0,0 1-1 0 0,1 0 1 0 0,-1 0-1 0 0,2 0 1 0 0,-1 0-1 0 0,1-1 1 0 0,5 15-1 0 0,-5-19-5 0 0,0 0 0 0 0,-1 0 0 0 0,1 0-1 0 0,0-1 1 0 0,1 1 0 0 0,-1 0 0 0 0,0-1 0 0 0,1 0 0 0 0,-1 1-1 0 0,1-1 1 0 0,0 0 0 0 0,0-1 0 0 0,0 1 0 0 0,0 0 0 0 0,4 1-1 0 0,-1-1 3 0 0,-1-1 0 0 0,1 1 0 0 0,0-1 0 0 0,0 0-1 0 0,1 0 1 0 0,-1-1 0 0 0,12 0 0 0 0,-2-2-7 0 0,1-1 0 0 0,-1 0 0 0 0,0-2 0 0 0,0 1 1 0 0,20-10-1 0 0,-22 8 7 0 0,-1-1 1 0 0,0-1-1 0 0,0 0 0 0 0,0 0 1 0 0,-1-1-1 0 0,-1-1 0 0 0,1 0 1 0 0,-2-1-1 0 0,1 0 0 0 0,-1 0 1 0 0,-1-1-1 0 0,0-1 0 0 0,12-22 1 0 0,-17 27 3 0 0,0-1 0 0 0,0 0 1 0 0,-1 0-1 0 0,0 0 0 0 0,0-1 0 0 0,-1 1 1 0 0,-1-1-1 0 0,1 1 0 0 0,-2-1 1 0 0,1 0-1 0 0,-1 1 0 0 0,-1-1 1 0 0,1 1-1 0 0,-2-1 0 0 0,1 0 1 0 0,-2 1-1 0 0,1 0 0 0 0,-1 0 1 0 0,0-1-1 0 0,-1 2 0 0 0,0-1 1 0 0,-8-13-1 0 0,7 16-53 0 0,0-1 1 0 0,0 1-1 0 0,0 0 1 0 0,-1 0 0 0 0,0 0-1 0 0,0 1 1 0 0,0 0-1 0 0,-1 0 1 0 0,0 1-1 0 0,0-1 1 0 0,0 1-1 0 0,0 1 1 0 0,-1 0-1 0 0,0 0 1 0 0,1 0-1 0 0,-1 1 1 0 0,0 0 0 0 0,0 1-1 0 0,0-1 1 0 0,0 2-1 0 0,0-1 1 0 0,-1 1-1 0 0,1 0 1 0 0,0 1-1 0 0,0 0 1 0 0,0 0-1 0 0,0 1 1 0 0,0 0 0 0 0,0 0-1 0 0,0 1 1 0 0,1 0-1 0 0,-1 0 1 0 0,1 1-1 0 0,0 0 1 0 0,0 0-1 0 0,0 1 1 0 0,-10 8-1 0 0,8-5-416 0 0,1 1-1 0 0,-1 0 0 0 0,2 0 0 0 0,-1 1 0 0 0,1 0 1 0 0,-11 21-1 0 0,-10 35-4812 0 0,17-35 1181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34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79 247 1716 0 0,'-5'-12'8495'0'0,"4"12"-8371"0"0,1-1 0 0 0,-1 0 1 0 0,0 1-1 0 0,1-1 0 0 0,-1 1 0 0 0,0-1 0 0 0,1 1 1 0 0,-1 0-1 0 0,0-1 0 0 0,0 1 0 0 0,0 0 1 0 0,1-1-1 0 0,-1 1 0 0 0,0 0 0 0 0,0 0 0 0 0,0 0 1 0 0,0 0-1 0 0,1 0 0 0 0,-1 0 0 0 0,0 0 0 0 0,0 0 1 0 0,0 0-1 0 0,0 0 0 0 0,1 0 0 0 0,-1 1 1 0 0,0-1-1 0 0,0 0 0 0 0,0 1 0 0 0,1-1 0 0 0,-1 0 1 0 0,0 1-1 0 0,0-1 0 0 0,1 1 0 0 0,-1-1 0 0 0,-1 2 1 0 0,0 0-54 0 0,0 1 1 0 0,0 0 0 0 0,1-1 0 0 0,-1 1 0 0 0,1 0-1 0 0,-1 0 1 0 0,1 0 0 0 0,-2 6 0 0 0,-4 16 144 0 0,0 1-1 0 0,2 0 1 0 0,1 0 0 0 0,-1 37 0 0 0,5-48-193 0 0,0 0 0 0 0,1 1 0 0 0,1-1 1 0 0,0 0-1 0 0,1 0 0 0 0,1 0 0 0 0,0 0 0 0 0,12 27 0 0 0,-14-39-20 0 0,0 1-1 0 0,0-1 0 0 0,0 1 1 0 0,0-1-1 0 0,1 0 1 0 0,-1 0-1 0 0,1 0 1 0 0,0 0-1 0 0,0 0 0 0 0,0-1 1 0 0,0 1-1 0 0,1-1 1 0 0,-1 0-1 0 0,0 0 0 0 0,1 0 1 0 0,6 2-1 0 0,-4-2 6 0 0,0-1-1 0 0,0 0 0 0 0,0 0 0 0 0,0-1 1 0 0,1 1-1 0 0,-1-2 0 0 0,0 1 0 0 0,0 0 1 0 0,12-4-1 0 0,3-1 11 0 0,-1-2 0 0 0,0-1 0 0 0,0 0 0 0 0,0-2 0 0 0,19-12 0 0 0,-22 11-14 0 0,0-1 1 0 0,-1 0-1 0 0,0-1 0 0 0,-1-1 1 0 0,-1 0-1 0 0,0-2 1 0 0,-1 1-1 0 0,-1-1 1 0 0,19-33-1 0 0,-23 35 9 0 0,-1 0-1 0 0,0-1 0 0 0,-1 0 1 0 0,-1 0-1 0 0,0 0 0 0 0,-1-1 0 0 0,-1 0 1 0 0,0 0-1 0 0,-1 0 0 0 0,-1 0 1 0 0,0 0-1 0 0,-4-32 0 0 0,2 40 4 0 0,-1-1 0 0 0,0 0 0 0 0,0 1 0 0 0,-1-1 0 0 0,0 1 0 0 0,-1 0 0 0 0,1 0 0 0 0,-2 0 0 0 0,1 1 0 0 0,-1-1 0 0 0,0 1 0 0 0,-1 0 0 0 0,1 0-1 0 0,-1 1 1 0 0,-1 0 0 0 0,-10-9 0 0 0,8 10-104 0 0,0-1 1 0 0,0 1-1 0 0,0 1 0 0 0,-1 0 0 0 0,1 0 0 0 0,-1 1 0 0 0,0 0 0 0 0,0 0 0 0 0,0 1 0 0 0,-1 1 0 0 0,1 0 1 0 0,0 0-1 0 0,-20 2 0 0 0,10 0-860 0 0,1 2 0 0 0,-31 8 1 0 0,-7 7-4702 0 0,31-7 462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35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47 720 0 0,'34'-46'22733'0'0,"-37"69"-22712"0"0,-7 53-31 0 0,3 1 0 0 0,3 99 1 0 0,13-12-2953 0 0,7 0-6498 0 0,-8-104 841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36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66 1700 0 0,'7'-66'12311'0'0,"-3"87"-11121"0"0,-10 214 113 0 0,1-85-3436 0 0,0-32-4921 0 0,4-80 2141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37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60 496 0 0,'0'0'1792'0'0,"9"-29"8298"0"0,-9 27-9671 0 0,1-1-1 0 0,-1 1 1 0 0,0 0-1 0 0,0 0 1 0 0,-1 0-1 0 0,1 0 1 0 0,0 0-1 0 0,-1-1 1 0 0,1 1-1 0 0,-2-2 1 0 0,1 2 185 0 0,-13-1-251 0 0,12 4-331 0 0,-1 1 1 0 0,0-1-1 0 0,0 0 0 0 0,1 1 1 0 0,-1 0-1 0 0,1-1 0 0 0,0 1 1 0 0,-1 0-1 0 0,1 0 0 0 0,0 0 1 0 0,0 0-1 0 0,0 1 0 0 0,0-1 0 0 0,1 1 1 0 0,-1-1-1 0 0,1 1 0 0 0,-2 3 1 0 0,-3 8-33 0 0,1-1-1 0 0,-5 22 1 0 0,1-5 40 0 0,-4 8-28 0 0,3 0 0 0 0,1 1 0 0 0,-6 59 0 0 0,13-76 5 0 0,1 1-1 0 0,1-1 0 0 0,1 1 1 0 0,1-1-1 0 0,0 0 0 0 0,2 0 1 0 0,12 38-1 0 0,-14-53-6 0 0,2 1-1 0 0,-1 0 1 0 0,1-1-1 0 0,0 0 1 0 0,0 0-1 0 0,1 0 1 0 0,0-1-1 0 0,0 1 1 0 0,1-1-1 0 0,0 0 1 0 0,0-1-1 0 0,0 1 1 0 0,1-1-1 0 0,-1-1 1 0 0,15 8-1 0 0,-13-8 0 0 0,1 0-1 0 0,0-1 0 0 0,0-1 0 0 0,0 1 0 0 0,0-1 0 0 0,0-1 0 0 0,1 0 0 0 0,-1 0 0 0 0,1-1 0 0 0,-1 0 0 0 0,0 0 0 0 0,1-1 0 0 0,16-4 0 0 0,1-2 12 0 0,0-1 0 0 0,-1-2 0 0 0,1 0 0 0 0,-2-2-1 0 0,1 0 1 0 0,-2-2 0 0 0,0-1 0 0 0,28-23 0 0 0,-38 27 0 0 0,-1-1 1 0 0,-1 0 0 0 0,0-2 0 0 0,-1 1-1 0 0,0-1 1 0 0,10-18 0 0 0,-15 21 1 0 0,0 0-1 0 0,-1-1 1 0 0,-1 1 0 0 0,1-1 0 0 0,-2 0 0 0 0,0 0 0 0 0,0 0 0 0 0,-1-1 0 0 0,0-17-1 0 0,-2 20-15 0 0,0 0 0 0 0,-1 0-1 0 0,0 0 1 0 0,0 0 0 0 0,-2 0-1 0 0,1 1 1 0 0,-1-1-1 0 0,0 1 1 0 0,-1-1 0 0 0,0 1-1 0 0,-1 0 1 0 0,1 0 0 0 0,-2 1-1 0 0,1 0 1 0 0,-1 0 0 0 0,-1 0-1 0 0,1 0 1 0 0,-1 1 0 0 0,-1 0-1 0 0,1 1 1 0 0,-1 0-1 0 0,0 0 1 0 0,-16-9 0 0 0,1 4-478 0 0,0 0 1 0 0,-1 1 0 0 0,0 2 0 0 0,0 0-1 0 0,-1 1 1 0 0,0 2 0 0 0,0 1-1 0 0,-32-2 1 0 0,-22 3-2714 0 0,38 2-1135 0 0,17 0 49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38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86 788 0 0,'-18'-30'8633'0'0,"18"29"-8493"0"0,-1-1 0 0 0,1 1-1 0 0,0-1 1 0 0,0 0 0 0 0,0 1 0 0 0,0-1 0 0 0,1 0 0 0 0,-1 1 0 0 0,0-1-1 0 0,1 1 1 0 0,-1-1 0 0 0,0 1 0 0 0,1-1 0 0 0,0 1 0 0 0,-1-1 0 0 0,1 1 0 0 0,0-1-1 0 0,0 1 1 0 0,0 0 0 0 0,0-1 0 0 0,0 1 0 0 0,2-1 0 0 0,0-1-15 0 0,-1 1 1 0 0,1 0-1 0 0,0 1 0 0 0,1-1 1 0 0,-1 0-1 0 0,0 1 1 0 0,0 0-1 0 0,1 0 0 0 0,-1 0 1 0 0,4-1-1 0 0,2 1-21 0 0,0 0-1 0 0,0 0 0 0 0,0 1 0 0 0,0 0 1 0 0,0 1-1 0 0,0 0 0 0 0,-1 0 0 0 0,10 3 1 0 0,-14-3-54 0 0,0 0 0 0 0,0 1 0 0 0,-1-1 0 0 0,1 1 0 0 0,0 0 0 0 0,-1 0 0 0 0,0 0 0 0 0,1 0 0 0 0,-1 1 0 0 0,0-1 0 0 0,0 1 0 0 0,-1 0 0 0 0,1 0 0 0 0,0 0 0 0 0,-1 0 0 0 0,0 0 0 0 0,0 1 0 0 0,0-1 0 0 0,0 1 0 0 0,0-1 0 0 0,-1 1 0 0 0,0 0 0 0 0,1 0 0 0 0,0 4 0 0 0,-2-1-14 0 0,1 0 0 0 0,-1-1 1 0 0,0 1-1 0 0,0 0 0 0 0,-1 0 1 0 0,0-1-1 0 0,0 1 0 0 0,-1 0 1 0 0,1-1-1 0 0,-1 1 1 0 0,-1-1-1 0 0,1 0 0 0 0,-6 9 1 0 0,-20 29 54 0 0,-1-2 0 0 0,-65 73 0 0 0,42-55-65 0 0,51-59-24 0 0,0 0-1 0 0,0 0 1 0 0,0 0 0 0 0,0 0-1 0 0,0 1 1 0 0,0-1 0 0 0,0 0-1 0 0,1 0 1 0 0,-1 1 0 0 0,1-1-1 0 0,-1 0 1 0 0,1 1 0 0 0,-1-1-1 0 0,1 1 1 0 0,0-1 0 0 0,0 0-1 0 0,-1 1 1 0 0,1 2 0 0 0,1-3-1 0 0,-1-1 1 0 0,0 1-1 0 0,1 0 0 0 0,-1-1 1 0 0,1 1-1 0 0,-1 0 1 0 0,1-1-1 0 0,-1 1 1 0 0,1-1-1 0 0,0 1 0 0 0,-1 0 1 0 0,1-1-1 0 0,0 0 1 0 0,-1 1-1 0 0,1-1 1 0 0,0 1-1 0 0,0-1 0 0 0,-1 0 1 0 0,1 1-1 0 0,0-1 1 0 0,0 0-1 0 0,1 0 1 0 0,6 1 4 0 0,-1 0 0 0 0,1-1 0 0 0,0 0 0 0 0,-1 0 0 0 0,11-2 0 0 0,274-63-1266 0 0,-121 23-2293 0 0,-74 20-1963 0 0,-53 12 1143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38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12 688 0 0,'-36'19'16093'0'0,"62"-14"-14572"0"0,21-7-1142 0 0,69-11 1 0 0,-3-1-311 0 0,-107 13-75 0 0,34-3-88 0 0,-38 4 27 0 0,9-2-407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39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17 274 1420 0 0,'23'-16'9395'0'0,"-8"7"-6175"0"0,-12 6-2059 0 0,5-3 1214 0 0,-9 4-2350 0 0,0 1 0 0 0,-1-1 0 0 0,1 1 0 0 0,-1-1 0 0 0,1 1 0 0 0,-1 0 1 0 0,1-1-1 0 0,-4 0 0 0 0,1 0-42 0 0,3 0 45 0 0,-11-5-20 0 0,5 4 2 0 0,-2-3-2 0 0,7 5-13 0 0,-11-5-109 0 0,13 6 109 0 0,0 0-1 0 0,-1 0 0 0 0,1 0 1 0 0,0-1-1 0 0,0 1 0 0 0,0 0 0 0 0,0 0 1 0 0,0 0-1 0 0,0-1 0 0 0,0 1 1 0 0,0 0-1 0 0,0 0 0 0 0,0 0 1 0 0,0-1-1 0 0,0 1 0 0 0,0 0 1 0 0,0 0-1 0 0,0 0 0 0 0,0-1 1 0 0,0 1-1 0 0,0 0 0 0 0,0 0 1 0 0,0 0-1 0 0,0-1 0 0 0,0 1 0 0 0,0 0 1 0 0,0 0-1 0 0,0 0 0 0 0,0-1 1 0 0,0 1-1 0 0,0 0 0 0 0,1 0 1 0 0,-1 0-1 0 0,0 0 0 0 0,0 0 1 0 0,0-1-1 0 0,19-8-84 0 0,306-91 127 0 0,-292 91-5 0 0,23-12 156 0 0,-55 20-179 0 0,1 0-4 0 0,-1 1-2 0 0,0 0-1 0 0,0-1 1 0 0,0 0 0 0 0,0 1-1 0 0,0-1 1 0 0,0 0-1 0 0,0 1 1 0 0,0-1-1 0 0,0 0 1 0 0,-1 0 0 0 0,1 0-1 0 0,0 1 1 0 0,0-3-1 0 0,0 3-1 0 0,-1-1 0 0 0,0 1 0 0 0,0-1 1 0 0,0 1-1 0 0,0 0 0 0 0,0-1 0 0 0,0 1 0 0 0,0-1 0 0 0,0 1 0 0 0,0-1 0 0 0,0 1 0 0 0,0-1 0 0 0,0 1 0 0 0,0 0 0 0 0,0-1 0 0 0,0 1 0 0 0,-1-1 0 0 0,1 1 0 0 0,0 0 0 0 0,0-1 0 0 0,0 1 0 0 0,-1-1 1 0 0,-15-11 139 0 0,15 11-93 0 0,-1 0-4 0 0,-38-11 492 0 0,32 9-529 0 0,6 3 14 0 0,20 24 1255 0 0,-21 1-1186 0 0,0 1-1 0 0,-1 0 1 0 0,-14 41 0 0 0,4-14-53 0 0,6-18-208 0 0,-37 177-450 0 0,34-104-2431 0 0,10-77-586 0 0,5 46 0 0 0,1-40-3054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43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77 1580 0 0,'-6'-16'4789'0'0,"6"16"-4691"0"0,0 0 0 0 0,0-1-1 0 0,-1 1 1 0 0,1 0 0 0 0,0 0-1 0 0,0-1 1 0 0,-1 1 0 0 0,1 0-1 0 0,0 0 1 0 0,-1 0 0 0 0,1 0-1 0 0,0-1 1 0 0,-1 1 0 0 0,1 0-1 0 0,0 0 1 0 0,-1 0 0 0 0,1 0-1 0 0,0 0 1 0 0,-1 0 0 0 0,1 0-1 0 0,0 0 1 0 0,-1 0 0 0 0,1 0-1 0 0,0 0 1 0 0,-1 0 0 0 0,-1 1 13 0 0,0 0 1 0 0,0 0 0 0 0,0 0-1 0 0,0 1 1 0 0,1-1-1 0 0,-1 0 1 0 0,1 1-1 0 0,-1-1 1 0 0,1 1-1 0 0,-1 0 1 0 0,-1 2 0 0 0,-14 22 274 0 0,1 1 0 0 0,2 1 0 0 0,0 0 0 0 0,2 1 0 0 0,-11 39 0 0 0,16-46-272 0 0,0 0 0 0 0,2 0-1 0 0,-4 35 1 0 0,8-51-99 0 0,0 1-1 0 0,1 0 1 0 0,0-1 0 0 0,0 1 0 0 0,1-1-1 0 0,0 1 1 0 0,0-1 0 0 0,1 1 0 0 0,-1-1-1 0 0,1 0 1 0 0,1 1 0 0 0,-1-1 0 0 0,1 0 0 0 0,0-1-1 0 0,0 1 1 0 0,1 0 0 0 0,4 4 0 0 0,-4-6 5 0 0,0-1 0 0 0,0 1 1 0 0,0-1-1 0 0,0-1 0 0 0,1 1 1 0 0,-1 0-1 0 0,1-1 1 0 0,0 0-1 0 0,0 0 0 0 0,0-1 1 0 0,0 1-1 0 0,0-1 0 0 0,0 0 1 0 0,0 0-1 0 0,0-1 1 0 0,0 0-1 0 0,1 0 0 0 0,-1 0 1 0 0,0 0-1 0 0,0-1 1 0 0,0 0-1 0 0,0 0 0 0 0,0 0 1 0 0,5-2-1 0 0,0 0 33 0 0,0-1 0 0 0,0 0-1 0 0,-1 0 1 0 0,1-1 0 0 0,-1 0 0 0 0,0-1-1 0 0,-1 0 1 0 0,0 0 0 0 0,0-1 0 0 0,0 0 0 0 0,8-9-1 0 0,-8 4-19 0 0,0 0-1 0 0,-1 0 1 0 0,0 0-1 0 0,-1-1 1 0 0,0 0-1 0 0,-1 0 1 0 0,-1-1-1 0 0,0 1 1 0 0,-1-1-1 0 0,0 0 1 0 0,-1 0-1 0 0,0-15 1 0 0,-1 11-11 0 0,-1 0 0 0 0,-1 0 0 0 0,0-1 1 0 0,-1 1-1 0 0,-1 0 0 0 0,-1 1 0 0 0,-1-1 0 0 0,0 1 0 0 0,-9-18 0 0 0,11 29-14 0 0,0-1-1 0 0,-1 0 0 0 0,0 1 1 0 0,0 0-1 0 0,-1-1 0 0 0,1 2 0 0 0,-1-1 1 0 0,-1 1-1 0 0,1-1 0 0 0,-1 1 1 0 0,0 1-1 0 0,0-1 0 0 0,-10-4 0 0 0,12 7-90 0 0,-1 0-1 0 0,1 0 1 0 0,0 1-1 0 0,-1 0 0 0 0,1 0 1 0 0,-1 0-1 0 0,0 0 0 0 0,1 1 1 0 0,-1 0-1 0 0,1 0 1 0 0,-1 0-1 0 0,1 0 0 0 0,-1 1 1 0 0,0 0-1 0 0,1 0 1 0 0,-1 0-1 0 0,1 0 0 0 0,0 1 1 0 0,0 0-1 0 0,-1 0 0 0 0,1 0 1 0 0,0 0-1 0 0,-5 4 1 0 0,7-4-241 0 0,-1 0 0 0 0,0 0 1 0 0,1 0-1 0 0,0 0 0 0 0,-1 0 1 0 0,1 1-1 0 0,0-1 0 0 0,0 1 1 0 0,0-1-1 0 0,0 1 0 0 0,1 0 1 0 0,-1 0-1 0 0,1 0 0 0 0,0 0 1 0 0,-1 0-1 0 0,1 0 0 0 0,1 0 1 0 0,-1 0-1 0 0,0 0 0 0 0,1 0 1 0 0,-1 5-1 0 0,1 6-3318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40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48 316 0 0,'-4'-10'4727'0'0,"3"8"-4021"0"0,0 0 0 0 0,0 0 0 0 0,0-1-1 0 0,1 1 1 0 0,-1 0 0 0 0,0 0 0 0 0,1-1 0 0 0,0 1 0 0 0,0-4 0 0 0,0 4-273 0 0,14-5 47 0 0,-7 6-439 0 0,0 0-1 0 0,-1 0 1 0 0,1 1 0 0 0,0 0-1 0 0,0 1 1 0 0,0-1 0 0 0,-1 1-1 0 0,1 1 1 0 0,0-1 0 0 0,-1 1-1 0 0,1 0 1 0 0,-1 1 0 0 0,1-1-1 0 0,-1 1 1 0 0,0 1 0 0 0,0-1-1 0 0,-1 1 1 0 0,8 5-1 0 0,-8-5-22 0 0,-1 0 0 0 0,1 0 0 0 0,-1 0-1 0 0,0 1 1 0 0,0-1 0 0 0,0 1-1 0 0,0 0 1 0 0,-1 0 0 0 0,0 0 0 0 0,0 1-1 0 0,0-1 1 0 0,-1 1 0 0 0,0-1-1 0 0,0 1 1 0 0,0 0 0 0 0,-1 0-1 0 0,1 0 1 0 0,-2 0 0 0 0,1 0 0 0 0,-1 12-1 0 0,-4 6-8 0 0,-1-1-1 0 0,-2 0 0 0 0,0-1 1 0 0,-1 1-1 0 0,-20 37 0 0 0,2-5 30 0 0,26-54-49 0 0,-1 0-1 0 0,1 0 0 0 0,-1 0 0 0 0,1 0 0 0 0,-1 0 1 0 0,1 1-1 0 0,0-1 0 0 0,0 0 0 0 0,-1 0 1 0 0,1 0-1 0 0,0 1 0 0 0,0-1 0 0 0,0 0 1 0 0,0 0-1 0 0,0 0 0 0 0,1 1 0 0 0,-1-1 0 0 0,0 0 1 0 0,1 0-1 0 0,-1 0 0 0 0,0 0 0 0 0,2 2 1 0 0,-1-1 0 0 0,1 0 0 0 0,0-1 0 0 0,0 1 1 0 0,0 0-1 0 0,0-1 0 0 0,1 1 0 0 0,-1-1 1 0 0,4 2-1 0 0,-5-3 12 0 0,23 13 135 0 0,-1 2-1 0 0,24 18 1 0 0,-39-27-18 0 0,0 1 0 0 0,0 0 0 0 0,0 0 0 0 0,-1 1 0 0 0,-1 0 0 0 0,1 1 0 0 0,-1-1 0 0 0,7 15 0 0 0,-11-19-44 0 0,-1-1 0 0 0,1 1 0 0 0,-1 0 0 0 0,0 0 0 0 0,0 1 0 0 0,0-1 1 0 0,0 0-1 0 0,-1 0 0 0 0,0 0 0 0 0,0 1 0 0 0,0-1 0 0 0,0 0 0 0 0,-1 0 0 0 0,1 0 0 0 0,-1 1 0 0 0,-2 4 0 0 0,1-3 4 0 0,-1 0-1 0 0,0-1 0 0 0,0 1 1 0 0,-1-1-1 0 0,1 0 1 0 0,-1 0-1 0 0,0 0 1 0 0,-1 0-1 0 0,-9 7 1 0 0,-2 0-3 0 0,0-1 1 0 0,-1-1 0 0 0,0 0 0 0 0,-1-1 0 0 0,-36 12 0 0 0,-54 7 165 0 0,53-16-2217 0 0,55-12 1899 0 0,-1 0-1 0 0,1 0 1 0 0,0 0 0 0 0,-1 0-1 0 0,1 0 1 0 0,0 0 0 0 0,-1 0-1 0 0,1 1 1 0 0,0-1-1 0 0,-1 0 1 0 0,1 0 0 0 0,0 0-1 0 0,0 0 1 0 0,-1 1 0 0 0,1-1-1 0 0,0 0 1 0 0,0 0-1 0 0,-1 1 1 0 0,1-1 0 0 0,0 0-1 0 0,0 0 1 0 0,-1 1 0 0 0,1-1-1 0 0,0 0 1 0 0,0 1-1 0 0,0-1 1 0 0,0 0 0 0 0,0 0-1 0 0,-1 1 1 0 0,1-1 0 0 0,0 0-1 0 0,0 1 1 0 0,0-1-1 0 0,0 1 1 0 0,0-1 0 0 0,0 0-1 0 0,0 1 1 0 0,0-1 0 0 0,0 0-1 0 0,0 1 1 0 0,0-1-1 0 0,0 0 1 0 0,1 1 0 0 0,-1-1-1 0 0,0 0 1 0 0,0 1 0 0 0,0-1-1 0 0,0 0 1 0 0,1 0 0 0 0,-1 1-1 0 0,0-1 1 0 0,12 14-4092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41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63 1484 0 0,'-92'20'11404'0'0,"90"-20"-10701"0"0,26-3-110 0 0,20-6-303 0 0,105-23-1533 0 0,-52 1-5535 0 0,-76 24 2729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41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135 228 1160 0 0,'0'0'8958'0'0,"-4"-22"-925"0"0,1 14-7978 0 0,-15-2 20 0 0,0 2 1 0 0,-1 0 0 0 0,-1 1 0 0 0,-19-5-1 0 0,37 12-85 0 0,1 0-2 0 0,0 0 0 0 0,1-1 0 0 0,-1 1 0 0 0,0 0 0 0 0,1 0 1 0 0,-1-1-1 0 0,0 1 0 0 0,1 0 0 0 0,-1-1 0 0 0,1 1 0 0 0,-1 0 0 0 0,0-1 1 0 0,1 1-1 0 0,-1-1 0 0 0,1 1 0 0 0,0-1 0 0 0,-2 0 0 0 0,4-1 3 0 0,-1 0 0 0 0,1 1 0 0 0,0-1-1 0 0,-1 1 1 0 0,1-1 0 0 0,0 1 0 0 0,0 0 0 0 0,0 0-1 0 0,0-1 1 0 0,0 1 0 0 0,0 1 0 0 0,0-1 0 0 0,1 0-1 0 0,-1 0 1 0 0,4 0 0 0 0,46-8-314 0 0,-28 6 83 0 0,59-12-402 0 0,90-22-173 0 0,-166 34 826 0 0,1 1 1 0 0,-1-1-1 0 0,14-7 1 0 0,-19 8 63 0 0,0 1-1 0 0,0-1 1 0 0,0 0 0 0 0,0 1-1 0 0,0-1 1 0 0,0 0 0 0 0,0 0-1 0 0,0 0 1 0 0,-1-1 0 0 0,3-3-1 0 0,-3 4 176 0 0,3-10 1203 0 0,-3 8-593 0 0,-7 14-574 0 0,-7 17-74 0 0,-100 353-72 0 0,82-251-3612 0 0,3 0-4587 0 0,20-96 1733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43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100 207 1236 0 0,'11'-17'11056'0'0,"-11"17"-11011"0"0,-1 0 1 0 0,1 0 0 0 0,0 0 0 0 0,0 0-1 0 0,0 0 1 0 0,0 0 0 0 0,0 0 0 0 0,0 0-1 0 0,-1 0 1 0 0,1 0 0 0 0,0 0 0 0 0,0 0-1 0 0,0 0 1 0 0,0 0 0 0 0,0 0 0 0 0,-1 0-1 0 0,1 0 1 0 0,0 0 0 0 0,0 0 0 0 0,0 0-1 0 0,0 0 1 0 0,0 0 0 0 0,0 0 0 0 0,-1 0-1 0 0,1 0 1 0 0,0 0 0 0 0,0 0 0 0 0,0 0-1 0 0,0 0 1 0 0,-1-1 229 0 0,1 1-230 0 0,0 0 1 0 0,0 0 0 0 0,0 0 0 0 0,0 0-1 0 0,0 0 1 0 0,0 0 0 0 0,0 0 0 0 0,-1-1-1 0 0,1 1 1 0 0,0 0 0 0 0,0 0 0 0 0,0 0-1 0 0,0 0 1 0 0,0 0 0 0 0,0-1 0 0 0,0 1-1 0 0,0 0 1 0 0,0 0 0 0 0,0 0 0 0 0,0 0-1 0 0,0 0 1 0 0,0-1 0 0 0,0 1 0 0 0,0 0 0 0 0,1 0-1 0 0,-1 0 1 0 0,0 0 0 0 0,0 0 0 0 0,0-1-1 0 0,-11 17 848 0 0,-9 23-507 0 0,3 0 55 0 0,-21 72 1 0 0,33-90-404 0 0,0 1 1 0 0,1 0-1 0 0,1 0 1 0 0,2 0 0 0 0,0 26-1 0 0,1-45-32 0 0,0 0 0 0 0,0 0 0 0 0,0 0 0 0 0,1 0 0 0 0,-1 0 0 0 0,1 0 0 0 0,0 0 0 0 0,0 0 0 0 0,0 0 0 0 0,0 0 0 0 0,0 0 0 0 0,1-1 0 0 0,-1 1 0 0 0,1 0-1 0 0,0-1 1 0 0,0 0 0 0 0,0 1 0 0 0,0-1 0 0 0,0 0 0 0 0,0 0 0 0 0,1 0 0 0 0,-1 0 0 0 0,0 0 0 0 0,1-1 0 0 0,0 1 0 0 0,-1-1 0 0 0,1 1 0 0 0,0-1 0 0 0,0 0 0 0 0,0 0 0 0 0,0-1 0 0 0,0 1-1 0 0,0-1 1 0 0,0 1 0 0 0,0-1 0 0 0,0 0 0 0 0,0 0 0 0 0,4 0 0 0 0,7-2 5 0 0,0 1 0 0 0,0-2 0 0 0,0 0-1 0 0,0-1 1 0 0,0 0 0 0 0,24-12 0 0 0,-14 5 0 0 0,-1-2 0 0 0,0-1 0 0 0,-1 0 0 0 0,0-2 0 0 0,-2-1 0 0 0,1 0 0 0 0,-2-1 0 0 0,21-27 0 0 0,-28 31-2 0 0,-1 0 0 0 0,0-1 0 0 0,-2-1-1 0 0,1 0 1 0 0,-2 0 0 0 0,0 0 0 0 0,-1-1 0 0 0,-1 0-1 0 0,-1-1 1 0 0,0 1 0 0 0,-1-1 0 0 0,3-35 0 0 0,-7 46-4 0 0,0 1 0 0 0,0-1 0 0 0,-1 0 0 0 0,0 1 0 0 0,0-1 0 0 0,-1 1-1 0 0,0-1 1 0 0,0 1 0 0 0,0-1 0 0 0,-1 1 0 0 0,1 0 0 0 0,-2 0 0 0 0,1 1 0 0 0,-1-1 0 0 0,0 0 0 0 0,0 1 0 0 0,-6-6 0 0 0,4 5-42 0 0,-1 0 1 0 0,0 1-1 0 0,0 0 0 0 0,-1 0 0 0 0,1 1 0 0 0,-1 0 1 0 0,0 1-1 0 0,0-1 0 0 0,0 1 0 0 0,-1 1 1 0 0,1-1-1 0 0,-17-1 0 0 0,-4 1-602 0 0,0 2 0 0 0,-1 1-1 0 0,1 1 1 0 0,-29 5 0 0 0,-57 16-6469 0 0,84-13 1979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2:44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63 892 0 0,'0'0'4930'0'0,"26"-6"6156"0"0,69-15-9423 0 0,185-14 1 0 0,-157 34-1578 0 0,-120 2-80 0 0,-1-1 0 0 0,1 1 1 0 0,-1 0-1 0 0,1 0 1 0 0,0 0-1 0 0,-1 0 1 0 0,1 0-1 0 0,-1 0 0 0 0,0 1 1 0 0,1-1-1 0 0,-1 1 1 0 0,0 0-1 0 0,0 0 0 0 0,0-1 1 0 0,0 1-1 0 0,0 1 1 0 0,-1-1-1 0 0,1 0 1 0 0,-1 0-1 0 0,2 3 0 0 0,2 5 29 0 0,0 0-1 0 0,-1 0 0 0 0,5 15 1 0 0,-7-19-19 0 0,9 35 232 0 0,-2-1 0 0 0,-1 1 0 0 0,2 50 0 0 0,-2 126 489 0 0,-8-179-664 0 0,-24 667 765 0 0,-2-63-308 0 0,55 259-231 0 0,21-437-272 0 0,3 57 147 0 0,-48-283 229 0 0,-6-212-283 0 0,-2 0 1 0 0,-1 0-1 0 0,-1 0 0 0 0,-1-1 0 0 0,-1 0 1 0 0,-1 0-1 0 0,-13 27 0 0 0,11-35-75 0 0,-1 0-1 0 0,-1 0 1 0 0,0-1-1 0 0,-1-1 1 0 0,0 0-1 0 0,-1-1 1 0 0,-1 0-1 0 0,0-1 1 0 0,-1-1-1 0 0,0-1 1 0 0,-1 0-1 0 0,-32 15 1 0 0,-5-2-666 0 0,0-2 1 0 0,-2-3-1 0 0,-63 14 1 0 0,-60 5-4172 0 0,56-17-1933 0 0,3-3-3095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02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0 268 0 0,'0'0'4313'0'0,"-11"9"-7390"0"0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03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24 0 0,'0'0'1580'0'0,"5"-7"-972"0"0,4 12-820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04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73 608 0 0,'3'-3'473'0'0,"0"0"-1"0"0,0 0 1 0 0,0 0-1 0 0,-1-1 1 0 0,1 1-1 0 0,-1-1 1 0 0,0 0 0 0 0,3-7-1 0 0,-4 10-123 0 0,6-14 1901 0 0,-31-3-5716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08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0 328 0 0,'0'0'768'0'0,"-14"2"-68"0"0,-2 0-428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09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4 76 0 0,'0'0'1747'0'0,"-4"-1"-1760"0"0,-1 0 0 0 0,1 0 1 0 0,0 1-1 0 0,-1 0 0 0 0,-3-1 1 0 0,2 9-678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12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1 164 0 0,'0'0'600'0'0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15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455 83 1160 0 0,'24'-53'7433'0'0,"-24"51"-6979"0"0,3-8 908 0 0,-3 10-1328 0 0,0-1 0 0 0,0 1-1 0 0,1 0 1 0 0,-1-1 0 0 0,0 1 0 0 0,0-1-1 0 0,0 1 1 0 0,1-1 0 0 0,-1 1 0 0 0,0-1 0 0 0,0 1-1 0 0,0-1 1 0 0,0 1 0 0 0,0 0 0 0 0,0-1-1 0 0,0 1 1 0 0,0-1 0 0 0,0 1 0 0 0,0-1 0 0 0,0 1-1 0 0,0-1 1 0 0,-1 1 0 0 0,1-1 0 0 0,0 1-1 0 0,0-1 1 0 0,0 1 0 0 0,-1 0 0 0 0,1-1 0 0 0,0 1-1 0 0,0-1 1 0 0,-1 1 0 0 0,1 0 0 0 0,0-1 0 0 0,-1 1-1 0 0,1 0 1 0 0,0-1 0 0 0,-1 1 0 0 0,1 0-1 0 0,-1 0 1 0 0,1-1 0 0 0,-1 1 0 0 0,1 0 0 0 0,0 0-1 0 0,-1 0 1 0 0,1 0 0 0 0,-1 0 0 0 0,1-1-1 0 0,-1 1 1 0 0,1 0 0 0 0,-1 0 0 0 0,1 0 0 0 0,-1 0-1 0 0,1 0 1 0 0,-1 0 0 0 0,1 1 0 0 0,-1-1-1 0 0,1 0 1 0 0,0 0 0 0 0,-1 0 0 0 0,1 0 0 0 0,-1 0-1 0 0,0 1 1 0 0,-39 12-291 0 0,32-10 415 0 0,-13 4-156 0 0,0 2 0 0 0,1 0 0 0 0,0 1-1 0 0,0 1 1 0 0,1 1 0 0 0,1 0-1 0 0,0 2 1 0 0,1 0 0 0 0,0 1 0 0 0,1 0-1 0 0,1 2 1 0 0,0-1 0 0 0,-14 24-1 0 0,3-1 54 0 0,2 1-1 0 0,-25 57 0 0 0,39-73 20 0 0,0 1 0 0 0,2 0-1 0 0,1 1 1 0 0,1 0 0 0 0,-5 41-1 0 0,11-59-31 0 0,-1 0 1 0 0,1 0-1 0 0,0-1 0 0 0,1 1 0 0 0,0 0 0 0 0,0 0 0 0 0,1-1 0 0 0,-1 1 1 0 0,2-1-1 0 0,-1 1 0 0 0,5 8 0 0 0,-4-12-13 0 0,0 1 0 0 0,0-1 0 0 0,1 0 0 0 0,-1 0 0 0 0,1 0 0 0 0,0 0 0 0 0,0 0 0 0 0,0-1-1 0 0,0 0 1 0 0,1 0 0 0 0,-1 0 0 0 0,1 0 0 0 0,0-1 0 0 0,0 0 0 0 0,0 0 0 0 0,0 0 0 0 0,6 1 0 0 0,11 1 17 0 0,-1 0 1 0 0,1-1-1 0 0,0-1 0 0 0,43-2 1 0 0,87-17 8 0 0,-113 9 195 0 0,61-21 0 0 0,-98 29-244 0 0,13-4-1360 0 0,-10 3 1774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21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105 110 328 0 0,'-7'-7'7327'0'0,"7"7"-7250"0"0,-1-1 0 0 0,1 1 0 0 0,0-1 0 0 0,0 0 0 0 0,-1 1 0 0 0,1-1 0 0 0,0 1 1 0 0,-1-1-1 0 0,1 1 0 0 0,0-1 0 0 0,-1 1 0 0 0,1-1 0 0 0,-1 1 0 0 0,1-1 0 0 0,-1 1 0 0 0,1 0 1 0 0,-1-1-1 0 0,1 1 0 0 0,-1 0 0 0 0,0-1 0 0 0,1 1 0 0 0,-1 0 0 0 0,1 0 0 0 0,-1-1 0 0 0,0 1 1 0 0,1 0-1 0 0,-1 0 0 0 0,0 0 0 0 0,1 0 0 0 0,-1 0 0 0 0,1 0 0 0 0,-1 0 0 0 0,0 0 0 0 0,1 0 1 0 0,-1 0-1 0 0,0 0 0 0 0,1 1 0 0 0,-1-1 0 0 0,0 0 0 0 0,1 0 0 0 0,-1 1 0 0 0,1-1 0 0 0,-1 0 1 0 0,1 1-1 0 0,-1-1 0 0 0,1 0 0 0 0,-1 1 0 0 0,1-1 0 0 0,-1 1 0 0 0,1-1 0 0 0,-1 1 0 0 0,1-1 1 0 0,0 1-1 0 0,-1 0 0 0 0,0 0-77 0 0,19-21 1113 0 0,-2-18-727 0 0,-16 36-377 0 0,2 0-11 0 0,-1-1 1 0 0,1 1-1 0 0,0 0 1 0 0,-1 0-1 0 0,1 0 1 0 0,0 0-1 0 0,0 0 1 0 0,0 0-1 0 0,0 0 1 0 0,1 0-1 0 0,-1 1 1 0 0,0-1-1 0 0,5-1 1 0 0,-6 2 6 0 0,1 0-1 0 0,-2 1-11 0 0,1-1 7 0 0,-1 1 1 0 0,1-1-1 0 0,-1 1 0 0 0,1-1 0 0 0,0 1 0 0 0,-1-1 0 0 0,1 1 0 0 0,0-1 0 0 0,-1 1 0 0 0,1 0 1 0 0,0-1-1 0 0,0 1 0 0 0,-1 0 0 0 0,1 0 0 0 0,0 0 0 0 0,0 0 0 0 0,-1-1 0 0 0,3 1 0 0 0,16-3 0 0 0,-18 3 2 0 0,2 0-20 0 0,17 13 6 0 0,-16-6 17 0 0,1-1 1 0 0,-1 1-1 0 0,0 0 1 0 0,0 0-1 0 0,-1 0 1 0 0,0 0-1 0 0,0 1 1 0 0,-1-1-1 0 0,0 1 1 0 0,-1 0-1 0 0,1-1 1 0 0,-1 1-1 0 0,-1 0 1 0 0,1 0-1 0 0,-1 0 1 0 0,-1 0-1 0 0,1 0 1 0 0,-2-1-1 0 0,1 1 1 0 0,-1 0-1 0 0,-4 10 1 0 0,-6 14 107 0 0,-2-1 0 0 0,-1-1 0 0 0,-22 34 0 0 0,-64 77 479 0 0,91-127-515 0 0,5-7-39 0 0,-1 3-4 0 0,-16 23 86 0 0,21-31-92 0 0,16 1 36 0 0,52-13-22 0 0,87-25 0 0 0,-38 7-6 0 0,-110 27-31 0 0,25-6 47 0 0,43-15-1 0 0,-73 22-48 0 0,6-4-17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22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61 219 1892 0 0,'-3'-1'1722'0'0,"-17"-5"2023"0"0,-17-9 1340 0 0,55 7-4546 0 0,159-25-107 0 0,-144 26-394 0 0,125-29-1427 0 0,-156 36 671 0 0,-2-11-2144 0 0,-75-37-575 0 0,2-5 7517 0 0,84 63-3435 0 0,0 0 0 0 0,-1 2 0 0 0,0-1 0 0 0,-1 1 0 0 0,0 0 0 0 0,8 16 0 0 0,-11-17-647 0 0,0 0 1 0 0,-1 1-1 0 0,0 0 1 0 0,0 0-1 0 0,-2 0 0 0 0,1 0 1 0 0,-2 1-1 0 0,1-1 1 0 0,0 21-1 0 0,-4-14 108 0 0,-1-1 0 0 0,0 1 0 0 0,-2-1 0 0 0,0 0 0 0 0,-1 0 0 0 0,-10 24 0 0 0,-18 30-1301 0 0,-4-5-5381 0 0,30-57 2383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22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245 102 536 0 0,'21'-41'7872'0'0,"-20"39"-7389"0"0,11-24 6287 0 0,-13 24-6731 0 0,0 1-1 0 0,1-1 1 0 0,-1 0 0 0 0,0 0 0 0 0,0 1 0 0 0,-1-1-1 0 0,1 0 1 0 0,0 1 0 0 0,-1-1 0 0 0,1 1 0 0 0,0 0-1 0 0,-1-1 1 0 0,0 1 0 0 0,-2-2 0 0 0,3 2-23 0 0,0 1-16 0 0,0-1 1 0 0,1 0-1 0 0,-1 1 0 0 0,0-1 1 0 0,0 1-1 0 0,0-1 0 0 0,0 1 1 0 0,0-1-1 0 0,0 1 1 0 0,0-1-1 0 0,0 1 0 0 0,0 0 1 0 0,0 0-1 0 0,0-1 1 0 0,0 1-1 0 0,0 0 0 0 0,0 0 1 0 0,-2 0-1 0 0,-24 1 1 0 0,18 3-4 0 0,0 1 1 0 0,1 0-1 0 0,0 0 1 0 0,0 0-1 0 0,0 1 1 0 0,1 0-1 0 0,0 0 0 0 0,0 1 1 0 0,0 0-1 0 0,1 0 1 0 0,0 1-1 0 0,0 0 1 0 0,-8 16-1 0 0,-1 4-16 0 0,1 0-1 0 0,2 1 0 0 0,-10 32 1 0 0,13-33 4 0 0,1 0 1 0 0,2 1-1 0 0,-6 48 0 0 0,11-67 24 0 0,1-1-1 0 0,0 1 0 0 0,0 0 1 0 0,1-1-1 0 0,0 1 0 0 0,1-1 1 0 0,0 1-1 0 0,1-1 0 0 0,0 0 1 0 0,0 0-1 0 0,1 0 0 0 0,0 0 1 0 0,0 0-1 0 0,1-1 0 0 0,6 9 0 0 0,16 3 79 0 0,-22-17-63 0 0,1 0 0 0 0,-1-1 0 0 0,1 0 0 0 0,0 0 0 0 0,0-1 0 0 0,6 1 0 0 0,-10-1 32 0 0,2-1 38 0 0,10 1 20 0 0,-11-1 12 0 0,14-3 183 0 0,11-6-19 0 0,-6-2-167 0 0,-13 5-1014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25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72 828 0 0,'0'0'4939'0'0,"-3"0"-4412"0"0,-40-9 10469 0 0,43 9-10930 0 0,0-2-818 0 0,0 0 872 0 0,10-25 20 0 0,-7 22-145 0 0,-2 3 4 0 0,-1 1 0 0 0,1-1 1 0 0,-1 1-1 0 0,1 0 0 0 0,0 0 0 0 0,0-1 0 0 0,0 1 1 0 0,0 0-1 0 0,0 0 0 0 0,0 0 0 0 0,0 0 0 0 0,0 0 0 0 0,0 0 1 0 0,0 0-1 0 0,1 1 0 0 0,-1-1 0 0 0,3-1 0 0 0,-1 0-11 0 0,-2 2 8 0 0,1-1 0 0 0,0 0 0 0 0,-1 1 0 0 0,1-1 0 0 0,-1 1-1 0 0,1 0 1 0 0,0-1 0 0 0,-1 1 0 0 0,1 0 0 0 0,0 0 0 0 0,-1 0 0 0 0,1 0 0 0 0,0 0-1 0 0,-1 1 1 0 0,1-1 0 0 0,0 0 0 0 0,-1 1 0 0 0,1-1 0 0 0,-1 1 0 0 0,1 0 0 0 0,0 0 0 0 0,-1-1-1 0 0,0 1 1 0 0,1 0 0 0 0,-1 0 0 0 0,0 0 0 0 0,1 0 0 0 0,-1 0 0 0 0,0 1 0 0 0,0-1-1 0 0,2 2 1 0 0,3 5-2 0 0,0 0 0 0 0,0 0 0 0 0,8 16 0 0 0,-10-14 11 0 0,0-1 0 0 0,0 1 0 0 0,-1 0 1 0 0,-1 0-1 0 0,1 0 0 0 0,-2 0 0 0 0,1 1 1 0 0,-2-1-1 0 0,1 0 0 0 0,-1 1 0 0 0,-1-1 1 0 0,0 0-1 0 0,0 0 0 0 0,-1 1 0 0 0,-1-1 1 0 0,-5 16-1 0 0,-6 12 35 0 0,-2-1 1 0 0,-37 65-1 0 0,51-99-36 0 0,-16 27 30 0 0,-31 40 0 0 0,16-26-24 0 0,5-6 6 0 0,25-32-16 0 0,-2 6 15 0 0,6-12-14 0 0,0 0 0 0 0,-1 0 0 0 0,1 1 0 0 0,0-1-1 0 0,0 0 1 0 0,-1 0 0 0 0,1 0 0 0 0,0 1 0 0 0,0-1 0 0 0,-1 0 0 0 0,1 0-1 0 0,0 0 1 0 0,0-1 0 0 0,-1 1 0 0 0,1 0 0 0 0,0 0 0 0 0,0 0-1 0 0,-1 0 1 0 0,1-1 0 0 0,0 1 0 0 0,-1 0 0 0 0,1-1 0 0 0,0 1 0 0 0,56-16 9 0 0,72-22 20 0 0,-81 21-19 0 0,-46 16-7 0 0,0 1 3 0 0,13-4-15 0 0,-13 3 8 0 0,12-7-12 0 0,-12 7 17 0 0,-1 1-2 0 0,6-2 1 0 0,-5 1 24 0 0,0 0-22 0 0,5-1-3 0 0,-6 2 28 0 0,1-1-29 0 0,4-3 2 0 0,-5 3-9 0 0,33-10-52 0 0,-20 3 186 0 0,-12 7-19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25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40 105 1484 0 0,'-2'0'3268'0'0,"-4"0"-2669"0"0,-17-3 4447 0 0,23 3-4959 0 0,0 0 0 0 0,-1 0 0 0 0,1 0 0 0 0,-1 0 1 0 0,1 0-1 0 0,0 0 0 0 0,-1 0 0 0 0,1 0 0 0 0,0 0 0 0 0,-1 0 0 0 0,1-1 1 0 0,0 1-1 0 0,-1 0 0 0 0,1 0 0 0 0,0 0 0 0 0,-1-1 0 0 0,1 1 0 0 0,0 0 1 0 0,0 0-1 0 0,-1-1 0 0 0,1 1 0 0 0,0 0 0 0 0,0-1 0 0 0,0 1 0 0 0,-1 0 1 0 0,1 0-1 0 0,0-1 0 0 0,0 1 0 0 0,0-1 0 0 0,0 1 0 0 0,0 0 0 0 0,0-1 1 0 0,-1 1-1 0 0,1 0 0 0 0,0-1 0 0 0,0 1 0 0 0,0 0 0 0 0,0-1 0 0 0,0 1 1 0 0,1-1-1 0 0,-1 1 0 0 0,0 0 0 0 0,0-1 0 0 0,0 1 0 0 0,0 0 0 0 0,0-1 1 0 0,3-1-77 0 0,-1 0 1 0 0,0 1-1 0 0,0-1 0 0 0,1 1 1 0 0,-1 0-1 0 0,0 0 1 0 0,1-1-1 0 0,-1 2 1 0 0,1-1-1 0 0,5-1 1 0 0,-2 0 0 0 0,66-21 87 0 0,30-12-35 0 0,-63 23-20 0 0,-37 12-360 0 0,2-2 622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25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85 1172 0 0,'10'-33'8142'0'0,"-10"18"-5632"0"0,-3-2-775 0 0,3 15-1420 0 0,-1 0-219 0 0,0 1 1 0 0,-1-1-1 0 0,1 0 1 0 0,0 1-1 0 0,-1-1 0 0 0,1 1 1 0 0,-1 0-1 0 0,1-1 1 0 0,-4-1-1 0 0,-1 4-80 0 0,1 0 1 0 0,-1 0-1 0 0,0 1 0 0 0,1 0 1 0 0,0 0-1 0 0,-1 0 0 0 0,1 1 1 0 0,0 0-1 0 0,0 0 0 0 0,0 0 1 0 0,1 0-1 0 0,-1 1 0 0 0,1 0 1 0 0,0 0-1 0 0,-5 5 0 0 0,-8 10 44 0 0,1 0-1 0 0,-16 25 0 0 0,6-4-38 0 0,-40 79 0 0 0,56-96-12 0 0,1 1-1 0 0,1 0 1 0 0,0 0 0 0 0,2 0 0 0 0,-4 33-1 0 0,10-49 6 0 0,-1 0 0 0 0,1 0 0 0 0,1 1-1 0 0,-1-1 1 0 0,2 0 0 0 0,-1 0 0 0 0,5 15-1 0 0,-5-20 7 0 0,0 0 0 0 0,0 0 0 0 0,1 0 0 0 0,-1 0 0 0 0,1 0 0 0 0,0 0 0 0 0,-1 0 0 0 0,1-1 0 0 0,1 1 0 0 0,-1-1 0 0 0,0 1 0 0 0,0-1 0 0 0,1 0 0 0 0,0 0 0 0 0,-1 0-1 0 0,1 0 1 0 0,0 0 0 0 0,0-1 0 0 0,0 1 0 0 0,0-1 0 0 0,0 0 0 0 0,0 0 0 0 0,4 1 0 0 0,2-1 161 0 0,0 0 1 0 0,0 0-1 0 0,1-2 0 0 0,-1 1 1 0 0,15-3-1 0 0,14-9-1385 0 0,-34 10 49 0 0,0 0 1 0 0,0 0-1 0 0,0-1 0 0 0,0 1 1 0 0,-1-1-1 0 0,5-4 0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26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 1680 0 0,'28'-37'13087'0'0,"-16"25"-7583"0"0,-9 20-5422 0 0,-1 0 0 0 0,0 0 0 0 0,0 0 0 0 0,-1 1 0 0 0,-1-1-1 0 0,1 0 1 0 0,-1 0 0 0 0,-2 16 0 0 0,1 1-17 0 0,-2 212-379 0 0,-2-79-7660 0 0,4-122 4236 0 0,0-7-2905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27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57 844 0 0,'8'-10'4858'0'0,"-5"6"-3620"0"0,-1 2-802 0 0,0 0-1 0 0,0 0 1 0 0,-1 0-1 0 0,1 0 1 0 0,-1 0-1 0 0,1 0 1 0 0,-1-1-1 0 0,0 1 1 0 0,0 0-1 0 0,0-1 1 0 0,0 1-1 0 0,0-6 1 0 0,-1 7-149 0 0,0 0-272 0 0,0 1 0 0 0,0-1 1 0 0,0 1-1 0 0,-1 0 1 0 0,1-1-1 0 0,0 1 1 0 0,0-1-1 0 0,-1 1 1 0 0,1 0-1 0 0,0 0 0 0 0,-1-1 1 0 0,1 1-1 0 0,0 0 1 0 0,-1-1-1 0 0,1 1 1 0 0,0 0-1 0 0,-1 0 1 0 0,1 0-1 0 0,0-1 0 0 0,-1 1 1 0 0,1 0-1 0 0,-1 0 1 0 0,0 0-1 0 0,-4 0-1 0 0,0 1-1 0 0,0 0 0 0 0,0 0 1 0 0,0 0-1 0 0,0 1 1 0 0,0 0-1 0 0,-5 3 1 0 0,-4 4 4 0 0,1 0 0 0 0,1 1 0 0 0,-1 0-1 0 0,2 1 1 0 0,0 0 0 0 0,0 1 0 0 0,-13 19 0 0 0,2 2 61 0 0,-31 63-1 0 0,43-76-43 0 0,1 1 1 0 0,0 1-1 0 0,-7 33 0 0 0,14-47-30 0 0,0 1-1 0 0,1-1 1 0 0,0 0-1 0 0,0 1 1 0 0,1-1 0 0 0,0 1-1 0 0,0-1 1 0 0,1 1-1 0 0,0-1 1 0 0,1 1 0 0 0,0-1-1 0 0,5 14 1 0 0,-5-19 1 0 0,0 1 1 0 0,0-1-1 0 0,0 0 1 0 0,0 0-1 0 0,0 0 0 0 0,1-1 1 0 0,-1 1-1 0 0,1 0 1 0 0,0-1-1 0 0,-1 0 0 0 0,1 0 1 0 0,0 0-1 0 0,6 3 1 0 0,-3-2 20 0 0,1 0 0 0 0,0-1 0 0 0,0 0 0 0 0,-1 0 0 0 0,1-1 1 0 0,12 1-1 0 0,-2-1-106 0 0,0-1 0 0 0,0-1 0 0 0,0 0 0 0 0,0-1 0 0 0,19-6 1 0 0,-9-1-1236 0 0,8-6-5031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27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4 125 8 0 0,'-4'-10'6493'0'0,"4"-4"-2598"0"0,0-7-324 0 0,0 18-3505 0 0,1 1 0 0 0,-1-1 0 0 0,0 1 0 0 0,1 0 0 0 0,0-1-1 0 0,0 1 1 0 0,-1 0 0 0 0,1-1 0 0 0,1 1 0 0 0,-1 0 0 0 0,0 0-1 0 0,0 0 1 0 0,1 0 0 0 0,-1 0 0 0 0,1 0 0 0 0,0 0 0 0 0,0 1-1 0 0,-1-1 1 0 0,4-1 0 0 0,-1-1-48 0 0,0 0 1 0 0,1 1-1 0 0,-1 0 1 0 0,1 0-1 0 0,0 0 0 0 0,0 1 1 0 0,0-1-1 0 0,0 1 1 0 0,1 0-1 0 0,-1 1 0 0 0,1-1 1 0 0,-1 1-1 0 0,1 0 0 0 0,-1 0 1 0 0,1 1-1 0 0,0 0 1 0 0,-1 0-1 0 0,1 0 0 0 0,-1 1 1 0 0,9 1-1 0 0,-12-2-15 0 0,-1 1-1 0 0,0-1 1 0 0,0 1-1 0 0,1-1 1 0 0,-1 1 0 0 0,0-1-1 0 0,0 1 1 0 0,0 0-1 0 0,0-1 1 0 0,0 1-1 0 0,0 0 1 0 0,0 0 0 0 0,0 0-1 0 0,0 0 1 0 0,0 0-1 0 0,0 0 1 0 0,0 0-1 0 0,-1 0 1 0 0,1 1 0 0 0,1 1-1 0 0,-1 0 1 0 0,-1-1 0 0 0,1 1 0 0 0,-1 0 0 0 0,1 0 0 0 0,-1-1 0 0 0,0 1 0 0 0,0 0 0 0 0,0 0 0 0 0,-1 4 0 0 0,0 1 7 0 0,-1 0 1 0 0,0-1 0 0 0,-1 1-1 0 0,0 0 1 0 0,-6 12-1 0 0,-60 88 98 0 0,44-73-8 0 0,24-33-78 0 0,31-4-43 0 0,-24 1 15 0 0,-1 1-1 0 0,0 0 0 0 0,1-1 0 0 0,-1 2 0 0 0,1-1 0 0 0,-1 1 0 0 0,11 2 0 0 0,-4 1 3 0 0,-1 0 0 0 0,0 0 0 0 0,0 1 0 0 0,0 0 0 0 0,-1 1 0 0 0,0 0-1 0 0,0 1 1 0 0,14 12 0 0 0,-21-17 18 0 0,0 1 1 0 0,0 0-1 0 0,0-1 0 0 0,-1 2 1 0 0,1-1-1 0 0,-1 0 0 0 0,1 0 1 0 0,-1 1-1 0 0,0-1 0 0 0,0 1 1 0 0,-1 0-1 0 0,1 0 0 0 0,-1-1 1 0 0,0 1-1 0 0,0 0 0 0 0,0 0 1 0 0,0 0-1 0 0,-1 0 0 0 0,0 0 1 0 0,1 0-1 0 0,-2 6 0 0 0,1-10-12 0 0,0 5 88 0 0,0-1-1 0 0,-1 0 0 0 0,1 0 0 0 0,-1 0 0 0 0,0 0 0 0 0,0 0 0 0 0,-1 0 0 0 0,1 0 0 0 0,-1 0 0 0 0,0 0 0 0 0,0 0 0 0 0,0-1 0 0 0,0 1 0 0 0,-1-1 0 0 0,1 0 0 0 0,-1 1 0 0 0,0-1 0 0 0,0 0 0 0 0,0-1 0 0 0,0 1 0 0 0,-1 0 0 0 0,1-1 0 0 0,-1 0 0 0 0,-6 3 1 0 0,1-1-6 0 0,-1 0 0 0 0,1-1 0 0 0,-1 0 0 0 0,0 0 0 0 0,0-1 0 0 0,0 0 0 0 0,-1-1 0 0 0,-13 0 0 0 0,22-1-56 0 0,-1 0-22 0 0,-9 0-34 0 0,10 0-99 0 0,-10-7-2268 0 0,12 5 1801 0 0,0 0-1 0 0,-1 0 0 0 0,1 0 1 0 0,0 0-1 0 0,0 0 0 0 0,0 0 1 0 0,0 0-1 0 0,0-1 0 0 0,1 1 1 0 0,-1 0-1 0 0,1 0 1 0 0,-1 0-1 0 0,1 0 0 0 0,0 1 1 0 0,1-4-1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29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11 125 1552 0 0,'-11'-15'13644'0'0,"27"5"-13468"0"0,1 1-1 0 0,0 0 0 0 0,0 1 1 0 0,34-11-1 0 0,-8 4-123 0 0,10-4 100 0 0,-51 18-139 0 0,0 0 3 0 0,4-1 3 0 0,-3 1 641 0 0,7-3 44 0 0,1 0-4105 0 0,-16-3 1447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29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25 712 0 0,'-22'-23'12607'0'0,"20"22"-12293"0"0,32 34-223 0 0,-21-24-62 0 0,0-1 0 0 0,-1 2 0 0 0,-1-1-1 0 0,1 1 1 0 0,9 19 0 0 0,-14-23-9 0 0,0 1 1 0 0,-1-1-1 0 0,0 1 1 0 0,0 0-1 0 0,-1 0 1 0 0,0-1-1 0 0,0 1 1 0 0,-1 0 0 0 0,1 0-1 0 0,-2 0 1 0 0,0 12-1 0 0,-2-8 9 0 0,1 0 0 0 0,-2 0 0 0 0,1-1 0 0 0,-2 1 0 0 0,1-1 0 0 0,-10 15 0 0 0,0-1-145 0 0,-1 0 0 0 0,-1-1-1 0 0,-21 23 1 0 0,27-35-2318 0 0,-2 0 0 0 0,-13 10 0 0 0,14-12-1741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30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95 1588 0 0,'0'-14'4505'0'0,"1"-11"-872"0"0,0 16-2335 0 0,0 1 0 0 0,-1 0 0 0 0,0 0 0 0 0,-1-13 0 0 0,0 20-1158 0 0,-2 1-147 0 0,-1 0 4 0 0,0 1 0 0 0,0 0 1 0 0,0 0-1 0 0,1 1 0 0 0,-1-1 1 0 0,0 1-1 0 0,0-1 0 0 0,1 1 0 0 0,-1 0 1 0 0,1 1-1 0 0,-4 2 0 0 0,0 1-1 0 0,-1 1 0 0 0,1 0 0 0 0,1 1 0 0 0,-8 9 0 0 0,-1 5 16 0 0,1 1 0 0 0,-16 37 1 0 0,25-49-10 0 0,-14 30 22 0 0,-19 59 0 0 0,34-86-15 0 0,1-1 1 0 0,0 0 0 0 0,1 1-1 0 0,0-1 1 0 0,1 1-1 0 0,1 0 1 0 0,0-1-1 0 0,1 1 1 0 0,3 14 0 0 0,-3-22-3 0 0,0-1 0 0 0,1 1 0 0 0,-1-1 0 0 0,1 0 0 0 0,1 0 0 0 0,-1 0 0 0 0,1 0 0 0 0,-1-1 0 0 0,2 1 0 0 0,-1 0 0 0 0,0-1 0 0 0,1 0 0 0 0,0 0 0 0 0,0 0 0 0 0,0-1 0 0 0,7 6 0 0 0,-5-6 10 0 0,0 0 0 0 0,0 0 0 0 0,0 0 0 0 0,1-1-1 0 0,-1 0 1 0 0,0 0 0 0 0,1 0 0 0 0,0-1 0 0 0,-1 0 0 0 0,1-1 0 0 0,0 1-1 0 0,-1-1 1 0 0,14-2 0 0 0,34-12-3 0 0,-53 13-128 0 0,11-7-2077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31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28 118 1556 0 0,'-24'-20'11830'0'0,"21"14"-11837"0"0,2 4 453 0 0,13-22 1012 0 0,-4 17-1356 0 0,0 0 1 0 0,1 0 0 0 0,0 0-1 0 0,0 1 1 0 0,0 1 0 0 0,0 0-1 0 0,13-5 1 0 0,-17 8-99 0 0,0 0 1 0 0,1 0-1 0 0,0 0 1 0 0,-1 1-1 0 0,1 0 0 0 0,0 0 1 0 0,0 1-1 0 0,0-1 0 0 0,0 1 1 0 0,-1 1-1 0 0,1-1 0 0 0,0 1 1 0 0,0 0-1 0 0,9 3 0 0 0,-13-4 0 0 0,-1 1-1 0 0,0 0 1 0 0,1 0-1 0 0,-1 0 1 0 0,0-1-1 0 0,0 1 1 0 0,0 0-1 0 0,0 0 1 0 0,0 0-1 0 0,0 1 1 0 0,0-1-1 0 0,0 0 1 0 0,0 0-1 0 0,-1 1 1 0 0,1-1-1 0 0,0 0 1 0 0,-1 1-1 0 0,1-1 1 0 0,-1 0-1 0 0,1 1 1 0 0,-1-1-1 0 0,0 1 1 0 0,0-1-1 0 0,1 1 1 0 0,-1-1-1 0 0,0 0 1 0 0,0 1-1 0 0,-1-1 1 0 0,1 1-1 0 0,0-1 1 0 0,-1 3-1 0 0,0 3 13 0 0,-1 0 0 0 0,0-1 0 0 0,-1 1 0 0 0,1-1 0 0 0,-5 9 0 0 0,-32 44 35 0 0,17-28-9 0 0,-10 12 80 0 0,31-41-110 0 0,0 6 8 0 0,1-8-20 0 0,0 0 1 0 0,0 0 0 0 0,0 1-1 0 0,0-1 1 0 0,-1 0 0 0 0,1 0-1 0 0,0 0 1 0 0,0 1 0 0 0,0-1 0 0 0,0 0-1 0 0,0 0 1 0 0,0 0 0 0 0,0 1-1 0 0,1-1 1 0 0,-1 0 0 0 0,0 0-1 0 0,0 0 1 0 0,0 1 0 0 0,0-1-1 0 0,0 0 1 0 0,0 0 0 0 0,0 0-1 0 0,0 0 1 0 0,0 1 0 0 0,1-1-1 0 0,-1 0 1 0 0,0 0 0 0 0,0 0-1 0 0,0 0 1 0 0,0 1 0 0 0,0-1-1 0 0,1 0 1 0 0,-1 0 0 0 0,0 0-1 0 0,0 0 1 0 0,0 0 0 0 0,1 0-1 0 0,-1 0 1 0 0,0 0 0 0 0,2 2 3 0 0,17-2-3 0 0,-15-1-5 0 0,21 5 6 0 0,-14-2 7 0 0,-1 1 1 0 0,0 1-1 0 0,0 0 1 0 0,0 0 0 0 0,0 1-1 0 0,-1 0 1 0 0,0 0 0 0 0,0 1-1 0 0,0 1 1 0 0,-1-1 0 0 0,1 1-1 0 0,-2 1 1 0 0,1-1 0 0 0,-1 1-1 0 0,0 1 1 0 0,6 9 0 0 0,-11-14 29 0 0,0 0 1 0 0,-1 0 0 0 0,0 0 0 0 0,1 0-1 0 0,-1 0 1 0 0,0 0 0 0 0,-1 0 0 0 0,1 1 0 0 0,-1-1-1 0 0,0 0 1 0 0,0 0 0 0 0,0 0 0 0 0,-1 1-1 0 0,1-1 1 0 0,-1 0 0 0 0,0 0 0 0 0,0 0 0 0 0,0 0-1 0 0,-1 0 1 0 0,1 0 0 0 0,-1 0 0 0 0,-4 5-1 0 0,1 1 175 0 0,-1-1-1 0 0,-1 0 0 0 0,1 0 0 0 0,-2 0 1 0 0,1-1-1 0 0,-1 0 0 0 0,-12 9 0 0 0,13-11-91 0 0,-1 0-1 0 0,1-1 0 0 0,-1-1 0 0 0,-1 1 0 0 0,1-1 1 0 0,0 0-1 0 0,-1-1 0 0 0,0 0 0 0 0,0-1 0 0 0,0 0 1 0 0,0 0-1 0 0,-12 1 0 0 0,18-3-212 0 0,-1 0-1 0 0,0 0 1 0 0,1 0 0 0 0,-1-1 0 0 0,1 1-1 0 0,-1-1 1 0 0,0 0 0 0 0,1 0 0 0 0,0 0-1 0 0,-1 0 1 0 0,1 0 0 0 0,0-1 0 0 0,-7-3-1 0 0,10 4-158 0 0,-1-1-1 0 0,1 1 0 0 0,-1 0 0 0 0,1 0 1 0 0,-1 0-1 0 0,1 0 0 0 0,0-1 0 0 0,-1 1 0 0 0,1 0 1 0 0,0 0-1 0 0,0-1 0 0 0,0 1 0 0 0,0 0 1 0 0,0 0-1 0 0,0-1 0 0 0,0 1 0 0 0,1 0 1 0 0,-1 0-1 0 0,0-1 0 0 0,1 1 0 0 0,-1 0 0 0 0,2-2 1 0 0,-1-1-925 0 0,3-7-2987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31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99 2616 0 0,'-2'-1'3818'0'0,"-11"-2"638"0"0,-1-2 779 0 0,14 5-5208 0 0,0 0 0 0 0,0 0 0 0 0,0 0 0 0 0,1 0 0 0 0,-1 0 0 0 0,0-1 0 0 0,0 1-1 0 0,0 0 1 0 0,0 0 0 0 0,0 0 0 0 0,0 0 0 0 0,0 0 0 0 0,0 0 0 0 0,0 0-1 0 0,1-1 1 0 0,-1 1 0 0 0,0 0 0 0 0,0 0 0 0 0,0 0 0 0 0,0 0 0 0 0,0 0-1 0 0,0-1 1 0 0,0 1 0 0 0,0 0 0 0 0,0 0 0 0 0,0 0 0 0 0,0 0 0 0 0,0 0 0 0 0,0-1-1 0 0,0 1 1 0 0,0 0 0 0 0,0 0 0 0 0,0 0 0 0 0,0 0 0 0 0,0 0 0 0 0,-1 0-1 0 0,1-1 1 0 0,0 1 0 0 0,0 0 0 0 0,0 0 0 0 0,0 0 0 0 0,0 0 0 0 0,0 0 0 0 0,0 0-1 0 0,0 0 1 0 0,0-1 0 0 0,-1 1 0 0 0,1 0 0 0 0,0 0 0 0 0,0 0 0 0 0,0 0-1 0 0,0 0 1 0 0,0 0 0 0 0,0 0 0 0 0,-1 0 0 0 0,1 0 0 0 0,0 0 0 0 0,0 0-1 0 0,0 0 1 0 0,0 0 0 0 0,0 0 0 0 0,-1 0 0 0 0,1 0 0 0 0,20-11 389 0 0,28-8-376 0 0,99-25 138 0 0,-145 44-185 0 0,27-9-61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34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47 356 0 0,'17'4'11031'0'0,"-12"-4"-10200"0"0,-5-2-824 0 0,0 0-1 0 0,0 1 1 0 0,-1-1 0 0 0,1 0-1 0 0,1 1 1 0 0,-1-1 0 0 0,0 0 0 0 0,0 1-1 0 0,0-1 1 0 0,1 1 0 0 0,-1-1 0 0 0,1 0-1 0 0,0 1 1 0 0,-1-1 0 0 0,1 1-1 0 0,0 0 1 0 0,0-1 0 0 0,0 1 0 0 0,0-1-1 0 0,2-1 1 0 0,-1 1-6 0 0,0 1 0 0 0,0-1 0 0 0,1 1 0 0 0,-1-1 1 0 0,1 1-1 0 0,-1 0 0 0 0,1 0 0 0 0,-1 0 0 0 0,1 0 0 0 0,-1 1 0 0 0,1-1 0 0 0,3 0 0 0 0,-2 1-5 0 0,1-1-1 0 0,0 1 1 0 0,0 0-1 0 0,0 0 1 0 0,0 1-1 0 0,0 0 1 0 0,0 0 0 0 0,-1 0-1 0 0,1 0 1 0 0,0 0-1 0 0,-1 1 1 0 0,1 0-1 0 0,-1 0 1 0 0,8 5-1 0 0,-8-3 7 0 0,1 0 0 0 0,-1 0-1 0 0,1 0 1 0 0,-1 1-1 0 0,-1 0 1 0 0,1 0-1 0 0,-1 0 1 0 0,0 0-1 0 0,0 1 1 0 0,0-1-1 0 0,-1 1 1 0 0,1 0 0 0 0,-1 0-1 0 0,-1-1 1 0 0,1 1-1 0 0,-1 0 1 0 0,0 1-1 0 0,-1-1 1 0 0,1 0-1 0 0,-1 0 1 0 0,0 0-1 0 0,-1 0 1 0 0,0 0 0 0 0,0 0-1 0 0,0 0 1 0 0,-2 6-1 0 0,-3 7 11 0 0,-1 0 0 0 0,-1-1 0 0 0,0 0 0 0 0,-2 0-1 0 0,0-1 1 0 0,-22 28 0 0 0,-37 43 198 0 0,67-86-172 0 0,-9 2 28 0 0,11-5-61 0 0,0 1 0 0 0,0-1-1 0 0,0 1 1 0 0,-1 0 0 0 0,1-1-1 0 0,0 1 1 0 0,0-1 0 0 0,0 1 0 0 0,0-1-1 0 0,0 1 1 0 0,0-1 0 0 0,0 1-1 0 0,0-1 1 0 0,0 1 0 0 0,0 0-1 0 0,0-1 1 0 0,1 1 0 0 0,-1-1 0 0 0,0 1-1 0 0,0-1 1 0 0,0 1 0 0 0,0 0-1 0 0,1-1 1 0 0,-1 1 0 0 0,0-1 0 0 0,1 1-1 0 0,-1 0 1 0 0,0-1 0 0 0,0 1-1 0 0,1 0 1 0 0,-1-1 0 0 0,1 1 0 0 0,-1 0-1 0 0,0 0 1 0 0,1-1 0 0 0,-1 1-1 0 0,1 0 1 0 0,-1 0 0 0 0,0 0-1 0 0,1 0 1 0 0,-1-1 0 0 0,1 1 0 0 0,-1 0-1 0 0,1 0 1 0 0,-1 0 0 0 0,1 0-1 0 0,-1 0 1 0 0,1 0 0 0 0,1 0 25 0 0,36 15 125 0 0,-17-3-139 0 0,16 13-60 0 0,-13-8-283 0 0,31 16 0 0 0,-45-29-1202 0 0,-1 1 0 0 0,1-2 0 0 0,19 6 0 0 0,-13-7-2430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35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251 126 1932 0 0,'14'-35'7569'0'0,"-5"12"-4946"0"0,-8 20-2317 0 0,0 1 0 0 0,0-1-1 0 0,-1 1 1 0 0,1-1 0 0 0,-1 1 0 0 0,0-1 0 0 0,1 0 0 0 0,-1 1 0 0 0,-1-5 0 0 0,2-8 291 0 0,-2 14-572 0 0,0-1 0 0 0,1 1 0 0 0,-1-1 0 0 0,0 1 0 0 0,0 0 1 0 0,0-1-1 0 0,0 1 0 0 0,0 0 0 0 0,0 0 0 0 0,0 0 0 0 0,0 0 0 0 0,-1 0 0 0 0,1 0 0 0 0,0 0 0 0 0,-1 0 0 0 0,1 0 0 0 0,-3 0 0 0 0,1 0-15 0 0,-2 1-16 0 0,0 1-1 0 0,-1 0 0 0 0,1 0 0 0 0,-1 1 1 0 0,1 0-1 0 0,0 0 0 0 0,0 0 0 0 0,0 0 1 0 0,0 1-1 0 0,1 0 0 0 0,-1 0 0 0 0,0 0 0 0 0,1 0 1 0 0,-7 8-1 0 0,-6 5-33 0 0,2 2 0 0 0,-15 19 1 0 0,28-34 37 0 0,-13 18-13 0 0,1 0 1 0 0,0 1-1 0 0,2 1 1 0 0,-13 32 0 0 0,19-39 22 0 0,1 0 1 0 0,0 1 0 0 0,1-1 0 0 0,1 1-1 0 0,0 0 1 0 0,2 0 0 0 0,-1 26 0 0 0,3-37 2 0 0,0 1 0 0 0,0-1 0 0 0,0 1 0 0 0,1-1-1 0 0,0 0 1 0 0,0 1 0 0 0,0-1 0 0 0,1 0 0 0 0,0 0 0 0 0,0-1 0 0 0,1 1 0 0 0,-1-1 0 0 0,1 1 0 0 0,0-1 0 0 0,1 0 0 0 0,-1-1 0 0 0,1 1 0 0 0,6 4 0 0 0,-2-2-23 0 0,2-1 0 0 0,-1 0 0 0 0,1 0 0 0 0,-1 0 0 0 0,2-2 0 0 0,-1 1 0 0 0,0-2 0 0 0,21 5 0 0 0,-3-6-2374 0 0,-26-2 1278 0 0,7-1-1591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35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1648 0 0,'1'-46'19692'0'0,"4"77"-18356"0"0,-2-12-1485 0 0,37 231-2020 0 0,-25-82-7961 0 0,-12-114 2306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36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85 1624 0 0,'25'-23'5406'0'0,"-15"15"-3628"0"0,-1 0 1 0 0,0-1-1 0 0,14-19 0 0 0,-22 27-1207 0 0,-3-2-407 0 0,2 3-160 0 0,0 0 0 0 0,0 0-1 0 0,0-1 1 0 0,0 1 0 0 0,0 0 0 0 0,0 0 0 0 0,0 0 0 0 0,0 0 0 0 0,0-1 0 0 0,0 1-1 0 0,0 0 1 0 0,0 0 0 0 0,-1 0 0 0 0,1 0 0 0 0,0-1 0 0 0,0 1 0 0 0,0 0 0 0 0,0 0-1 0 0,0 0 1 0 0,-1 0 0 0 0,1 0 0 0 0,0 0 0 0 0,0-1 0 0 0,0 1 0 0 0,0 0-1 0 0,-1 0 1 0 0,1 0 0 0 0,0 0 0 0 0,0 0 0 0 0,0 0 0 0 0,0 0 0 0 0,-1 0 0 0 0,1 0-1 0 0,0 0 1 0 0,0 0 0 0 0,0 0 0 0 0,-1 0 0 0 0,1 0 0 0 0,0 0 0 0 0,0 0 0 0 0,0 0-1 0 0,-1 0 1 0 0,1 0 0 0 0,0 0 0 0 0,-7 2 10 0 0,-1 1-1 0 0,1-1 1 0 0,0 1-1 0 0,1 0 1 0 0,-1 1 0 0 0,0-1-1 0 0,1 1 1 0 0,0 1-1 0 0,0-1 1 0 0,-7 8 0 0 0,-11 11-19 0 0,-21 25 1 0 0,39-40 8 0 0,-16 18 3 0 0,1 2 0 0 0,1 0-1 0 0,1 1 1 0 0,2 1-1 0 0,1 1 1 0 0,1 1-1 0 0,-20 64 1 0 0,33-88-7 0 0,0 0 0 0 0,0 0 0 0 0,1 0 0 0 0,0 0 0 0 0,1 0 0 0 0,-1 0 0 0 0,2 0 0 0 0,-1 0 0 0 0,1 0 0 0 0,0 0 0 0 0,5 15 0 0 0,-4-19 7 0 0,0 1 0 0 0,0-1 1 0 0,0 0-1 0 0,0 1 1 0 0,1-1-1 0 0,0 0 0 0 0,0-1 1 0 0,0 1-1 0 0,0 0 0 0 0,1-1 1 0 0,0 0-1 0 0,-1 0 1 0 0,1 0-1 0 0,0 0 0 0 0,0 0 1 0 0,1-1-1 0 0,-1 0 1 0 0,0 0-1 0 0,1 0 0 0 0,8 2 1 0 0,0-1 16 0 0,-1-2 1 0 0,0 1-1 0 0,1-1 0 0 0,0-1 1 0 0,-1-1-1 0 0,1 1 1 0 0,-1-2-1 0 0,1 0 1 0 0,-1 0-1 0 0,18-7 0 0 0,-27 9-76 0 0,-1 0-1 0 0,0-1 0 0 0,0 1 0 0 0,0-1 0 0 0,0 1 0 0 0,0-1 0 0 0,0 0 0 0 0,0 0 0 0 0,0 0 0 0 0,-1 0 0 0 0,1 0 0 0 0,2-2 0 0 0,-1 0-153 0 0,-2 2-460 0 0,3-2-406 0 0,1 1-289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36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68 556 0 0,'1'-2'2344'0'0,"5"-38"5824"0"0,-1 14-3167 0 0,-5 45-4989 0 0,-1-2 1 0 0,1-1-1 0 0,1 1 0 0 0,6 32 1 0 0,-6-44-8 0 0,0-1 0 0 0,1 0 0 0 0,-1 0 1 0 0,1 0-1 0 0,0 0 0 0 0,0 0 1 0 0,0 0-1 0 0,0 0 0 0 0,1 0 0 0 0,-1-1 1 0 0,1 1-1 0 0,0-1 0 0 0,0 0 1 0 0,1 0-1 0 0,-1 0 0 0 0,0 0 0 0 0,1-1 1 0 0,0 1-1 0 0,0-1 0 0 0,6 3 0 0 0,-10-5-4 0 0,4 2 3 0 0,-1-1 0 0 0,1 1 1 0 0,0-1-1 0 0,0 0 0 0 0,0 0 1 0 0,0-1-1 0 0,-1 1 0 0 0,1-1 1 0 0,0 0-1 0 0,0 0 0 0 0,7-1 0 0 0,-4-2-5 0 0,-1 0 0 0 0,0 0 0 0 0,0-1 0 0 0,0 0 0 0 0,-1 0 0 0 0,1-1 0 0 0,-1 1 0 0 0,0-1 0 0 0,0 0 0 0 0,-1-1 0 0 0,1 1 0 0 0,4-9 0 0 0,3-8 330 0 0,0 0 1 0 0,13-36 0 0 0,-24 56-245 0 0,3-5 84 0 0,-2 15-166 0 0,0 1 1 0 0,-1-1-1 0 0,0 0 0 0 0,0 1 1 0 0,-1-1-1 0 0,-1 16 0 0 0,1-6 3 0 0,-17 239 368 0 0,6-129-3446 0 0,10-120 2186 0 0,-1 1-621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37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4 349 2572 0 0,'0'0'2454'0'0,"-3"-26"7567"0"0,3 24-9917 0 0,1 0 1 0 0,-1 0 0 0 0,1 0 0 0 0,0 0-1 0 0,0 1 1 0 0,0-1 0 0 0,0 0 0 0 0,0 0-1 0 0,0 1 1 0 0,1-1 0 0 0,-1 0-1 0 0,1 1 1 0 0,-1 0 0 0 0,1-1 0 0 0,-1 1-1 0 0,1 0 1 0 0,0 0 0 0 0,-1-1 0 0 0,1 1-1 0 0,2 0 1 0 0,49-24-124 0 0,-35 18 215 0 0,25-12-108 0 0,105-52 63 0 0,-140 66-388 0 0,0 0 1 0 0,0 0 0 0 0,0-1 0 0 0,-1 0-1 0 0,9-9 1 0 0,-15 11 116 0 0,1 1 1 0 0,0-1-1 0 0,-1 1 0 0 0,0-1 1 0 0,0 1-1 0 0,0-1 0 0 0,0 0 1 0 0,-1 0-1 0 0,1 1 0 0 0,-1-1 1 0 0,0 0-1 0 0,0 0 0 0 0,-1 0 1 0 0,1 1-1 0 0,-2-7 0 0 0,-7-31-32 0 0,8 40 190 0 0,1 0-30 0 0,-1 0 1 0 0,1 1-1 0 0,-1-1 1 0 0,1 0-1 0 0,0 0 1 0 0,-1 0-1 0 0,1 0 1 0 0,0 0-1 0 0,0 0 1 0 0,0 1-1 0 0,-1-1 1 0 0,1 0-1 0 0,0 0 1 0 0,0 0 0 0 0,0 0-1 0 0,1 0 1 0 0,-1 0-1 0 0,0-2 1 0 0,5 5-3 0 0,-1-1 0 0 0,0 0 0 0 0,0 1 1 0 0,0 0-1 0 0,0 0 0 0 0,-1 0 0 0 0,1 0 0 0 0,0 1 1 0 0,-1 0-1 0 0,0-1 0 0 0,1 1 0 0 0,-1 0 1 0 0,0 1-1 0 0,0-1 0 0 0,-1 0 0 0 0,4 6 1 0 0,-2-3 6 0 0,0 0 1 0 0,-1 0 0 0 0,0 1 0 0 0,0-1 0 0 0,0 1 0 0 0,0 0 0 0 0,-1 0 0 0 0,-1 0-1 0 0,3 13 1 0 0,-4-6 13 0 0,-1-1-1 0 0,0 0 0 0 0,-1 1 1 0 0,-1-1-1 0 0,0 0 0 0 0,0 0 1 0 0,-1 0-1 0 0,-9 19 0 0 0,-2-2-1162 0 0,-1 0-1 0 0,-25 34 1 0 0,21-40-3734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37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343 105 496 0 0,'6'-14'3449'0'0,"-1"0"0"0"0,0 0 0 0 0,-1-1 0 0 0,3-19 963 0 0,-7 33-4380 0 0,0 0 0 0 0,-1 1-1 0 0,1-1 1 0 0,0 0 0 0 0,0 1-1 0 0,-1-1 1 0 0,1 0 0 0 0,-1 1-1 0 0,1-1 1 0 0,-1 0-1 0 0,1 1 1 0 0,-1-1 0 0 0,1 1-1 0 0,-1-1 1 0 0,1 1 0 0 0,-1-1-1 0 0,0 1 1 0 0,1 0 0 0 0,-1-1-1 0 0,0 1 1 0 0,1 0 0 0 0,-1-1-1 0 0,0 1 1 0 0,1 0 0 0 0,-1 0-1 0 0,0 0 1 0 0,0-1-1 0 0,1 1 1 0 0,-1 0 0 0 0,0 0-1 0 0,0 0 1 0 0,1 0 0 0 0,-1 0-1 0 0,0 1 1 0 0,0-1 0 0 0,1 0-1 0 0,-1 0 1 0 0,0 0 0 0 0,1 1-1 0 0,-1-1 1 0 0,0 0-1 0 0,1 1 1 0 0,-2 0 0 0 0,-35 21 27 0 0,31-18 16 0 0,-14 11-46 0 0,-1 2 0 0 0,2 0 0 0 0,0 1 0 0 0,-30 39 1 0 0,15-12 5 0 0,-33 60 1 0 0,57-87-32 0 0,0 1 1 0 0,0 1-1 0 0,2-1 1 0 0,1 1-1 0 0,0 1 1 0 0,1-1-1 0 0,2 1 0 0 0,-4 31 1 0 0,8-48-37 0 0,-1 0 1 0 0,2 0-1 0 0,-1 0 1 0 0,0 1-1 0 0,1-1 0 0 0,-1 0 1 0 0,1 0-1 0 0,0 0 1 0 0,1 0-1 0 0,-1 0 0 0 0,1 0 1 0 0,0-1-1 0 0,0 1 1 0 0,0 0-1 0 0,0-1 0 0 0,0 1 1 0 0,1-1-1 0 0,0 0 1 0 0,-1 0-1 0 0,1 0 0 0 0,1 0 1 0 0,-1 0-1 0 0,0-1 1 0 0,0 0-1 0 0,6 3 0 0 0,-4-2-471 0 0,0-1 0 0 0,0 0 0 0 0,0 0-1 0 0,0 0 1 0 0,1-1 0 0 0,-1 0 0 0 0,12 1-1 0 0,-11-2-495 0 0,0 0-1 0 0,0 0 1 0 0,0-1-1 0 0,0 1 1 0 0,0-2 0 0 0,0 1-1 0 0,8-3 1 0 0,3-3-4242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38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2124 0 0,'0'-12'9214'0'0,"0"24"-7153"0"0,-1 9-1047 0 0,5 37 1 0 0,-4-52-1008 0 0,1 1-1 0 0,0-1 1 0 0,0 0-1 0 0,1 0 1 0 0,0 0-1 0 0,0-1 1 0 0,0 1-1 0 0,1 0 1 0 0,0-1-1 0 0,0 1 1 0 0,0-1-1 0 0,6 7 1 0 0,-8-11 2 0 0,1 1-1 0 0,0-1 1 0 0,-1 1 0 0 0,1-1 0 0 0,0 0 0 0 0,0 0-1 0 0,0 0 1 0 0,0 0 0 0 0,0 0 0 0 0,0 0 0 0 0,0 0 0 0 0,0 0-1 0 0,0-1 1 0 0,0 1 0 0 0,0-1 0 0 0,0 0 0 0 0,0 0-1 0 0,1 1 1 0 0,3-2 0 0 0,-2 0-4 0 0,-1 1 0 0 0,1-2 1 0 0,-1 1-1 0 0,1 0 0 0 0,-1-1 0 0 0,0 1 0 0 0,1-1 1 0 0,-1 0-1 0 0,0 0 0 0 0,5-5 0 0 0,2-2 1 0 0,-1-1 1 0 0,0-1-1 0 0,0 1 0 0 0,-1-1 1 0 0,8-15-1 0 0,-2-2 112 0 0,-11 20 342 0 0,1 0 0 0 0,0 1 0 0 0,9-12 0 0 0,-12 17-308 0 0,3-4 427 0 0,-4 6-567 0 0,0 0 0 0 0,1 0 0 0 0,-1 1 0 0 0,0-1-1 0 0,0 0 1 0 0,1 1 0 0 0,-1-1 0 0 0,0 0 0 0 0,0 1 0 0 0,1-1 0 0 0,-1 0 0 0 0,0 1 0 0 0,0-1 0 0 0,0 0 0 0 0,0 1 0 0 0,0-1 0 0 0,0 0-1 0 0,0 1 1 0 0,0-1 0 0 0,0 1 0 0 0,0-1 0 0 0,0 0 0 0 0,0 1 0 0 0,0-1 0 0 0,0 0 0 0 0,0 1 0 0 0,0-1 0 0 0,0 1 0 0 0,0-1-1 0 0,0 1 1 0 0,-40 279 1751 0 0,14-108-1549 0 0,18-86-874 0 0,9-43-1557 0 0,7-2-3285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38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83 132 1588 0 0,'-62'-18'12118'0'0,"61"17"-11415"0"0,0 1-652 0 0,1 1-1 0 0,-1-1 0 0 0,1 0 1 0 0,-1 0-1 0 0,0 0 1 0 0,1 0-1 0 0,-1 1 0 0 0,1-1 1 0 0,-1 0-1 0 0,1 0 1 0 0,-1 0-1 0 0,1 0 0 0 0,-1 0 1 0 0,0-1-1 0 0,1 1 0 0 0,-1 0 1 0 0,1 0-1 0 0,-1 0 1 0 0,1 0-1 0 0,-1-1 0 0 0,1 1 1 0 0,-1 0-1 0 0,1 0 0 0 0,-1-1 1 0 0,1 1-1 0 0,-1-1 1 0 0,1 1-1 0 0,-1 0 0 0 0,1-1 1 0 0,0 1-1 0 0,-1-1 1 0 0,1 1-1 0 0,0-1 0 0 0,-1 1 1 0 0,1-1-1 0 0,0 1 0 0 0,0-1 1 0 0,-1 1-1 0 0,1-1 1 0 0,0 1-1 0 0,0-1 0 0 0,0 1 1 0 0,0-1-1 0 0,0 1 0 0 0,0-1 1 0 0,0 0-1 0 0,0 1 1 0 0,0-1-1 0 0,0 1 0 0 0,0-1 1 0 0,0 1-1 0 0,0-1 1 0 0,0 0-1 0 0,1 1 0 0 0,-1-1 1 0 0,0 1-1 0 0,0-1 0 0 0,1 1 1 0 0,-1-1-1 0 0,0 1 1 0 0,1-1-1 0 0,7-6 15 0 0,0 1-1 0 0,0 0 1 0 0,0 0 0 0 0,1 1 0 0 0,16-8-1 0 0,54-17-135 0 0,-51 19-175 0 0,-16 8-663 0 0,2-2-2550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39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69 129 408 0 0,'-6'-21'10416'0'0,"5"14"-9077"0"0,0 1 0 0 0,1 0-1 0 0,0 0 1 0 0,1-12 0 0 0,-1 15-1273 0 0,1 1 0 0 0,0 0 1 0 0,-1 0-1 0 0,1-1 0 0 0,0 1 1 0 0,0 0-1 0 0,1 0 1 0 0,-1 0-1 0 0,0 0 0 0 0,1 0 1 0 0,-1 0-1 0 0,1 1 1 0 0,0-1-1 0 0,-1 0 0 0 0,5-2 1 0 0,-1 0-47 0 0,0 1 1 0 0,1 0-1 0 0,-1 0 1 0 0,1 0-1 0 0,0 0 1 0 0,0 1-1 0 0,0 0 1 0 0,0 0-1 0 0,0 1 1 0 0,0 0-1 0 0,0 0 1 0 0,0 0-1 0 0,9 1 1 0 0,-13 0-24 0 0,0 0 0 0 0,1 0 1 0 0,-1 1-1 0 0,0-1 1 0 0,0 1-1 0 0,0 0 1 0 0,0-1-1 0 0,0 1 0 0 0,0 0 1 0 0,0 0-1 0 0,0 0 1 0 0,0 1-1 0 0,0-1 1 0 0,0 0-1 0 0,0 1 1 0 0,1 1-1 0 0,-2-1 4 0 0,1 1 1 0 0,-1-1-1 0 0,1 0 0 0 0,-1 1 1 0 0,0-1-1 0 0,0 1 0 0 0,0-1 1 0 0,0 1-1 0 0,-1 0 0 0 0,1-1 1 0 0,-1 1-1 0 0,0 0 0 0 0,0-1 1 0 0,1 1-1 0 0,-2 0 0 0 0,1 3 1 0 0,-2 5 8 0 0,0 1 0 0 0,-1-1 0 0 0,0 0 0 0 0,-1 0 0 0 0,0 0-1 0 0,-1 0 1 0 0,0-1 0 0 0,0 0 0 0 0,-11 15 0 0 0,-22 42 26 0 0,23-41 19 0 0,14-24-41 0 0,1-2-6 0 0,-1 1 0 0 0,1 0 0 0 0,0-1 0 0 0,0 1 0 0 0,0 0 0 0 0,0 0 0 0 0,-1-1 0 0 0,1 1 0 0 0,0 0 0 0 0,0 0 0 0 0,0 0 0 0 0,1-1 1 0 0,-1 1-1 0 0,0 0 0 0 0,0 0 0 0 0,0-1 0 0 0,0 1 0 0 0,1 0 0 0 0,-1-1 0 0 0,0 1 0 0 0,1 1 0 0 0,4-3-8 0 0,24 6 1 0 0,-22-3-2 0 0,0 0 0 0 0,0 0 0 0 0,0 1 0 0 0,0-1-1 0 0,-1 2 1 0 0,1-1 0 0 0,-1 1 0 0 0,0 0-1 0 0,0 0 1 0 0,0 1 0 0 0,-1 0 0 0 0,0 0 0 0 0,0 0-1 0 0,7 9 1 0 0,-9-9 25 0 0,1 0 0 0 0,-1 0 0 0 0,0 0-1 0 0,0 1 1 0 0,-1-1 0 0 0,0 1 0 0 0,0-1 0 0 0,0 1 0 0 0,-1 0-1 0 0,0 0 1 0 0,0 0 0 0 0,0 0 0 0 0,-1 0 0 0 0,1 0 0 0 0,-2 0-1 0 0,1 0 1 0 0,-2 10 0 0 0,-2-3 56 0 0,-1 1 0 0 0,0-1-1 0 0,0 0 1 0 0,-2 0 0 0 0,1-1-1 0 0,-2 1 1 0 0,1-1 0 0 0,-2-1-1 0 0,0 0 1 0 0,0 0 0 0 0,-1-1-1 0 0,0 0 1 0 0,-1 0 0 0 0,0-1-1 0 0,0-1 1 0 0,-1 0 0 0 0,0 0 0 0 0,-14 5-1 0 0,22-11-57 0 0,-12 3 46 0 0,-19-6-10 0 0,33 1-148 0 0,-1 0 1 0 0,1-1 0 0 0,0 1-1 0 0,0 0 1 0 0,-1-1 0 0 0,1 0-1 0 0,0 1 1 0 0,0-1 0 0 0,0 0 0 0 0,0 0-1 0 0,0 0 1 0 0,0-1 0 0 0,0 1-1 0 0,0 0 1 0 0,-2-3 0 0 0,3 2-338 0 0,-1 1 1 0 0,1-1-1 0 0,0 0 1 0 0,0 1 0 0 0,0-1-1 0 0,0 0 1 0 0,0 0-1 0 0,0 0 1 0 0,-1-2-1 0 0,2 2 78 0 0,0 1 0 0 0,0 0 0 0 0,0 0 0 0 0,0-1-1 0 0,0 1 1 0 0,0 0 0 0 0,1 0 0 0 0,-1-1 0 0 0,0 1 0 0 0,1 0-1 0 0,-1 0 1 0 0,0 0 0 0 0,1-1 0 0 0,1-1 0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39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71 536 0 0,'1'-58'14037'0'0,"-1"58"-13964"0"0,0-1 1 0 0,-1 0-1 0 0,1 1 1 0 0,0-1 0 0 0,0 1-1 0 0,0-1 1 0 0,-1 1-1 0 0,1-1 1 0 0,0 0-1 0 0,-1 1 1 0 0,1-1 0 0 0,0 1-1 0 0,-1-1 1 0 0,1 1-1 0 0,-1 0 1 0 0,1-1-1 0 0,-1 1 1 0 0,1-1 0 0 0,-1 1-1 0 0,1 0 1 0 0,-1-1-1 0 0,1 1 1 0 0,-1 0-1 0 0,1 0 1 0 0,-1-1 0 0 0,1 1-1 0 0,-1 0 1 0 0,0 0-1 0 0,1 0 1 0 0,-1 0-1 0 0,0 0 1 0 0,1 0 0 0 0,-1 0-1 0 0,1 0 1 0 0,-1 0-1 0 0,0 0 1 0 0,1 0-1 0 0,-1 0 1 0 0,1 0 0 0 0,-1 0-1 0 0,0 1 1 0 0,1-1-1 0 0,-1 0 1 0 0,0 1-1 0 0,-25 12 52 0 0,25-13-40 0 0,-14 11-16 0 0,1-1 1 0 0,0 2-1 0 0,1 0 0 0 0,1 0 1 0 0,0 1-1 0 0,0 1 1 0 0,1 0-1 0 0,1 0 0 0 0,-9 18 1 0 0,8-13-59 0 0,2 0 1 0 0,0 0-1 0 0,1 1 1 0 0,1 1-1 0 0,1-1 0 0 0,1 1 1 0 0,-3 26-1 0 0,7-40 10 0 0,1 1-1 0 0,0-1 1 0 0,0 1-1 0 0,1-1 1 0 0,0 1-1 0 0,0-1 1 0 0,0 1-1 0 0,5 11 1 0 0,-5-16-15 0 0,0 0 0 0 0,1 0 1 0 0,-1 0-1 0 0,1 0 0 0 0,0-1 1 0 0,-1 1-1 0 0,1 0 0 0 0,1-1 1 0 0,-1 1-1 0 0,0-1 0 0 0,1 0 0 0 0,-1 1 1 0 0,1-1-1 0 0,-1 0 0 0 0,1-1 1 0 0,0 1-1 0 0,0 0 0 0 0,0-1 1 0 0,0 0-1 0 0,0 1 0 0 0,0-1 0 0 0,6 1 1 0 0,28 1-1794 0 0,12-5-6987 0 0,-33-2 2531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39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7 600 0 0,'-1'-6'26976'0'0,"-17"94"-25378"0"0,-9 34-923 0 0,-10-7-532 0 0,11-34 5 0 0,10-27-3222 0 0,4-9-2827 0 0,2-1-4058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41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86 180 0 0,'5'-6'1197'0'0,"-2"4"-250"0"0,-1-1 0 0 0,1 0 0 0 0,-1 0 0 0 0,0 0 0 0 0,0 0 0 0 0,0-1 0 0 0,0 1 0 0 0,-1 0-1 0 0,2-5 1 0 0,-2 6-226 0 0,-2 0-442 0 0,-5-18 534 0 0,3 18-779 0 0,-1-1 0 0 0,1 1 0 0 0,-1 0 0 0 0,1 0 0 0 0,-1 1 0 0 0,0-1 1 0 0,0 1-1 0 0,1-1 0 0 0,-1 1 0 0 0,0 1 0 0 0,0-1 0 0 0,0 0 0 0 0,-1 1 0 0 0,1 0 0 0 0,0 0 0 0 0,0 0 0 0 0,-5 1 0 0 0,-7 1-17 0 0,1 1 1 0 0,-1 0-1 0 0,-19 7 0 0 0,27-7-16 0 0,1 0 0 0 0,0 0 0 0 0,0 0 0 0 0,0 1 0 0 0,1 0-1 0 0,-1 1 1 0 0,1-1 0 0 0,0 1 0 0 0,0 0 0 0 0,0 1 0 0 0,1 0 0 0 0,-8 9-1 0 0,7-5 17 0 0,0 0 0 0 0,0 0 1 0 0,1 0-1 0 0,1 1 0 0 0,0 0 0 0 0,0 0 0 0 0,-3 19 0 0 0,2 7 38 0 0,1 1 1 0 0,2 0 0 0 0,2 0 0 0 0,5 42-1 0 0,96 636 785 0 0,-34-183 875 0 0,-38 4-383 0 0,-10-97 191 0 0,10 754 2069 0 0,-33-1026-3225 0 0,1 289 385 0 0,4-442-720 0 0,-1-2 15 0 0,0 0-1 0 0,1 1 1 0 0,0-1-1 0 0,1 0 1 0 0,1 0-1 0 0,7 20 1 0 0,-9-31-31 0 0,0 0 1 0 0,0 1-1 0 0,1-1 1 0 0,-1 0 0 0 0,0-1-1 0 0,1 1 1 0 0,0 0-1 0 0,0 0 1 0 0,-1-1 0 0 0,1 1-1 0 0,0-1 1 0 0,0 1 0 0 0,0-1-1 0 0,1 0 1 0 0,3 2-1 0 0,-1-1-3 0 0,0-1-1 0 0,0 0 1 0 0,0 0-1 0 0,0 0 0 0 0,0 0 1 0 0,0-1-1 0 0,6 0 0 0 0,7-2-148 0 0,1 0 0 0 0,-1-1 0 0 0,21-6 0 0 0,17-7-1620 0 0,0-2 0 0 0,82-40 0 0 0,-95 36-2822 0 0,68-47 1 0 0,-49 23-2662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43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30 788 0 0,'-2'-12'6891'0'0,"2"11"-7077"0"0,-4-15 4195 0 0,4 16-3974 0 0,0 0 0 0 0,0 0 0 0 0,0 0 0 0 0,0 1 0 0 0,0-1 1 0 0,0 0-1 0 0,0 0 0 0 0,0 0 0 0 0,0 1 0 0 0,0-1 0 0 0,0 0 0 0 0,0 0 0 0 0,0 0 1 0 0,0 1-1 0 0,0-1 0 0 0,-1 0 0 0 0,1 0 0 0 0,0 0 0 0 0,0 0 0 0 0,0 1 0 0 0,0-1 1 0 0,0 0-1 0 0,-1 0 0 0 0,1 0 0 0 0,0 0 0 0 0,0 0 0 0 0,0 0 0 0 0,-1 0 0 0 0,1 1 1 0 0,0-1-1 0 0,0 0 0 0 0,0 0 0 0 0,-1 0 0 0 0,1 0 0 0 0,0 0 0 0 0,0 0 0 0 0,0 0 1 0 0,-1 0-1 0 0,1 0 0 0 0,0 0 0 0 0,0 0 0 0 0,0 0 0 0 0,-1 0 0 0 0,1 0 0 0 0,0 0 1 0 0,0 0-1 0 0,0-1 0 0 0,-1 1 0 0 0,1 0 0 0 0,0 0 0 0 0,0 0 0 0 0,0 0 0 0 0,-1 0 1 0 0,1 0-1 0 0,0-1 0 0 0,0 1 0 0 0,0 0 0 0 0,0 0 0 0 0,0 0 0 0 0,-1 0 1 0 0,1-1-1 0 0,0 1 0 0 0,0 0 0 0 0,0 0 0 0 0,0 0 0 0 0,0-1 0 0 0,-1 5-22 0 0,1 0-1 0 0,0 0 1 0 0,0 0-1 0 0,0 0 0 0 0,0 0 1 0 0,1 0-1 0 0,0 0 1 0 0,1 6-1 0 0,0 0-11 0 0,7 71 43 0 0,1 30 33 0 0,-5-61 69 0 0,-5-48-146 0 0,2 32 83 0 0,-3-28-104 0 0,-1 3 233 0 0,1 11 3238 0 0,1-19-3417 0 0,0 17-49 0 0,0-17 15 0 0,0 0-2 0 0,0 5 8 0 0,0-4 10 0 0,0 2-996 0 0,0 1 21 0 0,-1-1 0 0 0,0 1 1 0 0,0-1-1 0 0,-2 7 1 0 0,-2 8-4050 0 0,3-6 209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43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1 476 0 0,'0'0'3895'0'0,"-14"16"3019"0"0,8-10-6456 0 0,-3 10-294 0 0,0 0-1 0 0,1 1 1 0 0,-12 34 0 0 0,-11 59 201 0 0,24-81-255 0 0,1-6-52 0 0,2 1 0 0 0,0 0 0 0 0,0 24 0 0 0,3-36-22 0 0,1-1 0 0 0,1 0 1 0 0,0 0-1 0 0,0 0 0 0 0,1 0 0 0 0,1 0 0 0 0,0 0 0 0 0,7 17 1 0 0,-8-24 8 0 0,0 0 1 0 0,0 0 0 0 0,0 0 0 0 0,1-1 0 0 0,-1 1-1 0 0,1-1 1 0 0,0 1 0 0 0,0-1 0 0 0,0 0 0 0 0,0 0-1 0 0,1 0 1 0 0,-1-1 0 0 0,1 1 0 0 0,0-1 0 0 0,-1 0-1 0 0,1 0 1 0 0,0 0 0 0 0,0-1 0 0 0,1 1-1 0 0,-1-1 1 0 0,0 0 0 0 0,0 0 0 0 0,1-1 0 0 0,-1 1-1 0 0,0-1 1 0 0,1 0 0 0 0,-1 0 0 0 0,0 0 0 0 0,1-1-1 0 0,5 0 1 0 0,-3-1 69 0 0,0 0 0 0 0,0 0-1 0 0,0-1 1 0 0,-1 0 0 0 0,1 0-1 0 0,-1 0 1 0 0,1-1 0 0 0,-1 0-1 0 0,0 0 1 0 0,-1 0 0 0 0,1-1-1 0 0,-1 0 1 0 0,0 0 0 0 0,0-1-1 0 0,0 1 1 0 0,-1-1 0 0 0,6-9-1 0 0,-3 0-40 0 0,-1 0-1 0 0,0-1 0 0 0,-1 0 1 0 0,-1 0-1 0 0,0 0 1 0 0,-1 0-1 0 0,-1 0 0 0 0,-1-1 1 0 0,0 1-1 0 0,-1-1 1 0 0,-1 1-1 0 0,0-1 0 0 0,-1 1 1 0 0,-1 0-1 0 0,-1 0 1 0 0,0 0-1 0 0,-1 0 0 0 0,-1 1 1 0 0,0-1-1 0 0,-14-23 1 0 0,18 37-154 0 0,1-1 1 0 0,-1 1-1 0 0,0 0 1 0 0,0 0-1 0 0,0 0 1 0 0,0 0 0 0 0,0 0-1 0 0,0 0 1 0 0,-1 1-1 0 0,1-1 1 0 0,0 1-1 0 0,-6-3 1 0 0,6 3-520 0 0,-14 6-848 0 0,14-5 1280 0 0,1 1 1 0 0,0-1-1 0 0,-1 1 0 0 0,1 0 1 0 0,0 0-1 0 0,-1 0 0 0 0,1-1 1 0 0,0 1-1 0 0,0 0 1 0 0,0 1-1 0 0,0-1 0 0 0,0 0 1 0 0,0 0-1 0 0,0 0 1 0 0,0 1-1 0 0,1-1 0 0 0,-2 3 1 0 0,-7 24-2262 0 0,8-27 2293 0 0,-5 28-4069 0 0,4-14 997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44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411 127 1360 0 0,'-10'-9'5141'0'0,"-3"-5"-1619"0"0,11 10-2617 0 0,-1 0 1 0 0,0 1-1 0 0,-1-1 0 0 0,1 1 1 0 0,-9-6 729 0 0,12 9-1617 0 0,0-1 0 0 0,-1 1 0 0 0,1 0 0 0 0,0-1 0 0 0,-1 1 1 0 0,1 0-1 0 0,-1-1 0 0 0,1 1 0 0 0,-1 0 0 0 0,1 0 0 0 0,0 0 0 0 0,-1 0 1 0 0,1-1-1 0 0,-1 1 0 0 0,1 0 0 0 0,-1 0 0 0 0,1 0 0 0 0,-1 0 0 0 0,0 0 1 0 0,-9 19 57 0 0,0 1 1 0 0,2-1 0 0 0,1 2-1 0 0,0-1 1 0 0,-6 34 0 0 0,6-17-16 0 0,3-1 0 0 0,-1 56 1 0 0,4-75-50 0 0,2 1 0 0 0,0-1 1 0 0,8 33-1 0 0,-9-46 29 0 0,1 0 0 0 0,0 0 0 0 0,1 0 0 0 0,-1-1 0 0 0,1 1 0 0 0,-1 0 0 0 0,1-1 0 0 0,0 0 0 0 0,1 1 0 0 0,-1-1 0 0 0,0 0 0 0 0,1 0 0 0 0,0 0 0 0 0,0 0 0 0 0,0 0 0 0 0,0-1 0 0 0,0 0 0 0 0,0 1 0 0 0,1-1 0 0 0,-1 0 0 0 0,1 0 0 0 0,5 1 0 0 0,-6-2 4 0 0,1-1 0 0 0,-1 1 1 0 0,1-1-1 0 0,-1 0 1 0 0,1 0-1 0 0,0-1 0 0 0,-1 1 1 0 0,1-1-1 0 0,-1 1 1 0 0,0-1-1 0 0,1 0 0 0 0,-1-1 1 0 0,1 1-1 0 0,-1 0 1 0 0,0-1-1 0 0,5-3 0 0 0,2-2 65 0 0,0 0-1 0 0,-1-1 0 0 0,13-11 0 0 0,-9 3-51 0 0,0 1 1 0 0,-1-1-1 0 0,-1-1 0 0 0,-1 0 0 0 0,0-1 0 0 0,-1 0 0 0 0,-1 0 0 0 0,0-1 0 0 0,-2 0 0 0 0,0 0 0 0 0,-1 0 0 0 0,-1-1 0 0 0,-1 0 0 0 0,-1 0 0 0 0,-1 0 0 0 0,0 0 0 0 0,-1 0 0 0 0,-5-29 0 0 0,4 43-60 0 0,0-1 0 0 0,-1 1 0 0 0,0-1 0 0 0,0 1 0 0 0,-1 0 0 0 0,1 0 0 0 0,-1 0 0 0 0,-1 0 0 0 0,1 0 1 0 0,-1 1-1 0 0,0-1 0 0 0,0 1 0 0 0,-1 0 0 0 0,1 0 0 0 0,-9-6 0 0 0,7 7-140 0 0,0 0 0 0 0,-1 1 0 0 0,0-1 0 0 0,1 1 1 0 0,-1 1-1 0 0,0-1 0 0 0,0 1 0 0 0,0 0 0 0 0,-1 1 1 0 0,1 0-1 0 0,0 0 0 0 0,-1 0 0 0 0,-13 2 0 0 0,-11 1-980 0 0,1 2 0 0 0,0 1-1 0 0,-50 16 1 0 0,-85 38-5457 0 0,165-58 6503 0 0,-71 28-4854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46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55 1648 0 0,'0'0'1276'0'0,"6"-10"2662"0"0,-6-16-294 0 0,-1 14-2627 0 0,0 11-1003 0 0,0 0 1 0 0,-1 1-1 0 0,1-1 0 0 0,0 0 1 0 0,0 1-1 0 0,-1-1 0 0 0,1 1 0 0 0,0 0 1 0 0,-1-1-1 0 0,1 1 0 0 0,0 0 1 0 0,-1 0-1 0 0,1 0 0 0 0,0 0 1 0 0,-1 0-1 0 0,1 0 0 0 0,0 0 0 0 0,-1 0 1 0 0,-1 1-1 0 0,-13 3-3 0 0,-1 0 0 0 0,1 1 0 0 0,0 1 0 0 0,0 0 0 0 0,0 1 0 0 0,1 1 0 0 0,0 0 0 0 0,0 1 0 0 0,1 1 0 0 0,0 0 0 0 0,1 1 0 0 0,-16 16 0 0 0,15-12-4 0 0,1 1 0 0 0,0 0 0 0 0,1 1 0 0 0,0 0 0 0 0,2 1 0 0 0,0 0 0 0 0,1 1 0 0 0,1 0 0 0 0,0 0-1 0 0,-4 21 1 0 0,6-14 2 0 0,1-1 1 0 0,2 1-1 0 0,0 0 0 0 0,2 0 0 0 0,1 0 0 0 0,1 0 0 0 0,7 44 0 0 0,-5-56 5 0 0,0 0-1 0 0,0 0 1 0 0,2 0 0 0 0,0-1 0 0 0,0 1 0 0 0,1-1-1 0 0,1-1 1 0 0,0 1 0 0 0,1-1 0 0 0,0 0 0 0 0,0-1 0 0 0,2 0-1 0 0,-1 0 1 0 0,2-1 0 0 0,15 13 0 0 0,-20-19 35 0 0,-1 0 0 0 0,1-1 0 0 0,0 1 0 0 0,0-1 0 0 0,0-1 0 0 0,0 1 0 0 0,1-1 1 0 0,-1 0-1 0 0,0-1 0 0 0,1 1 0 0 0,0-1 0 0 0,-1-1 0 0 0,1 1 0 0 0,0-1 0 0 0,8-1 0 0 0,-6 0 30 0 0,0-1 0 0 0,0 0 0 0 0,0-1 0 0 0,0 0 0 0 0,-1 0-1 0 0,0-1 1 0 0,1 0 0 0 0,-1-1 0 0 0,-1 0 0 0 0,10-6 0 0 0,-3-2 26 0 0,1 0-1 0 0,-2 0 1 0 0,0-1 0 0 0,0-1 0 0 0,-2 0 0 0 0,0-1 0 0 0,0 0 0 0 0,-2 0-1 0 0,0-1 1 0 0,8-20 0 0 0,-9 15-58 0 0,-1-1 0 0 0,-2 1 0 0 0,0-2 0 0 0,-1 1 0 0 0,-1 0 0 0 0,0-38-1 0 0,-3 50-45 0 0,-1-1-1 0 0,0 1 1 0 0,0-1-1 0 0,-1 1 1 0 0,-1 0-1 0 0,0 0 1 0 0,0 0-1 0 0,-1 0 1 0 0,0 1-1 0 0,-1-1 1 0 0,-1 1-1 0 0,1 0 1 0 0,-1 0-1 0 0,-1 1 1 0 0,-11-13-1 0 0,15 19-35 0 0,-1-1-1 0 0,0 1 1 0 0,1 0 0 0 0,-1 0-1 0 0,0 1 1 0 0,-1-1 0 0 0,1 1-1 0 0,0 0 1 0 0,-1 0 0 0 0,1 0-1 0 0,-1 1 1 0 0,1-1 0 0 0,-1 1-1 0 0,0 0 1 0 0,0 1 0 0 0,1-1-1 0 0,-1 1 1 0 0,0 0 0 0 0,0 0-1 0 0,0 0 1 0 0,0 1 0 0 0,1 0-1 0 0,-1 0 1 0 0,0 0 0 0 0,-6 3-1 0 0,2-1-324 0 0,0 2 0 0 0,1-1 1 0 0,-1 1-1 0 0,1 0 0 0 0,0 1 0 0 0,0 0 0 0 0,1 0 0 0 0,-1 1 0 0 0,2 0 1 0 0,-1 0-1 0 0,-9 15 0 0 0,-23 35-3987 0 0,23-30 871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49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1 199 880 0 0,'17'-29'5461'0'0,"23"-56"-1"0"0,-39 83-5310 0 0,0 0 0 0 0,0-1 0 0 0,-1 1 0 0 0,1 0 0 0 0,-1-1 0 0 0,0 1 0 0 0,0-1 0 0 0,0 1 0 0 0,0 0 0 0 0,0-1 0 0 0,0 1 0 0 0,-1-1 0 0 0,0-3 0 0 0,0 4 87 0 0,1 1-207 0 0,0 1 0 0 0,0-1 0 0 0,-1 1 1 0 0,1-1-1 0 0,0 0 0 0 0,0 1 0 0 0,-1-1 0 0 0,1 1 0 0 0,0-1 1 0 0,0 1-1 0 0,-1-1 0 0 0,1 1 0 0 0,-1-1 0 0 0,1 1 0 0 0,0 0 1 0 0,-1-1-1 0 0,1 1 0 0 0,-1-1 0 0 0,1 1 0 0 0,-13-11 5402 0 0,10-4-5068 0 0,3 13-101 0 0,-1-3-207 0 0,0 3-78 0 0,1 3-101 0 0,3 373 129 0 0,1-190 50 0 0,-2-143 1579 0 0,-2-39-1084 0 0,1 23 3195 0 0,-1-20-5411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49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16 1504 0 0,'-5'-15'10213'0'0,"4"14"-9742"0"0,-2 3-436 0 0,0 1 0 0 0,0 0 0 0 0,1-1 1 0 0,-1 1-1 0 0,1 0 0 0 0,0 0 0 0 0,0 0 1 0 0,0 1-1 0 0,0-1 0 0 0,0 0 0 0 0,1 1 1 0 0,-3 6-1 0 0,-16 56 150 0 0,15-49-144 0 0,-8 28 44 0 0,-10 63-1 0 0,21-93-22 0 0,1-1 1 0 0,0 1-1 0 0,1 0 0 0 0,0-1 0 0 0,1 1 0 0 0,1-1 0 0 0,0 1 0 0 0,7 24 1 0 0,-8-37 18 0 0,-1 0 0 0 0,1 0 1 0 0,0 0-1 0 0,0 0 0 0 0,0 0 1 0 0,-1-1-1 0 0,2 1 0 0 0,-1 0 1 0 0,0 0-1 0 0,0 0 1 0 0,1-1-1 0 0,-1 1 0 0 0,0-1 1 0 0,1 1-1 0 0,0-1 0 0 0,-1 0 1 0 0,1 1-1 0 0,0-1 0 0 0,0 0 1 0 0,0 0-1 0 0,0 0 1 0 0,-1-1-1 0 0,1 1 0 0 0,1 0 1 0 0,-1-1-1 0 0,0 1 0 0 0,0-1 1 0 0,0 0-1 0 0,0 1 0 0 0,0-1 1 0 0,0 0-1 0 0,0 0 1 0 0,0-1-1 0 0,1 1 0 0 0,-1 0 1 0 0,0-1-1 0 0,0 1 0 0 0,0-1 1 0 0,0 0-1 0 0,2 0 0 0 0,2-2 24 0 0,1-1 0 0 0,-1 1 0 0 0,0-1 0 0 0,0 0 0 0 0,0 0-1 0 0,-1-1 1 0 0,1 0 0 0 0,-1 0 0 0 0,0 0 0 0 0,-1-1-1 0 0,5-5 1 0 0,3-9 22 0 0,0-1 0 0 0,-1 1-1 0 0,15-45 1 0 0,-21 50-57 0 0,-1-1-1 0 0,0-1 1 0 0,-1 1 0 0 0,-1 0 0 0 0,0-1-1 0 0,-1-22 1 0 0,-1 34-90 0 0,0 1 0 0 0,0 0 1 0 0,-1 0-1 0 0,0 0 0 0 0,0 0 0 0 0,0-1 0 0 0,0 1 0 0 0,0 0 0 0 0,-1 1 1 0 0,0-1-1 0 0,0 0 0 0 0,0 0 0 0 0,0 1 0 0 0,-1-1 0 0 0,1 1 1 0 0,-1 0-1 0 0,0 0 0 0 0,-5-5 0 0 0,5 6-217 0 0,-1 0-1 0 0,0 0 1 0 0,0 0 0 0 0,0 1-1 0 0,0-1 1 0 0,-1 1 0 0 0,1 0 0 0 0,0 0-1 0 0,0 0 1 0 0,-1 1 0 0 0,1-1-1 0 0,-1 1 1 0 0,1 0 0 0 0,0 1 0 0 0,-1-1-1 0 0,1 1 1 0 0,-9 2 0 0 0,-50 18-6489 0 0,43-13 1315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56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444 232 1160 0 0,'-3'0'1624'0'0,"-4"-3"-1088"0"0,-1 1 0 0 0,0 0 0 0 0,1 0 0 0 0,-1 1 0 0 0,0 0 0 0 0,0 1 0 0 0,0-1 0 0 0,0 1 0 0 0,0 1 0 0 0,0 0 0 0 0,-11 2 0 0 0,6 1-290 0 0,0 0 1 0 0,1 0-1 0 0,0 1 1 0 0,0 1-1 0 0,0 0 1 0 0,-15 10-1 0 0,4 1-222 0 0,0 2-1 0 0,1 0 0 0 0,1 1 0 0 0,0 1 0 0 0,-28 40 0 0 0,38-46-11 0 0,0 0 0 0 0,1 0 0 0 0,1 1 1 0 0,1 1-1 0 0,-13 33 0 0 0,20-45 10 0 0,-1 0 0 0 0,1 1 0 0 0,1-1 1 0 0,-1 0-1 0 0,1 1 0 0 0,0-1 0 0 0,0 0 0 0 0,0 0 0 0 0,1 1 0 0 0,1 9 0 0 0,0-11 14 0 0,-1-1 0 0 0,1 1-1 0 0,0 0 1 0 0,0-1 0 0 0,0 1 0 0 0,0-1 0 0 0,1 0-1 0 0,-1 1 1 0 0,1-1 0 0 0,0 0 0 0 0,0-1 0 0 0,0 1 0 0 0,0 0-1 0 0,1-1 1 0 0,6 4 0 0 0,3 1 55 0 0,1-1-1 0 0,0 0 1 0 0,1-1 0 0 0,0-1-1 0 0,-1 0 1 0 0,1-1 0 0 0,0-1-1 0 0,0 0 1 0 0,23-1-1 0 0,2-1 181 0 0,0-3 0 0 0,56-10 0 0 0,-51 4 25 0 0,-2-1 0 0 0,1-2 0 0 0,-1-2 0 0 0,54-26 0 0 0,-76 30-157 0 0,0-2 1 0 0,-1 0-1 0 0,0-1 0 0 0,-1-1 1 0 0,0 0-1 0 0,-2-2 1 0 0,1 0-1 0 0,-2-1 0 0 0,0-1 1 0 0,14-21-1 0 0,-24 30-107 0 0,-1 0 0 0 0,0-1 0 0 0,0 0 0 0 0,-1 0 0 0 0,0 0 0 0 0,-1 0 0 0 0,0-1 0 0 0,-1 0 0 0 0,0 1 0 0 0,0-1 0 0 0,-1 0-1 0 0,-1 0 1 0 0,0 1 0 0 0,0-1 0 0 0,-1 0 0 0 0,-1 0 0 0 0,0 0 0 0 0,0 1 0 0 0,-1-1 0 0 0,0 1 0 0 0,-5-10 0 0 0,2 7-41 0 0,0 0-1 0 0,-1 1 1 0 0,0 0-1 0 0,-1 0 1 0 0,-1 1-1 0 0,1 0 1 0 0,-2 1-1 0 0,0-1 1 0 0,0 2-1 0 0,-1 0 1 0 0,0 0-1 0 0,0 1 1 0 0,-1 0-1 0 0,0 1 1 0 0,-23-10-1 0 0,24 12-136 0 0,0 1 1 0 0,-1 0-1 0 0,0 1 0 0 0,0 0 0 0 0,0 1 1 0 0,0 0-1 0 0,-18 0 0 0 0,24 3-244 0 0,1-1 1 0 0,-1 1-1 0 0,1 0 1 0 0,-1 0-1 0 0,1 0 1 0 0,-1 1-1 0 0,-9 4 1 0 0,11-4-240 0 0,0 0 0 0 0,1 1-1 0 0,-1 0 1 0 0,0-1 0 0 0,1 1 0 0 0,-1 1 0 0 0,1-1 0 0 0,0 0 0 0 0,0 1 0 0 0,-4 6 0 0 0,0-1-3017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3:57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504 35 464 0 0,'0'0'1241'0'0,"-17"-15"4121"0"0,14 13-5146 0 0,0 0 0 0 0,0 0 1 0 0,0 0-1 0 0,-1 0 1 0 0,1 0-1 0 0,0 1 1 0 0,-1 0-1 0 0,1-1 0 0 0,-1 1 1 0 0,1 1-1 0 0,-6-2 1 0 0,6 2-170 0 0,-22 13 63 0 0,11-2-86 0 0,1 1-1 0 0,0 0 1 0 0,1 1 0 0 0,0 1 0 0 0,1 0-1 0 0,-14 24 1 0 0,-2 0 10 0 0,0-1 46 0 0,-27 51 1 0 0,44-69-71 0 0,1-1 0 0 0,1 1 1 0 0,1 1-1 0 0,0-1 0 0 0,-4 27 1 0 0,10-38 18 0 0,-1 0-1 0 0,2 1 1 0 0,-1-1 0 0 0,1 0 0 0 0,0 1 0 0 0,1-1 0 0 0,0 1 0 0 0,0-1 0 0 0,1 0 0 0 0,0 0 0 0 0,1 0 0 0 0,0 0 0 0 0,0 0 0 0 0,0-1-1 0 0,1 1 1 0 0,5 7 0 0 0,-3-7 41 0 0,1 0-1 0 0,0 0 1 0 0,0-1-1 0 0,1 0 1 0 0,0 0-1 0 0,0-1 1 0 0,0 0-1 0 0,1 0 1 0 0,0-1 0 0 0,0 0-1 0 0,0-1 1 0 0,18 6-1 0 0,-7-4 137 0 0,0 0 1 0 0,0-2-1 0 0,1 0 0 0 0,0-1 0 0 0,-1-2 0 0 0,1 0 1 0 0,0-1-1 0 0,0-1 0 0 0,0 0 0 0 0,0-2 1 0 0,-1-1-1 0 0,1 0 0 0 0,20-8 0 0 0,-29 8-96 0 0,-1-1 0 0 0,1 0-1 0 0,-1 0 1 0 0,0-1 0 0 0,0-1-1 0 0,-1 0 1 0 0,0 0 0 0 0,0-1-1 0 0,-1 0 1 0 0,0-1 0 0 0,0 0-1 0 0,-1 0 1 0 0,0-1 0 0 0,-1 0-1 0 0,0 0 1 0 0,0-1 0 0 0,-1 0 0 0 0,-1 0-1 0 0,0-1 1 0 0,0 1 0 0 0,-1-1-1 0 0,5-23 1 0 0,-8 25-97 0 0,1 0 1 0 0,-1 0-1 0 0,-1 0 1 0 0,0 0 0 0 0,0 1-1 0 0,-1-1 1 0 0,0 0-1 0 0,-1 0 1 0 0,0 0-1 0 0,-1 1 1 0 0,0-1-1 0 0,0 1 1 0 0,-7-13-1 0 0,3 10-5 0 0,0 1 0 0 0,-1 0 0 0 0,0 0 0 0 0,-1 1-1 0 0,0 0 1 0 0,-1 0 0 0 0,0 1 0 0 0,-21-15 0 0 0,5 7-239 0 0,-2 2 1 0 0,0 0 0 0 0,0 2-1 0 0,-1 1 1 0 0,-1 2 0 0 0,0 1-1 0 0,-53-10 1 0 0,56 15-404 0 0,-1 1-1 0 0,0 2 1 0 0,-1 0-1 0 0,1 2 1 0 0,-42 7-1 0 0,34-2-2111 0 0,-65 21 0 0 0,42-5-1017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02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 1552 0 0,'0'0'1319'0'0,"-21"13"4365"0"0,7-5-4421 0 0,13-7-785 0 0,8 9 310 0 0,0-8-681 0 0,0 0 1 0 0,0 0 0 0 0,0 0-1 0 0,0-1 1 0 0,1 0 0 0 0,-1 0 0 0 0,14-1-1 0 0,52-8 13 0 0,-33 2-59 0 0,3-1 182 0 0,-40 7-180 0 0,0 0-73 0 0,2-1 788 0 0,8-1-3369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04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29 127 124 0 0,'0'0'6515'0'0,"15"0"137"0"0,-5-15-4757 0 0,-10 12-1867 0 0,0 1-18 0 0,-1 1 0 0 0,1 0-1 0 0,0 0 1 0 0,-1 0-1 0 0,1-1 1 0 0,0 1 0 0 0,-1 0-1 0 0,1 0 1 0 0,-1 0-1 0 0,0 0 1 0 0,1 0 0 0 0,-1 0-1 0 0,0 0 1 0 0,0 0 0 0 0,0 0-1 0 0,0 1 1 0 0,-1-2-1 0 0,-22-29 17 0 0,23 29-17 0 0,0 2-10 0 0,1-1 1 0 0,0 0-1 0 0,-1 0 0 0 0,1 0 0 0 0,-1 0 1 0 0,1 0-1 0 0,-1 0 0 0 0,1 1 0 0 0,-1-1 1 0 0,0 0-1 0 0,1 1 0 0 0,-1-1 0 0 0,0 0 1 0 0,0 1-1 0 0,0-1 0 0 0,1 1 0 0 0,-1-1 1 0 0,-1 0-1 0 0,-2-2-32 0 0,15 3 36 0 0,-5 0-8 0 0,0 1 0 0 0,0-2-1 0 0,0 1 1 0 0,0-1 0 0 0,6-1 0 0 0,21-2-7 0 0,81-4-61 0 0,-112 8 65 0 0,2 0 3 0 0,11-2 3 0 0,-11 2 6 0 0,-2 0-5 0 0,-1 0 8 0 0,12-2 339 0 0,1 1 0 0 0,23-8 987 0 0,-28-1 1827 0 0,-12 20-3421 0 0,-53 179 505 0 0,10-39-190 0 0,4 28-1077 0 0,30-87-2331 0 0,9 0-4361 0 0,4-65 1732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05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52 0 0,'9'-1'10404'0'0,"17"5"-9306"0"0,16 2-1528 0 0,-27-6 466 0 0,0 0-4 0 0,0 0 1 0 0,0-1-1 0 0,0-1 1 0 0,0 0 0 0 0,0-1-1 0 0,23-7 1 0 0,-14 0-1 0 0,-19 7 119 0 0,10-5-1460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05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24 260 1740 0 0,'30'-27'7996'0'0,"-29"27"-7454"0"0,9-12 1545 0 0,-9 11-1980 0 0,0 0 0 0 0,0 1 0 0 0,0-1 0 0 0,0 0 0 0 0,0 0 0 0 0,0 0 0 0 0,0 0-1 0 0,0 0 1 0 0,0 0 0 0 0,-1 0 0 0 0,1 0 0 0 0,0 0 0 0 0,-1-1 0 0 0,1 1 0 0 0,-1 0 0 0 0,1 0 0 0 0,-1 0 0 0 0,0-1 0 0 0,1 1-1 0 0,-1 0 1 0 0,0-1 0 0 0,0 1 0 0 0,0 0 0 0 0,0 0 0 0 0,0-1 0 0 0,0 1 0 0 0,-1 0 0 0 0,1-1 0 0 0,-1-1 0 0 0,-3-2-77 0 0,0 0 0 0 0,0 1 1 0 0,0 0-1 0 0,-1 0 1 0 0,0 0-1 0 0,-9-6 0 0 0,1 0 56 0 0,-3 0-64 0 0,14 9-22 0 0,1 0 12 0 0,-4-4 0 0 0,4 4-14 0 0,2-1 2 0 0,0 1 0 0 0,1-1-1 0 0,-1 0 0 0 0,1 1 0 0 0,-1-1 1 0 0,1 1-1 0 0,0 0 0 0 0,-1 0 0 0 0,1 0 0 0 0,0 0 1 0 0,0 0-1 0 0,0 0 0 0 0,0 0 0 0 0,0 0 1 0 0,0 1-1 0 0,0-1 0 0 0,0 1 0 0 0,0-1 0 0 0,0 1 1 0 0,0 0-1 0 0,1 0 0 0 0,-1 0 0 0 0,4 1 1 0 0,1-2-5 0 0,172-28-43 0 0,-172 28 47 0 0,45-15-3 0 0,-40 11 6 0 0,-8 4-2 0 0,0 0 0 0 0,0-1 1 0 0,-1 0-1 0 0,1 1 0 0 0,-1-1 0 0 0,1-1 0 0 0,4-2 0 0 0,2-12-4 0 0,-9 13-6 0 0,0 2 14 0 0,-1 1 0 0 0,3-6-2 0 0,-40 129 185 0 0,-35 216 0 0 0,51-173-3112 0 0,9-4-4008 0 0,12-119 2982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06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97 155 184 0 0,'-4'-26'8117'0'0,"4"24"-7961"0"0,0 1 0 0 0,0 0-1 0 0,0 0 1 0 0,-1-1-1 0 0,1 1 1 0 0,0 0 0 0 0,-1 0-1 0 0,1-1 1 0 0,-1 1-1 0 0,0 0 1 0 0,1 0 0 0 0,-2-1-1 0 0,2 1-118 0 0,-1 1 1 0 0,1 0-1 0 0,0 0 0 0 0,-1-1 0 0 0,1 1 0 0 0,0 0 0 0 0,-1 0 1 0 0,1 0-1 0 0,0 0 0 0 0,-1-1 0 0 0,1 1 0 0 0,-1 0 0 0 0,1 0 1 0 0,0 0-1 0 0,-1 0 0 0 0,1 0 0 0 0,-1 0 0 0 0,1 0 0 0 0,0 0 1 0 0,-1 0-1 0 0,1 0 0 0 0,-1 0 0 0 0,1 0 0 0 0,0 0 0 0 0,-1 0 1 0 0,0 1-1 0 0,-1 0 4 0 0,-1 1 0 0 0,1 0 0 0 0,0 0 1 0 0,0 0-1 0 0,0 0 0 0 0,0 0 0 0 0,0 0 0 0 0,0 0 1 0 0,0 1-1 0 0,1-1 0 0 0,-3 4 0 0 0,-3 8 73 0 0,-1 0-1 0 0,2 0 1 0 0,-1 0-1 0 0,2 1 0 0 0,0 0 1 0 0,-3 21-1 0 0,6-30-85 0 0,2 0-1 0 0,-1 0 1 0 0,1 0-1 0 0,0 1 0 0 0,0-1 1 0 0,0 0-1 0 0,1 0 1 0 0,0 0-1 0 0,0 0 1 0 0,1 0-1 0 0,0 0 1 0 0,0 0-1 0 0,0-1 0 0 0,1 1 1 0 0,-1-1-1 0 0,1 1 1 0 0,1-1-1 0 0,-1 0 1 0 0,5 5-1 0 0,-4-6-3 0 0,0-1 0 0 0,0 0 0 0 0,0-1-1 0 0,1 1 1 0 0,-1-1 0 0 0,0 0 0 0 0,1 0 0 0 0,0 0 0 0 0,0 0-1 0 0,-1-1 1 0 0,1 0 0 0 0,0 0 0 0 0,0 0 0 0 0,0 0-1 0 0,9-1 1 0 0,3 0 66 0 0,0-1 1 0 0,0-1-1 0 0,22-4 0 0 0,-30 4-15 0 0,0 0 0 0 0,0 0-1 0 0,-1-1 1 0 0,1 0-1 0 0,-1 0 1 0 0,0-1 0 0 0,0-1-1 0 0,0 1 1 0 0,0-1 0 0 0,-1 0-1 0 0,0-1 1 0 0,0 0 0 0 0,0 0-1 0 0,-1 0 1 0 0,0-1 0 0 0,0 0-1 0 0,0 0 1 0 0,-1-1 0 0 0,0 1-1 0 0,-1-1 1 0 0,0 0-1 0 0,5-12 1 0 0,-4 4 64 0 0,-1-1 0 0 0,0 0 0 0 0,-1 0 0 0 0,-1 0 0 0 0,0-23 0 0 0,-2 32-77 0 0,0 0 1 0 0,-1 0-1 0 0,0 0 0 0 0,0-1 0 0 0,-1 1 1 0 0,0 1-1 0 0,0-1 0 0 0,0 0 0 0 0,-1 0 1 0 0,-1 1-1 0 0,1-1 0 0 0,-1 1 0 0 0,-6-8 1 0 0,-9-1-25 0 0,19 15-38 0 0,-1 0 0 0 0,0 0 0 0 0,1 0 1 0 0,-1 1-1 0 0,0-1 0 0 0,0 0 0 0 0,0 1 0 0 0,1-1 0 0 0,-1 1 0 0 0,0-1 0 0 0,0 1 0 0 0,0-1 0 0 0,0 1 0 0 0,0-1 0 0 0,0 1 0 0 0,0 0 0 0 0,0 0 0 0 0,0-1 1 0 0,0 1-1 0 0,0 0 0 0 0,0 0 0 0 0,0 0 0 0 0,-2 0 0 0 0,0 1-1 0 0,0-2-24 0 0,0 1-1 0 0,0 0 1 0 0,0 0 0 0 0,0 1-1 0 0,0-1 1 0 0,0 0-1 0 0,1 1 1 0 0,-1 0 0 0 0,0 0-1 0 0,0 0 1 0 0,0 0 0 0 0,1 0-1 0 0,-1 0 1 0 0,0 1 0 0 0,1-1-1 0 0,-1 1 1 0 0,1 0 0 0 0,0 0-1 0 0,-1 0 1 0 0,1 0 0 0 0,-3 4-1 0 0,1-1-429 0 0,-1 1 0 0 0,1 0 0 0 0,0 0 0 0 0,1 0-1 0 0,0 0 1 0 0,-1 1 0 0 0,-2 9 0 0 0,5-10-810 0 0,0 0 1 0 0,0 0-1 0 0,0 0 0 0 0,1 12 1 0 0,0-6-3179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06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90 115 600 0 0,'6'-10'7785'0'0,"-2"1"-4571"0"0,-15 23-2541 0 0,-17 29-705 0 0,26-40 43 0 0,-10 20 60 0 0,1 1 0 0 0,1 0 0 0 0,-8 32 0 0 0,16-50-56 0 0,1-1-1 0 0,-1 1 0 0 0,1 0 0 0 0,1 0 1 0 0,-1 0-1 0 0,1-1 0 0 0,0 1 0 0 0,0 0 0 0 0,1 0 1 0 0,0 0-1 0 0,0 0 0 0 0,0-1 0 0 0,0 1 0 0 0,1 0 1 0 0,0-1-1 0 0,0 1 0 0 0,1-1 0 0 0,0 0 0 0 0,0 0 1 0 0,7 10-1 0 0,-6-11 41 0 0,0 0 0 0 0,1 0-1 0 0,0-1 1 0 0,0 0 0 0 0,0 1 0 0 0,0-1 0 0 0,0-1 0 0 0,1 1 0 0 0,-1-1 0 0 0,1 0-1 0 0,-1 0 1 0 0,1-1 0 0 0,0 0 0 0 0,0 0 0 0 0,0 0 0 0 0,0-1 0 0 0,0 1-1 0 0,0-1 1 0 0,0-1 0 0 0,-1 1 0 0 0,1-1 0 0 0,0 0 0 0 0,0-1 0 0 0,9-3 0 0 0,-6 3 32 0 0,-1-1 1 0 0,0-1-1 0 0,0 0 1 0 0,0 0-1 0 0,0 0 1 0 0,-1-1-1 0 0,0-1 1 0 0,0 1-1 0 0,0-1 1 0 0,-1 0-1 0 0,1 0 1 0 0,-1-1-1 0 0,-1 0 1 0 0,1 0-1 0 0,-1 0 1 0 0,4-9-1 0 0,-6 8-66 0 0,1 0-1 0 0,-1 0 1 0 0,-1-1-1 0 0,0 1 0 0 0,0-1 1 0 0,0 1-1 0 0,-1-1 0 0 0,0 0 1 0 0,-1 0-1 0 0,0 0 0 0 0,-1 1 1 0 0,1-1-1 0 0,-2 0 0 0 0,1 0 1 0 0,-1 1-1 0 0,-5-15 0 0 0,2 12-51 0 0,0 1-1 0 0,0 0 1 0 0,-1 1 0 0 0,0-1-1 0 0,0 1 1 0 0,-1 0-1 0 0,0 0 1 0 0,-1 1-1 0 0,0 0 1 0 0,0 1-1 0 0,-1-1 1 0 0,-16-10-1 0 0,5 7-1223 0 0,-31-14-1 0 0,4 6-5794 0 0,44 18 6431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08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55 1292 0 0,'0'0'1383'0'0,"-1"-10"2723"0"0,-12-21 3920 0 0,13 31-8013 0 0,0 0 1 0 0,0 0-1 0 0,-1 0 1 0 0,1 0 0 0 0,0 0-1 0 0,0 0 1 0 0,0 0-1 0 0,0-1 1 0 0,-1 1-1 0 0,1 0 1 0 0,0 0 0 0 0,0 0-1 0 0,0 0 1 0 0,0 0-1 0 0,-1 0 1 0 0,1 0-1 0 0,0 0 1 0 0,0 0 0 0 0,0 0-1 0 0,0 0 1 0 0,0-1-1 0 0,0 1 1 0 0,-1 0-1 0 0,1 0 1 0 0,0 0 0 0 0,0 0-1 0 0,0 0 1 0 0,0 0-1 0 0,0-1 1 0 0,0 1-1 0 0,0 0 1 0 0,0 0 0 0 0,0 0-1 0 0,0 0 1 0 0,0-1-1 0 0,0 1 1 0 0,0 0-1 0 0,0 0 1 0 0,0 0 0 0 0,0 0-1 0 0,0-1 1 0 0,0 1-1 0 0,0 0 1 0 0,0 0-1 0 0,0 0 1 0 0,0-1 0 0 0,0 1-3 0 0,1-1 0 0 0,-1 1 1 0 0,0 0-1 0 0,1-1 0 0 0,-1 1 1 0 0,1 0-1 0 0,-1-1 0 0 0,0 1 1 0 0,1 0-1 0 0,-1-1 0 0 0,1 1 1 0 0,-1 0-1 0 0,1 0 0 0 0,0 0 1 0 0,-1-1-1 0 0,1 1 0 0 0,-1 0 1 0 0,1 0-1 0 0,-1 0 0 0 0,1 0 1 0 0,-1 0-1 0 0,1 0 0 0 0,1 0 1 0 0,11 0 23 0 0,-9 0 8 0 0,12-1 15 0 0,3 0-50 0 0,1 1 0 0 0,-1 0-1 0 0,1 2 1 0 0,-1 0 0 0 0,1 1-1 0 0,-1 1 1 0 0,0 1 0 0 0,0 1-1 0 0,20 9 1 0 0,-33-11-6 0 0,0 0-1 0 0,0 0 0 0 0,-1 1 1 0 0,1 0-1 0 0,-1 0 1 0 0,-1 0-1 0 0,1 0 1 0 0,-1 1-1 0 0,1 0 0 0 0,-2 0 1 0 0,1 0-1 0 0,-1 0 1 0 0,0 0-1 0 0,5 13 0 0 0,-2 5 3 0 0,0-1-1 0 0,-2 1 1 0 0,0-1-1 0 0,-2 1 1 0 0,0 36-1 0 0,-16 123-64 0 0,8-116 133 0 0,-8 95 541 0 0,8 1-1 0 0,17 199 0 0 0,54 419 577 0 0,-52-503-622 0 0,-24 292 1 0 0,-1 119 1095 0 0,17-579-1572 0 0,0 111 1007 0 0,-6-206-849 0 0,0-1 1 0 0,-1 0-1 0 0,-1 0 1 0 0,0 0-1 0 0,-8 22 0 0 0,8-29-191 0 0,0 0 0 0 0,0-1-1 0 0,-1 1 1 0 0,0-1 0 0 0,0 0-1 0 0,-1 0 1 0 0,0 0-1 0 0,0-1 1 0 0,0 0 0 0 0,0 0-1 0 0,-1 0 1 0 0,-10 7 0 0 0,-38 18-210 0 0,0-1 0 0 0,-99 34 0 0 0,-123 24-5748 0 0,216-69 3662 0 0,-30 8-3380 0 0,-5 1-3008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19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85 80 0 0,'2'-4'1097'0'0,"-1"1"0"0"0,1-1-1 0 0,-1 1 1 0 0,0-1 0 0 0,0 0 0 0 0,-1 0 0 0 0,2-5 0 0 0,-8-12 516 0 0,5 20-1347 0 0,-4-5 140 0 0,5 5-382 0 0,-1 0 1 0 0,0-1-1 0 0,1 1 1 0 0,-1 0-1 0 0,0 0 0 0 0,0 0 1 0 0,0 0-1 0 0,0 0 1 0 0,0 0-1 0 0,0 0 1 0 0,-2-1-1 0 0,-1 1-14 0 0,0-1 0 0 0,0 1 0 0 0,0 0-1 0 0,0 0 1 0 0,0 1 0 0 0,0-1 0 0 0,0 1 0 0 0,0 0-1 0 0,0 0 1 0 0,0 0 0 0 0,0 1 0 0 0,0-1 0 0 0,-5 2 0 0 0,2 0 3 0 0,-1 1 0 0 0,1 0 0 0 0,0 0 1 0 0,0 0-1 0 0,0 1 0 0 0,-9 6 1 0 0,-3 6 24 0 0,0 0 0 0 0,1 1 1 0 0,-23 27-1 0 0,25-24-12 0 0,0 0 1 0 0,2 1-1 0 0,-21 39 0 0 0,27-44-12 0 0,1 0 0 0 0,1 0 0 0 0,0 0 0 0 0,1 1 0 0 0,1 0 0 0 0,-3 24 0 0 0,6-33-9 0 0,0-1 1 0 0,1 1 0 0 0,1 0-1 0 0,-1 0 1 0 0,1 0-1 0 0,0 0 1 0 0,1-1 0 0 0,0 1-1 0 0,0 0 1 0 0,0-1 0 0 0,1 0-1 0 0,0 1 1 0 0,1-1-1 0 0,0 0 1 0 0,0-1 0 0 0,0 1-1 0 0,1-1 1 0 0,0 0 0 0 0,0 0-1 0 0,1 0 1 0 0,-1-1-1 0 0,1 0 1 0 0,0 0 0 0 0,1 0-1 0 0,-1-1 1 0 0,1 0 0 0 0,0 0-1 0 0,0 0 1 0 0,8 2-1 0 0,4 1-586 0 0,0-2-1 0 0,0 1 0 0 0,32 3 1 0 0,-31-7-1797 0 0,34-1 1 0 0,-25-2-326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19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92 700 0 0,'-4'-3'967'0'0,"-1"-1"-1"0"0,1 1 0 0 0,0-1 1 0 0,-1 1-1 0 0,2-1 1 0 0,-1 0-1 0 0,0 0 1 0 0,1-1-1 0 0,0 1 1 0 0,-5-10-1 0 0,7 12-695 0 0,1 2-253 0 0,0-1-1 0 0,-1 1 1 0 0,1-1-1 0 0,0 1 1 0 0,0-1-1 0 0,0 1 1 0 0,0-1-1 0 0,-1 0 1 0 0,1 1-1 0 0,0-1 0 0 0,0 1 1 0 0,0-1-1 0 0,0 1 1 0 0,0-1-1 0 0,1 0 1 0 0,-1 1-1 0 0,0-1 1 0 0,0 1-1 0 0,0-1 1 0 0,0 1-1 0 0,1-1 0 0 0,-1 1 1 0 0,0-1-1 0 0,0 1 1 0 0,1-1-1 0 0,-1 1 1 0 0,0-1-1 0 0,1 1 1 0 0,-1-1-1 0 0,1 1 1 0 0,-1 0-1 0 0,0-1 0 0 0,1 1 1 0 0,0-1-1 0 0,19-12 205 0 0,-16 11-210 0 0,0 1 1 0 0,-1 0-1 0 0,1 0 0 0 0,0 1 0 0 0,0-1 0 0 0,0 1 1 0 0,0 0-1 0 0,0 0 0 0 0,0 0 0 0 0,0 0 1 0 0,0 1-1 0 0,-1 0 0 0 0,1 0 0 0 0,0 0 0 0 0,0 0 1 0 0,-1 0-1 0 0,6 3 0 0 0,-7-3-6 0 0,-1 0 0 0 0,0 0-1 0 0,0 0 1 0 0,1 0 0 0 0,-1 1-1 0 0,0-1 1 0 0,0 0 0 0 0,0 0 0 0 0,0 1-1 0 0,-1-1 1 0 0,1 0 0 0 0,0 1-1 0 0,0-1 1 0 0,-1 1 0 0 0,1-1 0 0 0,-1 1-1 0 0,0-1 1 0 0,1 1 0 0 0,-1 0-1 0 0,0-1 1 0 0,0 1 0 0 0,0-1 0 0 0,0 4-1 0 0,-6 34 92 0 0,0-19-67 0 0,-2-1 1 0 0,0-1-1 0 0,-1 0 0 0 0,-21 31 0 0 0,27-44-25 0 0,-4 4 8 0 0,-3 7 151 0 0,13-10-100 0 0,10-4-67 0 0,-9-3 0 0 0,1 0 2 0 0,17 5-15 0 0,-17-3 14 0 0,0 0 0 0 0,0 0 0 0 0,0 1 0 0 0,0 0 0 0 0,-1 0-1 0 0,1 0 1 0 0,0 0 0 0 0,-1 1 0 0 0,0-1 0 0 0,0 1 0 0 0,1 0 0 0 0,-2 1-1 0 0,6 4 1 0 0,-1-1 9 0 0,-6-5-4 0 0,1 1 1 0 0,-1-1-1 0 0,0 0 0 0 0,0 1 0 0 0,0-1 1 0 0,0 1-1 0 0,0-1 0 0 0,-1 1 1 0 0,1 0-1 0 0,-1 0 0 0 0,1 0 1 0 0,-1 0-1 0 0,0 0 0 0 0,-1 0 1 0 0,1 0-1 0 0,0 0 0 0 0,-1 0 1 0 0,1 0-1 0 0,-1 0 0 0 0,0 1 1 0 0,0-1-1 0 0,-1 0 0 0 0,1 0 1 0 0,-1 0-1 0 0,1 0 0 0 0,-1 0 0 0 0,0 0 1 0 0,0 0-1 0 0,0 0 0 0 0,-1 0 1 0 0,1 0-1 0 0,-1 0 0 0 0,1-1 1 0 0,-1 1-1 0 0,0 0 0 0 0,0-1 1 0 0,-2 3-1 0 0,-4 3 101 0 0,1-1 1 0 0,-1 0-1 0 0,0 0 1 0 0,0 0-1 0 0,0-1 0 0 0,-1 0 1 0 0,0-1-1 0 0,-1 0 1 0 0,-18 7-1 0 0,11-8-47 0 0,1-1 0 0 0,-2-1 0 0 0,1 0 0 0 0,0-1 0 0 0,0-1 1 0 0,0 0-1 0 0,0-2 0 0 0,0 0 0 0 0,0 0 0 0 0,-31-10 0 0 0,48 12-120 0 0,-1-1 0 0 0,0 1 0 0 0,1 0-1 0 0,-1 0 1 0 0,1 0 0 0 0,-1 0 0 0 0,0-1 0 0 0,1 1 0 0 0,-1 0-1 0 0,1-1 1 0 0,-1 1 0 0 0,1 0 0 0 0,-1-1 0 0 0,1 1 0 0 0,-1-1-1 0 0,1 1 1 0 0,-1-1 0 0 0,1 1 0 0 0,0-1 0 0 0,-1 1 0 0 0,1-1-1 0 0,0 1 1 0 0,-1-1 0 0 0,1 0 0 0 0,0 1 0 0 0,0-1 0 0 0,0 1 0 0 0,-1-1-1 0 0,1 0 1 0 0,0 1 0 0 0,0-1 0 0 0,0 0 0 0 0,0 1 0 0 0,0-1-1 0 0,0 0 1 0 0,0 1 0 0 0,0-1 0 0 0,1 1 0 0 0,-1-1 0 0 0,0 0-1 0 0,0 1 1 0 0,0-1 0 0 0,1 1 0 0 0,-1-1 0 0 0,1 0 0 0 0,17-24-4992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19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53 2176 0 0,'-4'-8'9148'0'0,"4"8"-9104"0"0,210-32 379 0 0,-194 30-1132 0 0,19-4-5104 0 0,-22 2 2948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20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10 2188 0 0,'-2'-9'8828'0'0,"7"12"-8752"0"0,0-1-1 0 0,0 1 1 0 0,0 1-1 0 0,0-1 1 0 0,-1 1-1 0 0,1 0 1 0 0,-1 0-1 0 0,0 0 1 0 0,0 0-1 0 0,-1 1 1 0 0,1-1-1 0 0,-1 1 1 0 0,0 0-1 0 0,0 0 1 0 0,0 1-1 0 0,-1-1 1 0 0,0 0-1 0 0,0 1 1 0 0,-1 0-1 0 0,1-1 0 0 0,1 12 1 0 0,-2-2-37 0 0,1-1 0 0 0,-2 1 0 0 0,0 0-1 0 0,0-1 1 0 0,-2 1 0 0 0,0-1 0 0 0,-7 28 0 0 0,-1-10-449 0 0,-14 32 0 0 0,-7-4-6018 0 0,23-49 3092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20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61 2228 0 0,'4'-5'1147'0'0,"-2"2"-572"0"0,0 0 1 0 0,-1 0-1 0 0,1 1 0 0 0,-1-1 1 0 0,1 0-1 0 0,-1 0 1 0 0,0-1-1 0 0,0 1 1 0 0,-1 0-1 0 0,1 0 1 0 0,0-7-1 0 0,-1 9-189 0 0,-2-3 54 0 0,2 4-425 0 0,0-1 1 0 0,0 1-1 0 0,0 0 1 0 0,0-1-1 0 0,0 1 0 0 0,0 0 1 0 0,0 0-1 0 0,0-1 1 0 0,0 1-1 0 0,0 0 0 0 0,-1 0 1 0 0,1-1-1 0 0,0 1 1 0 0,0 0-1 0 0,0 0 0 0 0,0 0 1 0 0,0-1-1 0 0,-1 1 1 0 0,1 0-1 0 0,0 0 0 0 0,0 0 1 0 0,0-1-1 0 0,0 1 1 0 0,-1 0-1 0 0,1 0 0 0 0,0 0 1 0 0,0 0-1 0 0,-1-1 1 0 0,1 1-1 0 0,0 0 1 0 0,0 0-1 0 0,-1 0 0 0 0,1 0 1 0 0,-4 0 15 0 0,0 0 0 0 0,0 1 0 0 0,1 0 1 0 0,-1-1-1 0 0,0 1 0 0 0,1 1 0 0 0,-1-1 1 0 0,1 0-1 0 0,-1 1 0 0 0,1 0 0 0 0,-1-1 1 0 0,1 2-1 0 0,0-1 0 0 0,0 0 0 0 0,0 0 1 0 0,0 1-1 0 0,-4 5 0 0 0,-6 6 19 0 0,1 0 0 0 0,-13 21 0 0 0,2-1 28 0 0,1 2 0 0 0,-19 42-1 0 0,35-65-45 0 0,1 1 0 0 0,0-1 0 0 0,0 1 0 0 0,2 0 0 0 0,0 0 0 0 0,0 1 0 0 0,1-1 0 0 0,1 0 0 0 0,1 27 0 0 0,1-36-39 0 0,0 1 0 0 0,0-1 0 0 0,0 0 0 0 0,1 1 0 0 0,-1-1 0 0 0,1 0 0 0 0,1 0 0 0 0,-1 0 0 0 0,1 0-1 0 0,-1-1 1 0 0,1 1 0 0 0,1-1 0 0 0,-1 1 0 0 0,1-1 0 0 0,-1 0 0 0 0,9 6 0 0 0,-7-6-509 0 0,1 0 1 0 0,0-1-1 0 0,0 0 1 0 0,0 0-1 0 0,0 0 0 0 0,1-1 1 0 0,-1 0-1 0 0,1 0 1 0 0,-1 0-1 0 0,1-1 0 0 0,0 0 1 0 0,-1-1-1 0 0,9 1 1 0 0,4-1-2638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21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53 2376 0 0,'-47'-5'6725'0'0,"44"5"-6014"0"0,-1-2 92 0 0,3 2-777 0 0,1 0 0 0 0,0 0-1 0 0,0 0 1 0 0,-1 0 0 0 0,1 0 0 0 0,0 0-1 0 0,0 0 1 0 0,-1 0 0 0 0,1 0-1 0 0,0 0 1 0 0,0 0 0 0 0,-1-1 0 0 0,1 1-1 0 0,0 0 1 0 0,0 0 0 0 0,-1 0-1 0 0,1 0 1 0 0,0 0 0 0 0,0-1-1 0 0,0 1 1 0 0,-1 0 0 0 0,1 0 0 0 0,0 0-1 0 0,0 0 1 0 0,0-1 0 0 0,0 1-1 0 0,-1 0 1 0 0,1 0 0 0 0,0-1 0 0 0,0 1-1 0 0,0 0 1 0 0,0 0 0 0 0,0-1-1 0 0,0 1 1 0 0,0-2 14 0 0,1 0 0 0 0,0 0 0 0 0,0 1 0 0 0,0-1 0 0 0,0 0 0 0 0,0 1 0 0 0,0-1-1 0 0,1 0 1 0 0,-1 1 0 0 0,0 0 0 0 0,1-1 0 0 0,-1 1 0 0 0,1 0 0 0 0,0 0 0 0 0,-1 0 0 0 0,1 0 0 0 0,0 0 0 0 0,0 0 0 0 0,-1 0 0 0 0,1 1 0 0 0,0-1 0 0 0,0 0-1 0 0,3 1 1 0 0,48-9 80 0 0,-51 9-97 0 0,1-1-20 0 0,-1 1 1 0 0,0 0-1 0 0,0 0 1 0 0,0 0-1 0 0,0 0 1 0 0,0 0-1 0 0,0 1 1 0 0,0-1-1 0 0,0 0 0 0 0,0 1 1 0 0,0 0-1 0 0,0-1 1 0 0,0 1-1 0 0,0 0 1 0 0,0 0-1 0 0,0 0 1 0 0,-1 0-1 0 0,1 0 1 0 0,0 1-1 0 0,-1-1 0 0 0,1 0 1 0 0,-1 1-1 0 0,1-1 1 0 0,1 4-1 0 0,-1-2 10 0 0,-1-1 0 0 0,0 1-1 0 0,0 0 1 0 0,0 0-1 0 0,0 0 1 0 0,-1 0 0 0 0,1 0-1 0 0,-1 0 1 0 0,0 0 0 0 0,0 0-1 0 0,0 0 1 0 0,0 0 0 0 0,0 0-1 0 0,0 0 1 0 0,-2 5 0 0 0,-5 15 23 0 0,-1-1 0 0 0,0 0 0 0 0,-16 28 0 0 0,24-50-34 0 0,-1 0 0 0 0,1 1 0 0 0,0-1 0 0 0,-1 0-1 0 0,1 1 1 0 0,0-1 0 0 0,-1 0 0 0 0,1 1 0 0 0,0-1 0 0 0,0 0-1 0 0,-1 1 1 0 0,1-1 0 0 0,0 0 0 0 0,0 1 0 0 0,0-1 0 0 0,0 1-1 0 0,0-1 1 0 0,-1 1 0 0 0,1-1 0 0 0,0 0 0 0 0,0 1 0 0 0,0-1-1 0 0,0 1 1 0 0,0-1 0 0 0,0 1 0 0 0,0-1 0 0 0,1 0 0 0 0,-1 1-1 0 0,0-1 1 0 0,0 1 0 0 0,0-1 0 0 0,0 1 0 0 0,0-1 0 0 0,1 0-1 0 0,-1 1 1 0 0,0-1 0 0 0,0 0 0 0 0,1 1 0 0 0,-1-1 0 0 0,0 0-1 0 0,1 1 1 0 0,-1-1 0 0 0,0 0 0 0 0,1 1 0 0 0,-1-1 0 0 0,0 0-1 0 0,1 0 1 0 0,-1 0 0 0 0,1 1 0 0 0,-1-1 0 0 0,0 0 0 0 0,1 0-1 0 0,0 0 1 0 0,32-1 138 0 0,-8-1-88 0 0,-17 3-56 0 0,1 0 1 0 0,-1 0-1 0 0,0 1 0 0 0,0 0 0 0 0,0 1 1 0 0,14 6-1 0 0,-19-8 2 0 0,0 1 0 0 0,-1 0 1 0 0,1-1-1 0 0,0 1 0 0 0,-1 0 0 0 0,0 1 1 0 0,1-1-1 0 0,-1 0 0 0 0,0 1 0 0 0,0-1 0 0 0,0 1 1 0 0,-1 0-1 0 0,1-1 0 0 0,2 6 0 0 0,-3-4 46 0 0,0-1 0 0 0,-1 1 1 0 0,1 0-1 0 0,-1-1 0 0 0,1 1 0 0 0,-1 0 0 0 0,0 0 0 0 0,-1 0 0 0 0,1-1 0 0 0,-1 1 1 0 0,1 0-1 0 0,-1-1 0 0 0,0 1 0 0 0,0 0 0 0 0,-1-1 0 0 0,1 1 0 0 0,-1-1 0 0 0,0 0 1 0 0,0 1-1 0 0,0-1 0 0 0,0 0 0 0 0,0 0 0 0 0,-5 3 0 0 0,1 2 152 0 0,-2-1 0 0 0,1 0 0 0 0,-1 0 0 0 0,0-1 1 0 0,0 0-1 0 0,-1-1 0 0 0,-12 7 0 0 0,10-8-119 0 0,-1 0-1 0 0,0 0 1 0 0,0-2 0 0 0,0 1 0 0 0,0-1 0 0 0,0-1-1 0 0,0 0 1 0 0,0-1 0 0 0,-1 0 0 0 0,-18-4 0 0 0,30 4-165 0 0,-1 0 1 0 0,1 0 0 0 0,0 0 0 0 0,0 0 0 0 0,0 0-1 0 0,0 0 1 0 0,0 0 0 0 0,0-1 0 0 0,0 1 0 0 0,-1-1 0 0 0,1 1-1 0 0,0 0 1 0 0,0-1 0 0 0,0 0 0 0 0,0 1 0 0 0,1-1 0 0 0,-1 0-1 0 0,0 1 1 0 0,0-1 0 0 0,0 0 0 0 0,0 0 0 0 0,1 0-1 0 0,-1 0 1 0 0,0 1 0 0 0,1-1 0 0 0,-1 0 0 0 0,1 0 0 0 0,-1 0-1 0 0,1-1 1 0 0,-1 1 0 0 0,1 0 0 0 0,0 0 0 0 0,-1-1 0 0 0,1-1-491 0 0,0 0 1 0 0,1 0 0 0 0,-1 1-1 0 0,1-1 1 0 0,-1 0 0 0 0,1 0-1 0 0,0 1 1 0 0,0-1 0 0 0,0 1 0 0 0,0-1-1 0 0,2-2 1 0 0,4-9-3887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21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68 380 0 0,'-6'-8'13361'0'0,"12"5"-13254"0"0,-1 0-1 0 0,1 0 1 0 0,0 1 0 0 0,0 0-1 0 0,0 0 1 0 0,0 1-1 0 0,0 0 1 0 0,7-1 0 0 0,9-2 21 0 0,15-4-152 0 0,17-5-624 0 0,-16 2-6482 0 0,-25 7 2507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21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8 1648 0 0,'-2'-1'524'0'0,"1"0"-1"0"0,0 0 1 0 0,-1 1 0 0 0,1-1-1 0 0,-1 0 1 0 0,1 1 0 0 0,-1-1-1 0 0,0 1 1 0 0,1-1-1 0 0,-1 1 1 0 0,1 0 0 0 0,-1 0-1 0 0,0 0 1 0 0,1-1 0 0 0,-1 2-1 0 0,-1-1 1 0 0,2 1-392 0 0,0 0 0 0 0,0 0-1 0 0,0 0 1 0 0,0 0 0 0 0,1 0 0 0 0,-1 1 0 0 0,1-1 0 0 0,-1 0-1 0 0,0 0 1 0 0,1 1 0 0 0,0-1 0 0 0,-1 0 0 0 0,1 1 0 0 0,0-1 0 0 0,0 1-1 0 0,0-1 1 0 0,0 0 0 0 0,0 1 0 0 0,0-1 0 0 0,0 0 0 0 0,1 2 0 0 0,2 198 1867 0 0,-4-165-2088 0 0,1 29-1892 0 0,7-23-5044 0 0,-4-32 3074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22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10 114 1724 0 0,'0'-3'2176'0'0,"-5"-42"7181"0"0,5 43-8833 0 0,-1-1-249 0 0,0 0 0 0 0,0 0 0 0 0,0 0 0 0 0,1-1 0 0 0,-1 1 0 0 0,1 0 0 0 0,0-5 0 0 0,27 2-250 0 0,1 2 1 0 0,-1 1-1 0 0,39-1 1 0 0,14 0-16 0 0,38-7 252 0 0,-115 11-239 0 0,-3 0-11 0 0,1 0 0 0 0,0-1-1 0 0,0 1 1 0 0,0 0 0 0 0,-1 0-1 0 0,1 0 1 0 0,0 0 0 0 0,0 0-1 0 0,0 0 1 0 0,0 0 0 0 0,-1 0-1 0 0,1 0 1 0 0,0 0 0 0 0,1 1 0 0 0,-3 7-6 0 0,0-1 1 0 0,-1 1 0 0 0,0-1 0 0 0,0 1-1 0 0,-5 8 1 0 0,-5 18 75 0 0,-43 208 869 0 0,30-78-1204 0 0,23-151-534 0 0,-1 17-1178 0 0,2-8-5218 0 0,1-9 2148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22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441 114 2368 0 0,'2'-26'5269'0'0,"-2"19"-4139"0"0,1 0 0 0 0,-1 1 1 0 0,0-1-1 0 0,0 0 0 0 0,-2-9 0 0 0,0 2 370 0 0,2 13-1396 0 0,0-1-1 0 0,-1 1 0 0 0,1 0 0 0 0,0 0 1 0 0,0-1-1 0 0,-1 1 0 0 0,1 0 0 0 0,0 0 1 0 0,-1-1-1 0 0,1 1 0 0 0,-1 0 0 0 0,0 0 1 0 0,1 0-1 0 0,-1 0 0 0 0,-1-2 0 0 0,1 2 41 0 0,-15-1 61 0 0,14 2-192 0 0,-1 1 1 0 0,1-1-1 0 0,0 0 1 0 0,-1 0-1 0 0,1 1 1 0 0,0-1-1 0 0,-1 1 0 0 0,1 0 1 0 0,0 0-1 0 0,0 0 1 0 0,0 0-1 0 0,-1 0 1 0 0,-2 3-1 0 0,-25 22 38 0 0,20-17-35 0 0,-18 18 20 0 0,1 2-1 0 0,-30 41 0 0 0,-41 70 30 0 0,89-127-61 0 0,-68 113 64 0 0,70-113-56 0 0,1 1-1 0 0,0 0 1 0 0,0 1 0 0 0,2-1 0 0 0,0 1-1 0 0,0 0 1 0 0,-1 22 0 0 0,4-33-3 0 0,1 1 0 0 0,0-1 1 0 0,0 0-1 0 0,0 1 0 0 0,1-1 0 0 0,0 0 0 0 0,0 0 0 0 0,0 1 1 0 0,0-1-1 0 0,0 0 0 0 0,1 0 0 0 0,0 0 0 0 0,0 0 0 0 0,0 0 1 0 0,0-1-1 0 0,1 1 0 0 0,-1-1 0 0 0,6 6 0 0 0,-4-6 0 0 0,1 1 1 0 0,0-1-1 0 0,0 0 0 0 0,0 0 1 0 0,0 0-1 0 0,0-1 0 0 0,1 0 1 0 0,0 0-1 0 0,-1 0 0 0 0,1-1 1 0 0,0 1-1 0 0,-1-1 0 0 0,9 0 1 0 0,11 1 51 0 0,0-1 0 0 0,0-1 0 0 0,0-1 1 0 0,1-2-1 0 0,42-9 0 0 0,-60 10-57 0 0,24-5-199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26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91 1488 0 0,'-7'-6'10260'0'0,"7"6"-10208"0"0,-1 0 1 0 0,1-1-1 0 0,0 1 1 0 0,-1 0-1 0 0,1 0 1 0 0,0-1-1 0 0,0 1 1 0 0,-1 0-1 0 0,1 0 1 0 0,0-1-1 0 0,0 1 0 0 0,-1 0 1 0 0,1-1-1 0 0,0 1 1 0 0,0-1-1 0 0,0 1 1 0 0,0 0-1 0 0,0-1 1 0 0,0 1-1 0 0,0 0 1 0 0,0-1-1 0 0,-1 1 1 0 0,1-1-1 0 0,0 1 1 0 0,1 0-1 0 0,-1-1 1 0 0,0 1-1 0 0,0-1 1 0 0,0 1-1 0 0,0 0 1 0 0,0-1-1 0 0,0 1 0 0 0,0 0 1 0 0,0-1-1 0 0,1 1 1 0 0,-1 0-1 0 0,0-1 1 0 0,0 1-1 0 0,1 0 1 0 0,-1-1-1 0 0,21-21 394 0 0,-13 16-475 0 0,1-1-1 0 0,0 2 1 0 0,0-1 0 0 0,0 1 0 0 0,16-5 0 0 0,-14 6 27 0 0,-9 3-8 0 0,1 1-12 0 0,2-2 15 0 0,-3 1 8 0 0,1 1-1 0 0,-1-1 1 0 0,0 1-1 0 0,0 0 1 0 0,0-1-1 0 0,1 1 1 0 0,-1 0-1 0 0,0 0 1 0 0,0 1-1 0 0,1-1 1 0 0,-1 0-1 0 0,0 1 1 0 0,0-1-1 0 0,0 1 1 0 0,3 1-1 0 0,3 0 3 0 0,-1 1 1 0 0,0-1-1 0 0,0 1 0 0 0,7 5 0 0 0,0 7 22 0 0,-8-6-12 0 0,-5-6-8 0 0,1 0 0 0 0,-1 0-1 0 0,0 1 1 0 0,-1-1 0 0 0,1 0 0 0 0,-1 1 0 0 0,1-1 0 0 0,-1 0 0 0 0,0 1 0 0 0,0-1 0 0 0,-1 1 0 0 0,1-1 0 0 0,-1 4 0 0 0,-3 12 7 0 0,-1-1 0 0 0,-1 1 1 0 0,0-1-1 0 0,-16 30 0 0 0,-43 65-23 0 0,63-108 10 0 0,-9 10 3 0 0,1 1 1 0 0,-16 15 0 0 0,-29 38 17 0 0,54-68 11 0 0,-24 29 578 0 0,24-29-377 0 0,0 0-182 0 0,0-1 0 0 0,1 1-1 0 0,-1 0 1 0 0,0 0 0 0 0,1-1 0 0 0,-1 1-1 0 0,1 0 1 0 0,-1 0 0 0 0,1 0-1 0 0,-1 0 1 0 0,1 0 0 0 0,-1 0-1 0 0,1 0 1 0 0,0 1 0 0 0,9 0-33 0 0,0-1 0 0 0,1-1 1 0 0,-1 0-1 0 0,1 0 0 0 0,-1-1 1 0 0,1 0-1 0 0,15-4 0 0 0,-11 2-9 0 0,12 0 1 0 0,-24 2-2 0 0,16-1-10 0 0,-7 1 10 0 0,-9 1-2 0 0,1 0-18 0 0,7 0-11 0 0,-7 0 51 0 0,13-2-11 0 0,20-4 11 0 0,-33 5-21 0 0,11-1 4 0 0,10-2 2 0 0,-21 4-12 0 0,11-5 42 0 0,21-6-359 0 0,41-8 1 0 0,-29 10-7294 0 0,-45 8 6872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27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360 140 932 0 0,'2'-6'1086'0'0,"1"-1"1"0"0,-1 0-1 0 0,0 0 0 0 0,-1 0 0 0 0,0 0 1 0 0,0 0-1 0 0,0 0 0 0 0,-1-13 0 0 0,-1 17-952 0 0,1-1 1 0 0,-1 1-1 0 0,1 0 0 0 0,-1 0 0 0 0,0 0 1 0 0,0 0-1 0 0,-1 0 0 0 0,1 0 0 0 0,0 0 0 0 0,-1 0 1 0 0,0 0-1 0 0,0 0 0 0 0,0 1 0 0 0,0-1 0 0 0,0 1 1 0 0,0 0-1 0 0,-1-1 0 0 0,1 1 0 0 0,-5-3 1 0 0,5 4-115 0 0,-1 0 0 0 0,1 0 0 0 0,0 1 0 0 0,-1-1 0 0 0,1 1 0 0 0,0-1 0 0 0,-1 1 0 0 0,1 0 0 0 0,-1 0 0 0 0,1 0 0 0 0,0 0 0 0 0,-1 0 0 0 0,-3 1 0 0 0,0 0-6 0 0,1 1 0 0 0,-1-1 0 0 0,1 1 0 0 0,-9 4 0 0 0,0 2-8 0 0,1 1 0 0 0,1 0 0 0 0,0 1 0 0 0,0 0 0 0 0,1 1 0 0 0,0 1 0 0 0,0-1 0 0 0,-10 17 0 0 0,-4 10-2 0 0,-32 62 1 0 0,44-74 7 0 0,1 1-1 0 0,-15 49 1 0 0,23-62-2 0 0,1 0 0 0 0,1 0 0 0 0,0 1 0 0 0,0-1 0 0 0,2 1 0 0 0,0-1 0 0 0,2 22 0 0 0,-1-30-4 0 0,0 0 1 0 0,0 0 0 0 0,1 0 0 0 0,0 0 0 0 0,0-1 0 0 0,0 1 0 0 0,1-1 0 0 0,0 1 0 0 0,0-1-1 0 0,0 0 1 0 0,1 0 0 0 0,-1 0 0 0 0,1-1 0 0 0,8 8 0 0 0,-6-8 26 0 0,0 1-1 0 0,1-1 1 0 0,-1 0 0 0 0,1 0-1 0 0,0-1 1 0 0,0 0 0 0 0,0 0 0 0 0,1-1-1 0 0,-1 0 1 0 0,11 2 0 0 0,-3-2-393 0 0,0-1 0 0 0,1 0 0 0 0,-1-1 0 0 0,27-3 0 0 0,-23 0-1764 0 0,1 0-1 0 0,36-13 0 0 0,-29 6-1681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27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1260 0 0,'0'-9'11114'0'0,"1"27"-10977"0"0,1-1 0 0 0,1 0 1 0 0,0 0-1 0 0,1 0 1 0 0,9 22-1 0 0,-11-35-117 0 0,0 1 0 0 0,1 0 0 0 0,-1-1 0 0 0,1 0 0 0 0,0 1 0 0 0,0-1-1 0 0,0 0 1 0 0,1-1 0 0 0,-1 1 0 0 0,1 0 0 0 0,0-1 0 0 0,0 0 0 0 0,1 0 0 0 0,-1 0 0 0 0,0-1 0 0 0,1 1 0 0 0,0-1 0 0 0,9 3 0 0 0,-11-4-15 0 0,1 0 0 0 0,0 0 0 0 0,-1-1-1 0 0,1 1 1 0 0,0-1 0 0 0,0 0 0 0 0,0 0 0 0 0,-1 0 0 0 0,1-1 0 0 0,0 1 0 0 0,0-1 0 0 0,-1 0 0 0 0,1 0 0 0 0,0 0 0 0 0,-1-1-1 0 0,1 1 1 0 0,-1-1 0 0 0,0 0 0 0 0,1 0 0 0 0,-1 0 0 0 0,0 0 0 0 0,0 0 0 0 0,0-1 0 0 0,0 0 0 0 0,3-4 0 0 0,2-3 214 0 0,-2 0 1 0 0,1 0 0 0 0,-1 0 0 0 0,-1-1 0 0 0,0 0 0 0 0,0 0 0 0 0,5-21-1 0 0,-4 15 243 0 0,-3 28-209 0 0,-3 29 104 0 0,-14 51 279 0 0,-3 36 40 0 0,15-106-1111 0 0,1-1 0 0 0,2 1 1 0 0,0 0-1 0 0,4 22 0 0 0,3-16-2279 0 0,0-13-2736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28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37 294 1772 0 0,'-28'-30'8381'0'0,"27"29"-7884"0"0,0 1-473 0 0,1 0-1 0 0,0 0 0 0 0,0 0 0 0 0,-1-1 1 0 0,1 1-1 0 0,0 0 0 0 0,-1 0 0 0 0,1 0 0 0 0,0 0 1 0 0,0 0-1 0 0,-1 0 0 0 0,1 0 0 0 0,0-1 1 0 0,0 1-1 0 0,-1 0 0 0 0,1 0 0 0 0,0 0 1 0 0,0-1-1 0 0,-1 1 0 0 0,1 0 0 0 0,0 0 1 0 0,0-1-1 0 0,0 1 0 0 0,0 0 0 0 0,0 0 1 0 0,-1-1-1 0 0,1 1 0 0 0,0 0 0 0 0,0-1 1 0 0,0 1-1 0 0,0 0 0 0 0,0 0 0 0 0,0-1 0 0 0,0 1 1 0 0,0 0-1 0 0,0-1 0 0 0,0 1 0 0 0,0 0 1 0 0,0 0-1 0 0,0-1 0 0 0,0 1 0 0 0,0 0 1 0 0,0-1-1 0 0,1 1 0 0 0,-1 0 0 0 0,0 0 1 0 0,0-1-1 0 0,0 1 0 0 0,0 0 0 0 0,0 0 1 0 0,1-1-1 0 0,-1 1 0 0 0,10-14 314 0 0,14-1-130 0 0,1 1 1 0 0,46-19-1 0 0,-46 23-812 0 0,0-1-1 0 0,-1-1 1 0 0,26-19 0 0 0,-49 30 385 0 0,1 0 0 0 0,0 0 1 0 0,0 0-1 0 0,-1-1 0 0 0,1 1 1 0 0,-1 0-1 0 0,1-1 0 0 0,-1 0 1 0 0,0 1-1 0 0,1-1 0 0 0,-1 0 1 0 0,0 0-1 0 0,0 0 1 0 0,0 1-1 0 0,0-1 0 0 0,-1 0 1 0 0,2-2-1 0 0,-3 1 178 0 0,0 1 1 0 0,0-1-1 0 0,0 1 0 0 0,0 0 1 0 0,0-1-1 0 0,-1 1 1 0 0,1 0-1 0 0,-1 0 0 0 0,1 0 1 0 0,-1 0-1 0 0,0 0 0 0 0,0 0 1 0 0,0 1-1 0 0,0-1 1 0 0,-2-1-1 0 0,2 1 106 0 0,-44-37 4061 0 0,44 37-3792 0 0,-5-1 1041 0 0,33 38-907 0 0,-9-13-159 0 0,22 37 1 0 0,-35-50-276 0 0,0-1 1 0 0,0 1 0 0 0,0 0-1 0 0,-1 0 1 0 0,-1 0-1 0 0,1 1 1 0 0,-2-1-1 0 0,2 16 1 0 0,-3-6-26 0 0,0 1 0 0 0,-2 0 0 0 0,0-1 0 0 0,-1 1 0 0 0,-1-1 0 0 0,-1 0 0 0 0,-12 31 0 0 0,11-37-1545 0 0,0 0-1 0 0,0-1 0 0 0,-15 19 0 0 0,11-18-3053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2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179 133 1056 0 0,'11'-25'3425'0'0,"-2"3"356"0"0,-1 0 0 0 0,9-35 0 0 0,-17 56-3445 0 0,0 1-321 0 0,0 0 1 0 0,0-1-1 0 0,0 1 0 0 0,0 0 1 0 0,0 0-1 0 0,0 0 0 0 0,0 0 1 0 0,0-1-1 0 0,0 1 0 0 0,0 0 1 0 0,0 0-1 0 0,0 0 0 0 0,0 0 1 0 0,0-1-1 0 0,0 1 0 0 0,0 0 1 0 0,0 0-1 0 0,0 0 0 0 0,0 0 0 0 0,0 0 1 0 0,0-1-1 0 0,0 1 0 0 0,-1 0 1 0 0,1 0-1 0 0,0 0 0 0 0,0 0 1 0 0,0 0-1 0 0,0 0 0 0 0,0-1 1 0 0,0 1-1 0 0,0 0 0 0 0,-1 0 1 0 0,1 0-1 0 0,0 0 0 0 0,0 0 1 0 0,0 0-1 0 0,0 0 0 0 0,0 0 0 0 0,-1 0 1 0 0,1 0-1 0 0,0 0 0 0 0,0 0 1 0 0,0 0-1 0 0,0 0 0 0 0,-1 0 1 0 0,1 0-1 0 0,0 0 0 0 0,0 0 1 0 0,0 0-1 0 0,0 0 0 0 0,-1 0 1 0 0,1 0-1 0 0,0 0 0 0 0,0 0 1 0 0,0 0-1 0 0,0 0 0 0 0,0 0 0 0 0,-1 0 1 0 0,1 0-1 0 0,0 0 0 0 0,0 0 1 0 0,0 1-1 0 0,0-1 0 0 0,0 0 1 0 0,-1 0-1 0 0,-13 15 233 0 0,-14 25-234 0 0,-75 164 36 0 0,86-165-42 0 0,2 2-1 0 0,2-1 1 0 0,-11 59 0 0 0,23-93-1 0 0,0 1 1 0 0,1 0-1 0 0,-1 0 1 0 0,1 0-1 0 0,1 0 1 0 0,-1-1-1 0 0,1 1 1 0 0,0 0-1 0 0,1 0 1 0 0,0-1-1 0 0,0 1 1 0 0,0-1 0 0 0,6 12-1 0 0,-5-14 6 0 0,-1 0 0 0 0,1 0 0 0 0,0-1 0 0 0,0 1-1 0 0,0-1 1 0 0,1 0 0 0 0,-1 0 0 0 0,1 0 0 0 0,0 0 0 0 0,-1 0 0 0 0,1-1 0 0 0,0 0-1 0 0,1 0 1 0 0,-1 0 0 0 0,0 0 0 0 0,1-1 0 0 0,-1 0 0 0 0,0 0 0 0 0,1 0 0 0 0,0 0-1 0 0,6 0 1 0 0,11-1 78 0 0,0 0-1 0 0,35-6 1 0 0,-42 4-37 0 0,-13 1-32 0 0,18-1 24 0 0,-10 2 160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29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46 1736 0 0,'-8'-9'4519'0'0,"-1"-3"-1531"0"0,-11-11 876 0 0,19 22-3570 0 0,0 1-289 0 0,0 1 0 0 0,0-1 0 0 0,0 0 0 0 0,0 1 0 0 0,0-1 0 0 0,1 1 0 0 0,-1 0 0 0 0,0-1-1 0 0,0 1 1 0 0,1-1 0 0 0,-1 1 0 0 0,0 0 0 0 0,1 0 0 0 0,-1 0 0 0 0,1-1 0 0 0,-1 1 0 0 0,1 0 0 0 0,-1 0 0 0 0,1 0 0 0 0,-1 0-1 0 0,1 1 1 0 0,-9 25 44 0 0,7-21-32 0 0,-4 11 21 0 0,2 1 0 0 0,-6 32 0 0 0,9-44-31 0 0,1 1-1 0 0,0-1 1 0 0,0 1 0 0 0,0-1 0 0 0,0 0 0 0 0,1 1 0 0 0,0-1 0 0 0,1 0 0 0 0,-1 1-1 0 0,1-1 1 0 0,4 8 0 0 0,-5-11 2 0 0,1 0-1 0 0,0-1 1 0 0,0 1 0 0 0,0-1-1 0 0,0 1 1 0 0,0-1 0 0 0,0 0-1 0 0,1 0 1 0 0,-1 0-1 0 0,1 0 1 0 0,-1-1 0 0 0,1 1-1 0 0,0-1 1 0 0,-1 1 0 0 0,1-1-1 0 0,4 1 1 0 0,-2 0 2 0 0,1-1 0 0 0,-1 0 0 0 0,0-1 0 0 0,1 1 1 0 0,-1-1-1 0 0,1 0 0 0 0,-1-1 0 0 0,10-1 0 0 0,-5 0 2 0 0,0-1-1 0 0,-1 1 1 0 0,1-2-1 0 0,-1 0 1 0 0,0 0 0 0 0,0 0-1 0 0,0-1 1 0 0,-1-1-1 0 0,15-11 1 0 0,-13 5 160 0 0,0 0 0 0 0,-1 0-1 0 0,0-1 1 0 0,-1-1 0 0 0,-1 1 0 0 0,0-1 0 0 0,9-29 0 0 0,-10 28 437 0 0,-5 14-530 0 0,4-7 103 0 0,-7 43-35 0 0,-6 39 0 0 0,3-37-42 0 0,-1 42 1 0 0,6-52-369 0 0,-1-3 263 0 0,4 33-1 0 0,5-19-2600 0 0,-6-33 1526 0 0,0-1-1 0 0,0 1 1 0 0,0-1 0 0 0,1 0-1 0 0,4 7 1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29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13 213 976 0 0,'-6'-23'7425'0'0,"2"3"-3705"0"0,4 18-3004 0 0,0 1-660 0 0,0 1 1 0 0,-1-1-1 0 0,1 1 0 0 0,0-1 0 0 0,0 1 1 0 0,-1-1-1 0 0,1 1 0 0 0,0-1 0 0 0,0 1 0 0 0,0-1 1 0 0,0 1-1 0 0,0-1 0 0 0,0 1 0 0 0,0-1 1 0 0,0 0-1 0 0,0 1 0 0 0,0-1 0 0 0,0 1 1 0 0,0-1-1 0 0,0 1 0 0 0,1-1 0 0 0,-1 1 0 0 0,0-1 1 0 0,0 1-1 0 0,1-1 0 0 0,-1 1 0 0 0,0-1 1 0 0,0 1-1 0 0,1-1 0 0 0,-1 1 0 0 0,1-1 0 0 0,-1 1 1 0 0,0 0-1 0 0,1-1 0 0 0,0 0 0 0 0,29-15 253 0 0,1 2-1 0 0,0 1 0 0 0,65-18 1 0 0,21-8-909 0 0,-96 31-255 0 0,13-7-1914 0 0,-12 2-2867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29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5 556 0 0,'0'0'1948'0'0,"-14"-4"2823"0"0,13 5-4586 0 0,0 0-1 0 0,-1 0 1 0 0,1 0-1 0 0,0 1 1 0 0,0-1 0 0 0,-1 0-1 0 0,1 1 1 0 0,0-1-1 0 0,0 1 1 0 0,1-1-1 0 0,-1 1 1 0 0,0 0-1 0 0,0-1 1 0 0,1 1-1 0 0,-1 0 1 0 0,1-1-1 0 0,0 1 1 0 0,-1 0-1 0 0,1 0 1 0 0,0-1 0 0 0,0 1-1 0 0,0 0 1 0 0,0 0-1 0 0,0-1 1 0 0,1 4-1 0 0,1 11 450 0 0,7 31-1 0 0,-4-21-258 0 0,2 8-170 0 0,1 0-1 0 0,21 57 0 0 0,14 10-5335 0 0,-36-88 2187 0 0,3-2-905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30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7 216 272 0 0,'-4'-63'12120'0'0,"1"37"-8311"0"0,3 24-3364 0 0,0-13 767 0 0,0 14-1194 0 0,0 0 0 0 0,0 1 0 0 0,0-1 0 0 0,1 0 1 0 0,-1 0-1 0 0,0 0 0 0 0,0 1 0 0 0,0-1 0 0 0,1 0 0 0 0,-1 0 0 0 0,0 0 0 0 0,1 1 0 0 0,-1-1 0 0 0,1 0 1 0 0,-1 1-1 0 0,1-1 0 0 0,-1 0 0 0 0,1 1 0 0 0,0-1 0 0 0,-1 1 0 0 0,1-1 0 0 0,1 0 0 0 0,136-32 145 0 0,14-3-98 0 0,-101 20-17 0 0,-50 16-50 0 0,25-7-86 0 0,-25 8 85 0 0,0 1-1 0 0,0 0 0 0 0,0 0 0 0 0,-1 0 0 0 0,1 0 1 0 0,0-1-1 0 0,-1 1 0 0 0,1 0 0 0 0,-1 0 0 0 0,0 0 1 0 0,1 0-1 0 0,-1 0 0 0 0,0 0 0 0 0,0 1 0 0 0,-1-1 1 0 0,1 3-1 0 0,-9 44 84 0 0,3-19 84 0 0,-29 162 570 0 0,20-120-599 0 0,-13 52 114 0 0,0 3-655 0 0,14-42-4515 0 0,13-80 4275 0 0,1 0-799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30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249 105 904 0 0,'9'-37'5882'0'0,"-5"27"-3597"0"0,-2 0 0 0 0,1-1 0 0 0,1-17-1 0 0,-4 27-2247 0 0,0 1-1 0 0,0-1 0 0 0,0 1 1 0 0,-1 0-1 0 0,1-1 0 0 0,0 1 1 0 0,0-1-1 0 0,0 1 0 0 0,-1 0 1 0 0,1-1-1 0 0,0 1 0 0 0,0 0 1 0 0,-1-1-1 0 0,1 1 0 0 0,0 0 1 0 0,-1-1-1 0 0,1 1 0 0 0,0 0 1 0 0,-1 0-1 0 0,1-1 0 0 0,0 1 1 0 0,-1 0-1 0 0,1 0 0 0 0,-1 0 1 0 0,1 0-1 0 0,0 0 0 0 0,-1-1 1 0 0,1 1-1 0 0,-1 0 0 0 0,1 0 1 0 0,0 0-1 0 0,-1 0 0 0 0,1 0 1 0 0,-1 0-1 0 0,1 0 0 0 0,-1 0 1 0 0,1 0-1 0 0,-1 1 0 0 0,-15 2 244 0 0,16-3-292 0 0,-5 2 64 0 0,-1 0 0 0 0,1 0-1 0 0,0 1 1 0 0,0 0 0 0 0,1 0-1 0 0,-1 0 1 0 0,1 0 0 0 0,-1 1-1 0 0,1 0 1 0 0,-4 5 0 0 0,-34 45 142 0 0,40-52-181 0 0,-18 28 35 0 0,2-1 1 0 0,0 2-1 0 0,2 0 1 0 0,2 1 0 0 0,1 1-1 0 0,1 0 1 0 0,2 1-1 0 0,-8 44 1 0 0,17-71-23 0 0,0-1-1 0 0,1 1 1 0 0,0 0-1 0 0,0 0 1 0 0,0 0 0 0 0,1-1-1 0 0,0 1 1 0 0,0 0-1 0 0,0-1 1 0 0,1 1 0 0 0,0-1-1 0 0,1 1 1 0 0,-1-1-1 0 0,7 10 1 0 0,-7-13-251 0 0,1 1 1 0 0,0-1-1 0 0,0 1 1 0 0,0-1-1 0 0,0 0 0 0 0,0 0 1 0 0,1-1-1 0 0,-1 1 0 0 0,8 3 1 0 0,-6-3-590 0 0,0-1 1 0 0,-1 0-1 0 0,2-1 0 0 0,-1 1 1 0 0,0-1-1 0 0,0 0 0 0 0,0-1 0 0 0,1 1 1 0 0,5-1-1 0 0,8-1-5606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31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75 640 0 0,'-3'0'2566'0'0,"-38"-13"8055"0"0,39 12-10142 0 0,0 1 0 0 0,0-1 0 0 0,0 0 0 0 0,0 0 1 0 0,0 0-1 0 0,0 0 0 0 0,1 0 0 0 0,-1 0 0 0 0,0-1 1 0 0,-1-1-1 0 0,4 0-412 0 0,0 1 0 0 0,0-1 0 0 0,1 0 1 0 0,-1 1-1 0 0,1-1 0 0 0,0 1 0 0 0,-1 0 1 0 0,1-1-1 0 0,0 1 0 0 0,0 0 0 0 0,1 0 1 0 0,-1 0-1 0 0,0 1 0 0 0,1-1 0 0 0,-1 0 1 0 0,1 1-1 0 0,-1-1 0 0 0,6 0 0 0 0,-5 0-57 0 0,0 1-1 0 0,0 0 1 0 0,0 0-1 0 0,0 0 1 0 0,1 1-1 0 0,-1-1 1 0 0,0 1-1 0 0,1-1 1 0 0,-1 1-1 0 0,0 0 1 0 0,0 1-1 0 0,1-1 1 0 0,-1 1-1 0 0,0-1 1 0 0,1 1-1 0 0,4 2 1 0 0,-6-2-5 0 0,0 0 1 0 0,0 0 0 0 0,0 1 0 0 0,-1-1-1 0 0,1 1 1 0 0,0-1 0 0 0,-1 1 0 0 0,1 0 0 0 0,-1-1-1 0 0,0 1 1 0 0,0 0 0 0 0,1 0 0 0 0,-1 0-1 0 0,0 0 1 0 0,-1 0 0 0 0,1 0 0 0 0,0 0 0 0 0,-1 1-1 0 0,1-1 1 0 0,-1 0 0 0 0,1 0 0 0 0,-1 0-1 0 0,0 1 1 0 0,0 2 0 0 0,-1 4 38 0 0,0 1 0 0 0,0-1 0 0 0,-5 19 0 0 0,6-26-38 0 0,-7 20 148 0 0,0-1-1 0 0,-1 0 1 0 0,-2-1 0 0 0,-16 29 0 0 0,-56 73 1012 0 0,-40 41 506 0 0,120-160-1645 0 0,-12 16 192 0 0,14-19-215 0 0,0 0 0 0 0,0 0-1 0 0,0 1 1 0 0,-1-1 0 0 0,1 0 0 0 0,0 0 0 0 0,0 1 0 0 0,0-1-1 0 0,0 0 1 0 0,0 1 0 0 0,-1-1 0 0 0,1 0 0 0 0,0 1 0 0 0,0-1-1 0 0,0 0 1 0 0,0 1 0 0 0,0-1 0 0 0,0 0 0 0 0,0 1-1 0 0,0-1 1 0 0,0 0 0 0 0,0 1 0 0 0,0-1 0 0 0,1 0 0 0 0,-1 0-1 0 0,0 1 1 0 0,0-1 0 0 0,0 0 0 0 0,0 1 0 0 0,0-1 0 0 0,1 0-1 0 0,-1 0 1 0 0,0 1 0 0 0,0-1 0 0 0,0 0 0 0 0,1 0-1 0 0,-1 1 1 0 0,0-1 0 0 0,0 0 0 0 0,1 0 0 0 0,-1 0 0 0 0,0 1-1 0 0,1-1 1 0 0,-1 0 0 0 0,0 0 0 0 0,1 0 0 0 0,-1 0 0 0 0,0 0-1 0 0,0 0 1 0 0,1 0 0 0 0,-1 0 0 0 0,0 0 0 0 0,1 0-1 0 0,-1 0 1 0 0,0 0 0 0 0,1 0 0 0 0,-1 0 0 0 0,1 0 0 0 0,33-1 124 0 0,0-2 0 0 0,1-2 0 0 0,56-14 1 0 0,99-43 171 0 0,-78 14 1288 0 0,-110 47-1482 0 0,27-13 332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34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88 996 0 0,'0'-3'1955'0'0,"0"-61"7592"0"0,0 63-9538 0 0,0 1 0 0 0,0 0 0 0 0,0 0-1 0 0,0 0 1 0 0,0-1 0 0 0,0 1-1 0 0,-1 0 1 0 0,1 0 0 0 0,0-1-1 0 0,0 1 1 0 0,0 0 0 0 0,0 0-1 0 0,0 0 1 0 0,0-1 0 0 0,0 1 0 0 0,0 0-1 0 0,0 0 1 0 0,-1 0 0 0 0,1 0-1 0 0,0-1 1 0 0,0 1 0 0 0,0 0-1 0 0,0 0 1 0 0,-1 0 0 0 0,1 0-1 0 0,0 0 1 0 0,0 0 0 0 0,0-1-1 0 0,-1 1 1 0 0,1 0 0 0 0,0 0 0 0 0,0 0-1 0 0,0 0 1 0 0,-1 0 0 0 0,1 0-1 0 0,0 0 1 0 0,0 0 0 0 0,0 0-1 0 0,-1 0 1 0 0,1 0 0 0 0,0 0-1 0 0,0 0 1 0 0,-1 0 0 0 0,1 0-1 0 0,0 0 1 0 0,0 0 0 0 0,0 0 0 0 0,-1 0-1 0 0,1 1 1 0 0,0-1 0 0 0,0 0-1 0 0,0 0 1 0 0,0 0 0 0 0,-1 0-1 0 0,1 0 1 0 0,0 0 0 0 0,0 1-1 0 0,0-1 1 0 0,0 0 0 0 0,-1 0 0 0 0,1 0-1 0 0,0 1 1 0 0,0-1 0 0 0,0 0-1 0 0,0 0 1 0 0,0 0 0 0 0,0 1-1 0 0,-13 12 202 0 0,4-1-103 0 0,0 1 1 0 0,1 0 0 0 0,0 1 0 0 0,1 0 0 0 0,-9 24 0 0 0,13-28-66 0 0,0 0 0 0 0,0 0 0 0 0,1 1-1 0 0,0-1 1 0 0,1 0 0 0 0,0 1 0 0 0,1-1 0 0 0,0 1 0 0 0,2 14 0 0 0,-1-21 6 0 0,0 0 0 0 0,1 1 0 0 0,-1-1 1 0 0,1 0-1 0 0,0 0 0 0 0,0 0 0 0 0,0-1 0 0 0,1 1 1 0 0,-1 0-1 0 0,1-1 0 0 0,0 0 0 0 0,0 1 0 0 0,0-1 1 0 0,0-1-1 0 0,1 1 0 0 0,-1 0 0 0 0,1-1 1 0 0,-1 1-1 0 0,1-1 0 0 0,0 0 0 0 0,0 0 0 0 0,0-1 1 0 0,0 1-1 0 0,1-1 0 0 0,-1 0 0 0 0,0 0 1 0 0,6 0-1 0 0,1 1 180 0 0,1-1 0 0 0,0 0-1 0 0,-1-1 1 0 0,1 0 0 0 0,-1-1 0 0 0,1-1 0 0 0,-1 0 0 0 0,1 0 0 0 0,12-5 0 0 0,-17 4-135 0 0,0 0 0 0 0,0 0 0 0 0,0-1 0 0 0,-1 0 0 0 0,0-1 1 0 0,0 1-1 0 0,0-1 0 0 0,0-1 0 0 0,-1 1 0 0 0,1-1 0 0 0,-1 1 0 0 0,-1-2 1 0 0,1 1-1 0 0,-1 0 0 0 0,0-1 0 0 0,-1 0 0 0 0,0 0 0 0 0,0 0 0 0 0,0 0 1 0 0,-1 0-1 0 0,0-1 0 0 0,0 1 0 0 0,-1-1 0 0 0,0 1 0 0 0,0-1 1 0 0,-1-9-1 0 0,1 11-130 0 0,-1 0 0 0 0,-1-1 0 0 0,1 1 0 0 0,-1 0 0 0 0,0-1 0 0 0,-1 1 0 0 0,0 0 0 0 0,0 0 1 0 0,0 0-1 0 0,0 0 0 0 0,-1 0 0 0 0,0 1 0 0 0,0-1 0 0 0,-1 1 0 0 0,0 0 0 0 0,1 0 0 0 0,-2 0 0 0 0,1 0 1 0 0,-1 1-1 0 0,1 0 0 0 0,-1 0 0 0 0,0 0 0 0 0,-1 0 0 0 0,1 1 0 0 0,0 0 0 0 0,-1 0 0 0 0,0 0 0 0 0,0 1 1 0 0,0 0-1 0 0,0 0 0 0 0,-10-2 0 0 0,8 3-308 0 0,1 1 0 0 0,-1 0 0 0 0,0 0 0 0 0,0 0 0 0 0,1 1 0 0 0,-1 0 0 0 0,1 1 0 0 0,-1-1 0 0 0,1 2 0 0 0,-1-1 0 0 0,-9 5 0 0 0,-2 2-2311 0 0,0 2-1 0 0,-31 21 1 0 0,27-14-2159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32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67 2032 0 0,'-4'-12'5435'0'0,"-14"-33"4236"0"0,18 45-9647 0 0,0-1 0 0 0,-1 1 0 0 0,1-1 1 0 0,0 1-1 0 0,0-1 0 0 0,0 1 1 0 0,0-1-1 0 0,-1 1 0 0 0,1 0 0 0 0,0-1 1 0 0,0 1-1 0 0,-1 0 0 0 0,1-1 1 0 0,0 1-1 0 0,-1-1 0 0 0,1 1 0 0 0,0 0 1 0 0,-1 0-1 0 0,1-1 0 0 0,-1 1 1 0 0,1 0-1 0 0,0 0 0 0 0,-1-1 0 0 0,1 1 1 0 0,-1 0-1 0 0,1 0 0 0 0,-1 0 1 0 0,1 0-1 0 0,-1 0 0 0 0,1 0 0 0 0,-1 0 1 0 0,1 0-1 0 0,-1 0 0 0 0,1 0 1 0 0,0 0-1 0 0,-1 0 0 0 0,1 0 0 0 0,-1 0 1 0 0,1 0-1 0 0,-1 0 0 0 0,1 0 1 0 0,-1 1-1 0 0,1-1 0 0 0,0 0 0 0 0,-1 0 1 0 0,1 1-1 0 0,-1-1 0 0 0,1 0 1 0 0,0 0-1 0 0,-1 1 0 0 0,1-1 0 0 0,0 0 1 0 0,-1 1-1 0 0,1-1 0 0 0,0 1 1 0 0,0-1-1 0 0,-1 0 0 0 0,1 2 0 0 0,-33 42 77 0 0,3 2 0 0 0,-30 61-1 0 0,-37 108 771 0 0,83-177-670 0 0,2 0-1 0 0,2 1 0 0 0,1 0 1 0 0,2 1-1 0 0,2-1 0 0 0,0 66 1 0 0,7-25-25 0 0,4 0 0 0 0,21 103 0 0 0,62 256 63 0 0,23 128 1026 0 0,-85-354-250 0 0,-9 0 0 0 0,-13 302-1 0 0,-4 227-507 0 0,0-741-509 0 0,4 127 140 0 0,29 171 1 0 0,-28-263-93 0 0,1 1-1 0 0,2-1 1 0 0,27 67 0 0 0,-31-92-44 0 0,0 0 0 0 0,1 0 0 0 0,0-1 0 0 0,1 0 0 0 0,0 0 0 0 0,0-1 0 0 0,1 0 0 0 0,1 0 0 0 0,0 0 0 0 0,0-1 1 0 0,0-1-1 0 0,1 0 0 0 0,0 0 0 0 0,0-1 0 0 0,1 0 0 0 0,12 5 0 0 0,-2-4-313 0 0,-1-1-1 0 0,1-1 1 0 0,1-1 0 0 0,-1-1-1 0 0,1-1 1 0 0,-1-1 0 0 0,1-1-1 0 0,34-3 1 0 0,-3-4-1375 0 0,-1-3 0 0 0,69-20 0 0 0,-83 17-1114 0 0,0 0-1 0 0,42-23 0 0 0,-7-3-5755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33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31 1272 0 0,'1'-30'16398'0'0,"-2"38"-16225"0"0,0 1 0 0 0,0-1 1 0 0,1 1-1 0 0,1 16 1 0 0,0 23 71 0 0,-7 1-339 0 0,-5 84-21 0 0,12-116-1497 0 0,3 32-1 0 0,-2-39 92 0 0,0-1 0 0 0,1 1 0 0 0,0-1 0 0 0,6 12 0 0 0,-1-4-3818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34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48 302 1036 0 0,'0'0'2060'0'0,"-2"-24"5987"0"0,-5 10-3425 0 0,0 28-4363 0 0,-3 23-103 0 0,-9 65-1 0 0,18-89-144 0 0,0 0 0 0 0,0 0 0 0 0,2 0 1 0 0,0 0-1 0 0,0 0 0 0 0,1 0 0 0 0,0 0 0 0 0,8 22 0 0 0,-8-31 16 0 0,-1 0 1 0 0,1 0 0 0 0,0 0-1 0 0,0 0 1 0 0,0 0-1 0 0,0-1 1 0 0,1 1-1 0 0,0-1 1 0 0,0 1-1 0 0,0-1 1 0 0,0 0 0 0 0,0 0-1 0 0,0 0 1 0 0,1 0-1 0 0,-1-1 1 0 0,1 0-1 0 0,0 1 1 0 0,0-1 0 0 0,0 0-1 0 0,0-1 1 0 0,0 1-1 0 0,0-1 1 0 0,1 0-1 0 0,-1 0 1 0 0,0 0-1 0 0,1-1 1 0 0,-1 1 0 0 0,0-1-1 0 0,1 0 1 0 0,-1 0-1 0 0,8-2 1 0 0,-3 0 41 0 0,-1 0 0 0 0,1 0 1 0 0,-1-1-1 0 0,1 0 0 0 0,-1-1 0 0 0,0 0 1 0 0,-1 0-1 0 0,1-1 0 0 0,-1 0 0 0 0,0 0 1 0 0,0-1-1 0 0,0 1 0 0 0,-1-2 1 0 0,0 1-1 0 0,6-8 0 0 0,-1-2 7 0 0,-1-1-1 0 0,0 0 1 0 0,-2-1-1 0 0,0 0 1 0 0,-1 0-1 0 0,0-1 1 0 0,-2 0-1 0 0,0 0 1 0 0,-1 0-1 0 0,-1-1 1 0 0,-1 1-1 0 0,-1-1 1 0 0,0 1 0 0 0,-2-1-1 0 0,0 0 1 0 0,-7-35-1 0 0,5 44-56 0 0,-1-1 0 0 0,0 1 0 0 0,-1-1 0 0 0,0 1 0 0 0,-1 0 0 0 0,0 1 0 0 0,0-1 0 0 0,-1 1 0 0 0,-1 1-1 0 0,1-1 1 0 0,-2 1 0 0 0,1 0 0 0 0,-1 1 0 0 0,0 0 0 0 0,-1 1 0 0 0,0 0 0 0 0,0 0 0 0 0,-1 1 0 0 0,-11-5 0 0 0,20 10-93 0 0,1 0 1 0 0,-1 0 0 0 0,1 1-1 0 0,-1-1 1 0 0,1 1 0 0 0,-1-1-1 0 0,1 1 1 0 0,-1 0 0 0 0,0-1-1 0 0,1 1 1 0 0,-1 0-1 0 0,0 0 1 0 0,1 0 0 0 0,-1 0-1 0 0,0 1 1 0 0,1-1 0 0 0,-1 0-1 0 0,1 1 1 0 0,-1-1-1 0 0,1 1 1 0 0,-1-1 0 0 0,0 1-1 0 0,1 0 1 0 0,0-1 0 0 0,-1 1-1 0 0,1 0 1 0 0,0 0 0 0 0,-1 0-1 0 0,1 0 1 0 0,0 0-1 0 0,0 1 1 0 0,0-1 0 0 0,0 0-1 0 0,-2 2 1 0 0,2 0-442 0 0,0-1 1 0 0,0 1-1 0 0,0-1 0 0 0,1 1 0 0 0,-1-1 1 0 0,0 1-1 0 0,1-1 0 0 0,0 1 1 0 0,0 0-1 0 0,-1-1 0 0 0,1 1 1 0 0,1 0-1 0 0,-1-1 0 0 0,0 1 0 0 0,1 0 1 0 0,-1-1-1 0 0,1 1 0 0 0,0-1 1 0 0,2 5-1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35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73 476 0 0,'-34'-62'18654'0'0,"29"52"-16903"0"0,3 16-1704 0 0,1 0 0 0 0,0 0-1 0 0,0 0 1 0 0,0 0 0 0 0,1 0 0 0 0,0 0 0 0 0,0 0 0 0 0,1 0 0 0 0,0 0 0 0 0,2 9 0 0 0,0 13 11 0 0,1 24-297 0 0,9 126-1178 0 0,-6-119-2534 0 0,3-2-3406 0 0,-7-41 1270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36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52 1604 0 0,'23'-35'16290'0'0,"-31"38"-16275"0"0,0 0 0 0 0,0 1 1 0 0,0 0-1 0 0,0 0 0 0 0,1 0 1 0 0,0 1-1 0 0,0 1 0 0 0,0-1 0 0 0,1 1 1 0 0,0 0-1 0 0,0 1 0 0 0,0-1 1 0 0,1 1-1 0 0,0 0 0 0 0,-8 15 1 0 0,-2 5 1 0 0,2 0 0 0 0,1 0 0 0 0,-11 41 0 0 0,19-56-2 0 0,1 0 0 0 0,1 0-1 0 0,-1 1 1 0 0,2-1 0 0 0,0 0 0 0 0,0 1 0 0 0,1-1 0 0 0,1 1-1 0 0,0-1 1 0 0,4 18 0 0 0,-3-25-1 0 0,-1 1-1 0 0,1-1 1 0 0,0 0-1 0 0,1 1 1 0 0,-1-1-1 0 0,1 0 1 0 0,0 0 0 0 0,0-1-1 0 0,1 1 1 0 0,-1-1-1 0 0,1 1 1 0 0,0-1-1 0 0,0 0 1 0 0,1-1-1 0 0,-1 1 1 0 0,1-1 0 0 0,0 0-1 0 0,0 0 1 0 0,0 0-1 0 0,0 0 1 0 0,0-1-1 0 0,1 0 1 0 0,-1 0-1 0 0,9 1 1 0 0,1 0 17 0 0,0-1 0 0 0,0-1 0 0 0,0 0 0 0 0,-1-1 0 0 0,1-1 0 0 0,0 0 0 0 0,24-6 0 0 0,-17 2 214 0 0,-1-1-1 0 0,0-1 1 0 0,0-1 0 0 0,28-15 0 0 0,-37 17-124 0 0,-1-2 1 0 0,0 1-1 0 0,0-2 1 0 0,-1 1-1 0 0,0-1 1 0 0,0-1-1 0 0,-1 0 1 0 0,0 0-1 0 0,-1-1 1 0 0,0 0-1 0 0,-1 0 1 0 0,0-1-1 0 0,-1 0 1 0 0,0 0-1 0 0,5-17 1 0 0,-8 20-105 0 0,-1 0 1 0 0,1 0 0 0 0,-2-1 0 0 0,1 1 0 0 0,-1-1-1 0 0,-1 1 1 0 0,1-1 0 0 0,-2 1 0 0 0,1-1-1 0 0,-2 1 1 0 0,1-1 0 0 0,-1 1 0 0 0,0 0-1 0 0,-1-1 1 0 0,0 1 0 0 0,-1 0 0 0 0,0 1 0 0 0,0-1-1 0 0,-1 1 1 0 0,0 0 0 0 0,0 0 0 0 0,-9-10-1 0 0,8 12-106 0 0,0-1-1 0 0,-1 1 0 0 0,0 0 1 0 0,0 0-1 0 0,-1 1 0 0 0,0 0 1 0 0,1 0-1 0 0,-2 1 0 0 0,1 0 1 0 0,0 1-1 0 0,-1-1 0 0 0,0 2 1 0 0,0-1-1 0 0,0 1 0 0 0,0 0 1 0 0,0 1-1 0 0,0 0 0 0 0,-12 1 1 0 0,9 0-497 0 0,1 1 1 0 0,0 1-1 0 0,-1 0 1 0 0,1 0-1 0 0,0 1 1 0 0,-11 5-1 0 0,10-4-766 0 0,1 2 0 0 0,0-1 0 0 0,0 2 0 0 0,1-1-1 0 0,-16 13 1 0 0,7-2-4862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39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35 1352 0 0,'14'-10'13346'0'0,"-34"31"-13266"0"0,1 1-1 0 0,1 1 1 0 0,1 1 0 0 0,1 0-1 0 0,1 1 1 0 0,1 1-1 0 0,1 1 1 0 0,-13 40 0 0 0,23-58-46 0 0,0 1 0 0 0,1-1 0 0 0,0 0 1 0 0,1 1-1 0 0,0-1 0 0 0,0 1 0 0 0,1-1 0 0 0,1 1 1 0 0,1 13-1 0 0,-1-18 34 0 0,0-1 0 0 0,0 1 0 0 0,0-1 0 0 0,1 0 0 0 0,0 0 0 0 0,0 1 0 0 0,0-1 0 0 0,0 0 0 0 0,1 0 0 0 0,-1-1 0 0 0,1 1 0 0 0,0 0 0 0 0,0-1 0 0 0,0 0 0 0 0,1 0 0 0 0,-1 0 0 0 0,1 0 0 0 0,0 0 0 0 0,0-1 1 0 0,0 0-1 0 0,5 3 0 0 0,2-1 77 0 0,0-1 1 0 0,1 0-1 0 0,-1-1 1 0 0,0 0 0 0 0,1 0-1 0 0,-1-1 1 0 0,1-1 0 0 0,-1 0-1 0 0,1-1 1 0 0,-1 0-1 0 0,1-1 1 0 0,-1 0 0 0 0,16-5-1 0 0,-5 0 47 0 0,-2 0-1 0 0,1-2 0 0 0,-1 0 0 0 0,0-1 1 0 0,-1-2-1 0 0,20-14 0 0 0,-24 15-141 0 0,-1-1-1 0 0,-1-1 0 0 0,0-1 1 0 0,0 1-1 0 0,-2-2 0 0 0,0 0 1 0 0,0 0-1 0 0,-1-1 0 0 0,-1 0 1 0 0,-1-1-1 0 0,0 0 0 0 0,-2 0 1 0 0,1 0-1 0 0,6-34 0 0 0,-13 47-46 0 0,1-1-1 0 0,-1 1 1 0 0,0-1-1 0 0,0 1 1 0 0,0-1-1 0 0,-1 0 1 0 0,1 1-1 0 0,-1-1 1 0 0,0 1-1 0 0,0 0 1 0 0,-1-1-1 0 0,0 1 0 0 0,1 0 1 0 0,-1 0-1 0 0,-1 0 1 0 0,-4-8-1 0 0,3 8-22 0 0,0-1-1 0 0,-1 1 0 0 0,1 0 1 0 0,-1 1-1 0 0,0-1 0 0 0,0 1 1 0 0,0 0-1 0 0,0 0 0 0 0,-1 0 1 0 0,1 1-1 0 0,-10-4 0 0 0,3 3-211 0 0,0 0 0 0 0,0 1-1 0 0,0 1 1 0 0,0-1-1 0 0,0 2 1 0 0,0 0-1 0 0,-1 0 1 0 0,1 1-1 0 0,0 1 1 0 0,0 0 0 0 0,0 0-1 0 0,-12 5 1 0 0,7 0-488 0 0,1 1 1 0 0,0 0-1 0 0,1 1 1 0 0,0 0-1 0 0,-22 19 1 0 0,7-1-3010 0 0,-36 40 1 0 0,42-38-238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41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149 136 48 0 0,'-5'-13'5117'0'0,"3"9"-3996"0"0,0-1 0 0 0,-1 1-1 0 0,1 0 1 0 0,-1-1 0 0 0,-6-5 991 0 0,8 10-2086 0 0,0 0 0 0 0,0 1 0 0 0,0-1 0 0 0,0 0 0 0 0,0 0 0 0 0,0 1 1 0 0,0-1-1 0 0,0 0 0 0 0,1 1 0 0 0,-1-1 0 0 0,0 1 0 0 0,0-1 0 0 0,-1 2 0 0 0,-20 35 866 0 0,-26 57 0 0 0,41-77-761 0 0,0 1 1 0 0,1-1 0 0 0,1 2 0 0 0,0-1-1 0 0,-3 38 1 0 0,8-53-89 0 0,0 1-1 0 0,0 0 0 0 0,0 0 1 0 0,0 0-1 0 0,1 0 1 0 0,-1-1-1 0 0,1 1 1 0 0,0 0-1 0 0,0-1 1 0 0,0 1-1 0 0,1 0 1 0 0,0-1-1 0 0,-1 1 0 0 0,1-1 1 0 0,0 0-1 0 0,0 0 1 0 0,4 5-1 0 0,-2-5 1 0 0,0 0 1 0 0,-1 0-1 0 0,1-1 0 0 0,1 1 0 0 0,-1-1 0 0 0,0 1 0 0 0,0-1 0 0 0,1-1 0 0 0,-1 1 1 0 0,1 0-1 0 0,0-1 0 0 0,5 1 0 0 0,4-1 25 0 0,0 0 0 0 0,0 0-1 0 0,0-2 1 0 0,0 1 0 0 0,0-2 0 0 0,-1 0-1 0 0,1-1 1 0 0,20-6 0 0 0,-23 5-41 0 0,-1 0 0 0 0,0-1 0 0 0,0 0 0 0 0,-1-1 0 0 0,1 0 1 0 0,-1-1-1 0 0,-1 0 0 0 0,1 0 0 0 0,-1-1 0 0 0,0 0 0 0 0,-1 0 0 0 0,0 0 0 0 0,0-1 0 0 0,-1-1 1 0 0,0 1-1 0 0,-1-1 0 0 0,0 0 0 0 0,0 0 0 0 0,3-13 0 0 0,-5 14-23 0 0,0-1 0 0 0,-1 0 0 0 0,0 0 0 0 0,0 0 1 0 0,-1 0-1 0 0,-1 0 0 0 0,1 0 0 0 0,-2 0 0 0 0,1 0 0 0 0,-2 0 0 0 0,1 0 0 0 0,-1 0 0 0 0,-1 1 0 0 0,0-1 0 0 0,0 0 0 0 0,-1 1 1 0 0,0 0-1 0 0,0 0 0 0 0,-1 0 0 0 0,0 1 0 0 0,-10-12 0 0 0,9 13-25 0 0,-1 1 0 0 0,1-1-1 0 0,-2 1 1 0 0,1 1 0 0 0,-1-1 0 0 0,1 1 0 0 0,-2 1-1 0 0,1 0 1 0 0,0 0 0 0 0,-1 0 0 0 0,0 1 0 0 0,1 0 0 0 0,-14-2-1 0 0,19 5-78 0 0,0-1 0 0 0,0 1-1 0 0,0 0 1 0 0,0 0 0 0 0,0 0 0 0 0,0 0-1 0 0,0 1 1 0 0,0-1 0 0 0,1 1-1 0 0,-1 0 1 0 0,0-1 0 0 0,0 2-1 0 0,0-1 1 0 0,1 0 0 0 0,-1 0 0 0 0,1 1-1 0 0,-1-1 1 0 0,1 1 0 0 0,-1 0-1 0 0,-2 3 1 0 0,3-3-251 0 0,1 0 0 0 0,0 0 0 0 0,-1 0 0 0 0,1 1 0 0 0,0-1 0 0 0,0 0 0 0 0,1 1 0 0 0,-1-1 0 0 0,0 0-1 0 0,1 1 1 0 0,0-1 0 0 0,-1 1 0 0 0,1-1 0 0 0,0 1 0 0 0,0-1 0 0 0,0 1 0 0 0,1-1 0 0 0,-1 1 0 0 0,0-1 0 0 0,1 1 0 0 0,0-1 0 0 0,0 1 0 0 0,1 1 0 0 0,4 9-4804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41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450 94 80 0 0,'3'-5'1572'0'0,"0"0"0"0"0,0-1 0 0 0,-1 1 0 0 0,0-1 0 0 0,0 0 0 0 0,2-7 0 0 0,-4 11-830 0 0,-3-1 190 0 0,3 2-900 0 0,0 1 1 0 0,0 0-1 0 0,0 0 0 0 0,0-1 1 0 0,0 1-1 0 0,0 0 0 0 0,0 0 1 0 0,0-1-1 0 0,0 1 1 0 0,0 0-1 0 0,-1 0 0 0 0,1 0 1 0 0,0-1-1 0 0,0 1 0 0 0,0 0 1 0 0,0 0-1 0 0,-1 0 0 0 0,1 0 1 0 0,0-1-1 0 0,0 1 0 0 0,0 0 1 0 0,-1 0-1 0 0,1 0 1 0 0,0 0-1 0 0,0 0 0 0 0,0 0 1 0 0,-1 0-1 0 0,1-1 0 0 0,0 1 1 0 0,0 0-1 0 0,-1 0 0 0 0,1 0 1 0 0,0 0-1 0 0,0 0 0 0 0,-1 0 1 0 0,1 0-1 0 0,0 0 1 0 0,0 0-1 0 0,-1 0 0 0 0,1 1 1 0 0,-6 0 135 0 0,0 1 0 0 0,0 0 0 0 0,1 0 0 0 0,-1 1 1 0 0,1 0-1 0 0,0 0 0 0 0,-1 0 0 0 0,1 1 0 0 0,1-1 1 0 0,-1 1-1 0 0,0 0 0 0 0,1 1 0 0 0,0-1 0 0 0,-7 10 0 0 0,-2 4 163 0 0,0 0-1 0 0,-20 38 1 0 0,27-44-252 0 0,0 0 1 0 0,1 1-1 0 0,0 0 0 0 0,1 0 1 0 0,0 0-1 0 0,1 1 1 0 0,-1 16-1 0 0,4-26-48 0 0,-1 0 1 0 0,1 0-1 0 0,1 0 0 0 0,-1 0 0 0 0,0 0 1 0 0,1 0-1 0 0,0 0 0 0 0,0-1 1 0 0,0 1-1 0 0,1 0 0 0 0,-1-1 0 0 0,1 1 1 0 0,0-1-1 0 0,0 1 0 0 0,0-1 0 0 0,0 0 1 0 0,0 0-1 0 0,1 0 0 0 0,0 0 1 0 0,-1 0-1 0 0,1 0 0 0 0,0-1 0 0 0,0 1 1 0 0,1-1-1 0 0,-1 0 0 0 0,0 0 1 0 0,1 0-1 0 0,-1-1 0 0 0,6 3 0 0 0,-2-2 37 0 0,-1 0 0 0 0,1 0 0 0 0,0-1 0 0 0,-1 0 0 0 0,1 0 0 0 0,0 0 0 0 0,0-1 0 0 0,0 0 0 0 0,0 0 0 0 0,0-1 0 0 0,10-2 0 0 0,-7 0 5 0 0,0 0 0 0 0,-1 0 0 0 0,1-1 0 0 0,-1-1 0 0 0,1 1 0 0 0,-1-1 0 0 0,8-7 0 0 0,-1 0-11 0 0,-2 0 1 0 0,0-1 0 0 0,0 0-1 0 0,-1-2 1 0 0,-1 1 0 0 0,0-1 0 0 0,17-32-1 0 0,-23 38-39 0 0,-2 0-1 0 0,1-1 0 0 0,-1 0 0 0 0,-1 1 1 0 0,0-2-1 0 0,0 1 0 0 0,-1 0 1 0 0,2-17-1 0 0,-4 22-18 0 0,0 1 0 0 0,0 0-1 0 0,-1-1 1 0 0,1 1 0 0 0,-1 0 0 0 0,0-1 0 0 0,0 1 0 0 0,0 0 0 0 0,-1 0 0 0 0,0 0 0 0 0,1 0 0 0 0,-1 0-1 0 0,-1 0 1 0 0,1 1 0 0 0,0-1 0 0 0,-1 1 0 0 0,0-1 0 0 0,0 1 0 0 0,0 0 0 0 0,0 0 0 0 0,0 0-1 0 0,-1 1 1 0 0,-5-4 0 0 0,0 1-74 0 0,-1 0-1 0 0,1 1 0 0 0,-1 1 1 0 0,0-1-1 0 0,-1 2 1 0 0,1-1-1 0 0,0 1 0 0 0,-1 1 1 0 0,1 0-1 0 0,-1 1 0 0 0,0 0 1 0 0,1 0-1 0 0,-15 3 1 0 0,-2 1-650 0 0,-1 2-1 0 0,1 1 1 0 0,-49 19 0 0 0,23-2-2324 0 0,2 2 0 0 0,-88 61-1 0 0,71-41-2916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42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54 303 2196 0 0,'-13'-91'11825'0'0,"13"89"-11217"0"0,0 2-487 0 0,0-1 0 0 0,0 0 0 0 0,0 0 0 0 0,0 0 0 0 0,0 0 0 0 0,0 0-1 0 0,0 0 1 0 0,0 0 0 0 0,-1 0 0 0 0,1 0 0 0 0,0 0 0 0 0,-1 0 0 0 0,1 0 0 0 0,0 0 0 0 0,-1 1 0 0 0,0-2 0 0 0,1 2-75 0 0,-1 0 0 0 0,1 0-1 0 0,0 0 1 0 0,-1 0 0 0 0,1 0-1 0 0,0 0 1 0 0,-1 0 0 0 0,1 0-1 0 0,0 0 1 0 0,-1 1 0 0 0,1-1-1 0 0,0 0 1 0 0,-1 0 0 0 0,1 0 0 0 0,0 1-1 0 0,0-1 1 0 0,-1 0 0 0 0,1 0-1 0 0,0 1 1 0 0,0-1 0 0 0,-1 0-1 0 0,1 1 1 0 0,0-1 0 0 0,0 0-1 0 0,0 0 1 0 0,-1 1 0 0 0,1 0-1 0 0,-15 31 990 0 0,12-21-910 0 0,0 0-1 0 0,1 1 0 0 0,0-1 1 0 0,0 1-1 0 0,1 0 1 0 0,1-1-1 0 0,0 1 1 0 0,0 0-1 0 0,1 0 1 0 0,4 17-1 0 0,-3-22-83 0 0,0-1-1 0 0,0-1 0 0 0,0 1 1 0 0,1 0-1 0 0,0 0 1 0 0,0-1-1 0 0,0 0 1 0 0,1 1-1 0 0,0-1 1 0 0,0-1-1 0 0,0 1 1 0 0,0-1-1 0 0,1 1 0 0 0,0-1 1 0 0,0 0-1 0 0,0-1 1 0 0,0 1-1 0 0,0-1 1 0 0,1 0-1 0 0,0 0 1 0 0,8 2-1 0 0,0-1 8 0 0,0-1 0 0 0,0 0 0 0 0,1-1 0 0 0,-1 0 0 0 0,1-2 0 0 0,-1 1 0 0 0,1-2 0 0 0,-1 0 0 0 0,20-4 0 0 0,-16 2-19 0 0,0-1 0 0 0,-1-1-1 0 0,0-1 1 0 0,0 0 0 0 0,-1-2-1 0 0,1 1 1 0 0,17-13-1 0 0,-22 11-13 0 0,-1 0-1 0 0,1 0 1 0 0,-2-1-1 0 0,0-1 1 0 0,0 0-1 0 0,-1 0 1 0 0,0-1-1 0 0,-1 0 1 0 0,0 0-1 0 0,-1-1 1 0 0,-1 0-1 0 0,9-23 1 0 0,-12 27-12 0 0,0 1 0 0 0,-1 0-1 0 0,0-1 1 0 0,-1 1 0 0 0,0-1 0 0 0,0 1 0 0 0,-1-1-1 0 0,0 0 1 0 0,0 1 0 0 0,-1-1 0 0 0,0 0 0 0 0,0 1 0 0 0,-1-1-1 0 0,-1 1 1 0 0,1 0 0 0 0,-1 0 0 0 0,-1 0 0 0 0,1 0-1 0 0,-1 0 1 0 0,-1 1 0 0 0,1 0 0 0 0,-11-12 0 0 0,9 13-2 0 0,-1 0 0 0 0,0 0 0 0 0,0 1 0 0 0,-1 0 0 0 0,1 0 1 0 0,-1 1-1 0 0,0 0 0 0 0,-1 0 0 0 0,1 1 0 0 0,0 0 0 0 0,-1 1 1 0 0,0-1-1 0 0,0 2 0 0 0,0-1 0 0 0,-11 1 0 0 0,13 0-84 0 0,1 1 0 0 0,-1 1 0 0 0,1-1 0 0 0,-1 1-1 0 0,1 0 1 0 0,-1 1 0 0 0,1 0 0 0 0,0 0 0 0 0,-11 4 0 0 0,13-3-99 0 0,0-1 0 0 0,0 0 0 0 0,1 1 0 0 0,-1 0 0 0 0,0 0 0 0 0,1 0 0 0 0,0 0 0 0 0,0 1 0 0 0,0-1 0 0 0,0 1 0 0 0,0 0 0 0 0,1 0 0 0 0,0 0 0 0 0,-4 8 0 0 0,5-9-130 0 0,0 0 0 0 0,0 0 0 0 0,0 1 1 0 0,1-1-1 0 0,-1 0 0 0 0,1 1 0 0 0,0-1 0 0 0,0 1 1 0 0,0-1-1 0 0,0 1 0 0 0,1-1 0 0 0,-1 0 0 0 0,1 1 1 0 0,0-1-1 0 0,2 6 0 0 0,-2-6-460 0 0,1 1 0 0 0,0-1 1 0 0,0 0-1 0 0,0 0 0 0 0,0 1 0 0 0,1-1 0 0 0,-1-1 0 0 0,6 6 1 0 0,6 2-3568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42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35 261 1024 0 0,'16'-9'4660'0'0,"25"-18"0"0"0,-18 7 1918 0 0,-29 27-6079 0 0,1 0 0 0 0,0 1 0 0 0,0 0 0 0 0,-4 9 0 0 0,-2 3-59 0 0,-3 3-103 0 0,2 0 0 0 0,0 2 0 0 0,-10 32 0 0 0,19-50-290 0 0,0 1 1 0 0,1 0 0 0 0,0-1-1 0 0,1 1 1 0 0,0 0 0 0 0,0 0-1 0 0,1 0 1 0 0,0 0 0 0 0,0 0-1 0 0,1 0 1 0 0,0 0 0 0 0,0 0-1 0 0,1 0 1 0 0,0 0 0 0 0,4 10-1 0 0,-4-15-8 0 0,0 1-1 0 0,-1-1 1 0 0,1 0 0 0 0,1 0-1 0 0,-1-1 1 0 0,0 1-1 0 0,1 0 1 0 0,-1-1-1 0 0,1 0 1 0 0,0 1-1 0 0,0-1 1 0 0,0 0-1 0 0,0 0 1 0 0,0-1-1 0 0,0 1 1 0 0,6 1 0 0 0,-4-1 3 0 0,1-1-1 0 0,0 0 1 0 0,0 0 0 0 0,0 0 0 0 0,0-1 0 0 0,-1 0 0 0 0,1 0 0 0 0,0-1 0 0 0,8-1 0 0 0,0-1 2 0 0,-1-1 1 0 0,1 0-1 0 0,-1-1 0 0 0,-1-1 0 0 0,1 0 1 0 0,-1 0-1 0 0,22-16 0 0 0,-21 11-24 0 0,0-1 1 0 0,-1 0-1 0 0,0 0 0 0 0,-1-1 1 0 0,0-1-1 0 0,-1 0 0 0 0,-1 0 0 0 0,0-1 1 0 0,10-24-1 0 0,-13 25-15 0 0,-1 0-1 0 0,0-1 1 0 0,-1 0-1 0 0,0 0 1 0 0,-1-1-1 0 0,-1 1 1 0 0,0-1-1 0 0,-2 1 1 0 0,1-1-1 0 0,-4-26 1 0 0,1 31-2 0 0,-1 1-1 0 0,0-1 1 0 0,0 1 0 0 0,-1 0-1 0 0,0 0 1 0 0,-1 0 0 0 0,0 0-1 0 0,0 1 1 0 0,-1-1 0 0 0,-1 1-1 0 0,-14-15 1 0 0,18 20-43 0 0,-1 0 0 0 0,0 0 0 0 0,-1 1 0 0 0,1-1 0 0 0,-1 1 0 0 0,0 0 0 0 0,1 0 0 0 0,-1 1 0 0 0,-1 0 0 0 0,1-1 0 0 0,0 2 1 0 0,0-1-1 0 0,-1 1 0 0 0,1 0 0 0 0,-1 0 0 0 0,1 0 0 0 0,-1 1 0 0 0,1-1 0 0 0,-1 1 0 0 0,0 1 0 0 0,1-1 0 0 0,-1 1 0 0 0,1 0 0 0 0,-11 4 0 0 0,13-4-139 0 0,-1 0 0 0 0,1 1 1 0 0,0-1-1 0 0,0 1 0 0 0,0 0 0 0 0,0 0 1 0 0,0 0-1 0 0,1 0 0 0 0,-1 1 0 0 0,0-1 0 0 0,1 1 1 0 0,0 0-1 0 0,0-1 0 0 0,0 1 0 0 0,0 0 0 0 0,0 0 1 0 0,0 1-1 0 0,1-1 0 0 0,-1 0 0 0 0,1 0 0 0 0,0 1 1 0 0,0-1-1 0 0,0 5 0 0 0,0-3-539 0 0,1 1 1 0 0,-1-1-1 0 0,1 0 1 0 0,1 1-1 0 0,-1-1 1 0 0,1 1-1 0 0,0-1 0 0 0,0 0 1 0 0,0 1-1 0 0,1-1 1 0 0,0 0-1 0 0,0 0 1 0 0,0 0-1 0 0,4 7 0 0 0,6 4-4505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43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25 1504 0 0,'-2'-2'1846'0'0,"-2"0"-1185"0"0,1 0 0 0 0,-1 0 0 0 0,0 0 1 0 0,1 1-1 0 0,-1-1 0 0 0,0 1 0 0 0,-7-1 0 0 0,8 1-536 0 0,0 1 0 0 0,0 0 0 0 0,0 1 0 0 0,1-1-1 0 0,-1 0 1 0 0,0 1 0 0 0,0-1 0 0 0,1 1 0 0 0,-1 0-1 0 0,1 0 1 0 0,-1 0 0 0 0,0 0 0 0 0,1 0 0 0 0,0 1-1 0 0,-1-1 1 0 0,1 1 0 0 0,0 0 0 0 0,0-1 0 0 0,0 1-1 0 0,0 0 1 0 0,-2 3 0 0 0,-9 11 387 0 0,0 0 1 0 0,1 1-1 0 0,0 1 1 0 0,2 0-1 0 0,0 0 0 0 0,-11 31 1 0 0,11-21-22 0 0,1 2 1 0 0,1-1 0 0 0,-8 57-1 0 0,15-73-334 0 0,0-1 1 0 0,1 1-1 0 0,0-1 0 0 0,0 1 0 0 0,2-1 1 0 0,-1 1-1 0 0,2-1 0 0 0,6 21 0 0 0,-8-30-108 0 0,1 1-1 0 0,-1 0 1 0 0,1 0 0 0 0,0-1-1 0 0,0 1 1 0 0,1-1-1 0 0,-1 0 1 0 0,1 0-1 0 0,0 0 1 0 0,0 0 0 0 0,0 0-1 0 0,0 0 1 0 0,0-1-1 0 0,0 1 1 0 0,1-1-1 0 0,-1 0 1 0 0,1 0 0 0 0,0-1-1 0 0,-1 1 1 0 0,1-1-1 0 0,0 1 1 0 0,0-1 0 0 0,0 0-1 0 0,0-1 1 0 0,0 1-1 0 0,0-1 1 0 0,0 0-1 0 0,0 0 1 0 0,0 0 0 0 0,5-1-1 0 0,2 0-21 0 0,1-1 1 0 0,-1-1-1 0 0,0 0 0 0 0,0-1 1 0 0,0 0-1 0 0,-1-1 0 0 0,1 0 0 0 0,-1 0 1 0 0,0-1-1 0 0,0-1 0 0 0,-1 1 1 0 0,0-2-1 0 0,0 1 0 0 0,-1-1 0 0 0,0-1 1 0 0,0 1-1 0 0,-1-1 0 0 0,8-12 1 0 0,-4 4-16 0 0,-1 1 1 0 0,0-2-1 0 0,-2 0 1 0 0,0 0-1 0 0,-1 0 1 0 0,0-1 0 0 0,-2 0-1 0 0,0 0 1 0 0,4-39-1 0 0,-9 47-15 0 0,0 0 1 0 0,0 0-1 0 0,-1 0 0 0 0,0 0 0 0 0,-1 0 0 0 0,0 0 1 0 0,-1 0-1 0 0,0 1 0 0 0,-9-20 0 0 0,10 24 2 0 0,-1 1 0 0 0,0-1 0 0 0,-1 1 0 0 0,1 0 0 0 0,-1 0 1 0 0,0 0-1 0 0,-1 1 0 0 0,1-1 0 0 0,-1 1 0 0 0,0 0 0 0 0,0 0 0 0 0,0 1 0 0 0,0-1 0 0 0,-1 1 0 0 0,1 0 0 0 0,-1 1 0 0 0,0-1 0 0 0,-10-2 0 0 0,10 4-179 0 0,0 0 0 0 0,1 1 0 0 0,-1-1 0 0 0,0 1 0 0 0,0 1 0 0 0,1-1 0 0 0,-1 1-1 0 0,0 0 1 0 0,0 0 0 0 0,1 0 0 0 0,-1 1 0 0 0,1 0 0 0 0,0 0 0 0 0,-1 0 0 0 0,1 1 0 0 0,0 0 0 0 0,-7 5 0 0 0,10-6-62 0 0,1-1 0 0 0,-1 1 1 0 0,0 0-1 0 0,1 0 0 0 0,0 0 1 0 0,-1 0-1 0 0,1 0 0 0 0,0 0 1 0 0,0 0-1 0 0,0 0 1 0 0,0 1-1 0 0,1-1 0 0 0,-1 0 1 0 0,1 1-1 0 0,-1 2 0 0 0,0-3-300 0 0,1 0 0 0 0,0 0 0 0 0,0 1-1 0 0,1-1 1 0 0,-1 0 0 0 0,0 0 0 0 0,1 0 0 0 0,-1 0-1 0 0,1 0 1 0 0,-1-1 0 0 0,3 4 0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43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204 310 2224 0 0,'-8'-14'5385'0'0,"8"13"-5235"0"0,-1 0 0 0 0,1 0 1 0 0,0 0-1 0 0,-1 0 1 0 0,0 0-1 0 0,1 0 0 0 0,-1 1 1 0 0,1-1-1 0 0,-1 0 1 0 0,0 0-1 0 0,0 1 0 0 0,1-1 1 0 0,-1 0-1 0 0,0 1 1 0 0,0-1-1 0 0,0 0 0 0 0,0 1 1 0 0,0 0-1 0 0,0-1 0 0 0,0 1 1 0 0,0-1-1 0 0,0 1 1 0 0,0 0-1 0 0,0 0 0 0 0,0 0 1 0 0,0 0-1 0 0,0-1 1 0 0,-2 2-1 0 0,0-1-1 0 0,1 1-1 0 0,-1 0 1 0 0,0 0 0 0 0,1 0-1 0 0,-1 0 1 0 0,1 1-1 0 0,0-1 1 0 0,-1 1 0 0 0,1-1-1 0 0,0 1 1 0 0,-2 2 0 0 0,-6 6 200 0 0,0 1 0 0 0,1 0-1 0 0,-11 18 1 0 0,4-4 133 0 0,1 0-1 0 0,2 0 0 0 0,-17 48 0 0 0,26-63-340 0 0,1 1-1 0 0,0-1 0 0 0,1 0 0 0 0,0 1 0 0 0,1 0 1 0 0,0-1-1 0 0,1 1 0 0 0,0 0 0 0 0,0-1 0 0 0,1 1 0 0 0,1 0 1 0 0,0-1-1 0 0,4 15 0 0 0,-4-21-63 0 0,-1-1 0 0 0,1 1 0 0 0,-1-1 0 0 0,1 1 1 0 0,0-1-1 0 0,0 1 0 0 0,1-1 0 0 0,-1 0 0 0 0,1 0 0 0 0,-1 0 0 0 0,1-1 0 0 0,0 1 0 0 0,0-1 0 0 0,0 1 0 0 0,0-1 0 0 0,1 0 1 0 0,-1 0-1 0 0,1 0 0 0 0,-1-1 0 0 0,1 1 0 0 0,0-1 0 0 0,-1 0 0 0 0,1 0 0 0 0,0 0 0 0 0,0 0 0 0 0,0-1 0 0 0,0 0 0 0 0,0 0 1 0 0,0 0-1 0 0,0 0 0 0 0,0 0 0 0 0,7-2 0 0 0,-2 0 5 0 0,0-1 0 0 0,0 0-1 0 0,0 0 1 0 0,-1 0 0 0 0,1-1 0 0 0,-1-1 0 0 0,0 1 0 0 0,0-1 0 0 0,-1-1-1 0 0,1 1 1 0 0,-1-1 0 0 0,0-1 0 0 0,6-6 0 0 0,-3 1-65 0 0,-1 0 0 0 0,0-1 0 0 0,-1 0 1 0 0,0-1-1 0 0,-1 0 0 0 0,-1 0 0 0 0,0 0 0 0 0,-1-1 1 0 0,0 0-1 0 0,3-24 0 0 0,-6 28-16 0 0,-1-1 0 0 0,-1 1 0 0 0,1-1 0 0 0,-2 1-1 0 0,0-1 1 0 0,0 1 0 0 0,-1 0 0 0 0,-1-1 0 0 0,0 1 0 0 0,0 0 0 0 0,-1 0 0 0 0,-1 1 0 0 0,1-1 0 0 0,-13-18-1 0 0,0 6-246 0 0,-2 1 0 0 0,0 1-1 0 0,-1 1 1 0 0,-1 0-1 0 0,-28-19 1 0 0,-17-17-3049 0 0,58 48 2237 0 0,0-1 0 0 0,1 1 1 0 0,-8-11-1 0 0,-4-14-4680 0 0,11 12-45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44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35 1348 0 0,'-2'-20'15298'0'0,"21"16"-15182"0"0,0 0 1 0 0,0 1 0 0 0,0 0 0 0 0,0 2 0 0 0,32 2 0 0 0,-8-2 77 0 0,286 6 401 0 0,-325-4-597 0 0,1 0-1 0 0,-1 0 0 0 0,0 0 1 0 0,1 1-1 0 0,-1-1 0 0 0,0 1 0 0 0,0 0 1 0 0,0 0-1 0 0,0 1 0 0 0,-1-1 1 0 0,1 1-1 0 0,-1 0 0 0 0,1 0 1 0 0,-1 0-1 0 0,0 0 0 0 0,0 1 0 0 0,0-1 1 0 0,3 6-1 0 0,3 6 60 0 0,0 1-1 0 0,0 1 1 0 0,6 18 0 0 0,-6-14 257 0 0,26 70 601 0 0,30 125-1 0 0,-58-191-790 0 0,62 325 1921 0 0,-65-320-1946 0 0,90 661 3381 0 0,-90-659-3429 0 0,65 1169 1460 0 0,-47-607-1487 0 0,-14-505-259 0 0,0-8 832 0 0,-4 1-1 0 0,-8 116 0 0 0,2-174-365 0 0,-2 0-1 0 0,0-1 0 0 0,-2 1 1 0 0,0-1-1 0 0,-1 0 0 0 0,-2 0 1 0 0,0-1-1 0 0,-1 0 0 0 0,-2 0 1 0 0,0-1-1 0 0,-1-1 0 0 0,-28 32 1 0 0,17-26-162 0 0,-1-2 1 0 0,-2-2-1 0 0,0 0 1 0 0,-1-1-1 0 0,-2-2 1 0 0,1-1 0 0 0,-64 27-1 0 0,45-27-987 0 0,0-1-1 0 0,-2-3 1 0 0,1-2-1 0 0,-93 10 1 0 0,-54-7-5703 0 0,66-12-1743 0 0,29-5-2549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48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6 167 224 0 0,'-4'-14'3768'0'0,"3"7"-3139"0"0,1-1 0 0 0,-1 1 0 0 0,1 0 0 0 0,1 0-1 0 0,-1-1 1 0 0,1 1 0 0 0,0 0 0 0 0,4-12-1 0 0,-3 16-539 0 0,-1 0 0 0 0,0-1-1 0 0,1 1 1 0 0,0 0-1 0 0,0 0 1 0 0,0 0-1 0 0,0 1 1 0 0,0-1-1 0 0,1 0 1 0 0,-1 1 0 0 0,1 0-1 0 0,-1-1 1 0 0,1 1-1 0 0,0 0 1 0 0,0 0-1 0 0,0 1 1 0 0,0-1-1 0 0,0 1 1 0 0,1-1 0 0 0,4-1-1 0 0,0 2-50 0 0,-1 0-1 0 0,1 0 1 0 0,-1 1-1 0 0,1 0 1 0 0,-1 0 0 0 0,1 1-1 0 0,-1 0 1 0 0,1 0-1 0 0,-1 1 1 0 0,0 0-1 0 0,1 0 1 0 0,9 5 0 0 0,4 2 15 0 0,0 1 1 0 0,32 22 0 0 0,-36-21-34 0 0,-1 1-1 0 0,-1 1 1 0 0,0 1 0 0 0,23 27-1 0 0,42 70 64 0 0,-43-50 2051 0 0,-36-59-1519 0 0,3 2 1445 0 0,-11-18-1972 0 0,-1 0-1 0 0,2-1 1 0 0,0 0 0 0 0,1 0-1 0 0,1 0 1 0 0,0-1 0 0 0,1 0 0 0 0,1 0-1 0 0,0 0 1 0 0,1-21 0 0 0,1 29-121 0 0,0 0 1 0 0,1 1-1 0 0,0-1 0 0 0,0 1 1 0 0,1-1-1 0 0,0 1 1 0 0,0-1-1 0 0,1 1 1 0 0,0 0-1 0 0,0 0 0 0 0,1 0 1 0 0,0 1-1 0 0,0-1 1 0 0,0 1-1 0 0,1 0 1 0 0,0 0-1 0 0,0 0 1 0 0,1 1-1 0 0,0 0 0 0 0,-1 0 1 0 0,2 0-1 0 0,-1 1 1 0 0,11-6-1 0 0,-14 9-436 0 0,0-1 1 0 0,1 1-1 0 0,-1 0 0 0 0,1 0 0 0 0,0 1 0 0 0,-1-1 0 0 0,1 1 0 0 0,-1 0 1 0 0,1-1-1 0 0,0 2 0 0 0,-1-1 0 0 0,1 0 0 0 0,0 1 0 0 0,-1 0 0 0 0,1-1 1 0 0,-1 2-1 0 0,1-1 0 0 0,-1 0 0 0 0,0 1 0 0 0,5 2 0 0 0,-1-1-1190 0 0,6 2-1766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50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263 401 1260 0 0,'-3'-14'4545'0'0,"3"10"-4219"0"0,-1 1-1 0 0,0 0 0 0 0,-1 0 1 0 0,1 0-1 0 0,0 0 1 0 0,-1 1-1 0 0,0-1 0 0 0,1 0 1 0 0,-1 1-1 0 0,0-1 0 0 0,-1 1 1 0 0,1-1-1 0 0,-5-3 1 0 0,5 5-299 0 0,0 0 0 0 0,0 0 0 0 0,0 0 0 0 0,0 0 0 0 0,0 0 1 0 0,-1 1-1 0 0,1-1 0 0 0,0 1 0 0 0,0-1 0 0 0,-1 1 0 0 0,1 0 1 0 0,0 0-1 0 0,-1 0 0 0 0,1 0 0 0 0,0 1 0 0 0,-1-1 0 0 0,1 0 1 0 0,0 1-1 0 0,0 0 0 0 0,-4 0 0 0 0,-1 3-5 0 0,0-1-1 0 0,0 1 1 0 0,0 0 0 0 0,1 0-1 0 0,0 1 1 0 0,-1 0 0 0 0,1 0-1 0 0,1 1 1 0 0,-1-1-1 0 0,-7 11 1 0 0,-2 5 75 0 0,-23 42-1 0 0,37-61-88 0 0,-12 22 13 0 0,-13 32 0 0 0,24-50-14 0 0,-1 1-1 0 0,1-1 0 0 0,1 0 1 0 0,-1 1-1 0 0,1-1 0 0 0,0 1 1 0 0,1-1-1 0 0,-1 1 0 0 0,1-1 1 0 0,1 1-1 0 0,0 8 0 0 0,0-13 7 0 0,0 0-1 0 0,-1 0 1 0 0,1 0-1 0 0,0 0 1 0 0,0 0 0 0 0,0 0-1 0 0,0 0 1 0 0,0-1-1 0 0,0 1 1 0 0,0 0-1 0 0,1-1 1 0 0,-1 1-1 0 0,0-1 1 0 0,1 1-1 0 0,0-1 1 0 0,-1 0-1 0 0,1 0 1 0 0,0 1-1 0 0,0-1 1 0 0,2 1-1 0 0,0-1-8 0 0,-1 0 0 0 0,1 0 0 0 0,0 0 0 0 0,0-1-1 0 0,0 1 1 0 0,0-1 0 0 0,0 0 0 0 0,0 0 0 0 0,0 0-1 0 0,5-1 1 0 0,1-1-8 0 0,0 0 0 0 0,-1-1 0 0 0,1 0-1 0 0,0 0 1 0 0,-1-1 0 0 0,0-1 0 0 0,16-9 0 0 0,-17 9 20 0 0,-1-1-1 0 0,0 1 1 0 0,0-2 0 0 0,-1 1 0 0 0,0-1-1 0 0,0 1 1 0 0,-1-2 0 0 0,1 1 0 0 0,-1-1 0 0 0,7-15-1 0 0,-8 11 27 0 0,0-1-1 0 0,0 1 1 0 0,-1-1-1 0 0,-1 0 1 0 0,0 0-1 0 0,-1 1 1 0 0,-1-19-1 0 0,-1-21 272 0 0,0 50-293 0 0,-4 12-43 0 0,5 20-36 0 0,1-1 0 0 0,9 53 0 0 0,-8-73 68 0 0,0 1 0 0 0,1-1 0 0 0,0 0 0 0 0,0 1 0 0 0,1-2 0 0 0,0 1 0 0 0,1 0 0 0 0,0-1 0 0 0,1 0 0 0 0,-1 0 0 0 0,1 0 0 0 0,13 11-1 0 0,-17-17-2 0 0,0 0-1 0 0,0 0 0 0 0,0 0 1 0 0,1-1-1 0 0,-1 1 0 0 0,1 0 1 0 0,-1-1-1 0 0,1 0 0 0 0,0 0 1 0 0,-1 0-1 0 0,1 0 0 0 0,0 0 1 0 0,0 0-1 0 0,0-1 0 0 0,0 1 0 0 0,0-1 1 0 0,-1 0-1 0 0,1 0 0 0 0,0 0 1 0 0,0 0-1 0 0,0-1 0 0 0,0 1 1 0 0,0-1-1 0 0,0 0 0 0 0,0 1 1 0 0,-1-1-1 0 0,1 0 0 0 0,0-1 0 0 0,2-1 1 0 0,-1 0-5 0 0,1 0 1 0 0,-1 0-1 0 0,0-1 1 0 0,0 1-1 0 0,-1-1 1 0 0,1 0-1 0 0,-1 0 1 0 0,0-1-1 0 0,0 1 0 0 0,0 0 1 0 0,0-1-1 0 0,-1 0 1 0 0,0 0-1 0 0,3-10 1 0 0,-1-8 64 0 0,0 0 1 0 0,-2 0-1 0 0,0 0 1 0 0,-4-43-1 0 0,1 17 151 0 0,1 49-218 0 0,0-1 0 0 0,-1 0 0 0 0,1 1 0 0 0,0-1 0 0 0,0 0 0 0 0,0 1 1 0 0,0-1-1 0 0,0 1 0 0 0,0-1 0 0 0,0 0 0 0 0,1 1 0 0 0,-1-1 0 0 0,0 0 1 0 0,0 1-1 0 0,0-1 0 0 0,0 1 0 0 0,1-1 0 0 0,-1 1 0 0 0,0-1 0 0 0,1 0 1 0 0,-1 1-1 0 0,0-1 0 0 0,1 1 0 0 0,-1 0 0 0 0,1-1 0 0 0,-1 1 0 0 0,1-1 1 0 0,-1 1-1 0 0,1 0 0 0 0,-1-1 0 0 0,2 0 0 0 0,-1 2-2 0 0,0-1-1 0 0,0 0 1 0 0,0 0 0 0 0,0 1-1 0 0,0-1 1 0 0,0 1 0 0 0,0-1-1 0 0,1 1 1 0 0,-1-1 0 0 0,-1 1-1 0 0,1-1 1 0 0,0 1 0 0 0,0 0-1 0 0,0 0 1 0 0,1 0 0 0 0,4 5-27 0 0,0 1 0 0 0,-1-1 1 0 0,8 11-1 0 0,4 15 76 0 0,-1 0 1 0 0,-1 1-1 0 0,15 52 0 0 0,-28-70 125 0 0,-2-15-167 0 0,0 0 0 0 0,0 0 1 0 0,-1 0-1 0 0,1 0 0 0 0,0 0 0 0 0,0 1 0 0 0,0-1 0 0 0,0 0 0 0 0,0 0 0 0 0,0 0 0 0 0,-1 0 0 0 0,1 0 0 0 0,0 0 0 0 0,0 1 1 0 0,0-1-1 0 0,0 0 0 0 0,-1 0 0 0 0,1 0 0 0 0,0 0 0 0 0,0 0 0 0 0,0 0 0 0 0,0 0 0 0 0,-1 0 0 0 0,1 0 0 0 0,0 0 0 0 0,0 0 1 0 0,0 0-1 0 0,-1 0 0 0 0,1 0 0 0 0,0 0 0 0 0,0 0 0 0 0,0 0 0 0 0,0 0 0 0 0,-1 0 0 0 0,1 0 0 0 0,0-1 0 0 0,-17-12 157 0 0,14 9-150 0 0,0-1-1 0 0,0 1 0 0 0,1-1 1 0 0,0 0-1 0 0,0 0 0 0 0,0 0 0 0 0,0 0 1 0 0,1 0-1 0 0,0 0 0 0 0,0-1 1 0 0,0 1-1 0 0,1 0 0 0 0,-1-1 1 0 0,1 1-1 0 0,1 0 0 0 0,-1-1 1 0 0,1 1-1 0 0,0 0 0 0 0,0 0 1 0 0,4-10-1 0 0,-3 7 5 0 0,1 0 0 0 0,0 1 0 0 0,1 0 0 0 0,-1 0-1 0 0,2 0 1 0 0,-1 0 0 0 0,1 1 0 0 0,0-1 0 0 0,0 1 0 0 0,0 0 0 0 0,1 1 0 0 0,0-1 0 0 0,13-8 0 0 0,-13 10-16 0 0,-4 3-2 0 0,1-1 0 0 0,-1 0 0 0 0,0 1 0 0 0,1 0-1 0 0,-1-1 1 0 0,1 1 0 0 0,0 0 0 0 0,-1 0 0 0 0,1 1 0 0 0,0-1 0 0 0,-1 1 0 0 0,5-1 0 0 0,-6 1 3 0 0,1-1-4 0 0,1 1 1 0 0,0 0-1 0 0,-1 0 1 0 0,1 0-1 0 0,0 0 1 0 0,0 0-1 0 0,-1 0 1 0 0,1 1-1 0 0,0-1 0 0 0,-1 1 1 0 0,1 0-1 0 0,-1 0 1 0 0,1 0-1 0 0,-1 0 1 0 0,1 0-1 0 0,-1 1 1 0 0,1-1-1 0 0,-1 1 1 0 0,0 0-1 0 0,0-1 0 0 0,0 1 1 0 0,0 0-1 0 0,0 0 1 0 0,1 3-1 0 0,3 4-2 0 0,-1 1-1 0 0,-1-1 1 0 0,1 1-1 0 0,-2 1 1 0 0,1-1-1 0 0,-1 0 1 0 0,-1 1-1 0 0,0 0 1 0 0,-1-1-1 0 0,1 15 1 0 0,0-8 13 0 0,0-1 1 0 0,1 0-1 0 0,7 23 1 0 0,-10-38-7 0 0,1 2 9 0 0,-1-1 0 0 0,1 0 0 0 0,0 1-1 0 0,-1-1 1 0 0,1 0 0 0 0,0 0 0 0 0,1 0 0 0 0,-1 1-1 0 0,0-1 1 0 0,1-1 0 0 0,-1 1 0 0 0,1 0 0 0 0,-1 0 0 0 0,1 0-1 0 0,0-1 1 0 0,0 1 0 0 0,0-1 0 0 0,0 0 0 0 0,0 1-1 0 0,0-1 1 0 0,0 0 0 0 0,0 0 0 0 0,5 1 0 0 0,0-1 4 0 0,1-1 1 0 0,0 1 0 0 0,-1-1-1 0 0,1-1 1 0 0,0 0 0 0 0,-1 0-1 0 0,1 0 1 0 0,-1-1 0 0 0,1 0 0 0 0,-1-1-1 0 0,8-3 1 0 0,-5 1 1 0 0,0 0 0 0 0,0-1-1 0 0,-1-1 1 0 0,1 1 0 0 0,-2-1 0 0 0,1-1 0 0 0,8-9-1 0 0,-6 5-2 0 0,-1-1 0 0 0,0 0-1 0 0,-1-1 1 0 0,-1 0-1 0 0,0 0 1 0 0,0-1 0 0 0,-2 0-1 0 0,0 0 1 0 0,-1-1-1 0 0,7-29 1 0 0,-9 14-18 0 0,0 0 1 0 0,-2-1-1 0 0,-1 1 0 0 0,-2-1 1 0 0,-1 1-1 0 0,-1 0 0 0 0,-2 0 1 0 0,-15-47-1 0 0,16 57-13 0 0,4 15 19 0 0,0-1-1 0 0,-1 1 1 0 0,0 0-1 0 0,0 0 0 0 0,-1 0 1 0 0,-4-9-1 0 0,5 21-75 0 0,4 16 100 0 0,3 31 179 0 0,28 282 1344 0 0,-4-122-1252 0 0,-13-111-91 0 0,-8-49 1318 0 0,-8-51-980 0 0,-2-3-428 0 0,-2-1-88 0 0,1 0 0 0 0,-1-1 0 0 0,1 1 0 0 0,-1-1 1 0 0,1 0-1 0 0,0 0 0 0 0,0 0 0 0 0,0 0 0 0 0,1 0 0 0 0,-1-1 0 0 0,1 0 0 0 0,0 1 0 0 0,0-1 0 0 0,-3-7 1 0 0,-2-5-4 0 0,0-2 0 0 0,-4-20 0 0 0,7 23-24 0 0,2 0-1 0 0,0-1 1 0 0,0 1-1 0 0,2-1 1 0 0,0 0-1 0 0,0 1 1 0 0,2-1-1 0 0,0 1 1 0 0,0-1-1 0 0,2 1 1 0 0,0 0-1 0 0,1 0 0 0 0,0 0 1 0 0,1 1-1 0 0,1-1 1 0 0,11-17-1 0 0,-9 17-12 0 0,0 1-1 0 0,2 1 1 0 0,-1 0 0 0 0,2 0-1 0 0,0 1 1 0 0,0 1-1 0 0,1 0 1 0 0,0 0-1 0 0,1 1 1 0 0,0 1 0 0 0,1 0-1 0 0,0 1 1 0 0,0 1-1 0 0,32-10 1 0 0,-42 15 3 0 0,0 1 1 0 0,0 0-1 0 0,0 0 1 0 0,0 0 0 0 0,0 1-1 0 0,0 0 1 0 0,0 0-1 0 0,0 0 1 0 0,1 0-1 0 0,-1 1 1 0 0,5 1-1 0 0,-9-1 9 0 0,0-1 0 0 0,0 1 0 0 0,0-1 0 0 0,0 1-1 0 0,0-1 1 0 0,0 1 0 0 0,0 0 0 0 0,0 0-1 0 0,0-1 1 0 0,0 1 0 0 0,0 0 0 0 0,-1 0 0 0 0,1 0-1 0 0,0 0 1 0 0,-1 0 0 0 0,1 0 0 0 0,0 0-1 0 0,-1 0 1 0 0,0 0 0 0 0,1 0 0 0 0,-1 1 0 0 0,1-1-1 0 0,-1 0 1 0 0,0 0 0 0 0,0 0 0 0 0,0 0 0 0 0,0 1-1 0 0,0 1 1 0 0,-3 34-44 0 0,2-35 35 0 0,-2 12-64 0 0,-1-1 0 0 0,0 0-1 0 0,-1 0 1 0 0,0 0 0 0 0,-11 18 0 0 0,-41 57-387 0 0,48-75 434 0 0,3-4-6 0 0,0 1 0 0 0,-1-1-1 0 0,-15 14 1 0 0,21-21 27 0 0,-16-4-121 0 0,15 2 123 0 0,-3-6 0 0 0,1-15-23 0 0,4 20 20 0 0,0-1 0 0 0,0 0 0 0 0,0 0 0 0 0,0 1 0 0 0,0-1 0 0 0,1 0 0 0 0,-1 1 0 0 0,1-1 0 0 0,-1 0 0 0 0,1 1 0 0 0,-1-1 0 0 0,1 1 0 0 0,0-1 0 0 0,0 0 0 0 0,0 1 0 0 0,0 0 0 0 0,2-3 0 0 0,-2 4 1 0 0,0-1 0 0 0,0 0 0 0 0,1 1 0 0 0,-1 0 0 0 0,0-1-1 0 0,1 1 1 0 0,-1 0 0 0 0,0 0 0 0 0,1 0 0 0 0,-1 0 0 0 0,0 0-1 0 0,1 0 1 0 0,-1 0 0 0 0,0 0 0 0 0,1 1 0 0 0,-1-1 0 0 0,0 0-1 0 0,1 1 1 0 0,-1-1 0 0 0,0 1 0 0 0,0-1 0 0 0,1 1-1 0 0,-1 0 1 0 0,0 0 0 0 0,0-1 0 0 0,0 1 0 0 0,1 1 0 0 0,77 60-104 0 0,8 7 71 0 0,153 63 138 0 0,-237-130-29 0 0,0-1 0 0 0,1 1 0 0 0,-1-1 0 0 0,0 0 0 0 0,1 0 0 0 0,-1 0 0 0 0,1-1 0 0 0,-1 1 0 0 0,1-1 0 0 0,-1 0 0 0 0,1 0 0 0 0,-1 0 0 0 0,1 0 0 0 0,-1-1 0 0 0,1 1 0 0 0,-1-1 0 0 0,7-2 1 0 0,-6 1-50 0 0,0 0 0 0 0,0-1 0 0 0,0 1 0 0 0,0-1 0 0 0,0 0 0 0 0,-1 0 0 0 0,1 0 0 0 0,-1 0 0 0 0,1-1 0 0 0,-1 0 0 0 0,0 1 1 0 0,-1-1-1 0 0,4-7 0 0 0,3-5-780 0 0,2-3-2058 0 0,1 0-4760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51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83 1656 0 0,'-13'-2'1919'0'0,"-29"-10"8602"0"0,42 12-10436 0 0,-1 0 0 0 0,1 0 0 0 0,-1 0 0 0 0,1 0 0 0 0,-1 0 0 0 0,1 0 0 0 0,-1 0 0 0 0,1-1 1 0 0,-1 1-1 0 0,1 0 0 0 0,-1 0 0 0 0,1-1 0 0 0,-1 1 0 0 0,1 0 0 0 0,0 0 0 0 0,-1-1 0 0 0,1 1 0 0 0,-1-1 0 0 0,8-4-32 0 0,0 1 0 0 0,0 1 0 0 0,0-1 0 0 0,0 1 0 0 0,1 0 0 0 0,-1 1 0 0 0,15-4 0 0 0,8-2-16 0 0,18-7-443 0 0,-12 7-7300 0 0,-20 5 2049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51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40 138 2124 0 0,'-40'37'10517'0'0,"41"-36"-10426"0"0,-1 0-1 0 0,1-1 1 0 0,0 1-1 0 0,-1-1 0 0 0,1 1 1 0 0,-1-1-1 0 0,1 0 1 0 0,0 1-1 0 0,0-1 1 0 0,-1 0-1 0 0,1 1 1 0 0,0-1-1 0 0,-1 0 1 0 0,1 0-1 0 0,0 0 1 0 0,0 1-1 0 0,0-1 1 0 0,1 0-1 0 0,68-14 757 0 0,95-32 1 0 0,-40 10-688 0 0,5 2 39 0 0,66-17-3019 0 0,-194 50 2273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52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42 169 936 0 0,'0'0'1192'0'0,"-20"-12"4136"0"0,13 8-4287 0 0,-7-5 2790 0 0,14 4-2435 0 0,10 1-1289 0 0,266-60 204 0 0,-193 43-269 0 0,57-15 747 0 0,-137 36-749 0 0,36-9 71 0 0,-27 5-786 0 0,-10 3 108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54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137 160 888 0 0,'8'-13'3293'0'0,"-3"3"-1980"0"0,-1 0 0 0 0,0 0 0 0 0,3-14 0 0 0,-6 20-1166 0 0,0 0-1 0 0,-1 0 1 0 0,1 1 0 0 0,-1-1 0 0 0,0 0 0 0 0,0 0 0 0 0,0 0-1 0 0,0 0 1 0 0,-1 1 0 0 0,1-1 0 0 0,-1 0 0 0 0,0 0 0 0 0,-2-5-1 0 0,2 8-67 0 0,1 0-64 0 0,0 0 0 0 0,0 0 0 0 0,0-1 0 0 0,0 1-1 0 0,1 0 1 0 0,-1 0 0 0 0,0 0 0 0 0,1-1 0 0 0,-1 1 0 0 0,0 0 0 0 0,1 0 0 0 0,-1 0-1 0 0,1 0 1 0 0,0 0 0 0 0,-1 0 0 0 0,1 0 0 0 0,0 0 0 0 0,0 0 0 0 0,0 0 0 0 0,0 0 0 0 0,-1 1-1 0 0,1-1 1 0 0,0 0 0 0 0,2 0 0 0 0,0 0-8 0 0,-1 0 1 0 0,1 0-1 0 0,0 0 1 0 0,0 0-1 0 0,0 1 0 0 0,0-1 1 0 0,-1 1-1 0 0,1 0 1 0 0,0 0-1 0 0,3 0 0 0 0,3 1-5 0 0,0 0-1 0 0,0 1 1 0 0,0 0-1 0 0,-1 0 1 0 0,1 1 0 0 0,9 4-1 0 0,-13-5 7 0 0,-1 0 0 0 0,0 0 0 0 0,0 0 0 0 0,0 1-1 0 0,0 0 1 0 0,0-1 0 0 0,0 1 0 0 0,-1 0 0 0 0,1 1 0 0 0,-1-1 0 0 0,0 1-1 0 0,0-1 1 0 0,0 1 0 0 0,-1 0 0 0 0,1 0 0 0 0,-1 0 0 0 0,0 0 0 0 0,0 1-1 0 0,-1-1 1 0 0,1 1 0 0 0,-1-1 0 0 0,0 1 0 0 0,0-1 0 0 0,0 1 0 0 0,-1 0-1 0 0,1-1 1 0 0,-1 1 0 0 0,0 0 0 0 0,-1-1 0 0 0,1 1 0 0 0,-1 0 0 0 0,-1 5-1 0 0,-2 7-26 0 0,-1-1-1 0 0,0 0 1 0 0,-1 0-1 0 0,-1-1 1 0 0,-17 30-1 0 0,2-11 16 0 0,-35 42-1 0 0,-63 52 398 0 0,26-31 475 0 0,93-97-845 0 0,1 0-1 0 0,0 0 1 0 0,0 1 0 0 0,0-1-1 0 0,-1 0 1 0 0,1 0-1 0 0,0 0 1 0 0,0 0 0 0 0,0 1-1 0 0,0-1 1 0 0,0 0-1 0 0,-1 0 1 0 0,1 0-1 0 0,0 1 1 0 0,0-1 0 0 0,0 0-1 0 0,0 0 1 0 0,0 0-1 0 0,0 1 1 0 0,0-1 0 0 0,0 0-1 0 0,0 0 1 0 0,0 1-1 0 0,0-1 1 0 0,0 0-1 0 0,0 0 1 0 0,0 1 0 0 0,0-1-1 0 0,0 0 1 0 0,0 0-1 0 0,0 1 1 0 0,0-1 0 0 0,0 0-1 0 0,0 0 1 0 0,0 0-1 0 0,0 1 1 0 0,0-1 0 0 0,0 0-1 0 0,1 0 1 0 0,-1 0-1 0 0,0 1 1 0 0,0-1-1 0 0,0 0 1 0 0,0 0 0 0 0,1 0-1 0 0,-1 1 1 0 0,16 1 369 0 0,21-6-83 0 0,269-71 501 0 0,-21 5-1744 0 0,-195 52-1446 0 0,-32 8-2363 0 0,-25 5-794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56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50 996 0 0,'22'-47'8125'0'0,"-22"46"-7810"0"0,0 1-285 0 0,1 0 0 0 0,-1 0 0 0 0,0 0 0 0 0,0 1 0 0 0,0-1 0 0 0,0 0 0 0 0,1 0 1 0 0,-1 0-1 0 0,0 0 0 0 0,0 0 0 0 0,0 0 0 0 0,1 1 0 0 0,-1-1 0 0 0,0 0 1 0 0,0 0-1 0 0,0 0 0 0 0,1 0 0 0 0,-1 0 0 0 0,0 0 0 0 0,0 0 0 0 0,0 0 0 0 0,1 0 1 0 0,-1 0-1 0 0,0 0 0 0 0,0 0 0 0 0,1 0 0 0 0,-1 0 0 0 0,0 0 0 0 0,0 0 1 0 0,0-1-1 0 0,1 1 0 0 0,-1 0 0 0 0,0 0 0 0 0,0 0 0 0 0,0 0 0 0 0,0 0 0 0 0,1 0 1 0 0,-1 0-1 0 0,0-1 0 0 0,0 1 0 0 0,0 0 0 0 0,0 0 0 0 0,0 0 0 0 0,1 0 1 0 0,-1-1-1 0 0,-1 13 57 0 0,0 1-1 0 0,-1-1 1 0 0,-1 0 0 0 0,0 0 0 0 0,0 0 0 0 0,-1-1 0 0 0,-1 1 0 0 0,-6 11 0 0 0,-54 88 46 0 0,61-105-106 0 0,-141 195-575 0 0,39-73-4415 0 0,60-75 1114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58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124 141 224 0 0,'-7'-37'13282'0'0,"7"36"-13236"0"0,0 1 1 0 0,0 0-1 0 0,0-1 1 0 0,0 1-1 0 0,0 0 1 0 0,0-1-1 0 0,0 1 1 0 0,0 0-1 0 0,0-1 1 0 0,0 1-1 0 0,-1 0 1 0 0,1-1-1 0 0,0 1 1 0 0,0 0-1 0 0,0-1 1 0 0,-1 1-1 0 0,1 0 1 0 0,0 0-1 0 0,0-1 1 0 0,-1 1-1 0 0,1 0 1 0 0,0 0-1 0 0,0 0 1 0 0,-1-1-1 0 0,1 1 1 0 0,-2 2 14 0 0,0 0 1 0 0,1 1 0 0 0,-1-1-1 0 0,1 0 1 0 0,0 1 0 0 0,-1-1-1 0 0,1 0 1 0 0,1 1-1 0 0,-1 0 1 0 0,-1 4 0 0 0,-6 35 485 0 0,7-32-411 0 0,-34 261 1887 0 0,4-22-1433 0 0,26-205-561 0 0,3-24 1170 0 0,-6 30 0 0 0,5-41-422 0 0,0-10-383 0 0,2-8-90 0 0,5-56-222 0 0,3 0-1 0 0,30-119 0 0 0,-26 132-65 0 0,15-76-118 0 0,11-50 152 0 0,-33 163-124 0 0,-3 11 59 0 0,1-1 0 0 0,-1 1 0 0 0,0-1 0 0 0,-1 0 0 0 0,1-7 0 0 0,-1 12 12 0 0,0-1 1 0 0,0 1-1 0 0,0-1 0 0 0,0 1 1 0 0,0-1-1 0 0,0 0 0 0 0,0 1 1 0 0,0-1-1 0 0,0 1 1 0 0,0-1-1 0 0,1 1 0 0 0,-1-1 1 0 0,0 1-1 0 0,0 0 0 0 0,1-1 1 0 0,-1 1-1 0 0,0-1 1 0 0,0 1-1 0 0,1-1 0 0 0,-1 1 1 0 0,0 0-1 0 0,1-1 1 0 0,-1 1-1 0 0,1 0 0 0 0,-1-1 1 0 0,1 1-1 0 0,-1 0 0 0 0,0 0 1 0 0,1-1-1 0 0,-1 1 1 0 0,1 0-1 0 0,-1 0 0 0 0,1 0 1 0 0,-1 0-1 0 0,1 0 1 0 0,-1-1-1 0 0,1 1 0 0 0,-1 0 1 0 0,1 0-1 0 0,0 0 0 0 0,-1 0 1 0 0,1 1-1 0 0,-1-1 1 0 0,1 0-1 0 0,-1 0 0 0 0,1 0 1 0 0,0 1-1 0 0,19 7-27 0 0,-5 4 54 0 0,-1 0 1 0 0,-1 1 0 0 0,0 0 0 0 0,-1 1 0 0 0,13 18-1 0 0,1 0-11 0 0,137 201 270 0 0,-105-143-240 0 0,23 24-14 0 0,-81-113-24 0 0,1 1 0 0 0,0-1 0 0 0,-1 0 0 0 0,1 0 0 0 0,0 1 0 0 0,0-1 0 0 0,0 0 0 0 0,0 0 0 0 0,0 0 0 0 0,0 0 0 0 0,0 0 0 0 0,1 0-1 0 0,-1-1 1 0 0,0 1 0 0 0,0 0 0 0 0,1 0 0 0 0,-1-1 0 0 0,1 1 0 0 0,-1-1 0 0 0,0 0 0 0 0,1 1 0 0 0,-1-1 0 0 0,1 0 0 0 0,-1 0 0 0 0,1 0-1 0 0,-1 0 1 0 0,1 0 0 0 0,-1 0 0 0 0,1 0 0 0 0,-1 0 0 0 0,0 0 0 0 0,1-1 0 0 0,-1 1 0 0 0,1-1 0 0 0,-1 1 0 0 0,0-1 0 0 0,1 0 0 0 0,-1 1-1 0 0,0-1 1 0 0,0 0 0 0 0,3-2 0 0 0,0-1-2 0 0,1 0 0 0 0,-1-1 0 0 0,0 1 0 0 0,0-1 0 0 0,-1 0 0 0 0,0 0 0 0 0,4-8-1 0 0,2-8-21 0 0,0 0 0 0 0,-2-1 0 0 0,0 0-1 0 0,-2-1 1 0 0,0 1 0 0 0,1-32 0 0 0,-2-6-68 0 0,-5-72 0 0 0,-19-48 144 0 0,13 133-14 0 0,7 46-98 0 0,0 1 0 0 0,-1 0-1 0 0,1-1 1 0 0,0 1 0 0 0,0-1 0 0 0,0 1 0 0 0,0-1 0 0 0,0 1 0 0 0,0 0 0 0 0,0-1 0 0 0,0 1 0 0 0,0-1-1 0 0,0 1 1 0 0,0-1 0 0 0,0 1 0 0 0,1 0 0 0 0,-1-1 0 0 0,0 1 0 0 0,0-1 0 0 0,0 1 0 0 0,0 0-1 0 0,1-1 1 0 0,-1 1 0 0 0,0 0 0 0 0,0-1 0 0 0,1 1 0 0 0,-1 0 0 0 0,0-1 0 0 0,1 1 0 0 0,-1-1 0 0 0,14 5-2659 0 0,18 20-3623 0 0,-25-19 4417 0 0,3 2-1471 0 0,3 0-1152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58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34 1740 0 0,'3'-31'9640'0'0,"-4"31"-9587"0"0,0-1-1 0 0,1 1 1 0 0,-1 0-1 0 0,0-1 0 0 0,0 1 1 0 0,0 0-1 0 0,1 0 1 0 0,-1-1-1 0 0,0 1 1 0 0,0 0-1 0 0,0 0 0 0 0,0 0 1 0 0,0 0-1 0 0,1 0 1 0 0,-1 0-1 0 0,0 0 0 0 0,0 1 1 0 0,0-1-1 0 0,0 0 1 0 0,1 0-1 0 0,-1 0 1 0 0,0 1-1 0 0,0-1 0 0 0,1 1 1 0 0,-1-1-1 0 0,0 0 1 0 0,0 1-1 0 0,1 0 0 0 0,-1-1 1 0 0,1 1-1 0 0,-1-1 1 0 0,0 1-1 0 0,1 0 0 0 0,-1 0 1 0 0,-26 31 1211 0 0,22-25-1032 0 0,-8 11 164 0 0,1 1 0 0 0,1 0-1 0 0,-15 35 1 0 0,-18 66 395 0 0,23-55-512 0 0,3 0 0 0 0,-13 96 0 0 0,28-133-241 0 0,0 0-1 0 0,2 1 1 0 0,1-1-1 0 0,2 0 1 0 0,0 1 0 0 0,2-1-1 0 0,1 0 1 0 0,14 42-1 0 0,-15-59-247 0 0,1 1 0 0 0,0-1 0 0 0,1 0 0 0 0,0-1 0 0 0,0 0 0 0 0,13 15-1 0 0,-16-21-203 0 0,1 0 0 0 0,0-1 0 0 0,0 1 0 0 0,0-1 0 0 0,1 0-1 0 0,-1 0 1 0 0,8 4 0 0 0,-9-6-118 0 0,0 1 0 0 0,1-1-1 0 0,-1 0 1 0 0,1-1 0 0 0,-1 1 0 0 0,1 0 0 0 0,-1-1-1 0 0,1 0 1 0 0,-1 0 0 0 0,1 0 0 0 0,-1 0-1 0 0,5-1 1 0 0,6-2-3621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59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73 295 1044 0 0,'-10'-32'4273'0'0,"-10"-26"4550"0"0,19 60-8338 0 0,-1 1-364 0 0,0-1 0 0 0,0 1 0 0 0,0 0 1 0 0,0 0-1 0 0,1 0 0 0 0,0 0 0 0 0,-1 1 0 0 0,1-1 1 0 0,0 0-1 0 0,1 0 0 0 0,-1 1 0 0 0,0 3 1 0 0,-2 50 530 0 0,3-33-420 0 0,-2 145 419 0 0,2-111 269 0 0,-2-37 788 0 0,2-21-1691 0 0,0 0 1 0 0,0 0 0 0 0,0 0 0 0 0,-1 0 0 0 0,1 0 0 0 0,0 0 0 0 0,0 0 0 0 0,0 0-1 0 0,0 0 1 0 0,0 0 0 0 0,-1 0 0 0 0,1 0 0 0 0,0 0 0 0 0,0 0 0 0 0,0 0 0 0 0,0 0-1 0 0,0 0 1 0 0,-1 0 0 0 0,1 0 0 0 0,0 0 0 0 0,0 0 0 0 0,0 0 0 0 0,0 0 0 0 0,0 0-1 0 0,-1 0 1 0 0,1 0 0 0 0,0 0 0 0 0,0-1 0 0 0,0 1 0 0 0,0 0 0 0 0,0 0 0 0 0,0 0-1 0 0,0 0 1 0 0,0 0 0 0 0,-1 0 0 0 0,1-1 0 0 0,0 1 0 0 0,0 0 0 0 0,0 0 0 0 0,0 0-1 0 0,0 0 1 0 0,0 0 0 0 0,0 0 0 0 0,0-1 0 0 0,0 1 0 0 0,0 0 0 0 0,0 0 0 0 0,0 0 0 0 0,0 0-1 0 0,0-1 1 0 0,0 1 0 0 0,-8-33 397 0 0,5-15-414 0 0,3-1 1 0 0,1 1-1 0 0,3 0 1 0 0,1 0-1 0 0,3 0 1 0 0,16-57-1 0 0,-19 91-4 0 0,0 1 1 0 0,1 0-1 0 0,0 1 0 0 0,1-1 0 0 0,11-15 1 0 0,-15 23 1 0 0,0 1 0 0 0,1 0 0 0 0,-1 0 0 0 0,1 0 0 0 0,0 0 0 0 0,1 0 0 0 0,-1 1 0 0 0,1 0 1 0 0,-1 0-1 0 0,1 0 0 0 0,0 0 0 0 0,0 1 0 0 0,0-1 0 0 0,0 2 0 0 0,11-4 0 0 0,-12 5 6 0 0,0 0 0 0 0,0 0-1 0 0,0 0 1 0 0,0 1 0 0 0,-1-1 0 0 0,1 1-1 0 0,0 0 1 0 0,0 0 0 0 0,-1 0-1 0 0,1 1 1 0 0,0-1 0 0 0,-1 1-1 0 0,0 0 1 0 0,1 0 0 0 0,-1 0 0 0 0,0 1-1 0 0,0-1 1 0 0,0 1 0 0 0,0-1-1 0 0,-1 1 1 0 0,5 5 0 0 0,-1 0 14 0 0,0 1 1 0 0,0 0 0 0 0,0 0-1 0 0,-1 1 1 0 0,-1-1-1 0 0,6 15 1 0 0,-2 5 105 0 0,-1 0 1 0 0,-1 0-1 0 0,-2 1 0 0 0,2 52 1 0 0,-7 20-1180 0 0,-5-1-4907 0 0,4-77 3494 0 0,2-20 1912 0 0,0 1-565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59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83 188 1532 0 0,'-20'-10'5841'0'0,"-35"-24"0"0"0,54 34-5802 0 0,1 0 0 0 0,-1-1 0 0 0,1 1 0 0 0,-1 0 0 0 0,1-1 0 0 0,-1 1 0 0 0,1-1 0 0 0,0 1 0 0 0,-1-1 0 0 0,1 1 0 0 0,0-1 0 0 0,-1 1 0 0 0,1-1 0 0 0,0 1 0 0 0,0-1 0 0 0,-1 1 0 0 0,1-1 0 0 0,0 0 0 0 0,0 1 0 0 0,0-1 0 0 0,0 1 0 0 0,0-1 0 0 0,0 0 0 0 0,0 1 0 0 0,0-1 0 0 0,0 1 0 0 0,0-1 0 0 0,0 0 0 0 0,0 1 0 0 0,0-1 0 0 0,0 1 0 0 0,0-1 0 0 0,1 1 0 0 0,-1-1 0 0 0,0 0 0 0 0,1 1 0 0 0,-1-1 0 0 0,0 1 0 0 0,1-1 0 0 0,17-17 152 0 0,-16 16-79 0 0,14-9-583 0 0,1 0 0 0 0,0 1-1 0 0,1 1 1 0 0,0 0 0 0 0,29-9 0 0 0,13-6-5146 0 0,-39 14 1388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4:59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55 110 1608 0 0,'-53'-100'14562'0'0,"53"100"-14533"0"0,0 0-1 0 0,0 0 1 0 0,0 0-1 0 0,0 0 1 0 0,-1 0-1 0 0,1-1 1 0 0,0 1 0 0 0,0 0-1 0 0,0 0 1 0 0,0 0-1 0 0,0-1 1 0 0,0 1-1 0 0,-1 0 1 0 0,1 0-1 0 0,0-1 1 0 0,0 1-1 0 0,0 0 1 0 0,0 0-1 0 0,0 0 1 0 0,0-1 0 0 0,0 1-1 0 0,0 0 1 0 0,0 0-1 0 0,0-1 1 0 0,0 1-1 0 0,0 0 1 0 0,0 0-1 0 0,0-1 1 0 0,0 1-1 0 0,1 0 1 0 0,-1 0 0 0 0,0 0-1 0 0,0-1 1 0 0,0 1-1 0 0,0 0 1 0 0,0 0-1 0 0,0 0 1 0 0,1-1-1 0 0,-1 1 1 0 0,0 0-1 0 0,0 0 1 0 0,0 0 0 0 0,0 0-1 0 0,1-1 1 0 0,-1 1-1 0 0,0 0 1 0 0,0 0-1 0 0,1 0 1 0 0,-1 0-1 0 0,0 0 1 0 0,0 0-1 0 0,0 0 1 0 0,1 0 0 0 0,-1 0-1 0 0,0 0 1 0 0,0 0-1 0 0,1 0 1 0 0,19 7 657 0 0,21 18 92 0 0,-27-13-579 0 0,0 0-1 0 0,-1 2 0 0 0,0-1 1 0 0,-1 1-1 0 0,0 1 0 0 0,-1 0 0 0 0,-1 1 1 0 0,13 26-1 0 0,-14-20-89 0 0,0 1 0 0 0,-1-1-1 0 0,-1 1 1 0 0,-1 1 0 0 0,-1-1 0 0 0,2 33 0 0 0,-5-31-107 0 0,-1 0-1 0 0,-2-1 1 0 0,0 1 0 0 0,-2 0-1 0 0,0-1 1 0 0,-2 0 0 0 0,0 0 0 0 0,-2 0-1 0 0,-1 0 1 0 0,-1-1 0 0 0,0-1-1 0 0,-2 1 1 0 0,-1-1 0 0 0,-16 22 0 0 0,13-24-1680 0 0,-24 24 0 0 0,-2-7-6017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00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3 134 2260 0 0,'-3'-26'7558'0'0,"5"21"-7278"0"0,0 1 0 0 0,1-1 1 0 0,-1 0-1 0 0,1 1 0 0 0,0-1 0 0 0,0 1 1 0 0,0 0-1 0 0,1 0 0 0 0,-1 0 1 0 0,1 0-1 0 0,0 1 0 0 0,0 0 1 0 0,0 0-1 0 0,6-4 0 0 0,7-3-260 0 0,0 1-1 0 0,27-10 1 0 0,-40 18-428 0 0,0 0 1 0 0,-1 0-1 0 0,1 0 1 0 0,0 1-1 0 0,0-1 0 0 0,7 1 1 0 0,11 4-4992 0 0,-11 0 1974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00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81 1760 0 0,'-52'33'10638'0'0,"58"-33"-10170"0"0,-2 0-353 0 0,0 0-1 0 0,1 0 0 0 0,-1-1 0 0 0,0 1 0 0 0,0-1 0 0 0,4-1 0 0 0,28-10-885 0 0,54-25-1 0 0,-9-2-4196 0 0,-73 35 4205 0 0,23-13-3224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05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2 552 0 0,'0'0'8692'0'0,"-15"-2"-4521"0"0,-1 10-3217 0 0,14-8-900 0 0,-15 34-23 0 0,17-33-32 0 0,0-1 1 0 0,1 0-1 0 0,-1 1 0 0 0,0-1 0 0 0,0 1 1 0 0,0-1-1 0 0,0 0 0 0 0,0 1 0 0 0,1-1 1 0 0,-1 1-1 0 0,0-1 0 0 0,0 0 0 0 0,0 1 1 0 0,0-1-1 0 0,0 1 0 0 0,0-1 1 0 0,-1 0-1 0 0,1 1 0 0 0,0-1 0 0 0,0 1 1 0 0,0-1-1 0 0,0 0 0 0 0,0 1 0 0 0,0-1 1 0 0,-1 0-1 0 0,1 1 0 0 0,0-1 1 0 0,0 0-1 0 0,-1 1 0 0 0,1-1 0 0 0,0 0 1 0 0,0 1-1 0 0,-1-1 0 0 0,1 0 0 0 0,0 0 1 0 0,-1 1-1 0 0,1-1 0 0 0,0 0 0 0 0,-1 0 1 0 0,0 0-1 0 0,1 2-2 0 0,0 5 19 0 0,0-5-23 0 0,-1 14 452 0 0,0-5 2454 0 0,6-16-1772 0 0,-4 3-1048 0 0,14-9-27 0 0,-5 6-49 0 0,1 0-4 0 0,-1 2 0 0 0,1-1-1 0 0,0 1 1 0 0,17-2 0 0 0,-7 3-6 0 0,-10 0 3 0 0,0 1 0 0 0,0 0 1 0 0,0 1-1 0 0,1 1 0 0 0,14 1 1 0 0,-18-1-2 0 0,-1 1 1 0 0,1 0 0 0 0,-1 0 0 0 0,1 0-1 0 0,-1 1 1 0 0,0 0 0 0 0,0 0 0 0 0,0 0-1 0 0,0 1 1 0 0,0 0 0 0 0,-1 1-1 0 0,0 0 1 0 0,0 0 0 0 0,8 8 0 0 0,-10-7 17 0 0,0-1 0 0 0,0 1 0 0 0,-1 0 0 0 0,1 1 0 0 0,-2-1 1 0 0,1 0-1 0 0,0 1 0 0 0,-1 0 0 0 0,-1 0 0 0 0,1-1 0 0 0,-1 1 0 0 0,0 0 1 0 0,0 8-1 0 0,-2 4 35 0 0,0 0 1 0 0,-1 0 0 0 0,-1-1-1 0 0,-1 1 1 0 0,-1-1-1 0 0,0 0 1 0 0,-2 0 0 0 0,0 0-1 0 0,-16 28 1 0 0,-3-2 79 0 0,-57 73 1 0 0,-43 30 1108 0 0,94-107 298 0 0,31-39-1070 0 0,2 0-448 0 0,-1-1-1 0 0,0 1 1 0 0,1-1-1 0 0,-1 0 1 0 0,1 1-1 0 0,-1-1 1 0 0,1 0 0 0 0,-1 0-1 0 0,1 1 1 0 0,-1-1-1 0 0,1 0 1 0 0,-1 0-1 0 0,1 1 1 0 0,-1-1 0 0 0,1 0-1 0 0,-1 0 1 0 0,1 0-1 0 0,-1 0 1 0 0,1 0-1 0 0,-1 0 1 0 0,1 0-1 0 0,0 0 1 0 0,-1 0 0 0 0,1 0-1 0 0,545-134 342 0 0,-470 110-55 0 0,-6 2-808 0 0,-25 9-3893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10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57 228 0 0,'-54'-49'8264'0'0,"53"48"-8052"0"0,-6-6 408 0 0,33 67-571 0 0,-13-34-83 0 0,-2 1 0 0 0,13 42 0 0 0,-13-17 159 0 0,-2-1 1 0 0,-2 1 0 0 0,-2 1-1 0 0,-2-1 1 0 0,-5 56-1 0 0,-4-46 3221 0 0,5-72-3197 0 0,1-24-2 0 0,9-11-82 0 0,2 0 1 0 0,2 1 0 0 0,2 1-1 0 0,1 0 1 0 0,36-63-1 0 0,-47 96-220 0 0,0 1-1 0 0,0 0 0 0 0,1 0 1 0 0,0 0-1 0 0,1 1 0 0 0,0 0 1 0 0,0 0-1 0 0,11-8 0 0 0,-16 15-272 0 0,0 0 0 0 0,1 0 0 0 0,-1 1 0 0 0,1-1 0 0 0,-1 1 0 0 0,1-1-1 0 0,-1 1 1 0 0,1 0 0 0 0,-1 0 0 0 0,1 0 0 0 0,-1 0 0 0 0,1 1-1 0 0,-1-1 1 0 0,1 1 0 0 0,-1-1 0 0 0,5 3 0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11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92 740 0 0,'1'-2'1602'0'0,"-1"-7"-718"0"0,0 1 0 0 0,0-1 0 0 0,-1 1 0 0 0,0-1-1 0 0,0 1 1 0 0,-1 0 0 0 0,-5-14 0 0 0,7 21-868 0 0,0 1 0 0 0,-1-1-1 0 0,1 1 1 0 0,0-1 0 0 0,-1 1 0 0 0,1-1 0 0 0,-1 1 0 0 0,1-1-1 0 0,0 1 1 0 0,-1 0 0 0 0,1-1 0 0 0,-1 1 0 0 0,1 0 0 0 0,-1-1-1 0 0,0 1 1 0 0,1 0 0 0 0,-1 0 0 0 0,1-1 0 0 0,-1 1 0 0 0,1 0-1 0 0,-1 0 1 0 0,0 0 0 0 0,1 0 0 0 0,-1 0 0 0 0,1 0 0 0 0,-1 0-1 0 0,0 0 1 0 0,1 0 0 0 0,-1 0 0 0 0,1 0 0 0 0,-1 0 0 0 0,0 0-1 0 0,1 1 1 0 0,-1-1 0 0 0,1 0 0 0 0,-1 0 0 0 0,1 1 0 0 0,-1-1-1 0 0,1 0 1 0 0,-2 1 0 0 0,-16 13 71 0 0,2 3-92 0 0,1 1-1 0 0,2 0 1 0 0,-1 1 0 0 0,2 0 0 0 0,1 1-1 0 0,0 0 1 0 0,2 1 0 0 0,0 0-1 0 0,1 0 1 0 0,-8 36 0 0 0,15-52 11 0 0,0 0 1 0 0,0 0-1 0 0,1 0 0 0 0,-1 0 1 0 0,1 0-1 0 0,0 0 0 0 0,0 0 1 0 0,1 0-1 0 0,-1 0 0 0 0,1 0 1 0 0,0 0-1 0 0,1 0 1 0 0,-1 0-1 0 0,1 0 0 0 0,0-1 1 0 0,5 9-1 0 0,-6-12-2 0 0,0 1 0 0 0,0-1 0 0 0,1 0 1 0 0,-1 0-1 0 0,0 0 0 0 0,1 0 0 0 0,-1 0 0 0 0,1 0 0 0 0,-1 0 1 0 0,1-1-1 0 0,0 1 0 0 0,-1 0 0 0 0,1-1 0 0 0,0 1 0 0 0,-1-1 1 0 0,1 0-1 0 0,0 0 0 0 0,0 1 0 0 0,-1-1 0 0 0,1 0 0 0 0,0-1 0 0 0,0 1 1 0 0,-1 0-1 0 0,1 0 0 0 0,0-1 0 0 0,0 1 0 0 0,-1-1 0 0 0,1 1 1 0 0,-1-1-1 0 0,1 0 0 0 0,0 0 0 0 0,-1 0 0 0 0,2-1 0 0 0,1 0 4 0 0,1-1-1 0 0,-1 0 0 0 0,0 0 1 0 0,0 0-1 0 0,0-1 0 0 0,0 1 1 0 0,-1-1-1 0 0,0 0 0 0 0,6-8 1 0 0,0-10 38 0 0,0 0 0 0 0,-2 0 0 0 0,0-1 0 0 0,-2 0 0 0 0,0 0 0 0 0,1-36 0 0 0,4-10 310 0 0,-12 86-326 0 0,0-1 0 0 0,1 0 0 0 0,2 1 1 0 0,-1-1-1 0 0,2 1 0 0 0,3 18 1 0 0,-3-28-154 0 0,-1 0 0 0 0,1 0 0 0 0,0-1 0 0 0,0 1 0 0 0,1 0 0 0 0,0-1 0 0 0,0 0 0 0 0,0 0 0 0 0,1 0 0 0 0,0 0 0 0 0,0 0 0 0 0,1-1 0 0 0,-1 1 0 0 0,1-1 0 0 0,0-1 0 0 0,1 1 0 0 0,-1-1 0 0 0,1 0 0 0 0,0 0 0 0 0,7 3 0 0 0,-10-5-178 0 0,1-1-1 0 0,0-1 1 0 0,-1 1-1 0 0,1 0 1 0 0,0-1-1 0 0,0 0 1 0 0,-1 0-1 0 0,6 0 1 0 0,-6 0 205 0 0,-1 0 14 0 0,0-1 1 0 0,1 1 0 0 0,-1-1-1 0 0,0 1 1 0 0,0-1-1 0 0,0 0 1 0 0,0 1-1 0 0,0-1 1 0 0,1 0 0 0 0,-2-1-1 0 0,1 1 1 0 0,0 0-1 0 0,0 0 1 0 0,0-1 0 0 0,-1 1-1 0 0,1-1 1 0 0,0 0-1 0 0,-1 1 1 0 0,0-1-1 0 0,1 0 1 0 0,-1 0 0 0 0,2-3-1 0 0,1-3 68 0 0,-1 1-1 0 0,0 0 0 0 0,0-1 1 0 0,2-12-1 0 0,11-77 1829 0 0,-3 10 890 0 0,-13 87-2685 0 0,0-1 1 0 0,0 1-1 0 0,0 0 0 0 0,0-1 0 0 0,0 1 1 0 0,0-1-1 0 0,0 1 0 0 0,0 0 0 0 0,0-1 1 0 0,0 1-1 0 0,0 0 0 0 0,0-1 0 0 0,0 1 1 0 0,0 0-1 0 0,1-1 0 0 0,-1 1 0 0 0,0 0 1 0 0,0 0-1 0 0,0-1 0 0 0,1 1 0 0 0,-1 0 1 0 0,0-1-1 0 0,0 1 0 0 0,1 0 1 0 0,-1 0-1 0 0,0 0 0 0 0,1-1 0 0 0,-1 1 1 0 0,0 0-1 0 0,1 0 0 0 0,-1 0 0 0 0,0 0 1 0 0,1 0-1 0 0,-1-1 0 0 0,0 1 0 0 0,1 0 1 0 0,-1 0-1 0 0,0 0 0 0 0,1 0 0 0 0,11 12 447 0 0,4 23 105 0 0,-12-17-377 0 0,12 84 377 0 0,-15-91-551 0 0,0 0 1 0 0,-1 0-1 0 0,-1 0 1 0 0,0 0 0 0 0,0-1-1 0 0,-1 1 1 0 0,-4 13-1 0 0,0 5 378 0 0,5-27-255 0 0,-5 4 162 0 0,5-14-284 0 0,0 0 0 0 0,0 0 0 0 0,0 0 0 0 0,1 0 0 0 0,1 0 0 0 0,-1 0 0 0 0,4-15 1 0 0,17-58 23 0 0,-20 78-44 0 0,4-17 5 0 0,1-2 2 0 0,15-35 0 0 0,-19 52-4 0 0,1 0-1 0 0,-1 0 1 0 0,1 0 0 0 0,1 0-1 0 0,-1 1 1 0 0,0-1 0 0 0,1 1-1 0 0,0 0 1 0 0,0 0 0 0 0,1 0-1 0 0,7-6 1 0 0,-10 9-4 0 0,0 0-1 0 0,0 0 1 0 0,0 0 0 0 0,0 1 0 0 0,1-1-1 0 0,-1 0 1 0 0,0 1 0 0 0,0-1-1 0 0,1 1 1 0 0,-1 0 0 0 0,0 0-1 0 0,1 0 1 0 0,-1 0 0 0 0,0 0-1 0 0,0 1 1 0 0,1-1 0 0 0,-1 0-1 0 0,0 1 1 0 0,0 0 0 0 0,1 0 0 0 0,-1-1-1 0 0,0 1 1 0 0,0 0 0 0 0,0 1-1 0 0,0-1 1 0 0,0 0 0 0 0,-1 1-1 0 0,1-1 1 0 0,2 3 0 0 0,2 1 1 0 0,-1 1 0 0 0,0 1 0 0 0,0-1 0 0 0,0 1 0 0 0,-1-1 1 0 0,8 16-1 0 0,-5-3-54 0 0,-1 0 1 0 0,-1 1-1 0 0,0-1 0 0 0,3 40 1 0 0,2 4-6268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12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22 127 668 0 0,'23'-119'9326'0'0,"-19"112"-7805"0"0,0 13-961 0 0,1 16 157 0 0,-29 312 2427 0 0,11-209-2913 0 0,1 18-264 0 0,5-48-4851 0 0,7-90 4275 0 0,-1 17-7628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12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56 1884 0 0,'25'-46'9781'0'0,"-24"44"-9340"0"0,1-2 63 0 0,-2 4-492 0 0,0 0-1 0 0,0 0 0 0 0,0 0 0 0 0,0 0 1 0 0,0 0-1 0 0,0 0 0 0 0,0 0 0 0 0,0 0 0 0 0,-1 0 1 0 0,1 0-1 0 0,0 0 0 0 0,0 0 0 0 0,0 0 1 0 0,0 0-1 0 0,0 0 0 0 0,0 0 0 0 0,0 0 1 0 0,0 0-1 0 0,0 0 0 0 0,0 0 0 0 0,0-1 1 0 0,0 1-1 0 0,0 0 0 0 0,0 0 0 0 0,0 0 1 0 0,0 0-1 0 0,-1 0 0 0 0,1 0 0 0 0,0 0 1 0 0,0 0-1 0 0,0 0 0 0 0,0 0 0 0 0,0 0 1 0 0,0 0-1 0 0,0 0 0 0 0,0 0 0 0 0,0 0 1 0 0,0 0-1 0 0,0-1 0 0 0,0 1 0 0 0,0 0 1 0 0,0 0-1 0 0,0 0 0 0 0,0 0 0 0 0,0 0 1 0 0,0 0-1 0 0,0 0 0 0 0,0 0 0 0 0,0 0 1 0 0,0 0-1 0 0,0 0 0 0 0,0 0 0 0 0,0 0 1 0 0,0-1-1 0 0,0 1 0 0 0,1 0 0 0 0,-1 0 1 0 0,0 0-1 0 0,0 0 0 0 0,0 0 0 0 0,0 0 1 0 0,0 0-1 0 0,0 0 0 0 0,0 0 0 0 0,-36 20 213 0 0,-43 33 0 0 0,11-7-176 0 0,58-39 18 0 0,8-7-59 0 0,0 1-1 0 0,0 0 0 0 0,0 0 1 0 0,1 0-1 0 0,-1 0 0 0 0,0 0 1 0 0,1 0-1 0 0,-1 0 1 0 0,1 1-1 0 0,-1-1 0 0 0,1 0 1 0 0,0 1-1 0 0,-1 0 0 0 0,1-1 1 0 0,0 1-1 0 0,0-1 0 0 0,0 1 1 0 0,0 0-1 0 0,-1 3 1 0 0,4-3-7 0 0,-1 1 0 0 0,1-1 0 0 0,-1 0 0 0 0,1 0 0 0 0,0 0 0 0 0,0 0 0 0 0,0 0 0 0 0,0 0 0 0 0,4 3 0 0 0,0 0 22 0 0,30 35-84 0 0,46 64 0 0 0,13 17 164 0 0,-92-118-354 0 0,1 1 1 0 0,0 0 0 0 0,0-1 0 0 0,0 0-1 0 0,0 0 1 0 0,1 0 0 0 0,5 2 0 0 0,-6-4-500 0 0,-1 1 0 0 0,1-1 1 0 0,-1 0-1 0 0,1 0 1 0 0,0 0-1 0 0,4 0 1 0 0,6-1-3613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12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90 92 0 0,'-3'0'2257'0'0,"-27"5"3585"0"0,27-5-4902 0 0,0 0-121 0 0,-10 2 1281 0 0,2-1-307 0 0,38-5-1345 0 0,-1-1 0 0 0,0-1 0 0 0,41-16 1 0 0,27-18-2548 0 0,-59 20-4360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13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4 2336 0 0,'-1'0'314'0'0,"0"-1"-1"0"0,0 1 1 0 0,0-1 0 0 0,1 1-1 0 0,-1 0 1 0 0,0 0 0 0 0,0-1-1 0 0,0 1 1 0 0,0 0-1 0 0,0 0 1 0 0,0 0 0 0 0,0 0-1 0 0,0 0 1 0 0,0 0 0 0 0,0 0-1 0 0,0 0 1 0 0,0 0-1 0 0,0 1 1 0 0,0-1 0 0 0,0 0-1 0 0,0 1 1 0 0,0-1 0 0 0,1 0-1 0 0,-1 1 1 0 0,0-1-1 0 0,0 1 1 0 0,0 0 0 0 0,0-1-1 0 0,0 2 1 0 0,-1 1-91 0 0,1 0 0 0 0,0 0 0 0 0,0 0 0 0 0,0 0 0 0 0,1 0 0 0 0,-1 0 0 0 0,1 0 0 0 0,-1 0 0 0 0,1 5 0 0 0,-29 286 1811 0 0,26-226-5063 0 0,3-62 1685 0 0,1 1 0 0 0,-1 0 0 0 0,1-1 0 0 0,3 10 0 0 0,0-7-2512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14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33 549 60 0 0,'-18'-27'7734'0'0,"16"23"-7358"0"0,0 1-1 0 0,0 0 1 0 0,1 0 0 0 0,-1-1 0 0 0,1 1 0 0 0,0-1-1 0 0,0 1 1 0 0,0-1 0 0 0,1 0 0 0 0,-1-3 0 0 0,1 6-354 0 0,0 1 0 0 0,0-1 0 0 0,1 0 0 0 0,-1 1 1 0 0,0-1-1 0 0,1 0 0 0 0,-1 1 0 0 0,1-1 0 0 0,-1 0 0 0 0,1 1 0 0 0,-1-1 1 0 0,1 1-1 0 0,-1-1 0 0 0,1 1 0 0 0,-1-1 0 0 0,1 1 0 0 0,0 0 1 0 0,-1-1-1 0 0,1 1 0 0 0,0 0 0 0 0,-1-1 0 0 0,1 1 0 0 0,0 0 0 0 0,0 0 1 0 0,-1 0-1 0 0,2-1 0 0 0,0 1-8 0 0,-1 0 0 0 0,1-1 0 0 0,0 1 0 0 0,0 0 0 0 0,0 0 1 0 0,-1 0-1 0 0,1 0 0 0 0,0 0 0 0 0,0 0 0 0 0,0 0 0 0 0,2 2 0 0 0,3 0 0 0 0,-1 1-1 0 0,0 1 0 0 0,0-1 1 0 0,0 1-1 0 0,0 0 1 0 0,-1 1-1 0 0,1-1 1 0 0,-1 1-1 0 0,0 0 0 0 0,-1 0 1 0 0,1 1-1 0 0,-1-1 1 0 0,5 10-1 0 0,-4-6 2 0 0,-1 0-1 0 0,0 1 1 0 0,0 0 0 0 0,-1 0-1 0 0,-1 0 1 0 0,1 1-1 0 0,-2-1 1 0 0,2 14 0 0 0,-3-2-7 0 0,-1 1 0 0 0,0-1 1 0 0,-2 1-1 0 0,0-1 1 0 0,-2 0-1 0 0,0 0 0 0 0,-17 40 1 0 0,-6 16 341 0 0,27-76-233 0 0,1-5-95 0 0,-1-4 0 0 0,2-1 0 0 0,-1 0 0 0 0,1 0 0 0 0,0 0 0 0 0,1 1 0 0 0,0-1 0 0 0,0 1 0 0 0,1-1 1 0 0,3-8-1 0 0,37-67 69 0 0,-40 76-89 0 0,10-15-2 0 0,0 1 0 0 0,31-38-1 0 0,-35 50-7 0 0,0-1 0 0 0,0 1 0 0 0,1 0 0 0 0,1 1 0 0 0,-1 0 0 0 0,1 1 0 0 0,17-9 0 0 0,-25 15 6 0 0,0 0 0 0 0,0 0 0 0 0,0 0 0 0 0,0 0 0 0 0,0 0 0 0 0,0 1 0 0 0,0-1 0 0 0,0 1 0 0 0,0 0 0 0 0,0 0 0 0 0,0 0 0 0 0,0 0 1 0 0,0 1-1 0 0,0-1 0 0 0,0 1 0 0 0,0 0 0 0 0,0 0 0 0 0,0 0 0 0 0,-1 0 0 0 0,1 0 0 0 0,0 1 0 0 0,0-1 0 0 0,-1 1 0 0 0,1-1 0 0 0,-1 1 0 0 0,0 0 0 0 0,1 0 0 0 0,-1 0 0 0 0,0 1 0 0 0,0-1 0 0 0,0 0 0 0 0,0 1 0 0 0,-1 0 0 0 0,1-1 1 0 0,-1 1-1 0 0,0 0 0 0 0,1-1 0 0 0,-1 1 0 0 0,0 0 0 0 0,-1 0 0 0 0,1 0 0 0 0,0 0 0 0 0,-1 6 0 0 0,3 19-86 0 0,-4 51 0 0 0,1 14 35 0 0,0-91 58 0 0,0 0 1 0 0,0 0-1 0 0,1 0 0 0 0,-1 0 0 0 0,0-1 0 0 0,1 1 1 0 0,-1 0-1 0 0,1 0 0 0 0,-1 0 0 0 0,1-1 1 0 0,0 1-1 0 0,0 0 0 0 0,0-1 0 0 0,0 1 0 0 0,0 0 1 0 0,0-1-1 0 0,0 1 0 0 0,3 1 0 0 0,-3-2-4 0 0,1-1 1 0 0,-1 1-1 0 0,0-1 0 0 0,0 1 0 0 0,1-1 0 0 0,-1 0 0 0 0,0 0 1 0 0,0 0-1 0 0,1 0 0 0 0,-1 0 0 0 0,0 0 0 0 0,1 0 0 0 0,-1 0 1 0 0,0 0-1 0 0,0 0 0 0 0,1-1 0 0 0,-1 1 0 0 0,0-1 1 0 0,0 1-1 0 0,2-1 0 0 0,4-3 1 0 0,1-1 0 0 0,-1 0-1 0 0,0 0 1 0 0,0 0 0 0 0,8-9 0 0 0,-15 14-2 0 0,14-14 32 0 0,-1 0-1 0 0,-1 0 1 0 0,0-2 0 0 0,16-27-1 0 0,30-74 49 0 0,-18 32 17 0 0,-39 84-111 0 0,-1 2-40 0 0,1 0 51 0 0,-1 0 1 0 0,0 0-1 0 0,1 0 1 0 0,-1 0-1 0 0,0 0 1 0 0,0 0-1 0 0,0 0 1 0 0,0 0-1 0 0,1 1 1 0 0,-2-1 0 0 0,1 0-1 0 0,0 0 1 0 0,0 0-1 0 0,0 0 1 0 0,0 0-1 0 0,-1 0 1 0 0,0 2-1 0 0,0 4-10 0 0,-5 42-65 0 0,-3 39-51 0 0,8-80 129 0 0,1 1 0 0 0,1-1-1 0 0,0 1 1 0 0,0-1 0 0 0,1 0-1 0 0,0 1 1 0 0,0-1 0 0 0,4 9-1 0 0,-5-15 9 0 0,0 0 0 0 0,1 0-1 0 0,-1 0 1 0 0,0 0 0 0 0,1-1-1 0 0,-1 1 1 0 0,1 0-1 0 0,0-1 1 0 0,-1 0 0 0 0,1 1-1 0 0,0-1 1 0 0,0 0 0 0 0,0 0-1 0 0,0 0 1 0 0,0 0 0 0 0,0 0-1 0 0,0 0 1 0 0,0 0 0 0 0,0-1-1 0 0,1 1 1 0 0,-1-1 0 0 0,0 0-1 0 0,0 0 1 0 0,0 0 0 0 0,1 0-1 0 0,-1 0 1 0 0,0 0 0 0 0,0 0-1 0 0,3-1 1 0 0,0 0 15 0 0,1 0 0 0 0,-1-1 0 0 0,1 1 0 0 0,-1-1 0 0 0,0 0 1 0 0,0-1-1 0 0,0 1 0 0 0,0-1 0 0 0,0 0 0 0 0,8-7 0 0 0,-5 2-11 0 0,-1 0 0 0 0,0 0 0 0 0,0-1 0 0 0,-1 0 0 0 0,0 0 0 0 0,-1 0 0 0 0,0-1 0 0 0,0 0 0 0 0,3-12 0 0 0,3-13 39 0 0,9-52 0 0 0,-10 34-39 0 0,-9 50-44 0 0,-1 3 25 0 0,0-1 0 0 0,0 1 0 0 0,0 0 0 0 0,0 0 0 0 0,0-1 0 0 0,0 1 0 0 0,0 0 0 0 0,0-1 0 0 0,0 1 0 0 0,-1 0 0 0 0,1-1 0 0 0,0 1 0 0 0,0 0 0 0 0,0 0 0 0 0,0-1 0 0 0,0 1 0 0 0,-1 0 0 0 0,1 0 0 0 0,0 0 0 0 0,0-1 0 0 0,-1 1 0 0 0,1 0 0 0 0,0 0-1 0 0,0 0 1 0 0,-1-1 0 0 0,1 1 0 0 0,0 0 0 0 0,-1 0 0 0 0,-2 4-5 0 0,0 0-1 0 0,0 0 1 0 0,0 0 0 0 0,0 1-1 0 0,1-1 1 0 0,-1 1-1 0 0,1 0 1 0 0,1 0 0 0 0,-3 8-1 0 0,-8 53-101 0 0,6-30 54 0 0,4-20 43 0 0,0-1 0 0 0,0 1 0 0 0,2 21 0 0 0,0-33 22 0 0,0 1 0 0 0,1 0 0 0 0,-1 0 0 0 0,1 0 0 0 0,0-1-1 0 0,0 1 1 0 0,1 0 0 0 0,-1-1 0 0 0,1 1 0 0 0,0-1 0 0 0,0 1 0 0 0,1-1 0 0 0,-1 0 0 0 0,7 8 0 0 0,-5-9-24 0 0,1-1 1 0 0,-1 1 0 0 0,0 0-1 0 0,1-1 1 0 0,0 0 0 0 0,-1 0 0 0 0,1-1-1 0 0,0 1 1 0 0,0-1 0 0 0,0 0-1 0 0,0 0 1 0 0,0-1 0 0 0,0 1 0 0 0,1-1-1 0 0,-1 0 1 0 0,10-2 0 0 0,3 0-378 0 0,0-2 0 0 0,0 0 0 0 0,23-8 0 0 0,-23 5-109 0 0,0 0 1 0 0,-1-2 0 0 0,0 0-1 0 0,0 0 1 0 0,-1-2 0 0 0,0 0-1 0 0,-1-1 1 0 0,0 0-1 0 0,25-28 1 0 0,-20 15 29 0 0,-1 0-1 0 0,-1-1 1 0 0,-1-1-1 0 0,-2-1 1 0 0,16-38-1 0 0,-14 24 742 0 0,-1 0 0 0 0,-2-1 1 0 0,9-58-1 0 0,-17 70 701 0 0,-2 0 0 0 0,-2 0 0 0 0,-1-1 0 0 0,-1 1 0 0 0,-7-50 0 0 0,7 79-883 0 0,0 1-59 0 0,0 0 0 0 0,0 0 0 0 0,0 0-1 0 0,0 0 1 0 0,-1 0 0 0 0,1 0 0 0 0,0 0 0 0 0,0 0-1 0 0,-1 0 1 0 0,1 0 0 0 0,0 1 0 0 0,-1-1 0 0 0,1 0 0 0 0,-1 0-1 0 0,1 0 1 0 0,-1 1 0 0 0,1-1 0 0 0,-2-1 0 0 0,1 2-15 0 0,0-1 1 0 0,0 1 0 0 0,0 0-1 0 0,0-1 1 0 0,0 1-1 0 0,0 0 1 0 0,0 0 0 0 0,0 0-1 0 0,0 0 1 0 0,0 0-1 0 0,0 0 1 0 0,0 0 0 0 0,0 0-1 0 0,0 0 1 0 0,0 0-1 0 0,0 0 1 0 0,0 1 0 0 0,0-1-1 0 0,0 0 1 0 0,1 1 0 0 0,-1-1-1 0 0,0 1 1 0 0,0-1-1 0 0,0 1 1 0 0,0-1 0 0 0,0 1-1 0 0,1 0 1 0 0,-1-1-1 0 0,0 1 1 0 0,1 0 0 0 0,-1 0-1 0 0,0 0 1 0 0,0 1 0 0 0,-1 0 26 0 0,-6 8 82 0 0,0 1 0 0 0,0 1-1 0 0,1-1 1 0 0,1 1 0 0 0,0 0-1 0 0,-8 23 1 0 0,-20 81 706 0 0,32-105-765 0 0,-15 61 495 0 0,-9 84 1 0 0,22-118-442 0 0,2 1 1 0 0,2-1-1 0 0,8 77 1 0 0,-7-109-113 0 0,0 1 1 0 0,1-1-1 0 0,-1 1 0 0 0,1-1 1 0 0,0 0-1 0 0,1 1 1 0 0,0-1-1 0 0,0 0 0 0 0,0-1 1 0 0,0 1-1 0 0,1-1 1 0 0,0 1-1 0 0,0-1 0 0 0,1 0 1 0 0,-1 0-1 0 0,1-1 1 0 0,0 0-1 0 0,0 1 0 0 0,1-2 1 0 0,-1 1-1 0 0,1-1 1 0 0,0 1-1 0 0,0-2 1 0 0,0 1-1 0 0,0-1 0 0 0,0 1 1 0 0,1-2-1 0 0,-1 1 1 0 0,1-1-1 0 0,-1 0 0 0 0,1 0 1 0 0,-1-1-1 0 0,1 0 1 0 0,0 0-1 0 0,7-2 0 0 0,-4 2-96 0 0,-1-2 0 0 0,0 0 0 0 0,0 0 0 0 0,0 0 0 0 0,0-1 0 0 0,0-1 0 0 0,-1 1 0 0 0,1-1 0 0 0,-1-1 0 0 0,8-5-1 0 0,-5 2 16 0 0,0-1 0 0 0,-1 0-1 0 0,0-1 1 0 0,0 0-1 0 0,-1 0 1 0 0,9-14 0 0 0,-1-3 167 0 0,-2 0-1 0 0,0-1 1 0 0,-2-1 0 0 0,-1 0 0 0 0,10-38 0 0 0,-12 36 255 0 0,-9 30-297 0 0,-2 1-45 0 0,1 0-1 0 0,-1 0 0 0 0,1 1 0 0 0,-1-1 1 0 0,1 0-1 0 0,-1 1 0 0 0,1-1 0 0 0,0 0 1 0 0,-1 1-1 0 0,1-1 0 0 0,-1 0 0 0 0,1 1 1 0 0,0-1-1 0 0,0 1 0 0 0,-1-1 0 0 0,1 1 1 0 0,0-1-1 0 0,0 1 0 0 0,-1-1 0 0 0,1 1 1 0 0,0-1-1 0 0,0 1 0 0 0,0-1 0 0 0,0 1 0 0 0,-4 18 12 0 0,4-17-8 0 0,-5 22-2 0 0,1 1 1 0 0,2-1-1 0 0,0 0 1 0 0,2 1 0 0 0,1-1-1 0 0,0 1 1 0 0,8 35-1 0 0,-8-58 13 0 0,-1-1-1 0 0,0 1 0 0 0,1-1 1 0 0,0 1-1 0 0,-1-1 0 0 0,1 0 1 0 0,0 1-1 0 0,0-1 0 0 0,0 0 1 0 0,0 1-1 0 0,0-1 0 0 0,0 0 0 0 0,0 0 1 0 0,0 0-1 0 0,0 0 0 0 0,1 0 1 0 0,-1 0-1 0 0,0 0 0 0 0,1 0 1 0 0,2 1-1 0 0,-1-1-5 0 0,0 0-1 0 0,1-1 1 0 0,-1 1 0 0 0,0-1-1 0 0,1 1 1 0 0,-1-1 0 0 0,0 0-1 0 0,1 0 1 0 0,5-1 0 0 0,-1-1-280 0 0,1 0 1 0 0,-1 0 0 0 0,1-1 0 0 0,-1 0-1 0 0,0-1 1 0 0,0 1 0 0 0,8-6 0 0 0,23-21-5048 0 0,-18 10 217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14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11 744 0 0,'0'0'1508'0'0,"-19"-5"488"0"0,4 1-844 0 0,3 3-419 0 0,-4 4-1093 0 0,8 6-3009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15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64 524 0 0,'0'0'996'0'0,"-8"-10"1954"0"0,-9-26 3064 0 0,16 34-5746 0 0,1 1 0 0 0,0 0 0 0 0,-1-1 0 0 0,1 1 0 0 0,-1 0 0 0 0,0 0-1 0 0,1-1 1 0 0,-1 1 0 0 0,0 0 0 0 0,0 0 0 0 0,0 0 0 0 0,-2-2 0 0 0,0 7-256 0 0,0-1 1 0 0,0 1-1 0 0,0 0 1 0 0,0 0 0 0 0,1 0-1 0 0,0 0 1 0 0,0 0 0 0 0,-2 6-1 0 0,-15 42 64 0 0,14-34-41 0 0,-15 39 152 0 0,-43 146 292 0 0,52-163-440 0 0,3 1-1 0 0,1 0 1 0 0,-1 45-1 0 0,8-75-22 0 0,0 0 0 0 0,0 0 0 0 0,1 1-1 0 0,0-1 1 0 0,1-1 0 0 0,1 1 0 0 0,4 12-1 0 0,-6-18-15 0 0,1-1-1 0 0,1 1 1 0 0,-1-1-1 0 0,0 1 1 0 0,1-1-1 0 0,0 0 1 0 0,0 0-1 0 0,0-1 0 0 0,1 1 1 0 0,-1-1-1 0 0,1 1 1 0 0,0-1-1 0 0,0 0 1 0 0,0-1-1 0 0,0 1 0 0 0,0-1 1 0 0,1 1-1 0 0,5 1 1 0 0,0-1-213 0 0,0-1 0 0 0,0 0 0 0 0,0 0 0 0 0,0-1 0 0 0,0 0 0 0 0,1-1 0 0 0,-1 0 0 0 0,0-1 0 0 0,0 0 0 0 0,0-1 0 0 0,0 0 1 0 0,0 0-1 0 0,0-1 0 0 0,0 0 0 0 0,-1-1 0 0 0,1 0 0 0 0,-1-1 0 0 0,14-8 0 0 0,-5 1-12 0 0,-1 0 1 0 0,0-1-1 0 0,-1-1 1 0 0,0-1-1 0 0,-1 0 1 0 0,-1-1-1 0 0,0 0 1 0 0,11-19-1 0 0,-9 7 599 0 0,-1 0 0 0 0,-1-1 1 0 0,-1 0-1 0 0,-2-1 0 0 0,9-37 0 0 0,-20 65-305 0 0,3-5 143 0 0,-8 16 39 0 0,-1 8-47 0 0,1 1 0 0 0,0 0 0 0 0,1 0 0 0 0,1 0 0 0 0,0 20-1 0 0,2-29-167 0 0,1 1 1 0 0,0-1-1 0 0,1 0 0 0 0,0 0 0 0 0,0 1 0 0 0,1-1 0 0 0,1 0 0 0 0,-1 0 0 0 0,1 0 0 0 0,1-1 0 0 0,-1 1 0 0 0,7 9 0 0 0,-8-15-94 0 0,0 0-1 0 0,1-1 1 0 0,-1 1 0 0 0,1 0-1 0 0,-1-1 1 0 0,1 1-1 0 0,0-1 1 0 0,0 0-1 0 0,0 0 1 0 0,0 0 0 0 0,1-1-1 0 0,-1 1 1 0 0,0-1-1 0 0,1 0 1 0 0,3 1 0 0 0,-4-1-404 0 0,-1-1 0 0 0,1 1 1 0 0,-1-1-1 0 0,1 0 1 0 0,-1 0-1 0 0,1 0 1 0 0,-1 0-1 0 0,1-1 1 0 0,-1 1-1 0 0,1-1 1 0 0,-1 1-1 0 0,0-1 1 0 0,5-2-1 0 0,1-3-3267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16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66 2228 0 0,'-3'-9'1840'0'0,"-1"2"-351"0"0,-1-1 739 0 0,-3-6-796 0 0,-1 4-580 0 0,2-1-52 0 0,-3 5-852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16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35 1160 0 0,'-9'-34'13536'0'0,"6"44"-12273"0"0,-2 21-160 0 0,-45 328 3201 0 0,22-194-3897 0 0,24-140-410 0 0,0 37 0 0 0,4-53-726 0 0,0 1-1 0 0,1 0 1 0 0,4 18 0 0 0,4-13-2564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17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35 119 1376 0 0,'-14'-8'4709'0'0,"8"5"-4079"0"0,-9-7 2962 0 0,16 5-2212 0 0,10 1-1333 0 0,-6 3 10 0 0,97-15 531 0 0,147-45-1 0 0,-203 51-566 0 0,-44 9-17 0 0,4 2-13 0 0,-5-1 9 0 0,-1 0 0 0 0,1 0 1 0 0,-1 0-1 0 0,1 0 0 0 0,-1 0 0 0 0,1 0 0 0 0,-1 0 1 0 0,1 0-1 0 0,0 0 0 0 0,-1 0 0 0 0,1 0 1 0 0,-1 0-1 0 0,1 0 0 0 0,-1 1 0 0 0,1-1 0 0 0,-1 0 1 0 0,1 0-1 0 0,-1 1 0 0 0,1-1 0 0 0,0 1 1 0 0,0 3-4 0 0,0 1 1 0 0,0 0 0 0 0,0 0 0 0 0,-1-1 0 0 0,0 1 0 0 0,0 0-1 0 0,0 0 1 0 0,-1 6 0 0 0,-9 45 85 0 0,7-41-80 0 0,1-1 21 0 0,0 0 0 0 0,1 0 0 0 0,0 23 1 0 0,1-33 44 0 0,0-1 0 0 0,0 1 1 0 0,1-1-1 0 0,-1 1 0 0 0,1-1 1 0 0,0 0-1 0 0,0 1 1 0 0,0-1-1 0 0,0 0 0 0 0,1 0 1 0 0,-1 0-1 0 0,1 0 0 0 0,0 0 1 0 0,0 0-1 0 0,0 0 0 0 0,0 0 1 0 0,0-1-1 0 0,0 1 0 0 0,6 3 1 0 0,-5-4-27 0 0,1-1 1 0 0,-1 0 0 0 0,1 1-1 0 0,-1-2 1 0 0,1 1 0 0 0,0 0-1 0 0,-1-1 1 0 0,1 1-1 0 0,0-1 1 0 0,6-1 0 0 0,38-6 162 0 0,-40 5-183 0 0,0 0-1 0 0,0-1 0 0 0,-1 0 0 0 0,1-1 0 0 0,-1 0 0 0 0,0 0 0 0 0,0 0 0 0 0,0-1 0 0 0,0 0 1 0 0,9-10-1 0 0,2-3 9 0 0,-1-2 0 0 0,15-22 0 0 0,-3 3 4 0 0,-15 24-102 0 0,-18 28 29 0 0,-3 7 47 0 0,-10 45 450 0 0,3 1-1 0 0,-6 86 0 0 0,2-20 145 0 0,-1-20-5 0 0,-42 138 0 0 0,43-194-249 0 0,-2-2-1 0 0,-3 0 1 0 0,-1-2-1 0 0,-44 68 1 0 0,60-108-167 0 0,-37 53 1239 0 0,40-59-1005 0 0,-1 0 0 0 0,1 0 0 0 0,-1 0 0 0 0,0-1 0 0 0,0 0 0 0 0,-1 0 0 0 0,-9 5 0 0 0,14-9-313 0 0,0 0 0 0 0,0-1 1 0 0,0 1-1 0 0,0 0 0 0 0,0-1 0 0 0,0 1 1 0 0,0-1-1 0 0,0 0 0 0 0,-1 0 0 0 0,1 0 1 0 0,0 0-1 0 0,0 0 0 0 0,0 0 0 0 0,0 0 0 0 0,0-1 1 0 0,0 1-1 0 0,-4-2 0 0 0,2 0-21 0 0,0 0 0 0 0,1 0 1 0 0,0 0-1 0 0,-1 0 0 0 0,1-1 0 0 0,0 1 0 0 0,0-1 0 0 0,0 0 0 0 0,-3-3 1 0 0,2 0-28 0 0,-1 0 0 0 0,1-1 0 0 0,0 1 0 0 0,0-1 0 0 0,0 0 0 0 0,1 0 0 0 0,0 0 0 0 0,1-1 0 0 0,-3-10 0 0 0,4 7-125 0 0,1-1-1 0 0,0 1 1 0 0,1 0 0 0 0,0 0 0 0 0,0 0 0 0 0,1 0 0 0 0,1 0 0 0 0,0 0 0 0 0,0 0 0 0 0,1 1 0 0 0,1-1 0 0 0,0 1-1 0 0,0 0 1 0 0,1 0 0 0 0,11-14 0 0 0,10-11-1502 0 0,2 2-1 0 0,52-48 1 0 0,-69 69 1045 0 0,32-27-2788 0 0,84-58 0 0 0,-4 18-4377 0 0,-74 50 2207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17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90 2108 0 0,'-85'-10'9512'0'0,"83"10"-8770"0"0,1 0-707 0 0,1 0 0 0 0,-1 0 0 0 0,1 0-1 0 0,-1 0 1 0 0,1 1 0 0 0,0-1 0 0 0,-1 0-1 0 0,1 0 1 0 0,-1 0 0 0 0,1 0-1 0 0,-1 0 1 0 0,1 0 0 0 0,-1 0 0 0 0,1-1-1 0 0,-1 1 1 0 0,1 0 0 0 0,0 0-1 0 0,-1 0 1 0 0,1 0 0 0 0,-1 0 0 0 0,1-1-1 0 0,0 1 1 0 0,-1 0 0 0 0,1 0 0 0 0,-1-1-1 0 0,1 1 1 0 0,0 0 0 0 0,-1-1-1 0 0,10-8 229 0 0,23-7-140 0 0,49-10-937 0 0,-28 6-6107 0 0,-40 15 3305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17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 1100 0 0,'-9'8'1614'0'0,"6"-6"-1134"0"0,0 0-1 0 0,1 1 0 0 0,-1-1 1 0 0,1 0-1 0 0,0 1 0 0 0,0 0 1 0 0,0-1-1 0 0,0 1 0 0 0,1 0 1 0 0,-1 0-1 0 0,1 0 0 0 0,-3 5 0 0 0,4-7-436 0 0,0-1-1 0 0,0 1 0 0 0,0-1 1 0 0,1 1-1 0 0,-1-1 0 0 0,0 1 0 0 0,0-1 1 0 0,0 1-1 0 0,0-1 0 0 0,0 0 0 0 0,1 1 1 0 0,-1-1-1 0 0,0 1 0 0 0,0-1 0 0 0,1 1 1 0 0,-1-1-1 0 0,0 0 0 0 0,1 1 0 0 0,-1-1 1 0 0,0 0-1 0 0,1 1 0 0 0,-1-1 0 0 0,1 0 1 0 0,-1 0-1 0 0,0 1 0 0 0,1-1 1 0 0,-1 0-1 0 0,1 0 0 0 0,-1 0 0 0 0,1 0 1 0 0,-1 0-1 0 0,1 1 0 0 0,20 1 530 0 0,1-3-705 0 0,-1-1 1 0 0,1-1 0 0 0,25-7 0 0 0,28-12-4367 0 0,-44 11 1019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18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3 120 356 0 0,'3'-59'7560'0'0,"-2"53"-7239"0"0,0 1 0 0 0,0-1-1 0 0,0 1 1 0 0,1-1 0 0 0,0 1 0 0 0,0-1-1 0 0,0 1 1 0 0,4-5 0 0 0,-6 9-310 0 0,1 1-1 0 0,0-1 1 0 0,-1 1 0 0 0,1-1 0 0 0,-1 1-1 0 0,1-1 1 0 0,-1 1 0 0 0,1 0-1 0 0,0-1 1 0 0,-1 1 0 0 0,1 0 0 0 0,0 0-1 0 0,0-1 1 0 0,-1 1 0 0 0,1 0-1 0 0,0 0 1 0 0,-1 0 0 0 0,1 0 0 0 0,0 0-1 0 0,0 0 1 0 0,-1 0 0 0 0,1 0 0 0 0,0 0-1 0 0,0 0 1 0 0,-1 0 0 0 0,1 1-1 0 0,0-1 1 0 0,-1 0 0 0 0,1 1 0 0 0,0-1-1 0 0,1 1 1 0 0,16 11 100 0 0,-13-7-74 0 0,-1 0 0 0 0,0 1 0 0 0,0-1 0 0 0,-1 0 1 0 0,0 1-1 0 0,0 0 0 0 0,0 0 0 0 0,0 0 0 0 0,-1 0 0 0 0,0 0 0 0 0,-1 1 0 0 0,1-1 1 0 0,-1 1-1 0 0,0 10 0 0 0,0 0-13 0 0,0 0 0 0 0,-2 0 0 0 0,0 1 0 0 0,-5 21 0 0 0,-1-14-14 0 0,0 0 0 0 0,-1-1 0 0 0,-16 31 1 0 0,-2 5 41 0 0,15-38 373 0 0,11-21-377 0 0,0-1-1 0 0,-1 1 0 0 0,1-1 0 0 0,0 1 0 0 0,-1 0 1 0 0,1-1-1 0 0,-1 1 0 0 0,1-1 0 0 0,-1 1 0 0 0,1-1 1 0 0,-1 0-1 0 0,1 1 0 0 0,-1-1 0 0 0,1 1 0 0 0,-1-1 1 0 0,0 0-1 0 0,1 1 0 0 0,-1-1 0 0 0,1 0 0 0 0,-1 0 1 0 0,0 0-1 0 0,1 0 0 0 0,-1 1 0 0 0,0-1 0 0 0,1 0 1 0 0,-1 0-1 0 0,0 0 0 0 0,0 0 0 0 0,1-2-34 0 0,-1 0-1 0 0,1 0 0 0 0,0 0 1 0 0,0 1-1 0 0,0-1 0 0 0,1 0 1 0 0,-1 0-1 0 0,0 0 0 0 0,1 1 1 0 0,-1-1-1 0 0,1 0 0 0 0,0 0 1 0 0,1-2-1 0 0,-2 3-4 0 0,13-28 31 0 0,0 0 1 0 0,2 1-1 0 0,1 1 0 0 0,21-27 0 0 0,-26 39-58 0 0,1 0 0 0 0,0 2 0 0 0,1 0 0 0 0,1 0 0 0 0,0 1 0 0 0,1 1 0 0 0,0 0 0 0 0,22-12 0 0 0,-31 19 10 0 0,-4 3 5 0 0,0 0 0 0 0,1 0 0 0 0,-1 0 0 0 0,0 0 0 0 0,0 0 0 0 0,1 0 0 0 0,-1 0 0 0 0,1 1 0 0 0,-1 0 0 0 0,1-1 0 0 0,3 1 0 0 0,-2 0 8 0 0,-1 0 1 0 0,0 0-1 0 0,1 0 0 0 0,-1 0 1 0 0,1 1-1 0 0,-1-1 1 0 0,0 1-1 0 0,1 0 0 0 0,-1 0 1 0 0,0 0-1 0 0,0 0 0 0 0,0 1 1 0 0,0 0-1 0 0,0-1 1 0 0,0 1-1 0 0,0 0 0 0 0,5 4 1 0 0,-6-2 3 0 0,1-1 0 0 0,-1 0 1 0 0,1 1-1 0 0,-1-1 0 0 0,0 1 1 0 0,0-1-1 0 0,-1 1 0 0 0,1 0 1 0 0,-1 0-1 0 0,0 0 0 0 0,0 0 1 0 0,0 0-1 0 0,0 0 0 0 0,-1 0 1 0 0,0 7-1 0 0,0 7-68 0 0,-1 0 0 0 0,-5 25 0 0 0,0 6-1446 0 0,6-46 1305 0 0,-1 3-643 0 0,0 1-1 0 0,1 0 1 0 0,0-1-1 0 0,1 1 0 0 0,-1 0 1 0 0,2 0-1 0 0,2 11 1 0 0,0-9-2291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18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4 109 2120 0 0,'1'-2'1797'0'0,"6"-19"1449"0"0,-4 13-1191 0 0,-4 18 186 0 0,-4 10-1948 0 0,-3 41 1 0 0,7-55-216 0 0,1 0 0 0 0,0 0-1 0 0,1 0 1 0 0,-1 0 0 0 0,1 0 0 0 0,0 0 0 0 0,1 0 0 0 0,-1 0 0 0 0,1 0 0 0 0,1 0 0 0 0,3 8 0 0 0,-5-13-13 0 0,1 1 1 0 0,0 0-1 0 0,0-1 0 0 0,-1 1 0 0 0,1-1 0 0 0,0 1 0 0 0,0-1 0 0 0,1 0 1 0 0,-1 0-1 0 0,0 0 0 0 0,0 0 0 0 0,0 0 0 0 0,1 0 0 0 0,-1-1 1 0 0,0 1-1 0 0,5-1 0 0 0,33 2 441 0 0,-32-3-446 0 0,0 0 1 0 0,1 0-1 0 0,-1-1 1 0 0,0 0-1 0 0,0-1 1 0 0,0 0 0 0 0,-1 0-1 0 0,1-1 1 0 0,-1 0-1 0 0,1 0 1 0 0,-1-1-1 0 0,0 0 1 0 0,-1 0 0 0 0,0 0-1 0 0,1-1 1 0 0,8-11-1 0 0,-8 8-45 0 0,0 0 0 0 0,-1 0 0 0 0,0 0 0 0 0,0-1 0 0 0,-1 1 1 0 0,0-1-1 0 0,-1-1 0 0 0,0 1 0 0 0,-1-1 0 0 0,0 1 0 0 0,2-23 0 0 0,-4 31-20 0 0,-1 0 0 0 0,0 0 0 0 0,0 0 1 0 0,0 0-1 0 0,0 0 0 0 0,0 0 0 0 0,0 0 0 0 0,-1 0 1 0 0,1 0-1 0 0,-1 0 0 0 0,0 0 0 0 0,1 0 1 0 0,-1 0-1 0 0,0 0 0 0 0,0 0 0 0 0,0 0 0 0 0,0 0 1 0 0,-1 1-1 0 0,1-1 0 0 0,0 1 0 0 0,-1-1 0 0 0,1 1 1 0 0,-1-1-1 0 0,1 1 0 0 0,-1 0 0 0 0,0-1 1 0 0,1 1-1 0 0,-1 0 0 0 0,0 0 0 0 0,0 0 0 0 0,-3 0 1 0 0,0 0-17 0 0,1 0 0 0 0,-1 0 1 0 0,0 0-1 0 0,1 1 0 0 0,-1 0 1 0 0,0 0-1 0 0,1 0 1 0 0,-1 1-1 0 0,0-1 0 0 0,0 1 1 0 0,1 0-1 0 0,-1 1 0 0 0,-5 1 1 0 0,2 1-337 0 0,0-1 0 0 0,1 1 1 0 0,-1 1-1 0 0,1-1 0 0 0,-11 10 0 0 0,15-12-339 0 0,0 1-1 0 0,0 1 0 0 0,0-1 1 0 0,0 0-1 0 0,0 1 0 0 0,1-1 1 0 0,0 1-1 0 0,-1 0 0 0 0,1 0 1 0 0,1 0-1 0 0,-4 8 0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19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130 409 744 0 0,'64'-74'10048'0'0,"-89"85"-9709"0"0,6 6-212 0 0,0 2-1 0 0,1 0 1 0 0,0 1-1 0 0,2 0 1 0 0,0 2 0 0 0,2 0-1 0 0,-23 46 1 0 0,35-64-93 0 0,0 1 1 0 0,0-1-1 0 0,1 1 1 0 0,0-1-1 0 0,0 1 1 0 0,0 0-1 0 0,0-1 1 0 0,1 1-1 0 0,-1 0 1 0 0,2 9-1 0 0,-1-12 9 0 0,1 0 0 0 0,-1 0 0 0 0,1 0 0 0 0,-1 0 0 0 0,1 0 0 0 0,0 0 0 0 0,0 0 0 0 0,0 0 0 0 0,0 0 0 0 0,0 0 0 0 0,0-1 0 0 0,1 1 0 0 0,-1 0 0 0 0,1-1 0 0 0,-1 1 0 0 0,1-1 0 0 0,-1 0 0 0 0,1 1 0 0 0,0-1 0 0 0,0 0 1 0 0,-1 0-1 0 0,1 0 0 0 0,0 0 0 0 0,0 0 0 0 0,0-1 0 0 0,3 2 0 0 0,1-1 36 0 0,0 1 0 0 0,0-1 0 0 0,0-1 0 0 0,0 1 0 0 0,0-1 0 0 0,1 0 0 0 0,-1-1 0 0 0,0 1 0 0 0,0-1 0 0 0,0 0 0 0 0,0-1 0 0 0,9-3 0 0 0,-7 2-23 0 0,0-1 0 0 0,0 0 1 0 0,0-1-1 0 0,0 0 0 0 0,-1-1 1 0 0,0 1-1 0 0,12-12 0 0 0,-7 3-2 0 0,1-1-1 0 0,-2 0 1 0 0,0-1-1 0 0,-1 0 0 0 0,0-1 1 0 0,-2 0-1 0 0,10-25 0 0 0,-4-17-38 0 0,-11 45-84 0 0,-3 14 65 0 0,1-1 0 0 0,-1 0 0 0 0,0 1 0 0 0,0-1 0 0 0,0 0 1 0 0,0 1-1 0 0,0-1 0 0 0,0 0 0 0 0,0 1 0 0 0,0-1 0 0 0,0 0 0 0 0,0 1 1 0 0,-1-1-1 0 0,1 0 0 0 0,0 1 0 0 0,0-1 0 0 0,-1 1 0 0 0,1-1 0 0 0,0 0 1 0 0,-1 1-1 0 0,1-1 0 0 0,0 1 0 0 0,-1-1 0 0 0,1 1 0 0 0,-1-1 0 0 0,1 1 1 0 0,-1-1-1 0 0,1 1 0 0 0,-1 0 0 0 0,1-1 0 0 0,-1 1 0 0 0,0 0 0 0 0,1-1 1 0 0,-1 1-1 0 0,1 0 0 0 0,-1 0 0 0 0,0-1 0 0 0,1 1 0 0 0,-1 0 0 0 0,0 0 1 0 0,1 0-1 0 0,-1 0 0 0 0,0 0 0 0 0,1 0 0 0 0,-1 0 0 0 0,-1 0 0 0 0,-1 1 2 0 0,0-1-1 0 0,0 0 0 0 0,-1 1 0 0 0,1 0 0 0 0,0-1 0 0 0,0 1 1 0 0,-4 2-1 0 0,0 2-22 0 0,1 0 0 0 0,-1 0 0 0 0,0 0 0 0 0,1 1 0 0 0,0 0 0 0 0,1 0 0 0 0,-1 1 0 0 0,1-1 0 0 0,1 1 1 0 0,-1 0-1 0 0,1 1 0 0 0,0-1 0 0 0,1 1 0 0 0,-1 0 0 0 0,-1 9 0 0 0,4-15 26 0 0,1-1 1 0 0,0 1-1 0 0,-1-1 0 0 0,1 0 1 0 0,0 1-1 0 0,0-1 1 0 0,0 1-1 0 0,0-1 0 0 0,0 1 1 0 0,0-1-1 0 0,0 1 0 0 0,1-1 1 0 0,-1 1-1 0 0,0-1 0 0 0,1 1 1 0 0,0-1-1 0 0,-1 0 1 0 0,1 1-1 0 0,0-1 0 0 0,-1 0 1 0 0,1 1-1 0 0,0-1 0 0 0,0 0 1 0 0,0 0-1 0 0,0 0 0 0 0,0 0 1 0 0,0 0-1 0 0,1 0 1 0 0,-1 0-1 0 0,0 0 0 0 0,0 0 1 0 0,1-1-1 0 0,-1 1 0 0 0,0 0 1 0 0,1-1-1 0 0,-1 1 0 0 0,2-1 1 0 0,4 3 6 0 0,0-1-1 0 0,0-1 1 0 0,0 1 0 0 0,0-1 0 0 0,1 0 0 0 0,6-1 0 0 0,5 0 2 0 0,-1-2 0 0 0,0 0 0 0 0,1-1 0 0 0,-1 0 0 0 0,0-2 0 0 0,-1 0 0 0 0,1-1 0 0 0,17-9 0 0 0,-11 2 27 0 0,0 0 0 0 0,-1-1 1 0 0,-1-2-1 0 0,40-35 0 0 0,-25 15-10 0 0,-2-3 0 0 0,-1 0-1 0 0,-3-3 1 0 0,-1 0 0 0 0,31-60-1 0 0,-17 21-110 0 0,-43 79 57 0 0,-14 12 23 0 0,-11 13 88 0 0,2 1 0 0 0,0 2 0 0 0,2 0 0 0 0,-19 31 0 0 0,7-11 75 0 0,16-25 10 0 0,-202 314 3013 0 0,182-268-2421 0 0,2 1 1 0 0,3 2-1 0 0,-41 145 1 0 0,58-149-653 0 0,3-1 1 0 0,2 1-1 0 0,2 105 0 0 0,6-157-37 0 0,0-12-74 0 0,1 0 1 0 0,0 1-1 0 0,0-1 1 0 0,0 0-1 0 0,1 0 0 0 0,-1 0 1 0 0,0 0-1 0 0,1 0 1 0 0,-1 1-1 0 0,1-1 0 0 0,0 0 1 0 0,0 0-1 0 0,0 0 0 0 0,0-1 1 0 0,0 1-1 0 0,0 0 1 0 0,0 0-1 0 0,0 0 0 0 0,1-1 1 0 0,-1 1-1 0 0,4 2 0 0 0,-3-3 16 0 0,0 0 0 0 0,0 1-1 0 0,0-1 1 0 0,0 0-1 0 0,0 0 1 0 0,0-1-1 0 0,0 1 1 0 0,0 0 0 0 0,0-1-1 0 0,1 1 1 0 0,-1-1-1 0 0,0 0 1 0 0,3 0-1 0 0,28 0 135 0 0,-30 0-119 0 0,-1 0-1 0 0,1-1 0 0 0,-1 1 0 0 0,1-1 0 0 0,-1 1 0 0 0,1-1 0 0 0,-1 0 1 0 0,1 0-1 0 0,-1 0 0 0 0,0 0 0 0 0,0 0 0 0 0,1-1 0 0 0,-1 1 0 0 0,0-1 1 0 0,0 1-1 0 0,-1-1 0 0 0,1 0 0 0 0,0 0 0 0 0,0 0 0 0 0,-1 0 0 0 0,1 0 1 0 0,-1 0-1 0 0,0 0 0 0 0,1 0 0 0 0,-1-1 0 0 0,0 1 0 0 0,0 0 0 0 0,-1-1 1 0 0,1 1-1 0 0,0-1 0 0 0,-1 1 0 0 0,0-1 0 0 0,1 1 0 0 0,-1-1 0 0 0,0 1 1 0 0,0-1-1 0 0,-1 1 0 0 0,1-1 0 0 0,0 1 0 0 0,-1-1 0 0 0,0 1 0 0 0,1-1 1 0 0,-1 1-1 0 0,0-1 0 0 0,0 1 0 0 0,0 0 0 0 0,-2-3 0 0 0,-4-7-42 0 0,0 1-1 0 0,-1-1 0 0 0,0 1 1 0 0,0 1-1 0 0,-14-14 1 0 0,-55-43-262 0 0,37 34 235 0 0,29 23 27 0 0,-3-2 5 0 0,0 0 1 0 0,1-1 0 0 0,0 0 0 0 0,-11-17-1 0 0,21 26 5 0 0,1 1 0 0 0,0-1 0 0 0,0 0-1 0 0,0 1 1 0 0,0-1 0 0 0,0 0 0 0 0,1 0-1 0 0,0 0 1 0 0,0 0 0 0 0,0-1 0 0 0,0 1 0 0 0,1 0-1 0 0,-1 0 1 0 0,1-1 0 0 0,0 1 0 0 0,0 0-1 0 0,1 0 1 0 0,-1 0 0 0 0,1-1 0 0 0,0 1 0 0 0,0 0-1 0 0,1 0 1 0 0,2-6 0 0 0,6-8-168 0 0,1 1 0 0 0,1 0 0 0 0,0 1 0 0 0,2 1 0 0 0,-1 0 0 0 0,2 0 0 0 0,0 2 0 0 0,27-20 1 0 0,15-6-959 0 0,71-36 0 0 0,-41 31-1327 0 0,159-58-1 0 0,-14 29-5006 0 0,-148 50 2117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22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201 277 848 0 0,'25'-45'9732'0'0,"-25"44"-9564"0"0,-9 11-58 0 0,-42 53-39 0 0,-40 52-99 0 0,78-95 39 0 0,0 0 0 0 0,1 0 0 0 0,2 1 0 0 0,-10 24 0 0 0,19-42-5 0 0,0-1 0 0 0,0 1 1 0 0,0 0-1 0 0,0-1 0 0 0,1 1 1 0 0,-1 0-1 0 0,1-1 0 0 0,0 1 1 0 0,0 0-1 0 0,0-1 1 0 0,0 1-1 0 0,1 0 0 0 0,-1-1 1 0 0,0 1-1 0 0,1 0 0 0 0,0-1 1 0 0,0 1-1 0 0,0-1 0 0 0,2 5 1 0 0,-1-5-4 0 0,0 0 0 0 0,0 0 0 0 0,0 0 0 0 0,0 0 0 0 0,0-1 0 0 0,0 1 0 0 0,1 0 0 0 0,-1-1 0 0 0,1 0 0 0 0,-1 1 0 0 0,1-1 0 0 0,0 0 0 0 0,-1-1 0 0 0,1 1 0 0 0,0 0 0 0 0,0-1 0 0 0,-1 1 0 0 0,1-1 0 0 0,4 0 0 0 0,5 0-4 0 0,0 0 0 0 0,1 0 0 0 0,-1-2 1 0 0,0 1-1 0 0,0-2 0 0 0,0 1 0 0 0,0-2 0 0 0,-1 1 0 0 0,1-2 0 0 0,-1 0 1 0 0,0 0-1 0 0,0-1 0 0 0,0 0 0 0 0,18-15 0 0 0,-14 8 9 0 0,0 0 1 0 0,-2-1-1 0 0,0-1 1 0 0,0 0-1 0 0,-2 0 0 0 0,0-1 1 0 0,0-1-1 0 0,13-30 1 0 0,3-6 97 0 0,-27 51-105 0 0,-1 2-10 0 0,0 1 8 0 0,0 0 0 0 0,0-1 0 0 0,0 1 1 0 0,0 0-1 0 0,0 0 0 0 0,0-1 0 0 0,0 1 1 0 0,0 0-1 0 0,0 0 0 0 0,0 0 0 0 0,1 0 0 0 0,-1 0 1 0 0,0 0-1 0 0,1 1 0 0 0,-1-1 0 0 0,1 0 1 0 0,-1 0-1 0 0,0 2 0 0 0,-9 27 0 0 0,8-21-1 0 0,0 0 0 0 0,0 0 1 0 0,1 0-1 0 0,0 0 0 0 0,0 1 1 0 0,1-1-1 0 0,2 18 0 0 0,-1-23 10 0 0,-1 0 1 0 0,1-1-1 0 0,0 1 0 0 0,1-1 0 0 0,-1 1 0 0 0,0-1 0 0 0,1 0 0 0 0,0 1 0 0 0,0-1 0 0 0,0 0 0 0 0,0 0 0 0 0,0 0 0 0 0,1-1 0 0 0,0 1 0 0 0,-1-1 0 0 0,1 1 0 0 0,0-1 0 0 0,0 0 0 0 0,0 0 1 0 0,0 0-1 0 0,0 0 0 0 0,1 0 0 0 0,3 0 0 0 0,4 3 62 0 0,1-2 1 0 0,-1 1-1 0 0,1-2 1 0 0,0 1-1 0 0,0-2 1 0 0,0 1-1 0 0,1-2 0 0 0,-1 0 1 0 0,19-2-1 0 0,-26 1-24 0 0,1 0-1 0 0,0 0 1 0 0,0-1-1 0 0,-1 0 1 0 0,1 0-1 0 0,-1 0 1 0 0,0-1-1 0 0,0 1 1 0 0,0-2-1 0 0,0 1 1 0 0,0 0-1 0 0,0-1 1 0 0,-1 0-1 0 0,0 0 1 0 0,1 0-1 0 0,-2 0 1 0 0,1-1-1 0 0,0 0 1 0 0,-1 0-1 0 0,0 0 1 0 0,0 0-1 0 0,2-6 1 0 0,-2 4-33 0 0,0 0 1 0 0,-1-1-1 0 0,0 1 1 0 0,0-1-1 0 0,0 0 1 0 0,-1 1-1 0 0,0-1 1 0 0,-1 0-1 0 0,0 0 1 0 0,0 0-1 0 0,-1 0 1 0 0,0 1-1 0 0,-3-15 1 0 0,2 16-14 0 0,0 1 0 0 0,0 0 0 0 0,0 0 0 0 0,-1 0 0 0 0,1 0 0 0 0,-1 1 0 0 0,0-1 0 0 0,-1 1 0 0 0,1 0 0 0 0,-1 0 0 0 0,0 0 0 0 0,0 0 0 0 0,0 1 0 0 0,0-1 0 0 0,-1 1 0 0 0,1 0 0 0 0,-1 0 0 0 0,0 1 0 0 0,0-1 0 0 0,-9-2 0 0 0,10 4-16 0 0,0-1 0 0 0,-1 1 1 0 0,1 0-1 0 0,-1 0 0 0 0,1 1 0 0 0,-1-1 0 0 0,1 1 1 0 0,-1 0-1 0 0,1 0 0 0 0,-1 1 0 0 0,1-1 0 0 0,-1 1 1 0 0,1 0-1 0 0,0 0 0 0 0,-1 0 0 0 0,1 1 1 0 0,0 0-1 0 0,0-1 0 0 0,0 1 0 0 0,0 1 0 0 0,0-1 1 0 0,0 1-1 0 0,1-1 0 0 0,-5 5 0 0 0,7-6-4 0 0,1-1 0 0 0,-1 1 1 0 0,0-1-1 0 0,1 1 0 0 0,-1 0 0 0 0,1-1 0 0 0,-1 1 0 0 0,1 0 0 0 0,-1 0 0 0 0,1 0 0 0 0,-1-1 1 0 0,1 1-1 0 0,0 0 0 0 0,-1 0 0 0 0,1 0 0 0 0,0 0 0 0 0,0 0 0 0 0,0-1 0 0 0,0 1 1 0 0,-1 0-1 0 0,1 0 0 0 0,0 0 0 0 0,1 0 0 0 0,-1 0 0 0 0,0 0 0 0 0,0 0 0 0 0,1 1 1 0 0,-1-1-9 0 0,1 1 0 0 0,0-1 0 0 0,1 0 1 0 0,-1 1-1 0 0,0-1 0 0 0,0 0 0 0 0,0 0 1 0 0,1 1-1 0 0,-1-1 0 0 0,1 0 0 0 0,-1 0 1 0 0,1-1-1 0 0,1 2 0 0 0,4 1-67 0 0,1 0 1 0 0,0 0-1 0 0,0-1 0 0 0,12 3 0 0 0,5-3 26 0 0,-1 0-1 0 0,0-1 1 0 0,0-2-1 0 0,1 0 0 0 0,-1-1 1 0 0,0-2-1 0 0,-1-1 0 0 0,39-12 1 0 0,-44 11 72 0 0,0-2 0 0 0,0 0-1 0 0,0-1 1 0 0,-1 0 0 0 0,-1-2 0 0 0,0 0 0 0 0,0-1 0 0 0,-1 0 0 0 0,0-1 0 0 0,-1-1-1 0 0,13-17 1 0 0,-12 10 98 0 0,-2 0-1 0 0,0-1 0 0 0,11-26 1 0 0,-9 15 270 0 0,4-11 74 0 0,-19 43-423 0 0,-1 1-22 0 0,-1 1 0 0 0,1-1 1 0 0,-1 1-1 0 0,1-1 0 0 0,-1 1 1 0 0,1-1-1 0 0,-1 1 0 0 0,1 0 1 0 0,0 0-1 0 0,-1 0 0 0 0,1 0 0 0 0,0 0 1 0 0,0 0-1 0 0,0 0 0 0 0,0 0 1 0 0,0 1-1 0 0,0-1 0 0 0,0 0 1 0 0,-1 3-1 0 0,-16 30-14 0 0,16-28 18 0 0,-19 47 2 0 0,2 0-1 0 0,3 2 1 0 0,-15 89 0 0 0,17-73-31 0 0,13-68-15 0 0,-11 62-881 0 0,11-23-4790 0 0,2-31 2551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24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1116 0 0,'0'0'1550'0'0,"-3"3"-293"0"0,1 0 1 0 0,0 1 0 0 0,0-1 0 0 0,0 1-1 0 0,-2 5 1 0 0,5-8-1197 0 0,0 1 0 0 0,0-1-1 0 0,0 0 1 0 0,1 1 0 0 0,-1-1 0 0 0,0 0-1 0 0,1 0 1 0 0,-1 0 0 0 0,0 0-1 0 0,1 0 1 0 0,0 0 0 0 0,-1-1 0 0 0,1 1-1 0 0,-1 0 1 0 0,1-1 0 0 0,0 1 0 0 0,2 0-1 0 0,36 4 338 0 0,-21-3-291 0 0,-3-1-104 0 0,0 0 0 0 0,0-1 0 0 0,24-4 0 0 0,-6 2-923 0 0,12 1-4455 0 0,-30 1 2252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24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38 1612 0 0,'-10'7'1432'0'0,"1"-2"544"0"0,-5 2-679 0 0,8 0 371 0 0,33-9-1436 0 0,-11-3-12 0 0,4 0-84 0 0,4 0-68 0 0,5-4-388 0 0,-1 2-280 0 0,1-3-512 0 0,2 0-957 0 0,-2 0-67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27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59 155 608 0 0,'-10'-23'5371'0'0,"8"18"-5003"0"0,0 0-1 0 0,0-1 0 0 0,1 1 0 0 0,0 0 1 0 0,0-1-1 0 0,0 1 0 0 0,1-1 1 0 0,0 1-1 0 0,0-1 0 0 0,1-7 1 0 0,-1 10-337 0 0,1 0 1 0 0,-1 0 0 0 0,1 0 0 0 0,-1 0 0 0 0,1 0 0 0 0,0 0 0 0 0,0 0 0 0 0,1 1 0 0 0,-1-1-1 0 0,0 0 1 0 0,1 1 0 0 0,0-1 0 0 0,-1 1 0 0 0,1-1 0 0 0,0 1 0 0 0,0 0 0 0 0,0 0 0 0 0,1 0-1 0 0,-1 0 1 0 0,0 0 0 0 0,1 1 0 0 0,4-3 0 0 0,-4 3-31 0 0,1 0-1 0 0,0 0 1 0 0,-1 0 0 0 0,1 0-1 0 0,0 1 1 0 0,0-1 0 0 0,0 1-1 0 0,0 0 1 0 0,0 0 0 0 0,-1 1 0 0 0,1-1-1 0 0,0 1 1 0 0,0 0 0 0 0,0 0-1 0 0,-1 0 1 0 0,1 0 0 0 0,-1 1-1 0 0,1-1 1 0 0,-1 1 0 0 0,1 0-1 0 0,-1 0 1 0 0,0 0 0 0 0,0 1 0 0 0,0-1-1 0 0,0 1 1 0 0,0 0 0 0 0,-1 0-1 0 0,1 0 1 0 0,3 5 0 0 0,-1 2-10 0 0,0-1 1 0 0,-1 1-1 0 0,0 0 1 0 0,-1 1-1 0 0,0-1 1 0 0,0 1-1 0 0,-1-1 1 0 0,0 1-1 0 0,-1 0 1 0 0,0 0-1 0 0,-1-1 0 0 0,0 1 1 0 0,-1 0-1 0 0,0 0 1 0 0,-4 15-1 0 0,-3 10 9 0 0,-2 0-1 0 0,-1-1 1 0 0,-19 40-1 0 0,-83 144 51 0 0,80-160-28 0 0,26-40 196 0 0,7-19-211 0 0,0 0 0 0 0,0 0 0 0 0,0 1 0 0 0,1-1 0 0 0,-1 0 0 0 0,0 0 0 0 0,0 0 0 0 0,0 1 0 0 0,0-1 0 0 0,0 0 0 0 0,0 0 0 0 0,1 1 0 0 0,-1-1 0 0 0,0 0 0 0 0,0 0 0 0 0,0 0 0 0 0,0 0 0 0 0,1 1 0 0 0,-1-1 0 0 0,0 0 0 0 0,0 0 0 0 0,1 0 0 0 0,-1 0 0 0 0,0 0 0 0 0,0 0 0 0 0,0 0 0 0 0,1 0 0 0 0,-1 0 0 0 0,0 0 0 0 0,0 1 0 0 0,1-1 0 0 0,-1 0 0 0 0,0 0 0 0 0,0 0 0 0 0,1-1 0 0 0,-1 1 0 0 0,0 0 0 0 0,5-1 58 0 0,0 0 0 0 0,0-1 0 0 0,0 1 1 0 0,9-6-1 0 0,-1 2-146 0 0,161-61-692 0 0,-57 24-4279 0 0,-75 28 1845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27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64 115 1464 0 0,'-41'10'5304'0'0,"39"-10"-4694"0"0,0 1-107 0 0,-17 8 1272 0 0,34-11-615 0 0,36-11-354 0 0,180-64 162 0 0,-133 41-3171 0 0,-75 29-2120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27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26 2328 0 0,'-39'-25'7622'0'0,"37"24"-6851"0"0,1 1-745 0 0,0 0-1 0 0,1 1 1 0 0,-1-1 0 0 0,1 0 0 0 0,-1 0 0 0 0,0 1-1 0 0,1-1 1 0 0,-1 0 0 0 0,1 1 0 0 0,-1-1-1 0 0,1 0 1 0 0,-1 1 0 0 0,1-1 0 0 0,-1 1-1 0 0,1-1 1 0 0,-1 1 0 0 0,1-1 0 0 0,-1 1-1 0 0,8 99 1014 0 0,0-14-780 0 0,-6 24-75 0 0,5 70-869 0 0,-5-164-67 0 0,5 29-4546 0 0,-1-34 1745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28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47 147 956 0 0,'5'-48'7182'0'0,"-4"41"-6585"0"0,1 1 0 0 0,0-1 1 0 0,0 1-1 0 0,6-11 0 0 0,-6 13-510 0 0,1 0 0 0 0,-1 0-1 0 0,1 0 1 0 0,0 0 0 0 0,1 1 0 0 0,-1-1 0 0 0,0 1 0 0 0,1 0 0 0 0,0 0 0 0 0,0 0 0 0 0,0 1 0 0 0,0-1 0 0 0,0 1-1 0 0,1 0 1 0 0,-1 0 0 0 0,10-3 0 0 0,-8 5-39 0 0,30 1 83 0 0,-23 4-101 0 0,-3-1-11 0 0,-6-2-9 0 0,0 0-1 0 0,1 0 0 0 0,-1 0 1 0 0,0 1-1 0 0,0-1 1 0 0,-1 1-1 0 0,1 0 0 0 0,-1 0 1 0 0,1 0-1 0 0,-1 1 1 0 0,0-1-1 0 0,0 1 0 0 0,0 0 1 0 0,3 6-1 0 0,-3-4-8 0 0,-1 0 0 0 0,1 0 0 0 0,-1 1 0 0 0,-1-1 1 0 0,1 0-1 0 0,-1 1 0 0 0,0-1 0 0 0,-1 1 0 0 0,0 8 0 0 0,-1 4 5 0 0,-1-1-1 0 0,-1 0 1 0 0,-1 0 0 0 0,-1 0 0 0 0,0-1-1 0 0,-11 25 1 0 0,-8 6 181 0 0,-2-1-1 0 0,-2-1 0 0 0,-38 48 1 0 0,-13 21 411 0 0,73-107-546 0 0,-2 7 35 0 0,8-15-80 0 0,-1 1-1 0 0,1-1 1 0 0,0 0 0 0 0,0 1-1 0 0,0-1 1 0 0,0 1-1 0 0,0-1 1 0 0,0 1 0 0 0,0-1-1 0 0,0 1 1 0 0,0-1-1 0 0,0 1 1 0 0,0-1 0 0 0,1 0-1 0 0,-1 1 1 0 0,0-1 0 0 0,0 1-1 0 0,0-1 1 0 0,1 0-1 0 0,-1 1 1 0 0,0-1 0 0 0,0 1-1 0 0,1-1 1 0 0,-1 0 0 0 0,0 1-1 0 0,1-1 1 0 0,-1 0-1 0 0,1 1 1 0 0,5-1 32 0 0,337-91-649 0 0,-184 44-1138 0 0,99-26-4304 0 0,-167 48 2131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30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84 1260 0 0,'7'-35'8261'0'0,"-5"17"-6830"0"0,-2 16-888 0 0,0-26 1641 0 0,1 34-2217 0 0,1 1-1 0 0,-2-1 0 0 0,1 1 1 0 0,-1 0-1 0 0,0-1 0 0 0,-1 1 1 0 0,1 0-1 0 0,-4 11 0 0 0,-18 58-59 0 0,9-32 93 0 0,0 5 19 0 0,-17 70-17 0 0,29-115 3 0 0,1-1 0 0 0,0 1 0 0 0,0 0 0 0 0,0 0 0 0 0,0 0 0 0 0,1 0 0 0 0,-1 0 0 0 0,1 0-1 0 0,0 0 1 0 0,0 0 0 0 0,0-1 0 0 0,1 1 0 0 0,2 5 0 0 0,-2-7 2 0 0,0-1 0 0 0,-1 1 0 0 0,1-1-1 0 0,0 1 1 0 0,0-1 0 0 0,0 0 0 0 0,0 0 0 0 0,0 0-1 0 0,0 0 1 0 0,0 0 0 0 0,1-1 0 0 0,-1 1 0 0 0,4 0-1 0 0,-3 0 3 0 0,6 0 6 0 0,1 0 0 0 0,0-1 0 0 0,-1 0-1 0 0,1-1 1 0 0,0 1 0 0 0,-1-2 0 0 0,1 0 0 0 0,0 0-1 0 0,12-5 1 0 0,-12 4-17 0 0,-1 0 0 0 0,0-1-1 0 0,-1 0 1 0 0,1-1 0 0 0,-1 0 0 0 0,1 0-1 0 0,-2 0 1 0 0,1-1 0 0 0,-1-1-1 0 0,1 1 1 0 0,-2-1 0 0 0,1 0 0 0 0,8-13-1 0 0,-9 10 35 0 0,0 0-1 0 0,-1 0 1 0 0,-1 0-1 0 0,1 0 1 0 0,-2-1-1 0 0,1 0 0 0 0,-2 0 1 0 0,1 0-1 0 0,-2 0 1 0 0,1 0-1 0 0,-1-19 1 0 0,-1 30-23 0 0,-1-17-30 0 0,-1 13-36 0 0,-1 12-24 0 0,-6 51 224 0 0,-1 103 0 0 0,8-98 143 0 0,-14 90 1 0 0,10-124-467 0 0,-5 31-1519 0 0,5-17-5409 0 0,5-31 3819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5:30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20 788 0 0,'0'0'652'0'0,"4"-11"-324"0"0,1 3-1024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30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8 76 0 0,'0'0'4388'0'0,"-5"-7"-6257"0"0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3:34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1 920 0 0,'0'0'2839'0'0,"-19"11"2707"0"0,11-3-4172 0 0,6-6-1060 0 0,0 0 1 0 0,0-1-1 0 0,0 1 0 0 0,0 0 1 0 0,0 0-1 0 0,1 1 0 0 0,-1-1 1 0 0,1 0-1 0 0,-2 4 1 0 0,2-4-86 0 0,1-2-228 0 0,0 0-1 0 0,0 0 1 0 0,0 0 0 0 0,0 0-1 0 0,-1 0 1 0 0,1 0 0 0 0,0 0-1 0 0,0 0 1 0 0,0 0 0 0 0,0 0-1 0 0,0 0 1 0 0,-1 0 0 0 0,1 0 0 0 0,0 0-1 0 0,0 0 1 0 0,0 0 0 0 0,0 0-1 0 0,0 0 1 0 0,0 1 0 0 0,0-1-1 0 0,-1 0 1 0 0,1 0 0 0 0,0 0-1 0 0,0 0 1 0 0,0 0 0 0 0,0 0-1 0 0,0 0 1 0 0,0 1 0 0 0,0-1-1 0 0,0 0 1 0 0,0 0 0 0 0,0 0-1 0 0,0 0 1 0 0,0 0 0 0 0,0 1 0 0 0,0-1-1 0 0,0 0 1 0 0,0 0 0 0 0,0 0-1 0 0,0 0 1 0 0,0 0 0 0 0,0 1-1 0 0,0-1 1 0 0,0 0 0 0 0,0 0-1 0 0,0 0 1 0 0,0 0 0 0 0,0 0-1 0 0,0 0 1 0 0,0 1 0 0 0,0-1-1 0 0,0 0 1 0 0,1 0 0 0 0,-1 1 0 0 0,0-1 1 0 0,1 1-1 0 0,-1-1 1 0 0,1 1-1 0 0,-1-1 1 0 0,1 1-1 0 0,-1-1 1 0 0,1 0-1 0 0,-1 1 1 0 0,1-1-1 0 0,-1 1 0 0 0,1-1 1 0 0,-1 0-1 0 0,1 0 1 0 0,0 1-1 0 0,-1-1 1 0 0,2 0-1 0 0,114 30 44 0 0,-4 0-34 0 0,361 48 20 0 0,-398-67-24 0 0,351 30 41 0 0,2-22-39 0 0,-128-7 17 0 0,237-2-15 0 0,-145-6-1 0 0,178-11 10 0 0,-155-1-22 0 0,104 4 63 0 0,385 4 332 0 0,-395 1-174 0 0,-3 0-105 0 0,-127 6-63 0 0,695 22 99 0 0,-479-12-115 0 0,-469-14-15 0 0,274 9-3 0 0,542 3 23 0 0,-483-22-42 0 0,354-9-4 0 0,354 11 25 0 0,55 43 2 0 0,174-13-4 0 0,-594-33-28 0 0,225-16-10 0 0,-858 19 20 0 0,168-5 3 0 0,409-18 3 0 0,354-31-36 0 0,-351 27-27 0 0,-174 9 16 0 0,964-13-4 0 0,-1523 36 46 0 0,990 4-78 0 0,233 52 34 0 0,-931-37 36 0 0,1975 52-54 0 0,-2058-68 49 0 0,1355-12-94 0 0,-600-42 303 0 0,-562 9 12 0 0,-94 8-2102 0 0,-107 20-4203 0 0,-144 11 1123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4:16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6 452 0 0,'0'0'1340'0'0,"7"-6"-1188"0"0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4:16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1608 0 0,'0'0'4237'0'0,"5"-7"-4557"0"0,3-2-2801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4:43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1 436 0 0,'0'0'1556'0'0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4:46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1 172 0 0,'0'0'2888'0'0,"-8"7"-2924"0"0,1-2-1872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4:4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2 296 0 0,'-8'6'4512'0'0,"-1"-13"-6916"0"0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4:47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36 0 0,'0'0'-16'0'0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5:17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7 152 0 0,'0'0'1100'0'0,"5"-7"-1092"0"0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5:18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2 459 1040 0 0,'0'0'7923'0'0,"0"0"-7835"0"0,1 0-1 0 0,-1 0 0 0 0,0 1 0 0 0,0-1 0 0 0,1 0 0 0 0,-1 1 0 0 0,0-1 0 0 0,0 0 0 0 0,1 1 0 0 0,-1-1 0 0 0,0 0 0 0 0,0 1 0 0 0,0-1 0 0 0,1 0 0 0 0,-1 1 0 0 0,0-1 0 0 0,0 1 0 0 0,0-1 0 0 0,0 0 0 0 0,0 1 0 0 0,0 0 0 0 0,-1 0-83 0 0,1-1 0 0 0,0 1 0 0 0,-1-1 0 0 0,1 0 0 0 0,0 0 0 0 0,-1 1 0 0 0,1-1 0 0 0,0 0 0 0 0,0 1-1 0 0,-1-1 1 0 0,1 1 0 0 0,0-1 0 0 0,0 0 0 0 0,0 1 0 0 0,-1-1 0 0 0,1 1 0 0 0,0-1 0 0 0,0 0-1 0 0,0 1 1 0 0,0-1 0 0 0,0 1 0 0 0,0-1 0 0 0,0 1 0 0 0,0-1 0 0 0,0 0 0 0 0,0 1 0 0 0,0-1 0 0 0,0 1-1 0 0,1 1 917 0 0,2-3-705 0 0,13-4-75 0 0,0-1 0 0 0,0-1 0 0 0,0-1 0 0 0,-1 0-1 0 0,0-1 1 0 0,14-11 0 0 0,15-8-75 0 0,113-66-230 0 0,125-70 387 0 0,-89 64-3075 0 0,-142 78-1505 0 0,-31 13 746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5:20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27 1348 0 0,'0'0'2770'0'0,"-4"-16"3621"0"0,4 10-6762 0 0,0 4 425 0 0,2-1 431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5:21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5 512 0 0,'0'0'1644'0'0,"15"-3"-1920"0"0,0 1-760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5:21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1140 0 0,'0'0'1872'0'0,"14"-5"-984"0"0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5:21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1140 0 0,'0'0'1436'0'0,"-8"7"300"0"0,1-1-912 0 0,2 1-684 0 0,1 0-1376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5:22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1096 0 0,'0'0'2516'0'0,"-14"0"-1700"0"0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07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304 110 392 0 0,'-23'-63'8753'0'0,"19"55"-7712"0"0,0 1 0 0 0,-1 0 1 0 0,0 0-1 0 0,-6-7 0 0 0,10 14-1016 0 0,1-1 1 0 0,0 1-1 0 0,0 0 0 0 0,-1 0 0 0 0,1 0 0 0 0,0-1 0 0 0,0 1 0 0 0,-1 0 1 0 0,1 0-1 0 0,0 0 0 0 0,-1-1 0 0 0,1 1 0 0 0,0 0 0 0 0,-1 0 0 0 0,1 0 1 0 0,0 0-1 0 0,-1 0 0 0 0,1 0 0 0 0,0 0 0 0 0,-1 0 0 0 0,1 0 0 0 0,0 0 1 0 0,-1 0-1 0 0,1 0 0 0 0,0 0 0 0 0,-1 0 0 0 0,1 0 0 0 0,0 0 0 0 0,-1 0 1 0 0,1 0-1 0 0,0 1 0 0 0,-1-1 0 0 0,1 0 0 0 0,0 0 0 0 0,-1 1 0 0 0,-8 13 343 0 0,-2 21-121 0 0,-54 327 960 0 0,32-175-892 0 0,20-107-188 0 0,-4-1 0 0 0,-37 105 0 0 0,52-178-763 0 0,-1 1 0 0 0,0-2 0 0 0,0 1 0 0 0,-1 0 0 0 0,-7 9 0 0 0,0-10-1842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08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69 321 872 0 0,'-2'-13'1076'0'0,"1"1"-1"0"0,1-1 0 0 0,0 0 1 0 0,1 0-1 0 0,0 0 1 0 0,5-21-1 0 0,-3 26-840 0 0,0-1-1 0 0,0 1 0 0 0,1 0 1 0 0,-1 0-1 0 0,2 1 0 0 0,-1-1 1 0 0,1 1-1 0 0,0 0 1 0 0,1 0-1 0 0,11-11 0 0 0,-2 6 9 0 0,0 0 0 0 0,0 1 0 0 0,1 1 0 0 0,0 0-1 0 0,1 1 1 0 0,0 0 0 0 0,1 2 0 0 0,33-10-1 0 0,-35 12-170 0 0,1 1-1 0 0,0 1 0 0 0,0 1 0 0 0,1 0 0 0 0,-1 1 0 0 0,0 1 0 0 0,1 0 0 0 0,-1 2 0 0 0,32 6 1 0 0,-45-7-53 0 0,0 0 0 0 0,0 0 1 0 0,0 0-1 0 0,0 1 1 0 0,-1 0-1 0 0,1 0 0 0 0,0 0 1 0 0,-1 0-1 0 0,0 0 1 0 0,1 1-1 0 0,-1-1 1 0 0,0 1-1 0 0,0 0 0 0 0,0 0 1 0 0,-1 0-1 0 0,1 0 1 0 0,3 7-1 0 0,-4-6-2 0 0,0 1-1 0 0,0 0 1 0 0,-1 1 0 0 0,0-1-1 0 0,0 0 1 0 0,0 0-1 0 0,0 0 1 0 0,-1 1 0 0 0,0-1-1 0 0,0 0 1 0 0,0 1 0 0 0,-2 5-1 0 0,-1 6 16 0 0,-1-1-1 0 0,-1 1 0 0 0,-1-1 1 0 0,0 1-1 0 0,-1-2 1 0 0,-1 1-1 0 0,-12 18 0 0 0,2-7 18 0 0,-2-1 0 0 0,0-1 0 0 0,-1-1 0 0 0,-1-1 0 0 0,-2-1 0 0 0,-35 27 0 0 0,48-42 3 0 0,-1 0 0 0 0,-19 8 1 0 0,29-15-12 0 0,-1 0-1 0 0,-7-1 28 0 0,7 1-15 0 0,-1-9 228 0 0,5 6-221 0 0,1 0 0 0 0,1 0-1 0 0,-1 0 1 0 0,0 0 0 0 0,1 1 0 0 0,-1-1-1 0 0,1 0 1 0 0,0 1 0 0 0,0 0 0 0 0,0 0 0 0 0,0 0-1 0 0,0 0 1 0 0,1 0 0 0 0,-1 1 0 0 0,1-1-1 0 0,5-1 1 0 0,5-1 59 0 0,0 0 1 0 0,27-3-1 0 0,-31 6-100 0 0,-1 0-1 0 0,1 1 1 0 0,0 0 0 0 0,-1 1-1 0 0,1 0 1 0 0,0 1-1 0 0,-1 0 1 0 0,0 0-1 0 0,1 1 1 0 0,-1 0-1 0 0,0 1 1 0 0,0 0 0 0 0,-1 0-1 0 0,1 1 1 0 0,-1 0-1 0 0,15 13 1 0 0,-17-14 4 0 0,-1 1 0 0 0,0 0 0 0 0,0 1 0 0 0,-1 0 1 0 0,1-1-1 0 0,-1 1 0 0 0,0 1 0 0 0,-1-1 0 0 0,1 0 0 0 0,-1 1 0 0 0,-1 0 0 0 0,1 0 0 0 0,-1 0 1 0 0,0 0-1 0 0,-1 0 0 0 0,0 0 0 0 0,0 0 0 0 0,0 0 0 0 0,-1 1 0 0 0,0-1 0 0 0,0 0 1 0 0,-3 11-1 0 0,-1 0 20 0 0,0-1 1 0 0,-2 1 0 0 0,0-1 0 0 0,-1 0 0 0 0,-1-1 0 0 0,0 0-1 0 0,-1 0 1 0 0,-1 0 0 0 0,0-1 0 0 0,-1-1 0 0 0,-19 19 0 0 0,21-23-8 0 0,-1-1 0 0 0,-1 0 1 0 0,1-1-1 0 0,-1-1 1 0 0,0 1-1 0 0,-1-1 0 0 0,0-1 1 0 0,0-1-1 0 0,0 1 1 0 0,-1-2-1 0 0,0 0 0 0 0,0 0 1 0 0,0-1-1 0 0,0-1 1 0 0,0 0-1 0 0,-16 0 0 0 0,9-2-26 0 0,0-2-1 0 0,0 0 0 0 0,0-1 0 0 0,1 0 0 0 0,-1-2 0 0 0,1-1 0 0 0,0 0 0 0 0,0-1 1 0 0,1-1-1 0 0,0-1 0 0 0,0 0 0 0 0,-27-21 0 0 0,44 30-75 0 0,0-1-1 0 0,0 1 1 0 0,0-1-1 0 0,0 0 1 0 0,1 1-1 0 0,-1-1 1 0 0,0 0-1 0 0,0 1 1 0 0,0-1-1 0 0,1 0 1 0 0,-1 0-1 0 0,0 0 1 0 0,1 0-1 0 0,-1 0 1 0 0,1 0-1 0 0,-1 0 1 0 0,1 0-1 0 0,-1 0 1 0 0,1 0-1 0 0,0 0 1 0 0,0 0-1 0 0,-1 0 1 0 0,1 0 0 0 0,0 0-1 0 0,0 0 1 0 0,0 0-1 0 0,0 0 1 0 0,0-1-1 0 0,0 1 1 0 0,0 0-1 0 0,1 0 1 0 0,-1 0-1 0 0,0 0 1 0 0,1 0-1 0 0,-1 0 1 0 0,0 0-1 0 0,1 0 1 0 0,0 0-1 0 0,-1 0 1 0 0,1 0-1 0 0,-1 0 1 0 0,1 1-1 0 0,0-1 1 0 0,0 0-1 0 0,-1 0 1 0 0,1 1-1 0 0,0-1 1 0 0,0 0-1 0 0,0 1 1 0 0,0-1-1 0 0,2 0 1 0 0,4-3-967 0 0,0 0 1 0 0,0 1-1 0 0,0 0 1 0 0,0 0-1 0 0,12-2 1 0 0,-4 2-2023 0 0,1 1-993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09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246 172 2264 0 0,'3'-3'919'0'0,"1"-1"-1"0"0,-1 0 0 0 0,0 1 1 0 0,-1-1-1 0 0,1 0 0 0 0,0 0 1 0 0,-1-1-1 0 0,0 1 0 0 0,2-7 1 0 0,-3 9-767 0 0,-1 0 0 0 0,0 1 0 0 0,1-1 0 0 0,-1 0 0 0 0,0 0 0 0 0,0 1 0 0 0,0-1 0 0 0,0 0 0 0 0,0 0 0 0 0,-1 1 0 0 0,1-1 0 0 0,0 0 0 0 0,-1 0 0 0 0,0 1 0 0 0,1-1 0 0 0,-1 1 0 0 0,0-1 0 0 0,0 0 0 0 0,0 1 0 0 0,0-1 0 0 0,0 1 0 0 0,0 0 0 0 0,0-1 0 0 0,0 1-1 0 0,0 0 1 0 0,-1 0 0 0 0,1 0 0 0 0,-1 0 0 0 0,-1-1 0 0 0,1 1-103 0 0,-1 0-1 0 0,0 0 0 0 0,0 0 0 0 0,1 0 0 0 0,-1 1 0 0 0,0-1 0 0 0,0 1 0 0 0,0 0 1 0 0,0 0-1 0 0,0 0 0 0 0,1 0 0 0 0,-1 1 0 0 0,0-1 0 0 0,0 1 0 0 0,0 0 0 0 0,-3 1 1 0 0,-6 3-5 0 0,0 0-1 0 0,0 2 1 0 0,1-1 0 0 0,0 1 0 0 0,0 1 0 0 0,0 0 0 0 0,1 0 0 0 0,1 1 0 0 0,-1 1 0 0 0,2-1 0 0 0,-11 15 0 0 0,10-11-34 0 0,1-1 1 0 0,0 1-1 0 0,1 1 0 0 0,0-1 1 0 0,1 1-1 0 0,1 0 0 0 0,0 1 1 0 0,1-1-1 0 0,-4 26 0 0 0,7-35-13 0 0,1 0 0 0 0,0 1-1 0 0,0-1 1 0 0,0 0 0 0 0,1 0-1 0 0,0 1 1 0 0,0-1 0 0 0,0 0 0 0 0,3 8-1 0 0,-3-10 6 0 0,0-1-1 0 0,0 0 1 0 0,1 0-1 0 0,-1 0 1 0 0,0 0-1 0 0,1-1 1 0 0,-1 1 0 0 0,1 0-1 0 0,-1 0 1 0 0,1-1-1 0 0,0 1 1 0 0,0-1-1 0 0,0 0 1 0 0,0 1-1 0 0,0-1 1 0 0,0 0-1 0 0,0 0 1 0 0,0 0 0 0 0,0-1-1 0 0,1 1 1 0 0,-1 0-1 0 0,0-1 1 0 0,0 1-1 0 0,1-1 1 0 0,-1 0-1 0 0,4 0 1 0 0,2 0 7 0 0,1-1 0 0 0,-1 0-1 0 0,0-1 1 0 0,0 1 0 0 0,1-2 0 0 0,-1 1 0 0 0,0-1 0 0 0,-1 0-1 0 0,1-1 1 0 0,-1 0 0 0 0,1 0 0 0 0,-1 0 0 0 0,0-1 0 0 0,-1 0-1 0 0,12-11 1 0 0,-6 3-7 0 0,-1 0 0 0 0,0 0-1 0 0,-1-1 1 0 0,0 0 0 0 0,-1-1 0 0 0,-1 0 0 0 0,7-18-1 0 0,13-28 663 0 0,-27 59-436 0 0,0 2-222 0 0,-1 1-1 0 0,0-1 1 0 0,0 0-1 0 0,1 0 1 0 0,-1 1-1 0 0,0-1 0 0 0,1 0 1 0 0,-1 0-1 0 0,0 1 1 0 0,0-1-1 0 0,0 0 1 0 0,1 1-1 0 0,-1-1 0 0 0,0 0 1 0 0,0 1-1 0 0,0-1 1 0 0,0 0-1 0 0,0 1 1 0 0,0-1-1 0 0,0 0 1 0 0,1 1-1 0 0,-1-1 0 0 0,0 1 1 0 0,0-1-1 0 0,0 0 1 0 0,0 1-1 0 0,-1-1 1 0 0,1 0-1 0 0,0 1 0 0 0,0-1 1 0 0,0 0-1 0 0,0 1 1 0 0,0-1-1 0 0,0 0 1 0 0,-1 1-1 0 0,-1 12 49 0 0,-11 39 132 0 0,5-27-148 0 0,2 0 0 0 0,1 0 0 0 0,1 1 0 0 0,1 0 0 0 0,0 40 0 0 0,3-62-36 0 0,1-1 1 0 0,-1 0-1 0 0,1 0 1 0 0,0 1-1 0 0,0-1 1 0 0,0 0-1 0 0,0 0 1 0 0,0 0-1 0 0,1 0 1 0 0,-1 0-1 0 0,1 0 1 0 0,0 0-1 0 0,0 0 1 0 0,0-1-1 0 0,0 1 1 0 0,0-1-1 0 0,4 4 1 0 0,-4-5 1 0 0,0 0 0 0 0,1 1 0 0 0,-1-1 0 0 0,0 0-1 0 0,1 0 1 0 0,-1 0 0 0 0,0-1 0 0 0,1 1 0 0 0,-1 0 0 0 0,1-1 0 0 0,0 0 0 0 0,-1 0 0 0 0,1 1 0 0 0,-1-2 0 0 0,1 1 0 0 0,-1 0 0 0 0,1 0 0 0 0,0-1-1 0 0,-1 1 1 0 0,0-1 0 0 0,1 0 0 0 0,-1 0 0 0 0,4-1 0 0 0,20-11 1 0 0,-1-1 0 0 0,0-1-1 0 0,-1-2 1 0 0,-1 0 0 0 0,-1-1 0 0 0,31-32-1 0 0,-22 17-20 0 0,-2-1 0 0 0,-1-1-1 0 0,34-58 1 0 0,-53 76 24 0 0,0 0 0 0 0,9-24-1 0 0,-16 35 1 0 0,0-1 0 0 0,0 0-1 0 0,0 0 1 0 0,-1 0 0 0 0,0 0-1 0 0,0 0 1 0 0,0 0 0 0 0,-1 0-1 0 0,-1-9 1 0 0,1 13 0 0 0,0 2-9 0 0,0 0 1 0 0,0 0 0 0 0,-1 0-1 0 0,1 0 1 0 0,0 0-1 0 0,0 0 1 0 0,0 0-1 0 0,-1 0 1 0 0,1 1 0 0 0,0-1-1 0 0,-1 0 1 0 0,1 0-1 0 0,-1 0 1 0 0,1 0-1 0 0,-1 0 1 0 0,1 0 0 0 0,-1 1-1 0 0,0-1 1 0 0,1 0-1 0 0,-1 0 1 0 0,0 1-1 0 0,0-1 1 0 0,0 1 0 0 0,1-1-1 0 0,-1 0 1 0 0,0 1-1 0 0,0 0 1 0 0,0-1-1 0 0,0 1 1 0 0,0 0-1 0 0,0-1 1 0 0,0 1 0 0 0,0 0-1 0 0,0 0 1 0 0,0 0-1 0 0,0 0 1 0 0,0 0-1 0 0,0 0 1 0 0,0 0 0 0 0,-2 0-1 0 0,1 0 1 0 0,-1 1 1 0 0,0-1-1 0 0,0 1 1 0 0,0 0-1 0 0,1 0 0 0 0,-1 0 1 0 0,0 0-1 0 0,1 0 1 0 0,-1 1-1 0 0,1-1 0 0 0,0 1 1 0 0,-1 0-1 0 0,1 0 1 0 0,0-1-1 0 0,0 1 0 0 0,0 0 1 0 0,0 1-1 0 0,0-1 1 0 0,-1 4-1 0 0,-1-1-2 0 0,1 0 0 0 0,0 1-1 0 0,1 0 1 0 0,-1-1 0 0 0,1 1 0 0 0,1 0 0 0 0,-3 10 0 0 0,4-13-1 0 0,0 0 1 0 0,0 0-1 0 0,0 0 1 0 0,0 0 0 0 0,1-1-1 0 0,-1 1 1 0 0,1 0-1 0 0,0 0 1 0 0,0 0 0 0 0,0 0-1 0 0,0-1 1 0 0,0 1-1 0 0,1 0 1 0 0,-1-1-1 0 0,2 3 1 0 0,29 32-17 0 0,-19-25 15 0 0,1-1-1 0 0,16 11 0 0 0,-21-17 11 0 0,-1 0 1 0 0,0 1-1 0 0,0 0 0 0 0,-1 1 0 0 0,0-1 0 0 0,0 1 1 0 0,0 1-1 0 0,-1-1 0 0 0,0 1 0 0 0,9 16 0 0 0,-14-21 15 0 0,0 0 0 0 0,0 0 0 0 0,0 1 0 0 0,-1-1-1 0 0,1 0 1 0 0,-1 1 0 0 0,0-1 0 0 0,0 1-1 0 0,0-1 1 0 0,0 0 0 0 0,0 1 0 0 0,-1-1 0 0 0,0 0-1 0 0,0 1 1 0 0,0-1 0 0 0,0 0 0 0 0,0 0-1 0 0,0 0 1 0 0,-1 0 0 0 0,1 0 0 0 0,-1 0 0 0 0,0 0-1 0 0,0 0 1 0 0,0-1 0 0 0,-1 1 0 0 0,1-1-1 0 0,0 1 1 0 0,-1-1 0 0 0,-3 2 0 0 0,-1 2 53 0 0,0-1 1 0 0,-1 1 0 0 0,0-1-1 0 0,0-1 1 0 0,0 0 0 0 0,0 0 0 0 0,-1-1-1 0 0,1 0 1 0 0,-15 3 0 0 0,11-4-118 0 0,0 0 0 0 0,0-1 0 0 0,0-1 0 0 0,-1 0 0 0 0,1-1 0 0 0,0-1 0 0 0,0 1 1 0 0,0-2-1 0 0,0 0 0 0 0,1 0 0 0 0,-1-1 0 0 0,-15-7 0 0 0,26 10-552 0 0,5-7-1693 0 0,-4 7 2117 0 0,0 0-1 0 0,0 1 0 0 0,1-1 1 0 0,-1 1-1 0 0,0-1 0 0 0,0 0 1 0 0,1 1-1 0 0,-1-1 0 0 0,0 1 1 0 0,1-1-1 0 0,-1 1 0 0 0,0-1 1 0 0,1 1-1 0 0,-1-1 1 0 0,1 1-1 0 0,-1-1 0 0 0,1 1 1 0 0,-1 0-1 0 0,1-1 0 0 0,-1 1 1 0 0,2-1-1 0 0,18-10-5661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09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78 860 0 0,'14'-51'16509'0'0,"-8"25"-9870"0"0,1 64-4881 0 0,-6 7-1177 0 0,-7 74 0 0 0,1-53-523 0 0,4-56-296 0 0,0 41-2974 0 0,7-20-2661 0 0,-5-30 5682 0 0,-1 0 0 0 0,0-1 0 0 0,1 1 0 0 0,-1 0 0 0 0,1-1 0 0 0,-1 1 0 0 0,1 0 1 0 0,0-1-1 0 0,-1 1 0 0 0,1-1 0 0 0,0 1 0 0 0,-1-1 0 0 0,1 1 0 0 0,0-1 0 0 0,0 0 0 0 0,-1 1 0 0 0,1-1 0 0 0,0 0 0 0 0,0 0 0 0 0,-1 1 0 0 0,1-1 0 0 0,0 0 1 0 0,0 0-1 0 0,0 0 0 0 0,0 0 0 0 0,-1 0 0 0 0,1 0 0 0 0,0 0 0 0 0,0 0 0 0 0,1-1 0 0 0,25-7-4757 0 0,-11 0 556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09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95 1008 0 0,'31'-85'16150'0'0,"-31"84"-15613"0"0,0 0-486 0 0,1 1-1 0 0,-1 0 1 0 0,0 0 0 0 0,0-1 0 0 0,0 1 0 0 0,0 0-1 0 0,0-1 1 0 0,0 1 0 0 0,0 0 0 0 0,0 0-1 0 0,0-1 1 0 0,0 1 0 0 0,0 0 0 0 0,0-1 0 0 0,0 1-1 0 0,0 0 1 0 0,0 0 0 0 0,0-1 0 0 0,0 1-1 0 0,0 0 1 0 0,0-1 0 0 0,0 1 0 0 0,0 0-1 0 0,-1 0 1 0 0,1-1 0 0 0,0 1 0 0 0,-4 1-34 0 0,0 1 0 0 0,0 0-1 0 0,1 0 1 0 0,-1 0 0 0 0,0 0 0 0 0,1 1 0 0 0,0 0 0 0 0,0-1 0 0 0,0 1 0 0 0,0 0-1 0 0,0 0 1 0 0,0 1 0 0 0,1-1 0 0 0,0 1 0 0 0,-3 3 0 0 0,0 2 16 0 0,1-1 0 0 0,0 1 0 0 0,0 0 0 0 0,1 1 0 0 0,-4 15 0 0 0,6-22-20 0 0,0 1-1 0 0,1-1 1 0 0,-1 0 0 0 0,1 1 0 0 0,0-1 0 0 0,0 0 0 0 0,1 1-1 0 0,-1-1 1 0 0,1 0 0 0 0,-1 1 0 0 0,1-1 0 0 0,0 0-1 0 0,1 0 1 0 0,-1 1 0 0 0,0-1 0 0 0,1 0 0 0 0,-1 0 0 0 0,4 3-1 0 0,0 0 57 0 0,1 0-1 0 0,0 0 0 0 0,0-1 0 0 0,0 0 0 0 0,10 7 1 0 0,13 10 57 0 0,-16-10-74 0 0,-11-11-37 0 0,-1 0 0 0 0,0 1-1 0 0,1-1 1 0 0,-1 0-1 0 0,0 1 1 0 0,1-1-1 0 0,-1 1 1 0 0,0-1 0 0 0,0 1-1 0 0,0 0 1 0 0,-1-1-1 0 0,1 1 1 0 0,0 0-1 0 0,-1 0 1 0 0,1 2 0 0 0,0-2 8 0 0,-1 0 0 0 0,0 0 1 0 0,0-1-1 0 0,0 1 1 0 0,-1 0-1 0 0,1 0 1 0 0,0-1-1 0 0,-1 1 1 0 0,1 0-1 0 0,-1 0 1 0 0,0-1-1 0 0,1 1 1 0 0,-1-1-1 0 0,0 1 0 0 0,0-1 1 0 0,-2 4-1 0 0,-18 18 339 0 0,15-18-331 0 0,1-1 0 0 0,-2 0 0 0 0,1 0-1 0 0,0-1 1 0 0,-1 0 0 0 0,1 0 0 0 0,-1 0 0 0 0,0-1-1 0 0,0 0 1 0 0,0 0 0 0 0,0-1 0 0 0,-1 0 0 0 0,1 0-1 0 0,0 0 1 0 0,0-1 0 0 0,-1 0 0 0 0,-12-3 0 0 0,11 2-563 0 0,0-1 1 0 0,0 0 0 0 0,0-1 0 0 0,0 0-1 0 0,-15-7 1 0 0,17 6-676 0 0,0 0 0 0 0,1 0 0 0 0,-1-1 0 0 0,1 1 0 0 0,0-1 0 0 0,1-1 0 0 0,-7-6 0 0 0,-1-3-5459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10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83 2072 0 0,'28'-69'12227'0'0,"-23"55"-12448"0"0,-17 28-3936 0 0,2-1 811 0 0,-3 0-825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10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233 185 2480 0 0,'-60'24'3636'0'0,"-50"16"3340"0"0,98-36-5628 0 0,1 1 1 0 0,0-1 0 0 0,-17 11 758 0 0,28-14-2068 0 0,0-1 0 0 0,0 1 0 0 0,0-1 0 0 0,0 1 0 0 0,0-1 0 0 0,0 0 1 0 0,0 1-1 0 0,1-1 0 0 0,-1 1 0 0 0,0-1 0 0 0,0 0 0 0 0,0 1 0 0 0,1-1 0 0 0,-1 0 0 0 0,0 1 0 0 0,0-1 0 0 0,1 0 0 0 0,-1 1 0 0 0,0-1 0 0 0,1 0 0 0 0,-1 0 1 0 0,0 1-1 0 0,1-1 0 0 0,-1 0 0 0 0,0 0 0 0 0,1 1 0 0 0,41 3 225 0 0,-1-2 0 0 0,0-2-1 0 0,50-5 1 0 0,-56 3-184 0 0,1387-97 341 0 0,-989 62-358 0 0,880-78-21 0 0,-1101 98-585 0 0,-209 17-147 0 0,16-4-2978 0 0,1-9-5168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11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83 203 1772 0 0,'-55'-31'14035'0'0,"48"27"-12550"0"0,-12-8 632 0 0,19 12-2105 0 0,0 0-1 0 0,0 0 1 0 0,0 0 0 0 0,0 0 0 0 0,-1 0 0 0 0,1 0 0 0 0,0 0-1 0 0,0 0 1 0 0,0 0 0 0 0,0 0 0 0 0,0 0 0 0 0,0-1 0 0 0,0 1-1 0 0,0 0 1 0 0,0 0 0 0 0,0 0 0 0 0,0 0 0 0 0,0 0 0 0 0,0 0-1 0 0,0 0 1 0 0,0-1 0 0 0,0 1 0 0 0,0 0 0 0 0,-1 0 0 0 0,1 0-1 0 0,1 0 1 0 0,-1 0 0 0 0,0 0 0 0 0,0-1 0 0 0,0 1 0 0 0,0 0-1 0 0,0 0 1 0 0,0 0 0 0 0,0 0 0 0 0,0 0 0 0 0,0 0 0 0 0,0 0-1 0 0,0-1 1 0 0,0 1 0 0 0,0 0 0 0 0,0 0 0 0 0,0 0-1 0 0,0 0 1 0 0,0 0 0 0 0,0 0 0 0 0,1 0 0 0 0,12-2-51 0 0,441-10-502 0 0,-452 12 498 0 0,-1 0 1 0 0,1 0-1 0 0,0 0 0 0 0,0-1 1 0 0,0 1-1 0 0,-1-1 0 0 0,1 1 1 0 0,0-1-1 0 0,-1 1 0 0 0,1-1 1 0 0,0 0-1 0 0,-1 0 0 0 0,2-1 1 0 0,-2 2 24 0 0,-1-1 1 0 0,1 1 0 0 0,-1-1-1 0 0,1 0 1 0 0,-1 1 0 0 0,0-1-1 0 0,1 1 1 0 0,-1-1 0 0 0,0 0-1 0 0,0 1 1 0 0,1-1 0 0 0,-1 0-1 0 0,0 1 1 0 0,0-1 0 0 0,0 0-1 0 0,0 0 1 0 0,0 1 0 0 0,0-1-1 0 0,0 0 1 0 0,0 1 0 0 0,0-1-1 0 0,0-1 1 0 0,-2-3-35 0 0,0 0-1 0 0,0 0 1 0 0,-1 1 0 0 0,1-1-1 0 0,-1 1 1 0 0,-6-8 0 0 0,-1-1 9 0 0,1-2 454 0 0,-1 1 1 0 0,-16-18-1 0 0,36 36-73 0 0,6 4 47 0 0,-13-3-317 0 0,1 0 0 0 0,-1 0 0 0 0,1 0 0 0 0,-1 0-1 0 0,-1 1 1 0 0,1-1 0 0 0,-1 1 0 0 0,0-1 0 0 0,0 1 0 0 0,-1 0-1 0 0,0 0 1 0 0,0 0 0 0 0,0 0 0 0 0,0 0 0 0 0,-1 0 0 0 0,0 0-1 0 0,-1 0 1 0 0,1 0 0 0 0,-1 0 0 0 0,0 0 0 0 0,-1 0 0 0 0,-2 7 0 0 0,-4 10-98 0 0,-1 0 0 0 0,-1 0 0 0 0,-1-2 0 0 0,-15 23 1 0 0,-67 89-3235 0 0,22-52-4487 0 0,31-41-179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11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6205 0 0,'0'0'15945'0'0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1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1 709 1644 0 0,'0'12'3624'0'0,"-1"-9"-3410"0"0,1 0 1 0 0,0 1-1 0 0,0-1 1 0 0,0 1-1 0 0,1-1 1 0 0,-1 0 0 0 0,1 1-1 0 0,0-1 1 0 0,0 0-1 0 0,0 0 1 0 0,0 1-1 0 0,0-1 1 0 0,1 0-1 0 0,0 0 1 0 0,-1 0-1 0 0,1-1 1 0 0,0 1-1 0 0,0 0 1 0 0,1-1-1 0 0,-1 1 1 0 0,0-1-1 0 0,1 0 1 0 0,0 0 0 0 0,-1 0-1 0 0,1 0 1 0 0,0 0-1 0 0,0 0 1 0 0,0-1-1 0 0,5 2 1 0 0,-4-2-138 0 0,0-1 0 0 0,0 1 0 0 0,0-1 0 0 0,0 0 1 0 0,0 0-1 0 0,0 0 0 0 0,0-1 0 0 0,1 0 0 0 0,-1 1 0 0 0,0-2 1 0 0,5-1-1 0 0,41-20 279 0 0,-41 18-308 0 0,31-17-11 0 0,-1-2 0 0 0,-1-2-1 0 0,-1-1 1 0 0,-1-2 0 0 0,-2-2 0 0 0,33-37 0 0 0,-2-8-169 0 0,94-143 0 0 0,-131 175 87 0 0,2-2 30 0 0,2 0 0 0 0,38-41 0 0 0,-68 84 9 0 0,0 1-1 0 0,0 0 1 0 0,1 0 0 0 0,-1 0-1 0 0,0 0 1 0 0,1 0 0 0 0,0 1-1 0 0,-1-1 1 0 0,1 1 0 0 0,0-1-1 0 0,0 1 1 0 0,0 0 0 0 0,0 0-1 0 0,0 1 1 0 0,4-2 0 0 0,-5 2 4 0 0,0 1 1 0 0,1-1-1 0 0,-1 0 0 0 0,0 1 1 0 0,0-1-1 0 0,0 1 1 0 0,0-1-1 0 0,0 1 1 0 0,0 0-1 0 0,0 0 1 0 0,0 0-1 0 0,0 0 1 0 0,0 0-1 0 0,-1 0 1 0 0,1 1-1 0 0,0-1 1 0 0,-1 1-1 0 0,1-1 1 0 0,-1 1-1 0 0,1-1 1 0 0,-1 1-1 0 0,2 3 1 0 0,5 8 45 0 0,-1 1 0 0 0,0 0 0 0 0,0 0 0 0 0,-2 1 0 0 0,0 0 0 0 0,0 0 0 0 0,-2 1 0 0 0,4 26 0 0 0,-2 14 155 0 0,-3 59 0 0 0,-2-98-170 0 0,-8 222 508 0 0,8-238-561 0 0,0-1-1 0 0,0 0 1 0 0,0 1-1 0 0,0-1 1 0 0,0 1-1 0 0,0-1 1 0 0,0 1 0 0 0,0-1-1 0 0,0 0 1 0 0,0 1-1 0 0,0-1 1 0 0,0 1 0 0 0,0-1-1 0 0,0 1 1 0 0,-1-1-1 0 0,1 1 1 0 0,0-1 0 0 0,0 0-1 0 0,0 1 1 0 0,-1-1-1 0 0,1 0 1 0 0,0 1-1 0 0,0-1 1 0 0,-1 0 0 0 0,1 1-1 0 0,-1 0 1 0 0,-8-8-563 0 0,-10-26-243 0 0,15 26 684 0 0,-4-4 68 0 0,0 1 1 0 0,-1 0 0 0 0,0 0-1 0 0,0 1 1 0 0,-1 0-1 0 0,0 0 1 0 0,-1 1 0 0 0,1 0-1 0 0,-2 1 1 0 0,1 1-1 0 0,-1 0 1 0 0,0 0 0 0 0,-14-4-1 0 0,9 4 81 0 0,-1 1 0 0 0,0 0 0 0 0,0 2 1 0 0,0 0-1 0 0,0 1 0 0 0,0 0 0 0 0,0 2 0 0 0,-1 0 0 0 0,-18 3 0 0 0,29-2 16 0 0,1 1 0 0 0,-1 0 0 0 0,0 0 0 0 0,1 1 0 0 0,-8 3 0 0 0,12-4-2 0 0,0-1 0 0 0,1 1-1 0 0,-1-1 1 0 0,0 1 0 0 0,1 0 0 0 0,-1 0 0 0 0,1 0-1 0 0,-1 1 1 0 0,1-1 0 0 0,0 0 0 0 0,0 1 0 0 0,0-1-1 0 0,0 1 1 0 0,-2 4 0 0 0,4-6-10 0 0,0 0 0 0 0,-1 0 0 0 0,1 1 0 0 0,0-1-1 0 0,0 0 1 0 0,0 1 0 0 0,0-1 0 0 0,0 0 0 0 0,0 0 0 0 0,0 1 0 0 0,0-1-1 0 0,1 0 1 0 0,-1 0 0 0 0,0 1 0 0 0,1-1 0 0 0,-1 0 0 0 0,1 0 0 0 0,-1 0 0 0 0,1 0-1 0 0,0 1 1 0 0,0-1 0 0 0,-1 0 0 0 0,1 0 0 0 0,0 0 0 0 0,0 0 0 0 0,0-1 0 0 0,0 1-1 0 0,0 0 1 0 0,0 0 0 0 0,0-1 0 0 0,0 1 0 0 0,0 0 0 0 0,0-1 0 0 0,1 1 0 0 0,-1-1-1 0 0,0 1 1 0 0,2-1 0 0 0,6 3 26 0 0,0 0 1 0 0,0-1-1 0 0,16 3 1 0 0,-24-5-30 0 0,24 2-61 0 0,0 0 1 0 0,0-2-1 0 0,42-4 1 0 0,77-19-4716 0 0,-136 22 4266 0 0,46-9-3238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15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54 300 0 0,'-4'-44'5982'0'0,"3"35"-2327"0"0,3 28-2258 0 0,-2 7-718 0 0,0 0 0 0 0,-2 0-1 0 0,-9 51 1 0 0,-29 75 50 0 0,-24 42-156 0 0,58-176-454 0 0,6-15 24 0 0,-1 0 0 0 0,0 1 0 0 0,0-1-1 0 0,-1 0 1 0 0,1 0 0 0 0,-4 5 0 0 0,4-7 7 0 0,-7-24 172 0 0,8 13-333 0 0,0 0 0 0 0,1-1 1 0 0,0 1-1 0 0,1 0 1 0 0,0 0-1 0 0,0 0 1 0 0,1 0-1 0 0,1 0 1 0 0,-1 0-1 0 0,2 1 0 0 0,-1 0 1 0 0,1 0-1 0 0,1 0 1 0 0,-1 1-1 0 0,2-1 1 0 0,-1 1-1 0 0,10-9 1 0 0,-10 11-3 0 0,0 1 0 0 0,0-1 1 0 0,1 1-1 0 0,-1 1 0 0 0,1-1 1 0 0,0 1-1 0 0,1 0 0 0 0,-1 1 1 0 0,1 0-1 0 0,-1 0 0 0 0,1 0 1 0 0,0 1-1 0 0,0 0 0 0 0,0 1 1 0 0,0 0-1 0 0,1 0 0 0 0,-1 1 1 0 0,0 0-1 0 0,0 0 0 0 0,0 1 0 0 0,14 2 1 0 0,-9 1 21 0 0,-1 0 1 0 0,0 1-1 0 0,0 1 0 0 0,-1 0 1 0 0,1 0-1 0 0,-1 1 1 0 0,0 0-1 0 0,-1 1 0 0 0,0 0 1 0 0,0 1-1 0 0,-1 0 1 0 0,0 1-1 0 0,13 18 0 0 0,-18-23 16 0 0,0 2-1 0 0,-1-1 0 0 0,1 0 1 0 0,-1 1-1 0 0,-1-1 0 0 0,1 1 1 0 0,-1 0-1 0 0,-1 0 0 0 0,1 0 1 0 0,-1 0-1 0 0,1 11 0 0 0,-3-12 16 0 0,1 0-1 0 0,-1 0 1 0 0,0 0-1 0 0,0-1 1 0 0,-1 1-1 0 0,1 0 0 0 0,-1-1 1 0 0,-1 1-1 0 0,1-1 1 0 0,-1 0-1 0 0,0 0 1 0 0,0 0-1 0 0,0 0 1 0 0,-1 0-1 0 0,-6 7 1 0 0,5-7 45 0 0,0-1 0 0 0,0 1 0 0 0,0-1 0 0 0,0 0 1 0 0,-1 0-1 0 0,0 0 0 0 0,0-1 0 0 0,0 0 1 0 0,0 0-1 0 0,0 0 0 0 0,0-1 0 0 0,-1 0 0 0 0,1-1 1 0 0,-1 1-1 0 0,0-1 0 0 0,1 0 0 0 0,-1-1 0 0 0,-13 0 1 0 0,-3-3 10 0 0,-1 0 1 0 0,1-2 0 0 0,1-1 0 0 0,-28-11 0 0 0,47 16-96 0 0,-34-12-2048 0 0,35 12 1260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17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201 138 1792 0 0,'3'-3'676'0'0,"-1"0"0"0"0,1 1 0 0 0,-1-1-1 0 0,0-1 1 0 0,0 1 0 0 0,0 0 0 0 0,0 0 0 0 0,-1-1-1 0 0,1 1 1 0 0,-1-1 0 0 0,0 1 0 0 0,0-1 0 0 0,0 1-1 0 0,-1-1 1 0 0,1 0 0 0 0,-1 0 0 0 0,0-4 0 0 0,0 7-640 0 0,0 1 1 0 0,0-1 0 0 0,0 1 0 0 0,-1-1-1 0 0,1 1 1 0 0,0 0 0 0 0,0-1 0 0 0,-1 1-1 0 0,1-1 1 0 0,0 1 0 0 0,-1 0 0 0 0,1-1 0 0 0,0 1-1 0 0,-1 0 1 0 0,1 0 0 0 0,0-1 0 0 0,-1 1-1 0 0,1 0 1 0 0,-1 0 0 0 0,1-1 0 0 0,0 1-1 0 0,-1 0 1 0 0,1 0 0 0 0,-1 0 0 0 0,1 0-1 0 0,-1 0 1 0 0,1 0 0 0 0,-1 0 0 0 0,1 0 0 0 0,-1 0-1 0 0,1 0 1 0 0,0 0 0 0 0,-1 0 0 0 0,-14 2 282 0 0,14-1-342 0 0,-5 1 77 0 0,1 0 0 0 0,-1 0-1 0 0,1 1 1 0 0,0 0-1 0 0,0 0 1 0 0,0 0-1 0 0,0 1 1 0 0,-8 7-1 0 0,-33 38 137 0 0,37-39-136 0 0,-7 10 34 0 0,-25 39 0 0 0,36-52-81 0 0,1 0 1 0 0,0 1 0 0 0,1-1 0 0 0,0 1-1 0 0,0 0 1 0 0,1 0 0 0 0,-1 0 0 0 0,2 0-1 0 0,-2 15 1 0 0,3-22-3 0 0,-1 1 0 0 0,1 0 0 0 0,1 0-1 0 0,-1-1 1 0 0,0 1 0 0 0,0 0 0 0 0,1 0-1 0 0,-1-1 1 0 0,1 1 0 0 0,-1 0 0 0 0,1-1 0 0 0,0 1-1 0 0,-1-1 1 0 0,1 1 0 0 0,0-1 0 0 0,0 1 0 0 0,0-1-1 0 0,0 1 1 0 0,1-1 0 0 0,-1 0 0 0 0,0 0-1 0 0,0 1 1 0 0,1-1 0 0 0,-1 0 0 0 0,1 0 0 0 0,-1 0-1 0 0,1-1 1 0 0,-1 1 0 0 0,1 0 0 0 0,0-1 0 0 0,-1 1-1 0 0,1-1 1 0 0,2 1 0 0 0,4-1-1 0 0,0 0-1 0 0,0 0 1 0 0,0-1 0 0 0,0 0 0 0 0,0-1-1 0 0,0 0 1 0 0,0 0 0 0 0,0-1-1 0 0,-1 0 1 0 0,1 0 0 0 0,-1-1 0 0 0,0 0-1 0 0,0 0 1 0 0,0 0 0 0 0,-1-1 0 0 0,1 0-1 0 0,-1-1 1 0 0,0 1 0 0 0,7-10 0 0 0,1-4 10 0 0,-1-1 1 0 0,-1-1 0 0 0,0 0 0 0 0,-2 0-1 0 0,11-31 1 0 0,-14 33-27 0 0,-4 12-39 0 0,-5 17 50 0 0,-10 29 69 0 0,5-16-41 0 0,0 1 0 0 0,2 0 0 0 0,0 0 0 0 0,-1 38 0 0 0,5-60-21 0 0,1-1 0 0 0,0 1 0 0 0,0-1 0 0 0,0 1-1 0 0,1 0 1 0 0,-1-1 0 0 0,0 1 0 0 0,1-1 0 0 0,-1 1 0 0 0,1-1 0 0 0,-1 1 0 0 0,1-1 0 0 0,0 1 0 0 0,0-1 0 0 0,-1 1-1 0 0,1-1 1 0 0,0 0 0 0 0,0 0 0 0 0,0 1 0 0 0,1-1 0 0 0,-1 0 0 0 0,0 0 0 0 0,0 0 0 0 0,1 0 0 0 0,-1 0 0 0 0,0-1-1 0 0,1 1 1 0 0,-1 0 0 0 0,1 0 0 0 0,-1-1 0 0 0,1 1 0 0 0,-1-1 0 0 0,1 0 0 0 0,2 1 0 0 0,2-1 3 0 0,-1 0 0 0 0,0 0 0 0 0,1 0-1 0 0,-1-1 1 0 0,0 1 0 0 0,0-2 0 0 0,0 1 0 0 0,0 0 0 0 0,9-4 0 0 0,2-3-10 0 0,0-1 0 0 0,0 0 0 0 0,-1-1 1 0 0,0 0-1 0 0,-1-1 0 0 0,24-24 0 0 0,-20 16-23 0 0,-2 0 1 0 0,0-2-1 0 0,-1 0 1 0 0,15-27-1 0 0,-26 41 21 0 0,0-1 0 0 0,-1 1 0 0 0,0-1 0 0 0,0 1 0 0 0,0-1 0 0 0,-1 0 0 0 0,-1 0 0 0 0,1-1 0 0 0,-1 1 0 0 0,0 0 0 0 0,-1 0 0 0 0,-1-11 0 0 0,1 19 0 0 0,0 1 0 0 0,0-1 0 0 0,0 1 0 0 0,0-1 0 0 0,0 0 1 0 0,0 1-1 0 0,0-1 0 0 0,0 1 0 0 0,0-1 0 0 0,0 1 0 0 0,0-1 1 0 0,0 0-1 0 0,0 1 0 0 0,-1-1 0 0 0,1 1 0 0 0,0-1 0 0 0,0 0 1 0 0,0 1-1 0 0,-1-1 0 0 0,1 0 0 0 0,0 1 0 0 0,-1-1 0 0 0,1 0 1 0 0,0 1-1 0 0,-1-1 0 0 0,1 0 0 0 0,0 0 0 0 0,-1 1 0 0 0,1-1 0 0 0,0 0 1 0 0,-1 0-1 0 0,1 0 0 0 0,-1 0 0 0 0,1 0 0 0 0,0 1 0 0 0,-1-1 1 0 0,1 0-1 0 0,-1 0 0 0 0,1 0 0 0 0,-1 0 0 0 0,1 0 0 0 0,0 0 1 0 0,-1 0-1 0 0,1 0 0 0 0,-1 0 0 0 0,1-1 0 0 0,-1 1 0 0 0,1 0 1 0 0,0 0-1 0 0,-1 0 0 0 0,1 0 0 0 0,0-1 0 0 0,-1 1 0 0 0,1 0 1 0 0,-1 0-1 0 0,1-1 0 0 0,0 1 0 0 0,-1 0 0 0 0,1 0 0 0 0,0-1 1 0 0,0 1-1 0 0,-1 0 0 0 0,1-1 0 0 0,0 1 0 0 0,0-1 0 0 0,-1 0 1 0 0,4 12 2 0 0,0-1 0 0 0,0 0 0 0 0,1 0 0 0 0,1-1 1 0 0,0 1-1 0 0,0-1 0 0 0,0 0 0 0 0,1 0 1 0 0,13 14-1 0 0,-9-11 17 0 0,-2 0 0 0 0,1 0 0 0 0,-1 1 0 0 0,7 18 0 0 0,-13-27 7 0 0,0 1 0 0 0,-1-1 0 0 0,0 1 0 0 0,0 0 0 0 0,0 0 0 0 0,-1 0 0 0 0,1-1 0 0 0,-1 1 0 0 0,0 0 0 0 0,-1 0 0 0 0,1 0 0 0 0,-1 0 0 0 0,0 0 0 0 0,0-1 0 0 0,-1 1 0 0 0,1 0 0 0 0,-4 6 0 0 0,2-4 43 0 0,-1 0 1 0 0,0 0-1 0 0,0 0 0 0 0,0-1 1 0 0,-1 0-1 0 0,0 0 0 0 0,0 0 1 0 0,-9 7-1 0 0,5-6 14 0 0,-1 0 0 0 0,-1 0 1 0 0,1-1-1 0 0,-1-1 0 0 0,-22 8 0 0 0,32-12-85 0 0,1-1 0 0 0,-1 0 1 0 0,0 1-1 0 0,1-1 0 0 0,-1 0 0 0 0,0 0 0 0 0,0 1 0 0 0,1-1 0 0 0,-1 0 0 0 0,0 0 0 0 0,0 0 0 0 0,1 0 0 0 0,-1 0 0 0 0,0 0 0 0 0,0 0 0 0 0,0-1 0 0 0,0 1 0 0 0,0 0-6 0 0,1 0-1 0 0,0-1 0 0 0,0 1 1 0 0,0 0-1 0 0,0-1 0 0 0,0 1 1 0 0,0 0-1 0 0,-1 0 1 0 0,1-1-1 0 0,0 1 0 0 0,0 0 1 0 0,0-1-1 0 0,0 1 0 0 0,0 0 1 0 0,0-1-1 0 0,0 1 0 0 0,0 0 1 0 0,0 0-1 0 0,0-1 0 0 0,0 1 1 0 0,1 0-1 0 0,-1-1 1 0 0,0 1-1 0 0,0 0 0 0 0,0 0 1 0 0,0-1-1 0 0,1 1 0 0 0,15-23-802 0 0,11 1-280 0 0,1 1 0 0 0,61-33 0 0 0,-6 3-137 0 0,-36 18 1163 0 0,-2-1 1 0 0,-2-2 0 0 0,69-74 0 0 0,-81 75 2187 0 0,-30 33-1727 0 0,-2 19-30 0 0,-1 0 0 0 0,-1-1 1 0 0,-1 0-1 0 0,-7 22 0 0 0,-6 27 127 0 0,15-53-433 0 0,-2 3-8 0 0,1 0 0 0 0,1 1 0 0 0,1-1 0 0 0,0 1 0 0 0,0 0 0 0 0,2-1 1 0 0,3 26-1 0 0,-3-39-41 0 0,-1-1 0 0 0,1 1 0 0 0,-1-1 1 0 0,1 0-1 0 0,-1 1 0 0 0,1-1 0 0 0,0 0 0 0 0,0 1 1 0 0,-1-1-1 0 0,1 0 0 0 0,0 0 0 0 0,0 0 1 0 0,0 0-1 0 0,1 0 0 0 0,-1 0 0 0 0,0 0 1 0 0,0 0-1 0 0,0 0 0 0 0,1 0 0 0 0,-1-1 0 0 0,2 2 1 0 0,1-1 1 0 0,-1-1 0 0 0,0 1 0 0 0,0-1 0 0 0,0 1 0 0 0,1-1 0 0 0,-1 0 0 0 0,0 0 0 0 0,1 0 0 0 0,4-1 0 0 0,1-1 1 0 0,1-1-1 0 0,-1 1 1 0 0,0-2-1 0 0,0 1 1 0 0,-1-1-1 0 0,11-6 1 0 0,0-3-21 0 0,0-1 1 0 0,0-1-1 0 0,-2-1 1 0 0,32-35-1 0 0,49-82-39 0 0,-94 127 21 0 0,0 1 1 0 0,0-1-1 0 0,0 1 1 0 0,1 0-1 0 0,7-6 0 0 0,-10 9 19 0 0,0 1 0 0 0,0 0 0 0 0,0 0 0 0 0,0 0 0 0 0,0 0 0 0 0,0 1 0 0 0,0-1 0 0 0,0 0 0 0 0,0 1 0 0 0,0 0-1 0 0,1-1 1 0 0,-1 1 0 0 0,0 0 0 0 0,0 0 0 0 0,0 0 0 0 0,1 0 0 0 0,-1 1 0 0 0,0-1 0 0 0,0 0 0 0 0,3 2 0 0 0,3 1 52 0 0,0 0 0 0 0,-1 1 0 0 0,0-1 0 0 0,0 1 1 0 0,0 1-1 0 0,0 0 0 0 0,-1 0 0 0 0,0 0 0 0 0,0 0 0 0 0,0 1 1 0 0,-1 0-1 0 0,0 1 0 0 0,0-1 0 0 0,0 1 0 0 0,-1 0 0 0 0,0 0 1 0 0,0 0-1 0 0,-1 0 0 0 0,0 1 0 0 0,0-1 0 0 0,0 1 1 0 0,1 10-1 0 0,-4-12 7 0 0,0 0 1 0 0,0 0 0 0 0,-1-1 0 0 0,0 1-1 0 0,0 0 1 0 0,0-1 0 0 0,0 1-1 0 0,-1 0 1 0 0,0-1 0 0 0,0 0-1 0 0,-1 1 1 0 0,1-1 0 0 0,-1 0 0 0 0,0 0-1 0 0,-1-1 1 0 0,1 1 0 0 0,-1-1-1 0 0,0 1 1 0 0,0-1 0 0 0,-9 7-1 0 0,7-6-118 0 0,0-1 0 0 0,0 1-1 0 0,-1-1 1 0 0,1 0-1 0 0,-1-1 1 0 0,0 0 0 0 0,0 0-1 0 0,0 0 1 0 0,0-1-1 0 0,0 0 1 0 0,-1 0 0 0 0,1-1-1 0 0,-1 0 1 0 0,1 0-1 0 0,-12-1 1 0 0,10-1-720 0 0,0-1 0 0 0,0 1 0 0 0,1-2 0 0 0,-14-4 0 0 0,-13-12-5417 0 0,15 5-82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17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56 1724 0 0,'-9'-18'6329'0'0,"4"6"-3745"0"0,0 4-932 0 0,1-1-292 0 0,-1 1-1212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18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280 243 2200 0 0,'11'-28'3503'0'0,"-5"13"-589"0"0,0 0 0 0 0,5-24 0 0 0,-11 38-2312 0 0,0-1-338 0 0,0 2-258 0 0,0 0 0 0 0,0 0 0 0 0,0-1 0 0 0,0 1 0 0 0,0 0 0 0 0,0 0 0 0 0,0 0 0 0 0,0 0-1 0 0,0-1 1 0 0,0 1 0 0 0,0 0 0 0 0,0 0 0 0 0,0 0 0 0 0,0-1 0 0 0,0 1 0 0 0,0 0 0 0 0,0 0 0 0 0,0 0 0 0 0,0 0 0 0 0,-1-1 0 0 0,1 1-1 0 0,0 0 1 0 0,0 0 0 0 0,0 0 0 0 0,0 0 0 0 0,0 0 0 0 0,0 0 0 0 0,0-1 0 0 0,-1 1 0 0 0,1 0 0 0 0,0 0 0 0 0,0 0 0 0 0,0 0 0 0 0,0 0-1 0 0,-1 0 1 0 0,1 0 0 0 0,0 0 0 0 0,0 0 0 0 0,-1 0 0 0 0,-10 9 65 0 0,1 0 0 0 0,0 1-1 0 0,0 0 1 0 0,1 1 0 0 0,0 0-1 0 0,-12 20 1 0 0,-37 80 40 0 0,47-86-104 0 0,-11 36-1 0 0,19-52-8 0 0,1 0-1 0 0,0 0 1 0 0,0 1-1 0 0,1-1 1 0 0,0 1-1 0 0,1-1 1 0 0,1 15-1 0 0,-1-22 7 0 0,1 0-1 0 0,-1 1 1 0 0,1-1-1 0 0,-1 0 1 0 0,1 0-1 0 0,0 0 0 0 0,0 0 1 0 0,0-1-1 0 0,0 1 1 0 0,0 0-1 0 0,0 0 1 0 0,0 0-1 0 0,0-1 0 0 0,1 1 1 0 0,-1-1-1 0 0,1 1 1 0 0,-1-1-1 0 0,1 1 1 0 0,3 1-1 0 0,-2-2 0 0 0,1 1 0 0 0,-1-1 0 0 0,1 0 0 0 0,-1 0 0 0 0,1 0 0 0 0,0 0 0 0 0,-1-1 1 0 0,1 1-1 0 0,0-1 0 0 0,5 0 0 0 0,2-1 4 0 0,-1-1 0 0 0,1 0 0 0 0,-1 0 0 0 0,0-1 0 0 0,0 0 0 0 0,0 0 0 0 0,10-7-1 0 0,-7 4 4 0 0,-2-2-1 0 0,1 1 0 0 0,-1-2 1 0 0,0 0-1 0 0,-1 0 0 0 0,0-1 0 0 0,-1 0 1 0 0,1 0-1 0 0,-2-1 0 0 0,0 0 0 0 0,0-1 1 0 0,-1 0-1 0 0,7-17 0 0 0,-9 18-21 0 0,0-1 0 0 0,-1 0 0 0 0,-1 0 0 0 0,0-1 0 0 0,-1 1 1 0 0,0-1-1 0 0,0 1 0 0 0,-2-1 0 0 0,0 1 0 0 0,0-1 0 0 0,-1 0 0 0 0,0 1 0 0 0,-1-1 0 0 0,-8-23 0 0 0,10 34 8 0 0,0 1 0 0 0,-1-1 1 0 0,0 0-1 0 0,1 1 0 0 0,-1-1 0 0 0,0 1 0 0 0,0-1 0 0 0,0 1 1 0 0,0-1-1 0 0,0 1 0 0 0,-1-1 0 0 0,1 1 0 0 0,0 0 0 0 0,0 0 1 0 0,-1 0-1 0 0,1 0 0 0 0,-1 0 0 0 0,1 0 0 0 0,-1 0 0 0 0,0 0 1 0 0,-1 0-1 0 0,0 0 2 0 0,1 1 0 0 0,-1-1 0 0 0,1 1 0 0 0,-1 0-1 0 0,0 0 1 0 0,1 0 0 0 0,-1 1 0 0 0,1-1 0 0 0,-1 1 0 0 0,0-1 0 0 0,1 1 0 0 0,-5 2 0 0 0,-2 1 7 0 0,1 0-1 0 0,0 1 1 0 0,0 0 0 0 0,1 0-1 0 0,-1 1 1 0 0,-12 12-1 0 0,9-6 13 0 0,1 1-1 0 0,1 0 0 0 0,0 0 1 0 0,-11 22-1 0 0,15-26-16 0 0,1 0 1 0 0,0 0-1 0 0,1 1 0 0 0,0-1 0 0 0,0 1 1 0 0,1 0-1 0 0,1 0 0 0 0,-2 14 0 0 0,3-20 0 0 0,0 0-1 0 0,1-1 1 0 0,-1 1-1 0 0,0 0 0 0 0,1 0 1 0 0,0 0-1 0 0,0 0 1 0 0,0 0-1 0 0,1 0 0 0 0,-1-1 1 0 0,1 1-1 0 0,0-1 1 0 0,0 1-1 0 0,0-1 0 0 0,0 0 1 0 0,1 1-1 0 0,4 3 1 0 0,-3-3 0 0 0,0-1 1 0 0,1 0 0 0 0,-1-1 0 0 0,1 1 0 0 0,0-1-1 0 0,-1 0 1 0 0,1 0 0 0 0,0 0 0 0 0,1 0 0 0 0,-1-1-1 0 0,9 1 1 0 0,3-1 9 0 0,0 0 0 0 0,0-1-1 0 0,0-1 1 0 0,0-1 0 0 0,0-1 0 0 0,-1 0-1 0 0,22-7 1 0 0,-15 3-10 0 0,0-2 0 0 0,0 0-1 0 0,-1-1 1 0 0,0-2 0 0 0,-1 0-1 0 0,0-1 1 0 0,-1-1 0 0 0,-1-1 0 0 0,0-1-1 0 0,-1 0 1 0 0,-1-1 0 0 0,0-2 0 0 0,-1 1-1 0 0,-1-2 1 0 0,-1 0 0 0 0,-1 0-1 0 0,-1-2 1 0 0,19-44 0 0 0,-13 15 304 0 0,-11 27 152 0 0,14-29-1 0 0,-30 76-347 0 0,1 0 0 0 0,-8 40 0 0 0,-13 79 391 0 0,21-101-321 0 0,-287 1206 3814 0 0,289-1226-3873 0 0,-5 18 482 0 0,-1 0 1 0 0,-19 36 0 0 0,31-73-554 0 0,-1-1 0 0 0,1 0 0 0 0,-1 0 0 0 0,0 0 0 0 0,0 1 0 0 0,0-1 0 0 0,1 0 0 0 0,-1 0 0 0 0,0 0 0 0 0,0 0 0 0 0,0 0 0 0 0,0 0 0 0 0,-1-1-1 0 0,1 1 1 0 0,0 0 0 0 0,0-1 0 0 0,0 1 0 0 0,-1 0 0 0 0,1-1 0 0 0,0 1 0 0 0,-1-1 0 0 0,-2 1 0 0 0,2-1-16 0 0,0-1 1 0 0,-1 1-1 0 0,1 0 0 0 0,0-1 0 0 0,-1 1 0 0 0,1-1 1 0 0,0 0-1 0 0,0 1 0 0 0,-1-1 0 0 0,1 0 1 0 0,0-1-1 0 0,-2-1 0 0 0,-6-3 5 0 0,1-2 0 0 0,0 1 0 0 0,1-2 0 0 0,-11-11 0 0 0,-85-115-33 0 0,-14-16-34 0 0,92 124 83 0 0,-36-45 103 0 0,56 65-171 0 0,1 0 1 0 0,1-1 0 0 0,-1 1 0 0 0,1-1 0 0 0,1 0 0 0 0,-1 0-1 0 0,1 0 1 0 0,-2-11 0 0 0,4 13-60 0 0,1 0 0 0 0,0 0 0 0 0,1 1-1 0 0,-1-1 1 0 0,1 0 0 0 0,0 0 0 0 0,0 0 0 0 0,1 0 0 0 0,0 1-1 0 0,0-1 1 0 0,0 1 0 0 0,1-1 0 0 0,-1 1 0 0 0,1 0 0 0 0,1 0 0 0 0,-1 0-1 0 0,1 1 1 0 0,5-7 0 0 0,7-5-335 0 0,0 0-1 0 0,1 0 1 0 0,26-17-1 0 0,12-4-1042 0 0,3 1-1 0 0,83-38 1 0 0,131-39-9490 0 0,-210 90 5465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19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301 138 252 0 0,'6'-19'2791'0'0,"0"0"1"0"0,-2 0-1 0 0,0 0 1 0 0,2-32-1 0 0,-6 51-2765 0 0,0-1 0 0 0,-1 1 0 0 0,1-1 0 0 0,0 1 0 0 0,0-1-1 0 0,0 1 1 0 0,0-1 0 0 0,-1 1 0 0 0,1-1 0 0 0,0 1 0 0 0,0 0-1 0 0,-1-1 1 0 0,1 1 0 0 0,0-1 0 0 0,-1 1 0 0 0,1 0 0 0 0,0-1 0 0 0,-1 1-1 0 0,1 0 1 0 0,-1 0 0 0 0,1-1 0 0 0,0 1 0 0 0,-1 0 0 0 0,1 0-1 0 0,-1-1 1 0 0,1 1 0 0 0,-1 0 0 0 0,1 0 0 0 0,-1 0 0 0 0,1 0 0 0 0,-1 0-1 0 0,1 0 1 0 0,-1 0 0 0 0,1 0 0 0 0,-1 0 0 0 0,1 0 0 0 0,-1 0-1 0 0,1 0 1 0 0,-1 0 0 0 0,1 0 0 0 0,-1 0 0 0 0,1 1 0 0 0,-1-1 0 0 0,1 0-1 0 0,-1 0 1 0 0,1 1 0 0 0,0-1 0 0 0,-1 1 0 0 0,-1-1-9 0 0,-8 4 64 0 0,-1 0 0 0 0,1 1-1 0 0,-1 1 1 0 0,2-1 0 0 0,-1 2-1 0 0,1-1 1 0 0,0 1 0 0 0,-13 13-1 0 0,-6 9 21 0 0,-25 32 0 0 0,-20 38-28 0 0,65-88-69 0 0,1 1 1 0 0,1 0-1 0 0,0 1 1 0 0,0 0-1 0 0,1 0 1 0 0,-5 24 0 0 0,9-35-2 0 0,1 1 1 0 0,-1-1 0 0 0,1 0 0 0 0,0 0 0 0 0,0 0 0 0 0,0 0 0 0 0,0 1 0 0 0,0-1 0 0 0,0 0 0 0 0,0 0-1 0 0,1 0 1 0 0,-1 1 0 0 0,1-1 0 0 0,0 0 0 0 0,0 0 0 0 0,-1 0 0 0 0,1 0 0 0 0,1 0 0 0 0,-1 0 0 0 0,0-1 0 0 0,0 1-1 0 0,1 0 1 0 0,-1-1 0 0 0,1 1 0 0 0,1 1 0 0 0,0-1 2 0 0,0-1 1 0 0,0 1-1 0 0,0-1 1 0 0,0 0-1 0 0,0 0 0 0 0,1 0 1 0 0,-1-1-1 0 0,0 1 0 0 0,0-1 1 0 0,1 0-1 0 0,-1 1 1 0 0,0-1-1 0 0,1-1 0 0 0,-1 1 1 0 0,0-1-1 0 0,5 0 1 0 0,3-2-4 0 0,1-1 0 0 0,0-1 0 0 0,-1 1 0 0 0,0-2 0 0 0,0 0 0 0 0,0 0 0 0 0,-1-1 0 0 0,0 0 0 0 0,0 0 0 0 0,0-1 0 0 0,-1-1 0 0 0,-1 0 0 0 0,1 0 0 0 0,9-14 0 0 0,0-4 82 0 0,0 0 1 0 0,-2-1 0 0 0,0-1 0 0 0,13-38 0 0 0,-23 60-70 0 0,-4 17 33 0 0,-2 30 86 0 0,0-29-89 0 0,-1-1-15 0 0,1 0 0 0 0,1 0 0 0 0,0 0-1 0 0,1 0 1 0 0,0 0 0 0 0,0-1 0 0 0,4 11-1 0 0,-5-17-16 0 0,1 1-1 0 0,0-1 0 0 0,0 1 0 0 0,1-1 0 0 0,-1 1 1 0 0,0-1-1 0 0,1 0 0 0 0,0 0 0 0 0,0-1 1 0 0,0 1-1 0 0,0 0 0 0 0,0-1 0 0 0,1 0 1 0 0,-1 0-1 0 0,1 0 0 0 0,-1 0 0 0 0,1 0 1 0 0,0-1-1 0 0,0 1 0 0 0,4 0 0 0 0,2 0-207 0 0,1 0 0 0 0,-1-1 0 0 0,1 0 0 0 0,0 0 1 0 0,-1-1-1 0 0,1-1 0 0 0,19-3 0 0 0,-9 0-2713 0 0,-1-1 1 0 0,38-16 0 0 0,-31 10-2400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19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0 102 608 0 0,'12'-72'10453'0'0,"-6"73"-9795"0"0,-6-1-640 0 0,1 0 1 0 0,-1 0-1 0 0,0-1 1 0 0,1 1-1 0 0,-1 0 1 0 0,0 0-1 0 0,1 0 1 0 0,-1 0-1 0 0,0 0 1 0 0,1 0-1 0 0,-1 0 1 0 0,0 0-1 0 0,1 0 1 0 0,-1 0-1 0 0,0 0 1 0 0,1 0-1 0 0,-1 1 1 0 0,0-1-1 0 0,1 0 1 0 0,-1 0-1 0 0,0 0 1 0 0,1 0-1 0 0,-1 0 1 0 0,0 1-1 0 0,0-1 1 0 0,1 0-1 0 0,-1 0 1 0 0,0 1-1 0 0,0-1 1 0 0,1 0-1 0 0,-1 0 1 0 0,0 1-1 0 0,1-1 1 0 0,8 35 1144 0 0,9 58 0 0 0,-14-66-1020 0 0,0-1-1 0 0,2 0 1 0 0,1 0 0 0 0,18 44-1 0 0,-25-69-138 0 0,1-1 0 0 0,-1 0 0 0 0,1 1 0 0 0,-1-1-1 0 0,0 1 1 0 0,1-1 0 0 0,-1 0 0 0 0,1 1 0 0 0,-1-1-1 0 0,1 0 1 0 0,-1 0 0 0 0,1 1 0 0 0,0-1 0 0 0,-1 0-1 0 0,1 0 1 0 0,-1 0 0 0 0,1 1 0 0 0,-1-1 0 0 0,1 0-1 0 0,0 0 1 0 0,-1 0 0 0 0,1 0 0 0 0,-1 0 0 0 0,1 0 0 0 0,-1 0-1 0 0,1-1 1 0 0,0 1 0 0 0,-1 0 0 0 0,1 0 0 0 0,-1 0-1 0 0,1 0 1 0 0,-1-1 0 0 0,1 1 0 0 0,-1 0 0 0 0,1-1-1 0 0,17-11 62 0 0,-5-1-46 0 0,-1-2 1 0 0,-1 0-1 0 0,0 0 0 0 0,-1-1 0 0 0,12-25 0 0 0,9-12-72 0 0,-26 46 52 0 0,3-8-47 0 0,2 1 0 0 0,0 0 1 0 0,16-16-1 0 0,-23 27 36 0 0,0 0-1 0 0,1 0 1 0 0,0 0 0 0 0,0 0 0 0 0,0 1 0 0 0,0-1 0 0 0,0 1 0 0 0,0 0 0 0 0,0 0 0 0 0,1 1 0 0 0,-1-1 0 0 0,1 1 0 0 0,-1 0 0 0 0,1 0 0 0 0,0 1-1 0 0,6-1 1 0 0,-4 2 22 0 0,1 1 0 0 0,-1-1-1 0 0,0 1 1 0 0,0 0-1 0 0,1 1 1 0 0,-2 0-1 0 0,14 7 1 0 0,-1-1 11 0 0,2 1 1 0 0,59 21 136 0 0,-71-28-130 0 0,1 0 0 0 0,-1-1 0 0 0,1-1 0 0 0,0 0 0 0 0,0 0 0 0 0,15-1 0 0 0,-23 0-27 0 0,1-1-1 0 0,0 1 1 0 0,0-1 0 0 0,0 1-1 0 0,-1-1 1 0 0,1 0 0 0 0,-1 0 0 0 0,1 0-1 0 0,0 0 1 0 0,-1-1 0 0 0,0 1-1 0 0,1-1 1 0 0,-1 1 0 0 0,0-1 0 0 0,0 0-1 0 0,0 0 1 0 0,0 0 0 0 0,0 0-1 0 0,0 0 1 0 0,0-1 0 0 0,-1 1 0 0 0,1 0-1 0 0,-1-1 1 0 0,0 1 0 0 0,2-6 0 0 0,-2 5-9 0 0,0-1 1 0 0,0 1 0 0 0,0 0-1 0 0,-1-1 1 0 0,0 1 0 0 0,1 0 0 0 0,-1-1-1 0 0,0 1 1 0 0,-1-1 0 0 0,1 1 0 0 0,-1 0-1 0 0,1-1 1 0 0,-1 1 0 0 0,0 0-1 0 0,0 0 1 0 0,-1-1 0 0 0,1 1 0 0 0,-1 0-1 0 0,-3-5 1 0 0,4 7 3 0 0,0 0-1 0 0,0-1 1 0 0,-1 1-1 0 0,1 0 1 0 0,-1 0-1 0 0,1 0 1 0 0,-1 0-1 0 0,1 0 1 0 0,-1 0-1 0 0,0 0 1 0 0,1 0-1 0 0,-1 1 1 0 0,0-1-1 0 0,0 1 1 0 0,1-1-1 0 0,-1 1 1 0 0,0 0-1 0 0,0-1 0 0 0,-3 1 1 0 0,-29 6-22 0 0,24-2 38 0 0,1 1 0 0 0,-1-1 0 0 0,1 1 0 0 0,0 1-1 0 0,1 0 1 0 0,-1 0 0 0 0,1 1 0 0 0,0 0 0 0 0,1 0 0 0 0,0 1 0 0 0,-12 15-1 0 0,2 1 50 0 0,1 1-1 0 0,-25 51 0 0 0,38-69-49 0 0,0 1 1 0 0,0-1-1 0 0,0 1 0 0 0,1 0 0 0 0,0 0 0 0 0,1 0 0 0 0,0 0 0 0 0,-1 12 0 0 0,2-17 0 0 0,1 0 0 0 0,-1 0 0 0 0,0 1 0 0 0,1-1 0 0 0,-1 0 0 0 0,1 0 0 0 0,0-1 0 0 0,0 1 0 0 0,0 0 0 0 0,1 0 0 0 0,-1 0 0 0 0,0-1 0 0 0,1 1 0 0 0,0 0 1 0 0,0-1-1 0 0,0 0 0 0 0,0 1 0 0 0,0-1 0 0 0,0 0 0 0 0,0 0 0 0 0,1 0 0 0 0,-1 0 0 0 0,1-1 0 0 0,0 1 0 0 0,3 1 0 0 0,3 0-309 0 0,-1 0-1 0 0,1 0 1 0 0,-1-1-1 0 0,1 0 1 0 0,0-1-1 0 0,0 0 1 0 0,0 0-1 0 0,15-2 1 0 0,38-7-5655 0 0,-33 2 802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20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55 1060 0 0,'1'-4'1009'0'0,"0"0"-1"0"0,0 0 0 0 0,-1-1 1 0 0,0 1-1 0 0,0 0 1 0 0,0 0-1 0 0,0 0 1 0 0,-1 0-1 0 0,0-4 0 0 0,0 7-931 0 0,1 0-1 0 0,-1 1 1 0 0,0-1-1 0 0,1 0 0 0 0,-1 1 1 0 0,0-1-1 0 0,1 1 1 0 0,-1-1-1 0 0,0 1 0 0 0,0-1 1 0 0,1 1-1 0 0,-1-1 1 0 0,0 1-1 0 0,0 0 0 0 0,0 0 1 0 0,0-1-1 0 0,1 1 1 0 0,-1 0-1 0 0,0 0 0 0 0,0 0 1 0 0,0 0-1 0 0,0 0 1 0 0,0 0-1 0 0,0 0 1 0 0,0 0-1 0 0,1 0 0 0 0,-1 0 1 0 0,0 1-1 0 0,0-1 1 0 0,0 0-1 0 0,0 1 0 0 0,0-1 1 0 0,1 0-1 0 0,-2 2 1 0 0,-10 5 146 0 0,0 0 0 0 0,1 1 1 0 0,0 1-1 0 0,0 0 0 0 0,1 0 1 0 0,1 1-1 0 0,-1 0 1 0 0,1 1-1 0 0,-11 18 0 0 0,9-13-159 0 0,1 2-1 0 0,1 0 0 0 0,0 0 0 0 0,2 0 0 0 0,0 1 1 0 0,-5 22-1 0 0,11-37-72 0 0,0 1 0 0 0,0-1 0 0 0,0 1 1 0 0,1-1-1 0 0,0 1 0 0 0,0-1 0 0 0,0 1 0 0 0,1-1 0 0 0,0 1 0 0 0,-1-1 1 0 0,1 1-1 0 0,1-1 0 0 0,-1 0 0 0 0,1 1 0 0 0,0-1 0 0 0,0 0 1 0 0,0 0-1 0 0,0 0 0 0 0,1-1 0 0 0,-1 1 0 0 0,1 0 0 0 0,0-1 1 0 0,0 0-1 0 0,0 0 0 0 0,1 0 0 0 0,-1 0 0 0 0,1 0 0 0 0,0 0 1 0 0,0-1-1 0 0,0 0 0 0 0,0 0 0 0 0,0 0 0 0 0,0 0 0 0 0,0-1 1 0 0,1 0-1 0 0,-1 0 0 0 0,0 0 0 0 0,9 1 0 0 0,1-1-392 0 0,0-1-1 0 0,1 0 1 0 0,-1-1 0 0 0,1 0-1 0 0,-1-1 1 0 0,0-1 0 0 0,0 0-1 0 0,0-1 1 0 0,20-9 0 0 0,-17 6-521 0 0,0-2 1 0 0,-1 0 0 0 0,0-1 0 0 0,0 0 0 0 0,-1-1 0 0 0,25-25 0 0 0,-8 1-2364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21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111 193 108 0 0,'25'-193'13335'0'0,"-32"209"-12624"0"0,-2 11-183 0 0,1 0 1 0 0,-4 37 0 0 0,4-26-200 0 0,-15 71 280 0 0,-27 148 201 0 0,41-197-688 0 0,3 0 1 0 0,2 78 0 0 0,4-129-154 0 0,1 0 0 0 0,0 1 0 0 0,0-1 0 0 0,1 0 0 0 0,0 0 0 0 0,1 0 0 0 0,0 0 0 0 0,4 9 0 0 0,-5-15-64 0 0,-1-1 0 0 0,1 1 0 0 0,0 0 0 0 0,0-1-1 0 0,0 1 1 0 0,0-1 0 0 0,0 0 0 0 0,0 0 0 0 0,1 1 0 0 0,-1-2-1 0 0,1 1 1 0 0,-1 0 0 0 0,1 0 0 0 0,0-1 0 0 0,0 1 0 0 0,-1-1-1 0 0,1 0 1 0 0,0 0 0 0 0,0 0 0 0 0,1 0 0 0 0,-1-1 0 0 0,0 1 0 0 0,0-1-1 0 0,0 0 1 0 0,0 0 0 0 0,0 0 0 0 0,4 0 0 0 0,3-2-121 0 0,0 0 0 0 0,0-1 0 0 0,0 0 0 0 0,-1-1 0 0 0,1 0 0 0 0,-1 0 1 0 0,0-1-1 0 0,0 0 0 0 0,-1 0 0 0 0,1-1 0 0 0,-1-1 0 0 0,0 1 0 0 0,-1-1 0 0 0,0 0 1 0 0,7-9-1 0 0,11-14-107 0 0,-3-1 1 0 0,31-54 0 0 0,-27 38 2339 0 0,27-71 1 0 0,-53 117-1789 0 0,-17 30 200 0 0,4 0-88 0 0,1 0 1 0 0,-11 48-1 0 0,19-63-293 0 0,1 1-1 0 0,1 0 1 0 0,0 0 0 0 0,1 0-1 0 0,1 0 1 0 0,0 0 0 0 0,4 22-1 0 0,-4-35-33 0 0,1 1 0 0 0,-1-1 0 0 0,1 1 0 0 0,0-1 0 0 0,-1 0 0 0 0,1 1 0 0 0,0-1 0 0 0,1 0 0 0 0,-1 0 0 0 0,0 0 0 0 0,1 1 0 0 0,-1-1 0 0 0,1-1 0 0 0,0 1 0 0 0,-1 0 0 0 0,1 0 0 0 0,0-1 0 0 0,0 1 0 0 0,4 2 0 0 0,-3-3-2 0 0,1 0 1 0 0,-1 0-1 0 0,1 0 1 0 0,-1 0-1 0 0,1 0 1 0 0,-1-1-1 0 0,1 1 1 0 0,0-1-1 0 0,-1 0 1 0 0,1 0-1 0 0,0-1 0 0 0,4 0 1 0 0,3-1 6 0 0,0-1 1 0 0,0-1 0 0 0,0 1-1 0 0,-1-2 1 0 0,0 0-1 0 0,1 0 1 0 0,13-10-1 0 0,-14 7-16 0 0,0 0-1 0 0,-1-1 1 0 0,0 0-1 0 0,0 0 1 0 0,-1-1-1 0 0,0 0 1 0 0,-1-1-1 0 0,0 0 1 0 0,-1 0-1 0 0,0 0 1 0 0,7-23-1 0 0,-8 21-13 0 0,-1-1 0 0 0,0 0-1 0 0,-2 0 1 0 0,1 0 0 0 0,-2-1 0 0 0,0 1-1 0 0,0-1 1 0 0,-2 1 0 0 0,0 0 0 0 0,-3-18-1 0 0,4 29 8 0 0,-1-1-1 0 0,1 1 0 0 0,-1 0 1 0 0,0-1-1 0 0,-1 1 0 0 0,1 0 0 0 0,0-1 1 0 0,-1 1-1 0 0,0 0 0 0 0,1 0 1 0 0,-1 0-1 0 0,0 0 0 0 0,-1 1 1 0 0,1-1-1 0 0,-1 0 0 0 0,1 1 1 0 0,-1 0-1 0 0,0-1 0 0 0,1 1 1 0 0,-1 0-1 0 0,0 1 0 0 0,0-1 1 0 0,-1 0-1 0 0,1 1 0 0 0,0 0 1 0 0,-1 0-1 0 0,1 0 0 0 0,0 0 0 0 0,-1 0 1 0 0,1 1-1 0 0,-1-1 0 0 0,1 1 1 0 0,-1 0-1 0 0,1 0 0 0 0,-7 1 1 0 0,-1 1-1 0 0,0 0 1 0 0,0 1-1 0 0,0 0 1 0 0,0 1 0 0 0,0 0-1 0 0,1 0 1 0 0,-1 1-1 0 0,1 1 1 0 0,-15 11 0 0 0,16-10 19 0 0,0 0 1 0 0,0 1 0 0 0,1 0 0 0 0,0 1 0 0 0,1 0 0 0 0,-10 14 0 0 0,15-20-40 0 0,0 1 0 0 0,0-1 0 0 0,0 0-1 0 0,0 1 1 0 0,0 0 0 0 0,1-1 0 0 0,0 1 0 0 0,0 0 0 0 0,0 0 0 0 0,0-1 0 0 0,0 1 0 0 0,1 0 0 0 0,0 0 0 0 0,-1 0 0 0 0,2 0 0 0 0,-1 0 0 0 0,0 0 0 0 0,1 0 0 0 0,0 0 0 0 0,0 0 0 0 0,0-1 0 0 0,2 5 0 0 0,-2-5-102 0 0,1-1 0 0 0,0 1 0 0 0,1-1 1 0 0,-1 1-1 0 0,0-1 0 0 0,1 0 1 0 0,-1 0-1 0 0,1 0 0 0 0,-1-1 0 0 0,1 1 1 0 0,0-1-1 0 0,0 1 0 0 0,0-1 1 0 0,0 0-1 0 0,0 0 0 0 0,0 0 0 0 0,0 0 1 0 0,0-1-1 0 0,0 1 0 0 0,1-1 1 0 0,-1 0-1 0 0,0 0 0 0 0,4 0 1 0 0,6-1-179 0 0,-1 0 1 0 0,0-1 0 0 0,1 0 0 0 0,19-6 0 0 0,-3-4 140 0 0,0 0 1 0 0,-1-2-1 0 0,0-1 0 0 0,39-29 1 0 0,-39 24 542 0 0,1 2 1 0 0,0 1 0 0 0,54-22-1 0 0,-79 38-297 0 0,-1-1 0 0 0,1 1 0 0 0,-1 0-1 0 0,1 0 1 0 0,0 0 0 0 0,-1 1-1 0 0,1-1 1 0 0,0 1 0 0 0,0 0-1 0 0,0 0 1 0 0,-1 0 0 0 0,1 0 0 0 0,0 1-1 0 0,0 0 1 0 0,-1 0 0 0 0,1 0-1 0 0,-1 0 1 0 0,1 0 0 0 0,0 1-1 0 0,-1-1 1 0 0,0 1 0 0 0,0 0-1 0 0,1 0 1 0 0,-1 0 0 0 0,0 1 0 0 0,0-1-1 0 0,-1 1 1 0 0,1-1 0 0 0,-1 1-1 0 0,1 0 1 0 0,-1 0 0 0 0,0 0-1 0 0,3 6 1 0 0,1 4 62 0 0,-1-1 0 0 0,0 1-1 0 0,-1 0 1 0 0,-1 0 0 0 0,0 0 0 0 0,-1 0 0 0 0,0 1-1 0 0,-1 22 1 0 0,-2-4 901 0 0,-2-1 1 0 0,-10 49-1 0 0,7-60 864 0 0,3-17-1140 0 0,0-11-594 0 0,3 2-137 0 0,1 0 0 0 0,0 1 0 0 0,1-1 0 0 0,-1 1 0 0 0,1 0 0 0 0,0 0 0 0 0,0-1 0 0 0,6-7 0 0 0,-6 9-12 0 0,7-13-22 0 0,1 1-1 0 0,1 1 1 0 0,0-1-1 0 0,1 2 1 0 0,0 0-1 0 0,21-18 1 0 0,-4 8-972 0 0,1 0 0 0 0,39-22 0 0 0,12 5-4197 0 0,-35 19-1944 0 0,-27 12 1549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21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1 2584 0 0,'-3'0'154'0'0,"-56"4"4959"0"0,-90 18-1 0 0,148-22-5080 0 0,1 0 0 0 0,-1 1 0 0 0,1-1 0 0 0,-1 0 0 0 0,1 0 0 0 0,-1 0 0 0 0,1 0 0 0 0,-1 0 0 0 0,1 0 0 0 0,0 1 0 0 0,-1-1 0 0 0,1 0 0 0 0,-1 0-1 0 0,1 1 1 0 0,-1-1 0 0 0,1 0 0 0 0,0 0 0 0 0,-1 1 0 0 0,1-1 0 0 0,0 1 0 0 0,-1-1 0 0 0,1 0 0 0 0,-1 1 0 0 0,9 5 366 0 0,20 0-149 0 0,110-7-2311 0 0,-47-4-2556 0 0,-23 1-675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22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34 803 612 0 0,'-34'17'15642'0'0,"42"-29"-14703"0"0,18-15-1101 0 0,277-233 425 0 0,-230 200-288 0 0,-63 52-115 0 0,0 0 0 0 0,-1-1 1 0 0,0 0-1 0 0,9-14 0 0 0,-17 22 5 0 0,-2 0 117 0 0,1 1-1 0 0,-1-1 1 0 0,0 1 0 0 0,0-1 0 0 0,0 1 0 0 0,0-1-1 0 0,0 1 1 0 0,0 0 0 0 0,0 0 0 0 0,0 0 0 0 0,0-1 0 0 0,0 1-1 0 0,-2 0 1 0 0,-6 3 0 0 0,1 0-1 0 0,0 0 1 0 0,-1 1 0 0 0,1 0-1 0 0,1 1 1 0 0,-1-1 0 0 0,0 2-1 0 0,1-1 1 0 0,0 1 0 0 0,-8 9-1 0 0,13-13 17 0 0,0 0 0 0 0,0 0 0 0 0,0 0 0 0 0,0 1 0 0 0,1-1 0 0 0,-1 0 0 0 0,1 1 0 0 0,0 0 0 0 0,0-1 0 0 0,0 1-1 0 0,0 0 1 0 0,0-1 0 0 0,1 1 0 0 0,-1 0 0 0 0,1 0 0 0 0,-1 0 0 0 0,1-1 0 0 0,0 1 0 0 0,0 0 0 0 0,1 0-1 0 0,-1 0 1 0 0,0 0 0 0 0,1-1 0 0 0,0 1 0 0 0,0 0 0 0 0,0 0 0 0 0,0-1 0 0 0,0 1 0 0 0,0-1 0 0 0,1 1-1 0 0,-1-1 1 0 0,1 1 0 0 0,-1-1 0 0 0,1 0 0 0 0,0 0 0 0 0,0 0 0 0 0,3 2 0 0 0,17 16-20 0 0,0-2 0 0 0,32 21 0 0 0,-35-28 10 0 0,0 2 1 0 0,-2 1-1 0 0,1 0 1 0 0,-2 1-1 0 0,22 25 0 0 0,-36-38 20 0 0,-1 0-1 0 0,0 0 0 0 0,0 0 1 0 0,0 0-1 0 0,0 0 0 0 0,0 0 1 0 0,0 0-1 0 0,0 0 0 0 0,-1 0 0 0 0,1 0 1 0 0,-1 1-1 0 0,1-1 0 0 0,-1 0 1 0 0,0 0-1 0 0,0 0 0 0 0,0 1 0 0 0,0-1 1 0 0,0 0-1 0 0,-1 3 0 0 0,-1-1 7 0 0,1 0 0 0 0,-1 0 0 0 0,1-1 0 0 0,-1 1 0 0 0,0-1 0 0 0,-1 1 0 0 0,1-1-1 0 0,-1 0 1 0 0,1 0 0 0 0,-4 3 0 0 0,-5 4 36 0 0,-1 0 0 0 0,0-1-1 0 0,-1-1 1 0 0,-21 12 0 0 0,19-13 42 0 0,1-1-1 0 0,-1 0 1 0 0,0 0 0 0 0,-1-2 0 0 0,-25 6 0 0 0,40-10-95 0 0,1 0 1 0 0,0 0 0 0 0,0 0 0 0 0,-1 0 0 0 0,1 0 0 0 0,0 0 0 0 0,0 0 0 0 0,-1 0 0 0 0,1-1 0 0 0,0 1 0 0 0,0 0 0 0 0,-1 0 0 0 0,1 0 0 0 0,0 0 0 0 0,0 0-1 0 0,-1 0 1 0 0,1 0 0 0 0,0 0 0 0 0,0-1 0 0 0,0 1 0 0 0,-1 0 0 0 0,1 0 0 0 0,0 0 0 0 0,0 0 0 0 0,0-1 0 0 0,0 1 0 0 0,0 0 0 0 0,-1 0 0 0 0,1 0-1 0 0,0-1 1 0 0,0 1 0 0 0,0 0 0 0 0,0 0 0 0 0,0-1 0 0 0,0 1 0 0 0,0 0 0 0 0,0 0 0 0 0,0-1 0 0 0,0 1 0 0 0,0 0 0 0 0,0 0 0 0 0,0-1 0 0 0,0 1 0 0 0,0 0-1 0 0,0 0 1 0 0,0-1 0 0 0,0 1 0 0 0,0 0 0 0 0,0 0 0 0 0,0-1 0 0 0,0 1 0 0 0,0 0 0 0 0,1 0 0 0 0,-1 0 0 0 0,0-1 0 0 0,0 1 0 0 0,0 0 0 0 0,1 0 0 0 0,5-12-210 0 0,3 1-137 0 0,1 1 0 0 0,1 0 0 0 0,0 0 0 0 0,0 1 0 0 0,21-13 0 0 0,0 0-340 0 0,65-50-1864 0 0,102-97 0 0 0,-170 141 2254 0 0,-2-1 0 0 0,-1-2 0 0 0,-1-1 0 0 0,-1 0-1 0 0,-2-2 1 0 0,-2 0 0 0 0,25-57 0 0 0,-36 69 880 0 0,-1 0 0 0 0,-1-1 1 0 0,-1 0-1 0 0,-1-1 0 0 0,-1 1 0 0 0,-1-1 0 0 0,0-28 1 0 0,-3 16 653 0 0,0 34-844 0 0,-1 2-348 0 0,0 1-1 0 0,0-1 0 0 0,1 1 1 0 0,-1-1-1 0 0,0 1 0 0 0,1-1 0 0 0,-1 1 1 0 0,0 0-1 0 0,1-1 0 0 0,-1 1 1 0 0,1 0-1 0 0,-1 0 0 0 0,1 0 0 0 0,0-1 1 0 0,-1 1-1 0 0,1 0 0 0 0,0 0 1 0 0,-1 0-1 0 0,1 0 0 0 0,0-1 0 0 0,0 3 1 0 0,-6 23 505 0 0,5-24-449 0 0,-44 331 3528 0 0,10-65-2378 0 0,18-160-903 0 0,-123 708 1019 0 0,140-812-1348 0 0,-1 0 0 0 0,0 1 1 0 0,-1-1-1 0 0,1 0 0 0 0,-1 0 1 0 0,1 0-1 0 0,-1 0 0 0 0,0-1 1 0 0,-1 1-1 0 0,1-1 0 0 0,-1 1 1 0 0,-3 3-1 0 0,5-6-14 0 0,0-1 0 0 0,0 1 0 0 0,0-1-1 0 0,0 0 1 0 0,0 1 0 0 0,0-1 0 0 0,0 0 0 0 0,0 0 0 0 0,0 1 0 0 0,0-1 0 0 0,0 0 0 0 0,0 0 0 0 0,0 0-1 0 0,0 0 1 0 0,0-1 0 0 0,0 1 0 0 0,-1 0 0 0 0,1 0 0 0 0,0-1 0 0 0,0 1 0 0 0,-1-1 0 0 0,-20-12-30 0 0,15 5-27 0 0,0 1 1 0 0,0-1 0 0 0,1 0-1 0 0,0-1 1 0 0,0 0 0 0 0,1 0 0 0 0,0 0-1 0 0,1 0 1 0 0,0-1 0 0 0,1 1 0 0 0,-4-13-1 0 0,-1-15-279 0 0,-8-63-1 0 0,12 57 210 0 0,2 0 0 0 0,2-1-1 0 0,1 0 1 0 0,3 1-1 0 0,1 0 1 0 0,3 0-1 0 0,1 0 1 0 0,2 1-1 0 0,24-59 1 0 0,-23 73 84 0 0,2 0 0 0 0,0 1 0 0 0,2 0 1 0 0,2 1-1 0 0,39-46 0 0 0,-41 54 13 0 0,2 2 0 0 0,0 0 0 0 0,0 1-1 0 0,1 1 1 0 0,1 0 0 0 0,1 2 0 0 0,0 0 0 0 0,30-12-1 0 0,-32 18 6 0 0,0 0-1 0 0,0 0 1 0 0,1 2-1 0 0,0 0 1 0 0,-1 2-1 0 0,23-1 0 0 0,-33 3 19 0 0,1 0 0 0 0,0 0 0 0 0,0 1 0 0 0,0 0 0 0 0,-1 1 0 0 0,1 0 0 0 0,0 1 0 0 0,-1 0 0 0 0,0 0 0 0 0,0 1 0 0 0,0 0 0 0 0,0 1 0 0 0,-1 0 0 0 0,11 7 0 0 0,-16-9 17 0 0,-1-1 0 0 0,1 1 0 0 0,0-1-1 0 0,-1 1 1 0 0,0 0 0 0 0,1 0 0 0 0,-1 0-1 0 0,0 0 1 0 0,-1 1 0 0 0,1-1 0 0 0,0 0 0 0 0,-1 1-1 0 0,0-1 1 0 0,0 1 0 0 0,0-1 0 0 0,0 1-1 0 0,-1 0 1 0 0,1 6 0 0 0,-1-4 10 0 0,-1 0 0 0 0,0 0 1 0 0,0 0-1 0 0,-1 0 0 0 0,1-1 0 0 0,-1 1 1 0 0,0-1-1 0 0,-1 1 0 0 0,1-1 0 0 0,-8 10 1 0 0,2-3 11 0 0,-1-1 1 0 0,0 0 0 0 0,-1 0 0 0 0,0-1 0 0 0,-1 0 0 0 0,0-1 0 0 0,-1 0 0 0 0,0-1 0 0 0,-14 8 0 0 0,11-9 78 0 0,0 0-1 0 0,-33 9 1 0 0,42-14-451 0 0,-1-1 1 0 0,0 0-1 0 0,1 0 0 0 0,-1-1 0 0 0,0 1 0 0 0,0-1 0 0 0,1-1 0 0 0,-1 1 0 0 0,-13-4 0 0 0,20 4 233 0 0,0 0 1 0 0,-1 0-1 0 0,1-1 0 0 0,0 1 1 0 0,-1 0-1 0 0,1 0 0 0 0,0 0 0 0 0,-1-1 1 0 0,1 1-1 0 0,0 0 0 0 0,0-1 1 0 0,-1 1-1 0 0,1 0 0 0 0,0 0 0 0 0,0-1 1 0 0,0 1-1 0 0,0 0 0 0 0,-1-1 1 0 0,1 1-1 0 0,0 0 0 0 0,0-1 0 0 0,0 1 1 0 0,0-1-1 0 0,0 1 0 0 0,0 0 1 0 0,0-1-1 0 0,0 1 0 0 0,0 0 0 0 0,0-1 1 0 0,0 1-1 0 0,0-1 0 0 0,0 1 1 0 0,0 0-1 0 0,0-1 0 0 0,0 1 0 0 0,1 0 1 0 0,-1-1-1 0 0,0 1 0 0 0,0 0 1 0 0,0-1-1 0 0,0 1 0 0 0,1-1 0 0 0,7-10-3406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23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83 2472 0 0,'6'-3'1213'0'0,"0"-1"-1"0"0,0 0 0 0 0,-1 0 0 0 0,0-1 1 0 0,7-6-1 0 0,-11 10-1067 0 0,-1 0 1 0 0,1 0-1 0 0,0 0 0 0 0,0 0 0 0 0,-1 0 1 0 0,1-1-1 0 0,-1 1 0 0 0,1 0 0 0 0,-1 0 1 0 0,1-1-1 0 0,-1 1 0 0 0,0 0 1 0 0,1 0-1 0 0,-1-1 0 0 0,0 1 0 0 0,0 0 1 0 0,0-1-1 0 0,0 1 0 0 0,0 0 0 0 0,-1-1 1 0 0,1 1-1 0 0,0 0 0 0 0,-1 0 1 0 0,1-1-1 0 0,0 1 0 0 0,-1 0 0 0 0,0 0 1 0 0,1 0-1 0 0,-1-1 0 0 0,0 1 0 0 0,1 0 1 0 0,-3-1-1 0 0,2 1-99 0 0,0-1 0 0 0,0 2-1 0 0,-1-1 1 0 0,1 0 0 0 0,0 0 0 0 0,-1 0 0 0 0,1 1 0 0 0,-1-1-1 0 0,1 1 1 0 0,-1-1 0 0 0,1 1 0 0 0,-1-1 0 0 0,0 1-1 0 0,1 0 1 0 0,-1 0 0 0 0,1 0 0 0 0,-1 0 0 0 0,0 0 0 0 0,1 0-1 0 0,-1 0 1 0 0,-1 1 0 0 0,-3 0 65 0 0,-8 1-17 0 0,-1 0 0 0 0,1 1 0 0 0,0 1 0 0 0,0 1-1 0 0,0 0 1 0 0,0 1 0 0 0,1 0 0 0 0,0 1 0 0 0,-24 17-1 0 0,25-16-76 0 0,0 1 0 0 0,0 1 0 0 0,1 0-1 0 0,0 1 1 0 0,1 0 0 0 0,0 0 0 0 0,1 1-1 0 0,1 0 1 0 0,-1 1 0 0 0,-6 15 0 0 0,14-26-11 0 0,0 0 0 0 0,0 0 0 0 0,0 1 0 0 0,0-1 0 0 0,0 0 1 0 0,0 1-1 0 0,1-1 0 0 0,-1 1 0 0 0,1-1 0 0 0,0 1 0 0 0,-1-1 0 0 0,1 1 1 0 0,0-1-1 0 0,1 1 0 0 0,-1-1 0 0 0,0 1 0 0 0,1-1 0 0 0,-1 1 1 0 0,1-1-1 0 0,0 1 0 0 0,0-1 0 0 0,0 0 0 0 0,0 1 0 0 0,0-1 1 0 0,1 0-1 0 0,-1 0 0 0 0,0 0 0 0 0,1 0 0 0 0,0 0 0 0 0,-1 0 1 0 0,1 0-1 0 0,0-1 0 0 0,0 1 0 0 0,0-1 0 0 0,0 1 0 0 0,1-1 1 0 0,-1 0-1 0 0,0 0 0 0 0,0 0 0 0 0,3 1 0 0 0,4 1 8 0 0,-1-1 0 0 0,0 0 1 0 0,1 0-1 0 0,-1-1 0 0 0,1 0 0 0 0,0 0 0 0 0,-1-1 0 0 0,1 0 0 0 0,0-1 0 0 0,15-2 1 0 0,-14 0-4 0 0,1 0 0 0 0,-1 0 0 0 0,1-1 0 0 0,-1-1 0 0 0,-1 1-1 0 0,1-2 1 0 0,0 1 0 0 0,-1-1 0 0 0,0-1 0 0 0,-1 0 0 0 0,13-12 0 0 0,-9 5 1 0 0,0 0 0 0 0,0-1-1 0 0,-2-1 1 0 0,0 0-1 0 0,15-33 1 0 0,4-11 1221 0 0,-29 58-894 0 0,-7 26 106 0 0,-24 96 276 0 0,28-104-745 0 0,0 1 1 0 0,1-1-1 0 0,1 1 1 0 0,1 0-1 0 0,3 22 1 0 0,-3-35-173 0 0,1-1-1 0 0,0 0 1 0 0,0 0 0 0 0,0 0-1 0 0,0 0 1 0 0,0 0 0 0 0,1 0-1 0 0,-1 0 1 0 0,1-1 0 0 0,0 1 0 0 0,0 0-1 0 0,0-1 1 0 0,0 1 0 0 0,0-1-1 0 0,1 0 1 0 0,-1 0 0 0 0,1 0-1 0 0,0 0 1 0 0,-1 0 0 0 0,1-1-1 0 0,0 1 1 0 0,0-1 0 0 0,0 1 0 0 0,0-1-1 0 0,0 0 1 0 0,0-1 0 0 0,0 1-1 0 0,0 0 1 0 0,5 0 0 0 0,6 0-1052 0 0,-1 0 0 0 0,1-1 0 0 0,0 0 1 0 0,-1-1-1 0 0,23-4 0 0 0,-2-3-2960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23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260 145 1844 0 0,'8'-12'2036'0'0,"-1"-1"-1"0"0,0-1 1 0 0,5-14-1 0 0,-11 24-1689 0 0,0 1-1 0 0,0-1 0 0 0,0 1 0 0 0,0-1 0 0 0,-1 0 0 0 0,1 1 1 0 0,-1-1-1 0 0,0 0 0 0 0,0 1 0 0 0,0-1 0 0 0,-1 0 0 0 0,1 1 1 0 0,-1-1-1 0 0,0 1 0 0 0,0-1 0 0 0,0 1 0 0 0,-3-6 0 0 0,3 8-308 0 0,0 1-1 0 0,1-1 0 0 0,-1 0 0 0 0,0 1 0 0 0,0-1 0 0 0,1 0 0 0 0,-1 1 0 0 0,0-1 1 0 0,0 1-1 0 0,0 0 0 0 0,0-1 0 0 0,0 1 0 0 0,0 0 0 0 0,0 0 0 0 0,0-1 0 0 0,0 1 1 0 0,0 0-1 0 0,0 0 0 0 0,0 0 0 0 0,0 0 0 0 0,0 0 0 0 0,0 0 0 0 0,-1 1 0 0 0,-23 4 437 0 0,13 0-270 0 0,1-1 0 0 0,1 2 1 0 0,-1-1-1 0 0,1 1 0 0 0,0 1 0 0 0,0 0 1 0 0,-16 15-1 0 0,5-1 72 0 0,1 1-1 0 0,-19 24 1 0 0,31-35-209 0 0,0 1-1 0 0,1-1 1 0 0,0 1 0 0 0,1 1-1 0 0,0-1 1 0 0,1 1 0 0 0,-7 23-1 0 0,11-32-99 0 0,0-1 1 0 0,0 1-1 0 0,1 0 0 0 0,0 0 0 0 0,-1 0 0 0 0,1 0 0 0 0,0-1 0 0 0,1 1 0 0 0,-1 0 0 0 0,1 0 0 0 0,0 0 0 0 0,0-1 0 0 0,0 1 0 0 0,0 0 0 0 0,0-1 0 0 0,1 1 0 0 0,0-1 0 0 0,0 1 0 0 0,0-1 0 0 0,0 0 0 0 0,0 0 0 0 0,0 0 0 0 0,1 0 0 0 0,0 0 0 0 0,0-1 0 0 0,-1 1 0 0 0,1-1 0 0 0,1 0 0 0 0,-1 1 0 0 0,0-1 0 0 0,6 2 0 0 0,0 0-566 0 0,0-1 0 0 0,0 0 0 0 0,1 0-1 0 0,-1-1 1 0 0,1 0 0 0 0,-1-1 0 0 0,15 0 0 0 0,1-1-2932 0 0,43-6 0 0 0,-28 0-1626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23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348 133 2580 0 0,'-2'-13'7742'0'0,"2"13"-7592"0"0,-1 0-1 0 0,0-1 1 0 0,0 1 0 0 0,0 0-1 0 0,1-1 1 0 0,-1 1-1 0 0,0 0 1 0 0,0 0 0 0 0,0 0-1 0 0,0 0 1 0 0,1 0-1 0 0,-1 0 1 0 0,0 0 0 0 0,0 0-1 0 0,0 0 1 0 0,0 0-1 0 0,0 0 1 0 0,1 0 0 0 0,-1 1-1 0 0,0-1 1 0 0,0 0-1 0 0,0 1 1 0 0,1-1-1 0 0,-1 0 1 0 0,0 1 0 0 0,1-1-1 0 0,-1 1 1 0 0,0-1-1 0 0,1 1 1 0 0,-1 0 0 0 0,0-1-1 0 0,1 1 1 0 0,-1 1-1 0 0,0-1-75 0 0,0 0 0 0 0,0 1 0 0 0,0-1-1 0 0,0 1 1 0 0,0-1 0 0 0,1 1-1 0 0,-1-1 1 0 0,1 1 0 0 0,-1-1 0 0 0,1 1-1 0 0,-1 0 1 0 0,1-1 0 0 0,0 1-1 0 0,0 0 1 0 0,0-1 0 0 0,0 4 0 0 0,1-4-47 0 0,-1 0 1 0 0,1 0-1 0 0,-1 0 1 0 0,1 0-1 0 0,0-1 1 0 0,0 1-1 0 0,-1 0 1 0 0,1 0-1 0 0,0 0 1 0 0,0-1-1 0 0,0 1 1 0 0,0 0-1 0 0,0-1 1 0 0,-1 1-1 0 0,1-1 1 0 0,0 1-1 0 0,0-1 1 0 0,1 0-1 0 0,-1 1 1 0 0,1-1-1 0 0,26 7 326 0 0,-22-6-314 0 0,0-1 0 0 0,0 1 0 0 0,0-1 0 0 0,0-1 0 0 0,0 1 0 0 0,0-1 0 0 0,0 0-1 0 0,0 0 1 0 0,9-3 0 0 0,-11 2-30 0 0,0 1-1 0 0,-1-1 1 0 0,1 0 0 0 0,-1 0-1 0 0,1 0 1 0 0,-1 0-1 0 0,0-1 1 0 0,0 1-1 0 0,0-1 1 0 0,0 0 0 0 0,0 0-1 0 0,-1 0 1 0 0,1 0-1 0 0,-1 0 1 0 0,0-1-1 0 0,0 1 1 0 0,2-4 0 0 0,-2 1-15 0 0,0 1 0 0 0,0-1 0 0 0,0 0 1 0 0,-1 0-1 0 0,1 0 0 0 0,-2 0 0 0 0,1 0 1 0 0,0 0-1 0 0,-1 0 0 0 0,-1-10 0 0 0,0 14 1 0 0,1 0-1 0 0,-1-1 0 0 0,1 1 0 0 0,-1 0 0 0 0,0 0 0 0 0,0 0 0 0 0,0 0 0 0 0,0 0 0 0 0,0 0 0 0 0,-1 0 0 0 0,1 0 0 0 0,-1 0 1 0 0,1 1-1 0 0,-1-1 0 0 0,1 0 0 0 0,-1 1 0 0 0,0-1 0 0 0,0 1 0 0 0,0 0 0 0 0,0 0 0 0 0,0 0 0 0 0,0 0 0 0 0,0 0 0 0 0,0 0 1 0 0,0 0-1 0 0,-1 1 0 0 0,1-1 0 0 0,0 1 0 0 0,0-1 0 0 0,-4 1 0 0 0,-4 0 55 0 0,-1 0 0 0 0,1 0 0 0 0,-1 1 0 0 0,1 1 1 0 0,-1-1-1 0 0,1 2 0 0 0,0-1 0 0 0,-16 8 0 0 0,-4 2 491 0 0,-40 25 0 0 0,40-20-139 0 0,0 2 0 0 0,-32 27 0 0 0,48-34-283 0 0,0 1 1 0 0,1 0-1 0 0,0 1 1 0 0,1 1-1 0 0,-18 29 1 0 0,28-41-97 0 0,0 0 0 0 0,0 0 0 0 0,1 1 0 0 0,-1-1 0 0 0,1 1-1 0 0,0-1 1 0 0,0 1 0 0 0,0 0 0 0 0,1-1 0 0 0,-1 1 0 0 0,1 0 0 0 0,0 0 0 0 0,0-1 0 0 0,0 1 0 0 0,1 0 0 0 0,-1 0 0 0 0,1-1 0 0 0,0 1 0 0 0,2 5 0 0 0,-2-5-2 0 0,1 0-1 0 0,1 0 1 0 0,-1-1-1 0 0,1 1 1 0 0,-1-1 0 0 0,1 0-1 0 0,0 1 1 0 0,0-1-1 0 0,0-1 1 0 0,1 1-1 0 0,-1 0 1 0 0,1-1-1 0 0,-1 1 1 0 0,1-1 0 0 0,0 0-1 0 0,7 2 1 0 0,4 1-218 0 0,1 0 0 0 0,0-1-1 0 0,-1-1 1 0 0,1-1 0 0 0,0 0 0 0 0,19-1 0 0 0,32-3-2988 0 0,-1-4-3422 0 0,-9-2-1904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23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1 452 0 0,'-24'10'11517'0'0,"15"-5"-10301"0"0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26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1 210 200 0 0,'3'-9'2047'0'0,"-1"-1"0"0"0,0 0 1 0 0,-1 0-1 0 0,0 0 0 0 0,0-13 0 0 0,16 40-1152 0 0,2 14-243 0 0,-2 1-1 0 0,21 56 1 0 0,16 75-11 0 0,-13-38-436 0 0,-33-102-150 0 0,15 39 2487 0 0,-22-60-2120 0 0,0-2-381 0 0,-1 1-1 0 0,0-1 0 0 0,1 0 0 0 0,-1 1 0 0 0,0-1 0 0 0,1 0 0 0 0,-1 1 0 0 0,1-1 0 0 0,-1 0 0 0 0,1 0 0 0 0,-1 0 1 0 0,0 1-1 0 0,1-1 0 0 0,-1 0 0 0 0,1 0 0 0 0,-1 0 0 0 0,1 0 0 0 0,-1 0 0 0 0,1 0 0 0 0,-1 0 0 0 0,1 0 1 0 0,4-5 33 0 0,-1 0 0 0 0,0-1 0 0 0,-1 1 1 0 0,1-1-1 0 0,-1 0 0 0 0,0 0 1 0 0,2-6-1 0 0,16-52 36 0 0,-9 23-43 0 0,-7 27-55 0 0,155-389 35 0 0,-130 340-151 0 0,-14 22-3445 0 0,-16 38 2193 0 0,0 2 1308 0 0,0 1 1 0 0,0 0-1 0 0,0 0 0 0 0,0 0 1 0 0,0 0-1 0 0,1-1 1 0 0,-1 1-1 0 0,0 0 1 0 0,0 0-1 0 0,0 0 0 0 0,0 0 1 0 0,0-1-1 0 0,0 1 1 0 0,0 0-1 0 0,0 0 1 0 0,0 0-1 0 0,1 0 1 0 0,-1 0-1 0 0,0 0 0 0 0,0-1 1 0 0,0 1-1 0 0,0 0 1 0 0,0 0-1 0 0,1 0 1 0 0,-1 0-1 0 0,0 0 0 0 0,0 0 1 0 0,0 0-1 0 0,0 0 1 0 0,1 0-1 0 0,-1 0 1 0 0,0 0-1 0 0,9 4-2128 0 0,5 11-4210 0 0,-8-5 3020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27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40 107 1160 0 0,'7'-107'14112'0'0,"-10"131"-13442"0"0,-18 137 660 0 0,12-107-2269 0 0,2 0-1 0 0,1 91 0 0 0,12-102-1973 0 0,5-18-2366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27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54 2156 0 0,'31'-54'9593'0'0,"-34"55"-9380"0"0,-2 1-125 0 0,-1 1-1 0 0,0 0 1 0 0,0 0-1 0 0,1 0 1 0 0,-1 0-1 0 0,1 1 1 0 0,0 0-1 0 0,0 0 0 0 0,-7 8 1 0 0,-37 47 44 0 0,48-58-131 0 0,0 1 1 0 0,0-1-1 0 0,0 1 1 0 0,0 0-1 0 0,1 0 1 0 0,-1-1-1 0 0,0 1 1 0 0,1 0-1 0 0,0 0 1 0 0,-1 0-1 0 0,1-1 1 0 0,0 1-1 0 0,0 0 1 0 0,0 0-1 0 0,0 0 1 0 0,0 0-1 0 0,0 0 1 0 0,0 0-1 0 0,1-1 1 0 0,-1 1-1 0 0,1 0 1 0 0,-1 0-1 0 0,1 0 1 0 0,0-1-1 0 0,0 1 1 0 0,0 0-1 0 0,0-1 1 0 0,0 1-1 0 0,0-1 1 0 0,0 1 0 0 0,0-1-1 0 0,1 1 1 0 0,1 1-1 0 0,4 3-1 0 0,-1 0 0 0 0,2-1-1 0 0,-1 0 1 0 0,0 0 0 0 0,14 6 0 0 0,-6-4 18 0 0,-10-4 22 0 0,1-1-1 0 0,0 1 1 0 0,-1 0 0 0 0,0 0-1 0 0,0 0 1 0 0,0 1 0 0 0,0 0-1 0 0,0 0 1 0 0,-1 0-1 0 0,1 1 1 0 0,3 4 0 0 0,-8-7 16 0 0,0 0 0 0 0,1-1 1 0 0,-1 1-1 0 0,0 0 1 0 0,0 0-1 0 0,0-1 0 0 0,0 1 1 0 0,0 0-1 0 0,0 0 1 0 0,0 0-1 0 0,-1-1 0 0 0,1 1 1 0 0,0 0-1 0 0,-1 0 1 0 0,0-1-1 0 0,1 1 0 0 0,-1-1 1 0 0,0 1-1 0 0,0 0 1 0 0,0-1-1 0 0,-2 3 0 0 0,-1 0-1 0 0,0 1-1 0 0,-1-1 1 0 0,1-1-1 0 0,-1 1 1 0 0,0-1-1 0 0,1 1 1 0 0,-2-1 0 0 0,1-1-1 0 0,0 1 1 0 0,0-1-1 0 0,-1 0 1 0 0,0 0-1 0 0,1-1 1 0 0,-1 1-1 0 0,-8 0 1 0 0,4-1-279 0 0,-1 0 0 0 0,1 0 1 0 0,0-1-1 0 0,-1-1 0 0 0,1 0 0 0 0,0 0 1 0 0,-19-5-1 0 0,21 3-601 0 0,1 1 0 0 0,-1-2 0 0 0,1 1 1 0 0,-1-1-1 0 0,1 0 0 0 0,0 0 0 0 0,1-1 0 0 0,-13-10 1 0 0,2-4-3185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27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71 1460 0 0,'0'-12'1904'0'0,"-1"1"-372"0"0,-1 3 577 0 0,2-8-757 0 0,-4 4-376 0 0,4 0-812 0 0,0 23-1568 0 0,0 2-1841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28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229 131 492 0 0,'8'-18'2592'0'0,"0"-1"0"0"0,-1 0 0 0 0,-1-1 0 0 0,4-24 0 0 0,-10 42-2244 0 0,0 2-330 0 0,0-1 0 0 0,0 1 1 0 0,0-1-1 0 0,0 1 0 0 0,0 0 0 0 0,-1-1 1 0 0,1 1-1 0 0,0-1 0 0 0,0 1 0 0 0,-1 0 1 0 0,1-1-1 0 0,0 1 0 0 0,0-1 0 0 0,-1 1 1 0 0,1 0-1 0 0,-1 0 0 0 0,1-1 0 0 0,0 1 1 0 0,-1 0-1 0 0,1-1 0 0 0,0 1 0 0 0,-1 0 1 0 0,1 0-1 0 0,-1 0 0 0 0,1 0 0 0 0,-1-1 1 0 0,1 1-1 0 0,-1 0 0 0 0,1 0 0 0 0,0 0 1 0 0,-1 0-1 0 0,1 0 0 0 0,-1 0 0 0 0,1 0 1 0 0,-1 0-1 0 0,-21 9 200 0 0,-16 21-88 0 0,12-5-65 0 0,2 1-1 0 0,1 1 1 0 0,-22 33 0 0 0,33-41-68 0 0,0 1-1 0 0,2 0 0 0 0,0 0 0 0 0,1 1 1 0 0,1 0-1 0 0,-5 23 0 0 0,12-40 5 0 0,0 0 1 0 0,0 0-1 0 0,1 1 1 0 0,0-1-1 0 0,0 0 1 0 0,0 0-1 0 0,0 0 1 0 0,1 0-1 0 0,1 6 1 0 0,-2-8-1 0 0,1-1 0 0 0,-1 1 0 0 0,1-1 0 0 0,0 1 0 0 0,-1-1 0 0 0,1 0 0 0 0,0 1 0 0 0,0-1 0 0 0,0 0 1 0 0,0 1-1 0 0,0-1 0 0 0,0 0 0 0 0,1 0 0 0 0,-1 0 0 0 0,0 0 0 0 0,0 0 0 0 0,1 0 0 0 0,-1-1 0 0 0,1 1 1 0 0,-1 0-1 0 0,1-1 0 0 0,-1 1 0 0 0,1-1 0 0 0,-1 1 0 0 0,1-1 0 0 0,0 0 0 0 0,-1 0 0 0 0,1 0 1 0 0,-1 1-1 0 0,3-2 0 0 0,6 1 4 0 0,0-1 1 0 0,1 0 0 0 0,-1-1-1 0 0,0 0 1 0 0,0 0-1 0 0,0-2 1 0 0,-1 1 0 0 0,1-1-1 0 0,-1 0 1 0 0,0-1-1 0 0,0 0 1 0 0,13-10 0 0 0,-9 5-1 0 0,-1 0 1 0 0,0-1 0 0 0,0-1-1 0 0,-2 0 1 0 0,1-1-1 0 0,-2 0 1 0 0,14-22 0 0 0,40-87 865 0 0,-63 120-888 0 0,-2 31 81 0 0,-1-9-136 0 0,-1 8 20 0 0,0 48 0 0 0,4-69-540 0 0,0 0 1 0 0,1 0-1 0 0,0 1 1 0 0,0-1 0 0 0,1 0-1 0 0,0 0 1 0 0,0 0-1 0 0,0-1 1 0 0,1 1-1 0 0,0 0 1 0 0,7 10-1 0 0,-2-9-2252 0 0,1 0-757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28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37 300 2752 0 0,'-7'8'5609'0'0,"-18"21"-1640"0"0,21-22-1185 0 0,41-32-2537 0 0,-2-1 0 0 0,-1-2 0 0 0,0-1 0 0 0,37-43 0 0 0,-30 30-163 0 0,-19 19 94 0 0,33-47 1 0 0,-54 69-185 0 0,0 0 1 0 0,0 0 0 0 0,0-1 0 0 0,-1 1 0 0 0,1 0-1 0 0,0-1 1 0 0,-1 1 0 0 0,1-1 0 0 0,-1 1 0 0 0,1-1-1 0 0,-1-2 1 0 0,0 4 0 0 0,0 0 0 0 0,0-1 1 0 0,0 1-1 0 0,0-1 0 0 0,0 1 0 0 0,0 0 0 0 0,0-1 1 0 0,0 1-1 0 0,-1 0 0 0 0,1-1 0 0 0,0 1 0 0 0,0 0 0 0 0,0-1 1 0 0,-1 1-1 0 0,1 0 0 0 0,0-1 0 0 0,0 1 0 0 0,-1 0 0 0 0,1-1 1 0 0,0 1-1 0 0,-1 0 0 0 0,1 0 0 0 0,0 0 0 0 0,-1-1 1 0 0,1 1-1 0 0,0 0 0 0 0,-1 0 0 0 0,1 0 0 0 0,-3-1-11 0 0,1 1 0 0 0,0 0-1 0 0,-1 0 1 0 0,1 0 0 0 0,0 0-1 0 0,-1 0 1 0 0,1 1 0 0 0,0-1-1 0 0,0 1 1 0 0,-1-1 0 0 0,1 1-1 0 0,0 0 1 0 0,-2 1 0 0 0,-4 2-18 0 0,0 0 0 0 0,1 0-1 0 0,0 1 1 0 0,0 0 0 0 0,0 0 0 0 0,0 0 0 0 0,1 1 0 0 0,0 0 0 0 0,-10 13-1 0 0,15-16 30 0 0,-1-1-1 0 0,0 0 0 0 0,1 1 0 0 0,0-1 0 0 0,0 1 1 0 0,0-1-1 0 0,0 1 0 0 0,0 0 0 0 0,0-1 0 0 0,1 1 1 0 0,-1 0-1 0 0,1 0 0 0 0,0-1 0 0 0,-1 1 0 0 0,1 0 1 0 0,1 0-1 0 0,-1 0 0 0 0,0-1 0 0 0,1 1 0 0 0,-1 0 1 0 0,1-1-1 0 0,0 1 0 0 0,0 0 0 0 0,0-1 1 0 0,0 1-1 0 0,1-1 0 0 0,-1 1 0 0 0,1-1 0 0 0,-1 0 1 0 0,1 1-1 0 0,0-1 0 0 0,3 3 0 0 0,17 14-38 0 0,0-1 0 0 0,43 27 0 0 0,20 15-45 0 0,-84-59 105 0 0,0 0 0 0 0,0 0-1 0 0,0 0 1 0 0,0 0-1 0 0,0 0 1 0 0,0 0-1 0 0,0 0 1 0 0,0 0-1 0 0,-1 0 1 0 0,1 0-1 0 0,0 0 1 0 0,-1 1-1 0 0,1-1 1 0 0,-1 0 0 0 0,1 1-1 0 0,-1-1 1 0 0,0 0-1 0 0,1 1 1 0 0,-1-1-1 0 0,0 0 1 0 0,0 1-1 0 0,0-1 1 0 0,0 0-1 0 0,0 1 1 0 0,0-1 0 0 0,-1 0-1 0 0,1 1 1 0 0,0-1-1 0 0,-1 0 1 0 0,1 0-1 0 0,-1 1 1 0 0,1-1-1 0 0,-1 0 1 0 0,0 0-1 0 0,1 0 1 0 0,-1 1 0 0 0,-1 0-1 0 0,-1 1 39 0 0,0 1 0 0 0,0-1 0 0 0,-1 0 0 0 0,1 0-1 0 0,-1-1 1 0 0,1 1 0 0 0,-1-1 0 0 0,0 0 0 0 0,-7 3 0 0 0,1-1 6 0 0,0-1-1 0 0,-1-1 1 0 0,1 0 0 0 0,-1 0 0 0 0,0-1-1 0 0,0-1 1 0 0,1 1 0 0 0,-14-3 0 0 0,16 2-397 0 0,0-1 0 0 0,0-1 0 0 0,1 1 0 0 0,-1-1 0 0 0,1-1 0 0 0,-1 1 0 0 0,1-1 1 0 0,0-1-1 0 0,0 1 0 0 0,0-1 0 0 0,-12-9 0 0 0,17 12-380 0 0,-4-7-212 0 0,2-14-8251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29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70 436 0 0,'15'-3'6017'0'0,"-14"3"-5862"0"0,1 0 0 0 0,-1-1-1 0 0,1 1 1 0 0,-1 0 0 0 0,1 0-1 0 0,-1 0 1 0 0,1 0 0 0 0,-1 0-1 0 0,1 0 1 0 0,-1 1 0 0 0,1-1-1 0 0,-1 0 1 0 0,1 1-1 0 0,-1-1 1 0 0,1 1 0 0 0,-1 0-1 0 0,0-1 1 0 0,1 1 0 0 0,-1 0-1 0 0,0 0 1 0 0,1 0 0 0 0,-1 0-1 0 0,0 0 1 0 0,0 0 0 0 0,0 0-1 0 0,0 0 1 0 0,0 0 0 0 0,0 1-1 0 0,1 1 1 0 0,2 3 163 0 0,0-1 0 0 0,0 0 0 0 0,1 1 0 0 0,-1-2 1 0 0,1 1-1 0 0,1-1 0 0 0,9 8 0 0 0,-12-10-203 0 0,0-1-1 0 0,1 1 1 0 0,-1 0 0 0 0,1-1 0 0 0,-1 0-1 0 0,1 0 1 0 0,0 0 0 0 0,-1 0 0 0 0,1 0-1 0 0,0-1 1 0 0,0 0 0 0 0,-1 0 0 0 0,1 0-1 0 0,0 0 1 0 0,0 0 0 0 0,6-2 0 0 0,-8 1-95 0 0,0 0 0 0 0,1 0 0 0 0,-1 0 1 0 0,0 0-1 0 0,0-1 0 0 0,0 1 0 0 0,0-1 0 0 0,0 1 1 0 0,0-1-1 0 0,0 0 0 0 0,0 0 0 0 0,0 0 1 0 0,-1 0-1 0 0,1 0 0 0 0,-1 0 0 0 0,0 0 0 0 0,0 0 1 0 0,1-1-1 0 0,-1 1 0 0 0,-1 0 0 0 0,1-1 0 0 0,0 1 1 0 0,0-1-1 0 0,-1 1 0 0 0,0-1 0 0 0,1-2 0 0 0,-1-1-25 0 0,1 1-1 0 0,-1-1 0 0 0,0 0 0 0 0,0 0 0 0 0,-1 1 0 0 0,0-1 0 0 0,0 0 0 0 0,0 1 0 0 0,-1-1 0 0 0,-4-9 0 0 0,6 14 0 0 0,-1 0 1 0 0,1 0-1 0 0,-1 0 1 0 0,0 0 0 0 0,0 0-1 0 0,1 0 1 0 0,-1 0-1 0 0,0 0 1 0 0,0 0-1 0 0,0 0 1 0 0,0 1-1 0 0,0-1 1 0 0,0 0-1 0 0,0 1 1 0 0,-1-1 0 0 0,1 0-1 0 0,0 1 1 0 0,0 0-1 0 0,0-1 1 0 0,-3 0-1 0 0,1 1-1 0 0,0 0 0 0 0,0 0-1 0 0,0 0 1 0 0,0 1 0 0 0,0-1-1 0 0,1 0 1 0 0,-1 1 0 0 0,-5 2 0 0 0,-1 0-13 0 0,0 1 0 0 0,0 1 0 0 0,0 0 1 0 0,-9 7-1 0 0,5-2 8 0 0,0 1-1 0 0,1 0 1 0 0,1 1-1 0 0,-1 0 1 0 0,2 1-1 0 0,-16 24 1 0 0,20-27 10 0 0,0 0 0 0 0,1 0 1 0 0,0 1-1 0 0,1 0 0 0 0,0 0 1 0 0,0 0-1 0 0,1 0 0 0 0,1 1 0 0 0,0-1 1 0 0,-1 17-1 0 0,3-25 14 0 0,0 1-1 0 0,0-1 1 0 0,1 1 0 0 0,-1-1-1 0 0,1 1 1 0 0,0-1 0 0 0,-1 0-1 0 0,2 1 1 0 0,-1-1 0 0 0,0 0-1 0 0,1 0 1 0 0,-1 1 0 0 0,1-1-1 0 0,0 0 1 0 0,0-1-1 0 0,0 1 1 0 0,0 0 0 0 0,5 4-1 0 0,-3-4-50 0 0,1 0 0 0 0,-1-1-1 0 0,0 1 1 0 0,1-1-1 0 0,-1 0 1 0 0,1 0-1 0 0,0-1 1 0 0,0 0 0 0 0,0 1-1 0 0,0-1 1 0 0,9 0-1 0 0,2-1-279 0 0,0 0-1 0 0,0-1 0 0 0,0-1 0 0 0,0 0 1 0 0,-1-1-1 0 0,1-1 0 0 0,18-7 1 0 0,-13 2-288 0 0,0 0 0 0 0,0-2 0 0 0,-1 0 1 0 0,0-1-1 0 0,-1-1 0 0 0,29-25 1 0 0,-26 16-386 0 0,-1 1 1 0 0,0-2 0 0 0,-2-1 0 0 0,25-41 0 0 0,-16 21-277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29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50 285 2652 0 0,'42'-140'3633'0'0,"-23"43"1790"0"0,-11 51-3152 0 0,-8 44-2050 0 0,-11 27 232 0 0,-52 331 3625 0 0,47-266-3604 0 0,5-31-235 0 0,3 0 1 0 0,-2 63 0 0 0,10-119-274 0 0,0-1 1 0 0,0 1 0 0 0,0-1-1 0 0,1 1 1 0 0,-1-1 0 0 0,0 1-1 0 0,1-1 1 0 0,0 0-1 0 0,-1 1 1 0 0,1-1 0 0 0,0 0-1 0 0,0 1 1 0 0,0-1 0 0 0,1 0-1 0 0,-1 0 1 0 0,1 0-1 0 0,-1 0 1 0 0,1 0 0 0 0,-1 0-1 0 0,1 0 1 0 0,0-1 0 0 0,0 1-1 0 0,0 0 1 0 0,3 1-1 0 0,-2-2-264 0 0,1 0 0 0 0,0 1 0 0 0,0-1 0 0 0,-1-1 0 0 0,1 1 0 0 0,0 0 0 0 0,0-1 0 0 0,0 0 0 0 0,0 0 0 0 0,0 0 0 0 0,0-1 0 0 0,0 1 0 0 0,0-1 0 0 0,7-2 0 0 0,-1 0-1138 0 0,0-1 0 0 0,1 0 0 0 0,-2 0 0 0 0,14-8 0 0 0,-1-3-3599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29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73 1232 0 0,'-42'-14'5281'0'0,"25"10"-3105"0"0,2-1 0 0 0,-19-9 0 0 0,32 13-1922 0 0,4-1-188 0 0,0 1-1 0 0,0 0 0 0 0,0 0 1 0 0,1 0-1 0 0,-1 0 0 0 0,0 0 1 0 0,1 0-1 0 0,4 0 0 0 0,47-9-778 0 0,0 2 0 0 0,0 3 1 0 0,92 4-1 0 0,-39 12-4103 0 0,-99-10 4259 0 0,35 5-2698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30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291 401 2404 0 0,'-22'-27'10725'0'0,"21"26"-10458"0"0,-1 0 0 0 0,1 0 0 0 0,0 0 1 0 0,-1 0-1 0 0,0 0 0 0 0,1 0 1 0 0,-1 0-1 0 0,0 0 0 0 0,1 1 0 0 0,-1-1 1 0 0,0 1-1 0 0,1-1 0 0 0,-5 1 1 0 0,4 0-227 0 0,0 1 1 0 0,-1-1 0 0 0,1 1-1 0 0,0 0 1 0 0,-1 0 0 0 0,1 0-1 0 0,0 0 1 0 0,0 0 0 0 0,0 1-1 0 0,-3 1 1 0 0,-22 15-29 0 0,1 1 0 0 0,1 1 0 0 0,0 1 0 0 0,1 2 0 0 0,2 0 0 0 0,-25 33 0 0 0,45-54-7 0 0,0 1-1 0 0,0-1 1 0 0,0 1 0 0 0,0 0 0 0 0,1-1 0 0 0,0 1 0 0 0,-1 0 0 0 0,1 0 0 0 0,0 0 0 0 0,0 0 0 0 0,0 0-1 0 0,1 0 1 0 0,-1 0 0 0 0,1 0 0 0 0,0 1 0 0 0,0-1 0 0 0,0 0 0 0 0,0 0 0 0 0,1 4 0 0 0,-1-6-1 0 0,1 0 0 0 0,0 0 1 0 0,0 0-1 0 0,-1 0 0 0 0,1 1 0 0 0,0-1 1 0 0,0 0-1 0 0,0-1 0 0 0,0 1 1 0 0,0 0-1 0 0,1 0 0 0 0,-1 0 1 0 0,0-1-1 0 0,0 1 0 0 0,0 0 0 0 0,1-1 1 0 0,-1 1-1 0 0,0-1 0 0 0,1 0 1 0 0,-1 1-1 0 0,0-1 0 0 0,1 0 1 0 0,2 0-1 0 0,29 2 57 0 0,-24-3-33 0 0,0 0 1 0 0,1 0-1 0 0,-1-1 1 0 0,0-1-1 0 0,-1 1 0 0 0,1-1 1 0 0,0-1-1 0 0,-1 0 1 0 0,1 0-1 0 0,-1 0 0 0 0,0-1 1 0 0,-1 0-1 0 0,1-1 1 0 0,-1 0-1 0 0,0 0 1 0 0,0 0-1 0 0,-1-1 0 0 0,10-13 1 0 0,-10 11-17 0 0,0 1 0 0 0,-1-1 1 0 0,0-1-1 0 0,-1 1 0 0 0,0-1 0 0 0,0 0 1 0 0,-1 0-1 0 0,0 0 0 0 0,-1 0 1 0 0,0 0-1 0 0,0-1 0 0 0,-1 1 1 0 0,-1-1-1 0 0,0 1 0 0 0,0-1 0 0 0,-2-11 1 0 0,1 19-27 0 0,1 0 1 0 0,-1-1-1 0 0,0 1 1 0 0,0 0-1 0 0,0 0 1 0 0,0-1-1 0 0,-1 1 1 0 0,1 0-1 0 0,-1 0 1 0 0,0 0-1 0 0,0 1 1 0 0,0-1 0 0 0,0 0-1 0 0,0 1 1 0 0,-1-1-1 0 0,1 1 1 0 0,-1 0-1 0 0,1 0 1 0 0,-1 0-1 0 0,0 0 1 0 0,0 0-1 0 0,-4-1 1 0 0,3 2-14 0 0,0 0 0 0 0,0 0-1 0 0,0 0 1 0 0,0 0 0 0 0,0 1 0 0 0,0 0 0 0 0,0 0 0 0 0,0 0 0 0 0,0 0-1 0 0,0 1 1 0 0,0-1 0 0 0,0 1 0 0 0,0 0 0 0 0,1 0 0 0 0,-1 1 0 0 0,0-1 0 0 0,0 1-1 0 0,-5 3 1 0 0,3-1-7 0 0,-1 0 0 0 0,0 1-1 0 0,1 0 1 0 0,0 0 0 0 0,0 1-1 0 0,0-1 1 0 0,1 1 0 0 0,-9 12-1 0 0,13-17 14 0 0,0 1-1 0 0,1 0 1 0 0,-1-1-1 0 0,0 1 1 0 0,0 0-1 0 0,1-1 1 0 0,-1 1-1 0 0,1 0 1 0 0,0 0-1 0 0,-1 0 0 0 0,1-1 1 0 0,0 1-1 0 0,0 0 1 0 0,0 0-1 0 0,0 0 1 0 0,0-1-1 0 0,1 5 1 0 0,0-4-26 0 0,0-1 1 0 0,0 1 0 0 0,1 0 0 0 0,-1 0 0 0 0,0-1-1 0 0,1 1 1 0 0,-1 0 0 0 0,1-1 0 0 0,0 0-1 0 0,-1 1 1 0 0,1-1 0 0 0,0 0 0 0 0,0 0 0 0 0,0 0-1 0 0,0 0 1 0 0,0 0 0 0 0,0 0 0 0 0,0 0-1 0 0,2 0 1 0 0,11 3-253 0 0,0-1 0 0 0,0-1 0 0 0,0 0 0 0 0,0-1-1 0 0,0 0 1 0 0,0-1 0 0 0,1-1 0 0 0,23-4 0 0 0,-1-2-214 0 0,-1-2-1 0 0,44-16 1 0 0,-46 12 318 0 0,-1-1 1 0 0,-1-3 0 0 0,0 0-1 0 0,-1-2 1 0 0,55-43-1 0 0,-47 27 692 0 0,-1-1-1 0 0,-1-2 1 0 0,48-64-1 0 0,-50 59 430 0 0,-35 41-855 0 0,-4 23 3 0 0,-38 84 59 0 0,-117 328 908 0 0,109-287-505 0 0,-84 311 360 0 0,128-432-892 0 0,1 0 0 0 0,1 1 0 0 0,1 0 1 0 0,1-1-1 0 0,2 1 0 0 0,3 28 0 0 0,-3-45 9 0 0,1 0 0 0 0,0 0-1 0 0,1 0 1 0 0,-1 0 0 0 0,2 0-1 0 0,-1 0 1 0 0,1-1 0 0 0,1 0 0 0 0,-1 0-1 0 0,2 0 1 0 0,-1 0 0 0 0,1-1 0 0 0,0 0-1 0 0,0 0 1 0 0,1 0 0 0 0,0-1 0 0 0,0 0-1 0 0,0 0 1 0 0,1-1 0 0 0,8 5 0 0 0,-10-7 110 0 0,-1 0 0 0 0,1-1 0 0 0,0 0 0 0 0,0 0 0 0 0,0 0 0 0 0,0-1 0 0 0,0 0 0 0 0,0 0 0 0 0,0 0 0 0 0,1-1 0 0 0,-1 0 0 0 0,0 0 0 0 0,0-1 0 0 0,11-1 1 0 0,-13 1-37 0 0,0-1 0 0 0,1 1 0 0 0,-1-1 0 0 0,0 0 0 0 0,0 0 1 0 0,-1-1-1 0 0,1 1 0 0 0,0-1 0 0 0,-1 1 0 0 0,1-1 1 0 0,-1 0-1 0 0,0-1 0 0 0,0 1 0 0 0,0 0 0 0 0,0-1 0 0 0,-1 0 1 0 0,1 0-1 0 0,-1 1 0 0 0,0-1 0 0 0,0-1 0 0 0,1-3 1 0 0,0-2-59 0 0,-1 0 1 0 0,0-1-1 0 0,-1 1 1 0 0,0 0-1 0 0,0 0 1 0 0,-1-1 0 0 0,0 1-1 0 0,-1 0 1 0 0,0-1-1 0 0,-1 1 1 0 0,0 0-1 0 0,-1 0 1 0 0,0 0 0 0 0,0 0-1 0 0,-9-16 1 0 0,-7-11-47 0 0,-1 1 1 0 0,-39-51 0 0 0,51 75 26 0 0,-92-110 61 0 0,61 78 306 0 0,-34-51 0 0 0,71 92-371 0 0,0 0 0 0 0,0-1-1 0 0,1 1 1 0 0,-1-1 0 0 0,0 1-1 0 0,1-1 1 0 0,0 0 0 0 0,0 1-1 0 0,0-1 1 0 0,1 0 0 0 0,-1 0-1 0 0,1 0 1 0 0,0 0 0 0 0,0 0-1 0 0,1-7 1 0 0,0 6-11 0 0,0 0 1 0 0,1-1-1 0 0,0 1 1 0 0,0 0-1 0 0,1 0 1 0 0,-1 0-1 0 0,1 0 1 0 0,0 1 0 0 0,7-9-1 0 0,5-2-184 0 0,0 0 0 0 0,0 2 0 0 0,1 0 0 0 0,33-20 0 0 0,9-1-1313 0 0,86-38 0 0 0,67-14-6299 0 0,-200 82 7082 0 0,70-28-6345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33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11 2080 0 0,'-14'-9'9355'0'0,"10"8"-8661"0"0,6 7-546 0 0,-1 0 0 0 0,1 0 0 0 0,-1 0 0 0 0,2 0-1 0 0,-1 0 1 0 0,1-1 0 0 0,-1 1 0 0 0,5 5 0 0 0,12 27 399 0 0,-1 25 312 0 0,20 125 0 0 0,-14-57-641 0 0,-20-116-164 0 0,-2-7 157 0 0,-1-1 1 0 0,1 1 0 0 0,0 13 0 0 0,1-22-28 0 0,-2 1-179 0 0,-1 0 1 0 0,1 0-1 0 0,-1 0 1 0 0,1 0-1 0 0,-1 0 1 0 0,1-1-1 0 0,-1 1 0 0 0,0 0 1 0 0,1 0-1 0 0,-1 0 1 0 0,1 0-1 0 0,-1 0 1 0 0,1-1-1 0 0,-1 1 0 0 0,0 0 1 0 0,1 0-1 0 0,-1-1 1 0 0,0 1-1 0 0,1 0 1 0 0,-1-1-1 0 0,0 1 0 0 0,1 0 1 0 0,-1-1-1 0 0,21-41 86 0 0,22-68 0 0 0,0 2-138 0 0,-34 88 22 0 0,-1 0-41 0 0,21-34 1 0 0,-27 49 51 0 0,1 1 0 0 0,0 0 0 0 0,0 0 0 0 0,0 0 0 0 0,1 1 0 0 0,-1-1 0 0 0,1 1 1 0 0,0 0-1 0 0,0 0 0 0 0,0 0 0 0 0,1 0 0 0 0,-1 1 0 0 0,7-3 0 0 0,-7 4 10 0 0,0 0 0 0 0,0 1 1 0 0,0-1-1 0 0,0 1 0 0 0,0 0 0 0 0,0 0 0 0 0,0 1 0 0 0,0-1 0 0 0,0 1 0 0 0,0 0 0 0 0,0 0 1 0 0,0 0-1 0 0,0 0 0 0 0,-1 1 0 0 0,6 2 0 0 0,6 4 20 0 0,1 1 0 0 0,15 13-1 0 0,-20-14-5 0 0,-4-3-64 0 0,0-1-1 0 0,0 0 1 0 0,0 0 0 0 0,1 0-1 0 0,0-1 1 0 0,-1 0 0 0 0,1 0-1 0 0,0-1 1 0 0,9 1 0 0 0,-14-2 45 0 0,-1-1-1 0 0,1 0 1 0 0,0 0 0 0 0,-1 0 0 0 0,1 0 0 0 0,0-1 0 0 0,-1 1-1 0 0,1-1 1 0 0,-1 1 0 0 0,1-1 0 0 0,-1 0 0 0 0,1 0-1 0 0,-1 0 1 0 0,1 0 0 0 0,-1-1 0 0 0,0 1 0 0 0,0-1 0 0 0,0 1-1 0 0,0-1 1 0 0,0 0 0 0 0,0 1 0 0 0,0-1 0 0 0,0 0 0 0 0,-1-1-1 0 0,1 1 1 0 0,-1 0 0 0 0,1 0 0 0 0,-1-1 0 0 0,0 1-1 0 0,0 0 1 0 0,1-5 0 0 0,0 2 3 0 0,0 1 0 0 0,-1-1 0 0 0,0 0 0 0 0,0 0 0 0 0,0 0 0 0 0,-1 0 0 0 0,0 0 0 0 0,0 0 0 0 0,0 0 0 0 0,0-1 0 0 0,-1 1 0 0 0,0 0 0 0 0,0 1 0 0 0,0-1 0 0 0,-1 0 0 0 0,0 0 0 0 0,0 0 0 0 0,0 1-1 0 0,-4-8 1 0 0,4 11 3 0 0,0-1-1 0 0,0 1 0 0 0,1 0 1 0 0,-1 0-1 0 0,0 0 0 0 0,0 0 0 0 0,0 0 1 0 0,-1 0-1 0 0,1 0 0 0 0,0 1 0 0 0,0-1 1 0 0,0 1-1 0 0,0 0 0 0 0,-1-1 0 0 0,1 1 1 0 0,0 0-1 0 0,0 0 0 0 0,-1 1 0 0 0,1-1 1 0 0,0 0-1 0 0,0 1 0 0 0,-3 0 0 0 0,-2 2 5 0 0,0 0 0 0 0,1 0 0 0 0,0 1-1 0 0,-1 0 1 0 0,1 0 0 0 0,0 0-1 0 0,1 1 1 0 0,-1 0 0 0 0,1 0-1 0 0,0 0 1 0 0,0 1 0 0 0,-3 6-1 0 0,-5 6 18 0 0,1 0 0 0 0,-14 33-1 0 0,21-40-1 0 0,0 0-1 0 0,0 1 1 0 0,1 0-1 0 0,1 0 0 0 0,0 0 1 0 0,0 0-1 0 0,1 0 0 0 0,0 21 1 0 0,2-29-12 0 0,0 0 1 0 0,1 1-1 0 0,-1-1 1 0 0,1 1-1 0 0,0-1 1 0 0,1 0-1 0 0,-1 1 1 0 0,1-1-1 0 0,-1 0 1 0 0,1 0-1 0 0,0 0 1 0 0,1 0-1 0 0,-1-1 1 0 0,1 1-1 0 0,0 0 1 0 0,0-1-1 0 0,0 0 1 0 0,0 0-1 0 0,0 0 1 0 0,1 0 0 0 0,-1 0-1 0 0,1-1 1 0 0,0 1-1 0 0,0-1 1 0 0,0 0-1 0 0,0 0 1 0 0,4 1-1 0 0,9 3-585 0 0,0-1 1 0 0,0 0-1 0 0,1-2 0 0 0,-1 0 0 0 0,1 0 0 0 0,26-1 0 0 0,-22-3-732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33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93 936 0 0,'0'-3'2132'0'0,"0"-4"-984"0"0,0 0-1 0 0,-1 0 0 0 0,0 0 1 0 0,0 0-1 0 0,0 0 1 0 0,-1 0-1 0 0,0 1 0 0 0,-1-1 1 0 0,1 0-1 0 0,-4-5 0 0 0,5 11-1094 0 0,0 0 0 0 0,1 1 0 0 0,-1-1 0 0 0,0 0-1 0 0,0 1 1 0 0,0-1 0 0 0,1 1 0 0 0,-1-1 0 0 0,0 1 0 0 0,0 0-1 0 0,0-1 1 0 0,0 1 0 0 0,0 0 0 0 0,0-1 0 0 0,1 1-1 0 0,-1 0 1 0 0,0 0 0 0 0,0 0 0 0 0,0 0 0 0 0,0 0-1 0 0,0 0 1 0 0,0 0 0 0 0,0 0 0 0 0,0 1 0 0 0,-1-1-1 0 0,-20 9 381 0 0,9-1-351 0 0,1 1-1 0 0,0 1 1 0 0,1 0 0 0 0,0 1 0 0 0,1 0-1 0 0,0 1 1 0 0,-15 23 0 0 0,8-7-10 0 0,1 1 1 0 0,-19 46-1 0 0,29-61-51 0 0,1 0 0 0 0,1 0 0 0 0,0 0 0 0 0,1 1 0 0 0,0 0 0 0 0,0 15 0 0 0,3-26-71 0 0,0-1 0 0 0,0 1-1 0 0,1 0 1 0 0,-1 0 0 0 0,1-1 0 0 0,0 1 0 0 0,0 0 0 0 0,0-1-1 0 0,0 1 1 0 0,1-1 0 0 0,-1 0 0 0 0,4 6 0 0 0,-3-7-77 0 0,0 0-1 0 0,0 0 1 0 0,0 0 0 0 0,0 0 0 0 0,0 0 0 0 0,1-1 0 0 0,-1 1 0 0 0,1-1 0 0 0,-1 1-1 0 0,1-1 1 0 0,-1 0 0 0 0,1 0 0 0 0,0 0 0 0 0,-1-1 0 0 0,1 1 0 0 0,0-1 0 0 0,0 1 0 0 0,5-1-1 0 0,2 0-275 0 0,0 0-1 0 0,-1-1 1 0 0,1 0-1 0 0,0-1 0 0 0,-1 0 1 0 0,1 0-1 0 0,-1-1 0 0 0,0-1 1 0 0,0 1-1 0 0,0-1 0 0 0,10-7 1 0 0,-4 2-610 0 0,0-1 0 0 0,0-1 0 0 0,-1-1 1 0 0,-1 0-1 0 0,16-16 0 0 0,-6 1-1108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34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79 222 1324 0 0,'7'-81'4115'0'0,"4"-40"2571"0"0,-7 102-5606 0 0,-2 26 215 0 0,-2 39 415 0 0,0-34-1840 0 0,-5 97 808 0 0,-6 0 0 0 0,-25 115 0 0 0,-13 116-1000 0 0,49-335 185 0 0,-1 6-190 0 0,0 1 0 0 0,1-1 1 0 0,1 0-1 0 0,1 13 0 0 0,-2-22 238 0 0,1 0 0 0 0,-1 0 0 0 0,0 0 0 0 0,1 0 0 0 0,-1 0 0 0 0,1 0 0 0 0,0 0-1 0 0,-1 0 1 0 0,1-1 0 0 0,0 1 0 0 0,0 0 0 0 0,0-1 0 0 0,1 1 0 0 0,-1 0 0 0 0,0-1 0 0 0,1 0 0 0 0,-1 1 0 0 0,0-1-1 0 0,1 0 1 0 0,0 0 0 0 0,-1 1 0 0 0,1-1 0 0 0,0 0 0 0 0,-1-1 0 0 0,1 1 0 0 0,0 0 0 0 0,0 0 0 0 0,0-1 0 0 0,0 1-1 0 0,0-1 1 0 0,0 0 0 0 0,3 1 0 0 0,0-2-58 0 0,1 1 0 0 0,0-1 0 0 0,0 0-1 0 0,-1 0 1 0 0,1 0 0 0 0,0-1 0 0 0,-1 0 0 0 0,1 0 0 0 0,-1 0-1 0 0,0-1 1 0 0,7-4 0 0 0,-3 0-18 0 0,0 1 0 0 0,-1-1 0 0 0,0-1 0 0 0,-1 1 1 0 0,12-16-1 0 0,0-5 155 0 0,-2 0 0 0 0,0-2 0 0 0,12-32 0 0 0,-18 37 1360 0 0,-1-1 0 0 0,-2-1 0 0 0,8-32 1 0 0,-16 57-1103 0 0,-4 30 144 0 0,3-20-342 0 0,-1 7-9 0 0,0 1 1 0 0,2-1 0 0 0,0 1-1 0 0,1-1 1 0 0,0 0 0 0 0,1 1-1 0 0,1-1 1 0 0,1 0 0 0 0,0 0-1 0 0,0 0 1 0 0,2-1 0 0 0,10 22-1 0 0,-13-32-32 0 0,-1 0 0 0 0,1-1-1 0 0,0 1 1 0 0,0-1 0 0 0,0 0-1 0 0,0 0 1 0 0,0 0 0 0 0,1 0-1 0 0,-1-1 1 0 0,1 1 0 0 0,0-1 0 0 0,8 4-1 0 0,-5-4 6 0 0,0 1-1 0 0,1-1 1 0 0,-1 0-1 0 0,1-1 0 0 0,0 0 1 0 0,-1 0-1 0 0,10 0 1 0 0,-7-1 1 0 0,0-1 0 0 0,0 0 0 0 0,0 0 0 0 0,0-1 0 0 0,0 0 1 0 0,0-1-1 0 0,0 0 0 0 0,-1 0 0 0 0,0-1 0 0 0,0-1 0 0 0,16-9 0 0 0,-20 11-14 0 0,-1-1-1 0 0,0 0 1 0 0,0 1 0 0 0,-1-1-1 0 0,1-1 1 0 0,-1 1 0 0 0,0 0-1 0 0,0-1 1 0 0,0 0-1 0 0,0 1 1 0 0,-1-1 0 0 0,0 0-1 0 0,0-1 1 0 0,0 1-1 0 0,1-10 1 0 0,-2 8-4 0 0,0-1-1 0 0,-1 0 1 0 0,0 0-1 0 0,-1 0 1 0 0,1 0-1 0 0,-2 1 1 0 0,1-1-1 0 0,-1 0 1 0 0,0 1 0 0 0,-4-11-1 0 0,2 9-5 0 0,0 0 0 0 0,0 0 0 0 0,-1 1 0 0 0,0-1 0 0 0,0 1 0 0 0,-1 0 1 0 0,0 1-1 0 0,-1-1 0 0 0,0 1 0 0 0,0 0 0 0 0,0 1 0 0 0,-1 0 0 0 0,0 0 0 0 0,0 1 0 0 0,0-1 0 0 0,-1 2 0 0 0,0-1 0 0 0,-10-2 0 0 0,14 6 16 0 0,-1 0 1 0 0,1 0-1 0 0,-1 1 0 0 0,0 0 0 0 0,0 0 0 0 0,1 0 1 0 0,-1 1-1 0 0,1 0 0 0 0,-1 0 0 0 0,1 0 0 0 0,-1 1 1 0 0,1 0-1 0 0,-1 0 0 0 0,1 0 0 0 0,0 1 0 0 0,0 0 1 0 0,0 0-1 0 0,1 0 0 0 0,-1 0 0 0 0,1 1 0 0 0,-1 0 1 0 0,-6 8-1 0 0,8-9-143 0 0,0 0 1 0 0,0 1-1 0 0,0-1 1 0 0,1 1-1 0 0,0 0 1 0 0,-1-1-1 0 0,1 1 1 0 0,1 0-1 0 0,-1 1 0 0 0,1-1 1 0 0,-1 0-1 0 0,1 0 1 0 0,0 1-1 0 0,1-1 1 0 0,-1 0-1 0 0,1 1 1 0 0,0-1-1 0 0,0 1 1 0 0,0-1-1 0 0,0 0 1 0 0,1 1-1 0 0,0-1 1 0 0,0 1-1 0 0,0-1 1 0 0,0 0-1 0 0,1 0 0 0 0,0 0 1 0 0,0 0-1 0 0,4 7 1 0 0,-3-8-323 0 0,0 1 0 0 0,0-1 0 0 0,1 1 0 0 0,-1-1 0 0 0,1 0 0 0 0,0 0 0 0 0,0-1 0 0 0,0 1 0 0 0,0-1 0 0 0,1 0 0 0 0,-1 0 0 0 0,0 0 0 0 0,1 0 0 0 0,0-1 0 0 0,-1 0 0 0 0,1 0 0 0 0,6 0 0 0 0,9 0-2116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35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0 146 2156 0 0,'9'-11'3202'0'0,"1"0"0"0"0,16-13 547 0 0,-11 29-2383 0 0,-11-1-1220 0 0,0 0 0 0 0,0 1-1 0 0,-1-1 1 0 0,0 1 0 0 0,0 0 0 0 0,0 0-1 0 0,0 0 1 0 0,-1 1 0 0 0,0-1 0 0 0,0 0-1 0 0,0 1 1 0 0,-1-1 0 0 0,1 1 0 0 0,0 11-1 0 0,-1 0 32 0 0,0 1 0 0 0,-1-1 0 0 0,-5 32 1 0 0,-6 22 2515 0 0,11-73-2634 0 0,3-6-121 0 0,1 0 0 0 0,-1 0 0 0 0,1 0 0 0 0,1 0 0 0 0,-1 1 0 0 0,1-1-1 0 0,0 1 1 0 0,1 0 0 0 0,0 1 0 0 0,0-1 0 0 0,9-6 0 0 0,5-3-1043 0 0,1 0-1 0 0,36-21 1 0 0,-19 18-544 0 0,0 2 0 0 0,2 1 1 0 0,80-20-1 0 0,-72 24 772 0 0,-1-3-1 0 0,66-30 1 0 0,-104 41 978 0 0,0 0 553 0 0,-1-1 1 0 0,1 1-1 0 0,-1-1 0 0 0,13-11 1732 0 0,-24 16-1988 0 0,0 0-314 0 0,0 1 0 0 0,0-1-1 0 0,-1 1 1 0 0,1 0-1 0 0,0 0 1 0 0,0 0-1 0 0,0 0 1 0 0,0 0 0 0 0,1 1-1 0 0,-1-1 1 0 0,0 1-1 0 0,0 0 1 0 0,1-1-1 0 0,-1 1 1 0 0,1 1-1 0 0,0-1 1 0 0,-1 0 0 0 0,1 0-1 0 0,0 1 1 0 0,0 0-1 0 0,1-1 1 0 0,-1 1-1 0 0,0 0 1 0 0,1 0 0 0 0,0 0-1 0 0,0 0 1 0 0,0 0-1 0 0,-1 5 1 0 0,-1 1 9 0 0,1 0 1 0 0,0 0-1 0 0,1 0 1 0 0,0 0-1 0 0,1 1 0 0 0,0-1 1 0 0,0 0-1 0 0,1 0 1 0 0,2 10-1 0 0,6 18 187 0 0,-6-26-180 0 0,0 0 1 0 0,0 1-1 0 0,-1 0 1 0 0,-1 0-1 0 0,1 16 1 0 0,-3-25-81 0 0,1 1 0 0 0,-1 0 1 0 0,0 0-1 0 0,0 0 1 0 0,0-1-1 0 0,0 1 0 0 0,0 0 1 0 0,-1-1-1 0 0,0 1 1 0 0,0-1-1 0 0,0 0 0 0 0,0 0 1 0 0,0 0-1 0 0,-1 0 0 0 0,1 0 1 0 0,-1 0-1 0 0,0 0 1 0 0,0-1-1 0 0,0 1 0 0 0,-6 3 1 0 0,1-2-306 0 0,-1 1 0 0 0,0-1 0 0 0,1 0 0 0 0,-1-1 1 0 0,0 0-1 0 0,-1 0 0 0 0,-10 1 0 0 0,8-2-1754 0 0,-1-1 0 0 0,-19 0 0 0 0,4-2-3366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35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82 128 2084 0 0,'-75'-35'8836'0'0,"75"34"-8795"0"0,0 1-1 0 0,-1 0 0 0 0,1 0 0 0 0,-1-1 1 0 0,1 1-1 0 0,-1 0 0 0 0,1-1 1 0 0,0 1-1 0 0,-1-1 0 0 0,1 1 0 0 0,0 0 1 0 0,-1-1-1 0 0,1 1 0 0 0,0-1 0 0 0,0 1 1 0 0,-1-1-1 0 0,1 1 0 0 0,0-1 0 0 0,0 1 1 0 0,0-1-1 0 0,0 1 0 0 0,0-1 1 0 0,0 1-1 0 0,0-1 0 0 0,0 1 0 0 0,0-1 1 0 0,0 1-1 0 0,0-1 0 0 0,0 0 0 0 0,0 1 1 0 0,0-1-1 0 0,0 1 0 0 0,0-1 1 0 0,1 1-1 0 0,-1-1 0 0 0,0 1 0 0 0,0 0 1 0 0,1-1-1 0 0,-1 1 0 0 0,1-1 0 0 0,16-16 400 0 0,-7 12-350 0 0,1 0 1 0 0,-1 0-1 0 0,1 1 1 0 0,0 0 0 0 0,0 1-1 0 0,16-2 1 0 0,73-7 31 0 0,-75 9-146 0 0,124-5-1778 0 0,-49 7-3014 0 0,-46 0 95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38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4 1880 0 0,'7'-4'11781'0'0,"-6"7"-11599"0"0,0 0 0 0 0,-1 0 0 0 0,1-1 0 0 0,-1 1 0 0 0,0 0 1 0 0,0 0-1 0 0,0 0 0 0 0,0 0 0 0 0,0 0 0 0 0,-1-1 1 0 0,0 5-1 0 0,-11 38 587 0 0,7-29-579 0 0,-15 54-272 0 0,-17 64 1196 0 0,25-66-3913 0 0,7-3-4823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39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83 100 2072 0 0,'-1'-7'815'0'0,"-1"-13"2354"0"0,1-1 0 0 0,1-25 0 0 0,0 46-3107 0 0,0-1-1 0 0,1 1 0 0 0,-1 0 1 0 0,0-1-1 0 0,1 1 0 0 0,-1 0 0 0 0,0-1 1 0 0,1 1-1 0 0,-1 0 0 0 0,0-1 1 0 0,1 1-1 0 0,-1 0 0 0 0,1 0 1 0 0,-1 0-1 0 0,0-1 0 0 0,1 1 0 0 0,-1 0 1 0 0,1 0-1 0 0,-1 0 0 0 0,1 0 1 0 0,-1 0-1 0 0,1 0 0 0 0,-1 0 0 0 0,1 0 1 0 0,-1 0-1 0 0,1 0 0 0 0,-1 0 1 0 0,0 0-1 0 0,1 0 0 0 0,-1 0 0 0 0,1 0 1 0 0,0 0-1 0 0,13 4 407 0 0,-14-4-458 0 0,9 3 207 0 0,-1 1 0 0 0,1 0-1 0 0,-1 0 1 0 0,0 1 0 0 0,0 0 0 0 0,-1 0-1 0 0,1 1 1 0 0,9 10 0 0 0,2 3 241 0 0,26 35 0 0 0,-27-28-303 0 0,0 1 0 0 0,-2 0-1 0 0,-1 1 1 0 0,-1 1 0 0 0,-1 0-1 0 0,-2 1 1 0 0,-1 0 0 0 0,-1 1-1 0 0,6 39 1 0 0,-10-29-89 0 0,-1-1-1 0 0,-2 1 1 0 0,-2 0-1 0 0,-2 0 1 0 0,-1 0-1 0 0,-16 70 1 0 0,4-52-127 0 0,-2 0 1 0 0,-3 0-1 0 0,-3-2 1 0 0,-2-1-1 0 0,-42 70 1 0 0,-18-2-3176 0 0,-12-14-4131 0 0,67-81 969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40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437 203 976 0 0,'9'-16'4615'0'0,"14"-34"0"0"0,-21 45-4265 0 0,-1 1-1 0 0,1-1 1 0 0,-1 0 0 0 0,0 0 0 0 0,-1-1 0 0 0,1 1-1 0 0,-1 0 1 0 0,0 0 0 0 0,0 0 0 0 0,0 0 0 0 0,-2-6-1 0 0,1 8-288 0 0,0 0 0 0 0,-1-1 0 0 0,1 1-1 0 0,-1 0 1 0 0,1 0 0 0 0,-1 0 0 0 0,0 1-1 0 0,0-1 1 0 0,0 0 0 0 0,-1 1 0 0 0,1-1-1 0 0,-1 1 1 0 0,1 0 0 0 0,-1 0 0 0 0,0 0 0 0 0,0 0-1 0 0,0 0 1 0 0,0 0 0 0 0,-5-1 0 0 0,-2-1-14 0 0,1 1 0 0 0,-1 0 1 0 0,0 0-1 0 0,0 1 0 0 0,-11 0 1 0 0,10 1-40 0 0,1 1-1 0 0,0 0 1 0 0,0 0 0 0 0,0 1 0 0 0,0 1-1 0 0,-1 0 1 0 0,2 0 0 0 0,-1 1 0 0 0,0 0-1 0 0,-17 9 1 0 0,14-5-9 0 0,0 0-1 0 0,1 1 1 0 0,0 1-1 0 0,1 0 1 0 0,-1 1-1 0 0,-18 21 1 0 0,14-11 0 0 0,1 0 1 0 0,1 1 0 0 0,1 0-1 0 0,1 1 1 0 0,1 1-1 0 0,1 0 1 0 0,0 0 0 0 0,-9 40-1 0 0,18-57 6 0 0,0 0 1 0 0,0 1-1 0 0,0-1 0 0 0,0 0 0 0 0,1 1 1 0 0,0-1-1 0 0,1 0 0 0 0,-1 0 0 0 0,1 1 1 0 0,0-1-1 0 0,1 0 0 0 0,0 0 0 0 0,0 0 0 0 0,3 7 1 0 0,-4-10-3 0 0,1 0-1 0 0,0-1 1 0 0,0 1 0 0 0,1 0 0 0 0,-1 0 0 0 0,0-1-1 0 0,1 0 1 0 0,0 1 0 0 0,-1-1 0 0 0,1 0 0 0 0,0 0 0 0 0,0 0-1 0 0,0-1 1 0 0,0 1 0 0 0,0-1 0 0 0,1 0 0 0 0,-1 0-1 0 0,0 0 1 0 0,1 0 0 0 0,-1 0 0 0 0,1-1 0 0 0,-1 1 0 0 0,1-1-1 0 0,-1 0 1 0 0,1 0 0 0 0,5-1 0 0 0,4-1-2 0 0,0 0 0 0 0,-1 0 0 0 0,1-2 1 0 0,-1 1-1 0 0,0-2 0 0 0,0 1 0 0 0,-1-2 0 0 0,1 1 0 0 0,-1-2 1 0 0,0 1-1 0 0,-1-1 0 0 0,1-1 0 0 0,-2 0 0 0 0,1-1 0 0 0,14-17 1 0 0,-8 7-1 0 0,-1-2 1 0 0,-1 0 0 0 0,-1-1 0 0 0,-1 0-1 0 0,-1 0 1 0 0,-1-2 0 0 0,7-24-1 0 0,-2 6-147 0 0,-14 40 114 0 0,-5 23-64 0 0,-7 53 76 0 0,6-49 23 0 0,1 1 1 0 0,0 29-1 0 0,4-40 7 0 0,0-1-1 0 0,1 0 0 0 0,1 1 1 0 0,0-1-1 0 0,1 0 0 0 0,6 19 0 0 0,-8-29-6 0 0,1-1 0 0 0,-1 1 0 0 0,1 0 0 0 0,0-1 0 0 0,0 1 0 0 0,1-1 0 0 0,-1 0 0 0 0,1 0 0 0 0,-1 0 0 0 0,1 0 0 0 0,0 0 0 0 0,0-1 0 0 0,0 1 0 0 0,1-1-1 0 0,-1 0 1 0 0,0 0 0 0 0,1 0 0 0 0,0 0 0 0 0,-1-1 0 0 0,1 1 0 0 0,0-1 0 0 0,0 0 0 0 0,0 0 0 0 0,0 0 0 0 0,0-1 0 0 0,0 1 0 0 0,7-1 0 0 0,-1 0-65 0 0,0-1 0 0 0,0 0 0 0 0,0-1 0 0 0,0 0 0 0 0,0 0 0 0 0,0-1 0 0 0,-1 0 0 0 0,1-1 0 0 0,-1 0 0 0 0,0 0 0 0 0,0-1 0 0 0,0 0 0 0 0,-1-1 0 0 0,12-10 0 0 0,-9 6 6 0 0,0-1-1 0 0,-1 0 1 0 0,0-1 0 0 0,-1 0 0 0 0,-1 0 0 0 0,0-1 0 0 0,0 0 0 0 0,-1-1-1 0 0,5-15 1 0 0,-5 11 53 0 0,0 0-1 0 0,-2-1 0 0 0,0 1 1 0 0,-1-1-1 0 0,-1 0 0 0 0,-1 0 0 0 0,0-1 1 0 0,-2 1-1 0 0,0 0 0 0 0,-4-29 1 0 0,3 45 2 0 0,-3-4 10 0 0,4 6-8 0 0,0 1-1 0 0,0 0 0 0 0,0-1 0 0 0,-1 1 0 0 0,1-1 0 0 0,0 1 1 0 0,-1-1-1 0 0,1 1 0 0 0,0 0 0 0 0,-1-1 0 0 0,1 1 1 0 0,-1 0-1 0 0,1 0 0 0 0,0-1 0 0 0,-1 1 0 0 0,1 0 1 0 0,-1 0-1 0 0,1-1 0 0 0,-1 1 0 0 0,1 0 0 0 0,-1 0 0 0 0,0 0 1 0 0,0 0-1 0 0,0 1 0 0 0,0-1-1 0 0,0 1 1 0 0,0-1 0 0 0,0 1 0 0 0,0-1 0 0 0,0 1 0 0 0,1 0 0 0 0,-1-1 0 0 0,0 1 0 0 0,0 0 0 0 0,0 0 0 0 0,1 0 0 0 0,-1 0 0 0 0,0 0 0 0 0,1 0-1 0 0,-1 0 1 0 0,1 0 0 0 0,-1 0 0 0 0,1 0 0 0 0,0 0 0 0 0,-1 1 0 0 0,-1 2 3 0 0,1-1-1 0 0,0 1 1 0 0,-1-1 0 0 0,1 1 0 0 0,1 0-1 0 0,-1-1 1 0 0,0 1 0 0 0,1 0-1 0 0,0-1 1 0 0,0 1 0 0 0,0 0-1 0 0,0 0 1 0 0,0-1 0 0 0,1 1 0 0 0,0 0-1 0 0,0-1 1 0 0,0 1 0 0 0,0 0-1 0 0,0-1 1 0 0,1 0 0 0 0,-1 1 0 0 0,1-1-1 0 0,0 0 1 0 0,0 0 0 0 0,1 0-1 0 0,-1 0 1 0 0,5 4 0 0 0,-2-2 2 0 0,1 0 1 0 0,0-1-1 0 0,0 0 1 0 0,1 0-1 0 0,-1 0 1 0 0,1-1-1 0 0,0 0 1 0 0,0-1-1 0 0,0 1 1 0 0,0-1-1 0 0,0 0 1 0 0,0-1-1 0 0,9 1 1 0 0,0-1-23 0 0,0-1 1 0 0,0 0-1 0 0,0-2 1 0 0,1 0-1 0 0,-1 0 1 0 0,-1-1-1 0 0,1-1 1 0 0,0-1-1 0 0,-1-1 1 0 0,0 0-1 0 0,0 0 1 0 0,-1-1-1 0 0,20-14 1 0 0,-32 20 15 0 0,-1 0 0 0 0,1 0 0 0 0,-1 0 0 0 0,0 0 0 0 0,1 0 0 0 0,-1 0 0 0 0,0-1-1 0 0,0 1 1 0 0,1 0 0 0 0,-1-1 0 0 0,0 1 0 0 0,0-1 0 0 0,-1 1 0 0 0,1-1 0 0 0,0 0 0 0 0,-1 1 0 0 0,1-1 0 0 0,0 0 0 0 0,-1 0 0 0 0,0 1 0 0 0,1-1 0 0 0,-1 0-1 0 0,0 0 1 0 0,0-1 0 0 0,-17 5 1 0 0,12 0 16 0 0,0 0-1 0 0,1 1 1 0 0,0-1 0 0 0,0 1 0 0 0,-1 0 0 0 0,2 0 0 0 0,-1 1 0 0 0,0-1-1 0 0,1 1 1 0 0,-1 0 0 0 0,-4 8 0 0 0,-7 5 32 0 0,-8 11 12 0 0,2 1 0 0 0,0 1 0 0 0,2 1-1 0 0,-23 49 1 0 0,38-70-50 0 0,0 0 1 0 0,1-1-1 0 0,-1 1 0 0 0,2 0 1 0 0,-3 16-1 0 0,4-21-3 0 0,1-1 0 0 0,0 1 0 0 0,-1 0 0 0 0,1-1 1 0 0,1 1-1 0 0,-1 0 0 0 0,1-1 0 0 0,0 1 0 0 0,0-1 0 0 0,0 1 0 0 0,0-1 0 0 0,1 1 0 0 0,0-1 1 0 0,3 7-1 0 0,-2-9-1 0 0,0 1 1 0 0,0 0-1 0 0,0-1 0 0 0,0 1 1 0 0,1-1-1 0 0,-1 0 1 0 0,1 0-1 0 0,-1 0 0 0 0,1-1 1 0 0,0 1-1 0 0,-1-1 1 0 0,1 0-1 0 0,0 0 1 0 0,0 0-1 0 0,0-1 0 0 0,0 1 1 0 0,0-1-1 0 0,5 0 1 0 0,8 0 4 0 0,0-1 1 0 0,31-5-1 0 0,-19 1-12 0 0,0-1 0 0 0,-1-2 0 0 0,0-1 0 0 0,0-1 0 0 0,0-1 0 0 0,-2-1 0 0 0,31-20 0 0 0,-46 25-6 0 0,-1 0 1 0 0,0-1 0 0 0,-1 0 0 0 0,0-1 0 0 0,0 0 0 0 0,0-1-1 0 0,-2 0 1 0 0,10-14 0 0 0,-12 16 3 0 0,-1-1 0 0 0,0 0-1 0 0,0 0 1 0 0,-1 0 0 0 0,0-1 0 0 0,-1 1-1 0 0,0-1 1 0 0,-1 1 0 0 0,1-1 0 0 0,-2 0-1 0 0,0-19 1 0 0,0 26 5 0 0,-1-1 0 0 0,1 1 0 0 0,-1-1 0 0 0,1 1 0 0 0,-1-1 0 0 0,0 1 0 0 0,0-1 1 0 0,-1 1-1 0 0,1 0 0 0 0,-3-4 0 0 0,3 6 2 0 0,0 0 0 0 0,1 0 0 0 0,-1 0 0 0 0,0 0 0 0 0,0 0 1 0 0,0 0-1 0 0,-1 0 0 0 0,1 1 0 0 0,0-1 0 0 0,0 0 0 0 0,0 1 0 0 0,0-1 1 0 0,-1 1-1 0 0,1-1 0 0 0,0 1 0 0 0,-1-1 0 0 0,1 1 0 0 0,0 0 1 0 0,0 0-1 0 0,-1 0 0 0 0,1 0 0 0 0,0 0 0 0 0,-1 0 0 0 0,1 0 0 0 0,-1 0 1 0 0,1 0-1 0 0,0 1 0 0 0,0-1 0 0 0,-1 1 0 0 0,1-1 0 0 0,0 1 0 0 0,0-1 1 0 0,-1 1-1 0 0,1-1 0 0 0,0 1 0 0 0,0 0 0 0 0,0 0 0 0 0,-2 1 0 0 0,1 0 11 0 0,-5 3 50 0 0,-1 1 0 0 0,1 1 0 0 0,1-1 0 0 0,-1 1 0 0 0,1 0 0 0 0,0 0 0 0 0,1 1 0 0 0,0 0 1 0 0,0 0-1 0 0,-7 15 0 0 0,5-5 16 0 0,0 0 1 0 0,1 1-1 0 0,1 0 1 0 0,-3 23-1 0 0,6-33-44 0 0,1 0 1 0 0,0 0-1 0 0,1 0 0 0 0,0 0 0 0 0,1 0 1 0 0,0 1-1 0 0,0-1 0 0 0,1 0 0 0 0,0-1 1 0 0,6 18-1 0 0,-6-23-50 0 0,0 1 0 0 0,0 0 1 0 0,0-1-1 0 0,1 1 0 0 0,-1-1 1 0 0,1 0-1 0 0,0 0 0 0 0,0 0 1 0 0,0 0-1 0 0,0 0 0 0 0,0 0 0 0 0,1-1 1 0 0,-1 0-1 0 0,1 0 0 0 0,-1 0 1 0 0,1 0-1 0 0,0 0 0 0 0,0-1 0 0 0,0 1 1 0 0,0-1-1 0 0,0 0 0 0 0,0-1 1 0 0,0 1-1 0 0,0-1 0 0 0,9 1 1 0 0,2-2-826 0 0,0 0 0 0 0,1-1 1 0 0,20-5-1 0 0,20-10-4624 0 0,-17 2 119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41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153 111 888 0 0,'29'-100'11847'0'0,"-29"98"-11495"0"0,4-7 1134 0 0,-4 31-1133 0 0,-1-1-1 0 0,-2 1 1 0 0,0 0-1 0 0,0-1 1 0 0,-11 31-1 0 0,4-14-134 0 0,-115 409 1060 0 0,102-367-1058 0 0,23-79-213 0 0,-1 0 0 0 0,1 0 0 0 0,-1 1 0 0 0,1-1 0 0 0,0 0 0 0 0,-1 0 0 0 0,1 0 0 0 0,0 0 0 0 0,0 0 0 0 0,0 0 0 0 0,0 0 0 0 0,0 1 0 0 0,0-1 0 0 0,0 0 0 0 0,0 0 0 0 0,1 0 0 0 0,-1 0 0 0 0,0 0 0 0 0,0 0 0 0 0,1 1 0 0 0,-1-1 0 0 0,1 0 1 0 0,-1 0-1 0 0,2 1 0 0 0,0 0 4 0 0,0 0 0 0 0,0-1 0 0 0,-1 0 0 0 0,1 1 0 0 0,0-1 0 0 0,0 0 0 0 0,0 0 0 0 0,1 0 0 0 0,-1 0 0 0 0,0 0 0 0 0,4 0 0 0 0,5 1 20 0 0,1 0 0 0 0,-1 0-1 0 0,20-2 1 0 0,-30 0-31 0 0,56 0-890 0 0,100-16 0 0 0,-118 9-3957 0 0,61-20-1 0 0,-72 17-108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41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50 131 684 0 0,'-13'-20'8875'0'0,"-9"-8"-4437"0"0,12 16-1601 0 0,8 8-2174 0 0,2 4-621 0 0,0 0 0 0 0,-1-1 0 0 0,1 1 0 0 0,0 0 0 0 0,0-1 0 0 0,-1 1 0 0 0,1-1 0 0 0,0 1 0 0 0,0 0 0 0 0,0-1 1 0 0,0 1-1 0 0,-1-1 0 0 0,1 1 0 0 0,0 0 0 0 0,0-1 0 0 0,0 1 0 0 0,0-1 0 0 0,0 1 0 0 0,0-1 0 0 0,0 1 0 0 0,0-1 0 0 0,0 1 0 0 0,0 0 0 0 0,1-1 0 0 0,-1 1 0 0 0,0-1 0 0 0,0 1 0 0 0,0-1 0 0 0,0 1 0 0 0,1 0 0 0 0,-1-1 0 0 0,0 1 0 0 0,0 0 0 0 0,1-1 0 0 0,-1 1 0 0 0,0 0 0 0 0,1-1 0 0 0,-1 1 0 0 0,0 0 0 0 0,1-1 0 0 0,-1 1 0 0 0,1 0 0 0 0,17-8 165 0 0,-1 1 0 0 0,1 1 1 0 0,1 1-1 0 0,33-5 0 0 0,80-2-527 0 0,-21 10-7621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42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 1612 0 0,'-3'0'2050'0'0,"-24"0"4497"0"0,24 0-5816 0 0,-11 17 3044 0 0,8-3-2470 0 0,1 0 1 0 0,-4 22-1 0 0,-6 69 393 0 0,1-6-1264 0 0,-4-15-287 0 0,-9 41-1 0 0,13-43-3142 0 0,13-69 1744 0 0,-2 8-2161 0 0,-2-6-2369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42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10 1456 0 0,'-3'2'2144'0'0,"-28"8"3013"0"0,10-4-1232 0 0,-28 14 1447 0 0,64-18-5064 0 0,0-1-1 0 0,1 0 1 0 0,-1-1 0 0 0,1-1 0 0 0,-1-1 0 0 0,1 0 0 0 0,16-5 0 0 0,11 0-122 0 0,253-19 166 0 0,-235 19-922 0 0,-59 7 140 0 0,3 0-1079 0 0,4 0 456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43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14 113 744 0 0,'-4'-27'4660'0'0,"0"11"-2201"0"0,2-1-1 0 0,-1-24 0 0 0,3 39-2157 0 0,0 1-263 0 0,0 1-1 0 0,1-1 1 0 0,-1 1 0 0 0,1-1-1 0 0,-1 1 1 0 0,1 0 0 0 0,-1-1-1 0 0,1 1 1 0 0,-1 0 0 0 0,1-1-1 0 0,-1 1 1 0 0,1 0 0 0 0,-1 0-1 0 0,1-1 1 0 0,-1 1 0 0 0,1 0-1 0 0,0 0 1 0 0,-1 0 0 0 0,1 0-1 0 0,-1 0 1 0 0,1 0 0 0 0,0 0-1 0 0,-1 0 1 0 0,1 0 0 0 0,-1 0-1 0 0,1 0 1 0 0,-1 0 0 0 0,1 0-1 0 0,0 1 1 0 0,-1-1 0 0 0,1 0-1 0 0,-1 0 1 0 0,1 1 0 0 0,-1-1-1 0 0,1 0 1 0 0,-1 1 0 0 0,1-1-1 0 0,-1 0 1 0 0,1 1 0 0 0,-1-1-1 0 0,0 1 1 0 0,1-1 0 0 0,0 1-1 0 0,10 12 174 0 0,0 0 0 0 0,0 1-1 0 0,-2 0 1 0 0,12 22 0 0 0,30 69 239 0 0,-18-34-224 0 0,24 37 187 0 0,-57-108-406 0 0,0 1 1 0 0,1 0-1 0 0,-1 0 0 0 0,0 0 1 0 0,1-1-1 0 0,-1 1 1 0 0,0 0-1 0 0,1 0 1 0 0,-1-1-1 0 0,1 1 1 0 0,-1 0-1 0 0,1-1 1 0 0,0 1-1 0 0,-1-1 1 0 0,1 1-1 0 0,0-1 1 0 0,-1 1-1 0 0,1-1 1 0 0,0 1-1 0 0,-1-1 1 0 0,1 0-1 0 0,0 1 1 0 0,0-1-1 0 0,0 0 1 0 0,-1 1-1 0 0,1-1 1 0 0,0 0-1 0 0,0 0 1 0 0,0 0-1 0 0,0 0 1 0 0,-1 0-1 0 0,1 0 1 0 0,0 0-1 0 0,0 0 0 0 0,0 0 1 0 0,0 0-1 0 0,-1-1 1 0 0,1 1-1 0 0,0 0 1 0 0,0 0-1 0 0,0-1 1 0 0,-1 1-1 0 0,1-1 1 0 0,0 1-1 0 0,-1-1 1 0 0,1 1-1 0 0,0-1 1 0 0,-1 1-1 0 0,1-1 1 0 0,0 1-1 0 0,-1-1 1 0 0,1-1-1 0 0,5-4-5 0 0,-1-1-1 0 0,0 0 1 0 0,0 0-1 0 0,4-9 1 0 0,-5 9 1 0 0,28-53-26 0 0,-20 35-20 0 0,1 1 0 0 0,1 1 0 0 0,2 0 0 0 0,32-38 0 0 0,-45 58 33 0 0,0 0-1 0 0,1 1 1 0 0,-1 0 0 0 0,1 0-1 0 0,0 0 1 0 0,-1 0 0 0 0,1 0 0 0 0,0 1-1 0 0,0 0 1 0 0,0 0 0 0 0,0 0 0 0 0,0 0-1 0 0,1 0 1 0 0,-1 1 0 0 0,0 0-1 0 0,0 0 1 0 0,6 1 0 0 0,9 1 20 0 0,1 1 0 0 0,27 8 0 0 0,-21-5 0 0 0,-6-1-18 0 0,-1-2 1 0 0,1 0 0 0 0,0-1-1 0 0,0-1 1 0 0,0-1 0 0 0,0-1-1 0 0,0 0 1 0 0,27-6 0 0 0,-43 5-34 0 0,1 1 0 0 0,-1-1 0 0 0,0 0 0 0 0,0 0 0 0 0,0-1 1 0 0,0 1-1 0 0,0-1 0 0 0,-1 0 0 0 0,1 0 0 0 0,-1 0 1 0 0,4-4-1 0 0,-6 6 26 0 0,1-1 0 0 0,-1 0 1 0 0,0 1-1 0 0,0-1 0 0 0,1 0 1 0 0,-1 0-1 0 0,0 0 0 0 0,-1 0 1 0 0,1 0-1 0 0,0 0 0 0 0,0 0 1 0 0,-1-1-1 0 0,0 1 0 0 0,1 0 1 0 0,-1 0-1 0 0,0 0 0 0 0,0 0 1 0 0,0-1-1 0 0,0 1 0 0 0,0 0 1 0 0,-1 0-1 0 0,1 0 0 0 0,-1-1 0 0 0,1 1 1 0 0,-3-4-1 0 0,2 4 10 0 0,1 0 1 0 0,-2 0-1 0 0,1-1 0 0 0,0 1 0 0 0,0 0 1 0 0,-1 0-1 0 0,1 0 0 0 0,-1 0 0 0 0,0 1 1 0 0,1-1-1 0 0,-1 0 0 0 0,0 1 0 0 0,0-1 1 0 0,0 1-1 0 0,0 0 0 0 0,0-1 0 0 0,0 1 1 0 0,-1 0-1 0 0,1 0 0 0 0,0 1 0 0 0,-1-1 1 0 0,1 0-1 0 0,0 1 0 0 0,-1-1 0 0 0,1 1 1 0 0,-1 0-1 0 0,1 0 0 0 0,-1 0 0 0 0,1 0 1 0 0,0 0-1 0 0,-1 1 0 0 0,-3 0 0 0 0,-1 1 10 0 0,0 0 0 0 0,-1 0 0 0 0,1 1-1 0 0,0 0 1 0 0,0 0 0 0 0,1 0 0 0 0,-1 1-1 0 0,1 0 1 0 0,0 1 0 0 0,-7 6 0 0 0,-2 2 85 0 0,1 0 0 0 0,-21 27 1 0 0,24-26-14 0 0,1 1 0 0 0,-15 27 1 0 0,21-35-54 0 0,1 0 0 0 0,0 1 0 0 0,1-1 0 0 0,-1 1 1 0 0,1 0-1 0 0,1 0 0 0 0,-1-1 0 0 0,1 13 0 0 0,1-18-14 0 0,0 1 0 0 0,0 0-1 0 0,1-1 1 0 0,-1 1 0 0 0,1-1-1 0 0,-1 1 1 0 0,1-1 0 0 0,0 1 0 0 0,0-1-1 0 0,0 1 1 0 0,1-1 0 0 0,-1 0-1 0 0,0 0 1 0 0,1 1 0 0 0,0-1 0 0 0,2 2-1 0 0,0 0 6 0 0,0-1-1 0 0,0 0 0 0 0,0 0 0 0 0,1 0 1 0 0,-1 0-1 0 0,1-1 0 0 0,9 4 1 0 0,0-2-2 0 0,1 0 1 0 0,-1-1 0 0 0,1 0 0 0 0,28 0 0 0 0,-12-1-25 0 0,11 0 131 0 0,0-2-1 0 0,57-6 0 0 0,-97 5-117 0 0,7-2-29 0 0,-8 3-254 0 0,0 0-1 0 0,0 0 1 0 0,0 0 0 0 0,0-1-1 0 0,0 1 1 0 0,0 0 0 0 0,0-1-1 0 0,0 1 1 0 0,0-1-1 0 0,0 1 1 0 0,-1-1 0 0 0,1 1-1 0 0,0-1 1 0 0,0 1 0 0 0,0-2-1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43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90 832 0 0,'2'-6'1516'0'0,"-1"0"1"0"0,1-1-1 0 0,-1 1 0 0 0,0 0 0 0 0,-1-1 0 0 0,0-9 1 0 0,0 14-1405 0 0,0 1 0 0 0,0 0 1 0 0,0-1-1 0 0,0 1 1 0 0,0-1-1 0 0,-1 1 1 0 0,1-1-1 0 0,-1 1 1 0 0,1 0-1 0 0,-1-1 1 0 0,1 1-1 0 0,-1 0 1 0 0,0-1-1 0 0,0 1 1 0 0,1 0-1 0 0,-1 0 0 0 0,0 0 1 0 0,0 0-1 0 0,0 0 1 0 0,0 0-1 0 0,0 0 1 0 0,-1 0-1 0 0,1 0 1 0 0,0 0-1 0 0,0 0 1 0 0,-1 1-1 0 0,1-1 1 0 0,0 1-1 0 0,-1-1 0 0 0,1 1 1 0 0,-1-1-1 0 0,1 1 1 0 0,0 0-1 0 0,-1-1 1 0 0,1 1-1 0 0,-1 0 1 0 0,1 0-1 0 0,-1 0 1 0 0,-1 1-1 0 0,-4 0-40 0 0,-1 1 1 0 0,1 0-1 0 0,0 1 0 0 0,1-1 0 0 0,-1 1 0 0 0,0 0 0 0 0,1 1 1 0 0,0 0-1 0 0,0 0 0 0 0,0 0 0 0 0,0 1 0 0 0,-9 10 1 0 0,-7 8 53 0 0,-31 41 0 0 0,37-43-70 0 0,1 1 1 0 0,-21 43-1 0 0,32-58-39 0 0,0 1-1 0 0,1 0 1 0 0,0-1-1 0 0,1 1 1 0 0,0 0-1 0 0,0 1 1 0 0,1-1-1 0 0,0 0 1 0 0,0 0-1 0 0,1 1 0 0 0,0-1 1 0 0,0 0-1 0 0,2 10 1 0 0,-1-15-7 0 0,0 0 0 0 0,0 1 0 0 0,0-1 0 0 0,1 0 0 0 0,-1 0 0 0 0,1 0 0 0 0,0 0 0 0 0,0 0 0 0 0,0 0 0 0 0,0 0 0 0 0,0-1 0 0 0,1 1 0 0 0,-1-1 0 0 0,1 1 0 0 0,4 2 0 0 0,-2-2-41 0 0,0 0 0 0 0,0-1 1 0 0,0 0-1 0 0,0 0 0 0 0,0 0 0 0 0,1 0 0 0 0,-1-1 0 0 0,11 2 0 0 0,0-2-276 0 0,0-1 0 0 0,0-1 0 0 0,-1 0 0 0 0,1-1 1 0 0,-1 0-1 0 0,17-6 0 0 0,2-1-682 0 0,0-2-1 0 0,-1-2 1 0 0,52-27 0 0 0,-62 27-807 0 0,-1-1 1 0 0,42-35-1 0 0,-29 16-1725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45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186 302 1508 0 0,'62'-250'12206'0'0,"-59"236"-11392"0"0,-1 6-564 0 0,2-18 1354 0 0,-5 23-873 0 0,-6 13-413 0 0,-4 13 252 0 0,1 0 0 0 0,1 0 0 0 0,-9 38 0 0 0,5-13-111 0 0,-89 346 1553 0 0,48-169-1599 0 0,45-192-414 0 0,2 1 0 0 0,1-1 0 0 0,-3 63 1 0 0,9-85-130 0 0,1 0 0 0 0,0-1 0 0 0,0 1 1 0 0,1 0-1 0 0,1-1 0 0 0,0 1 0 0 0,4 9 0 0 0,-4-13-65 0 0,0-1 0 0 0,0 0 0 0 0,1-1 0 0 0,-1 1 0 0 0,1 0 0 0 0,1-1 0 0 0,-1 0 0 0 0,1 0 0 0 0,0 0 0 0 0,0-1 0 0 0,0 0 0 0 0,8 5 0 0 0,-7-5-39 0 0,0-1 0 0 0,0 0 0 0 0,0 0 0 0 0,1 0 0 0 0,-1-1 0 0 0,1 0 0 0 0,0 0 0 0 0,-1-1 0 0 0,1 1 0 0 0,0-2 0 0 0,0 1 0 0 0,0-1 0 0 0,0 0 0 0 0,10-1 0 0 0,-8-1 55 0 0,-1 0 0 0 0,1-1 0 0 0,0 0 0 0 0,-1 0-1 0 0,0 0 1 0 0,0-1 0 0 0,0-1 0 0 0,-1 1 0 0 0,1-1 0 0 0,6-7-1 0 0,3-3 76 0 0,-1 0-1 0 0,-1-2 0 0 0,0 0 0 0 0,-2-1 1 0 0,0 0-1 0 0,-1-1 0 0 0,0 0 0 0 0,8-22 0 0 0,6-21 1051 0 0,-15 33 573 0 0,18-33 1 0 0,-21 54-965 0 0,-7 8-543 0 0,-1 0 0 0 0,0 1 1 0 0,1-1-1 0 0,-1 0 0 0 0,0 1 0 0 0,1-1 0 0 0,-1 1 1 0 0,0-1-1 0 0,0 0 0 0 0,0 1 0 0 0,1-1 0 0 0,-1 1 1 0 0,0-1-1 0 0,0 1 0 0 0,0-1 0 0 0,0 1 1 0 0,0-1-1 0 0,0 1 0 0 0,0-1 0 0 0,0 1 0 0 0,0-1 1 0 0,0 1-1 0 0,0-1 0 0 0,0 0 0 0 0,0 1 0 0 0,0 0 1 0 0,-2 48 410 0 0,2 45 62 0 0,1-83-433 0 0,0 0-1 0 0,0-1 0 0 0,1 1 0 0 0,1 0 1 0 0,0-1-1 0 0,6 14 0 0 0,-7-20-40 0 0,0-1 0 0 0,0 1 1 0 0,1-1-1 0 0,-1 0 0 0 0,1 0 0 0 0,0 0 0 0 0,0 0 0 0 0,0-1 0 0 0,1 1 1 0 0,-1-1-1 0 0,0 1 0 0 0,1-1 0 0 0,0 0 0 0 0,-1-1 0 0 0,1 1 1 0 0,0-1-1 0 0,0 1 0 0 0,0-1 0 0 0,0 0 0 0 0,0-1 0 0 0,0 1 1 0 0,7-1-1 0 0,1 1-1 0 0,1-1 1 0 0,0 0-1 0 0,-1-1 1 0 0,1-1 0 0 0,0 0-1 0 0,13-4 1 0 0,-16 2-5 0 0,1 0 0 0 0,-1-1 0 0 0,0 0 0 0 0,0 0 0 0 0,-1-1 0 0 0,0 0 0 0 0,0-1-1 0 0,0 0 1 0 0,-1 0 0 0 0,0-1 0 0 0,0 0 0 0 0,-1-1 0 0 0,0 0 0 0 0,-1 0 0 0 0,0 0 0 0 0,0-1 0 0 0,-1 0 0 0 0,0 0 0 0 0,0 0 0 0 0,2-12 0 0 0,-4 14-7 0 0,0 0-1 0 0,-1-1 1 0 0,0 1 0 0 0,-1 0-1 0 0,0-1 1 0 0,0 1 0 0 0,-1-1-1 0 0,0 0 1 0 0,-1 1-1 0 0,0-1 1 0 0,0 1 0 0 0,0 0-1 0 0,-1-1 1 0 0,-1 1 0 0 0,1 0-1 0 0,-1 0 1 0 0,-1 0 0 0 0,1 0-1 0 0,-1 1 1 0 0,-1-1 0 0 0,1 1-1 0 0,-1 0 1 0 0,-1 1-1 0 0,1-1 1 0 0,-1 1 0 0 0,-12-10-1 0 0,13 12-2 0 0,0 0 0 0 0,-1 1 0 0 0,1 0 0 0 0,-1 0 0 0 0,0 0 0 0 0,0 1 0 0 0,0-1 0 0 0,0 2 0 0 0,0-1 0 0 0,-1 1-1 0 0,1-1 1 0 0,0 2 0 0 0,-12-1 0 0 0,9 1-1 0 0,-1 1 0 0 0,1 1-1 0 0,-1-1 1 0 0,1 2 0 0 0,-1-1-1 0 0,1 1 1 0 0,0 1 0 0 0,-12 5-1 0 0,4 1 5 0 0,0 0 0 0 0,1 1 0 0 0,0 1 0 0 0,1 0 0 0 0,0 1 0 0 0,1 1-1 0 0,1 0 1 0 0,-17 23 0 0 0,24-29 13 0 0,1-1 0 0 0,1 1-1 0 0,-1 0 1 0 0,1 0 0 0 0,0 1 0 0 0,1-1 0 0 0,0 1 0 0 0,-2 12-1 0 0,4-18-32 0 0,1 0 0 0 0,-1 0 0 0 0,1 1 0 0 0,0-1-1 0 0,0 0 1 0 0,1 0 0 0 0,-1 1 0 0 0,1-1 0 0 0,-1 0-1 0 0,1 0 1 0 0,0 0 0 0 0,0 0 0 0 0,0 0 0 0 0,1 0-1 0 0,-1 0 1 0 0,1 0 0 0 0,0 0 0 0 0,-1-1 0 0 0,1 1-1 0 0,0-1 1 0 0,1 1 0 0 0,-1-1 0 0 0,0 0 0 0 0,1 1-1 0 0,-1-1 1 0 0,6 2 0 0 0,2 2-175 0 0,0-2 1 0 0,0 0-1 0 0,0 0 0 0 0,1 0 0 0 0,0-2 0 0 0,-1 1 1 0 0,1-1-1 0 0,0-1 0 0 0,0 0 0 0 0,14 0 1 0 0,14-2-869 0 0,58-9 1 0 0,-77 6 848 0 0,1-1-1 0 0,-1 0 1 0 0,0-2-1 0 0,-1 0 0 0 0,0-1 1 0 0,0-1-1 0 0,0-1 1 0 0,-1 0-1 0 0,-1-2 0 0 0,19-14 1 0 0,4-9 852 0 0,-2 0 1 0 0,63-77-1 0 0,-100 110-600 0 0,2-2 134 0 0,1 1 0 0 0,-1-1 1 0 0,0 0-1 0 0,1 1 0 0 0,0-1 0 0 0,0 1 0 0 0,6-3 0 0 0,-9 5-116 0 0,0 1 0 0 0,1-1-1 0 0,-1 1 1 0 0,1 0 0 0 0,-1-1-1 0 0,1 1 1 0 0,-1 0 0 0 0,1 0-1 0 0,-1 0 1 0 0,1 0 0 0 0,-1 0-1 0 0,1 0 1 0 0,-1 1 0 0 0,1-1-1 0 0,-1 0 1 0 0,1 1 0 0 0,-1-1-1 0 0,1 1 1 0 0,-1 0 0 0 0,0-1-1 0 0,1 1 1 0 0,-1 0 0 0 0,0 0-1 0 0,0 0 1 0 0,0 0 0 0 0,1 0-1 0 0,-1 0 1 0 0,0 0 0 0 0,0 0-1 0 0,1 2 1 0 0,5 6 192 0 0,0 0 0 0 0,-1 1 1 0 0,0 0-1 0 0,0 0 0 0 0,-1 0 0 0 0,-1 1 1 0 0,6 17-1 0 0,-3-3-11 0 0,0 1 1 0 0,2 31-1 0 0,-8-47-140 0 0,0 1 0 0 0,0-1 0 0 0,-1 0 0 0 0,-1 1 0 0 0,0-1 0 0 0,-3 16 0 0 0,3-21-54 0 0,0-1 0 0 0,-1 1 0 0 0,0-1 0 0 0,0 0 0 0 0,0 1 0 0 0,0-1 0 0 0,0 0 0 0 0,-1-1-1 0 0,0 1 1 0 0,0 0 0 0 0,0-1 0 0 0,0 1 0 0 0,-1-1 0 0 0,1 0 0 0 0,-1 0 0 0 0,-5 3 0 0 0,5-5-14 0 0,-1 0 0 0 0,1-1 0 0 0,0 1 1 0 0,0-1-1 0 0,-1 0 0 0 0,1 0 1 0 0,0 0-1 0 0,-1-1 0 0 0,1 0 0 0 0,0 0 1 0 0,-7-2-1 0 0,7 1-20 0 0,0 1 1 0 0,0-1-1 0 0,0 0 1 0 0,1-1-1 0 0,-1 1 0 0 0,1-1 1 0 0,-1 0-1 0 0,1 1 1 0 0,0-1-1 0 0,0-1 0 0 0,0 1 1 0 0,1 0-1 0 0,-1-1 1 0 0,1 1-1 0 0,0-1 0 0 0,0 0 1 0 0,-2-4-1 0 0,3 5-8 0 0,0 0-1 0 0,1 1 1 0 0,-1-1-1 0 0,0 0 0 0 0,1 0 1 0 0,0 0-1 0 0,0 1 1 0 0,0-1-1 0 0,0 0 1 0 0,0 0-1 0 0,0 0 0 0 0,1 1 1 0 0,-1-1-1 0 0,1 0 1 0 0,0 0-1 0 0,0 1 1 0 0,0-1-1 0 0,0 0 0 0 0,1 1 1 0 0,-1-1-1 0 0,0 1 1 0 0,1 0-1 0 0,0 0 1 0 0,0-1-1 0 0,0 1 1 0 0,2-2-1 0 0,10-8-270 0 0,1 1 0 0 0,0 1 0 0 0,1 0 0 0 0,0 1 0 0 0,0 1 0 0 0,1 0 0 0 0,28-8 0 0 0,130-28-4877 0 0,-173 44 5055 0 0,71-14-1761 0 0,76-18-1102 0 0,-125 25 3056 0 0,0-1-1 0 0,-1-1 1 0 0,0-1 0 0 0,25-15 0 0 0,-38 19 147 0 0,0 1 563 0 0,-1-1 0 0 0,0 0 0 0 0,0 0-1 0 0,15-15 1 0 0,-23 19-333 0 0,-1 2-456 0 0,0 0-1 0 0,0-1 1 0 0,0 1-1 0 0,0 0 0 0 0,0-1 1 0 0,0 1-1 0 0,0 0 1 0 0,0-1-1 0 0,0 1 0 0 0,0 0 1 0 0,0-1-1 0 0,-1 1 1 0 0,1 0-1 0 0,0 0 1 0 0,0-1-1 0 0,0 1 0 0 0,0 0 1 0 0,-1-1-1 0 0,1 1 1 0 0,0 0-1 0 0,0 0 0 0 0,-1 0 1 0 0,1-1-1 0 0,0 1 1 0 0,0 0-1 0 0,-1 0 0 0 0,1 0 1 0 0,0 0-1 0 0,-1-1 1 0 0,1 1-1 0 0,0 0 0 0 0,-1 0 1 0 0,1 0-1 0 0,-1 0 1 0 0,-15 2 381 0 0,-12 11 12 0 0,17-7-299 0 0,-1 1 0 0 0,2 1 0 0 0,-1-1 0 0 0,1 2 0 0 0,-9 9 0 0 0,14-13-89 0 0,0 0-1 0 0,1 0 0 0 0,0 0 1 0 0,0 1-1 0 0,1 0 1 0 0,-1 0-1 0 0,1 0 0 0 0,1 0 1 0 0,-1 0-1 0 0,1 0 0 0 0,-3 11 1 0 0,5-13 0 0 0,0-1 0 0 0,0 1 0 0 0,0 0 0 0 0,1 0 0 0 0,-1 0 0 0 0,1 0 0 0 0,0 0 0 0 0,0-1-1 0 0,0 1 1 0 0,1 0 0 0 0,-1-1 0 0 0,1 1 0 0 0,0-1 0 0 0,0 1 0 0 0,0-1 0 0 0,0 0 0 0 0,1 0 0 0 0,0 0 0 0 0,3 3 0 0 0,8 7 281 0 0,0 0 0 0 0,28 17 1 0 0,-26-18-57 0 0,32 23 423 0 0,-47-34-633 0 0,0-1 0 0 0,0 1-1 0 0,0 0 1 0 0,0-1 0 0 0,-1 1-1 0 0,1 0 1 0 0,0 0 0 0 0,-1-1 0 0 0,1 1-1 0 0,0 0 1 0 0,-1 0 0 0 0,1 0-1 0 0,-1 0 1 0 0,1 0 0 0 0,-1 0 0 0 0,0-1-1 0 0,1 1 1 0 0,-1 0 0 0 0,0 0 0 0 0,0 0-1 0 0,1 0 1 0 0,-1 0 0 0 0,0 1-1 0 0,0-1 1 0 0,0 0 0 0 0,0 0 0 0 0,-1 0-1 0 0,1 0 1 0 0,0 0 0 0 0,0 0-1 0 0,-1 0 1 0 0,1 0 0 0 0,0-1 0 0 0,-1 1-1 0 0,1 0 1 0 0,-1 0 0 0 0,1 0 0 0 0,-1 0-1 0 0,0 0 1 0 0,1 0 0 0 0,-1-1-1 0 0,0 1 1 0 0,-1 1 0 0 0,-2 2 68 0 0,-1 0 0 0 0,0 0 0 0 0,0 0 0 0 0,0 0 0 0 0,-8 3 0 0 0,1-1-44 0 0,-1-1-1 0 0,0 0 0 0 0,0-1 1 0 0,0 0-1 0 0,0-1 0 0 0,-1-1 0 0 0,1 0 1 0 0,-1-1-1 0 0,-21-1 0 0 0,17 0-565 0 0,1-2-1 0 0,0 0 0 0 0,0-1 1 0 0,0-1-1 0 0,0 0 0 0 0,0-2 1 0 0,-17-7-1 0 0,22 7-575 0 0,1 0 1 0 0,0-1-1 0 0,-20-15 1 0 0,-6-14-5092 0 0,20 15 547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45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18 3232 0 0,'-182'-17'10226'0'0,"178"17"-9261"0"0,9 0-726 0 0,196 7 472 0 0,-91-6-1417 0 0,12 5-1099 0 0,11-1-3736 0 0,-68-2 624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49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0 700 0 0,'2'14'432'0'0,"2"-4"-268"0"0,1 2-608 0 0,-2 0 148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00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5 268 0 0,'0'0'2295'0'0,"10"-5"-1814"0"0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30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7 140 0 0,'0'0'460'0'0,"12"-3"-276"0"0,5-1-672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35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24 566 1516 0 0,'-3'4'1013'0'0,"1"0"0"0"0,-1 1 0 0 0,0 0 0 0 0,1-1 0 0 0,0 1-1 0 0,0 0 1 0 0,-2 7 0 0 0,4-7-695 0 0,-1-1 0 0 0,0 0 0 0 0,1 0 0 0 0,0 0 0 0 0,0 1-1 0 0,0-1 1 0 0,0 0 0 0 0,2 8 0 0 0,-1-9-277 0 0,0 0 0 0 0,0 0 0 0 0,0 0 0 0 0,1 0 0 0 0,-1 0 0 0 0,1 0 0 0 0,0-1 0 0 0,0 1 0 0 0,0 0 0 0 0,0-1-1 0 0,0 0 1 0 0,0 1 0 0 0,1-1 0 0 0,-1 0 0 0 0,1 0 0 0 0,-1 0 0 0 0,1-1 0 0 0,0 1 0 0 0,0-1 0 0 0,0 1 0 0 0,0-1 0 0 0,0 0 0 0 0,0 0 0 0 0,0 0 0 0 0,0 0 0 0 0,0-1 0 0 0,4 1 0 0 0,10 0 2 0 0,1 0 1 0 0,0-2-1 0 0,-1 0 0 0 0,1 0 1 0 0,-1-2-1 0 0,0 0 1 0 0,0-1-1 0 0,0-1 1 0 0,29-12-1 0 0,-19 5-33 0 0,0-2 1 0 0,-1 0-1 0 0,-1-2 0 0 0,45-36 0 0 0,-51 35-40 0 0,-1-1-1 0 0,-1 0 1 0 0,0-1-1 0 0,-2-1 1 0 0,0-1 0 0 0,-1 0-1 0 0,18-38 1 0 0,-19 31-10 0 0,-2-1 1 0 0,0 0 0 0 0,-3-1-1 0 0,0 0 1 0 0,6-57 0 0 0,1-55 187 0 0,-14 140-197 0 0,-2 4-36 0 0,-5 17 311 0 0,2 1 1 0 0,0 0 0 0 0,-1 27-1 0 0,0-6 92 0 0,-21 114 580 0 0,-10 87-103 0 0,34-229-750 0 0,2 1 0 0 0,0-1 0 0 0,1 1 0 0 0,0-1 0 0 0,1 1 0 0 0,0-1 0 0 0,8 23 0 0 0,-9-32-126 0 0,1 1 0 0 0,0-1 1 0 0,1 1-1 0 0,-1-1 0 0 0,1 0 0 0 0,-1 0 1 0 0,1 0-1 0 0,1 0 0 0 0,-1-1 0 0 0,0 1 1 0 0,1-1-1 0 0,0 0 0 0 0,0 0 0 0 0,0 0 0 0 0,0 0 1 0 0,0-1-1 0 0,0 1 0 0 0,1-1 0 0 0,-1 0 1 0 0,1-1-1 0 0,0 1 0 0 0,-1-1 0 0 0,1 0 0 0 0,6 1 1 0 0,0-2-813 0 0,0 1 1 0 0,1-1-1 0 0,-1-1 1 0 0,0 0-1 0 0,0-1 1 0 0,0 0-1 0 0,0-1 0 0 0,18-7 1 0 0,-3-1-3576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36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203 283 1324 0 0,'-40'-2'3177'0'0,"0"2"0"0"0,-79 9-1 0 0,116-9-2715 0 0,14 8-154 0 0,-2-7-268 0 0,0 1-1 0 0,-1-1 0 0 0,1 0 0 0 0,0-1 0 0 0,0 0 0 0 0,0-1 0 0 0,14-2 1 0 0,-3 1 13 0 0,63-5 15 0 0,186-19-139 0 0,-193 15-1003 0 0,112-31-1 0 0,-177 39 885 0 0,0 0 1 0 0,-1-1 0 0 0,0 0-1 0 0,0-1 1 0 0,0 0-1 0 0,0-1 1 0 0,-1 0 0 0 0,0-1-1 0 0,10-8 1 0 0,-16 12 214 0 0,0-1 0 0 0,0 1 0 0 0,0-1 0 0 0,0 0 0 0 0,-1 1 0 0 0,0-1 0 0 0,1 0 0 0 0,-1-1 0 0 0,-1 1 0 0 0,1 0 0 0 0,-1-1 0 0 0,0 1 0 0 0,0 0 0 0 0,0-1 1 0 0,0 1-1 0 0,-1-1 0 0 0,1 0 0 0 0,-1 1 0 0 0,-1-1 0 0 0,1 1 0 0 0,-1-1 0 0 0,1 1 0 0 0,-1-1 0 0 0,-3-6 0 0 0,4 11-11 0 0,0-2 62 0 0,0 0 1 0 0,-1-1-1 0 0,1 1 1 0 0,-1 0-1 0 0,0 0 1 0 0,0 0-1 0 0,0 0 1 0 0,0 0-1 0 0,0 0 0 0 0,0 0 1 0 0,0 1-1 0 0,0-1 1 0 0,-1 0-1 0 0,1 1 1 0 0,-1-1-1 0 0,1 0 0 0 0,-1 1 1 0 0,0 0-1 0 0,0-1 1 0 0,0 1-1 0 0,-3-2 1 0 0,4 3-54 0 0,1 0 1 0 0,-1 0 0 0 0,0 1 0 0 0,0-1 0 0 0,0 0 0 0 0,1 0 0 0 0,-1 0 0 0 0,0 0 0 0 0,1 1-1 0 0,-1-1 1 0 0,0 0 0 0 0,0 1 0 0 0,1-1 0 0 0,-1 0 0 0 0,0 1 0 0 0,1-1 0 0 0,-1 1 0 0 0,1-1-1 0 0,-1 1 1 0 0,1 0 0 0 0,-1-1 0 0 0,1 1 0 0 0,-1-1 0 0 0,1 1 0 0 0,-1 0 0 0 0,0 1 0 0 0,-10 19 312 0 0,11-19-296 0 0,-19 48 926 0 0,3 1 1 0 0,-17 85-1 0 0,11-37-373 0 0,3-23-268 0 0,-49 218 550 0 0,66-279-690 0 0,2-16-182 0 0,0 1 0 0 0,0 0 0 0 0,0 0 0 0 0,0 0 0 0 0,1 0 0 0 0,-1 0 0 0 0,0 0 0 0 0,0 0 0 0 0,0 0 0 0 0,0 0 0 0 0,0 0 0 0 0,0 0 0 0 0,0 0 0 0 0,0 0 0 0 0,0 0 0 0 0,0 0 0 0 0,0 0 0 0 0,0 0 0 0 0,0 0-1 0 0,0 0 1 0 0,0 0 0 0 0,1 0 0 0 0,-1 0 0 0 0,0 0 0 0 0,0 0 0 0 0,0 0 0 0 0,0 0 0 0 0,0 0 0 0 0,0 0 0 0 0,0 0 0 0 0,0 0 0 0 0,0 0 0 0 0,0 0 0 0 0,0 0 0 0 0,0 0 0 0 0,0 0 0 0 0,0 0 0 0 0,0 0 0 0 0,0 0 0 0 0,0 1 0 0 0,1-1-1 0 0,-1 0 1 0 0,0 0 0 0 0,0 0 0 0 0,0 0 0 0 0,0 0 0 0 0,0 0 0 0 0,0 0 0 0 0,0 0 0 0 0,0 0 0 0 0,0 0 0 0 0,0 0 0 0 0,0 0 0 0 0,0 0 0 0 0,0 0 0 0 0,0 0 0 0 0,0 0 0 0 0,0 1 0 0 0,0-1 0 0 0,0 0 0 0 0,0 0 0 0 0,0 0 0 0 0,0 0-1 0 0,0 0 1 0 0,0 0 0 0 0,0 0 0 0 0,0 0 0 0 0,0 0 0 0 0,0 0 0 0 0,11-19 115 0 0,-4 6-150 0 0,7-9-7 0 0,1 0 0 0 0,1 1 0 0 0,0 1 0 0 0,1 1-1 0 0,38-33 1 0 0,-41 42 10 0 0,-1-1 1 0 0,1 2-1 0 0,1-1 0 0 0,0 2 0 0 0,0 0 1 0 0,0 1-1 0 0,1 1 0 0 0,0 0 1 0 0,34-7-1 0 0,-45 12 35 0 0,1 1 1 0 0,-1-1 0 0 0,1 1-1 0 0,-1 0 1 0 0,1 0-1 0 0,-1 1 1 0 0,1 0 0 0 0,-1 0-1 0 0,0 0 1 0 0,1 0-1 0 0,-1 1 1 0 0,0 0 0 0 0,0 0-1 0 0,0 0 1 0 0,0 1-1 0 0,0 0 1 0 0,-1 0 0 0 0,1 0-1 0 0,-1 0 1 0 0,1 1-1 0 0,-1 0 1 0 0,-1 0 0 0 0,1 0-1 0 0,0 0 1 0 0,-1 0-1 0 0,3 6 1 0 0,-1-1 28 0 0,-1-1 0 0 0,0 1 0 0 0,0-1 0 0 0,-1 1-1 0 0,0 1 1 0 0,-1-1 0 0 0,0 0 0 0 0,0 1 0 0 0,-1-1 0 0 0,0 0 0 0 0,-1 1 0 0 0,0 0-1 0 0,0-1 1 0 0,-3 14 0 0 0,-6 48-423 0 0,9-29-2798 0 0,1-41 2858 0 0,0 0 0 0 0,0 0 0 0 0,0 0 1 0 0,0 0-1 0 0,0 0 0 0 0,0 0 0 0 0,0 0 1 0 0,0 0-1 0 0,0-1 0 0 0,1 1 0 0 0,-1 0 0 0 0,0-1 1 0 0,0 1-1 0 0,1-1 0 0 0,-1 1 0 0 0,0-1 0 0 0,1 0 1 0 0,-1 1-1 0 0,1-1 0 0 0,1 0 0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37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241 644 2012 0 0,'2'-1'349'0'0,"-1"-1"0"0"0,0 0 0 0 0,0 0 0 0 0,0 0 0 0 0,0 0 1 0 0,0 0-1 0 0,-1 0 0 0 0,1-1 0 0 0,-1 1 0 0 0,1 0 0 0 0,-1 0 0 0 0,0 0 0 0 0,0-1 0 0 0,0 1 0 0 0,0 0 0 0 0,0 0 0 0 0,0 0 0 0 0,-1-1 0 0 0,1 1 0 0 0,-1 0 0 0 0,1 0 0 0 0,-1 0 0 0 0,0 0 0 0 0,0 0 1 0 0,0 0-1 0 0,0 0 0 0 0,0 0 0 0 0,0 0 0 0 0,-3-3 0 0 0,2 4-277 0 0,1 0 0 0 0,0 1 0 0 0,0-1 0 0 0,0 0 0 0 0,-1 1 0 0 0,1-1 1 0 0,0 0-1 0 0,-1 1 0 0 0,1 0 0 0 0,-1-1 0 0 0,1 1 0 0 0,0 0 0 0 0,-1 0 0 0 0,1-1 0 0 0,-1 1 1 0 0,1 1-1 0 0,-1-1 0 0 0,-1 0 0 0 0,-24 5 409 0 0,17-1-406 0 0,1 0-1 0 0,0 0 1 0 0,0 1-1 0 0,0 0 1 0 0,1 1-1 0 0,-1 0 1 0 0,1 0-1 0 0,1 1 1 0 0,-1 0-1 0 0,-9 11 1 0 0,7-5-35 0 0,-1 0 1 0 0,2 1-1 0 0,-1 0 1 0 0,2 1-1 0 0,-10 21 0 0 0,16-30-26 0 0,-1 0 0 0 0,1 0-1 0 0,1 1 1 0 0,-1-1 0 0 0,1 0 0 0 0,0 1-1 0 0,0-1 1 0 0,1 1 0 0 0,0 7-1 0 0,0-11-6 0 0,1-1 0 0 0,-1 0-1 0 0,1 1 1 0 0,-1-1 0 0 0,1 0-1 0 0,0 1 1 0 0,0-1 0 0 0,0 0-1 0 0,0 0 1 0 0,0 0 0 0 0,1 0-1 0 0,-1 0 1 0 0,1 0 0 0 0,-1 0-1 0 0,1-1 1 0 0,0 1 0 0 0,0 0-1 0 0,-1-1 1 0 0,1 1 0 0 0,0-1-1 0 0,0 0 1 0 0,1 0-1 0 0,-1 0 1 0 0,0 0 0 0 0,0 0-1 0 0,1 0 1 0 0,3 1 0 0 0,1-1-27 0 0,1 1 0 0 0,-1-1 0 0 0,1 0 0 0 0,-1-1 0 0 0,1 1 0 0 0,-1-1 0 0 0,1-1 0 0 0,0 0 0 0 0,-1 0 0 0 0,0 0 0 0 0,1-1 0 0 0,-1 0 0 0 0,0-1 0 0 0,0 1 0 0 0,0-1 0 0 0,0-1 0 0 0,0 1 0 0 0,-1-1 0 0 0,1-1 0 0 0,-1 1 0 0 0,0-1 0 0 0,6-6 0 0 0,-3 2-33 0 0,-1-1 1 0 0,0 0-1 0 0,0 0 0 0 0,-1 0 0 0 0,0-1 0 0 0,-1 0 1 0 0,-1 0-1 0 0,1 0 0 0 0,-2-1 0 0 0,0 0 0 0 0,0 0 0 0 0,3-21 1 0 0,3-10 526 0 0,-10 41 52 0 0,-1 2-501 0 0,1 1-1 0 0,-1-1 0 0 0,0 1 1 0 0,0-1-1 0 0,0 1 0 0 0,0-1 0 0 0,1 1 1 0 0,-1-1-1 0 0,0 1 0 0 0,0 0 1 0 0,1-1-1 0 0,-1 1 0 0 0,1 0 0 0 0,-1 0 1 0 0,1-1-1 0 0,-1 1 0 0 0,1 0 0 0 0,-1 0 1 0 0,1 0-1 0 0,-1 1 0 0 0,-8 24 241 0 0,7-21-193 0 0,-2 6-5 0 0,1-1 1 0 0,0 0 0 0 0,1 0 0 0 0,0 1 0 0 0,1 0-1 0 0,0-1 1 0 0,1 1 0 0 0,1 19 0 0 0,0-25-58 0 0,-1-1 0 0 0,1 0 0 0 0,0 0 1 0 0,0-1-1 0 0,1 1 0 0 0,-1 0 0 0 0,1 0 0 0 0,0 0 1 0 0,0-1-1 0 0,0 1 0 0 0,0-1 0 0 0,1 0 0 0 0,-1 1 1 0 0,1-1-1 0 0,0 0 0 0 0,0-1 0 0 0,0 1 0 0 0,0 0 1 0 0,0-1-1 0 0,1 0 0 0 0,-1 0 0 0 0,1 0 0 0 0,0 0 1 0 0,-1 0-1 0 0,7 1 0 0 0,5 1-61 0 0,1-1 1 0 0,-1-1 0 0 0,1 0-1 0 0,-1-1 1 0 0,1 0-1 0 0,0-1 1 0 0,-1-1 0 0 0,30-6-1 0 0,-20 2-274 0 0,0-2-1 0 0,0 0 0 0 0,0-2 1 0 0,35-18-1 0 0,-39 15 160 0 0,0-1 1 0 0,-1-1-1 0 0,-1 0 0 0 0,0-2 0 0 0,-1 0 0 0 0,-1-1 0 0 0,0 0 0 0 0,-2-2 0 0 0,0 0 0 0 0,19-32 1 0 0,-11 12 61 0 0,-3-2 0 0 0,-1 0 1 0 0,-2-1-1 0 0,19-76 1 0 0,-27 79 907 0 0,-1-1 0 0 0,-3 1 1 0 0,-1-2-1 0 0,-2 1 1 0 0,-5-59-1 0 0,2 75-377 0 0,1 21-237 0 0,-3 5-150 0 0,1 0-26 0 0,0 0 0 0 0,0 0 0 0 0,0 0 0 0 0,0 0 0 0 0,0 0 1 0 0,1 1-1 0 0,-1-1 0 0 0,1 1 0 0 0,0-1 0 0 0,-1 1 0 0 0,0 4 0 0 0,-11 38 247 0 0,6-20-96 0 0,-22 91 800 0 0,-24 214 1 0 0,50-301-855 0 0,0 47 0 0 0,3-67-85 0 0,1 1-1 0 0,0 0 0 0 0,1 0 1 0 0,-1 0-1 0 0,2-1 0 0 0,-1 1 0 0 0,2-1 1 0 0,6 15-1 0 0,-8-21-167 0 0,0 0 1 0 0,1 1-1 0 0,-1-1 1 0 0,1 0-1 0 0,0 0 1 0 0,0 0-1 0 0,0-1 1 0 0,1 1-1 0 0,-1-1 1 0 0,1 0-1 0 0,-1 0 1 0 0,1 0-1 0 0,0 0 1 0 0,0 0-1 0 0,-1-1 1 0 0,1 0-1 0 0,0 0 1 0 0,1 0-1 0 0,-1 0 1 0 0,0-1-1 0 0,0 1 1 0 0,7-1-1 0 0,-2 0-918 0 0,0-1-1 0 0,0 0 1 0 0,1 0-1 0 0,-1-1 1 0 0,0 0-1 0 0,-1-1 1 0 0,1 0-1 0 0,0 0 1 0 0,9-6-1 0 0,4-4-4007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6:37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87 2544 0 0,'-300'-64'16313'0'0,"289"62"-15977"0"0,6 1-105 0 0,1 0-1 0 0,-1 0 1 0 0,0 0 0 0 0,0-1-1 0 0,-7-3 1 0 0,32 1 2 0 0,36 0-150 0 0,1 3 0 0 0,63 5 1 0 0,-43 0-107 0 0,-35-2-153 0 0,119 5-1805 0 0,-57 1-3328 0 0,-89-5-342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32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64 36 0 0,'-2'-2'787'0'0,"-25"-41"2470"0"0,26 42-3111 0 0,-7-17-1568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40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18 1572 0 0,'-9'-15'11448'0'0,"7"12"-10641"0"0,2 4-790 0 0,0-1 0 0 0,0 0 0 0 0,0 0 0 0 0,0 1 0 0 0,0-1 1 0 0,0 0-1 0 0,0 0 0 0 0,0 1 0 0 0,0-1 0 0 0,0 0 0 0 0,0 0 0 0 0,-1 1 1 0 0,1-1-1 0 0,0 0 0 0 0,0 0 0 0 0,0 1 0 0 0,0-1 0 0 0,0 0 0 0 0,0 0 1 0 0,-1 0-1 0 0,1 1 0 0 0,0-1 0 0 0,0 0 0 0 0,0 0 0 0 0,-1 0 0 0 0,1 1 1 0 0,0-1-1 0 0,0 0 0 0 0,-1 0 0 0 0,1 0 0 0 0,0 0 0 0 0,0 0 0 0 0,0 0 1 0 0,-1 0-1 0 0,1 0 0 0 0,0 0 0 0 0,-1 1 0 0 0,1-1 0 0 0,0 0 0 0 0,0 0 1 0 0,-1 0-1 0 0,1 0 0 0 0,0-1 0 0 0,0 1 0 0 0,-1 0 0 0 0,1 0 0 0 0,0 0 1 0 0,0 0-1 0 0,-1 0 0 0 0,1 0 0 0 0,0 0 0 0 0,0 0 0 0 0,-1 0 1 0 0,1-1-1 0 0,0 1 0 0 0,0 0 0 0 0,0 0 0 0 0,-1 0 0 0 0,1 0 0 0 0,0-1 1 0 0,0 1-1 0 0,0 0 0 0 0,0 0 0 0 0,-1-1 0 0 0,1 1 0 0 0,0-1 0 0 0,-61 212 269 0 0,50-166-464 0 0,-19 99-992 0 0,27-121-1500 0 0,1-1-1 0 0,2 31 1 0 0,1-36-828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40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0 105 1952 0 0,'37'-103'12033'0'0,"-36"101"-11563"0"0,2 11-118 0 0,1 12 42 0 0,-18 158 866 0 0,1-21-2121 0 0,12-129-2916 0 0,7 47 0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41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64 356 0 0,'0'-64'13109'0'0,"18"67"-11802"0"0,-10-1-1019 0 0,-1 0 1 0 0,1 1-1 0 0,-1 0 1 0 0,0 0-1 0 0,0 1 0 0 0,12 8 1 0 0,37 32 484 0 0,-46-35-617 0 0,8 7-35 0 0,-1 0 0 0 0,0 1 0 0 0,-2 1 0 0 0,0 1-1 0 0,-1 0 1 0 0,-1 1 0 0 0,0 0 0 0 0,-2 1 0 0 0,-1 0 0 0 0,16 45 0 0 0,-19-39-80 0 0,0 0 1 0 0,-2 0 0 0 0,-1 0 0 0 0,-1 1 0 0 0,-2-1 0 0 0,0 1 0 0 0,-2 0 0 0 0,-1-1 0 0 0,-7 32-1 0 0,-3-3-118 0 0,-2 0 0 0 0,-3-1-1 0 0,-2-1 1 0 0,-32 63-1 0 0,-6-11-2928 0 0,-5-6-3837 0 0,34-62 15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42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141 419 1596 0 0,'-9'2'1574'0'0,"1"1"-1"0"0,-1 1 1 0 0,-13 8 0 0 0,14-8-986 0 0,1 1 0 0 0,0 0 0 0 0,0 1 0 0 0,1-1 0 0 0,-1 1 0 0 0,-8 11 0 0 0,-20 22 996 0 0,34-37-1150 0 0,5-3-378 0 0,-1 1 0 0 0,1-1 0 0 0,-1 0 0 0 0,1 0 0 0 0,-1 0 0 0 0,1-1-1 0 0,-1 1 1 0 0,0-1 0 0 0,1 0 0 0 0,-1 0 0 0 0,0 0 0 0 0,0 0 0 0 0,3-3 0 0 0,37-38 78 0 0,-36 34-76 0 0,64-75 71 0 0,-3-4 0 0 0,59-103 0 0 0,-122 183-127 0 0,1 0 14 0 0,-1 0-1 0 0,0 0 0 0 0,-1-1 0 0 0,0 1 0 0 0,0-1 0 0 0,4-16 0 0 0,-8 25-16 0 0,0 0 1 0 0,0 0-1 0 0,0-1 0 0 0,0 1 0 0 0,0 0 0 0 0,0-1 0 0 0,0 1 0 0 0,0 0 0 0 0,0 0 0 0 0,0-1 0 0 0,0 1 0 0 0,0 0 0 0 0,0-1 0 0 0,0 1 0 0 0,-1 0 0 0 0,1 0 0 0 0,0-1 0 0 0,0 1 0 0 0,0 0 1 0 0,0 0-1 0 0,-1-1 0 0 0,1 1 0 0 0,0 0 0 0 0,0 0 0 0 0,0 0 0 0 0,-1 0 0 0 0,1-1 0 0 0,0 1 0 0 0,0 0 0 0 0,-1 0 0 0 0,1 0 0 0 0,0 0 0 0 0,0 0 0 0 0,-1 0 0 0 0,1-1 0 0 0,0 1 1 0 0,-1 0-1 0 0,1 0 0 0 0,0 0 0 0 0,0 0 0 0 0,-1 0 0 0 0,1 0 0 0 0,0 0 0 0 0,-1 0 0 0 0,1 0 0 0 0,0 1 0 0 0,0-1 0 0 0,-1 0 0 0 0,1 0 0 0 0,-13 4-13 0 0,13-4 16 0 0,-8 4-5 0 0,1 1 0 0 0,0 0-1 0 0,0 1 1 0 0,0-1 0 0 0,1 1 0 0 0,0 1-1 0 0,0-1 1 0 0,0 1 0 0 0,1 0 0 0 0,0 0-1 0 0,0 1 1 0 0,1-1 0 0 0,-4 11 0 0 0,6-14 0 0 0,0 0 1 0 0,0 0 0 0 0,0 1 0 0 0,1-1-1 0 0,0 1 1 0 0,0-1 0 0 0,0 1 0 0 0,1 0-1 0 0,-1-1 1 0 0,1 1 0 0 0,0 0 0 0 0,0-1-1 0 0,1 1 1 0 0,-1 0 0 0 0,1-1 0 0 0,0 1-1 0 0,1-1 1 0 0,-1 1 0 0 0,1-1 0 0 0,0 1-1 0 0,0-1 1 0 0,0 0 0 0 0,0 0 0 0 0,1 0-1 0 0,0 0 1 0 0,-1-1 0 0 0,1 1 0 0 0,6 4-1 0 0,39 35-2 0 0,12 11-14 0 0,-55-48 24 0 0,1 0 1 0 0,-1 1 0 0 0,0 0-1 0 0,0 0 1 0 0,-1 0 0 0 0,0 0-1 0 0,4 10 1 0 0,-6-11 44 0 0,-1 0 0 0 0,0 0-1 0 0,0 0 1 0 0,0 0 0 0 0,-1 1 0 0 0,0-1 0 0 0,0 0-1 0 0,0 1 1 0 0,-1-1 0 0 0,0 0 0 0 0,0 0-1 0 0,-1 0 1 0 0,1 0 0 0 0,-1 0 0 0 0,-1 0 0 0 0,1 0-1 0 0,-1 0 1 0 0,0-1 0 0 0,0 1 0 0 0,-1-1 0 0 0,-6 7-1 0 0,4-3 195 0 0,-1-1 0 0 0,-1 0 0 0 0,0-1-1 0 0,0 0 1 0 0,0 0 0 0 0,-1 0 0 0 0,0-1-1 0 0,0-1 1 0 0,-1 1 0 0 0,1-1 0 0 0,-19 6-1 0 0,19-10-180 0 0,1 1 0 0 0,0-2 0 0 0,-1 1 0 0 0,1-1 0 0 0,-1 0 0 0 0,1-1 0 0 0,-1 0 0 0 0,1 0 0 0 0,0-1 0 0 0,0 0 0 0 0,-1 0 0 0 0,1-1 0 0 0,1 0 0 0 0,-1 0 0 0 0,-11-7 0 0 0,18 9-107 0 0,1 1 1 0 0,-1 0-1 0 0,0-1 0 0 0,0 1 1 0 0,1-1-1 0 0,-1 1 0 0 0,1-1 1 0 0,-1 0-1 0 0,0 1 0 0 0,1-1 1 0 0,-1 0-1 0 0,1 1 1 0 0,-1-1-1 0 0,1 0 0 0 0,0 1 1 0 0,-1-1-1 0 0,1 0 0 0 0,0 0 1 0 0,-1 0-1 0 0,1 1 0 0 0,0-1 1 0 0,0 0-1 0 0,0 0 1 0 0,0 0-1 0 0,0 1 0 0 0,0-1 1 0 0,0 0-1 0 0,0 0 0 0 0,0 0 1 0 0,0 0-1 0 0,0 1 0 0 0,0-1 1 0 0,1 0-1 0 0,-1 0 1 0 0,0 0-1 0 0,0 1 0 0 0,1-1 1 0 0,-1 0-1 0 0,1 0 0 0 0,-1 1 1 0 0,1-1-1 0 0,-1 0 0 0 0,1 1 1 0 0,-1-1-1 0 0,1 1 1 0 0,0-1-1 0 0,1 0 0 0 0,2-3-684 0 0,0 1 0 0 0,1 0 0 0 0,0 0-1 0 0,-1 1 1 0 0,9-4 0 0 0,17-4-5269 0 0,-14 5 488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42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59 2964 0 0,'-11'-38'9777'0'0,"6"20"-7267"0"0,4 16-1917 0 0,-4 28 586 0 0,2 0 0 0 0,1 0 1 0 0,0 30-1 0 0,0 12-521 0 0,-22 164-33 0 0,-11-1 1 0 0,-110 393-1 0 0,144-620-717 0 0,-2 8-893 0 0,-1 0 1 0 0,0-1-1 0 0,0 1 0 0 0,-12 19 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42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1 232 3076 0 0,'1'-12'843'0'0,"1"-1"0"0"0,1 1 0 0 0,0 0-1 0 0,1 0 1 0 0,0 0 0 0 0,1 0 0 0 0,1 1-1 0 0,-1-1 1 0 0,2 1 0 0 0,10-14 0 0 0,-10 17-707 0 0,-1 1 0 0 0,2 0 0 0 0,-1 0 0 0 0,1 0 0 0 0,0 1 0 0 0,0 1 0 0 0,0-1 0 0 0,1 1 1 0 0,0 1-1 0 0,0 0 0 0 0,0 0 0 0 0,1 0 0 0 0,16-3 0 0 0,-15 5-86 0 0,1 0 0 0 0,0 1-1 0 0,0 0 1 0 0,-1 1 0 0 0,1 0 0 0 0,0 1 0 0 0,0 0 0 0 0,0 1-1 0 0,14 4 1 0 0,-22-5 3 0 0,1 1 0 0 0,-1-1 0 0 0,0 1 0 0 0,0 0 0 0 0,0 0 0 0 0,0 1 0 0 0,-1-1 0 0 0,1 1 0 0 0,-1 0 0 0 0,1 0 0 0 0,5 6 0 0 0,-7-6 37 0 0,0 0 0 0 0,-1 0-1 0 0,1 0 1 0 0,-1 1 0 0 0,1-1-1 0 0,-1 0 1 0 0,0 1 0 0 0,0-1-1 0 0,-1 0 1 0 0,1 1 0 0 0,-1-1-1 0 0,1 1 1 0 0,-1-1 0 0 0,0 1-1 0 0,0-1 1 0 0,-1 1 0 0 0,0 4-1 0 0,-2 4 43 0 0,0 0-1 0 0,-1 0 0 0 0,0 0 0 0 0,-1-1 1 0 0,0 1-1 0 0,-1-1 0 0 0,-1-1 1 0 0,1 1-1 0 0,-12 13 0 0 0,6-10-77 0 0,0-1-1 0 0,0-1 0 0 0,-1 0 0 0 0,0 0 0 0 0,-1-1 1 0 0,-16 8-1 0 0,10-10-1994 0 0,20-9 1736 0 0,-1 0-1 0 0,1 0 1 0 0,-1 1 0 0 0,1-1-1 0 0,-1 0 1 0 0,1 0 0 0 0,-1 0-1 0 0,1 0 1 0 0,-1 0 0 0 0,1-1-1 0 0,-1 1 1 0 0,1 0 0 0 0,-1 0-1 0 0,1 0 1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43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92 2452 0 0,'0'-1'106'0'0,"4"-3"1080"0"0,0-1 0 0 0,-1 1 0 0 0,1-1 0 0 0,-1 0 0 0 0,4-9 1 0 0,-6 12-1053 0 0,-1 1 1 0 0,1 0 0 0 0,-1 0-1 0 0,0-1 1 0 0,1 1 0 0 0,-1 0-1 0 0,0-1 1 0 0,0 1 0 0 0,0 0-1 0 0,0-1 1 0 0,0 1 0 0 0,0 0-1 0 0,0-1 1 0 0,-1 1 0 0 0,1 0 0 0 0,0 0-1 0 0,-1-1 1 0 0,1 1 0 0 0,-1 0-1 0 0,1 0 1 0 0,-1 0 0 0 0,0-1-1 0 0,0 1 1 0 0,1 0 0 0 0,-1 0-1 0 0,0 0 1 0 0,0 0 0 0 0,0 0 0 0 0,0 1-1 0 0,0-1 1 0 0,0 0 0 0 0,0 0-1 0 0,0 1 1 0 0,-3-2 0 0 0,1 0-60 0 0,-1 0-1 0 0,0 1 1 0 0,1-1 0 0 0,-1 1 0 0 0,0 0 0 0 0,0 0 0 0 0,0 0 0 0 0,0 1-1 0 0,0-1 1 0 0,0 1 0 0 0,0 0 0 0 0,0 0 0 0 0,-1 0 0 0 0,-6 2-1 0 0,4 0-18 0 0,0 0 0 0 0,0 1 0 0 0,0 0 0 0 0,0 0-1 0 0,0 0 1 0 0,1 1 0 0 0,-10 8 0 0 0,0 0-23 0 0,2 1 1 0 0,0 1-1 0 0,0 1 1 0 0,1 0-1 0 0,-15 24 1 0 0,15-20-20 0 0,2 2 0 0 0,0-1 0 0 0,-14 38 0 0 0,22-49-4 0 0,0 0 0 0 0,0 0 1 0 0,1 0-1 0 0,0 0 0 0 0,1 1 0 0 0,0-1 0 0 0,0 1 1 0 0,1-1-1 0 0,1 1 0 0 0,-1-1 0 0 0,5 18 0 0 0,-4-24 0 0 0,0 1 0 0 0,0-1 0 0 0,0 0 0 0 0,1 0-1 0 0,-1 0 1 0 0,1 0 0 0 0,0 0 0 0 0,-1-1-1 0 0,2 1 1 0 0,-1 0 0 0 0,0-1 0 0 0,0 0 0 0 0,1 1-1 0 0,-1-1 1 0 0,1 0 0 0 0,0 0 0 0 0,4 2-1 0 0,-2-2 0 0 0,-1 0 0 0 0,1-1 0 0 0,0 0 0 0 0,-1 0 0 0 0,1 0 0 0 0,0 0 0 0 0,0-1 0 0 0,-1 1 0 0 0,1-1 0 0 0,0-1 0 0 0,6 0 0 0 0,-1-1 3 0 0,0 0 0 0 0,0 0-1 0 0,0-2 1 0 0,0 1 0 0 0,0-1-1 0 0,-1 0 1 0 0,1-1 0 0 0,-1 0 0 0 0,0-1-1 0 0,14-11 1 0 0,-6-1 53 0 0,-1 0-1 0 0,0-1 1 0 0,-1-1-1 0 0,-1-1 1 0 0,-2 0-1 0 0,0 0 1 0 0,-1-1-1 0 0,0-1 0 0 0,10-37 1 0 0,1 5 532 0 0,-21 54-563 0 0,4 11 16 0 0,-2 104 190 0 0,-4-77-1445 0 0,2 0-1 0 0,6 42 1 0 0,-1-49-1785 0 0,0-11-2231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43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2888 0 0,'11'-24'3634'0'0,"-9"18"-3003"0"0,0 0 0 0 0,1 0 0 0 0,0 1 0 0 0,0-1 0 0 0,0 1 0 0 0,1-1 0 0 0,-1 1 0 0 0,1 0 0 0 0,5-5 1 0 0,-7 9-548 0 0,-1 0 0 0 0,1 0 1 0 0,-1 0-1 0 0,1 0 0 0 0,0 0 1 0 0,0 0-1 0 0,-1 1 1 0 0,1-1-1 0 0,0 1 0 0 0,0-1 1 0 0,0 1-1 0 0,0-1 0 0 0,-1 1 1 0 0,1 0-1 0 0,0 0 1 0 0,0 0-1 0 0,0 0 0 0 0,0 0 1 0 0,0 0-1 0 0,2 1 1 0 0,-1 1 25 0 0,0-1 1 0 0,0 0 0 0 0,0 1-1 0 0,-1-1 1 0 0,1 1 0 0 0,0 0 0 0 0,-1 0-1 0 0,0 0 1 0 0,1 0 0 0 0,-1 0 0 0 0,3 4-1 0 0,0 1 62 0 0,0 1 1 0 0,0 0-1 0 0,0 0 0 0 0,-1 0 0 0 0,-1 1 0 0 0,1-1 0 0 0,2 12 0 0 0,-3-4-100 0 0,0-1-1 0 0,-1 1 0 0 0,-1 0 1 0 0,0-1-1 0 0,-1 1 0 0 0,-1 0 1 0 0,-1 0-1 0 0,0-1 0 0 0,-1 1 1 0 0,0-1-1 0 0,-1 1 0 0 0,-1-1 1 0 0,-1-1-1 0 0,-11 24 0 0 0,17-37-64 0 0,-1 0 0 0 0,1 0 0 0 0,-1-1 0 0 0,1 1 0 0 0,-1 0 0 0 0,1 0 0 0 0,-1 0-1 0 0,0-1 1 0 0,1 1 0 0 0,-1 0 0 0 0,0-1 0 0 0,1 1 0 0 0,-1-1 0 0 0,0 1 0 0 0,0-1-1 0 0,0 1 1 0 0,0-1 0 0 0,1 1 0 0 0,-1-1 0 0 0,-1 1 0 0 0,1-1-5 0 0,0-1 1 0 0,1 1-1 0 0,-1 0 0 0 0,1 0 1 0 0,-1 0-1 0 0,1-1 0 0 0,-1 1 1 0 0,1 0-1 0 0,-1-1 0 0 0,1 1 1 0 0,-1 0-1 0 0,1-1 0 0 0,-1 1 1 0 0,1-1-1 0 0,0 1 0 0 0,-1-1 1 0 0,1 1-1 0 0,0-1 0 0 0,-1 1 1 0 0,1-1-1 0 0,0 1 0 0 0,-1-2 1 0 0,-1-2 3 0 0,1-1-1 0 0,0 1 1 0 0,0-1 0 0 0,0 1 0 0 0,0-1-1 0 0,0-5 1 0 0,2-4-6 0 0,0 0 1 0 0,1 0-1 0 0,1 0 1 0 0,0 0-1 0 0,1 1 1 0 0,0-1-1 0 0,1 1 0 0 0,0 0 1 0 0,1 0-1 0 0,1 1 1 0 0,0-1-1 0 0,1 1 0 0 0,10-11 1 0 0,-11 13-7 0 0,1 1-1 0 0,0 1 1 0 0,0-1 0 0 0,1 1-1 0 0,0 1 1 0 0,1 0 0 0 0,-1 0-1 0 0,1 1 1 0 0,1 0 0 0 0,-1 1-1 0 0,1 0 1 0 0,0 0 0 0 0,0 1-1 0 0,1 1 1 0 0,20-4 0 0 0,-28 6 7 0 0,-1 1 0 0 0,1 0 1 0 0,0-1-1 0 0,-1 2 0 0 0,1-1 1 0 0,-1 0-1 0 0,1 1 0 0 0,-1-1 1 0 0,1 1-1 0 0,-1 0 1 0 0,1 0-1 0 0,-1 0 0 0 0,0 1 1 0 0,0-1-1 0 0,1 1 0 0 0,-1 0 1 0 0,0 0-1 0 0,3 3 0 0 0,-3-2 5 0 0,0 0 0 0 0,0 1 0 0 0,-1-1 0 0 0,1 1 0 0 0,-1 0 0 0 0,0-1 0 0 0,0 1 0 0 0,-1 0 0 0 0,1 0 0 0 0,-1 1 0 0 0,0-1 0 0 0,2 8 0 0 0,-1 9 11 0 0,-2-1 1 0 0,0 1-1 0 0,-1 0 0 0 0,-6 38 1 0 0,6-55-21 0 0,0 3-6 0 0,0 1 0 0 0,0 0-1 0 0,0 0 1 0 0,1-1 0 0 0,0 1 0 0 0,1 0-1 0 0,2 9 1 0 0,-3-14-93 0 0,1 0 1 0 0,1 0-1 0 0,-1-1 1 0 0,0 1-1 0 0,1 0 1 0 0,-1-1-1 0 0,1 1 0 0 0,0-1 1 0 0,0 0-1 0 0,0 1 1 0 0,0-1-1 0 0,0 0 0 0 0,0 0 1 0 0,1 0-1 0 0,-1-1 1 0 0,1 1-1 0 0,-1 0 1 0 0,1-1-1 0 0,0 0 0 0 0,0 0 1 0 0,3 2-1 0 0,3-1-989 0 0,0 0 0 0 0,1 0 1 0 0,-1-1-1 0 0,0 0 0 0 0,1 0 0 0 0,17-2 0 0 0,11 0-5271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44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129 658 1772 0 0,'-9'2'985'0'0,"0"1"0"0"0,0 0 0 0 0,0 0 0 0 0,1 1 0 0 0,-1 0-1 0 0,1 1 1 0 0,-14 9 0 0 0,18-11-772 0 0,0 1-1 0 0,1-1 0 0 0,-1 1 1 0 0,1 0-1 0 0,0 0 0 0 0,0 1 1 0 0,0-1-1 0 0,0 0 0 0 0,1 1 1 0 0,-1 0-1 0 0,1-1 0 0 0,0 1 1 0 0,1 0-1 0 0,-1 0 0 0 0,0 7 1 0 0,2-11-168 0 0,-1 1 0 0 0,1-1 0 0 0,0 1 0 0 0,0-1 0 0 0,-1 1 0 0 0,1-1 0 0 0,0 1 0 0 0,1 0 0 0 0,-1-1-1 0 0,0 1 1 0 0,0-1 0 0 0,1 1 0 0 0,-1-1 0 0 0,1 1 0 0 0,-1-1 0 0 0,1 1 0 0 0,0-1 0 0 0,-1 1 0 0 0,1-1 0 0 0,0 0 0 0 0,0 1 0 0 0,0-1 0 0 0,0 0 0 0 0,0 0 0 0 0,0 0 0 0 0,1 0 0 0 0,-1 0 0 0 0,0 0 0 0 0,1 0 0 0 0,-1 0 0 0 0,0 0 0 0 0,1-1 0 0 0,-1 1 0 0 0,1-1 0 0 0,-1 1 0 0 0,1-1 0 0 0,-1 1 0 0 0,1-1 0 0 0,-1 0 0 0 0,1 0 0 0 0,0 0 0 0 0,-1 0 0 0 0,1 0 0 0 0,-1 0 0 0 0,1 0 0 0 0,2-1 0 0 0,7-1 1 0 0,1 0-1 0 0,-1-1 1 0 0,0 0 0 0 0,0-1-1 0 0,0 0 1 0 0,-1-1-1 0 0,0 0 1 0 0,11-7-1 0 0,-4 0-10 0 0,-1 0 0 0 0,-1 0 0 0 0,0-2 0 0 0,16-17 0 0 0,-7 2-13 0 0,-1-1-1 0 0,-1-1 1 0 0,-2 0 0 0 0,25-55-1 0 0,-17 18 9 0 0,-3-1 1 0 0,17-75-1 0 0,-29 98 3 0 0,-8 27-7 0 0,-2 12-38 0 0,0-1 1 0 0,-1 0 0 0 0,-1 0 0 0 0,2-11-1 0 0,-3 17 0 0 0,-12 25 48 0 0,-18 52-26 0 0,3 0-1 0 0,-18 82 0 0 0,42-142-7 0 0,-31 135 0 0 0,32-133 2 0 0,0 0 1 0 0,1 0-1 0 0,0 0 0 0 0,2 1 0 0 0,0-1 1 0 0,6 31-1 0 0,-6-44 2 0 0,0 0 1 0 0,0-1-1 0 0,1 1 0 0 0,-1 0 1 0 0,1 0-1 0 0,0-1 1 0 0,0 1-1 0 0,0-1 0 0 0,0 1 1 0 0,1-1-1 0 0,0 0 1 0 0,-1 0-1 0 0,1 0 0 0 0,0 0 1 0 0,0-1-1 0 0,1 1 1 0 0,3 2-1 0 0,-1-3 2 0 0,-1 1-1 0 0,1-1 1 0 0,-1 0 0 0 0,1-1 0 0 0,0 1-1 0 0,0-1 1 0 0,-1 0 0 0 0,1-1 0 0 0,0 1-1 0 0,11-2 1 0 0,0-1-18 0 0,0 0-1 0 0,0-2 1 0 0,0 0-1 0 0,-1 0 0 0 0,1-2 1 0 0,-1 0-1 0 0,17-9 1 0 0,-10 1-104 0 0,0 0 1 0 0,-2-2-1 0 0,1 0 0 0 0,-2-1 1 0 0,0-1-1 0 0,-1-1 1 0 0,-1-1-1 0 0,-1-1 0 0 0,-1 0 1 0 0,27-46-1 0 0,-14 12-96 0 0,-2-1-1 0 0,-3-1 0 0 0,28-96 1 0 0,-10-22 878 0 0,-40 149-568 0 0,-1 25-99 0 0,-1 1 0 0 0,0 0 0 0 0,0 0 0 0 0,0 0 0 0 0,0 0 0 0 0,0 0 0 0 0,0 0 0 0 0,0-1-1 0 0,0 1 1 0 0,0 0 0 0 0,0 0 0 0 0,0 0 0 0 0,0 0 0 0 0,0 0 0 0 0,0 0 0 0 0,0-1 0 0 0,0 1-1 0 0,-1 0 1 0 0,1 0 0 0 0,0 0 0 0 0,0 0 0 0 0,0 0 0 0 0,0 0 0 0 0,0-1 0 0 0,0 1 0 0 0,0 0-1 0 0,0 0 1 0 0,0 0 0 0 0,0 0 0 0 0,-1 0 0 0 0,1 0 0 0 0,0 0 0 0 0,0 0 0 0 0,0 0 0 0 0,0 0 0 0 0,0 0-1 0 0,0-1 1 0 0,0 1 0 0 0,-1 0 0 0 0,1 0 0 0 0,0 0 0 0 0,0 0 0 0 0,0 0 0 0 0,0 0 0 0 0,0 0-1 0 0,-1 0 1 0 0,-7 13 9 0 0,-19 56 46 0 0,3 2-1 0 0,-24 117 1 0 0,41-160-53 0 0,-12 70 132 0 0,-9 155 0 0 0,28-252-124 0 0,0 0 1 0 0,-1 0 0 0 0,1 0-1 0 0,0 0 1 0 0,0 0 0 0 0,0 0-1 0 0,0-1 1 0 0,0 1 0 0 0,1 0-1 0 0,-1 0 1 0 0,0 0 0 0 0,0 0-1 0 0,1 0 1 0 0,-1 0 0 0 0,0 0-1 0 0,1 0 1 0 0,-1 0 0 0 0,1 0-1 0 0,-1-1 1 0 0,2 2 0 0 0,-2-2-6 0 0,1 1-1 0 0,-1-1 1 0 0,1 0 0 0 0,-1 0 0 0 0,1 0-1 0 0,0 0 1 0 0,-1 0 0 0 0,1 0 0 0 0,-1 0-1 0 0,1 0 1 0 0,-1 0 0 0 0,1 0 0 0 0,0 0-1 0 0,-1 0 1 0 0,1 0 0 0 0,-1-1 0 0 0,1 1-1 0 0,-1 0 1 0 0,1 0 0 0 0,-1-1 0 0 0,1 1-1 0 0,-1 0 1 0 0,2-1 0 0 0,2-2 9 0 0,0-1 1 0 0,0 1-1 0 0,0-1 1 0 0,0 0-1 0 0,-1 0 1 0 0,4-4-1 0 0,25-41 6 0 0,-4 6-3 0 0,46-54 0 0 0,-65 86-28 0 0,1 1 0 0 0,1 0 0 0 0,0 0 1 0 0,0 1-1 0 0,1 0 0 0 0,0 1 0 0 0,0 0 0 0 0,1 1 0 0 0,21-8 0 0 0,-30 13 8 0 0,0 1-1 0 0,0 0 1 0 0,-1 0-1 0 0,1 0 1 0 0,0 1 0 0 0,0-1-1 0 0,0 1 1 0 0,0 0-1 0 0,0 0 1 0 0,-1 0 0 0 0,1 1-1 0 0,0-1 1 0 0,0 1-1 0 0,0 0 1 0 0,-1 0-1 0 0,1 0 1 0 0,4 2 0 0 0,-4 0 2 0 0,1 0 0 0 0,-1 0 0 0 0,0 0 0 0 0,0 0 1 0 0,0 1-1 0 0,-1 0 0 0 0,1-1 0 0 0,-1 1 0 0 0,0 1 0 0 0,0-1 1 0 0,3 7-1 0 0,1 4 10 0 0,0 0 1 0 0,-1 0-1 0 0,-1 1 0 0 0,-1 0 1 0 0,0 0-1 0 0,3 31 0 0 0,-4 0 14 0 0,-2-28-14 0 0,0 0-1 0 0,1 0 1 0 0,5 18-1 0 0,-7-35-2 0 0,1-1 0 0 0,-1 1 0 0 0,1-1 0 0 0,-1 1 0 0 0,1-1 0 0 0,0 0 0 0 0,0 1 0 0 0,0-1 0 0 0,0 1 0 0 0,0-1 0 0 0,0 0 0 0 0,0 0 0 0 0,0 0 0 0 0,0 0 0 0 0,0 0 0 0 0,1 0 0 0 0,-1 0 0 0 0,0 0 0 0 0,1 0 0 0 0,-1 0 0 0 0,3 0 0 0 0,0 0 0 0 0,-1 0 0 0 0,0-1 1 0 0,0 1-1 0 0,1-1 0 0 0,-1 0 1 0 0,0 0-1 0 0,1 0 1 0 0,-1-1-1 0 0,0 1 0 0 0,4-2 1 0 0,5-1 6 0 0,0-1 1 0 0,-1-1 0 0 0,0 1-1 0 0,20-13 1 0 0,-2-2 3 0 0,0-1 0 0 0,-1-2-1 0 0,-2-1 1 0 0,0-1 0 0 0,-1-1 0 0 0,-1-1 0 0 0,-2-1 0 0 0,-1-1 0 0 0,21-36-1 0 0,-34 50 11 0 0,-1 0-1 0 0,9-25 0 0 0,-14 33-19 0 0,-1 0 0 0 0,1 0 0 0 0,-1 0 0 0 0,0 0 0 0 0,-1 0 0 0 0,1 0 0 0 0,-1-1 0 0 0,0 1 0 0 0,-2-9 0 0 0,2 14-9 0 0,0 1-1 0 0,0-1 1 0 0,-1 0 0 0 0,1 0 0 0 0,0 0-1 0 0,-1 1 1 0 0,1-1 0 0 0,-1 0 0 0 0,1 1-1 0 0,-1-1 1 0 0,1 0 0 0 0,-1 1 0 0 0,1-1-1 0 0,-1 1 1 0 0,1-1 0 0 0,-1 0 0 0 0,0 1-1 0 0,1 0 1 0 0,-1-1 0 0 0,0 1 0 0 0,0-1-1 0 0,1 1 1 0 0,-1 0 0 0 0,0 0 0 0 0,0-1-1 0 0,0 1 1 0 0,1 0 0 0 0,-1 0 0 0 0,0 0 0 0 0,0 0-1 0 0,0 0 1 0 0,0 0 0 0 0,1 0 0 0 0,-1 0-1 0 0,0 0 1 0 0,0 0 0 0 0,0 0 0 0 0,-1 1-1 0 0,-1 0 0 0 0,0 0 0 0 0,0 0 0 0 0,0 0 0 0 0,0 0 0 0 0,0 1 0 0 0,0 0 0 0 0,-5 3 0 0 0,-4 6-10 0 0,0 1 0 0 0,0 1 0 0 0,1 0 0 0 0,1 0 0 0 0,0 1 0 0 0,1 1 0 0 0,1-1 0 0 0,0 2 0 0 0,1-1 0 0 0,-8 25 0 0 0,11-29 61 0 0,1-1 0 0 0,1 1 0 0 0,-1 0 0 0 0,2-1 0 0 0,0 1 0 0 0,0 0 0 0 0,1 0 0 0 0,0 0 0 0 0,1 0 0 0 0,0 0 0 0 0,0 0 0 0 0,2 0 0 0 0,-1-1 0 0 0,1 1 0 0 0,1-1 0 0 0,0 1 0 0 0,7 12 0 0 0,-8-18-18 0 0,1 1 0 0 0,0-1 0 0 0,0 0 0 0 0,1 0 0 0 0,0 0 0 0 0,0-1 0 0 0,0 0 0 0 0,0 0 0 0 0,0 0 0 0 0,1 0 1 0 0,0-1-1 0 0,6 3 0 0 0,-3-2 63 0 0,1-1 0 0 0,0 0 0 0 0,0 0 0 0 0,0-1 0 0 0,0 0 0 0 0,0-1 0 0 0,14 0 0 0 0,-9-1-478 0 0,-1-1 1 0 0,0 0-1 0 0,0-1 0 0 0,28-8 0 0 0,-31 7-884 0 0,0-1-1 0 0,-1 0 1 0 0,1-1 0 0 0,-1-1-1 0 0,19-12 1 0 0,-5 0-5149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45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0 1380 0 0,'-43'4'2888'0'0,"8"-1"-699"0"0,9 0-425 0 0,2-1-368 0 0,2 0-332 0 0,3 1-216 0 0,4 1-176 0 0,3-1 344 0 0,1 2-316 0 0,20 0-492 0 0,22-3-852 0 0,-5-2-320 0 0,3 0-712 0 0,7-2-1740 0 0,10-1-1605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47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13 1232 0 0,'-8'-6'4861'0'0,"1"3"-4101"0"0,-12-1 6984 0 0,13 4-8026 0 0,3 0 558 0 0,-19 10 610 0 0,16-7-761 0 0,4-2-112 0 0,0 0 1 0 0,1 0 0 0 0,-1 0 0 0 0,0 0 0 0 0,0 1 0 0 0,1-1 0 0 0,-1 1 0 0 0,1-1 0 0 0,-1 1 0 0 0,1-1 0 0 0,0 1-1 0 0,0 0 1 0 0,-1-1 0 0 0,1 1 0 0 0,0 0 0 0 0,1 0 0 0 0,-1 0 0 0 0,0 0 0 0 0,0 0 0 0 0,1 0 0 0 0,-1 0 0 0 0,1 4-1 0 0,-1-4-11 0 0,1-1 0 0 0,0 1 0 0 0,0-1 0 0 0,0 1 0 0 0,0 0 0 0 0,1-1 0 0 0,-1 1 0 0 0,0-1 0 0 0,1 1 0 0 0,-1-1 0 0 0,1 1 0 0 0,-1-1 0 0 0,1 1 0 0 0,0-1 0 0 0,0 0 0 0 0,-1 1 0 0 0,1-1 0 0 0,0 0 0 0 0,0 1 0 0 0,0-1 0 0 0,0 0 0 0 0,1 0 0 0 0,-1 0 0 0 0,0 0 0 0 0,0 0 0 0 0,1 0 0 0 0,-1-1 0 0 0,1 1 0 0 0,-1 0 0 0 0,0-1 0 0 0,1 1 0 0 0,-1-1 0 0 0,1 1 0 0 0,1-1 0 0 0,7 3-343 0 0,0-1 0 0 0,0 0 0 0 0,19 1 0 0 0,-28-3 259 0 0,51 2-3673 0 0,72-8-1 0 0,-54 0-874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48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196 716 1000 0 0,'-19'-8'11242'0'0,"18"9"-11231"0"0,1-1 0 0 0,-1 0 1 0 0,1 0-1 0 0,-1 0 0 0 0,0 1 0 0 0,1-1 1 0 0,-1 0-1 0 0,1 1 0 0 0,-1-1 1 0 0,1 0-1 0 0,-1 1 0 0 0,1-1 0 0 0,0 1 1 0 0,-1-1-1 0 0,1 1 0 0 0,-1-1 1 0 0,1 1-1 0 0,0-1 0 0 0,-1 1 0 0 0,1-1 1 0 0,0 1-1 0 0,0 0 0 0 0,-1-1 1 0 0,1 1-1 0 0,0-1 0 0 0,0 1 0 0 0,0 0 1 0 0,0-1-1 0 0,0 1 0 0 0,0-1 1 0 0,0 1-1 0 0,0 0 0 0 0,0-1 0 0 0,0 1 1 0 0,0 0-1 0 0,0-1 0 0 0,0 1 1 0 0,1-1-1 0 0,-1 1 0 0 0,0-1 0 0 0,0 1 1 0 0,1 0-1 0 0,-1-1 0 0 0,1 1 1 0 0,0 1 3 0 0,0-1 0 0 0,0 1 0 0 0,0-1 0 0 0,0 0 0 0 0,0 1 0 0 0,1-1 0 0 0,-1 0 0 0 0,0 0 0 0 0,1 0 1 0 0,-1 0-1 0 0,1 0 0 0 0,0 0 0 0 0,-1 0 0 0 0,1-1 0 0 0,-1 1 0 0 0,1-1 0 0 0,0 1 0 0 0,0-1 0 0 0,-1 1 0 0 0,3-1 1 0 0,4 0 6 0 0,-1 0 0 0 0,1 0 0 0 0,-1-1 0 0 0,1 0 0 0 0,-1 0 0 0 0,0-1 1 0 0,1 0-1 0 0,-1-1 0 0 0,0 1 0 0 0,0-1 0 0 0,0 0 0 0 0,-1-1 0 0 0,1 0 1 0 0,8-6-1 0 0,-11 7-3 0 0,0 0-1 0 0,-1-1 1 0 0,1 1 0 0 0,-1-1 0 0 0,1 1 0 0 0,-1-1 0 0 0,0 0-1 0 0,-1 0 1 0 0,1 0 0 0 0,-1-1 0 0 0,1 1 0 0 0,-1-1-1 0 0,0 1 1 0 0,-1-1 0 0 0,1 0 0 0 0,-1 0 0 0 0,0 0 0 0 0,-1 1-1 0 0,1-1 1 0 0,-1 0 0 0 0,0 0 0 0 0,0 0 0 0 0,-1-9 0 0 0,1 12-17 0 0,-1 0 1 0 0,1 0-1 0 0,-1 0 1 0 0,1 0 0 0 0,-1 0-1 0 0,0 0 1 0 0,0 1 0 0 0,0-1-1 0 0,0 0 1 0 0,0 0-1 0 0,0 1 1 0 0,-2-2 0 0 0,2 2-4 0 0,1 0 0 0 0,-1 0 0 0 0,1 1 0 0 0,-1-1 0 0 0,0 0 0 0 0,1 1 0 0 0,-1-1 0 0 0,0 1 1 0 0,0-1-1 0 0,0 1 0 0 0,1-1 0 0 0,-1 1 0 0 0,0 0 0 0 0,0-1 0 0 0,0 1 0 0 0,0 0 0 0 0,0 0 1 0 0,0 0-1 0 0,1 0 0 0 0,-1-1 0 0 0,0 1 0 0 0,0 0 0 0 0,0 0 0 0 0,0 1 0 0 0,-1-1 0 0 0,0 0-3 0 0,-1 0 1 0 0,-1 0 0 0 0,0 0 0 0 0,1 0 0 0 0,-1 1 0 0 0,1-1 0 0 0,-1 1 0 0 0,1 0 0 0 0,-1 0 0 0 0,1 0 0 0 0,-1 0 0 0 0,1 1 0 0 0,-3 1 0 0 0,-35 23-16 0 0,22-11 12 0 0,1 2-1 0 0,1 0 1 0 0,0 1 0 0 0,-25 35 0 0 0,18-18 1 0 0,-36 74-1 0 0,53-95 15 0 0,0 1 0 0 0,1 0 0 0 0,1 1 0 0 0,1-1-1 0 0,0 1 1 0 0,1 0 0 0 0,-2 17 0 0 0,5-29-3 0 0,0 1 0 0 0,0-1-1 0 0,0 1 1 0 0,0-1 0 0 0,1 0 0 0 0,-1 1-1 0 0,1-1 1 0 0,0 0 0 0 0,0 0 0 0 0,1 1-1 0 0,0-1 1 0 0,-1 0 0 0 0,1 0-1 0 0,0-1 1 0 0,1 1 0 0 0,-1 0 0 0 0,1-1-1 0 0,0 1 1 0 0,0-1 0 0 0,0 0 0 0 0,0 0-1 0 0,0 0 1 0 0,1 0 0 0 0,-1-1 0 0 0,1 1-1 0 0,0-1 1 0 0,0 0 0 0 0,-1 0-1 0 0,2 0 1 0 0,5 2 0 0 0,4-1-162 0 0,-1 0 0 0 0,1-1 1 0 0,-1 0-1 0 0,1-1 0 0 0,0-1 0 0 0,0 0 1 0 0,-1-1-1 0 0,1 0 0 0 0,0-1 0 0 0,-1-1 1 0 0,19-5-1 0 0,-9 0-186 0 0,0 0 0 0 0,-1-1 0 0 0,0-2 0 0 0,0 0 0 0 0,31-22 0 0 0,-35 18 205 0 0,1 0 0 0 0,-2-1 0 0 0,0-1 0 0 0,-1 0 1 0 0,26-38-1 0 0,53-105 1385 0 0,-40 61 1068 0 0,-46 91-2174 0 0,-4 13-52 0 0,-2 14-37 0 0,-6 24 14 0 0,-1 0-1 0 0,-3-1 1 0 0,-15 57-1 0 0,13-60 23 0 0,7-33 5 0 0,2-1 152 0 0,-2 0-1 0 0,1 0 1 0 0,-1 0 0 0 0,1-1-1 0 0,-4 6 1 0 0,4-8 47 0 0,-2-8-143 0 0,2 6-146 0 0,1 0 0 0 0,0 0 1 0 0,-1 0-1 0 0,1-1 1 0 0,0 1-1 0 0,0 0 1 0 0,-1 0-1 0 0,1-1 0 0 0,0 1 1 0 0,-1 0-1 0 0,1-1 1 0 0,0 1-1 0 0,0 0 0 0 0,0-1 1 0 0,-1 1-1 0 0,1 0 1 0 0,0-1-1 0 0,0 1 0 0 0,0 0 1 0 0,0-1-1 0 0,0 1 1 0 0,0 0-1 0 0,-1-1 1 0 0,1 1-1 0 0,0-1 0 0 0,0 1 1 0 0,0 0-1 0 0,0-1 1 0 0,1 1-1 0 0,-1-1 0 0 0,0-16 16 0 0,1 1 1 0 0,1-1-1 0 0,1 1 0 0 0,0 0 0 0 0,2 0 0 0 0,-1 0 0 0 0,2 0 0 0 0,0 1 0 0 0,1 0 0 0 0,13-22 0 0 0,-14 28-26 0 0,0 0-1 0 0,0 0 1 0 0,1 0 0 0 0,0 1-1 0 0,1 0 1 0 0,-1 1-1 0 0,2 0 1 0 0,-1 0 0 0 0,1 1-1 0 0,0 0 1 0 0,0 0-1 0 0,1 1 1 0 0,-1 0 0 0 0,1 1-1 0 0,1 0 1 0 0,-1 1-1 0 0,14-4 1 0 0,-21 6 6 0 0,1 1-1 0 0,-1-1 0 0 0,0 1 1 0 0,1 0-1 0 0,-1 0 1 0 0,1 0-1 0 0,-1 0 0 0 0,0 1 1 0 0,1-1-1 0 0,-1 1 1 0 0,0 0-1 0 0,0 0 1 0 0,1 0-1 0 0,-1 0 0 0 0,0 0 1 0 0,0 1-1 0 0,0-1 1 0 0,0 1-1 0 0,-1 0 1 0 0,1 0-1 0 0,0 0 0 0 0,-1 0 1 0 0,1 1-1 0 0,-1-1 1 0 0,0 1-1 0 0,0-1 1 0 0,0 1-1 0 0,0 0 0 0 0,0 0 1 0 0,-1 0-1 0 0,1 0 1 0 0,-1 0-1 0 0,0 0 1 0 0,0 0-1 0 0,0 1 0 0 0,1 3 1 0 0,1 7 7 0 0,-1 0 0 0 0,0 0 0 0 0,-1 0 0 0 0,-1 0 0 0 0,0 0 0 0 0,-1 0 0 0 0,-3 18 0 0 0,-23 113-34 0 0,26-144 4 0 0,1 0 0 0 0,0 0 0 0 0,0-1 0 0 0,-1 1 0 0 0,1 0 0 0 0,0 0 0 0 0,0 0-1 0 0,0 0 1 0 0,0-1 0 0 0,0 1 0 0 0,0 0 0 0 0,0 0 0 0 0,0 0 0 0 0,0-1 0 0 0,1 1 0 0 0,-1 0 0 0 0,0 0 0 0 0,0 0 0 0 0,1-1 0 0 0,-1 1-1 0 0,0 0 1 0 0,1-1 0 0 0,-1 1 0 0 0,1 0 0 0 0,-1-1 0 0 0,1 1 0 0 0,-1 0 0 0 0,1-1 0 0 0,-1 1 0 0 0,1-1 0 0 0,0 1 0 0 0,-1-1 0 0 0,1 1-1 0 0,0-1 1 0 0,0 0 0 0 0,-1 1 0 0 0,1-1 0 0 0,0 0 0 0 0,0 1 0 0 0,-1-1 0 0 0,1 0 0 0 0,0 0 0 0 0,0 0 0 0 0,0 0 0 0 0,-1 0-1 0 0,1 0 1 0 0,0 0 0 0 0,0 0 0 0 0,0 0 0 0 0,1-1 0 0 0,5 0-182 0 0,0-1 1 0 0,0 1-1 0 0,-1-2 0 0 0,11-4 0 0 0,-12 5 114 0 0,11-6-191 0 0,0-1 0 0 0,0 0 1 0 0,0-1-1 0 0,-2-1 0 0 0,1-1 1 0 0,16-16-1 0 0,71-88-783 0 0,-64 66 979 0 0,-2-2 1 0 0,-3-1 0 0 0,-2-1 0 0 0,38-94 0 0 0,-43 80 1613 0 0,31-128 0 0 0,-39 92 1044 0 0,-10 52-1578 0 0,-8 50-770 0 0,-2 4-213 0 0,0-1-1 0 0,0 1 1 0 0,0 0 0 0 0,1-1-1 0 0,-1 1 1 0 0,0 0 0 0 0,1 0-1 0 0,0 0 1 0 0,-1 1 0 0 0,1-1-1 0 0,0 0 1 0 0,-1 4 0 0 0,-61 152 146 0 0,-49 195 1 0 0,110-347-158 0 0,-13 49 16 0 0,-10 61 0 0 0,22-96 3 0 0,1-1 0 0 0,1 1 0 0 0,0 0 0 0 0,2 0 1 0 0,0-1-1 0 0,7 37 0 0 0,-7-51-9 0 0,0-1 1 0 0,1 0-1 0 0,-1 1 1 0 0,1-1-1 0 0,0 0 0 0 0,0 0 1 0 0,1 0-1 0 0,-1 0 1 0 0,1 0-1 0 0,0-1 1 0 0,0 1-1 0 0,0-1 1 0 0,0 1-1 0 0,0-1 0 0 0,8 5 1 0 0,-6-6-77 0 0,0 1 0 0 0,0-1 0 0 0,1 1 1 0 0,-1-2-1 0 0,0 1 0 0 0,1 0 0 0 0,0-1 0 0 0,-1 0 1 0 0,1-1-1 0 0,0 1 0 0 0,7-1 0 0 0,0-1-161 0 0,0-1 0 0 0,-1 0 0 0 0,1 0 0 0 0,-1-1 0 0 0,0-1 0 0 0,0 0 0 0 0,0-1 0 0 0,0 0-1 0 0,-1-1 1 0 0,20-13 0 0 0,-12 5 90 0 0,-1-2-1 0 0,0-1 1 0 0,-2 0 0 0 0,0-1-1 0 0,-1 0 1 0 0,0-2-1 0 0,21-38 1 0 0,-16 20 1039 0 0,-2 0-1 0 0,-1-1 1 0 0,17-67-1 0 0,-24 77-215 0 0,-10 27-431 0 0,-2 4-218 0 0,-1 0-28 0 0,0 2 0 0 0,0-1 0 0 0,0 0 1 0 0,0 1-1 0 0,1-1 0 0 0,-1 1 0 0 0,1 0 0 0 0,0 0 1 0 0,-3 7-1 0 0,-15 47-1 0 0,8-24 5 0 0,1-5 13 0 0,1-1 0 0 0,2 2 0 0 0,1-1 0 0 0,1 1 0 0 0,1 0 1 0 0,2 1-1 0 0,0 31 0 0 0,3-58-109 0 0,1 0 0 0 0,-1 0-1 0 0,1 0 1 0 0,0 0 0 0 0,0 0 0 0 0,0-1 0 0 0,1 1 0 0 0,-1 0-1 0 0,1-1 1 0 0,0 1 0 0 0,0-1 0 0 0,0 0 0 0 0,0 1-1 0 0,1-1 1 0 0,0 0 0 0 0,-1-1 0 0 0,1 1 0 0 0,0 0 0 0 0,6 3-1 0 0,-5-3-516 0 0,1 0-1 0 0,-1-1 1 0 0,1 0-1 0 0,0 0 0 0 0,0 0 1 0 0,0-1-1 0 0,1 1 1 0 0,-1-1-1 0 0,0 0 0 0 0,0-1 1 0 0,1 1-1 0 0,-1-1 1 0 0,0 0-1 0 0,8-1 0 0 0,9-4-4043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49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80 1556 0 0,'2'-29'5651'0'0,"4"-16"517"0"0,-5 43-5527 0 0,0 2-604 0 0,1 1 1 0 0,-1-1-1 0 0,1 0 1 0 0,-1 1-1 0 0,1-1 0 0 0,-1 1 1 0 0,0 0-1 0 0,1-1 1 0 0,-1 1-1 0 0,0 0 1 0 0,0 0-1 0 0,1 0 0 0 0,-1 0 1 0 0,0 0-1 0 0,0 0 1 0 0,0 0-1 0 0,0 1 1 0 0,0-1-1 0 0,0 0 0 0 0,0 2 1 0 0,17 31 302 0 0,-14-25-203 0 0,2 5-17 0 0,-1 1 0 0 0,0-1 0 0 0,-1 1 0 0 0,-1 0 0 0 0,0 0 1 0 0,-1 0-1 0 0,-1 0 0 0 0,0 0 0 0 0,-1 1 0 0 0,-1-1 0 0 0,0 0 0 0 0,-1 0 1 0 0,0 0-1 0 0,-2 0 0 0 0,1 0 0 0 0,-2 0 0 0 0,0-1 0 0 0,-1 0 0 0 0,0 0 1 0 0,-1 0-1 0 0,-1-1 0 0 0,0 0 0 0 0,-1-1 0 0 0,-11 14 0 0 0,0-9 308 0 0,19-16-411 0 0,0-1 0 0 0,1 1 0 0 0,-1 0 0 0 0,0-1 0 0 0,0 1 0 0 0,0-1 0 0 0,0 1 0 0 0,0-1 0 0 0,0 1 1 0 0,0-1-1 0 0,0 0 0 0 0,0 1 0 0 0,0-1 0 0 0,0 0 0 0 0,0 0 0 0 0,0 0 0 0 0,0 0 0 0 0,0 0 0 0 0,0 0 0 0 0,0 0 0 0 0,0 0 0 0 0,0 0 0 0 0,0-1 0 0 0,-1 1 0 0 0,0-2-13 0 0,0 1-1 0 0,0-1 0 0 0,1 0 0 0 0,-1 1 0 0 0,0-1 0 0 0,1 0 0 0 0,0 0 0 0 0,-1 0 0 0 0,1 0 1 0 0,0 0-1 0 0,0 0 0 0 0,0-1 0 0 0,0 1 0 0 0,0 0 0 0 0,1 0 0 0 0,-1-1 0 0 0,1 1 0 0 0,-1-4 1 0 0,1 1 4 0 0,0 0 1 0 0,1 0 0 0 0,0 0 0 0 0,-1 0 0 0 0,1 0 0 0 0,1 0 0 0 0,-1 1 0 0 0,5-9 0 0 0,-2 3 2 0 0,1 1 1 0 0,1 0-1 0 0,0 0 0 0 0,0 0 1 0 0,0 1-1 0 0,1 0 0 0 0,1 0 0 0 0,11-9 1 0 0,-5 7-16 0 0,1 0 0 0 0,0 1 1 0 0,1 1-1 0 0,0 0 0 0 0,0 1 1 0 0,1 1-1 0 0,-1 1 0 0 0,2 0 1 0 0,24-3-1 0 0,11 2-23 0 0,94 1 0 0 0,-50 4 18 0 0,-81 1 24 0 0,0-1-1 0 0,1-1 1 0 0,-1 0-1 0 0,0-2 0 0 0,28-9 1 0 0,-37 11-14 0 0,0-1 0 0 0,-1-1 1 0 0,1 1-1 0 0,-1-1 0 0 0,0 0 1 0 0,0-1-1 0 0,0 1 1 0 0,-1-1-1 0 0,0-1 0 0 0,0 1 1 0 0,0 0-1 0 0,0-1 0 0 0,-1 0 1 0 0,0 0-1 0 0,4-9 0 0 0,-6 10-4 0 0,0 0 0 0 0,0-1 0 0 0,-1 0 0 0 0,1 1 0 0 0,-1-1 0 0 0,0 0 0 0 0,-1 1 0 0 0,0-1 0 0 0,0-7 0 0 0,-4 3-15 0 0,3 8 16 0 0,0 1-1 0 0,-1 0 1 0 0,1 0-1 0 0,0 0 1 0 0,-1 0-1 0 0,1 0 1 0 0,-1 0-1 0 0,1 0 1 0 0,-1 0-1 0 0,1 0 1 0 0,-1 1-1 0 0,0-1 1 0 0,1 0-1 0 0,-1 1 0 0 0,0 0 1 0 0,0-1-1 0 0,1 1 1 0 0,-1 0-1 0 0,0 0 1 0 0,0 0-1 0 0,1 0 1 0 0,-1 0-1 0 0,0 0 1 0 0,0 1-1 0 0,1-1 1 0 0,-1 1-1 0 0,-2 0 1 0 0,-2 1-1 0 0,-1 1 1 0 0,1 0 0 0 0,0 0 0 0 0,0 0-1 0 0,0 0 1 0 0,-7 6 0 0 0,-4 5-9 0 0,1 0 1 0 0,1 2-1 0 0,0-1 0 0 0,1 2 1 0 0,1 0-1 0 0,-12 19 1 0 0,16-21 11 0 0,0 1 0 0 0,1-1 1 0 0,1 2-1 0 0,0-1 0 0 0,1 1 1 0 0,1 0-1 0 0,-5 31 0 0 0,9-44 8 0 0,0 1 0 0 0,1 0 0 0 0,-1-1 0 0 0,1 1 0 0 0,1 0 0 0 0,-1 0 0 0 0,0-1 0 0 0,1 1 0 0 0,0 0 0 0 0,0-1-1 0 0,1 1 1 0 0,-1-1 0 0 0,1 1 0 0 0,0-1 0 0 0,0 0 0 0 0,1 1 0 0 0,-1-1 0 0 0,1-1 0 0 0,0 1 0 0 0,0 0 0 0 0,0-1 0 0 0,0 1-1 0 0,1-1 1 0 0,-1 0 0 0 0,1 0 0 0 0,0 0 0 0 0,0 0 0 0 0,0-1 0 0 0,0 0 0 0 0,1 0 0 0 0,-1 0 0 0 0,0 0 0 0 0,1-1 0 0 0,6 2-1 0 0,6 1-181 0 0,0-1 0 0 0,0 0 0 0 0,0-1 0 0 0,1-1 0 0 0,-1-1-1 0 0,1 0 1 0 0,-1-1 0 0 0,0-1 0 0 0,0-1 0 0 0,20-5 0 0 0,-19 3-1271 0 0,0-1 1 0 0,-1-1-1 0 0,0-1 0 0 0,0 0 1 0 0,25-17-1 0 0,-4-3-5086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49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48 2512 0 0,'-96'-21'8834'0'0,"-16"-4"-3601"0"0,110 25-5593 0 0,-1 0-291 0 0,-16-1-2530 0 0,2 2-2132 0 0,3 1 643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49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14 2616 0 0,'-23'2'1647'0'0,"-15"2"2876"0"0,-74 15 1 0 0,107-16-3575 0 0,8-2-366 0 0,17 1-173 0 0,32-2-256 0 0,207-16-849 0 0,65-5-6855 0 0,-222 13 2793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50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139 845 580 0 0,'-139'86'12570'0'0,"174"-110"-11559"0"0,-13 11-847 0 0,27-23 99 0 0,70-68 0 0 0,34-54-107 0 0,-93 94-67 0 0,10-17 61 0 0,-66 74-153 0 0,-8 5-8 0 0,-9 4 4 0 0,2 3 1 0 0,1 1-1 0 0,0 0 0 0 0,0 1 0 0 0,0 0 1 0 0,1 0-1 0 0,0 1 0 0 0,1 1 0 0 0,0-1 0 0 0,0 1 1 0 0,1 1-1 0 0,0-1 0 0 0,-11 21 0 0 0,16-26 6 0 0,0 1-1 0 0,1 0 1 0 0,0 0-1 0 0,-1 0 1 0 0,2 0-1 0 0,-1 1 1 0 0,1-1-1 0 0,-1 0 1 0 0,1 0-1 0 0,1 0 1 0 0,-1 0-1 0 0,1 1 1 0 0,0-1-1 0 0,0 0 1 0 0,0 0-1 0 0,1 0 0 0 0,0 0 1 0 0,0-1-1 0 0,0 1 1 0 0,0 0-1 0 0,1-1 1 0 0,0 1-1 0 0,0-1 1 0 0,4 5-1 0 0,9 10-8 0 0,1-1-1 0 0,1-1 1 0 0,36 27-1 0 0,-32-26 9 0 0,-16-13 2 0 0,7 5 2 0 0,1 1 0 0 0,-2 0 0 0 0,0 2 1 0 0,0-1-1 0 0,12 18 0 0 0,-22-27 0 0 0,-1-1 1 0 0,0 1-1 0 0,0-1 1 0 0,1 1-1 0 0,-1-1 0 0 0,-1 1 1 0 0,1 0-1 0 0,0 0 1 0 0,-1-1-1 0 0,1 1 0 0 0,-1 0 1 0 0,0 0-1 0 0,0 0 1 0 0,0-1-1 0 0,0 1 0 0 0,-1 5 1 0 0,-1-4 1 0 0,1 1 1 0 0,-1-1-1 0 0,0 0 1 0 0,0 0-1 0 0,0 1 1 0 0,0-1-1 0 0,-1-1 1 0 0,1 1-1 0 0,-6 5 1 0 0,-1 0 11 0 0,0-1 1 0 0,0 0-1 0 0,-1 0 1 0 0,-1-1-1 0 0,1 0 1 0 0,-19 8-1 0 0,12-7 31 0 0,-1-2-1 0 0,0 0 0 0 0,-32 5 0 0 0,50-11-45 0 0,0 0-1 0 0,0 0 0 0 0,-1 1 1 0 0,1-1-1 0 0,0 0 1 0 0,-1 0-1 0 0,1 0 1 0 0,0 0-1 0 0,-1 0 0 0 0,1 0 1 0 0,0 0-1 0 0,0 0 1 0 0,-1 0-1 0 0,1 0 1 0 0,0 0-1 0 0,-1 0 0 0 0,1 0 1 0 0,0 0-1 0 0,-1 0 1 0 0,1 0-1 0 0,0 0 1 0 0,0-1-1 0 0,-1 1 0 0 0,1 0 1 0 0,0 0-1 0 0,-1 0 1 0 0,1 0-1 0 0,0-1 1 0 0,0 1-1 0 0,0 0 0 0 0,-1 0 1 0 0,1 0-1 0 0,0-1 1 0 0,0 1-1 0 0,0 0 1 0 0,-1 0-1 0 0,1-1 0 0 0,0 1 1 0 0,0 0-1 0 0,0-1 1 0 0,0 1-1 0 0,0 0 1 0 0,0 0-1 0 0,0-1 1 0 0,-1 1-1 0 0,1 0 0 0 0,0-1 1 0 0,0 1-1 0 0,0 0 1 0 0,0-1-1 0 0,0 1 1 0 0,0 0-1 0 0,1 0 0 0 0,-1-1 1 0 0,0 1-1 0 0,0 0 1 0 0,0-1-1 0 0,0 1 1 0 0,0 0-1 0 0,0-1 0 0 0,0 1 1 0 0,1 0-1 0 0,-1-1 1 0 0,10-15-24 0 0,13-8-311 0 0,1 2-1 0 0,0 1 0 0 0,39-25 0 0 0,-11 8-44 0 0,-49 35 356 0 0,349-285-2000 0 0,-308 246 1847 0 0,-1-2 0 0 0,-3-2 0 0 0,-1-1 0 0 0,-3-2 1 0 0,44-79-1 0 0,-67 103 410 0 0,-1 0 0 0 0,15-48 0 0 0,-24 60-49 0 0,1 0 0 0 0,-2-1 1 0 0,0 1-1 0 0,0-1 1 0 0,-2 1-1 0 0,1-1 1 0 0,-4-20-1 0 0,4 33-178 0 0,-1 1-1 0 0,0-1 1 0 0,0 1 0 0 0,0-1-1 0 0,-1 1 1 0 0,1-1-1 0 0,0 1 1 0 0,0-1 0 0 0,0 1-1 0 0,0-1 1 0 0,0 1-1 0 0,-1-1 1 0 0,1 1 0 0 0,0 0-1 0 0,0-1 1 0 0,-1 1-1 0 0,1-1 1 0 0,0 1 0 0 0,0 0-1 0 0,-1-1 1 0 0,1 1-1 0 0,-1 0 1 0 0,1-1 0 0 0,0 1-1 0 0,-1 0 1 0 0,1-1-1 0 0,-1 1 1 0 0,1 0 0 0 0,-1 0-1 0 0,1 0 1 0 0,0-1-1 0 0,-1 1 1 0 0,1 0 0 0 0,-1 0-1 0 0,1 0 1 0 0,-1 0-1 0 0,1 0 1 0 0,-1 0 0 0 0,1 0-1 0 0,-1 0 1 0 0,1 0-1 0 0,-1 0 1 0 0,1 0 0 0 0,-1 0-1 0 0,1 1 1 0 0,-1-1-1 0 0,1 0 1 0 0,-1 0 0 0 0,1 0-1 0 0,-1 1 1 0 0,1-1-1 0 0,0 0 1 0 0,-1 1 0 0 0,-2 0 15 0 0,1 1 1 0 0,0 0 0 0 0,-1-1 0 0 0,1 1 0 0 0,0 0-1 0 0,0 0 1 0 0,-3 4 0 0 0,-8 15 201 0 0,2-1 1 0 0,0 2-1 0 0,1 0 0 0 0,-8 25 1 0 0,-23 96 659 0 0,39-133-831 0 0,-30 134 629 0 0,-13 151 0 0 0,6 153 242 0 0,10-100-279 0 0,27-327-616 0 0,-39 289 293 0 0,32-263-215 0 0,-2 0 0 0 0,-3-2 0 0 0,-1 1 0 0 0,-33 65 0 0 0,44-103-30 0 0,0 0 0 0 0,-1-1 0 0 0,0 1 0 0 0,0-1 0 0 0,0 0 0 0 0,-1-1 0 0 0,0 1 0 0 0,-1-1 0 0 0,-7 5 0 0 0,12-9-60 0 0,-1 0-1 0 0,0-1 1 0 0,1 1-1 0 0,-1-1 1 0 0,0 0-1 0 0,0 0 1 0 0,0 0-1 0 0,0 0 1 0 0,0-1-1 0 0,0 1 0 0 0,0-1 1 0 0,0 0-1 0 0,0 1 1 0 0,0-2-1 0 0,0 1 1 0 0,0 0-1 0 0,0 0 1 0 0,0-1-1 0 0,0 0 0 0 0,0 1 1 0 0,0-1-1 0 0,1-1 1 0 0,-1 1-1 0 0,0 0 1 0 0,0 0-1 0 0,1-1 1 0 0,-1 0-1 0 0,1 1 0 0 0,-4-4 1 0 0,-2-3-8 0 0,0 1 0 0 0,0-1 0 0 0,1-1-1 0 0,0 0 1 0 0,1 0 0 0 0,0 0 0 0 0,0 0 0 0 0,-4-11 0 0 0,-31-84-32 0 0,27 62 8 0 0,2 0 0 0 0,3-1 0 0 0,1-1 0 0 0,2 1 0 0 0,2-1 0 0 0,1 0 0 0 0,3 0 0 0 0,2 0 0 0 0,1 0 0 0 0,3 0 0 0 0,1 1 0 0 0,2 0 0 0 0,3 0 0 0 0,0 1 0 0 0,3 0 0 0 0,2 2 0 0 0,1 0 0 0 0,2 0 0 0 0,2 2 0 0 0,2 1 0 0 0,1 1 0 0 0,31-36 1 0 0,-22 36-1 0 0,0 2 0 0 0,3 1 0 0 0,0 2 0 0 0,51-32 0 0 0,-64 47 7 0 0,2 2 0 0 0,-1 0 1 0 0,2 2-1 0 0,0 1 0 0 0,0 1 0 0 0,1 1 0 0 0,0 1 0 0 0,41-5 0 0 0,-58 12 3 0 0,1 1 0 0 0,-1 0 0 0 0,1 0 0 0 0,-1 1-1 0 0,0 0 1 0 0,1 1 0 0 0,-1 1 0 0 0,0-1 0 0 0,0 2 0 0 0,20 8-1 0 0,-27-10 7 0 0,0 1 0 0 0,0-1-1 0 0,0 0 1 0 0,0 1-1 0 0,0 0 1 0 0,-1 0-1 0 0,0 0 1 0 0,1 0-1 0 0,-1 1 1 0 0,0-1-1 0 0,0 1 1 0 0,-1 0-1 0 0,1 0 1 0 0,-1 0-1 0 0,0 0 1 0 0,0 0 0 0 0,0 0-1 0 0,-1 1 1 0 0,1-1-1 0 0,-1 1 1 0 0,0-1-1 0 0,0 1 1 0 0,-1-1-1 0 0,1 1 1 0 0,-1 0-1 0 0,0-1 1 0 0,0 1-1 0 0,-1-1 1 0 0,-1 8 0 0 0,0-2 4 0 0,-1 0 1 0 0,-1 0 0 0 0,0 0-1 0 0,0 0 1 0 0,-1-1 0 0 0,0 0-1 0 0,0 0 1 0 0,-1 0 0 0 0,-1 0-1 0 0,1-1 1 0 0,-1 0 0 0 0,-13 11 0 0 0,7-7 1 0 0,-2-1 0 0 0,1 0 0 0 0,-2 0 0 0 0,1-2 1 0 0,-2 0-1 0 0,-23 10 0 0 0,31-16-222 0 0,0 0 0 0 0,-1 0 0 0 0,1-1 0 0 0,0 0 0 0 0,-1-1 0 0 0,1 0 0 0 0,-17 0 0 0 0,20-1-230 0 0,1-1 0 0 0,-1 0 0 0 0,1 0 0 0 0,0 0 0 0 0,-1-1 0 0 0,1 1 0 0 0,0-1 0 0 0,0-1 0 0 0,-5-2 0 0 0,9 4 113 0 0,0 0 0 0 0,0 0 0 0 0,0 0 0 0 0,1 0 0 0 0,-1 0 1 0 0,0-1-1 0 0,1 1 0 0 0,-1 0 0 0 0,0 0 0 0 0,1-1 1 0 0,-1 1-1 0 0,1 0 0 0 0,0-1 0 0 0,0 1 0 0 0,-1-1 0 0 0,1 1 1 0 0,0 0-1 0 0,0-1 0 0 0,0 1 0 0 0,0-1 0 0 0,0 1 0 0 0,1-2 1 0 0,3-8-3620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51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264 137 2248 0 0,'24'-11'3381'0'0,"31"-20"0"0"0,-49 27-2947 0 0,0 0 1 0 0,-1 0-1 0 0,0 0 0 0 0,0 0 0 0 0,0-1 0 0 0,0 0 1 0 0,-1 0-1 0 0,0 0 0 0 0,0 0 0 0 0,0-1 0 0 0,3-6 1 0 0,-7 11-407 0 0,1 1 0 0 0,-1-1-1 0 0,0 0 1 0 0,1 0 0 0 0,-1 0 0 0 0,0 1 0 0 0,0-1 0 0 0,0 0 0 0 0,1 0 0 0 0,-1 0 0 0 0,0 0 0 0 0,0 0 0 0 0,0 1 0 0 0,-1-1 0 0 0,1 0 0 0 0,0 0 0 0 0,0 0 0 0 0,0 0-1 0 0,-1 1 1 0 0,1-1 0 0 0,0 0 0 0 0,-1 0 0 0 0,1 0 0 0 0,0 1 0 0 0,-1-1 0 0 0,1 0 0 0 0,-1 1 0 0 0,0-1 0 0 0,1 0 0 0 0,-1 1 0 0 0,1-1 0 0 0,-1 1 0 0 0,0-1 0 0 0,1 1-1 0 0,-1-1 1 0 0,0 1 0 0 0,0-1 0 0 0,0 1 0 0 0,1 0 0 0 0,-1-1 0 0 0,0 1 0 0 0,0 0 0 0 0,0 0 0 0 0,0 0 0 0 0,1 0 0 0 0,-2 0 0 0 0,-3-1 0 0 0,0 0 0 0 0,0 1 0 0 0,0 0 0 0 0,0 0-1 0 0,-9 1 1 0 0,-3 3 3 0 0,0 1-1 0 0,0 0 0 0 0,0 1 1 0 0,1 1-1 0 0,0 0 0 0 0,0 2 0 0 0,-22 14 1 0 0,15-7-19 0 0,1 1 0 0 0,1 1 0 0 0,-37 40 0 0 0,49-49-6 0 0,1 1-1 0 0,1 0 0 0 0,-1 1 1 0 0,1 0-1 0 0,1 0 1 0 0,0 1-1 0 0,-6 18 1 0 0,11-27-2 0 0,0 0 1 0 0,0 0-1 0 0,0 1 1 0 0,1-1-1 0 0,-1 0 1 0 0,1 1-1 0 0,0-1 1 0 0,0 0 0 0 0,0 1-1 0 0,0-1 1 0 0,1 0-1 0 0,-1 1 1 0 0,1-1-1 0 0,0 0 1 0 0,0 1 0 0 0,0-1-1 0 0,1 0 1 0 0,-1 0-1 0 0,1 0 1 0 0,-1 0-1 0 0,1 0 1 0 0,0-1 0 0 0,0 1-1 0 0,0-1 1 0 0,1 1-1 0 0,-1-1 1 0 0,1 1-1 0 0,-1-1 1 0 0,1 0 0 0 0,0 0-1 0 0,0-1 1 0 0,-1 1-1 0 0,5 1 1 0 0,0 0 2 0 0,0 1 1 0 0,1-2-1 0 0,0 1 1 0 0,0-1-1 0 0,0 0 1 0 0,0-1-1 0 0,0 0 0 0 0,0 0 1 0 0,0-1-1 0 0,0 0 1 0 0,0 0-1 0 0,0-1 1 0 0,0 0-1 0 0,0 0 1 0 0,0-1-1 0 0,0 0 1 0 0,13-5-1 0 0,-9 2-3 0 0,0-1 1 0 0,-1 0-1 0 0,0 0 0 0 0,0-1 0 0 0,0-1 1 0 0,-1 0-1 0 0,0 0 0 0 0,0-1 1 0 0,-1 0-1 0 0,10-12 0 0 0,0-4 1 0 0,-2 1 1 0 0,0-2-1 0 0,-2 0 1 0 0,15-34-1 0 0,-21 46-30 0 0,-4 11 8 0 0,-4 10 8 0 0,-3 10 13 0 0,-1-1-1 0 0,-1 1 1 0 0,-9 24-1 0 0,2-3 18 0 0,8-27-43 0 0,-1-1-291 0 0,1 0 0 0 0,1 1 0 0 0,-1-1 1 0 0,2 1-1 0 0,0 0 0 0 0,0-1 0 0 0,1 1 0 0 0,1 19 0 0 0,0-27-42 0 0,0-1-1 0 0,1 0 0 0 0,-1 1 0 0 0,0-1 1 0 0,1 0-1 0 0,-1 0 0 0 0,1 0 0 0 0,0 0 1 0 0,0 0-1 0 0,0-1 0 0 0,0 1 0 0 0,0 0 1 0 0,0-1-1 0 0,0 0 0 0 0,0 1 1 0 0,0-1-1 0 0,1 0 0 0 0,-1 0 0 0 0,5 1 1 0 0,10 4-3672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51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274 150 432 0 0,'8'-12'2151'0'0,"-1"0"0"0"0,-1 0 1 0 0,6-16-1 0 0,-10 23-1634 0 0,0-1 0 0 0,-1 1 0 0 0,0-1 0 0 0,0 1 0 0 0,0-1 0 0 0,0 0 0 0 0,-1 1 0 0 0,0-1 0 0 0,0 0 0 0 0,-2-6 0 0 0,2 11-471 0 0,0 0 1 0 0,-1 0-1 0 0,1 0 1 0 0,-1 0-1 0 0,1 0 0 0 0,-1 0 1 0 0,1 0-1 0 0,-1 0 0 0 0,0 0 1 0 0,0 1-1 0 0,1-1 1 0 0,-1 0-1 0 0,0 1 0 0 0,0-1 1 0 0,0 0-1 0 0,1 1 1 0 0,-1-1-1 0 0,0 1 0 0 0,0-1 1 0 0,0 1-1 0 0,0 0 0 0 0,0-1 1 0 0,0 1-1 0 0,0 0 1 0 0,0 0-1 0 0,-2-1 0 0 0,-25 2 349 0 0,19 2-341 0 0,0 0-1 0 0,0 0 0 0 0,0 1 0 0 0,1 0 0 0 0,-1 1 0 0 0,1 0 1 0 0,0 0-1 0 0,-13 12 0 0 0,-2 4 25 0 0,-25 30 1 0 0,33-34-61 0 0,1 1 0 0 0,0 1 0 0 0,-16 30 0 0 0,25-40-4 0 0,1-1-1 0 0,0 1 1 0 0,0 0 0 0 0,1 1 0 0 0,0-1 0 0 0,1 0-1 0 0,0 1 1 0 0,1-1 0 0 0,0 1 0 0 0,0 0-1 0 0,1 9 1 0 0,0-14-1 0 0,1-1 0 0 0,0 0-1 0 0,0 0 1 0 0,0 1 0 0 0,0-1-1 0 0,1 0 1 0 0,-1 0 0 0 0,1 0-1 0 0,0-1 1 0 0,0 1 0 0 0,1 0-1 0 0,-1-1 1 0 0,1 1 0 0 0,0-1-1 0 0,4 4 1 0 0,-3-3 2 0 0,2 0-1 0 0,-1 0 1 0 0,0-1 0 0 0,1 0 0 0 0,0 0 0 0 0,-1 0 0 0 0,1-1-1 0 0,0 0 1 0 0,9 2 0 0 0,3 0 3 0 0,-1-2 0 0 0,1 0-1 0 0,0-1 1 0 0,0-1 0 0 0,0-1 0 0 0,25-4 0 0 0,-10-1-1 0 0,-1-1 1 0 0,0-2-1 0 0,0-1 1 0 0,-1-1 0 0 0,0-2-1 0 0,-1-1 1 0 0,-1-2-1 0 0,0 0 1 0 0,-1-2-1 0 0,-1-1 1 0 0,0-2 0 0 0,-2 0-1 0 0,0-1 1 0 0,-2-2-1 0 0,33-42 1 0 0,-48 56 19 0 0,-1-1 0 0 0,10-18 1 0 0,-15 26-27 0 0,-1-1 0 0 0,1 1 0 0 0,-1 0 0 0 0,0-1 0 0 0,0 1 0 0 0,0-1 0 0 0,0 1 0 0 0,-1-1 0 0 0,0 0 1 0 0,1 1-1 0 0,-1-1 0 0 0,-1 1 0 0 0,1-1 0 0 0,-1-4 0 0 0,1 7-7 0 0,-1 0-1 0 0,1 0 1 0 0,-1-1-1 0 0,1 1 1 0 0,-1 0-1 0 0,1 0 1 0 0,-1 0-1 0 0,0-1 1 0 0,0 1-1 0 0,0 0 1 0 0,1 0 0 0 0,-1 0-1 0 0,0 0 1 0 0,0 1-1 0 0,0-1 1 0 0,-1 0-1 0 0,1 0 1 0 0,0 0-1 0 0,0 1 1 0 0,-2-2-1 0 0,0 2 2 0 0,1-1 0 0 0,-1 0 1 0 0,0 1-1 0 0,1 0 0 0 0,-1-1 0 0 0,0 1 0 0 0,0 0 0 0 0,1 0 0 0 0,-6 1 0 0 0,0 1 8 0 0,-1 0 1 0 0,1 1-1 0 0,-1 0 1 0 0,1 0-1 0 0,-10 6 1 0 0,0 1 13 0 0,0 2 0 0 0,1 0 1 0 0,1 1-1 0 0,0 0 0 0 0,0 2 0 0 0,2 0 0 0 0,0 0 0 0 0,0 1 1 0 0,2 1-1 0 0,0 0 0 0 0,-16 31 0 0 0,26-44-14 0 0,0 1 0 0 0,0-1-1 0 0,0 1 1 0 0,1 0 0 0 0,-1 0 0 0 0,1 0 0 0 0,0 0 0 0 0,1 0-1 0 0,-1 0 1 0 0,1 0 0 0 0,0 0 0 0 0,0 0 0 0 0,1 0-1 0 0,-1 0 1 0 0,1 0 0 0 0,0-1 0 0 0,1 1 0 0 0,-1 0-1 0 0,3 6 1 0 0,0-6 3 0 0,-1 0 0 0 0,0 1-1 0 0,1-1 1 0 0,0-1 0 0 0,0 1-1 0 0,1 0 1 0 0,-1-1 0 0 0,1 0-1 0 0,0 0 1 0 0,0-1 0 0 0,0 1-1 0 0,1-1 1 0 0,-1 0 0 0 0,12 4-1 0 0,6 1 3 0 0,0-1-1 0 0,1-1 1 0 0,0-1 0 0 0,-1-1-1 0 0,43 1 1 0 0,-16-4-1173 0 0,89-12 1 0 0,-41-7-2097 0 0,-35-1-1751 0 0,-15 0-1440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00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1 206 1172 0 0,'-1'-26'6119'0'0,"29"-58"1555"0"0,-14 43-4985 0 0,-7 24-1368 0 0,-6 15-1109 0 0,0-1 0 0 0,0 0-1 0 0,0 0 1 0 0,0 0-1 0 0,0 1 1 0 0,-1-1-1 0 0,1-6 1 0 0,-1 8 141 0 0,1-1-335 0 0,1-3-6 0 0,-1 3 46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01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68 320 0 0,'-3'-1'2240'0'0,"0"-1"-1224"0"0,-7-4 840 0 0,1 0 1 0 0,0 0 0 0 0,1-1-1 0 0,-16-15 1 0 0,23 21-1702 0 0,0 0 1 0 0,0-1-1 0 0,0 1 0 0 0,-1 0 0 0 0,1-1 0 0 0,-1 1 0 0 0,1 0 0 0 0,-1 0 1 0 0,1 0-1 0 0,-1 0 0 0 0,1 1 0 0 0,-1-1 0 0 0,0 0 0 0 0,1 1 1 0 0,-1-1-1 0 0,0 1 0 0 0,-2-1 0 0 0,3 1-135 0 0,0 0 0 0 0,-1 0 1 0 0,1 0-1 0 0,0 1 0 0 0,0-1 0 0 0,0 0 0 0 0,0 1 0 0 0,0-1 0 0 0,0 0 0 0 0,0 1 1 0 0,0-1-1 0 0,0 1 0 0 0,0 0 0 0 0,1-1 0 0 0,-1 1 0 0 0,0 0 0 0 0,0-1 1 0 0,0 1-1 0 0,1 0 0 0 0,-1 0 0 0 0,0 0 0 0 0,1 0 0 0 0,-1 0 0 0 0,0 1 0 0 0,-28 57 71 0 0,3 1-1 0 0,-19 65 0 0 0,12-18-5122 0 0,33-106 4911 0 0,-4 14-1838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01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85 912 0 0,'17'-68'8620'0'0,"-17"67"-8571"0"0,0 0 0 0 0,0 0 0 0 0,1 0 0 0 0,-1 0 1 0 0,0 1-1 0 0,1-1 0 0 0,-1 0 0 0 0,1 0 0 0 0,-1 1 0 0 0,1-1 0 0 0,-1 0 0 0 0,1 0 0 0 0,0 1 0 0 0,-1-1 0 0 0,1 1 0 0 0,0-1 0 0 0,-1 1 0 0 0,1-1 1 0 0,0 1-1 0 0,0-1 0 0 0,-1 1 0 0 0,1 0 0 0 0,0-1 0 0 0,0 1 0 0 0,0 0 0 0 0,0 0 0 0 0,0-1 0 0 0,-1 1 0 0 0,1 0 0 0 0,0 0 0 0 0,0 0 0 0 0,0 0 0 0 0,0 0 1 0 0,0 0-1 0 0,0 1 0 0 0,0-1 0 0 0,-1 0 0 0 0,1 0 0 0 0,0 0 0 0 0,1 1 0 0 0,3 1 30 0 0,1 0 0 0 0,-1 1 0 0 0,0-1 0 0 0,8 6-1 0 0,69 57 372 0 0,2 2-791 0 0,-72-60-708 0 0,0 0 0 0 0,26 12 0 0 0,-17-13-1757 0 0,1-1-884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02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92 294 1124 0 0,'-76'-67'10541'0'0,"69"61"-10038"0"0,-1 0 178 0 0,10 15-457 0 0,30 39-46 0 0,-11-18-44 0 0,-2 0 0 0 0,91 156 403 0 0,-86-145 389 0 0,-23-40-561 0 0,0-1-334 0 0,0 0 7 0 0,0 0-1 0 0,0 1 0 0 0,0-1 1 0 0,0 0-1 0 0,0 0 1 0 0,0 0-1 0 0,0-1 1 0 0,0 1-1 0 0,0 0 1 0 0,1 0-1 0 0,-1-1 1 0 0,0 1-1 0 0,0 0 1 0 0,0-1-1 0 0,0 1 1 0 0,0-1-1 0 0,-1 1 1 0 0,1-1-1 0 0,0 0 1 0 0,0 1-1 0 0,0-1 1 0 0,0 0-1 0 0,-1 0 0 0 0,1 1 1 0 0,0-1-1 0 0,-1 0 1 0 0,1 0-1 0 0,0-2 1 0 0,6-10 16 0 0,-1 0 1 0 0,-1 0-1 0 0,0-1 1 0 0,-1 0-1 0 0,5-26 1 0 0,-2 10-25 0 0,9-46 25 0 0,-9 37-73 0 0,2 1 1 0 0,15-42-1 0 0,-23 78 15 0 0,-1 1-1 0 0,1-1 1 0 0,0 1-1 0 0,-1 0 1 0 0,1-1 0 0 0,0 1-1 0 0,0 0 1 0 0,0-1-1 0 0,0 1 1 0 0,0 0-1 0 0,0 0 1 0 0,0 0-1 0 0,0 0 1 0 0,1 0-1 0 0,-1 0 1 0 0,0 0 0 0 0,1 1-1 0 0,-1-1 1 0 0,0 0-1 0 0,1 1 1 0 0,-1-1-1 0 0,3 0 1 0 0,3 0 0 0 0,-1 1 1 0 0,1 0 0 0 0,-1 0-1 0 0,1 1 1 0 0,-1 0-1 0 0,1 0 1 0 0,-1 0-1 0 0,0 1 1 0 0,1 0-1 0 0,-1 0 1 0 0,0 0 0 0 0,0 1-1 0 0,6 4 1 0 0,14 5 5 0 0,-17-9-8 0 0,8 4 26 0 0,1 0-1 0 0,-1-2 1 0 0,1 0-1 0 0,1-1 1 0 0,18 2-1 0 0,-32-6-12 0 0,-1 0 0 0 0,1 0 0 0 0,-1 0 0 0 0,1-1 0 0 0,-1 1-1 0 0,1-1 1 0 0,-1 0 0 0 0,1 0 0 0 0,-1-1 0 0 0,0 1 0 0 0,0-1 0 0 0,1 0-1 0 0,-1 0 1 0 0,-1 0 0 0 0,1-1 0 0 0,0 1 0 0 0,0-1 0 0 0,-1 0-1 0 0,0 0 1 0 0,0 0 0 0 0,1-1 0 0 0,-2 1 0 0 0,1-1 0 0 0,0 1 0 0 0,-1-1-1 0 0,4-7 1 0 0,0-1 11 0 0,-1 0-1 0 0,0-1 1 0 0,5-21-1 0 0,-9 29-22 0 0,0 1 1 0 0,0-1-1 0 0,0 0 0 0 0,-1 1 0 0 0,0-1 1 0 0,0 0-1 0 0,0 0 0 0 0,-1 1 1 0 0,0-1-1 0 0,0 0 0 0 0,0 1 1 0 0,0-1-1 0 0,-3-6 0 0 0,3 10-1 0 0,1-1 1 0 0,-1 1-1 0 0,0 0 0 0 0,1 0 0 0 0,-1 0 0 0 0,0 1 0 0 0,0-1 0 0 0,1 0 1 0 0,-1 0-1 0 0,0 0 0 0 0,0 0 0 0 0,0 1 0 0 0,0-1 0 0 0,0 0 1 0 0,0 1-1 0 0,0-1 0 0 0,0 1 0 0 0,-1-1 0 0 0,1 1 0 0 0,0 0 0 0 0,0 0 1 0 0,-2-1-1 0 0,1 1 0 0 0,-1 0 1 0 0,1 0-1 0 0,-1 0 1 0 0,1 1-1 0 0,-1-1 1 0 0,1 1-1 0 0,-1 0 0 0 0,1-1 1 0 0,0 1-1 0 0,-3 1 1 0 0,-3 3-7 0 0,0-1 0 0 0,0 1 0 0 0,1 0 0 0 0,-12 11 0 0 0,3 0 4 0 0,0 1 1 0 0,1 0-1 0 0,1 1 0 0 0,-14 22 0 0 0,21-29 6 0 0,1 2 0 0 0,-1-1 0 0 0,2 1 0 0 0,0 0 0 0 0,0 0 0 0 0,2 0 0 0 0,-5 28 0 0 0,7-38 4 0 0,1 1 0 0 0,-1 0 0 0 0,1 0 0 0 0,0-1 0 0 0,1 1 0 0 0,-1 0 0 0 0,1 0 0 0 0,-1-1 0 0 0,1 1 0 0 0,0-1 0 0 0,1 1 0 0 0,-1-1 0 0 0,0 1 0 0 0,1-1 1 0 0,0 1-1 0 0,0-1 0 0 0,0 0 0 0 0,4 4 0 0 0,-2-3 4 0 0,0 0 0 0 0,1-1 0 0 0,0 1 0 0 0,-1-1 0 0 0,1 0 0 0 0,0-1 0 0 0,0 1 0 0 0,1-1 0 0 0,-1 0 0 0 0,0-1 0 0 0,7 2 0 0 0,13 1 33 0 0,-1-1 1 0 0,1-1-1 0 0,0-1 1 0 0,34-3-1 0 0,-54 1-32 0 0,23-2 168 0 0,44-11 1 0 0,-64 13-161 0 0,12-8-991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02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71 476 0 0,'2'-5'1434'0'0,"0"0"1"0"0,-1 0-1 0 0,1 0 0 0 0,-2 0 1 0 0,1 0-1 0 0,0-10 0 0 0,-1 14-1351 0 0,0 0 0 0 0,0 0-1 0 0,-1 0 1 0 0,1-1-1 0 0,0 1 1 0 0,-1 0 0 0 0,1 0-1 0 0,-1 0 1 0 0,1 0-1 0 0,-1 0 1 0 0,0 0 0 0 0,1 0-1 0 0,-1 0 1 0 0,0 0-1 0 0,0 0 1 0 0,0 0 0 0 0,0 0-1 0 0,0 0 1 0 0,0 0-1 0 0,0 1 1 0 0,0-1 0 0 0,0 0-1 0 0,0 1 1 0 0,0-1-1 0 0,0 1 1 0 0,0 0 0 0 0,0-1-1 0 0,-1 1 1 0 0,1 0-1 0 0,0-1 1 0 0,0 1 0 0 0,0 0-1 0 0,-1 0 1 0 0,1 0-1 0 0,0 0 1 0 0,0 0 0 0 0,-2 1-1 0 0,-5 0-27 0 0,1 0 0 0 0,0 0 1 0 0,-1 1-1 0 0,1 0 0 0 0,0 1 0 0 0,0 0 0 0 0,0 0 0 0 0,0 0 0 0 0,0 1 0 0 0,1 0 0 0 0,0 0 1 0 0,0 1-1 0 0,0-1 0 0 0,0 1 0 0 0,-7 9 0 0 0,-6 6-3 0 0,1 1 0 0 0,1 1 1 0 0,-14 24-1 0 0,23-33-21 0 0,1 0-1 0 0,0 1 0 0 0,1 0 1 0 0,0 0-1 0 0,1 1 1 0 0,1 0-1 0 0,-4 18 1 0 0,8-28-21 0 0,-1 0 0 0 0,1 0-1 0 0,0 0 1 0 0,0 0 0 0 0,0-1 0 0 0,1 1 0 0 0,-1 0 0 0 0,1 0-1 0 0,1 0 1 0 0,-1 0 0 0 0,3 6 0 0 0,-2-8-21 0 0,0 0 0 0 0,0 0 0 0 0,0 0 0 0 0,0-1 1 0 0,0 1-1 0 0,1-1 0 0 0,-1 1 0 0 0,1-1 0 0 0,-1 0 1 0 0,1 0-1 0 0,0 0 0 0 0,0 0 0 0 0,0 0 0 0 0,0-1 0 0 0,0 1 1 0 0,1-1-1 0 0,-1 0 0 0 0,4 1 0 0 0,1 0-302 0 0,1-1 0 0 0,-1 0-1 0 0,1 0 1 0 0,-1-1 0 0 0,1 0 0 0 0,-1-1-1 0 0,1 1 1 0 0,-1-2 0 0 0,1 1 0 0 0,-1-1-1 0 0,13-5 1 0 0,-6 2-669 0 0,0-2-1 0 0,0 0 0 0 0,-1-1 0 0 0,1 0 1 0 0,13-12-1 0 0,3-5-1860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03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113 312 1484 0 0,'5'-47'3235'0'0,"-2"-1"0"0"0,-1 0 0 0 0,-3 1 1 0 0,-10-71-1 0 0,11 115-2797 0 0,-11 15-248 0 0,8-4-110 0 0,0 0-1 0 0,0 0 0 0 0,0 0 1 0 0,1 1-1 0 0,1-1 0 0 0,-2 16 1 0 0,-1 4 154 0 0,-15 72 375 0 0,-21 127 59 0 0,31-158-535 0 0,0 90 1 0 0,9-132-149 0 0,2 0 0 0 0,8 48 0 0 0,-8-65-123 0 0,0 0-1 0 0,1-1 1 0 0,0 1-1 0 0,1-1 1 0 0,0 0 0 0 0,0 0-1 0 0,1 0 1 0 0,0 0-1 0 0,0-1 1 0 0,13 14-1 0 0,-15-19 68 0 0,-1-1-1 0 0,1 1 1 0 0,-1-1-1 0 0,1 0 1 0 0,0 0-1 0 0,0 0 1 0 0,0 0-1 0 0,0-1 1 0 0,0 1-1 0 0,0-1 1 0 0,0 0-1 0 0,1 0 1 0 0,-1 0-1 0 0,1 0 1 0 0,-1-1-1 0 0,0 1 1 0 0,1-1-1 0 0,-1 0 1 0 0,1 0-1 0 0,-1 0 1 0 0,4-1-1 0 0,-2 0 11 0 0,0-1-1 0 0,0 0 1 0 0,0 0 0 0 0,0 0-1 0 0,0 0 1 0 0,-1-1-1 0 0,1 0 1 0 0,-1 0 0 0 0,1 0-1 0 0,-1 0 1 0 0,0-1-1 0 0,-1 1 1 0 0,6-7 0 0 0,6-9-41 0 0,0-1 1 0 0,-2 0-1 0 0,16-32 1 0 0,27-71 71 0 0,-31 65 308 0 0,11-43 1807 0 0,-35 100-2057 0 0,-11 27 95 0 0,1 2-97 0 0,2 1 0 0 0,-8 50 0 0 0,13-65-18 0 0,1 0 0 0 0,1 1-1 0 0,0-1 1 0 0,1 0 0 0 0,0 0 0 0 0,1 0 0 0 0,7 24-1 0 0,-7-33 7 0 0,0 0-1 0 0,0 1 1 0 0,1-1-1 0 0,0 0 1 0 0,0 0-1 0 0,0 0 1 0 0,0-1-1 0 0,1 1 1 0 0,0-1-1 0 0,0 0 1 0 0,0 0-1 0 0,0 0 1 0 0,1-1 0 0 0,0 1-1 0 0,-1-1 1 0 0,1 0-1 0 0,0 0 1 0 0,1-1-1 0 0,-1 0 1 0 0,0 0-1 0 0,1 0 1 0 0,-1 0-1 0 0,1-1 1 0 0,6 1-1 0 0,-6-1 1 0 0,0-1 0 0 0,1 1-1 0 0,-1-1 1 0 0,1-1 0 0 0,-1 1 0 0 0,1-1 0 0 0,-1-1-1 0 0,1 1 1 0 0,-1-1 0 0 0,0 0 0 0 0,0 0-1 0 0,0-1 1 0 0,0 0 0 0 0,0 0 0 0 0,-1 0-1 0 0,1-1 1 0 0,-1 1 0 0 0,0-1 0 0 0,0-1 0 0 0,0 1-1 0 0,4-6 1 0 0,-1 0-1 0 0,0-1 1 0 0,-1-1-1 0 0,-1 1 0 0 0,1-1 0 0 0,-2 0 1 0 0,0 0-1 0 0,0-1 0 0 0,-1 0 0 0 0,4-24 1 0 0,-5 21 10 0 0,-1 0 0 0 0,-1 0 0 0 0,-1 0 0 0 0,0 0 1 0 0,-1-1-1 0 0,-1 1 0 0 0,-6-28 0 0 0,7 40-25 0 0,0 1 1 0 0,0-1-1 0 0,0 0 0 0 0,-1 1 1 0 0,1-1-1 0 0,-1 1 0 0 0,0 0 1 0 0,0-1-1 0 0,0 1 0 0 0,-1 0 1 0 0,1 0-1 0 0,-1 1 0 0 0,1-1 1 0 0,-1 0-1 0 0,0 1 0 0 0,0-1 1 0 0,0 1-1 0 0,0 0 0 0 0,-1 0 0 0 0,1 1 1 0 0,0-1-1 0 0,-1 0 0 0 0,1 1 1 0 0,-1 0-1 0 0,0 0 0 0 0,0 0 1 0 0,-7 0-1 0 0,5 0-2 0 0,-1 1 1 0 0,1 1-1 0 0,-1-1 0 0 0,1 1 1 0 0,-1 1-1 0 0,1-1 1 0 0,0 1-1 0 0,0 0 0 0 0,-1 0 1 0 0,1 1-1 0 0,1 0 0 0 0,-1 0 1 0 0,0 0-1 0 0,1 1 0 0 0,-8 5 1 0 0,3 0 1 0 0,1 0 0 0 0,0 0 1 0 0,1 1-1 0 0,0 0 0 0 0,0 1 0 0 0,1-1 1 0 0,-10 21-1 0 0,15-26-13 0 0,-1-1 1 0 0,1 1 0 0 0,1 0-1 0 0,-1 0 1 0 0,1 0 0 0 0,0 0-1 0 0,0 0 1 0 0,0 0 0 0 0,0 0-1 0 0,1 0 1 0 0,0 0 0 0 0,0 0-1 0 0,1 0 1 0 0,-1 0 0 0 0,1 0-1 0 0,0 0 1 0 0,0 0 0 0 0,1 0-1 0 0,0-1 1 0 0,0 1 0 0 0,0 0-1 0 0,3 5 1 0 0,-2-7-2 0 0,-1-1 1 0 0,1 1-1 0 0,0 0 1 0 0,0-1-1 0 0,0 1 0 0 0,1-1 1 0 0,-1 0-1 0 0,0 0 1 0 0,1 0-1 0 0,0-1 0 0 0,-1 1 1 0 0,1-1-1 0 0,0 0 0 0 0,0 0 1 0 0,0 0-1 0 0,-1 0 1 0 0,1-1-1 0 0,0 0 0 0 0,0 0 1 0 0,0 0-1 0 0,0 0 0 0 0,6-1 1 0 0,6-1-4 0 0,0-1-1 0 0,0 0 1 0 0,-1-2 0 0 0,17-5 0 0 0,-10 1 9 0 0,1-2-1 0 0,-2 0 1 0 0,1-1 0 0 0,-1-1 0 0 0,20-18 0 0 0,93-87-39 0 0,-18 14-143 0 0,-114 103 185 0 0,0-1 0 0 0,-1 1 0 0 0,1 0-1 0 0,0 0 1 0 0,0 0 0 0 0,0 0 0 0 0,0 0 0 0 0,0 0-1 0 0,0 1 1 0 0,0-1 0 0 0,0 1 0 0 0,0-1 0 0 0,0 1-1 0 0,0 0 1 0 0,1 0 0 0 0,-1-1 0 0 0,0 2-1 0 0,0-1 1 0 0,0 0 0 0 0,3 1 0 0 0,-2 0 4 0 0,1 0 0 0 0,-1 1 0 0 0,1 0 0 0 0,-1-1 1 0 0,1 1-1 0 0,-1 0 0 0 0,0 1 0 0 0,0-1 0 0 0,0 1 0 0 0,4 3 1 0 0,2 5 4 0 0,0 1 0 0 0,-1 0-1 0 0,0 0 1 0 0,12 25 0 0 0,-15-26 25 0 0,0-1 0 0 0,-1 1-1 0 0,0-1 1 0 0,-1 1-1 0 0,0 0 1 0 0,-1 0-1 0 0,0 1 1 0 0,-1-1 0 0 0,0 13-1 0 0,-2-12 463 0 0,0-1 0 0 0,-1 1 0 0 0,0-1 0 0 0,-1 1 0 0 0,-6 17 0 0 0,8-28-502 0 0,-11 13 1463 0 0,12-14-1433 0 0,0 1-1 0 0,-1-1 0 0 0,1 0 0 0 0,0 0 0 0 0,0 0 0 0 0,0 1 0 0 0,0-1 0 0 0,-1 0 0 0 0,1 0 0 0 0,0 0 0 0 0,0 0 0 0 0,0 1 0 0 0,-1-1 0 0 0,1 0 0 0 0,0 0 0 0 0,0 0 0 0 0,-1 0 0 0 0,1 0 0 0 0,0 0 0 0 0,0 0 0 0 0,-1 0 0 0 0,1 0 0 0 0,0 0 0 0 0,0 0 0 0 0,-1 0 0 0 0,1 0 0 0 0,0 0 1 0 0,0 0-1 0 0,-1 0 0 0 0,1 0 0 0 0,0 0 0 0 0,0 0 0 0 0,-1 0 0 0 0,1 0 0 0 0,0 0 0 0 0,0 0 0 0 0,-1-1 0 0 0,1 1 0 0 0,0 0 0 0 0,0 0 0 0 0,0 0 0 0 0,-1 0 0 0 0,1-1 0 0 0,0 1 0 0 0,0 0 0 0 0,0 0 0 0 0,0 0 0 0 0,-1-1 0 0 0,1 1 0 0 0,0 0 0 0 0,0 0 0 0 0,0-1 0 0 0,0 1 0 0 0,0 0 0 0 0,0 0 1 0 0,0-1-1 0 0,0 1 0 0 0,0 0 0 0 0,0 0 0 0 0,0-1 0 0 0,0 1 0 0 0,0 0 0 0 0,0 0 0 0 0,0-1 0 0 0,0 1 0 0 0,0-1 0 0 0,0-6 11 0 0,0-1 1 0 0,0 1-1 0 0,1-1 1 0 0,0 1-1 0 0,1-1 1 0 0,0 1-1 0 0,0 0 1 0 0,0 0-1 0 0,1 0 1 0 0,0 0-1 0 0,0 0 1 0 0,1 0-1 0 0,0 1 1 0 0,0-1-1 0 0,8-8 1 0 0,9-10-250 0 0,1 1 1 0 0,30-26 0 0 0,-51 49 200 0 0,97-78-2790 0 0,-27 23-1327 0 0,-50 38-337 0 0,22-25 0 0 0,-30 26-1375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04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35 684 0 0,'-186'6'9360'0'0,"175"-4"-8526"0"0,13 0-271 0 0,16-1-288 0 0,216-31-2704 0 0,-191 23 28 0 0,17-2-2081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06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1 532 2376 0 0,'4'7'12076'0'0,"1"19"-10172"0"0,1 31-2987 0 0,6 138 1183 0 0,2 109-25 0 0,-7-194-75 0 0,-5-79 223 0 0,2 31-474 0 0,0-20 6679 0 0,-4-42-6381 0 0,7-10 934 0 0,8-17-894 0 0,-14 23 156 0 0,284-462 470 0 0,-166 299-795 0 0,163-176 0 0 0,22 35-4427 0 0,-260 267-1217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26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290 419 1884 0 0,'4'-11'1968'0'0,"2"-2"677"0"0,-1-1 0 0 0,4-17 0 0 0,-8 28-2336 0 0,-1-1-1 0 0,1 1 0 0 0,-1 0 0 0 0,0-1 1 0 0,0 1-1 0 0,0-1 0 0 0,0 1 0 0 0,0-1 0 0 0,-1 1 1 0 0,1-1-1 0 0,-1 1 0 0 0,0 0 0 0 0,0-1 1 0 0,-3-4-1 0 0,3 7-278 0 0,0-1 0 0 0,0 1-1 0 0,0 0 1 0 0,0 0 0 0 0,0 0 0 0 0,-1 0 0 0 0,1 0 0 0 0,0 0 0 0 0,-1 0 0 0 0,1 0-1 0 0,0 0 1 0 0,-1 1 0 0 0,1-1 0 0 0,-1 1 0 0 0,1-1 0 0 0,-1 1 0 0 0,0-1-1 0 0,1 1 1 0 0,-1 0 0 0 0,1 0 0 0 0,-1 0 0 0 0,0 0 0 0 0,1 0 0 0 0,-1 0 0 0 0,1 0-1 0 0,-1 0 1 0 0,0 1 0 0 0,1-1 0 0 0,-1 1 0 0 0,1-1 0 0 0,-1 1 0 0 0,1 0-1 0 0,-2 0 1 0 0,-5 3-7 0 0,1-1 0 0 0,1 1-1 0 0,-1 0 1 0 0,1 1 0 0 0,-10 7-1 0 0,-7 11 12 0 0,0 2-1 0 0,2 0 0 0 0,1 2 0 0 0,1 0 1 0 0,1 1-1 0 0,1 1 0 0 0,2 1 0 0 0,-18 47 1 0 0,29-68-25 0 0,1 1 1 0 0,0 0-1 0 0,0 1 0 0 0,1-1 1 0 0,1 0-1 0 0,-1 1 1 0 0,2-1-1 0 0,0 20 1 0 0,0-27-7 0 0,1 0 1 0 0,-1 0-1 0 0,1 0 1 0 0,0 0 0 0 0,0 1-1 0 0,0-1 1 0 0,0 0 0 0 0,0 0-1 0 0,1-1 1 0 0,-1 1 0 0 0,1 0-1 0 0,0 0 1 0 0,0-1 0 0 0,0 1-1 0 0,0-1 1 0 0,0 0-1 0 0,0 1 1 0 0,1-1 0 0 0,-1 0-1 0 0,1 0 1 0 0,-1-1 0 0 0,1 1-1 0 0,0 0 1 0 0,0-1 0 0 0,0 0-1 0 0,0 0 1 0 0,0 0-1 0 0,0 0 1 0 0,0 0 0 0 0,0 0-1 0 0,7 0 1 0 0,3-1-5 0 0,1 0-1 0 0,-1 0 1 0 0,1-2 0 0 0,-1 0-1 0 0,0 0 1 0 0,1-1 0 0 0,-1 0-1 0 0,-1-2 1 0 0,16-6 0 0 0,1-1-1 0 0,-2-2 0 0 0,50-34 1 0 0,-55 31 3 0 0,-1 0 1 0 0,0-2-1 0 0,-1 0 0 0 0,-2-1 0 0 0,0-1 1 0 0,-1-1-1 0 0,25-41 0 0 0,-31 44-1 0 0,-1-1-1 0 0,0 0 1 0 0,-2-1 0 0 0,0 0-1 0 0,-1-1 1 0 0,-1 1-1 0 0,-2-1 1 0 0,0 0-1 0 0,2-45 1 0 0,-6 60-2 0 0,0-1 0 0 0,-1 0 0 0 0,0 1 0 0 0,-1-1 0 0 0,0 1-1 0 0,0-1 1 0 0,0 1 0 0 0,-1 0 0 0 0,0 0 0 0 0,-5-8 0 0 0,7 13-1 0 0,0-1 1 0 0,-1 1-1 0 0,1 0 1 0 0,-1 0-1 0 0,0 0 0 0 0,1 0 1 0 0,-1 1-1 0 0,0-1 0 0 0,0 0 1 0 0,0 1-1 0 0,-1-1 1 0 0,1 1-1 0 0,0 0 0 0 0,0 0 1 0 0,-1 0-1 0 0,1 0 1 0 0,-1 0-1 0 0,1 0 0 0 0,-1 1 1 0 0,1-1-1 0 0,-1 1 1 0 0,1-1-1 0 0,-1 1 0 0 0,1 0 1 0 0,-1 0-1 0 0,0 0 1 0 0,1 1-1 0 0,-1-1 0 0 0,1 1 1 0 0,-1-1-1 0 0,1 1 1 0 0,-1 0-1 0 0,-3 1 0 0 0,-2 3 0 0 0,-1-1-1 0 0,1 1 1 0 0,0 1-1 0 0,0-1 1 0 0,1 1 0 0 0,0 1-1 0 0,0-1 1 0 0,0 1-1 0 0,1 1 1 0 0,0-1-1 0 0,-7 11 1 0 0,7-8 2 0 0,-1 1 1 0 0,2-1 0 0 0,-1 1-1 0 0,2 1 1 0 0,-1-1-1 0 0,2 1 1 0 0,-1 0 0 0 0,-2 17-1 0 0,6-26 2 0 0,-1 0-1 0 0,1 0 0 0 0,0 1 1 0 0,0-1-1 0 0,0 0 1 0 0,0 0-1 0 0,1 0 0 0 0,-1 0 1 0 0,1 1-1 0 0,0-1 0 0 0,0 0 1 0 0,0 0-1 0 0,0 0 0 0 0,1-1 1 0 0,-1 1-1 0 0,1 0 1 0 0,-1 0-1 0 0,1-1 0 0 0,0 1 1 0 0,0-1-1 0 0,0 1 0 0 0,0-1 1 0 0,1 0-1 0 0,-1 0 0 0 0,1 0 1 0 0,-1 0-1 0 0,1 0 1 0 0,0-1-1 0 0,0 1 0 0 0,0-1 1 0 0,-1 0-1 0 0,1 0 0 0 0,1 0 1 0 0,-1 0-1 0 0,0 0 0 0 0,3 0 1 0 0,7 1 1 0 0,0-1 1 0 0,0 0-1 0 0,1-1 0 0 0,-1 0 1 0 0,0-1-1 0 0,0 0 0 0 0,19-5 1 0 0,10-6 2 0 0,0-2 0 0 0,-1-2 1 0 0,0-1-1 0 0,-1-2 1 0 0,-2-2-1 0 0,0-1 0 0 0,-1-3 1 0 0,41-34-1 0 0,-67 50 4 0 0,1 0-1 0 0,-1-1 1 0 0,-1-1 0 0 0,0 1 0 0 0,-1-2-1 0 0,0 0 1 0 0,0 0 0 0 0,-2 0 0 0 0,1-1-1 0 0,-1 0 1 0 0,-1 0 0 0 0,7-24 0 0 0,-13 37-10 0 0,1-1 0 0 0,-1 0 0 0 0,0 1 1 0 0,0-1-1 0 0,0 0 0 0 0,1 1 1 0 0,-1-1-1 0 0,0 0 0 0 0,0 0 0 0 0,0 1 1 0 0,0-1-1 0 0,0 0 0 0 0,0 0 1 0 0,-1 1-1 0 0,1-1 0 0 0,0 0 0 0 0,0 1 1 0 0,0-1-1 0 0,-1 0 0 0 0,1 1 0 0 0,0-1 1 0 0,-1 0-1 0 0,1 1 0 0 0,-1-1 1 0 0,1 0-1 0 0,-1 1 0 0 0,1-1 0 0 0,-1 1 1 0 0,1-1-1 0 0,-1 1 0 0 0,1-1 0 0 0,-1 1 1 0 0,0 0-1 0 0,1-1 0 0 0,-1 1 1 0 0,1 0-1 0 0,-1-1 0 0 0,0 1 0 0 0,0 0 1 0 0,1 0-1 0 0,-1 0 0 0 0,0 0 1 0 0,1-1-1 0 0,-1 1 0 0 0,0 0 0 0 0,0 0 1 0 0,1 0-1 0 0,-1 0 0 0 0,0 1 0 0 0,-1-1 1 0 0,-2 0-5 0 0,1 1 1 0 0,-1 0 0 0 0,0-1-1 0 0,0 1 1 0 0,1 1 0 0 0,-1-1-1 0 0,-3 2 1 0 0,-2 3-2 0 0,1 0 0 0 0,0 0 0 0 0,1 1-1 0 0,-1 0 1 0 0,1 1 0 0 0,1-1 0 0 0,-1 1 0 0 0,1 1 0 0 0,1-1 0 0 0,0 1 0 0 0,0 0-1 0 0,0 0 1 0 0,1 1 0 0 0,-5 17 0 0 0,7-21 9 0 0,1-1 1 0 0,0 1-1 0 0,0 0 0 0 0,0 0 0 0 0,1 0 1 0 0,0 0-1 0 0,0 0 0 0 0,0 0 1 0 0,1-1-1 0 0,0 1 0 0 0,0 0 0 0 0,0 0 1 0 0,1 0-1 0 0,0-1 0 0 0,0 1 1 0 0,1-1-1 0 0,-1 0 0 0 0,1 1 0 0 0,0-1 1 0 0,0 0-1 0 0,1-1 0 0 0,0 1 1 0 0,0 0-1 0 0,0-1 0 0 0,0 0 0 0 0,6 5 1 0 0,36 22 61 0 0,-32-23-53 0 0,0 1-1 0 0,0 1 1 0 0,-1 0 0 0 0,-1 1 0 0 0,0 0 0 0 0,15 19 0 0 0,-24-26 58 0 0,-1 0 0 0 0,0 0-1 0 0,0 0 1 0 0,0 0 0 0 0,-1 0 0 0 0,0 0 0 0 0,0 1 0 0 0,0-1 0 0 0,0 0 0 0 0,0 1 0 0 0,-1-1 0 0 0,0 1 0 0 0,0-1 0 0 0,0 1 0 0 0,-1-1 0 0 0,1 1 0 0 0,-1-1 0 0 0,0 0-1 0 0,-2 6 1 0 0,-4 8 298 0 0,0 1-1 0 0,-2-1 1 0 0,-12 20-1 0 0,-10 23 328 0 0,30-59-677 0 0,0 0 0 0 0,0 0 0 0 0,0 0 0 0 0,1 0 1 0 0,-1 0-1 0 0,1 0 0 0 0,-1 0 0 0 0,1 0 0 0 0,0 0 0 0 0,0 0 0 0 0,0 0 0 0 0,0 0 0 0 0,0 0 1 0 0,0 1-1 0 0,1-1 0 0 0,-1 0 0 0 0,2 3 0 0 0,-1-4-8 0 0,0 1 0 0 0,1-1 0 0 0,-1 0 0 0 0,1 1 0 0 0,-1-1 0 0 0,1 0 0 0 0,-1 0 1 0 0,1 0-1 0 0,0 0 0 0 0,-1 0 0 0 0,1 0 0 0 0,0-1 0 0 0,0 1 0 0 0,0 0 0 0 0,0-1 0 0 0,-1 1 0 0 0,1-1 0 0 0,0 0 0 0 0,3 0 0 0 0,19 2 13 0 0,0-1 0 0 0,-1-2-1 0 0,1 0 1 0 0,38-7 0 0 0,93-28-1087 0 0,-5-8-2965 0 0,-51 9-3795 0 0,-51 16 447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28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28 929 772 0 0,'0'0'8660'0'0,"-2"2"-8034"0"0,0 0-457 0 0,0 0 0 0 0,0 0 0 0 0,0 0 0 0 0,0 0 0 0 0,0 1 0 0 0,1-1 0 0 0,-1 1 0 0 0,1 0 0 0 0,-1-1 0 0 0,1 1 0 0 0,0 0 0 0 0,0 0 0 0 0,0 0 0 0 0,0 5 0 0 0,0-3-71 0 0,0 0 1 0 0,1 1-1 0 0,-1-1 0 0 0,1 0 1 0 0,1 0-1 0 0,-1 0 0 0 0,1 0 1 0 0,1 5-1 0 0,-2-9-60 0 0,0-1 0 0 0,0 1 0 0 0,0 0 1 0 0,1-1-1 0 0,-1 1 0 0 0,0 0 0 0 0,1-1 0 0 0,-1 1 1 0 0,0-1-1 0 0,1 1 0 0 0,-1-1 0 0 0,0 1 0 0 0,1-1 1 0 0,-1 1-1 0 0,1-1 0 0 0,-1 1 0 0 0,1-1 0 0 0,-1 1 1 0 0,1-1-1 0 0,0 0 0 0 0,-1 1 0 0 0,1-1 0 0 0,-1 0 1 0 0,1 0-1 0 0,1 1 0 0 0,-1-1-2 0 0,1 0 0 0 0,-1 0 1 0 0,1 0-1 0 0,-1 0 0 0 0,1-1 0 0 0,-1 1 0 0 0,0 0 1 0 0,1-1-1 0 0,-1 1 0 0 0,0-1 0 0 0,3-1 1 0 0,3-2 12 0 0,0-1 1 0 0,0 0-1 0 0,8-8 1 0 0,-11 10 8 0 0,28-27 0 0 0,-1-1 0 0 0,-2-1-1 0 0,-1-1 1 0 0,-2-2 0 0 0,23-41 0 0 0,97-198 10 0 0,-95 172-21 0 0,-31 61-37 0 0,33-64-22 0 0,69-101-1 0 0,-119 203 1 0 0,-2 0 7 0 0,0 1-1 0 0,0 0 0 0 0,1 0 1 0 0,-1-1-1 0 0,1 1 1 0 0,0 0-1 0 0,-1 0 0 0 0,1 1 1 0 0,0-1-1 0 0,0 0 1 0 0,0 1-1 0 0,1-1 0 0 0,-1 1 1 0 0,0-1-1 0 0,1 1 1 0 0,-1 0-1 0 0,0 0 0 0 0,4-1 1 0 0,-5 2 4 0 0,0 0 0 0 0,0 0 0 0 0,0 0 0 0 0,0-1 1 0 0,0 1-1 0 0,-1 0 0 0 0,1 0 0 0 0,0 0 0 0 0,0 1 0 0 0,0-1 1 0 0,0 0-1 0 0,0 0 0 0 0,-1 0 0 0 0,1 1 0 0 0,0-1 1 0 0,0 0-1 0 0,0 1 0 0 0,-1-1 0 0 0,1 1 0 0 0,0-1 0 0 0,0 1 1 0 0,-1-1-1 0 0,1 1 0 0 0,-1-1 0 0 0,1 1 0 0 0,0 0 0 0 0,-1-1 1 0 0,1 1-1 0 0,-1 0 0 0 0,1-1 0 0 0,-1 1 0 0 0,1 1 1 0 0,0 0-3 0 0,1 3 3 0 0,1 1-1 0 0,-1-1 1 0 0,0 1 0 0 0,0 0 0 0 0,-1-1-1 0 0,0 1 1 0 0,0 0 0 0 0,0 0 0 0 0,0 0 0 0 0,-1 0-1 0 0,-1 11 1 0 0,1 0 9 0 0,-1 65 423 0 0,-22 145-1 0 0,5-82-151 0 0,13-98-224 0 0,1-19-26 0 0,1 1 1 0 0,2-1 0 0 0,0 1-1 0 0,7 51 1 0 0,1-60-134 0 0,-3-22-218 0 0,0-12-150 0 0,-2 3 183 0 0,-1 0 1 0 0,0 0-1 0 0,0 0 1 0 0,-2 1-1 0 0,1-1 0 0 0,-1 0 1 0 0,-1 0-1 0 0,0 1 0 0 0,-1-1 1 0 0,0 1-1 0 0,0-1 0 0 0,-1 1 1 0 0,0 0-1 0 0,-1 0 0 0 0,0 1 1 0 0,-1 0-1 0 0,-12-17 0 0 0,7 13 221 0 0,0 1 0 0 0,0 0-1 0 0,-1 1 1 0 0,-1 0 0 0 0,0 1-1 0 0,-1 0 1 0 0,1 1 0 0 0,-2 1-1 0 0,1 0 1 0 0,-1 1 0 0 0,-17-6-1 0 0,17 8 183 0 0,0 1 0 0 0,0 0 0 0 0,-1 0 0 0 0,0 2 0 0 0,-18-1 0 0 0,26 3-53 0 0,1 0 0 0 0,-1 0 0 0 0,0 1 0 0 0,1 1-1 0 0,-1-1 1 0 0,0 1 0 0 0,1 0 0 0 0,0 1 0 0 0,0 0 0 0 0,-1 0 0 0 0,2 0 0 0 0,-12 8-1 0 0,17-10-36 0 0,-1 0 1 0 0,1 0-1 0 0,-1 0 0 0 0,1 0 0 0 0,-1 1 0 0 0,1-1 0 0 0,0 0 0 0 0,0 1 0 0 0,0-1 0 0 0,0 1 0 0 0,0-1 0 0 0,0 1 0 0 0,0 0 0 0 0,0-1 0 0 0,0 3 1 0 0,1-3-2 0 0,-1 0 0 0 0,1 0 0 0 0,0 0 0 0 0,0 0 0 0 0,0 0 0 0 0,1 0 0 0 0,-1 0 0 0 0,0 0 0 0 0,0 0 0 0 0,0 0 0 0 0,1 0 0 0 0,-1 0 0 0 0,1 0 0 0 0,-1 0 0 0 0,0 0 0 0 0,1 0 0 0 0,0 0 0 0 0,-1 0 1 0 0,1-1-1 0 0,0 2 0 0 0,2 1 16 0 0,0-1 1 0 0,0 0-1 0 0,-1 0 1 0 0,1 0-1 0 0,1-1 1 0 0,-1 1-1 0 0,0-1 1 0 0,0 1-1 0 0,0-1 1 0 0,1 0-1 0 0,-1-1 1 0 0,1 1-1 0 0,-1 0 1 0 0,6-1 0 0 0,33 1-95 0 0,0-3 1 0 0,57-9 0 0 0,24-10-3756 0 0,-84 13 1320 0 0,15-2-1596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29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144 112 1904 0 0,'1'-77'6047'0'0,"0"48"-3453"0"0,-1 23-1621 0 0,0 8-316 0 0,-7 53-296 0 0,-1-1-1 0 0,-24 78 1 0 0,13-59-232 0 0,-25 85-3 0 0,13-51 224 0 0,27-89 252 0 0,6-20-28 0 0,13-34 171 0 0,-6 14-812 0 0,0 3 98 0 0,0 0-1 0 0,1 0 1 0 0,25-33-1 0 0,-30 47-33 0 0,-1-1-1 0 0,1 1 1 0 0,0 0 0 0 0,0 1-1 0 0,0-1 1 0 0,1 1-1 0 0,0 0 1 0 0,-1 1-1 0 0,1-1 1 0 0,1 1-1 0 0,-1 0 1 0 0,0 0-1 0 0,1 1 1 0 0,0 0-1 0 0,11-2 1 0 0,-13 4-5 0 0,0 0 0 0 0,0 0 0 0 0,0 0 0 0 0,0 1 0 0 0,0 0 0 0 0,0 0 0 0 0,0 0 1 0 0,-1 1-1 0 0,1-1 0 0 0,0 1 0 0 0,-1 0 0 0 0,1 0 0 0 0,-1 1 0 0 0,7 5 0 0 0,-1-2-10 0 0,-2 2 0 0 0,1-1 0 0 0,-1 2 0 0 0,0-1 0 0 0,8 11-1 0 0,-13-15 71 0 0,-1 0-1 0 0,1 0 1 0 0,-1 0 0 0 0,1 1-1 0 0,-1-1 1 0 0,0 1-1 0 0,-1 0 1 0 0,1-1-1 0 0,-1 1 1 0 0,0 0-1 0 0,0 0 1 0 0,-1 0-1 0 0,1-1 1 0 0,-1 1-1 0 0,0 0 1 0 0,0 0-1 0 0,-1 0 1 0 0,0 0-1 0 0,1 0 1 0 0,-2 0-1 0 0,1-1 1 0 0,0 1-1 0 0,-1 0 1 0 0,0-1-1 0 0,0 1 1 0 0,-3 4 0 0 0,1-4 112 0 0,0 1 1 0 0,0-1 0 0 0,0 1 0 0 0,-1-1-1 0 0,0-1 1 0 0,0 1 0 0 0,0-1 0 0 0,0 0-1 0 0,-1 0 1 0 0,0 0 0 0 0,0-1 0 0 0,0 1 0 0 0,0-2-1 0 0,0 1 1 0 0,0-1 0 0 0,-1 0 0 0 0,1 0-1 0 0,-12 1 1 0 0,-1-1-205 0 0,1-1-1 0 0,0-1 1 0 0,-1-1-1 0 0,1-1 1 0 0,0 0 0 0 0,0-1-1 0 0,-35-11 1 0 0,52 13-701 0 0,3-6-2308 0 0,-1 6 2631 0 0,0-1 1 0 0,-1 1 0 0 0,1 0-1 0 0,0-1 1 0 0,0 1 0 0 0,0 0-1 0 0,0 0 1 0 0,0 0-1 0 0,0 0 1 0 0,0 0 0 0 0,1 0-1 0 0,-1 0 1 0 0,0 0 0 0 0,1 1-1 0 0,-1-1 1 0 0,0 0 0 0 0,1 1-1 0 0,-1-1 1 0 0,4 0 0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30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168 151 172 0 0,'1'-4'1201'0'0,"1"1"-439"0"0,0 0 1 0 0,0 0 0 0 0,0 0-1 0 0,-1-1 1 0 0,1 1-1 0 0,-1 0 1 0 0,0-1 0 0 0,0 1-1 0 0,-1-1 1 0 0,1 0-1 0 0,-1 1 1 0 0,1-1 0 0 0,-1 1-1 0 0,0-1 1 0 0,0 0-1 0 0,-1 1 1 0 0,1-1 0 0 0,-2-5-1 0 0,1 8-329 0 0,1 1-417 0 0,0 0-1 0 0,0-1 1 0 0,0 1 0 0 0,0 0 0 0 0,0 0-1 0 0,0-1 1 0 0,0 1 0 0 0,0 0 0 0 0,0 0-1 0 0,0 0 1 0 0,0-1 0 0 0,0 1 0 0 0,0 0-1 0 0,0 0 1 0 0,-1 0 0 0 0,1 0 0 0 0,0-1-1 0 0,0 1 1 0 0,0 0 0 0 0,0 0 0 0 0,-1 0 0 0 0,1 0-1 0 0,0-1 1 0 0,0 1 0 0 0,0 0 0 0 0,0 0-1 0 0,-1 0 1 0 0,1 0 0 0 0,0 0 0 0 0,0 0-1 0 0,0 0 1 0 0,-1 0 0 0 0,1 0 0 0 0,0 0-1 0 0,0 0 1 0 0,-1 0 0 0 0,1 0 0 0 0,-12 2 372 0 0,-8 7-109 0 0,13-3-240 0 0,1-1-1 0 0,-1 1 1 0 0,1 0-1 0 0,0 1 1 0 0,0-1 0 0 0,-9 14-1 0 0,-24 50 21 0 0,25-44-32 0 0,8-15-16 0 0,0 1 0 0 0,1-1 1 0 0,1 1-1 0 0,0 0 0 0 0,1 1 0 0 0,0-1 0 0 0,0 1 1 0 0,1-1-1 0 0,1 1 0 0 0,1 20 0 0 0,0-32-5 0 0,0 0 0 0 0,0 0 0 0 0,0 0 0 0 0,0 0 0 0 0,0 1 0 0 0,0-1 0 0 0,1 0 0 0 0,-1 0 0 0 0,1 0 0 0 0,-1 0 0 0 0,1 0 0 0 0,-1 0 0 0 0,1 0 0 0 0,-1 0 0 0 0,1 0 0 0 0,0 0 0 0 0,-1 0 0 0 0,1 0 0 0 0,0 0 0 0 0,0-1 0 0 0,0 1 0 0 0,0 0 0 0 0,0 0 0 0 0,0-1 0 0 0,0 1 0 0 0,0-1 0 0 0,0 1 0 0 0,0-1 0 0 0,0 1 0 0 0,0-1 0 0 0,0 0 0 0 0,1 1 0 0 0,-1-1 0 0 0,0 0 0 0 0,0 0 0 0 0,0 0 0 0 0,0 0 0 0 0,1 0 0 0 0,-1 0 0 0 0,0 0 0 0 0,0-1 0 0 0,0 1 0 0 0,0 0 0 0 0,2-1 0 0 0,2-1 7 0 0,1 1-1 0 0,-1-2 1 0 0,0 1 0 0 0,0 0 0 0 0,0-1 0 0 0,0 0 0 0 0,8-6 0 0 0,-7 3-7 0 0,1-1 0 0 0,-1 1 1 0 0,0-1-1 0 0,-1 0 0 0 0,1-1 0 0 0,-1 1 0 0 0,-1-1 1 0 0,7-14-1 0 0,0-6 5 0 0,9-40 0 0 0,-1 6-115 0 0,-19 61 57 0 0,1 3-96 0 0,0 0 136 0 0,-1 1 0 0 0,1-1-1 0 0,-1 1 1 0 0,0-1 0 0 0,0 1 0 0 0,0 0-1 0 0,0-1 1 0 0,-1 5 0 0 0,1-7 5 0 0,-4 31-6 0 0,1-1 1 0 0,1 1-1 0 0,2-1 0 0 0,4 40 0 0 0,-4-66 18 0 0,1 0-1 0 0,0 1 1 0 0,0-1 0 0 0,1 0-1 0 0,-1 0 1 0 0,1 0-1 0 0,-1 0 1 0 0,1 0 0 0 0,1 0-1 0 0,-1-1 1 0 0,0 1 0 0 0,1-1-1 0 0,5 6 1 0 0,-6-7-2 0 0,1 0 1 0 0,-1-1-1 0 0,1 1 0 0 0,-1-1 1 0 0,1 1-1 0 0,0-1 0 0 0,0 0 1 0 0,-1 0-1 0 0,1 0 0 0 0,0 0 1 0 0,0-1-1 0 0,0 1 0 0 0,0-1 1 0 0,0 0-1 0 0,0 0 0 0 0,0 0 1 0 0,0 0-1 0 0,0 0 0 0 0,0-1 1 0 0,5-1-1 0 0,8-3 8 0 0,1-1 1 0 0,-1 0-1 0 0,-1-1 0 0 0,1-1 1 0 0,-1 0-1 0 0,-1-2 1 0 0,0 1-1 0 0,0-2 0 0 0,-1 0 1 0 0,17-17-1 0 0,3-7 7 0 0,-2-1 0 0 0,39-59 0 0 0,-54 70 7 0 0,-2 0 0 0 0,0-1 0 0 0,10-29 0 0 0,-23 51-23 0 0,1 1-11 0 0,-1 0 0 0 0,0 0 0 0 0,0-1 0 0 0,0 1 0 0 0,0 0 0 0 0,0-1-1 0 0,-1-3 1 0 0,0 6 1 0 0,-1 1-1 0 0,1-1 0 0 0,0 1 0 0 0,-1 0 0 0 0,0-1 0 0 0,1 1 0 0 0,-1 0 0 0 0,1 0 1 0 0,-1 0-1 0 0,1-1 0 0 0,-1 1 0 0 0,1 0 0 0 0,-1 0 0 0 0,0 0 0 0 0,1 0 0 0 0,-1 0 1 0 0,1 0-1 0 0,-1 0 0 0 0,0 0 0 0 0,1 0 0 0 0,-1 0 0 0 0,1 0 0 0 0,-1 0 0 0 0,0 1 1 0 0,1-1-1 0 0,-1 0 0 0 0,1 0 0 0 0,-1 1 0 0 0,1-1 0 0 0,-1 0 0 0 0,1 1 0 0 0,-1-1 1 0 0,1 0-1 0 0,-1 1 0 0 0,1-1 0 0 0,-1 1 0 0 0,-2 3-1 0 0,0 1 1 0 0,0-1-1 0 0,0 1 1 0 0,1-1-1 0 0,0 1 0 0 0,0 0 1 0 0,0 0-1 0 0,0-1 1 0 0,1 2-1 0 0,0-1 0 0 0,0 0 1 0 0,0 0-1 0 0,1 0 1 0 0,-1 0-1 0 0,1 0 0 0 0,1 1 1 0 0,-1-1-1 0 0,1 0 1 0 0,0 0-1 0 0,0 0 0 0 0,0 0 1 0 0,1 0-1 0 0,2 7 1 0 0,7 11 6 0 0,0-1 1 0 0,1-1-1 0 0,27 37 1 0 0,-8-13 3 0 0,-30-43-5 0 0,1 0 1 0 0,-1 0-1 0 0,0 1 0 0 0,0-1 0 0 0,0 0 1 0 0,0 1-1 0 0,0-1 0 0 0,0 1 0 0 0,-1-1 1 0 0,1 1-1 0 0,-1-1 0 0 0,1 1 0 0 0,-1-1 1 0 0,0 1-1 0 0,0-1 0 0 0,0 1 1 0 0,-1 0-1 0 0,1-1 0 0 0,0 1 0 0 0,-1-1 1 0 0,0 1-1 0 0,0-1 0 0 0,0 0 0 0 0,0 1 1 0 0,-2 2-1 0 0,0-1 6 0 0,0 0 1 0 0,0 0-1 0 0,-1 0 0 0 0,0-1 0 0 0,0 0 1 0 0,0 0-1 0 0,0 0 0 0 0,0 0 1 0 0,0 0-1 0 0,-1-1 0 0 0,0 0 1 0 0,-5 2-1 0 0,-34 8 100 0 0,25-9-51 0 0,17-2-32 0 0,-13-2 22 0 0,13 2-40 0 0,-2-1 6 0 0,-1-1 5 0 0,5 1-17 0 0,-1 0 0 0 0,1 0 1 0 0,0 0-1 0 0,-1 1 0 0 0,1-1 0 0 0,-1 0 0 0 0,1 0 0 0 0,-1 0 1 0 0,1-1-1 0 0,0 1 0 0 0,-1 0 0 0 0,1 0 0 0 0,-1 0 1 0 0,1 0-1 0 0,0 0 0 0 0,-1 0 0 0 0,1 0 0 0 0,-1-1 0 0 0,1 1 1 0 0,0 0-1 0 0,-1 0 0 0 0,1-1 0 0 0,0 1 0 0 0,-1 0 1 0 0,1-1-1 0 0,0-2-2 0 0,1 1 0 0 0,0-1 1 0 0,-1 1-1 0 0,1-1 0 0 0,0 1 1 0 0,1-1-1 0 0,-1 1 1 0 0,0 0-1 0 0,1-1 0 0 0,-1 1 1 0 0,1 0-1 0 0,0 0 0 0 0,-1 0 1 0 0,1 0-1 0 0,0 1 0 0 0,4-4 1 0 0,44-29-92 0 0,-36 25 48 0 0,31-20-130 0 0,124-89-805 0 0,-149 102 882 0 0,-1-1 0 0 0,0-1 0 0 0,-2-1 0 0 0,0-1-1 0 0,27-42 1 0 0,-35 43 76 0 0,-9 19 22 0 0,0 0-1 0 0,0 0 0 0 0,0 0 0 0 0,0 0 1 0 0,0 0-1 0 0,0 0 0 0 0,0 0 0 0 0,-1 0 1 0 0,1-1-1 0 0,0 1 0 0 0,0 0 0 0 0,0 0 1 0 0,0 0-1 0 0,0 0 0 0 0,0 0 0 0 0,0 0 1 0 0,0 0-1 0 0,-1 0 0 0 0,1 0 0 0 0,0 0 1 0 0,0 0-1 0 0,0 0 0 0 0,0 0 0 0 0,0 0 1 0 0,0 0-1 0 0,0 0 0 0 0,-1 0 0 0 0,1 0 1 0 0,0 0-1 0 0,0 0 0 0 0,0 0 0 0 0,0 0 1 0 0,0 0-1 0 0,0 0 0 0 0,-1 0 0 0 0,1 0 1 0 0,0 0-1 0 0,0 0 0 0 0,0 0 0 0 0,0 0 1 0 0,0 0-1 0 0,0 0 0 0 0,0 0 0 0 0,-1 0 1 0 0,1 0-1 0 0,0 0 0 0 0,0 0 0 0 0,0 1 1 0 0,0-1-1 0 0,0 0 0 0 0,0 0 0 0 0,0 0 1 0 0,0 0-1 0 0,0 0 0 0 0,0 0 0 0 0,0 0 1 0 0,0 1-1 0 0,-1-1 0 0 0,-2 2-3 0 0,1 1 0 0 0,-1 0 0 0 0,0 0-1 0 0,1 0 1 0 0,-1 0 0 0 0,-3 7 0 0 0,-2 7 12 0 0,1 0-1 0 0,0 0 1 0 0,1 1 0 0 0,1 0 0 0 0,1 0 0 0 0,1 0-1 0 0,0 0 1 0 0,1 1 0 0 0,1-1 0 0 0,1 1 0 0 0,1 0-1 0 0,0-1 1 0 0,1 0 0 0 0,1 1 0 0 0,10 32 0 0 0,-12-48 4 0 0,0 0 1 0 0,0 0-1 0 0,0-1 1 0 0,1 1 0 0 0,-1 0-1 0 0,0-1 1 0 0,1 1 0 0 0,0-1-1 0 0,0 1 1 0 0,0-1 0 0 0,0 0-1 0 0,0 0 1 0 0,0 0 0 0 0,0 0-1 0 0,1 0 1 0 0,-1 0 0 0 0,0-1-1 0 0,1 1 1 0 0,0-1-1 0 0,-1 0 1 0 0,1 1 0 0 0,0-1-1 0 0,0-1 1 0 0,0 1 0 0 0,0 0-1 0 0,0-1 1 0 0,0 1 0 0 0,-1-1-1 0 0,1 0 1 0 0,0 0 0 0 0,0 0-1 0 0,0 0 1 0 0,0-1 0 0 0,0 1-1 0 0,3-2 1 0 0,2 0 1 0 0,0-1-1 0 0,0 0 1 0 0,0-1 0 0 0,-1 0 0 0 0,0 0 0 0 0,0 0-1 0 0,0-1 1 0 0,0 0 0 0 0,-1-1 0 0 0,0 1 0 0 0,9-11-1 0 0,3-9 6 0 0,-1 0 0 0 0,-1-1 0 0 0,22-51-1 0 0,-9 20 7 0 0,-16 31-22 0 0,14-26-10 0 0,-24 48 3 0 0,0 0 0 0 0,0-1 0 0 0,0 1-1 0 0,0 1 1 0 0,1-1 0 0 0,0 0 0 0 0,0 1 0 0 0,6-5-1 0 0,-8 7-3 0 0,-1 0 8 0 0,0 1-1 0 0,0-1 0 0 0,0 1 0 0 0,0-1 1 0 0,0 1-1 0 0,0-1 0 0 0,0 1 1 0 0,0 0-1 0 0,0 0 0 0 0,0-1 1 0 0,1 1-1 0 0,-1 0 0 0 0,0 0 0 0 0,0 0 1 0 0,0 0-1 0 0,1 0 0 0 0,3 0 1 0 0,0 0 0 0 0,0 1 0 0 0,0-1 0 0 0,0 1 0 0 0,0 0 0 0 0,-1 0 0 0 0,1 1 0 0 0,0-1 0 0 0,-1 1 0 0 0,1 0 0 0 0,-1 0 0 0 0,0 1 0 0 0,0-1 0 0 0,0 1 0 0 0,0 0 0 0 0,0 0 0 0 0,6 7 0 0 0,-4-4 67 0 0,-2 0 1 0 0,1 1-1 0 0,-1 0 0 0 0,0 0 0 0 0,-1 0 0 0 0,1 1 0 0 0,3 13 1 0 0,-5-16 18 0 0,-1 0 0 0 0,0 0 0 0 0,-1 1 1 0 0,1-1-1 0 0,-1 0 0 0 0,0 0 0 0 0,0 0 1 0 0,0 0-1 0 0,-1 0 0 0 0,0 1 0 0 0,0-1 0 0 0,0 0 1 0 0,-1 0-1 0 0,-2 5 0 0 0,1-3-9 0 0,-1 1 1 0 0,0-1-1 0 0,0 0 0 0 0,-1 0 0 0 0,0-1 1 0 0,0 1-1 0 0,-1-1 0 0 0,-9 8 0 0 0,8-8-64 0 0,1-1 0 0 0,-1 1-1 0 0,0-2 1 0 0,0 1 0 0 0,-1-1-1 0 0,1 0 1 0 0,-1 0-1 0 0,0-1 1 0 0,0 0 0 0 0,0-1-1 0 0,-1 0 1 0 0,1 0 0 0 0,0 0-1 0 0,-1-1 1 0 0,1-1 0 0 0,-1 1-1 0 0,1-2 1 0 0,-10 0 0 0 0,12 0-363 0 0,0-1 0 0 0,0 0 0 0 0,0 0 0 0 0,0-1 0 0 0,0 1 0 0 0,0-1 1 0 0,1 0-1 0 0,-1-1 0 0 0,1 0 0 0 0,0 1 0 0 0,-5-6 0 0 0,4 3-898 0 0,1 0 0 0 0,0 0 0 0 0,0 0 0 0 0,1-1 0 0 0,-5-7 0 0 0,-3-11-5114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30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97 2456 0 0,'0'-3'2326'0'0,"-2"-10"656"0"0,-1 1 1 0 0,-6-20-1 0 0,-1-4-2284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31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52 326 1044 0 0,'-3'0'3005'0'0,"1"0"-2798"0"0,1 0-1 0 0,-1 0 1 0 0,0 0-1 0 0,0 0 1 0 0,1 0-1 0 0,-1 1 1 0 0,0-1-1 0 0,1 0 1 0 0,-1 1-1 0 0,1-1 1 0 0,-1 1-1 0 0,0 0 1 0 0,1 0 0 0 0,-1-1-1 0 0,1 1 1 0 0,0 0-1 0 0,-1 0 1 0 0,1 0-1 0 0,0 1 1 0 0,-1-1-1 0 0,1 0 1 0 0,0 0-1 0 0,0 1 1 0 0,0-1-1 0 0,0 0 1 0 0,-1 3-1 0 0,1-1-39 0 0,0 0 0 0 0,-1 0 0 0 0,1 0-1 0 0,0 0 1 0 0,0 0 0 0 0,1 1-1 0 0,-1-1 1 0 0,1 0 0 0 0,-1 1-1 0 0,1-1 1 0 0,0 0 0 0 0,1 1-1 0 0,-1 3 1 0 0,1-7-144 0 0,-1 1 1 0 0,0-1-1 0 0,0 0 1 0 0,0 1-1 0 0,1-1 0 0 0,-1 1 1 0 0,0-1-1 0 0,0 0 1 0 0,1 1-1 0 0,-1-1 0 0 0,0 0 1 0 0,1 0-1 0 0,-1 1 1 0 0,0-1-1 0 0,1 0 0 0 0,-1 0 1 0 0,1 0-1 0 0,-1 1 1 0 0,0-1-1 0 0,1 0 0 0 0,-1 0 1 0 0,1 0-1 0 0,-1 0 1 0 0,1 0-1 0 0,-1 0 0 0 0,0 0 1 0 0,1 0-1 0 0,-1 0 1 0 0,1 0-1 0 0,-1 0 0 0 0,1 0 1 0 0,-1 0-1 0 0,0 0 1 0 0,1 0-1 0 0,0 0 0 0 0,13-4 231 0 0,-14 4-276 0 0,7-3 78 0 0,1-1 0 0 0,-1 1 1 0 0,0-1-1 0 0,-1 0 1 0 0,1-1-1 0 0,-1 0 1 0 0,0 0-1 0 0,0 0 1 0 0,0 0-1 0 0,8-13 1 0 0,-3 4-24 0 0,0-1 1 0 0,-2-1-1 0 0,12-24 1 0 0,-2-5 38 0 0,12-46 1 0 0,-16 43-17 0 0,-10 25-38 0 0,-4 19-37 0 0,-1 0-1 0 0,1 0 1 0 0,0 0 0 0 0,0 1 0 0 0,0-1 0 0 0,0 0 0 0 0,1 1-1 0 0,-1-1 1 0 0,1 1 0 0 0,3-6 0 0 0,-5 27-26 0 0,-12 59-4 0 0,-2 31 43 0 0,13-93 9 0 0,1 0 0 0 0,0 0-1 0 0,1 0 1 0 0,1 0-1 0 0,4 16 1 0 0,-5-28 14 0 0,-1 0 1 0 0,1 0-1 0 0,1 0 1 0 0,-1-1-1 0 0,0 1 1 0 0,1 0-1 0 0,-1-1 1 0 0,5 5-1 0 0,-6-6-10 0 0,1 0 0 0 0,0 0 0 0 0,0 0 0 0 0,0 0 0 0 0,0-1 0 0 0,0 1 0 0 0,0 0 0 0 0,1 0 0 0 0,-1-1 0 0 0,0 1 0 0 0,0-1 0 0 0,0 1 0 0 0,1-1 0 0 0,-1 0 0 0 0,0 0 0 0 0,1 1 0 0 0,-1-1 0 0 0,0 0 0 0 0,0 0 0 0 0,1 0 0 0 0,-1 0 0 0 0,0 0 0 0 0,1 0 0 0 0,1-1 0 0 0,8-3 8 0 0,-1 0 0 0 0,0 0 0 0 0,0-1-1 0 0,-1-1 1 0 0,0 1 0 0 0,0-2 0 0 0,0 1 0 0 0,0-1 0 0 0,-1 0 0 0 0,10-12-1 0 0,9-13 30 0 0,33-51-1 0 0,-5 8-15 0 0,-46 62-26 0 0,-8 10-7 0 0,1 0 0 0 0,0 0-1 0 0,0 1 1 0 0,0-1 0 0 0,0 1 0 0 0,0-1-1 0 0,0 1 1 0 0,1 0 0 0 0,-1 0 0 0 0,1 0-1 0 0,-1 0 1 0 0,4-2 0 0 0,-4 4 3 0 0,0-1 1 0 0,0 0-1 0 0,0 0 1 0 0,0 1-1 0 0,0-1 0 0 0,0 1 1 0 0,0 0-1 0 0,0 0 1 0 0,0-1-1 0 0,0 1 0 0 0,0 1 1 0 0,0-1-1 0 0,0 0 1 0 0,0 0-1 0 0,0 1 0 0 0,0-1 1 0 0,0 1-1 0 0,0 0 0 0 0,0-1 1 0 0,0 1-1 0 0,0 0 1 0 0,-1 0-1 0 0,1 0 0 0 0,0 0 1 0 0,-1 1-1 0 0,1-1 1 0 0,0 0-1 0 0,-1 1 0 0 0,0-1 1 0 0,1 1-1 0 0,-1-1 1 0 0,1 3-1 0 0,-1-4 3 0 0,4 8 43 0 0,1-1 0 0 0,-1 1 1 0 0,-1 0-1 0 0,1 0 0 0 0,-2 0 1 0 0,1 1-1 0 0,-1-1 0 0 0,0 1 0 0 0,-1 0 1 0 0,0 0-1 0 0,0 0 0 0 0,-1 0 0 0 0,0 0 1 0 0,0 0-1 0 0,-1 1 0 0 0,-2 14 0 0 0,1-16 5 0 0,-1-1 0 0 0,1 0 0 0 0,-1 1 0 0 0,-1-1 0 0 0,1 0 0 0 0,-1 0 0 0 0,-1 0 0 0 0,1-1 0 0 0,-1 1 0 0 0,0-1-1 0 0,-1 0 1 0 0,1 0 0 0 0,-1 0 0 0 0,-1 0 0 0 0,1-1 0 0 0,-1 0 0 0 0,0 0 0 0 0,0-1 0 0 0,0 1 0 0 0,-11 5-1 0 0,10-8-145 0 0,1 1-1 0 0,-1-1 1 0 0,0 0-1 0 0,0 0 1 0 0,1-1-1 0 0,-1 0 1 0 0,0 0-1 0 0,0 0 1 0 0,0-1-1 0 0,-1-1 0 0 0,-7 0 1 0 0,7 0-1057 0 0,0-1 1 0 0,0 1-1 0 0,1-2 1 0 0,-1 1 0 0 0,-12-6-1 0 0,0-5-4334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31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2924 0 0,'4'-12'3510'0'0,"-3"8"-2807"0"0,1-1 1 0 0,-1 0 0 0 0,0 1 0 0 0,0-1 0 0 0,0 0 0 0 0,0 1 0 0 0,-1-1 0 0 0,0-8 0 0 0,2 10-415 0 0,-2 3-282 0 0,0 0 1 0 0,0 0 0 0 0,0 0 0 0 0,0 0-1 0 0,0-1 1 0 0,0 1 0 0 0,0 0 0 0 0,0 0-1 0 0,0 0 1 0 0,0 0 0 0 0,0 0 0 0 0,1-1-1 0 0,-1 1 1 0 0,0 0 0 0 0,0 0 0 0 0,0 0-1 0 0,0 0 1 0 0,0 0 0 0 0,0 0 0 0 0,0 0-1 0 0,1-1 1 0 0,-1 1 0 0 0,0 0 0 0 0,0 0-1 0 0,0 0 1 0 0,0 0 0 0 0,0 0 0 0 0,1 0-1 0 0,-1 0 1 0 0,0 0 0 0 0,0 0 0 0 0,0 0-1 0 0,0 0 1 0 0,1 0 0 0 0,-1 0 0 0 0,0 0-1 0 0,0 0 1 0 0,0 0 0 0 0,0 0 0 0 0,1 0-1 0 0,-1 0 1 0 0,0 0 0 0 0,0 0 0 0 0,0 0-1 0 0,0 0 1 0 0,1 0 0 0 0,31 26-3885 0 0,-20-15 539 0 0,1 1-465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33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82 676 2248 0 0,'-3'0'1994'0'0,"0"0"-1467"0"0,-1 0 0 0 0,0 0 0 0 0,0 1 0 0 0,1-1 0 0 0,-1 1 0 0 0,1 0 0 0 0,-1 0 0 0 0,-5 3 0 0 0,6-2-410 0 0,1-1-1 0 0,-1 1 0 0 0,1-1 0 0 0,0 1 0 0 0,-1 0 0 0 0,1 0 1 0 0,0 0-1 0 0,0 0 0 0 0,0 1 0 0 0,1-1 0 0 0,-1 0 1 0 0,1 1-1 0 0,-1-1 0 0 0,1 1 0 0 0,0 0 0 0 0,0-1 0 0 0,0 1 1 0 0,0 0-1 0 0,-1 5 0 0 0,0 1-4 0 0,1-1 0 0 0,0 1 1 0 0,0 0-1 0 0,1-1 0 0 0,1 10 0 0 0,-1-15-31 0 0,1 0 0 0 0,-1-1-1 0 0,1 1 1 0 0,0-1 0 0 0,0 1-1 0 0,0 0 1 0 0,0-1 0 0 0,0 1-1 0 0,0-1 1 0 0,1 0 0 0 0,-1 0-1 0 0,1 1 1 0 0,0-1 0 0 0,-1 0-1 0 0,1 0 1 0 0,0 0 0 0 0,0-1 0 0 0,0 1-1 0 0,3 1 1 0 0,-3-2-36 0 0,0 0 0 0 0,0 0-1 0 0,0-1 1 0 0,1 1 0 0 0,-1-1 0 0 0,0 0 0 0 0,0 1-1 0 0,0-1 1 0 0,0 0 0 0 0,1 0 0 0 0,-1 0 0 0 0,0-1-1 0 0,0 1 1 0 0,0-1 0 0 0,3 0 0 0 0,30-12 255 0 0,-21 6-248 0 0,0-1-1 0 0,0-1 0 0 0,-1-1 1 0 0,0 0-1 0 0,-1 0 0 0 0,0-1 1 0 0,-1-1-1 0 0,0 0 0 0 0,-1 0 1 0 0,15-24-1 0 0,-3 0-15 0 0,-1-2 0 0 0,28-71 1 0 0,56-231 50 0 0,-85 264-77 0 0,-10 34-71 0 0,-6 24-34 0 0,-4 18 86 0 0,0 0 1 0 0,0 0-1 0 0,0 0 0 0 0,0 0 1 0 0,0 0-1 0 0,-1 0 0 0 0,1 0 0 0 0,0 0 1 0 0,0 0-1 0 0,0 0 0 0 0,0 0 0 0 0,0 0 1 0 0,0 0-1 0 0,-44 176-101 0 0,25-84 89 0 0,10-57-3 0 0,-29 144 7 0 0,35-153 25 0 0,0 0 0 0 0,1 1 1 0 0,2 0-1 0 0,5 46 0 0 0,-4-68-3 0 0,-1-1-1 0 0,1 1 1 0 0,1-1-1 0 0,-1 1 1 0 0,1-1-1 0 0,0 0 1 0 0,0 0-1 0 0,0 1 1 0 0,0-1-1 0 0,1-1 1 0 0,-1 1-1 0 0,1 0 1 0 0,4 3-1 0 0,-5-5 1 0 0,0 0-1 0 0,1 0 1 0 0,0 0 0 0 0,-1 0-1 0 0,1-1 1 0 0,0 1-1 0 0,0-1 1 0 0,0 0 0 0 0,0 0-1 0 0,0 0 1 0 0,0 0-1 0 0,0 0 1 0 0,1-1 0 0 0,-1 1-1 0 0,0-1 1 0 0,0 0-1 0 0,1 0 1 0 0,-1 0-1 0 0,6-2 1 0 0,8-2-6 0 0,0 0 0 0 0,-1-2 0 0 0,0 0 0 0 0,0-1 0 0 0,0 0 0 0 0,-1-2 0 0 0,0 0 0 0 0,0 0 0 0 0,-1-1 0 0 0,-1-1 0 0 0,1 0 0 0 0,19-23 0 0 0,-4 0-31 0 0,-1-1-1 0 0,-1-1 0 0 0,38-70 0 0 0,-31 44 12 0 0,-3-3 0 0 0,-3 0 0 0 0,36-129-1 0 0,-58 174-10 0 0,1-10-99 0 0,-7 29 100 0 0,-1 3 5 0 0,-7 19 0 0 0,-53 194-24 0 0,36-119 37 0 0,-73 262 78 0 0,92-339-11 0 0,4-13 65 0 0,0-1 0 0 0,0 1 0 0 0,1 0 0 0 0,0 0 0 0 0,-1 6 0 0 0,18-27 77 0 0,21-47-88 0 0,-21 33-93 0 0,2 0 0 0 0,24-30 0 0 0,-23 36-12 0 0,41-37-1 0 0,-52 54-12 0 0,0-1 1 0 0,0 1-1 0 0,1 0 1 0 0,0 1-1 0 0,0 0 1 0 0,1 0-1 0 0,0 1 0 0 0,15-4 1 0 0,-22 7 4 0 0,0 0 0 0 0,1 0 1 0 0,-1 0-1 0 0,1 1 0 0 0,-1 0 1 0 0,1 0-1 0 0,-1 0 0 0 0,0 0 0 0 0,1 0 1 0 0,-1 1-1 0 0,1-1 0 0 0,-1 1 1 0 0,0 0-1 0 0,1 0 0 0 0,-1 0 1 0 0,0 1-1 0 0,6 2 0 0 0,-6-1 2 0 0,0-1 0 0 0,0 1 1 0 0,0 0-1 0 0,0 0 0 0 0,0 1 0 0 0,-1-1 0 0 0,0 0 0 0 0,1 1 1 0 0,-1 0-1 0 0,0-1 0 0 0,-1 1 0 0 0,3 7 0 0 0,0 3 3 0 0,-1 0-1 0 0,0 1 1 0 0,-1-1-1 0 0,-1 1 1 0 0,0-1 0 0 0,-3 30-1 0 0,-2-4 5 0 0,-4 83 44 0 0,8-122-44 0 0,1 0-1 0 0,-1 0 0 0 0,0 0 1 0 0,1 0-1 0 0,-1 0 1 0 0,1 0-1 0 0,-1 0 1 0 0,1 0-1 0 0,0 0 1 0 0,-1-1-1 0 0,1 1 0 0 0,0 0 1 0 0,0 0-1 0 0,-1-1 1 0 0,1 1-1 0 0,0 0 1 0 0,0-1-1 0 0,0 1 0 0 0,0-1 1 0 0,0 1-1 0 0,0-1 1 0 0,0 1-1 0 0,0-1 1 0 0,0 0-1 0 0,0 1 1 0 0,0-1-1 0 0,0 0 0 0 0,0 0 1 0 0,0 0-1 0 0,0 0 1 0 0,0 0-1 0 0,0 0 1 0 0,0 0-1 0 0,0 0 1 0 0,1-1-1 0 0,0 1 0 0 0,12-3 11 0 0,1-1 0 0 0,-1 0 0 0 0,1-1 0 0 0,-1-1 0 0 0,-1 0 0 0 0,1-1 0 0 0,-1 0 0 0 0,0-1 0 0 0,20-17 0 0 0,0-3 6 0 0,-1-1 0 0 0,33-39 0 0 0,-45 45-15 0 0,-2 0 0 0 0,-1-1 0 0 0,0-1 0 0 0,13-30 0 0 0,-28 50-6 0 0,0-1 1 0 0,0 1-1 0 0,0-1 0 0 0,-1 1 0 0 0,1-12 0 0 0,-2 14-18 0 0,-3 4 15 0 0,-1-1-1 0 0,1 1 1 0 0,0-1-1 0 0,-1 1 1 0 0,1 0-1 0 0,0 0 1 0 0,0 1-1 0 0,0-1 0 0 0,0 1 1 0 0,0-1-1 0 0,0 1 1 0 0,0 0-1 0 0,1 0 1 0 0,-1 0-1 0 0,1 0 1 0 0,-1 1-1 0 0,1-1 1 0 0,0 1-1 0 0,0-1 1 0 0,-2 4-1 0 0,-6 7-3 0 0,1 0 1 0 0,1 1-1 0 0,-7 15 0 0 0,9-17 9 0 0,1 1 0 0 0,0-1 0 0 0,0 1 1 0 0,2 1-1 0 0,-1-1 0 0 0,2 0 0 0 0,-2 27 0 0 0,3-34 6 0 0,2 0 1 0 0,-1-1-1 0 0,1 1 1 0 0,0 0-1 0 0,0-1 0 0 0,0 1 1 0 0,1-1-1 0 0,-1 0 1 0 0,2 1-1 0 0,-1-1 1 0 0,0 0-1 0 0,1 0 0 0 0,0 0 1 0 0,0-1-1 0 0,1 1 1 0 0,-1-1-1 0 0,1 0 0 0 0,0 1 1 0 0,0-2-1 0 0,0 1 1 0 0,1 0-1 0 0,4 2 0 0 0,2 0 7 0 0,-1-1-1 0 0,1 0 0 0 0,0-1 0 0 0,0 0 0 0 0,1 0 0 0 0,-1-2 0 0 0,1 1 1 0 0,0-1-1 0 0,0-1 0 0 0,-1 0 0 0 0,1-1 0 0 0,0 0 0 0 0,13-2 0 0 0,-7-1-513 0 0,0 0 0 0 0,0 0 0 0 0,19-7 0 0 0,-22 4-1111 0 0,-1 1 1 0 0,1-2 0 0 0,19-12-1 0 0,-5 0-3728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33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73 1740 0 0,'-44'4'2329'0'0,"-149"24"7083"0"0,190-28-9074 0 0,6 0-60 0 0,44-6 79 0 0,66-19 0 0 0,-19 4-1103 0 0,108-19-5702 0 0,-130 27 1235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34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68 1556 0 0,'-2'-2'433'0'0,"0"0"-1"0"0,0-1 1 0 0,1 0 0 0 0,-1 0-1 0 0,0 1 1 0 0,1-1-1 0 0,0 0 1 0 0,0 0 0 0 0,0 0-1 0 0,0 0 1 0 0,0-1-1 0 0,0 1 1 0 0,1 0 0 0 0,0 0-1 0 0,-1 0 1 0 0,1 0-1 0 0,0-1 1 0 0,1 1 0 0 0,0-4-1 0 0,-1 5-166 0 0,19 0 300 0 0,-11 5-527 0 0,-1 1 1 0 0,1 1 0 0 0,-1-1-1 0 0,0 1 1 0 0,-1 1 0 0 0,1-1-1 0 0,-1 1 1 0 0,0 0-1 0 0,-1 1 1 0 0,0-1 0 0 0,0 1-1 0 0,0 0 1 0 0,0 0 0 0 0,-1 1-1 0 0,-1-1 1 0 0,6 15 0 0 0,-5-10-21 0 0,-1 0 0 0 0,0 0 1 0 0,0 0-1 0 0,-2 0 0 0 0,1 0 1 0 0,-2 0-1 0 0,1 0 0 0 0,-2 0 1 0 0,1 0-1 0 0,-2 1 0 0 0,-3 14 1 0 0,-2 6 150 0 0,7-31-93 0 0,-1-2-76 0 0,1 0 0 0 0,0-1-1 0 0,-1 1 1 0 0,1 0 0 0 0,0 0 0 0 0,-1 0-1 0 0,1 0 1 0 0,-1-1 0 0 0,1 1 0 0 0,0 0-1 0 0,-1 0 1 0 0,1 0 0 0 0,0-1-1 0 0,0 1 1 0 0,-1 0 0 0 0,1-1 0 0 0,0 1-1 0 0,-1 0 1 0 0,1-1 0 0 0,0 1 0 0 0,0 0-1 0 0,0-1 1 0 0,-1 1 0 0 0,1 0 0 0 0,0-1-1 0 0,0 1 1 0 0,0-1 0 0 0,3-17 1 0 0,2 1-1 0 0,0 0 1 0 0,1 0 0 0 0,0 0-1 0 0,12-20 1 0 0,-13 29-7 0 0,0 0 0 0 0,0 0 0 0 0,1 1 1 0 0,0 0-1 0 0,0 0 0 0 0,1 0 0 0 0,-1 1 0 0 0,2 0 0 0 0,-1 0 0 0 0,1 0 0 0 0,0 1 0 0 0,10-5 0 0 0,-11 7 7 0 0,-1 1 0 0 0,1 0-1 0 0,0 0 1 0 0,0 1-1 0 0,0 0 1 0 0,0 0-1 0 0,-1 1 1 0 0,1-1 0 0 0,0 2-1 0 0,0-1 1 0 0,0 1-1 0 0,0 0 1 0 0,0 0-1 0 0,0 1 1 0 0,0-1 0 0 0,-1 2-1 0 0,1-1 1 0 0,-1 1-1 0 0,1 0 1 0 0,-1 0-1 0 0,10 8 1 0 0,-10-7-1 0 0,0 0 0 0 0,0 1 0 0 0,-1 0 0 0 0,1 0 0 0 0,-1 0 1 0 0,0 1-1 0 0,0 0 0 0 0,-1 0 0 0 0,0 0 0 0 0,0 0 0 0 0,0 1 0 0 0,-1 0 0 0 0,0-1 0 0 0,0 1 0 0 0,0 1 0 0 0,-1-1 0 0 0,-1 0 1 0 0,1 0-1 0 0,-1 1 0 0 0,1 7 0 0 0,-3-1 32 0 0,0-1 1 0 0,-1 0-1 0 0,-6 21 1 0 0,8-34-32 0 0,0 1-1 0 0,-1 0 1 0 0,1 0 0 0 0,0-1 0 0 0,-1 1 0 0 0,1 0-1 0 0,0 0 1 0 0,-1-1 0 0 0,1 1 0 0 0,-1 0 0 0 0,1-1-1 0 0,-1 1 1 0 0,1-1 0 0 0,-1 1 0 0 0,0-1 0 0 0,1 1-1 0 0,-1-1 1 0 0,0 1 0 0 0,1-1 0 0 0,-1 0-1 0 0,0 1 1 0 0,0-1 0 0 0,-1 1 0 0 0,2-1-2 0 0,-1 0 1 0 0,1 0-1 0 0,-1 0 0 0 0,1 0 1 0 0,-1 0-1 0 0,1-1 1 0 0,-1 1-1 0 0,1 0 0 0 0,-1 0 1 0 0,1 0-1 0 0,-1 0 0 0 0,1 0 1 0 0,-1-1-1 0 0,1 1 1 0 0,0 0-1 0 0,-1 0 0 0 0,1-1 1 0 0,-1 1-1 0 0,1 0 1 0 0,0-1-1 0 0,-1 1 0 0 0,1-1 1 0 0,0 1-1 0 0,-1 0 0 0 0,1-1 1 0 0,0 1-1 0 0,0-1 1 0 0,-1 1-1 0 0,1 0 0 0 0,0-1 1 0 0,0 1-1 0 0,0-1 1 0 0,0 1-1 0 0,0-1 0 0 0,0 1 1 0 0,-1-1-1 0 0,1 1 0 0 0,0-2 1 0 0,0-9-2 0 0,0 0 0 0 0,0 0-1 0 0,1-1 1 0 0,0 1 0 0 0,1 0 0 0 0,0 0 0 0 0,1 1 0 0 0,0-1 0 0 0,1 0-1 0 0,0 1 1 0 0,0 0 0 0 0,8-13 0 0 0,-3 9 2 0 0,0 0 0 0 0,1 0 1 0 0,0 1-1 0 0,1 1 0 0 0,1 0 0 0 0,0 0 0 0 0,24-17 0 0 0,-33 26-3 0 0,1 1-1 0 0,-1 0 0 0 0,0 0 0 0 0,1 0 0 0 0,0 0 0 0 0,-1 1 0 0 0,1-1 1 0 0,0 1-1 0 0,0 0 0 0 0,0 0 0 0 0,0 0 0 0 0,0 1 0 0 0,0-1 0 0 0,0 1 0 0 0,0 0 1 0 0,0 0-1 0 0,6 1 0 0 0,-7 0 0 0 0,0 0 1 0 0,0 1-1 0 0,0-1 1 0 0,0 0-1 0 0,0 1 1 0 0,-1 0-1 0 0,1-1 1 0 0,0 1-1 0 0,-1 0 1 0 0,1 1-1 0 0,-1-1 1 0 0,0 0-1 0 0,0 1 1 0 0,0-1-1 0 0,0 1 1 0 0,0-1-1 0 0,0 1 1 0 0,-1 0-1 0 0,1 0 1 0 0,-1 0-1 0 0,2 5 1 0 0,-1 0 2 0 0,0 0 0 0 0,0 0 0 0 0,0 0 0 0 0,-1 1 0 0 0,-1-1 0 0 0,1 0 0 0 0,-2 15-1 0 0,-2 4 15 0 0,-8 29-1 0 0,-3 21-13 0 0,14-76 3 0 0,-1-1 0 0 0,1 1 0 0 0,0 0 0 0 0,0 0 0 0 0,0 0 0 0 0,0-1 1 0 0,0 1-1 0 0,0 0 0 0 0,0 0 0 0 0,0 0 0 0 0,0-1 0 0 0,0 1 0 0 0,1 0 0 0 0,-1 0 0 0 0,0 0 1 0 0,0-1-1 0 0,1 1 0 0 0,-1 0 0 0 0,1 0 0 0 0,-1-1 0 0 0,0 1 0 0 0,1 0 0 0 0,-1-1 0 0 0,1 1 0 0 0,0-1 1 0 0,-1 1-1 0 0,2 1 0 0 0,-1-2-12 0 0,1 0 0 0 0,-1 1 0 0 0,1-1 0 0 0,-1 0 0 0 0,1 0 0 0 0,-1 0 0 0 0,0 0 0 0 0,1 0 0 0 0,-1 0 0 0 0,1 0 0 0 0,-1-1 0 0 0,1 1 0 0 0,-1-1 0 0 0,2 0 0 0 0,7-3-211 0 0,0-1 0 0 0,0 0 0 0 0,10-7 0 0 0,-18 11 119 0 0,19-14-343 0 0,0 0 1 0 0,-1-2-1 0 0,-1 0 0 0 0,25-29 0 0 0,-9 4 1109 0 0,30-49 0 0 0,-37 47 790 0 0,-27 43-1234 0 0,-16 33 48 0 0,9-21-239 0 0,1 1 0 0 0,0 0 0 0 0,1 1 0 0 0,0-1 0 0 0,1 1 0 0 0,1-1 0 0 0,-2 15 0 0 0,3-19-11 0 0,1 0 1 0 0,0-1-1 0 0,0 1 1 0 0,0 0-1 0 0,1 0 1 0 0,0-1-1 0 0,1 1 1 0 0,0-1-1 0 0,0 1 1 0 0,0-1-1 0 0,1 1 1 0 0,0-1-1 0 0,5 7 1 0 0,-6-11-10 0 0,1 0 0 0 0,-1 0 0 0 0,1 0 0 0 0,0 0 0 0 0,0-1 0 0 0,1 1-1 0 0,-1-1 1 0 0,0 0 0 0 0,1 0 0 0 0,0 0 0 0 0,-1 0 0 0 0,1-1 0 0 0,0 0 0 0 0,0 1 0 0 0,0-1 0 0 0,0-1 0 0 0,0 1 0 0 0,0 0 0 0 0,0-1 0 0 0,0 0 0 0 0,5 0 0 0 0,-1-1-335 0 0,0 1 1 0 0,0-1 0 0 0,0-1-1 0 0,9-2 1 0 0,-10 1-690 0 0,0 1 1 0 0,0-1 0 0 0,0 0-1 0 0,7-5 1 0 0,2-3-2977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34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41 1204 0 0,'-1'0'259'0'0,"-58"-30"6517"0"0,53 28-6464 0 0,1 0 0 0 0,-1 0-1 0 0,0 1 1 0 0,0 0-1 0 0,1 0 1 0 0,-1 0 0 0 0,0 1-1 0 0,0 0 1 0 0,-7 0 0 0 0,12 1-311 0 0,0-1 0 0 0,0 0 0 0 0,0 1 0 0 0,0-1 0 0 0,0 1 0 0 0,-1-1 0 0 0,1 1 0 0 0,0-1 0 0 0,0 1 0 0 0,0 0 0 0 0,0-1 0 0 0,1 1 0 0 0,-1 0 0 0 0,0 0 0 0 0,0 0 0 0 0,0 0 0 0 0,1 0 0 0 0,-1 0 0 0 0,0 2 0 0 0,0-3-237 0 0,1 1 0 0 0,0 0-1 0 0,-1 0 1 0 0,1-1 0 0 0,0 1 0 0 0,0 0 0 0 0,0 0-1 0 0,0-1 1 0 0,0 1 0 0 0,0 0 0 0 0,0 0 0 0 0,0 0-1 0 0,0-1 1 0 0,0 1 0 0 0,0 0 0 0 0,0 0 0 0 0,0-1-1 0 0,1 1 1 0 0,-1 0 0 0 0,1 0 0 0 0,6 12-3776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35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88 164 0 0,'-16'-18'6433'0'0,"14"15"-6052"0"0,1 0 1 0 0,0 1-1 0 0,0-1 0 0 0,0 0 1 0 0,0 0-1 0 0,0 0 1 0 0,0 0-1 0 0,1 0 1 0 0,-1-4-1 0 0,1 6-330 0 0,1 0-1 0 0,-1 0 1 0 0,0 0 0 0 0,1 0-1 0 0,-1 0 1 0 0,1 0 0 0 0,-1 0-1 0 0,1 0 1 0 0,-1 1 0 0 0,1-1-1 0 0,0 0 1 0 0,-1 0 0 0 0,1 1-1 0 0,0-1 1 0 0,0 0 0 0 0,-1 1-1 0 0,1-1 1 0 0,0 1 0 0 0,0-1-1 0 0,0 1 1 0 0,1-1 0 0 0,0 0-5 0 0,0 0 1 0 0,0 0-1 0 0,0 1 1 0 0,0-1 0 0 0,0 1-1 0 0,0-1 1 0 0,0 1 0 0 0,0 0-1 0 0,0-1 1 0 0,4 2-1 0 0,1 0-27 0 0,1 1 0 0 0,-1-1 0 0 0,0 2 0 0 0,0-1 0 0 0,-1 1 0 0 0,1 0 0 0 0,0 1 0 0 0,-1 0 0 0 0,0 0-1 0 0,0 0 1 0 0,0 0 0 0 0,-1 1 0 0 0,1 0 0 0 0,-1 0 0 0 0,0 1 0 0 0,0 0 0 0 0,-1-1 0 0 0,0 1 0 0 0,0 1-1 0 0,0-1 1 0 0,-1 1 0 0 0,0-1 0 0 0,0 1 0 0 0,-1 0 0 0 0,0 0 0 0 0,0 0 0 0 0,0 0 0 0 0,-1 1 0 0 0,0-1 0 0 0,0 0-1 0 0,-1 1 1 0 0,0-1 0 0 0,-1 0 0 0 0,1 1 0 0 0,-1-1 0 0 0,-4 12 0 0 0,0-2 465 0 0,0-1 0 0 0,-2 0 0 0 0,-13 26 1 0 0,18-40 113 0 0,2-2-588 0 0,-1 0 0 0 0,0-1 0 0 0,1 1-1 0 0,-1 0 1 0 0,1 0 0 0 0,-1 0 0 0 0,0-1 0 0 0,1 1 0 0 0,-1 0 0 0 0,1-1 0 0 0,-1 1 0 0 0,1 0 0 0 0,-1-1 0 0 0,1 1 0 0 0,-1-1 0 0 0,1 1 0 0 0,-1-1 0 0 0,1 1 0 0 0,-1-1-1 0 0,1 1 1 0 0,0-1 0 0 0,-1 0 0 0 0,1 1 0 0 0,0-1 0 0 0,0 1 0 0 0,0-1 0 0 0,-1 0 0 0 0,1 1 0 0 0,0-1 0 0 0,0 0 0 0 0,0 1 0 0 0,0-1 0 0 0,0 0 0 0 0,0 1 0 0 0,0-1-1 0 0,0 1 1 0 0,0-1 0 0 0,0 0 0 0 0,0 1 0 0 0,1-2 0 0 0,7-31 46 0 0,-7 28-24 0 0,6-15-16 0 0,0 1 0 0 0,1 0 0 0 0,1 1 0 0 0,1 0-1 0 0,0 0 1 0 0,19-22 0 0 0,-21 29-22 0 0,0 1 0 0 0,1 1 0 0 0,0-1-1 0 0,0 2 1 0 0,1-1 0 0 0,0 1 0 0 0,1 1 0 0 0,0 0-1 0 0,0 0 1 0 0,1 1 0 0 0,13-5 0 0 0,-23 10 4 0 0,0 0 0 0 0,0 0 0 0 0,0 1-1 0 0,0-1 1 0 0,1 1 0 0 0,-1-1 0 0 0,0 1 0 0 0,0 0 0 0 0,0-1 0 0 0,1 1 0 0 0,-1 1 0 0 0,0-1 0 0 0,0 0 0 0 0,0 0 0 0 0,0 1-1 0 0,1-1 1 0 0,-1 1 0 0 0,0 0 0 0 0,0 0 0 0 0,0-1 0 0 0,0 1 0 0 0,0 1 0 0 0,0-1 0 0 0,-1 0 0 0 0,1 0 0 0 0,0 1 0 0 0,0-1 0 0 0,-1 1-1 0 0,1-1 1 0 0,-1 1 0 0 0,0 0 0 0 0,1 0 0 0 0,-1-1 0 0 0,0 1 0 0 0,0 0 0 0 0,0 0 0 0 0,0 0 0 0 0,0 0 0 0 0,-1 0 0 0 0,1 1-1 0 0,0 3 1 0 0,2 8-14 0 0,-1 0-1 0 0,-1 0 0 0 0,0 0 0 0 0,-2 28 1 0 0,1-39 15 0 0,-7 52 1 0 0,4-44 1 0 0,1 1 1 0 0,1 0-1 0 0,0 0 0 0 0,1 0 0 0 0,0 0 0 0 0,2 13 0 0 0,-2-23 2 0 0,1 0 0 0 0,-1-1 0 0 0,0 1 0 0 0,1-1 0 0 0,-1 1 0 0 0,1-1 0 0 0,0 1 0 0 0,0-1 0 0 0,-1 1 0 0 0,1-1 0 0 0,0 0 0 0 0,0 1-1 0 0,0-1 1 0 0,0 0 0 0 0,1 0 0 0 0,-1 0 0 0 0,0 0 0 0 0,0 0 0 0 0,1 0 0 0 0,-1 0 0 0 0,1 0 0 0 0,1 0 0 0 0,-1 0 0 0 0,1 0 0 0 0,0 0 0 0 0,0-1 0 0 0,0 0 0 0 0,0 1 1 0 0,0-1-1 0 0,0 0 0 0 0,-1 0 0 0 0,1-1 0 0 0,0 1 0 0 0,4-2 0 0 0,3 0-18 0 0,-1-2 0 0 0,0 1 0 0 0,0-1 0 0 0,0 0-1 0 0,0-1 1 0 0,10-8 0 0 0,-8 5-43 0 0,-1-1-1 0 0,0 0 1 0 0,-1-1 0 0 0,0 0-1 0 0,-1-1 1 0 0,0 1 0 0 0,8-17-1 0 0,38-85-89 0 0,-51 106 143 0 0,17-57 241 0 0,-19 61-199 0 0,-3 2-31 0 0,1 1-6 0 0,-1 0 0 0 0,1-1 0 0 0,-1 1 0 0 0,1 0 0 0 0,-1 0 0 0 0,1 0 0 0 0,0 0 0 0 0,-1 0 0 0 0,1 1 0 0 0,0-1 0 0 0,0 0 0 0 0,0 0 1 0 0,0 1-1 0 0,0-1 0 0 0,0 1 0 0 0,0-1 0 0 0,1 1 0 0 0,-1-1 0 0 0,0 1 0 0 0,1-1 0 0 0,-1 1 0 0 0,1 0 0 0 0,0 1 0 0 0,-2 2-12 0 0,-6 17 18 0 0,2 0 0 0 0,0 0-1 0 0,-3 24 1 0 0,8-39 10 0 0,0 0 0 0 0,1 0 0 0 0,-1-1 1 0 0,1 1-1 0 0,1 0 0 0 0,0 0 0 0 0,-1-1 0 0 0,2 1 0 0 0,-1 0 0 0 0,1-1 1 0 0,0 1-1 0 0,1-1 0 0 0,-1 0 0 0 0,1 0 0 0 0,4 7 0 0 0,-4-10-23 0 0,-1-1-1 0 0,1 1 0 0 0,0 0 0 0 0,-1-1 0 0 0,1 1 0 0 0,0-1 0 0 0,1 0 0 0 0,-1 0 0 0 0,0 0 1 0 0,1 0-1 0 0,-1-1 0 0 0,1 1 0 0 0,-1-1 0 0 0,1 0 0 0 0,0 0 0 0 0,-1 0 0 0 0,1-1 0 0 0,0 1 1 0 0,0-1-1 0 0,-1 0 0 0 0,1 0 0 0 0,0 0 0 0 0,0 0 0 0 0,5-2 0 0 0,-2 1-385 0 0,0-1 0 0 0,0 0 1 0 0,0 0-1 0 0,-1-1 0 0 0,10-5 0 0 0,-10 5-605 0 0,0-1 0 0 0,0 0 0 0 0,0 0 0 0 0,-1-1 0 0 0,6-5 0 0 0,6-9-3625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35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47 2076 0 0,'-12'-11'1808'0'0,"1"4"-376"0"0,1 1-255 0 0,0-1-261 0 0,1 1 400 0 0,-6 0-540 0 0,-1 2-236 0 0,3 6-188 0 0,2 3-248 0 0,3 7-576 0 0,6 2-3304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37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32 233 216 0 0,'-3'-2'735'0'0,"0"0"0"0"0,0-1 1 0 0,0 0-1 0 0,1 0 0 0 0,0 0 0 0 0,-1 0 0 0 0,1 0 1 0 0,0 0-1 0 0,1 0 0 0 0,-3-5 0 0 0,3 6-622 0 0,1 1 0 0 0,-1-1 0 0 0,1 1 0 0 0,-1 0 0 0 0,1-1 0 0 0,0 1 0 0 0,0-1-1 0 0,-1 1 1 0 0,1-1 0 0 0,0 1 0 0 0,0-1 0 0 0,1 1 0 0 0,-1-1 0 0 0,0 1 0 0 0,0-1 0 0 0,1 1 0 0 0,-1-1 0 0 0,1 1 0 0 0,-1-1 0 0 0,1 1 0 0 0,-1 0-1 0 0,1-1 1 0 0,0 1 0 0 0,0 0 0 0 0,0 0 0 0 0,0-1 0 0 0,0 1 0 0 0,0 0 0 0 0,0 0 0 0 0,2-1 0 0 0,0 0-79 0 0,0 0 1 0 0,0 1-1 0 0,1-1 1 0 0,-1 1-1 0 0,1 0 1 0 0,-1 0 0 0 0,1 0-1 0 0,0 0 1 0 0,-1 1-1 0 0,1-1 1 0 0,0 1-1 0 0,-1 0 1 0 0,1 0-1 0 0,0 0 1 0 0,0 1-1 0 0,-1 0 1 0 0,1-1 0 0 0,-1 1-1 0 0,1 0 1 0 0,0 0-1 0 0,-1 1 1 0 0,0-1-1 0 0,1 1 1 0 0,-1 0-1 0 0,0 0 1 0 0,5 4 0 0 0,-2-2-24 0 0,0 0 0 0 0,-1 1 0 0 0,0 0 0 0 0,0 0 1 0 0,0 0-1 0 0,0 1 0 0 0,-1 0 0 0 0,0 0 0 0 0,0 0 1 0 0,-1 0-1 0 0,1 0 0 0 0,-1 1 0 0 0,3 11 0 0 0,-4-9 8 0 0,0 0 0 0 0,-1 0-1 0 0,0-1 1 0 0,0 1-1 0 0,-1 0 1 0 0,0 0 0 0 0,-1 0-1 0 0,0 0 1 0 0,0 0-1 0 0,-5 13 1 0 0,5-16 24 0 0,-1 0 0 0 0,0 0 0 0 0,0 0 0 0 0,0 0 1 0 0,-1-1-1 0 0,-4 8 0 0 0,6-12 36 0 0,0-1-78 0 0,1-1 0 0 0,0 1 0 0 0,-1 0 1 0 0,1 0-1 0 0,-1 0 0 0 0,1 0 0 0 0,-1-1 1 0 0,1 1-1 0 0,0 0 0 0 0,-1 0 0 0 0,1-1 1 0 0,0 1-1 0 0,-1 0 0 0 0,1-1 0 0 0,0 1 1 0 0,-1 0-1 0 0,1-1 0 0 0,0 1 0 0 0,0-1 1 0 0,-1 1-1 0 0,1 0 0 0 0,0-1 0 0 0,0 0 1 0 0,1-13-1 0 0,2-1 1 0 0,0 1 0 0 0,0 0-1 0 0,2 0 1 0 0,0 1 0 0 0,0-1-1 0 0,1 1 1 0 0,1 0 0 0 0,0 1-1 0 0,0 0 1 0 0,2 0 0 0 0,-1 0-1 0 0,1 1 1 0 0,1 0 0 0 0,16-13-1 0 0,-22 20-5 0 0,0 2 0 0 0,0-1 0 0 0,0 0 0 0 0,1 1 0 0 0,-1 0 0 0 0,1 0 0 0 0,-1 0-1 0 0,1 1 1 0 0,0-1 0 0 0,0 1 0 0 0,-1 0 0 0 0,1 1 0 0 0,0-1 0 0 0,0 1 0 0 0,0 0 0 0 0,0 0 0 0 0,0 1 0 0 0,8 1-1 0 0,-9-1 3 0 0,-1 0-1 0 0,1 0 1 0 0,-1 1-1 0 0,0-1 1 0 0,0 1-1 0 0,1 0 0 0 0,-1 0 1 0 0,0 0-1 0 0,0 1 1 0 0,-1-1-1 0 0,1 1 1 0 0,0-1-1 0 0,-1 1 0 0 0,0 0 1 0 0,1 0-1 0 0,-1 0 1 0 0,0 0-1 0 0,-1 0 1 0 0,1 1-1 0 0,-1-1 0 0 0,1 1 1 0 0,-1-1-1 0 0,0 1 1 0 0,0-1-1 0 0,0 5 1 0 0,0 2 15 0 0,0 0 1 0 0,-1 0 0 0 0,0 0 0 0 0,0 0-1 0 0,-2 0 1 0 0,-2 16 0 0 0,-20 57 112 0 0,23-81 79 0 0,12-6-170 0 0,-7 0-33 0 0,0 1 0 0 0,0-1 0 0 0,0 0 0 0 0,-1 0 0 0 0,0 0 0 0 0,0-1 0 0 0,5-8 1 0 0,2-3 7 0 0,15-18-16 0 0,1 1 1 0 0,2 2-1 0 0,1 1 1 0 0,42-33-1 0 0,-71 62 0 0 0,1 0 0 0 0,0 0 1 0 0,0 0-1 0 0,0 0 0 0 0,0 0 0 0 0,1 1 1 0 0,-1-1-1 0 0,0 0 0 0 0,0 1 0 0 0,0-1 1 0 0,1 1-1 0 0,-1 0 0 0 0,0-1 0 0 0,0 1 1 0 0,1 0-1 0 0,-1 0 0 0 0,0-1 0 0 0,1 1 1 0 0,-1 0-1 0 0,0 0 0 0 0,0 1 0 0 0,1-1 1 0 0,1 0-1 0 0,-1 1 2 0 0,-1 0 0 0 0,0 0 1 0 0,0 0-1 0 0,0 0 0 0 0,0 0 0 0 0,0 0 1 0 0,0 1-1 0 0,0-1 0 0 0,-1 0 0 0 0,1 0 0 0 0,0 1 1 0 0,-1-1-1 0 0,1 0 0 0 0,-1 1 0 0 0,1-1 1 0 0,-1 1-1 0 0,1 1 0 0 0,0 8 0 0 0,0-1-1 0 0,0 0 1 0 0,-1 1-1 0 0,-2 17 1 0 0,-2 8 20 0 0,0-16-5 0 0,2-1 1 0 0,0 1-1 0 0,1 0 0 0 0,1 0 0 0 0,1 0 0 0 0,3 20 1 0 0,-3-38-2 0 0,-1 0 0 0 0,1 0-1 0 0,0 0 1 0 0,0 0 0 0 0,-1 0 0 0 0,1-1 0 0 0,0 1 0 0 0,1 0 0 0 0,-1 0 0 0 0,0-1 0 0 0,0 1 0 0 0,1 0 0 0 0,-1-1 0 0 0,1 0 0 0 0,-1 1 0 0 0,1-1 0 0 0,0 0 0 0 0,-1 0 0 0 0,1 0 0 0 0,2 1 0 0 0,0 0 2 0 0,-1-1 0 0 0,1-1 1 0 0,-1 1-1 0 0,1 0 1 0 0,-1-1-1 0 0,1 0 0 0 0,0 0 1 0 0,-1 0-1 0 0,1 0 0 0 0,7-1 1 0 0,-3-1-2 0 0,1 0 0 0 0,-1-1 0 0 0,0 0 0 0 0,0 0 0 0 0,0-1 0 0 0,0 0 0 0 0,-1 0 0 0 0,1-1 0 0 0,8-6 0 0 0,-4-1-5 0 0,0-1-1 0 0,0 1 1 0 0,-1-2 0 0 0,-1 0-1 0 0,0 0 1 0 0,8-17-1 0 0,-5 5 7 0 0,-1-1-1 0 0,15-49 0 0 0,-24 67-3 0 0,2-10-51 0 0,-7 15 13 0 0,-5 9 11 0 0,4-1 15 0 0,1-1 1 0 0,-1 1 0 0 0,1 0-1 0 0,0 1 1 0 0,0-1 0 0 0,0 0-1 0 0,1 1 1 0 0,-1-1 0 0 0,0 9 0 0 0,-2 2-2 0 0,-2 3 23 0 0,2 0-1 0 0,-4 26 0 0 0,7-37-10 0 0,0 0 0 0 0,1 0 0 0 0,0 0 0 0 0,0 0 0 0 0,1 0 0 0 0,0 0 0 0 0,0 0 0 0 0,1 0 0 0 0,3 9 0 0 0,-3-13 5 0 0,-1 0 0 0 0,1 0 0 0 0,1 0-1 0 0,-1 0 1 0 0,0 0 0 0 0,1 0 0 0 0,-1-1 0 0 0,1 1 0 0 0,0-1 0 0 0,0 0 0 0 0,0 0 0 0 0,0 0 0 0 0,0 0 0 0 0,0-1 0 0 0,0 1 0 0 0,1-1 0 0 0,-1 0 0 0 0,0 0 0 0 0,1 0 0 0 0,0 0 0 0 0,-1 0 0 0 0,1-1 0 0 0,-1 0 0 0 0,8 0 0 0 0,0 0-56 0 0,1 0 0 0 0,0-1 0 0 0,-1-1 0 0 0,1 0 0 0 0,-1 0 0 0 0,17-7 0 0 0,-15 4-181 0 0,0-1-1 0 0,-1-1 1 0 0,1 0 0 0 0,-1-1 0 0 0,-1 0 0 0 0,1-1-1 0 0,-2 0 1 0 0,1 0 0 0 0,15-19 0 0 0,-15 14 150 0 0,0 0 1 0 0,-1-1 0 0 0,-1 0 0 0 0,0-1 0 0 0,-1 0 0 0 0,-1 0 0 0 0,8-23 0 0 0,0-13 1349 0 0,-15 50-1164 0 0,1 0-92 0 0,2-4 360 0 0,-6 17 89 0 0,-14 41 393 0 0,8-26-678 0 0,0 0-1 0 0,2 1 1 0 0,1 0 0 0 0,1 0-1 0 0,-1 32 1 0 0,6-57-170 0 0,0 0 0 0 0,0 0 0 0 0,0 0 0 0 0,0 1 0 0 0,1-1 0 0 0,-1 0 0 0 0,1 0 0 0 0,-1 0 1 0 0,1 0-1 0 0,0 0 0 0 0,0 0 0 0 0,0 0 0 0 0,0 0 0 0 0,0 0 0 0 0,1-1 0 0 0,-1 1 0 0 0,1 0 0 0 0,-1-1 0 0 0,1 1 0 0 0,3 2 0 0 0,-2-2-60 0 0,1 0 0 0 0,-1 0-1 0 0,1-1 1 0 0,0 1 0 0 0,0-1 0 0 0,0 0-1 0 0,0 0 1 0 0,-1 0 0 0 0,2 0 0 0 0,6-1-1 0 0,-3 1-172 0 0,1-2-1 0 0,0 1 0 0 0,-1-1 0 0 0,1 0 0 0 0,-1-1 0 0 0,0 0 1 0 0,0-1-1 0 0,1 1 0 0 0,-1-1 0 0 0,11-7 0 0 0,-7 2-43 0 0,-1-1-1 0 0,0-1 1 0 0,-1 0 0 0 0,0 0-1 0 0,-1-1 1 0 0,0 0 0 0 0,0-1-1 0 0,-1 1 1 0 0,8-19 0 0 0,6-15 551 0 0,21-61 0 0 0,-35 83 145 0 0,18-47 1373 0 0,-25 69-1666 0 0,-1 1-97 0 0,1 1 0 0 0,0-1 1 0 0,-1 1-1 0 0,1-1 0 0 0,0 1 0 0 0,-1 0 1 0 0,1-1-1 0 0,-1 1 0 0 0,1 0 0 0 0,-1-1 1 0 0,1 1-1 0 0,-1 0 0 0 0,0 0 0 0 0,1-1 1 0 0,-1 2-1 0 0,-2 33 491 0 0,-1 0 0 0 0,-2-1-1 0 0,-1 0 1 0 0,-2 0 0 0 0,-1 0 0 0 0,-21 47 0 0 0,11-30 1009 0 0,19-50-1034 0 0,3-17-301 0 0,5-4-161 0 0,0 0 0 0 0,1 0 0 0 0,1 0 0 0 0,1 1-1 0 0,15-20 1 0 0,-16 26-51 0 0,0 1 1 0 0,0 0-1 0 0,1 1 0 0 0,1 0 0 0 0,0 1 0 0 0,1 0 0 0 0,23-14 0 0 0,-32 22-3 0 0,1-1 0 0 0,0 1-1 0 0,0 0 1 0 0,0 0 0 0 0,0 1-1 0 0,0 0 1 0 0,0-1 0 0 0,0 2-1 0 0,1-1 1 0 0,-1 1 0 0 0,0-1 0 0 0,1 2-1 0 0,-1-1 1 0 0,9 2 0 0 0,-7 0-2 0 0,0 0 1 0 0,0 0-1 0 0,0 1 1 0 0,0 0 0 0 0,-1 0-1 0 0,1 1 1 0 0,-1 0-1 0 0,0 0 1 0 0,9 9-1 0 0,-4-3 8 0 0,-1 0 1 0 0,-1 1-1 0 0,0 0 0 0 0,-1 0 0 0 0,0 1 0 0 0,0 0 0 0 0,-2 0 0 0 0,1 1 0 0 0,-2 0 0 0 0,8 22 0 0 0,-6 1 113 0 0,-7-34-84 0 0,-2 8 86 0 0,2-16-115 0 0,0 1 0 0 0,0-1-1 0 0,0 0 1 0 0,1 0 0 0 0,0 0 0 0 0,1 0 0 0 0,-1 1 0 0 0,5-10-1 0 0,22-49-130 0 0,-20 48 100 0 0,2-3 1 0 0,1 0 0 0 0,0 0 0 0 0,2 1 0 0 0,16-19 0 0 0,-19 26 6 0 0,0 1 0 0 0,0 0 0 0 0,1 0 0 0 0,1 1 0 0 0,-1 1 0 0 0,1 0 0 0 0,18-9 0 0 0,-26 15 7 0 0,0 0 0 0 0,0 1 0 0 0,0-1-1 0 0,0 1 1 0 0,0 0 0 0 0,0 0-1 0 0,1 1 1 0 0,-1-1 0 0 0,0 1 0 0 0,1 0-1 0 0,-1 0 1 0 0,1 0 0 0 0,4 1-1 0 0,-7 0 15 0 0,0 0 1 0 0,0-1-1 0 0,0 1 0 0 0,0 0 0 0 0,0 0 0 0 0,0 1 0 0 0,0-1 0 0 0,0 0 0 0 0,-1 1 0 0 0,1-1 0 0 0,0 1 0 0 0,-1-1 0 0 0,1 1 0 0 0,-1-1 0 0 0,0 1 1 0 0,1 0-1 0 0,-1 0 0 0 0,0 0 0 0 0,0 0 0 0 0,0 0 0 0 0,-1 0 0 0 0,1 0 0 0 0,0 0 0 0 0,-1 0 0 0 0,1 1 0 0 0,-1-1 0 0 0,0 3 0 0 0,1 6 2 0 0,-1-1 0 0 0,-1 1-1 0 0,0 0 1 0 0,0-1 0 0 0,-4 14-1 0 0,2-16 6 0 0,2 0 0 0 0,-1 0 1 0 0,1 0-1 0 0,0 1 0 0 0,1-1 0 0 0,0 1 0 0 0,0-1 0 0 0,1 0 1 0 0,1 10-1 0 0,0-14-10 0 0,0-1 1 0 0,0 1 0 0 0,0-1-1 0 0,0 0 1 0 0,0 0 0 0 0,1 0-1 0 0,-1 0 1 0 0,1 0-1 0 0,0-1 1 0 0,0 1 0 0 0,0-1-1 0 0,0 0 1 0 0,0 0-1 0 0,1 0 1 0 0,-1 0 0 0 0,1 0-1 0 0,-1-1 1 0 0,1 0 0 0 0,0 1-1 0 0,-1-1 1 0 0,7 0-1 0 0,9 3-514 0 0,0-1-1 0 0,37 0 1 0 0,-10-3-1888 0 0,1-3 0 0 0,-1-2 1 0 0,54-12-1 0 0,-39 5-3001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39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25 923 1304 0 0,'0'0'1873'0'0,"-25"14"8967"0"0,36-26-9674 0 0,24-20-1392 0 0,123-91 505 0 0,56-49-146 0 0,-189 150-111 0 0,-2 3-5 0 0,-1-2-1 0 0,-1 0 0 0 0,-1-2 0 0 0,29-39 0 0 0,-49 61-22 0 0,1 0-1 0 0,-1 0 1 0 0,1 0 0 0 0,-1 0-1 0 0,1 0 1 0 0,-1 0-1 0 0,0 0 1 0 0,1 0 0 0 0,-1 0-1 0 0,0 0 1 0 0,0 0 0 0 0,0 0-1 0 0,0 0 1 0 0,0 0-1 0 0,0 0 1 0 0,0 0 0 0 0,0 0-1 0 0,0 0 1 0 0,0-1 0 0 0,-1 1-1 0 0,1 0 1 0 0,-1-1-1 0 0,0 1 4 0 0,1 1 0 0 0,-1-1 0 0 0,1 1 0 0 0,-1-1 0 0 0,0 1 0 0 0,1-1 0 0 0,-1 1 0 0 0,0 0 0 0 0,1 0 0 0 0,-1-1 0 0 0,0 1 0 0 0,1 0 0 0 0,-1 0 0 0 0,0 0 0 0 0,0 0 0 0 0,1 0 0 0 0,-1 0 0 0 0,0 0 0 0 0,0 0 0 0 0,1 0 0 0 0,-1 0 0 0 0,0 0 0 0 0,1 0 0 0 0,-1 0 0 0 0,0 1 0 0 0,1-1 0 0 0,-1 0 0 0 0,0 0 0 0 0,1 1 0 0 0,-1-1 0 0 0,0 1 0 0 0,1-1 0 0 0,-1 0 0 0 0,1 1 0 0 0,-2 0 0 0 0,-3 3-9 0 0,-1 0-1 0 0,1 0 1 0 0,1 0 0 0 0,-1 1-1 0 0,0-1 1 0 0,1 1-1 0 0,0 0 1 0 0,0 0-1 0 0,1 1 1 0 0,-1-1-1 0 0,-3 10 1 0 0,5-10 10 0 0,1-1-1 0 0,-1 1 1 0 0,1 0 0 0 0,0-1-1 0 0,1 1 1 0 0,-1 0 0 0 0,1 0 0 0 0,0 0-1 0 0,0 0 1 0 0,0 0 0 0 0,1-1-1 0 0,0 1 1 0 0,0 0 0 0 0,0 0-1 0 0,0-1 1 0 0,4 9 0 0 0,12 22-12 0 0,30 43 1 0 0,-29-48 9 0 0,0 0-1 0 0,14 36 1 0 0,-30-62 7 0 0,-1 1 0 0 0,0 0 0 0 0,0 0 0 0 0,0 1 0 0 0,-1-1 1 0 0,1 0-1 0 0,-1 0 0 0 0,0 0 0 0 0,-1 0 0 0 0,1 0 0 0 0,-1 0 0 0 0,0 0 0 0 0,-1 0 0 0 0,1 0 0 0 0,-1 0 0 0 0,0 0 0 0 0,-3 6 0 0 0,3-8 53 0 0,0 1 1 0 0,0-1 0 0 0,0 0-1 0 0,0 0 1 0 0,-1 0-1 0 0,1-1 1 0 0,-1 1 0 0 0,0 0-1 0 0,0-1 1 0 0,0 0-1 0 0,0 1 1 0 0,0-1 0 0 0,0-1-1 0 0,0 1 1 0 0,-1 0-1 0 0,1-1 1 0 0,-1 1 0 0 0,1-1-1 0 0,-1 0 1 0 0,0 0 0 0 0,1-1-1 0 0,-1 1 1 0 0,0-1-1 0 0,0 0 1 0 0,-5 0 0 0 0,2-1 83 0 0,0 0 0 0 0,0 0 0 0 0,-1 0 0 0 0,-7-4 0 0 0,14 5-124 0 0,-1-1 0 0 0,1 1 1 0 0,-1-1-1 0 0,0 1 0 0 0,1-1 1 0 0,-1 0-1 0 0,1 0 0 0 0,0 0 0 0 0,-1 0 1 0 0,1 0-1 0 0,0 0 0 0 0,0 0 1 0 0,-1 0-1 0 0,1-1 0 0 0,0 1 0 0 0,0 0 1 0 0,0-1-1 0 0,0 1 0 0 0,1-1 0 0 0,-1 1 1 0 0,0-1-1 0 0,1 1 0 0 0,-1-1 1 0 0,1 0-1 0 0,-1 1 0 0 0,1-1 0 0 0,0-2 1 0 0,0 0-11 0 0,1 0 0 0 0,0 0 0 0 0,0 1 0 0 0,0-1 0 0 0,0 0 0 0 0,1 0 0 0 0,-1 0 0 0 0,1 1 0 0 0,0-1 0 0 0,0 1 0 0 0,0 0 1 0 0,1-1-1 0 0,-1 1 0 0 0,1 0 0 0 0,0 0 0 0 0,0 1 0 0 0,0-1 0 0 0,0 0 0 0 0,0 1 0 0 0,6-3 0 0 0,10-6-9 0 0,0 0 1 0 0,32-12-1 0 0,-37 18 6 0 0,110-45-10 0 0,-55 24 10 0 0,-1-3 0 0 0,80-46 0 0 0,-126 61 13 0 0,38-31 0 0 0,-53 39-15 0 0,0-1-1 0 0,-1 1 0 0 0,1-1 0 0 0,-1 0 0 0 0,-1-1 1 0 0,1 0-1 0 0,-1 1 0 0 0,6-15 0 0 0,-11 22-3 0 0,1-1 0 0 0,-1 0 0 0 0,0 1 0 0 0,1-1 0 0 0,-1 1 0 0 0,0-1 0 0 0,0 0 0 0 0,1 1-1 0 0,-1-1 1 0 0,0 0 0 0 0,0 1 0 0 0,0-1 0 0 0,0 0 0 0 0,0 1 0 0 0,0-1 0 0 0,0 0 0 0 0,0 1 0 0 0,0-1-1 0 0,0 0 1 0 0,0 0 0 0 0,0 1 0 0 0,0-1 0 0 0,-1 0 0 0 0,1 1 0 0 0,0-1 0 0 0,0 1 0 0 0,-1-1 0 0 0,1 0 0 0 0,0 1-1 0 0,-1-1 1 0 0,1 1 0 0 0,-1-1 0 0 0,1 1 0 0 0,-1-1 0 0 0,1 1 0 0 0,-1-1 0 0 0,1 1 0 0 0,-1 0 0 0 0,0-1-1 0 0,1 1 1 0 0,-1 0 0 0 0,1-1 0 0 0,-1 1 0 0 0,0 0 0 0 0,1 0 0 0 0,-1-1 0 0 0,0 1 0 0 0,-1 0 0 0 0,-1 0-7 0 0,0 0 1 0 0,0 0-1 0 0,0 0 1 0 0,0 0 0 0 0,0 1-1 0 0,0 0 1 0 0,0-1 0 0 0,0 1-1 0 0,-4 2 1 0 0,-8 5-7 0 0,1 0 1 0 0,1 1 0 0 0,-1 0-1 0 0,2 1 1 0 0,-1 1-1 0 0,1 0 1 0 0,1 1-1 0 0,0 0 1 0 0,-10 15 0 0 0,5-5 2 0 0,2 1 1 0 0,0 0-1 0 0,1 1 1 0 0,-15 44-1 0 0,25-61 13 0 0,0 1-1 0 0,1 0 1 0 0,0 0-1 0 0,1 0 1 0 0,0 1-1 0 0,0-1 0 0 0,1 0 1 0 0,0 0-1 0 0,0 1 1 0 0,2 8-1 0 0,-1-13 5 0 0,0 0 0 0 0,0 0 0 0 0,0 0-1 0 0,1-1 1 0 0,-1 1 0 0 0,1 0 0 0 0,0-1 0 0 0,0 0-1 0 0,0 1 1 0 0,1-1 0 0 0,-1 0 0 0 0,1 0 0 0 0,-1 0-1 0 0,1 0 1 0 0,0-1 0 0 0,0 1 0 0 0,0-1 0 0 0,1 0-1 0 0,-1 0 1 0 0,1 0 0 0 0,-1 0 0 0 0,8 3 0 0 0,3-1 4 0 0,0-1 0 0 0,1 0 1 0 0,-1 0-1 0 0,1-2 0 0 0,-1 0 1 0 0,1 0-1 0 0,0-2 0 0 0,-1 1 1 0 0,1-2-1 0 0,-1 0 1 0 0,1-1-1 0 0,-1 0 0 0 0,0-1 1 0 0,0-1-1 0 0,0 0 0 0 0,-1-1 1 0 0,0 0-1 0 0,17-12 0 0 0,-5 2-3 0 0,-1-1 1 0 0,-1-1-1 0 0,-1-1 0 0 0,0-1 0 0 0,-2-1 0 0 0,0-1 0 0 0,-1-1 0 0 0,19-30 0 0 0,-6 1-35 0 0,-2 0 0 0 0,-2-2 0 0 0,22-62 1 0 0,-38 80 12 0 0,0 0 1 0 0,-2-1 0 0 0,-2 0 0 0 0,-2-1-1 0 0,-1 1 1 0 0,0-42 0 0 0,-4 62 14 0 0,0 14-12 0 0,-1-1 1 0 0,0 1-1 0 0,0-1 1 0 0,0 0 0 0 0,0 1-1 0 0,0-1 1 0 0,-1 1-1 0 0,1-1 1 0 0,-1 1-1 0 0,0-1 1 0 0,-2-4 0 0 0,3 8 11 0 0,0 0 1 0 0,-1 0 0 0 0,1 0-1 0 0,0 0 1 0 0,0 0 0 0 0,0 0-1 0 0,-1 0 1 0 0,1 0 0 0 0,0 0-1 0 0,0 0 1 0 0,-1 0 0 0 0,1 0-1 0 0,0 0 1 0 0,0 0 0 0 0,0 0-1 0 0,-1 0 1 0 0,1 0 0 0 0,0 0-1 0 0,0 0 1 0 0,0 0 0 0 0,-1 0-1 0 0,1 1 1 0 0,0-1 0 0 0,0 0-1 0 0,0 0 1 0 0,-1 0 0 0 0,1 0-1 0 0,0 0 1 0 0,0 1 0 0 0,0-1-1 0 0,0 0 1 0 0,0 0 0 0 0,-1 0-1 0 0,1 0 1 0 0,0 1 0 0 0,0-1-1 0 0,0 0 1 0 0,0 0 0 0 0,0 1-1 0 0,-7 8-12 0 0,7-9 11 0 0,-10 18 8 0 0,0 1 1 0 0,2-1-1 0 0,0 2 1 0 0,-9 30-1 0 0,-13 85 88 0 0,27-117-86 0 0,-11 54 156 0 0,4 1 0 0 0,3 0 0 0 0,3 0 0 0 0,8 98-1 0 0,-3-164-131 0 0,-1-1 1 0 0,1 1-1 0 0,1 0 0 0 0,-1-1 0 0 0,1 0 0 0 0,1 1 1 0 0,-1-1-1 0 0,1 0 0 0 0,0 0 0 0 0,0 0 0 0 0,6 7 0 0 0,-7-10-29 0 0,0-1-1 0 0,0 0 1 0 0,0 0-1 0 0,1 0 1 0 0,-1 0-1 0 0,1 0 1 0 0,-1-1-1 0 0,1 1 1 0 0,0-1-1 0 0,-1 1 1 0 0,1-1-1 0 0,0 0 1 0 0,0 0-1 0 0,0-1 1 0 0,0 1-1 0 0,0 0 1 0 0,0-1-1 0 0,0 0 1 0 0,0 0-1 0 0,0 0 0 0 0,0 0 1 0 0,1 0-1 0 0,-1-1 1 0 0,0 1-1 0 0,0-1 1 0 0,5-2-1 0 0,0 1-382 0 0,-1-1 0 0 0,1 0 0 0 0,-1-1 0 0 0,0 0 0 0 0,0 0 0 0 0,-1-1 0 0 0,1 1 0 0 0,-1-1 0 0 0,6-6 0 0 0,28-34-6337 0 0,-20 21 1108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39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81 1812 0 0,'-156'-14'14648'0'0,"377"-15"-13547"0"0,-26 8-1509 0 0,-130 14-2688 0 0,0-1-4234 0 0,-51 6 3007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40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292 344 76 0 0,'5'-69'11974'0'0,"-5"68"-11933"0"0,-1 0 0 0 0,1 1 0 0 0,0-1 0 0 0,-1 0 0 0 0,1 0 0 0 0,-1 1 0 0 0,1-1 0 0 0,-1 0 0 0 0,0 1 0 0 0,1-1 0 0 0,-1 1 0 0 0,1-1 0 0 0,-1 1 0 0 0,0-1 0 0 0,0 1 1 0 0,1-1-1 0 0,-1 1 0 0 0,0-1 0 0 0,0 1 0 0 0,0 0 0 0 0,1 0 0 0 0,-1-1 0 0 0,0 1 0 0 0,0 0 0 0 0,0 0 0 0 0,0 0 0 0 0,1 0 0 0 0,-1 0 0 0 0,0 0 0 0 0,0 0 0 0 0,0 0 0 0 0,0 0 0 0 0,0 1 0 0 0,1-1 0 0 0,-1 0 1 0 0,-2 1-1 0 0,-13 6 32 0 0,0 0 0 0 0,1 1 0 0 0,0 0 0 0 0,0 1 0 0 0,0 1 0 0 0,1 0 0 0 0,-23 23 0 0 0,14-10-52 0 0,1 2 1 0 0,1 0-1 0 0,-23 37 1 0 0,41-59-13 0 0,2 1 1 0 0,-1-1-1 0 0,0 0 1 0 0,1 1-1 0 0,-1-1 1 0 0,1 1-1 0 0,0 0 1 0 0,0-1 0 0 0,1 1-1 0 0,-1 0 1 0 0,1 6-1 0 0,0-8 3 0 0,0 0 0 0 0,0 0-1 0 0,0-1 1 0 0,1 1 0 0 0,-1 0 0 0 0,1 0 0 0 0,-1 0-1 0 0,1-1 1 0 0,0 1 0 0 0,0 0 0 0 0,0-1-1 0 0,0 1 1 0 0,0-1 0 0 0,0 1 0 0 0,0-1 0 0 0,0 1-1 0 0,0-1 1 0 0,1 0 0 0 0,-1 1 0 0 0,1-1-1 0 0,-1 0 1 0 0,1 0 0 0 0,-1 0 0 0 0,1 0 0 0 0,2 0-1 0 0,4 2 19 0 0,1 0 0 0 0,0-1 0 0 0,0 0 0 0 0,0-1 0 0 0,0 1-1 0 0,0-2 1 0 0,0 0 0 0 0,0 0 0 0 0,0 0 0 0 0,0-1 0 0 0,0 0-1 0 0,0-1 1 0 0,15-5 0 0 0,-6 1 6 0 0,-1 0-1 0 0,0-1 1 0 0,0-1 0 0 0,-1-1-1 0 0,28-19 1 0 0,-31 18-23 0 0,-1 0 1 0 0,-1-1 0 0 0,0 0-1 0 0,0 0 1 0 0,-1-2 0 0 0,-1 1-1 0 0,0-1 1 0 0,0 0 0 0 0,-2-1-1 0 0,0 0 1 0 0,0 0-1 0 0,-1 0 1 0 0,-1-1 0 0 0,5-19-1 0 0,-9 31-15 0 0,-1 0-1 0 0,1 0 1 0 0,-1 0-1 0 0,0 0 0 0 0,1 0 1 0 0,-1 0-1 0 0,-1 0 1 0 0,1 0-1 0 0,0 0 0 0 0,-1 0 1 0 0,0 0-1 0 0,1 0 1 0 0,-1 0-1 0 0,0 0 0 0 0,0 0 1 0 0,-1 1-1 0 0,1-1 1 0 0,-1 0-1 0 0,1 1 0 0 0,-3-3 1 0 0,2 3 1 0 0,0 1-1 0 0,0-1 1 0 0,0 1 0 0 0,0 0 0 0 0,0-1 0 0 0,-1 1 0 0 0,1 0-1 0 0,0 1 1 0 0,-1-1 0 0 0,1 0 0 0 0,-1 1 0 0 0,1-1-1 0 0,0 1 1 0 0,-1 0 0 0 0,1 0 0 0 0,-1 0 0 0 0,1 0 0 0 0,-1 0-1 0 0,1 0 1 0 0,-1 1 0 0 0,1-1 0 0 0,-1 1 0 0 0,1 0 0 0 0,-5 1-1 0 0,-5 4 1 0 0,-1 0 0 0 0,1 1 0 0 0,0 0 0 0 0,1 0 0 0 0,0 2 0 0 0,0-1 0 0 0,1 1 0 0 0,0 1 0 0 0,0 0 0 0 0,1 0 0 0 0,0 1 0 0 0,1 0 0 0 0,1 1-1 0 0,-1-1 1 0 0,2 2 0 0 0,0-1 0 0 0,0 1 0 0 0,1-1 0 0 0,-5 22 0 0 0,9-30 1 0 0,0 0 1 0 0,1 0-1 0 0,0 0 0 0 0,-1 0 1 0 0,1 0-1 0 0,0 0 0 0 0,1 0 1 0 0,-1 0-1 0 0,1 0 0 0 0,0 0 1 0 0,0 0-1 0 0,0 0 0 0 0,0-1 1 0 0,1 1-1 0 0,-1 0 0 0 0,1-1 0 0 0,0 1 1 0 0,3 4-1 0 0,-1-5 3 0 0,0 1 1 0 0,-1 0-1 0 0,1-1 0 0 0,1 0 0 0 0,-1 0 1 0 0,0 0-1 0 0,1-1 0 0 0,-1 1 1 0 0,1-1-1 0 0,0 0 0 0 0,0 0 0 0 0,7 1 1 0 0,6 1 7 0 0,0-2 1 0 0,0 0-1 0 0,0-1 0 0 0,0 0 1 0 0,0-2-1 0 0,0 0 1 0 0,19-4-1 0 0,-1-3 2 0 0,0-1 0 0 0,-1-2-1 0 0,0-1 1 0 0,0-2 0 0 0,-2-1 0 0 0,0-2-1 0 0,0-1 1 0 0,-2-1 0 0 0,-1-2 0 0 0,0-1 0 0 0,-1-2-1 0 0,-2-1 1 0 0,0 0 0 0 0,-2-2 0 0 0,-1-1-1 0 0,-1-1 1 0 0,-2-1 0 0 0,31-56 0 0 0,19-44 1690 0 0,-71 128-1657 0 0,-14 21 58 0 0,-15 29-7 0 0,3 2-1 0 0,-25 65 1 0 0,32-70-25 0 0,-222 578 822 0 0,62 22-520 0 0,132-383-108 0 0,46-259-241 0 0,0 29 169 0 0,2-31-185 0 0,-1 0-1 0 0,0 0 1 0 0,0 0-1 0 0,0 0 0 0 0,1 0 1 0 0,-1 0-1 0 0,0 0 1 0 0,1-1-1 0 0,-1 1 1 0 0,1 0-1 0 0,-1 0 0 0 0,1 0 1 0 0,-1-1-1 0 0,1 1 1 0 0,0 0-1 0 0,-1-1 1 0 0,1 1-1 0 0,0 0 0 0 0,-1-1 1 0 0,1 1-1 0 0,0-1 1 0 0,0 1-1 0 0,0-1 1 0 0,0 1-1 0 0,-1-1 0 0 0,1 0 1 0 0,0 1-1 0 0,0-1 1 0 0,0 0-1 0 0,0 0 1 0 0,0 0-1 0 0,0 0 0 0 0,1 0 1 0 0,8-1 7 0 0,0 0 0 0 0,-1-1 0 0 0,1 0 1 0 0,-1-1-1 0 0,0 0 0 0 0,0-1 0 0 0,0 0 0 0 0,0 0 0 0 0,-1-1 1 0 0,1 0-1 0 0,13-11 0 0 0,2-3 15 0 0,-2 0 1 0 0,35-39-1 0 0,-44 44-22 0 0,-1-1 0 0 0,0-1 0 0 0,-1 0 0 0 0,-1-1-1 0 0,14-32 1 0 0,-19 39-5 0 0,-2-1 0 0 0,1 0-1 0 0,-1 0 1 0 0,-1 0 0 0 0,0 0 0 0 0,-1-1-1 0 0,0 1 1 0 0,-1 0 0 0 0,0-1-1 0 0,0 1 1 0 0,-4-15 0 0 0,1 11-6 0 0,-1 1 1 0 0,-1-1-1 0 0,0 1 0 0 0,-1 0 1 0 0,-1 1-1 0 0,0-1 0 0 0,-1 1 1 0 0,0 1-1 0 0,-1 0 1 0 0,0 0-1 0 0,-1 0 0 0 0,-1 1 1 0 0,0 1-1 0 0,-24-19 0 0 0,-11-3-9 0 0,-1 3-1 0 0,-90-42 0 0 0,41 22 8 0 0,68 36-12 0 0,22 10-14 0 0,-1 1-1 0 0,1-1 0 0 0,0 0 0 0 0,0-1 1 0 0,0 1-1 0 0,1-1 0 0 0,-1 0 1 0 0,1-1-1 0 0,0 1 0 0 0,-7-9 0 0 0,12 12-15 0 0,0 0 0 0 0,-1 1 0 0 0,1-1 0 0 0,0 0 0 0 0,0 0 0 0 0,0 0 0 0 0,0 0 0 0 0,0 0 0 0 0,0 0 0 0 0,0 0 0 0 0,0 0 0 0 0,0 0 0 0 0,0 0 0 0 0,0 0 0 0 0,1 0 0 0 0,-1 0 0 0 0,0 0 0 0 0,1 0 0 0 0,-1 0 0 0 0,1 0 0 0 0,-1 0 0 0 0,2 0 0 0 0,13-20-1074 0 0,-13 19 892 0 0,10-10-1798 0 0,2 0 1 0 0,0 1 0 0 0,24-16 0 0 0,-33 23 1056 0 0,24-15-5147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41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88 356 0 0,'-19'-85'10459'0'0,"19"83"-9729"0"0,-2 4-681 0 0,1 1 0 0 0,0 0-1 0 0,0 0 1 0 0,1-1 0 0 0,-1 1 0 0 0,1 0 0 0 0,-1 4-1 0 0,1-5-3 0 0,-19 92 603 0 0,-3-1 0 0 0,-55 147 1 0 0,-16-15 482 0 0,89-217-971 0 0,-9 15 3495 0 0,15-35-3638 0 0,2 1 21 0 0,0 0 1 0 0,1 0-1 0 0,1 1 1 0 0,0 0-1 0 0,0 0 1 0 0,1 0-1 0 0,0 1 1 0 0,11-10-1 0 0,-12 11-42 0 0,1 1 0 0 0,1 0 0 0 0,-1 0 0 0 0,1 1 0 0 0,0 0 0 0 0,0 1 0 0 0,1-1 0 0 0,-1 2 0 0 0,1-1-1 0 0,17-5 1 0 0,-21 9 1 0 0,0-1 0 0 0,0 1 0 0 0,0 1 0 0 0,0-1-1 0 0,1 1 1 0 0,-1 0 0 0 0,0 0 0 0 0,0 0 0 0 0,1 1 0 0 0,-1 0-1 0 0,0 0 1 0 0,0 0 0 0 0,0 1 0 0 0,0-1 0 0 0,0 1 0 0 0,0 1-1 0 0,-1-1 1 0 0,1 0 0 0 0,-1 1 0 0 0,1 0 0 0 0,-1 0 0 0 0,4 4-1 0 0,-2-1 3 0 0,0 0 0 0 0,0 0 0 0 0,-1 0 0 0 0,0 1 0 0 0,0 0 0 0 0,-1 0 0 0 0,1 0 0 0 0,-2 1 0 0 0,1-1-1 0 0,-1 1 1 0 0,0 0 0 0 0,-1 0 0 0 0,1 0 0 0 0,-2 0 0 0 0,1 0 0 0 0,-1 0 0 0 0,0 0 0 0 0,-1 1 0 0 0,0-1 0 0 0,0 0-1 0 0,-1 1 1 0 0,0-1 0 0 0,-1 0 0 0 0,-3 14 0 0 0,1-12 53 0 0,1 1 0 0 0,-1-1 1 0 0,-1 0-1 0 0,0-1 0 0 0,0 1 0 0 0,-1-1 1 0 0,0 0-1 0 0,-1 0 0 0 0,0-1 0 0 0,0 0 0 0 0,-1 0 1 0 0,0-1-1 0 0,0 0 0 0 0,-1 0 0 0 0,0-1 1 0 0,0 0-1 0 0,0 0 0 0 0,-17 6 0 0 0,13-7 63 0 0,-2-1 0 0 0,1 0 0 0 0,0-1 0 0 0,-1-1 0 0 0,0 0-1 0 0,1-1 1 0 0,-1-1 0 0 0,0 0 0 0 0,1-1 0 0 0,-17-3 0 0 0,10 0-40 0 0,-1-1 0 0 0,1-1 0 0 0,0 0 0 0 0,0-2 0 0 0,1-1-1 0 0,-20-11 1 0 0,39 20-136 0 0,0-1-1 0 0,0 1 1 0 0,0 0-1 0 0,0-1 1 0 0,0 1-1 0 0,1-1 1 0 0,-1 1-1 0 0,0-1 1 0 0,0 0 0 0 0,1 1-1 0 0,-1-1 1 0 0,0 0-1 0 0,1 0 1 0 0,-1 1-1 0 0,0-1 1 0 0,1 0-1 0 0,-1 0 1 0 0,1 0-1 0 0,0 0 1 0 0,-1 0-1 0 0,1 1 1 0 0,0-1-1 0 0,-1 0 1 0 0,1 0-1 0 0,0 0 1 0 0,0 0-1 0 0,0 0 1 0 0,0 0-1 0 0,0 0 1 0 0,0 0-1 0 0,0 0 1 0 0,0 0-1 0 0,0 0 1 0 0,1-1-1 0 0,0 0-175 0 0,-1 1-1 0 0,1-1 0 0 0,0 1 1 0 0,1-1-1 0 0,-1 1 0 0 0,0-1 1 0 0,0 1-1 0 0,0 0 0 0 0,1 0 1 0 0,-1 0-1 0 0,1 0 0 0 0,-1 0 1 0 0,1 0-1 0 0,-1 0 0 0 0,4-1 1 0 0,52-16-8759 0 0,-35 13 4481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42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0 138 104 0 0,'29'-38'11047'0'0,"-17"22"-8688"0"0,-11 15-2006 0 0,-1 0-326 0 0,0 1-1 0 0,0 0 1 0 0,0 0 0 0 0,0 0-1 0 0,0-1 1 0 0,0 1-1 0 0,0 0 1 0 0,0 0-1 0 0,0-1 1 0 0,0 1 0 0 0,1 0-1 0 0,-1 0 1 0 0,0 0-1 0 0,0 0 1 0 0,0-1-1 0 0,0 1 1 0 0,1 0 0 0 0,-1 0-1 0 0,0 0 1 0 0,0 0-1 0 0,0-1 1 0 0,1 1-1 0 0,-1 0 1 0 0,0 0 0 0 0,0 0-1 0 0,0 0 1 0 0,1 0-1 0 0,-1 0 1 0 0,0 0-1 0 0,0 0 1 0 0,1 0 0 0 0,-1 0-1 0 0,1 0 1 0 0,0 7 5 0 0,0 0 1 0 0,-1 0-1 0 0,1 0 1 0 0,-1 0-1 0 0,0 0 1 0 0,-1 0-1 0 0,0 0 0 0 0,-3 13 1 0 0,-1 17 4 0 0,5-34-38 0 0,-1 13 16 0 0,0 0 0 0 0,1 0 0 0 0,1 0 0 0 0,3 17 0 0 0,-3-29-5 0 0,0 0 0 0 0,0 0 0 0 0,0 0 0 0 0,1 0 0 0 0,-1 0 0 0 0,1-1 0 0 0,0 1 0 0 0,0 0 0 0 0,0-1 0 0 0,1 0 0 0 0,-1 1 1 0 0,1-1-1 0 0,0 0 0 0 0,0 0 0 0 0,0-1 0 0 0,0 1 0 0 0,0-1 0 0 0,1 1 0 0 0,-1-1 0 0 0,1 0 0 0 0,4 2 0 0 0,-2-1 4 0 0,0-1 1 0 0,1 0-1 0 0,-1 0 0 0 0,0-1 1 0 0,1 0-1 0 0,-1 0 0 0 0,1 0 1 0 0,0-1-1 0 0,-1 0 1 0 0,1 0-1 0 0,-1-1 0 0 0,1 0 1 0 0,-1 0-1 0 0,1 0 0 0 0,-1-1 1 0 0,8-2-1 0 0,-6 0-2 0 0,0 0 1 0 0,0-1-1 0 0,0 0 0 0 0,-1 0 0 0 0,0-1 0 0 0,0 1 0 0 0,0-2 0 0 0,-1 1 0 0 0,0-1 1 0 0,0 0-1 0 0,6-9 0 0 0,1-5 177 0 0,-1 0-1 0 0,-2-1 1 0 0,15-40 0 0 0,-4 9 1073 0 0,-20 46-1165 0 0,-8 16-57 0 0,-8 16-17 0 0,2 4-24 0 0,1 1 0 0 0,-11 41 0 0 0,20-58-1 0 0,0 0 1 0 0,1 1 0 0 0,0 0 0 0 0,1 0 0 0 0,1-1-1 0 0,0 1 1 0 0,4 26 0 0 0,-4-37 3 0 0,1 0-1 0 0,-1-1 1 0 0,1 1-1 0 0,0 0 1 0 0,0-1 0 0 0,0 1-1 0 0,1 0 1 0 0,-1-1 0 0 0,1 1-1 0 0,-1-1 1 0 0,1 0-1 0 0,0 0 1 0 0,0 1 0 0 0,0-1-1 0 0,0 0 1 0 0,0-1 0 0 0,0 1-1 0 0,4 2 1 0 0,-2-2-55 0 0,0 0 1 0 0,0-1-1 0 0,0 1 1 0 0,1-1-1 0 0,-1 0 1 0 0,0-1-1 0 0,0 1 1 0 0,1 0-1 0 0,-1-1 1 0 0,1 0-1 0 0,4-1 0 0 0,4 0-340 0 0,-1-1 0 0 0,1-1 0 0 0,0 0 0 0 0,-1-1 0 0 0,1-1 0 0 0,-1 1 0 0 0,13-9 0 0 0,-6 2-141 0 0,-1 0 1 0 0,0-2 0 0 0,0 0-1 0 0,-2-1 1 0 0,0 0 0 0 0,0-2-1 0 0,25-33 1 0 0,-24 25 487 0 0,-1-1 0 0 0,-2 0 0 0 0,0-1 0 0 0,-2-1 0 0 0,13-37 0 0 0,4-28 4951 0 0,-48 120-3949 0 0,-31 103 747 0 0,45-114-1632 0 0,1-1-1 0 0,1 1 1 0 0,0-1-1 0 0,1 1 0 0 0,1 0 1 0 0,1 21-1 0 0,0-35-61 0 0,0-1 1 0 0,0 1-1 0 0,1-1 0 0 0,-1 0 0 0 0,1 1 1 0 0,0-1-1 0 0,-1 1 0 0 0,1-1 1 0 0,0 0-1 0 0,0 0 0 0 0,1 0 1 0 0,-1 1-1 0 0,0-1 0 0 0,1 0 1 0 0,-1-1-1 0 0,1 1 0 0 0,0 0 0 0 0,0 0 1 0 0,0-1-1 0 0,0 1 0 0 0,0-1 1 0 0,0 1-1 0 0,0-1 0 0 0,0 0 1 0 0,0 0-1 0 0,1 0 0 0 0,-1 0 1 0 0,0 0-1 0 0,1-1 0 0 0,-1 1 0 0 0,0-1 1 0 0,1 1-1 0 0,-1-1 0 0 0,1 0 1 0 0,-1 0-1 0 0,1 0 0 0 0,2-1 1 0 0,4 1-348 0 0,-1-1 1 0 0,0-1-1 0 0,1 1 1 0 0,-1-2-1 0 0,0 1 1 0 0,0-1-1 0 0,0 0 1 0 0,-1 0-1 0 0,1-1 0 0 0,7-5 1 0 0,24-23-5668 0 0,-22 13 58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42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63 1552 0 0,'-21'-15'2970'0'0,"-3"-1"601"0"0,-28-15-1 0 0,51 31-3607 0 0,1 0 0 0 0,0 0-1 0 0,-1 0 1 0 0,1 0 0 0 0,0 0 0 0 0,-1 0-1 0 0,1 0 1 0 0,0 0 0 0 0,0 0 0 0 0,-1 0-1 0 0,1 0 1 0 0,0 0 0 0 0,0 1 0 0 0,-1-1-1 0 0,1 0 1 0 0,0 0 0 0 0,0 0 0 0 0,-1 0-1 0 0,1 1 1 0 0,0-1 0 0 0,0 0 0 0 0,0 0-1 0 0,-1 1 1 0 0,1-1 0 0 0,0 0-1 0 0,0 0 1 0 0,0 1 0 0 0,0-1 0 0 0,0 0-1 0 0,-1 0 1 0 0,1 1 0 0 0,0-1 0 0 0,0 0-1 0 0,0 0 1 0 0,0 1 0 0 0,0-1 0 0 0,0 0-1 0 0,0 1 1 0 0,0-1 0 0 0,0 0 0 0 0,0 1-1 0 0,0-1 1 0 0,0 0 0 0 0,0 0 0 0 0,0 1-1 0 0,1-1 1 0 0,-1 0 0 0 0,0 0 0 0 0,0 1-1 0 0,0-1 1 0 0,0 0 0 0 0,0 0 0 0 0,1 1-1 0 0,-1-1 1 0 0,0 0 0 0 0,1 1 0 0 0,9 13-4211 0 0,-2-8 1360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42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18 1556 0 0,'9'-10'7317'0'0,"-9"9"-7021"0"0,1 0 0 0 0,0 1-1 0 0,0-1 1 0 0,0 0 0 0 0,0 1-1 0 0,0-1 1 0 0,0 1 0 0 0,0-1-1 0 0,0 1 1 0 0,0-1-1 0 0,0 1 1 0 0,0 0 0 0 0,0 0-1 0 0,0-1 1 0 0,0 1 0 0 0,0 0-1 0 0,0 0 1 0 0,0 0-1 0 0,1 0 1 0 0,-1 0 0 0 0,0 0-1 0 0,1 1 1 0 0,-1 0-165 0 0,0 0 0 0 0,0 0 0 0 0,0 0 0 0 0,0 1 0 0 0,-1-1 0 0 0,1 0 0 0 0,0 1 0 0 0,-1-1 0 0 0,1 0 0 0 0,-1 1 0 0 0,1-1 0 0 0,-1 0 0 0 0,0 1 0 0 0,1-1 0 0 0,-1 1 0 0 0,0-1 0 0 0,0 1 0 0 0,0 1 0 0 0,0 47 1376 0 0,-2 0 0 0 0,-15 93 0 0 0,2-30-791 0 0,0-4-529 0 0,-3 33 518 0 0,16-116-1771 0 0,2 1-1 0 0,0 0 1 0 0,5 32 0 0 0,-4-57 760 0 0,-1 0 1 0 0,0-1 0 0 0,1 1-1 0 0,-1 0 1 0 0,1-1-1 0 0,0 1 1 0 0,0-1-1 0 0,-1 1 1 0 0,1-1 0 0 0,2 2-1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43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322 492 996 0 0,'5'-11'1899'0'0,"0"-2"-44"0"0,1 1 0 0 0,-2-1 0 0 0,0 0-1 0 0,0-1 1 0 0,-2 1 0 0 0,3-17 0 0 0,-5 29-1800 0 0,0 0-1 0 0,0 0 1 0 0,0 0 0 0 0,0 0 0 0 0,0 0 0 0 0,0 0-1 0 0,-1 1 1 0 0,1-1 0 0 0,0 0 0 0 0,0 0 0 0 0,-1 0-1 0 0,1 0 1 0 0,-1 0 0 0 0,1 1 0 0 0,0-1 0 0 0,-1 0-1 0 0,0 0 1 0 0,1 1 0 0 0,-1-1 0 0 0,1 0 0 0 0,-1 1-1 0 0,0-1 1 0 0,1 1 0 0 0,-1-1 0 0 0,-1 0-1 0 0,0 0-6 0 0,0 1 0 0 0,0-1 0 0 0,0 1 0 0 0,0 0 0 0 0,1-1-1 0 0,-1 1 1 0 0,0 0 0 0 0,0 0 0 0 0,0 0 0 0 0,0 1-1 0 0,-3 0 1 0 0,-5 1 22 0 0,0 2 0 0 0,0-1-1 0 0,-14 8 1 0 0,22-10-12 0 0,-20 11 28 0 0,2 1 0 0 0,0 1 0 0 0,0 1 0 0 0,1 1 0 0 0,1 0 0 0 0,1 2 0 0 0,0 0 1 0 0,2 0-1 0 0,0 2 0 0 0,1 0 0 0 0,-16 28 0 0 0,23-34-58 0 0,1 0 0 0 0,0 0-1 0 0,-6 19 1 0 0,11-28-10 0 0,0 0 1 0 0,0 0-1 0 0,0 0 0 0 0,0 0 0 0 0,1 0 0 0 0,0 1 0 0 0,0-1 0 0 0,0 0 1 0 0,1 0-1 0 0,-1 0 0 0 0,1 0 0 0 0,0 0 0 0 0,4 8 0 0 0,-3-9-7 0 0,0-1 0 0 0,0 0 0 0 0,1 0 0 0 0,-1 0-1 0 0,1 0 1 0 0,0-1 0 0 0,0 1 0 0 0,0-1-1 0 0,0 0 1 0 0,0 0 0 0 0,0 0 0 0 0,1 0-1 0 0,-1 0 1 0 0,1-1 0 0 0,-1 1 0 0 0,1-1-1 0 0,0 0 1 0 0,0 0 0 0 0,-1 0 0 0 0,1-1-1 0 0,0 0 1 0 0,0 1 0 0 0,5-2 0 0 0,3 2-2 0 0,1-2 1 0 0,0 0-1 0 0,-1 0 1 0 0,1-2-1 0 0,21-5 1 0 0,-14 0-44 0 0,-1 0 0 0 0,0-2 0 0 0,0 0 1 0 0,-1-1-1 0 0,-1 0 0 0 0,0-2 0 0 0,0 0 0 0 0,-1-1 1 0 0,-1 0-1 0 0,-1-1 0 0 0,0-1 0 0 0,-1 0 0 0 0,21-34 1 0 0,-11 11-88 0 0,-2-1 1 0 0,-1-1 0 0 0,-3-1 0 0 0,-1 0 0 0 0,14-62 0 0 0,-29 103 118 0 0,25-119-145 0 0,-22 98 109 0 0,-1 0-1 0 0,-2 0 0 0 0,-1-35 0 0 0,0 56 34 0 0,0-1 1 0 0,0 1-1 0 0,0 0 0 0 0,0 0 0 0 0,0 0 0 0 0,0 0 0 0 0,0 0 0 0 0,-1 0 0 0 0,1 0 0 0 0,0 0 0 0 0,-1 0 1 0 0,1 0-1 0 0,-1 0 0 0 0,1 0 0 0 0,-1 0 0 0 0,1 0 0 0 0,-1 1 0 0 0,0-1 0 0 0,1 0 0 0 0,-2-1 0 0 0,1 2 2 0 0,0 0 0 0 0,0 0 0 0 0,1 0 1 0 0,-1 0-1 0 0,0 0 0 0 0,1 0 0 0 0,-1 0 0 0 0,0 0 0 0 0,1 0 0 0 0,-1 0 0 0 0,0 0 0 0 0,1 1 0 0 0,-1-1 0 0 0,0 0 0 0 0,1 0 0 0 0,-1 1 0 0 0,1-1 0 0 0,-1 0 0 0 0,0 1 0 0 0,1-1 0 0 0,-1 1 0 0 0,0 0 0 0 0,-4 3-6 0 0,1 1 0 0 0,0 0 0 0 0,0 0 0 0 0,1 0 1 0 0,-6 9-1 0 0,-5 15 17 0 0,2 1 0 0 0,1 0 0 0 0,-11 46 0 0 0,-9 97 83 0 0,30-167-85 0 0,-4 29 19 0 0,0 63 0 0 0,5-88-15 0 0,1-1 0 0 0,-1 0 0 0 0,2 0 0 0 0,-1 0 0 0 0,1-1 0 0 0,1 1 0 0 0,-1 0-1 0 0,2-1 1 0 0,-1 1 0 0 0,1-1 0 0 0,0 0 0 0 0,8 11 0 0 0,-6-12-9 0 0,1 0 0 0 0,0-1 1 0 0,1 0-1 0 0,0 0 0 0 0,-1 0 0 0 0,2-1 0 0 0,-1 0 0 0 0,1-1 0 0 0,-1 0 0 0 0,1 0 0 0 0,16 4 0 0 0,-12-4-105 0 0,1-1-1 0 0,0 0 1 0 0,-1-1 0 0 0,1-1 0 0 0,0 0-1 0 0,0-1 1 0 0,21-2 0 0 0,-25 0 15 0 0,-1 0 0 0 0,0 0 0 0 0,1-1 0 0 0,-1 0 0 0 0,0-1 0 0 0,-1 0 0 0 0,1-1 0 0 0,-1 0 0 0 0,0 0 0 0 0,0 0 0 0 0,0-1 0 0 0,-1 0 0 0 0,0-1 0 0 0,0 0 0 0 0,0 0 0 0 0,-1 0 0 0 0,0-1 0 0 0,-1 0 0 0 0,8-13 0 0 0,-1-3 71 0 0,-1 0 1 0 0,-1 0-1 0 0,-1-1 1 0 0,-2 0-1 0 0,10-51 0 0 0,-6 12 950 0 0,-11 62-745 0 0,-1 2-185 0 0,1 0 1 0 0,-1 0 0 0 0,0 0 0 0 0,0 1 0 0 0,1-1-1 0 0,-1 0 1 0 0,0 0 0 0 0,0 1 0 0 0,1-1 0 0 0,-1 0-1 0 0,0 1 1 0 0,1-1 0 0 0,-1 1 0 0 0,0-1 0 0 0,1 0-1 0 0,-1 1 1 0 0,0 0 0 0 0,1-1 0 0 0,-1 1 0 0 0,1-1-1 0 0,-1 1 1 0 0,1 0 0 0 0,0-1 0 0 0,-1 1 0 0 0,1 0-1 0 0,0 0 1 0 0,-1-1 0 0 0,1 1 0 0 0,0 0 0 0 0,0 0-1 0 0,-1 0 1 0 0,-7 31 99 0 0,7-26-42 0 0,-3 11 76 0 0,1 0 0 0 0,0 0 0 0 0,2 1 1 0 0,0-1-1 0 0,1 1 0 0 0,0-1 0 0 0,2 0 0 0 0,0 1 1 0 0,1-1-1 0 0,0 0 0 0 0,8 19 0 0 0,-10-31-155 0 0,1-1 0 0 0,0 0 0 0 0,1 0 0 0 0,-1-1 0 0 0,1 1 0 0 0,-1 0 0 0 0,1-1 0 0 0,0 0 0 0 0,0 1 0 0 0,1-1 0 0 0,-1-1 0 0 0,1 1-1 0 0,-1 0 1 0 0,1-1 0 0 0,0 0 0 0 0,0 1 0 0 0,0-2 0 0 0,0 1 0 0 0,1 0 0 0 0,-1-1 0 0 0,0 0 0 0 0,1 0 0 0 0,7 1 0 0 0,-5-2-449 0 0,-1 0 1 0 0,1 0-1 0 0,-1 0 1 0 0,1-1-1 0 0,0 0 1 0 0,11-3-1 0 0,-11 2-609 0 0,0-1 0 0 0,0 0-1 0 0,-1 0 1 0 0,1 0 0 0 0,-1-1-1 0 0,7-4 1 0 0,7-9-4059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43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33 212 0 0,'-19'-9'2180'0'0,"7"1"-512"0"0,0 1-476 0 0,2 3-179 0 0,-2 1 371 0 0,-10 1-492 0 0,3 7-648 0 0,9 1 68 0 0,1 2-180 0 0,4 1 16 0 0,-2 1-220 0 0,4 4-280 0 0,-1-2-364 0 0,2 3-448 0 0,-1-1-1045 0 0,1 1-251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44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1480 0 0,'0'0'2064'0'0,"18"20"3884"0"0,-7-7-5284 0 0,0 0 0 0 0,-1 1 0 0 0,0 1 1 0 0,-1 0-1 0 0,-1 0 0 0 0,0 1 0 0 0,5 16 1 0 0,-10-23-488 0 0,-1 1 1 0 0,1-1 0 0 0,-1 1 0 0 0,-1 0-1 0 0,0-1 1 0 0,0 1 0 0 0,-1 0 0 0 0,-1 0 0 0 0,1 0-1 0 0,-1-1 1 0 0,-1 1 0 0 0,0 0 0 0 0,0-1-1 0 0,-5 11 1 0 0,6-16-81 0 0,-1-1-1 0 0,1 1 0 0 0,-1-1 1 0 0,0 1-1 0 0,-1-1 0 0 0,1 0 1 0 0,0 0-1 0 0,-1 0 0 0 0,0 0 1 0 0,1-1-1 0 0,-6 4 0 0 0,7-4 101 0 0,0-2-188 0 0,0 0 0 0 0,0 0 1 0 0,0 0-1 0 0,1-1 0 0 0,-1 1 0 0 0,0 0 0 0 0,0 0 0 0 0,0 0 1 0 0,1-1-1 0 0,-1 1 0 0 0,0 0 0 0 0,0-1 0 0 0,0 1 1 0 0,1-1-1 0 0,-1 1 0 0 0,0-1 0 0 0,1 1 0 0 0,-1-1 0 0 0,0 0 1 0 0,1 1-1 0 0,-1-1 0 0 0,1 0 0 0 0,-1 1 0 0 0,0-2 1 0 0,0 0 0 0 0,1 0 0 0 0,-1 0 1 0 0,0 0-1 0 0,1 0 1 0 0,-1-1-1 0 0,1 1 1 0 0,0 0-1 0 0,0 0 0 0 0,0-4 1 0 0,0-2 3 0 0,1 0 0 0 0,0 1 0 0 0,1-1 1 0 0,3-12-1 0 0,2 3-27 0 0,0 1 0 0 0,1 0 0 0 0,1 0 0 0 0,1 1 0 0 0,0 0 0 0 0,0 1 0 0 0,2 0 0 0 0,0 1 0 0 0,0 0 0 0 0,1 0 0 0 0,1 2 0 0 0,0-1 0 0 0,0 2 0 0 0,1 0-1 0 0,1 1 1 0 0,-1 0 0 0 0,2 2 0 0 0,-1-1 0 0 0,1 2 0 0 0,27-7 0 0 0,-38 12-1 0 0,1 0-1 0 0,0 0 0 0 0,-1 1 1 0 0,1 0-1 0 0,-1 0 0 0 0,1 0 0 0 0,-1 1 1 0 0,1 0-1 0 0,-1 1 0 0 0,1-1 1 0 0,-1 1-1 0 0,0 0 0 0 0,12 6 0 0 0,-15-6 16 0 0,0 0 0 0 0,0 0-1 0 0,0 1 1 0 0,0-1-1 0 0,-1 0 1 0 0,1 1 0 0 0,-1 0-1 0 0,1 0 1 0 0,-1 0-1 0 0,0 0 1 0 0,0 0-1 0 0,0 0 1 0 0,-1 0 0 0 0,1 0-1 0 0,-1 1 1 0 0,0-1-1 0 0,0 1 1 0 0,0-1 0 0 0,0 1-1 0 0,0-1 1 0 0,-1 1-1 0 0,0 0 1 0 0,0-1 0 0 0,0 1-1 0 0,0 0 1 0 0,-1 5-1 0 0,-2 6-72 0 0,-1 0 0 0 0,-8 24 0 0 0,7-27-1616 0 0,1 1-1 0 0,0 0 0 0 0,-2 15 0 0 0,6-27 1494 0 0,0-1-1 0 0,0 1 1 0 0,0-1 0 0 0,0 1-1 0 0,0-1 1 0 0,0 1 0 0 0,1-1-1 0 0,-1 1 1 0 0,0 0 0 0 0,0-1-1 0 0,0 1 1 0 0,0-1 0 0 0,1 1-1 0 0,-1-1 1 0 0,0 1-1 0 0,1-1 1 0 0,-1 1 0 0 0,2 1-587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44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537 105 1736 0 0,'91'-91'11086'0'0,"-90"89"-10741"0"0,0 2-324 0 0,-1-1-1 0 0,0 1 1 0 0,0 0-1 0 0,0-1 0 0 0,0 1 1 0 0,0 0-1 0 0,0-1 1 0 0,1 1-1 0 0,-1 0 1 0 0,0-1-1 0 0,0 1 0 0 0,0 0 1 0 0,0-1-1 0 0,0 1 1 0 0,0 0-1 0 0,0-1 1 0 0,-1 1-1 0 0,1 0 1 0 0,0-1-1 0 0,0 1 0 0 0,0 0 1 0 0,0-1-1 0 0,0 1 1 0 0,0 0-1 0 0,-1-1 1 0 0,1 1-1 0 0,0 0 1 0 0,0 0-1 0 0,0-1 0 0 0,-1 1 1 0 0,1 0-1 0 0,0 0 1 0 0,-1-1-1 0 0,1 1 1 0 0,0 0-1 0 0,0 0 1 0 0,-1-1-1 0 0,-12 4 45 0 0,1 1 0 0 0,0 0 0 0 0,0 1-1 0 0,1 0 1 0 0,-1 0 0 0 0,1 1 0 0 0,-14 10 0 0 0,-2 3 23 0 0,-42 39 0 0 0,61-51-61 0 0,1 0 0 0 0,0 1-1 0 0,0 0 1 0 0,0 1 0 0 0,1-1-1 0 0,0 1 1 0 0,-8 18 0 0 0,14-26-22 0 0,0-1 0 0 0,-1 1 0 0 0,1 0 0 0 0,0-1 0 0 0,0 1 0 0 0,-1 0 0 0 0,1 0 0 0 0,0-1 0 0 0,0 1 0 0 0,0 0 0 0 0,0 0 0 0 0,0 0 0 0 0,0-1 0 0 0,0 1 0 0 0,0 0 1 0 0,1 0-1 0 0,-1-1 0 0 0,0 1 0 0 0,0 0 0 0 0,0-1 0 0 0,1 1 0 0 0,-1 0 0 0 0,1 0 0 0 0,-1-1 0 0 0,0 1 0 0 0,1-1 0 0 0,0 2 0 0 0,1-1 6 0 0,-1 0 0 0 0,1 0 0 0 0,-1 0 0 0 0,1 0 0 0 0,-1-1 0 0 0,1 1-1 0 0,0 0 1 0 0,0-1 0 0 0,-1 1 0 0 0,1-1 0 0 0,2 1 0 0 0,2-1 16 0 0,1 1 0 0 0,0-1 0 0 0,0 0 1 0 0,6-1-1 0 0,0-2 4 0 0,0 0 1 0 0,0-1 0 0 0,0-1-1 0 0,-1 0 1 0 0,13-8-1 0 0,58-37 345 0 0,-20 11 172 0 0,-57 35-554 0 0,-6 3 5 0 0,1 1-1 0 0,-1 0 1 0 0,0-1 0 0 0,0 1 0 0 0,1 0-1 0 0,-1 0 1 0 0,1-1 0 0 0,-1 1 0 0 0,0 0-1 0 0,1 0 1 0 0,-1 0 0 0 0,1 0 0 0 0,-1-1-1 0 0,0 1 1 0 0,1 0 0 0 0,-1 0 0 0 0,1 0-1 0 0,-1 0 1 0 0,0 0 0 0 0,1 0 0 0 0,-1 0-1 0 0,1 0 1 0 0,-1 0 0 0 0,1 0 0 0 0,-1 1-1 0 0,11 4-5 0 0,-10-3 9 0 0,1 1 0 0 0,-1-1 0 0 0,0 0-1 0 0,0 1 1 0 0,0-1 0 0 0,0 1 0 0 0,0-1-1 0 0,-1 1 1 0 0,1 0 0 0 0,-1-1 0 0 0,1 1 0 0 0,-1 5-1 0 0,-2 40 137 0 0,1-27-34 0 0,-24 365 1956 0 0,12-285-1283 0 0,-48 178 0 0 0,52-245-468 0 0,-3-1 1 0 0,0 0-1 0 0,-2-1 0 0 0,-1-1 1 0 0,-2 0-1 0 0,-1-1 0 0 0,-34 43 1 0 0,42-61-82 0 0,-1-1 1 0 0,0 1-1 0 0,0-2 1 0 0,-1 0-1 0 0,-1 0 1 0 0,1-1-1 0 0,-2-1 1 0 0,1 0 0 0 0,-1-1-1 0 0,0 0 1 0 0,0-1-1 0 0,-1-1 1 0 0,0 0-1 0 0,0-1 1 0 0,0 0-1 0 0,-1-2 1 0 0,1 0-1 0 0,-1 0 1 0 0,-20-1-1 0 0,28-2-128 0 0,0 1-1 0 0,0-1 0 0 0,0-1 1 0 0,0 1-1 0 0,0-1 0 0 0,0-1 1 0 0,0 1-1 0 0,1-1 0 0 0,-1-1 1 0 0,1 1-1 0 0,0-1 0 0 0,0-1 1 0 0,-7-5-1 0 0,11 7-71 0 0,-1 0-1 0 0,1-1 1 0 0,-1 0 0 0 0,1 0 0 0 0,0 0-1 0 0,1 0 1 0 0,-1 0 0 0 0,1 0-1 0 0,-1-1 1 0 0,1 0 0 0 0,1 1-1 0 0,-1-1 1 0 0,1 0 0 0 0,-1 0-1 0 0,1 0 1 0 0,1 1 0 0 0,-1-1 0 0 0,1 0-1 0 0,0 0 1 0 0,0 0 0 0 0,0 0-1 0 0,2-9 1 0 0,1 1-6 0 0,1 0 1 0 0,0 0-1 0 0,1 0 0 0 0,0 1 1 0 0,1 0-1 0 0,1 0 0 0 0,0 0 1 0 0,0 1-1 0 0,1 0 0 0 0,18-19 1 0 0,5-2-174 0 0,2 2 0 0 0,36-26 0 0 0,-16 17-712 0 0,2 3 0 0 0,1 2 0 0 0,93-41 0 0 0,21 7-3842 0 0,2 10-5431 0 0,-118 41 1760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45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144 114 820 0 0,'47'-110'10319'0'0,"-44"106"-9819"0"0,-1 7-207 0 0,-3 16-124 0 0,-6 28-125 0 0,-16 48 409 0 0,-46 121-1 0 0,38-125-189 0 0,-7 11 3537 0 0,53-123-3365 0 0,6-1-365 0 0,0 1 0 0 0,2 0 1 0 0,25-17-1 0 0,-40 31-78 0 0,1 1 1 0 0,1 1-1 0 0,-1-1 1 0 0,1 2-1 0 0,0-1 1 0 0,0 1-1 0 0,0 1 1 0 0,1 0-1 0 0,-1 0 0 0 0,1 1 1 0 0,21-2-1 0 0,-26 5 6 0 0,-1-1 0 0 0,1 1 1 0 0,0 0-1 0 0,-1 0 0 0 0,1 1 0 0 0,-1-1 0 0 0,0 1 0 0 0,1 0 0 0 0,-1 1 0 0 0,0-1 0 0 0,0 1 1 0 0,0 0-1 0 0,-1 0 0 0 0,1 1 0 0 0,-1-1 0 0 0,0 1 0 0 0,0 0 0 0 0,0 0 0 0 0,0 1 0 0 0,0-1 1 0 0,-1 1-1 0 0,0 0 0 0 0,0 0 0 0 0,-1 0 0 0 0,1 0 0 0 0,2 7 0 0 0,-3-5 19 0 0,1 1 1 0 0,-1-1-1 0 0,0 1 0 0 0,-1-1 0 0 0,0 1 1 0 0,0 0-1 0 0,0-1 0 0 0,-1 1 0 0 0,0 0 1 0 0,-1-1-1 0 0,0 1 0 0 0,0 0 0 0 0,0-1 1 0 0,-1 1-1 0 0,0-1 0 0 0,-1 1 0 0 0,0-1 1 0 0,-6 12-1 0 0,3-10 114 0 0,0-1 0 0 0,-1 1-1 0 0,1-1 1 0 0,-2-1 0 0 0,1 0 0 0 0,-1 0-1 0 0,0 0 1 0 0,0-1 0 0 0,-1 0 0 0 0,0 0-1 0 0,0-1 1 0 0,0-1 0 0 0,-1 1 0 0 0,1-1 0 0 0,-20 4-1 0 0,7-3 35 0 0,0-2-1 0 0,0-1 0 0 0,0 0 0 0 0,0-2 1 0 0,0 0-1 0 0,-33-6 0 0 0,9-2-149 0 0,21-2-2893 0 0,28-6-4027 0 0,-3 15 6488 0 0,1 0 0 0 0,0 0 0 0 0,-1-1 0 0 0,1 1 1 0 0,0 0-1 0 0,1-1 0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45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81 1536 0 0,'11'-25'5663'0'0,"19"-31"1281"0"0,-29 59-6806 0 0,0 1-1 0 0,0-1 0 0 0,0 0 0 0 0,-1 0 1 0 0,1 0-1 0 0,-1 1 0 0 0,0-1 0 0 0,0 0 1 0 0,0 0-1 0 0,-2 7 0 0 0,-8 38 792 0 0,5-29-543 0 0,-67 248 1720 0 0,2-9-1510 0 0,69-254-644 0 0,-8 50-255 0 0,8-50-49 0 0,1 0 0 0 0,0 0 0 0 0,0-1 0 0 0,0 1 0 0 0,1 0 0 0 0,0 0 0 0 0,-1 0 0 0 0,1 0 0 0 0,1 0 0 0 0,-1-1 0 0 0,2 5 0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46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52 460 0 0,'41'-51'12077'0'0,"-42"54"-11837"0"0,0 1 0 0 0,-1 0-1 0 0,0-1 1 0 0,0 1 0 0 0,0-1 0 0 0,0 1 0 0 0,-1-1-1 0 0,1 0 1 0 0,-4 3 0 0 0,-2 5 194 0 0,-48 62 1354 0 0,-20 31-649 0 0,66-89-1047 0 0,2 0 1 0 0,-1 1 0 0 0,2 0 0 0 0,0 1 0 0 0,-5 18-1 0 0,11-32-66 0 0,0 0-1 0 0,1 0 1 0 0,-1 0 0 0 0,1 0-1 0 0,-1 1 1 0 0,1-1-1 0 0,0 0 1 0 0,0 0-1 0 0,0 0 1 0 0,1 0-1 0 0,-1 0 1 0 0,1 0-1 0 0,0 0 1 0 0,-1 0 0 0 0,1 0-1 0 0,1 0 1 0 0,-1 0-1 0 0,2 3 1 0 0,0-3-1 0 0,-1-1 0 0 0,1 1 0 0 0,-1-1 0 0 0,1 0 0 0 0,0 0 1 0 0,-1 0-1 0 0,1 0 0 0 0,0 0 0 0 0,0-1 0 0 0,1 1 0 0 0,-1-1 0 0 0,0 0 1 0 0,0 0-1 0 0,1 0 0 0 0,-1 0 0 0 0,6 0 0 0 0,2 0 12 0 0,1-1 0 0 0,-1 0 0 0 0,1 0 0 0 0,-1-1-1 0 0,0-1 1 0 0,1 0 0 0 0,-1-1 0 0 0,0 0 0 0 0,0 0 0 0 0,0-1 0 0 0,-1 0 0 0 0,1-1-1 0 0,-1-1 1 0 0,0 1 0 0 0,13-12 0 0 0,-4 3 28 0 0,-1-1 0 0 0,0-1 0 0 0,-1 0 0 0 0,-1-2-1 0 0,-1 1 1 0 0,20-31 0 0 0,-29 39-13 0 0,-1-1 0 0 0,0 1-1 0 0,0-1 1 0 0,-1 0 0 0 0,0 0-1 0 0,-1 0 1 0 0,0-1 0 0 0,2-18-1 0 0,-4 26-45 0 0,-1-1 1 0 0,0 0-1 0 0,0 1 0 0 0,0-1 0 0 0,0 0 0 0 0,-1 1 0 0 0,1-1 1 0 0,-1 1-1 0 0,0-1 0 0 0,0 0 0 0 0,0 1 0 0 0,-1 0 0 0 0,1-1 0 0 0,-1 1 1 0 0,0 0-1 0 0,1 0 0 0 0,-2 0 0 0 0,1 0 0 0 0,0 0 0 0 0,-1 0 0 0 0,1 1 1 0 0,-1-1-1 0 0,0 1 0 0 0,0-1 0 0 0,1 1 0 0 0,-2 0 0 0 0,1 0 1 0 0,-6-2-1 0 0,1 1-29 0 0,-1 1 0 0 0,1-1-1 0 0,-1 1 1 0 0,0 1 0 0 0,0 0 0 0 0,0 0 0 0 0,0 1 0 0 0,0 0 0 0 0,0 0 0 0 0,0 1 0 0 0,0 0 0 0 0,0 1 0 0 0,-16 5 0 0 0,17-5-485 0 0,1 1 0 0 0,-1 0 0 0 0,1 1 0 0 0,0-1 0 0 0,0 1 0 0 0,0 1 0 0 0,1-1 0 0 0,-1 1-1 0 0,-9 10 1 0 0,14-13-181 0 0,-9 13-796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46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376 84 848 0 0,'32'-45'7661'0'0,"-32"44"-7589"0"0,1 1-1 0 0,-1-1 0 0 0,1 0 0 0 0,-1 1 0 0 0,1-1 1 0 0,-1 0-1 0 0,0 1 0 0 0,1-1 0 0 0,-1 0 0 0 0,0 0 0 0 0,0 1 1 0 0,1-1-1 0 0,-1 0 0 0 0,0 0 0 0 0,0 1 0 0 0,0-1 0 0 0,0 0 1 0 0,0 0-1 0 0,0 0 0 0 0,0 1 0 0 0,0-1 0 0 0,0 0 1 0 0,0 0-1 0 0,-1 1 0 0 0,1-1 0 0 0,0 0 0 0 0,-1 0 0 0 0,1 1 1 0 0,0-1-1 0 0,-1 0 0 0 0,1 1 0 0 0,0-1 0 0 0,-1 0 1 0 0,1 1-1 0 0,-1-1 0 0 0,0 1 0 0 0,1-1 0 0 0,-1 1 0 0 0,1-1 1 0 0,-1 1-1 0 0,0-1 0 0 0,1 1 0 0 0,-3-1 0 0 0,1 0 6 0 0,-1-1-1 0 0,1 1 1 0 0,-1 0-1 0 0,0 0 1 0 0,1 1-1 0 0,-1-1 1 0 0,0 0-1 0 0,-4 1 1 0 0,-1 1 11 0 0,-1 0 1 0 0,1 1-1 0 0,-1 0 0 0 0,1 1 1 0 0,0-1-1 0 0,0 2 1 0 0,0-1-1 0 0,-12 8 1 0 0,-57 43 345 0 0,67-47-378 0 0,-13 11 52 0 0,0 2 0 0 0,2 0 0 0 0,-27 32 0 0 0,36-37-56 0 0,1 0 1 0 0,0 1-1 0 0,1 0 0 0 0,1 1 1 0 0,0 0-1 0 0,-7 24 1 0 0,14-38-43 0 0,1 1 1 0 0,0 0 0 0 0,0-1 0 0 0,1 1-1 0 0,-1 0 1 0 0,1 0 0 0 0,-1-1 0 0 0,1 1-1 0 0,0 0 1 0 0,1 0 0 0 0,-1-1 0 0 0,1 1-1 0 0,-1 0 1 0 0,1-1 0 0 0,0 1 0 0 0,1 0 0 0 0,-1-1-1 0 0,0 1 1 0 0,1-1 0 0 0,3 5 0 0 0,-2-5-9 0 0,0 0 1 0 0,0 1-1 0 0,0-1 1 0 0,1-1 0 0 0,-1 1-1 0 0,1 0 1 0 0,0-1-1 0 0,-1 0 1 0 0,1 0 0 0 0,0 0-1 0 0,1 0 1 0 0,-1-1-1 0 0,0 1 1 0 0,0-1-1 0 0,1 0 1 0 0,7 0 0 0 0,3 1-335 0 0,-1-2 0 0 0,0 0 0 0 0,1 0 0 0 0,-1-1 0 0 0,0-1 0 0 0,0-1 1 0 0,18-5-1 0 0,-16 3-755 0 0,1-1 1 0 0,-2-1 0 0 0,1 0 0 0 0,-1-1 0 0 0,25-17 0 0 0,-9 1-2023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47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257 190 120 0 0,'17'-60'4835'0'0,"10"-67"0"0"0,-27 125-4195 0 0,-11 20 36 0 0,-7 37 666 0 0,-20 92-1 0 0,13-40-128 0 0,-7 19-90 0 0,-31 103 115 0 0,59-217-1181 0 0,-83 226 772 0 0,86-236-804 0 0,1-1-1 0 0,-1 0 1 0 0,1 0 0 0 0,-1 0 0 0 0,1 0-1 0 0,-1 0 1 0 0,0 0 0 0 0,0 0 0 0 0,1 0-1 0 0,-1 0 1 0 0,0 0 0 0 0,0 0-1 0 0,-1 1 1 0 0,1-2-19 0 0,1 0 0 0 0,0 0-1 0 0,0 0 1 0 0,-1 0 0 0 0,1 0-1 0 0,0 0 1 0 0,0 0 0 0 0,-1 0-1 0 0,1 0 1 0 0,0 0 0 0 0,-1 0 0 0 0,1 0-1 0 0,0-1 1 0 0,0 1 0 0 0,0 0-1 0 0,-1 0 1 0 0,1 0 0 0 0,0 0-1 0 0,0 0 1 0 0,-1 0 0 0 0,1-1 0 0 0,0 1-1 0 0,0 0 1 0 0,0 0 0 0 0,-1 0-1 0 0,1-1 1 0 0,0 1 0 0 0,0 0-1 0 0,0 0 1 0 0,0-1 0 0 0,0 1-1 0 0,0 0 1 0 0,-1 0 0 0 0,1-1 0 0 0,0 1-1 0 0,-1-3 7 0 0,0-1-1 0 0,1 1 1 0 0,-1 0-1 0 0,1-1 0 0 0,-1 1 1 0 0,1 0-1 0 0,0-1 1 0 0,1-4-1 0 0,3-17-22 0 0,1-1 0 0 0,2 1 0 0 0,0 0 0 0 0,2 0 0 0 0,0 1 0 0 0,2 0-1 0 0,25-41 1 0 0,-17 37-16 0 0,0 0-1 0 0,2 1 1 0 0,1 2-1 0 0,1 0 1 0 0,42-35-1 0 0,-39 40-21 0 0,37-23 0 0 0,-52 37 13 0 0,0 0 1 0 0,1 0-1 0 0,0 1 0 0 0,0 1 1 0 0,0 0-1 0 0,15-3 1 0 0,-25 7 31 0 0,-1-1 0 0 0,1 1 1 0 0,0 0-1 0 0,-1 0 0 0 0,1 0 0 0 0,0 0 1 0 0,-1 0-1 0 0,1 0 0 0 0,0 0 0 0 0,0 1 1 0 0,-1-1-1 0 0,1 1 0 0 0,-1-1 1 0 0,4 2-1 0 0,-5-2 3 0 0,1 1 0 0 0,0 0 1 0 0,-1-1-1 0 0,1 1 0 0 0,0-1 1 0 0,-1 1-1 0 0,1 0 0 0 0,-1 0 0 0 0,1-1 1 0 0,-1 1-1 0 0,0 0 0 0 0,1 0 0 0 0,-1-1 1 0 0,0 1-1 0 0,1 0 0 0 0,-1 0 1 0 0,0 0-1 0 0,0 0 0 0 0,0-1 0 0 0,0 3 1 0 0,0-1 1 0 0,0 1 0 0 0,0 0 0 0 0,-1-1 0 0 0,1 1 0 0 0,-1 0 0 0 0,0-1 0 0 0,0 1 0 0 0,0-1 1 0 0,0 1-1 0 0,0-1 0 0 0,0 0 0 0 0,-1 1 0 0 0,1-1 0 0 0,-3 3 0 0 0,-7 5 11 0 0,-1 1 1 0 0,1-2-1 0 0,-2 1 1 0 0,1-2-1 0 0,-26 14 0 0 0,-71 26 60 0 0,48-21 12 0 0,59-26-74 0 0,2-2-11 0 0,-1 1-1 0 0,1 0 1 0 0,-1 0-1 0 0,0 0 1 0 0,1 0 0 0 0,-1 0-1 0 0,0 0 1 0 0,1 0-1 0 0,-1 1 1 0 0,0-1 0 0 0,1 0-1 0 0,-1 0 1 0 0,1 0-1 0 0,-1 1 1 0 0,0-1 0 0 0,1 0-1 0 0,-1 0 1 0 0,1 1-1 0 0,-1-1 1 0 0,1 1 0 0 0,-1-1-1 0 0,1 0 1 0 0,-1 1-1 0 0,1-1 1 0 0,0 1 0 0 0,-1-1-1 0 0,1 1 1 0 0,0 0-1 0 0,-1 0 1 0 0,1 0-1 0 0,0 0 0 0 0,0 0 0 0 0,0 1 0 0 0,0-1 1 0 0,0 0-1 0 0,0 0 0 0 0,0 0 0 0 0,1 1 0 0 0,-1-1 0 0 0,0 0 0 0 0,1 0 0 0 0,-1 0 0 0 0,1 0 0 0 0,0 2 0 0 0,25 34-15 0 0,-24-36 18 0 0,41 55 225 0 0,38 65 0 0 0,9 13-4388 0 0,-86-128 3260 0 0,1 3-632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47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725 64 1684 0 0,'14'-22'3509'0'0,"17"-19"2324"0"0,-33 41-5808 0 0,0 0-1 0 0,0 0 1 0 0,0 0-1 0 0,0 0 1 0 0,1 0-1 0 0,-1 1 1 0 0,0-1-1 0 0,-3 2 1 0 0,4-2-7 0 0,-15 6 64 0 0,0 0 0 0 0,1 1 0 0 0,-1 1 0 0 0,1 0 0 0 0,-22 17 0 0 0,18-12-22 0 0,6-5 22 0 0,-42 30-91 0 0,52-36 67 0 0,0 1 0 0 0,0-1 0 0 0,0 1 1 0 0,0 0-1 0 0,0 0 0 0 0,1 0 0 0 0,-1 1 1 0 0,1-1-1 0 0,0 0 0 0 0,0 1 1 0 0,0 0-1 0 0,-2 5 0 0 0,4-7 0 0 0,0 0-1 0 0,1-1 0 0 0,-1 1 1 0 0,0-1-1 0 0,0 1 0 0 0,1 0 1 0 0,-1-1-1 0 0,1 1 1 0 0,-1-1-1 0 0,1 1 0 0 0,0-1 1 0 0,0 0-1 0 0,-1 1 1 0 0,1-1-1 0 0,0 0 0 0 0,0 1 1 0 0,0-1-1 0 0,0 0 0 0 0,1 0 1 0 0,-1 0-1 0 0,0 0 1 0 0,0 0-1 0 0,1 0 0 0 0,-1 0 1 0 0,1-1-1 0 0,1 2 1 0 0,39 17 838 0 0,-41-19-855 0 0,52 18 749 0 0,-11-4-264 0 0,53 25 1 0 0,-93-38-480 0 0,1 0-1 0 0,-1 0 1 0 0,0 0 0 0 0,0 0-1 0 0,0 1 1 0 0,-1 0 0 0 0,1-1-1 0 0,0 1 1 0 0,2 3 0 0 0,-3-4-5 0 0,0 0 1 0 0,-1 0-1 0 0,0-1 0 0 0,1 1 1 0 0,-1 0-1 0 0,0 0 0 0 0,1 0 0 0 0,-1 0 1 0 0,0 0-1 0 0,0 0 0 0 0,0 0 1 0 0,0 0-1 0 0,0 0 0 0 0,0 0 1 0 0,0 0-1 0 0,0 0 0 0 0,0-1 1 0 0,0 3-1 0 0,-2-1 20 0 0,1 1 0 0 0,-1 0 1 0 0,1-1-1 0 0,-1 1 0 0 0,0-1 0 0 0,0 1 0 0 0,0-1 1 0 0,0 0-1 0 0,-1 0 0 0 0,1 0 0 0 0,0 0 0 0 0,-1 0 1 0 0,0-1-1 0 0,-3 3 0 0 0,-21 10 77 0 0,0-1-1 0 0,-1-2 1 0 0,0 0-1 0 0,-38 8 1 0 0,-122 19-1115 0 0,32-18-2344 0 0,2-10-3323 0 0,68-8 112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22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40 0 0,'0'0'836'0'0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23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0 228 0 0,'0'0'-80'0'0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23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0 260 0 0,'0'0'340'0'0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26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0 224 0 0,'0'0'596'0'0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7:26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1068 0 0,'0'0'2848'0'0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51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1 133 1488 0 0,'7'-29'8964'0'0,"-7"26"-8693"0"0,0-1-1 0 0,0 1 0 0 0,0 0 1 0 0,1-1-1 0 0,0 1 0 0 0,-1 0 1 0 0,1 0-1 0 0,0 0 0 0 0,1 0 1 0 0,-1 0-1 0 0,1 0 0 0 0,-1 0 1 0 0,1 0-1 0 0,0 1 0 0 0,0-1 1 0 0,0 0-1 0 0,3-2 0 0 0,0 0-212 0 0,1 1 1 0 0,-1 0-1 0 0,1 1 0 0 0,0-1 0 0 0,0 1 0 0 0,1 0 0 0 0,10-3 0 0 0,-6 3-24 0 0,-1-1 0 0 0,1 2 1 0 0,1 0-1 0 0,-1 0 0 0 0,0 1 1 0 0,0 0-1 0 0,1 1 0 0 0,-1 1 1 0 0,0 0-1 0 0,0 0 0 0 0,0 1 0 0 0,1 0 1 0 0,-2 1-1 0 0,20 7 0 0 0,-24-7-18 0 0,1 0-1 0 0,0 1 1 0 0,-1-1-1 0 0,0 1 0 0 0,0 1 1 0 0,0-1-1 0 0,-1 1 1 0 0,1 0-1 0 0,-1 0 0 0 0,0 1 1 0 0,-1 0-1 0 0,1 0 1 0 0,-1 0-1 0 0,0 0 0 0 0,0 0 1 0 0,-1 1-1 0 0,0 0 1 0 0,0 0-1 0 0,-1 0 0 0 0,0 0 1 0 0,0 0-1 0 0,-1 0 0 0 0,2 9 1 0 0,-2 6 5 0 0,-1-1 0 0 0,-1 0 0 0 0,0 0 1 0 0,-2 1-1 0 0,0-1 0 0 0,-2 0 0 0 0,-9 29 0 0 0,0-13 60 0 0,-1-1-1 0 0,-1 0 0 0 0,-24 36 1 0 0,40-71-79 0 0,0-1 1 0 0,-1 1-1 0 0,1 0 1 0 0,0-1 0 0 0,-1 1-1 0 0,1-1 1 0 0,-1 1 0 0 0,1-1-1 0 0,-1 1 1 0 0,1-1 0 0 0,-1 1-1 0 0,1-1 1 0 0,-1 0-1 0 0,1 1 1 0 0,-1-1 0 0 0,1 0-1 0 0,-1 1 1 0 0,-1-1 0 0 0,-5-3 7 0 0,6 2-10 0 0,1 0 0 0 0,-1 0 1 0 0,1 0-1 0 0,0-1 0 0 0,0 1 1 0 0,0 0-1 0 0,0 0 1 0 0,0 0-1 0 0,0 0 1 0 0,0 0-1 0 0,0 0 1 0 0,0 0-1 0 0,0 0 1 0 0,1-1-1 0 0,-1 1 1 0 0,0 0-1 0 0,2-2 0 0 0,-2 3 1 0 0,7-27-10 0 0,2 0 0 0 0,1 1 1 0 0,1 0-1 0 0,1 1 1 0 0,22-34-1 0 0,-15 28 0 0 0,1 0-1 0 0,1 2 1 0 0,2 0-1 0 0,1 2 1 0 0,1 1-1 0 0,1 0 1 0 0,1 2 0 0 0,2 1-1 0 0,39-24 1 0 0,-60 42 0 0 0,1 0 1 0 0,-1 1 0 0 0,1 1-1 0 0,0-1 1 0 0,11-2 0 0 0,-18 6 7 0 0,1-1 1 0 0,0 1 0 0 0,-1-1 0 0 0,1 1 0 0 0,0 0 0 0 0,0 0 0 0 0,-1 0 0 0 0,1 0 0 0 0,0 1-1 0 0,-1-1 1 0 0,1 1 0 0 0,0 0 0 0 0,-1-1 0 0 0,1 1 0 0 0,-1 0 0 0 0,3 2 0 0 0,-3-2 3 0 0,0 1 0 0 0,-1-1 0 0 0,1 1 0 0 0,-1-1 1 0 0,1 1-1 0 0,-1 0 0 0 0,1-1 0 0 0,-1 1 0 0 0,0 0 1 0 0,0 0-1 0 0,0 0 0 0 0,0 0 0 0 0,0 0 0 0 0,-1 0 1 0 0,2 3-1 0 0,-1 5 13 0 0,0-1 0 0 0,0 0 0 0 0,-1 1 0 0 0,0-1 1 0 0,-1 1-1 0 0,-2 12 0 0 0,3-19-14 0 0,-13 61 35 0 0,-33 106 0 0 0,7-37-8 0 0,38-127-19 0 0,-1 1-1 0 0,1 0 1 0 0,0 0 0 0 0,0-1 0 0 0,0 1-1 0 0,1 0 1 0 0,0 0 0 0 0,1 0 0 0 0,0 0 0 0 0,1 7-1 0 0,-1-13-7 0 0,-1 0 0 0 0,1-1 0 0 0,-1 1-1 0 0,1 0 1 0 0,-1-1 0 0 0,1 1 0 0 0,0 0 0 0 0,0-1-1 0 0,-1 1 1 0 0,1-1 0 0 0,0 1 0 0 0,0-1 0 0 0,0 1-1 0 0,-1-1 1 0 0,1 0 0 0 0,0 1 0 0 0,0-1-1 0 0,0 0 1 0 0,0 0 0 0 0,0 0 0 0 0,0 0 0 0 0,0 0-1 0 0,0 0 1 0 0,0 0 0 0 0,1 0 0 0 0,24-3 15 0 0,-4-5-11 0 0,0-1 1 0 0,-1-1-1 0 0,0-1 1 0 0,0-1-1 0 0,29-23 1 0 0,-44 31-5 0 0,50-35 6 0 0,-2-3 0 0 0,-1-2 0 0 0,-3-2 0 0 0,-2-2 0 0 0,58-74 0 0 0,-102 116-6 0 0,33-49 26 0 0,-35 52-30 0 0,0-1-1 0 0,0 1 1 0 0,-1-1 0 0 0,1 0-1 0 0,-1 0 1 0 0,0 0-1 0 0,0 0 1 0 0,0 0 0 0 0,0 0-1 0 0,-1 0 1 0 0,1 0-1 0 0,-1 0 1 0 0,-1-4 0 0 0,1 7 0 0 0,0 0 1 0 0,0 0-1 0 0,0 1 1 0 0,0-1 0 0 0,0 0-1 0 0,-1 1 1 0 0,1-1-1 0 0,0 0 1 0 0,0 0-1 0 0,-1 1 1 0 0,1-1 0 0 0,-1 1-1 0 0,1-1 1 0 0,-1 0-1 0 0,1 1 1 0 0,-1-1 0 0 0,1 1-1 0 0,-1-1 1 0 0,1 1-1 0 0,-1-1 1 0 0,1 1 0 0 0,-1-1-1 0 0,0 1 1 0 0,1 0-1 0 0,-1-1 1 0 0,0 1-1 0 0,0 0 1 0 0,1 0 0 0 0,-2-1-1 0 0,0 1-1 0 0,0 0 0 0 0,0 1 1 0 0,0-1-1 0 0,0 0 0 0 0,0 1 0 0 0,0-1 0 0 0,0 1 0 0 0,0 0 0 0 0,1 0 0 0 0,-1-1 0 0 0,-2 3 1 0 0,-5 2-5 0 0,1 1 0 0 0,0 0 1 0 0,-11 11-1 0 0,0 2 32 0 0,1 2-1 0 0,1 0 0 0 0,1 1 0 0 0,1 0 0 0 0,1 2 1 0 0,0 0-1 0 0,2 0 0 0 0,1 1 0 0 0,1 0 1 0 0,-13 52-1 0 0,22-72-14 0 0,0 0 0 0 0,1 1-1 0 0,-1-1 1 0 0,1 0 0 0 0,0 0 0 0 0,0 0 0 0 0,1 1-1 0 0,0-1 1 0 0,0 0 0 0 0,0 0 0 0 0,0 0 0 0 0,1 0-1 0 0,3 7 1 0 0,-3-8-3 0 0,0-1-1 0 0,1 0 1 0 0,-1 1 0 0 0,1-1 0 0 0,0 0-1 0 0,0 0 1 0 0,0-1 0 0 0,0 1-1 0 0,1-1 1 0 0,-1 1 0 0 0,1-1-1 0 0,-1 0 1 0 0,1 0 0 0 0,0-1-1 0 0,0 1 1 0 0,0-1 0 0 0,5 2-1 0 0,14 1-207 0 0,-1 0 1 0 0,1-1-1 0 0,0-1 0 0 0,0-2 0 0 0,44-3 0 0 0,115-29-9281 0 0,-142 23 4599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51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382 629 8 0 0,'1'-3'742'0'0,"-1"-1"1"0"0,1 1-1 0 0,-1-1 0 0 0,0 1 1 0 0,0-1-1 0 0,-1 1 0 0 0,1-1 1 0 0,-1 1-1 0 0,1-1 0 0 0,-1 1 1 0 0,0 0-1 0 0,-3-5 0 0 0,3 5-419 0 0,-1 0-1 0 0,1 0 1 0 0,-1 1-1 0 0,0-1 0 0 0,0 1 1 0 0,-1-1-1 0 0,1 1 1 0 0,0 0-1 0 0,-1 0 0 0 0,1 0 1 0 0,-6-3-1 0 0,3 3-187 0 0,1 0-1 0 0,-1 0 1 0 0,0 0 0 0 0,0 1 0 0 0,0 0-1 0 0,0 0 1 0 0,0 0 0 0 0,0 0 0 0 0,0 1-1 0 0,0 0 1 0 0,0 0 0 0 0,0 0 0 0 0,0 1-1 0 0,0 0 1 0 0,0 0 0 0 0,0 0-1 0 0,-5 2 1 0 0,-3 2-8 0 0,0 1 0 0 0,1 0 0 0 0,0 1 0 0 0,0 0 0 0 0,1 1-1 0 0,0 1 1 0 0,0-1 0 0 0,1 2 0 0 0,-11 11 0 0 0,5-3-62 0 0,1 1-1 0 0,1 0 1 0 0,1 2 0 0 0,-16 29-1 0 0,21-32-39 0 0,0 0 0 0 0,-5 20 0 0 0,10-30-10 0 0,1 0-1 0 0,0 1 1 0 0,1-1 0 0 0,0 0-1 0 0,0 1 1 0 0,1-1-1 0 0,1 11 1 0 0,-1-17-12 0 0,0 0 1 0 0,1 0-1 0 0,-1 0 0 0 0,0 0 1 0 0,1 0-1 0 0,0 0 1 0 0,-1 0-1 0 0,1 0 1 0 0,0-1-1 0 0,0 1 1 0 0,0 0-1 0 0,0-1 0 0 0,0 1 1 0 0,1 0-1 0 0,-1-1 1 0 0,0 1-1 0 0,1-1 1 0 0,-1 0-1 0 0,1 1 1 0 0,0-1-1 0 0,1 1 0 0 0,0 0 2 0 0,1-1 0 0 0,-1 0 0 0 0,0 0 0 0 0,0-1 0 0 0,1 1-1 0 0,-1-1 1 0 0,0 1 0 0 0,1-1 0 0 0,-1 0 0 0 0,1 0-1 0 0,4-1 1 0 0,7-2 6 0 0,-1-1 0 0 0,1 0 0 0 0,-1-1 0 0 0,20-9 0 0 0,-2-2-2 0 0,0-2-1 0 0,-1-1 1 0 0,-1-1 0 0 0,-1-2 0 0 0,30-29 0 0 0,-21 15-8 0 0,-3-1 1 0 0,-1-2-1 0 0,30-45 1 0 0,-31 35 11 0 0,-3-2 0 0 0,44-95 0 0 0,-61 113-31 0 0,-1-1 0 0 0,-1 0 0 0 0,-2-1 0 0 0,-1 0 0 0 0,5-66 0 0 0,-12 98 11 0 0,-1 0 0 0 0,0 0 1 0 0,0 1-1 0 0,0-1 0 0 0,0 0 1 0 0,0 0-1 0 0,0 0 1 0 0,-1 0-1 0 0,1 1 0 0 0,-1-1 1 0 0,0 0-1 0 0,0 0 0 0 0,0 1 1 0 0,0-1-1 0 0,0 1 0 0 0,-1-1 1 0 0,1 1-1 0 0,-1-1 1 0 0,1 1-1 0 0,-4-3 0 0 0,4 4 6 0 0,0 1-1 0 0,0 0 1 0 0,0 0-1 0 0,0-1 1 0 0,1 1-1 0 0,-1 0 1 0 0,0 0-1 0 0,0 0 1 0 0,0 0-1 0 0,0 0 1 0 0,0 0-1 0 0,0 1 1 0 0,0-1-1 0 0,0 0 1 0 0,1 0-1 0 0,-1 0 1 0 0,0 1-1 0 0,0-1 1 0 0,0 1-1 0 0,1-1 0 0 0,-1 1 1 0 0,0-1-1 0 0,0 1 1 0 0,1-1-1 0 0,-1 1 1 0 0,0-1-1 0 0,1 1 1 0 0,-1 0-1 0 0,0 0 1 0 0,1-1-1 0 0,-1 3 1 0 0,-19 23-46 0 0,20-25 47 0 0,-17 30 61 0 0,2 1 1 0 0,2 0-1 0 0,1 2 0 0 0,-10 43 1 0 0,6-24-10 0 0,-33 133 256 0 0,44-159-278 0 0,1 0 1 0 0,2-1 0 0 0,0 1-1 0 0,2 0 1 0 0,3 31 0 0 0,-3-53-160 0 0,1 1 0 0 0,0 0 1 0 0,1-1-1 0 0,0 1 0 0 0,0 0 1 0 0,0-1-1 0 0,0 0 0 0 0,1 0 0 0 0,0 0 1 0 0,0 0-1 0 0,0 0 0 0 0,0 0 1 0 0,1-1-1 0 0,6 7 0 0 0,-6-8-697 0 0,0 0-1 0 0,0 0 1 0 0,0 0-1 0 0,1 0 1 0 0,-1-1-1 0 0,1 0 1 0 0,0 0-1 0 0,0 0 1 0 0,0 0-1 0 0,8 1 1 0 0,0 0-4278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52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89 96 0 0,'0'0'3736'0'0,"-2"-1"-2797"0"0,-23 2 3184 0 0,8 14-1915 0 0,16-14-2059 0 0,-1 1 0 0 0,1 0 1 0 0,-1 0-1 0 0,1 0 0 0 0,0 0 0 0 0,0 0 1 0 0,0 0-1 0 0,0 0 0 0 0,0 1 1 0 0,1-1-1 0 0,-1 0 0 0 0,1 0 1 0 0,-1 3-1 0 0,1-3 81 0 0,-2 17 1044 0 0,2-18-1174 0 0,0 0 1 0 0,0 0-1 0 0,0 0 0 0 0,0 0 0 0 0,1 0 0 0 0,-1 0 0 0 0,0 0 1 0 0,0-1-1 0 0,1 1 0 0 0,-1 0 0 0 0,0 0 0 0 0,1 0 0 0 0,-1 0 1 0 0,0 0-1 0 0,1-1 0 0 0,0 1 0 0 0,-1 0 0 0 0,1 0 0 0 0,-1-1 0 0 0,1 1 1 0 0,0-1-1 0 0,-1 1 0 0 0,1 0 0 0 0,1 0 0 0 0,0-1-66 0 0,0 0 0 0 0,0 0 0 0 0,0 1 0 0 0,0-2 0 0 0,0 1-1 0 0,0 0 1 0 0,0 0 0 0 0,0-1 0 0 0,0 1 0 0 0,0-1 0 0 0,0 1 0 0 0,-1-1 0 0 0,1 0-1 0 0,0 0 1 0 0,0 0 0 0 0,-1 0 0 0 0,1 0 0 0 0,0 0 0 0 0,-1 0 0 0 0,1-1 0 0 0,-1 1-1 0 0,1 0 1 0 0,1-3 0 0 0,0 0-15 0 0,-1 1 0 0 0,1-1-1 0 0,0 0 1 0 0,-1 0 0 0 0,0 0 0 0 0,0-1 0 0 0,0 1-1 0 0,0 0 1 0 0,1-8 0 0 0,-2 7-11 0 0,-1 1 1 0 0,0-1-1 0 0,1 0 0 0 0,-1 0 1 0 0,-1 1-1 0 0,1-1 0 0 0,-1 0 1 0 0,0 1-1 0 0,0-1 0 0 0,0 0 1 0 0,0 1-1 0 0,-1-1 0 0 0,-2-4 1 0 0,2 6-11 0 0,1 0 1 0 0,-1 1 0 0 0,0-1-1 0 0,0 1 1 0 0,0-1 0 0 0,0 1 0 0 0,0 0-1 0 0,-1 0 1 0 0,1-1 0 0 0,-1 2 0 0 0,1-1-1 0 0,-1 0 1 0 0,0 0 0 0 0,0 1 0 0 0,0 0-1 0 0,0-1 1 0 0,0 1 0 0 0,0 0-1 0 0,0 1 1 0 0,0-1 0 0 0,0 0 0 0 0,-4 1-1 0 0,0 0-5 0 0,-1 0-1 0 0,1 0 1 0 0,0 1-1 0 0,-1 0 0 0 0,1 0 1 0 0,0 1-1 0 0,0 0 1 0 0,0 0-1 0 0,0 1 1 0 0,-8 4-1 0 0,4 0-5 0 0,0-1 1 0 0,0 1-1 0 0,1 1 0 0 0,0 0 1 0 0,-14 15-1 0 0,8-6-2 0 0,1 1-1 0 0,0 1 1 0 0,2 0-1 0 0,-15 27 1 0 0,22-35 15 0 0,1 0 0 0 0,0 0-1 0 0,1 0 1 0 0,0 0 0 0 0,0 1 0 0 0,2 0 0 0 0,-1 0 0 0 0,2 0 0 0 0,-1 0-1 0 0,1 14 1 0 0,2-22 7 0 0,-1 0 0 0 0,0 0 0 0 0,1 1 0 0 0,0-1 0 0 0,0 0 0 0 0,0 0 0 0 0,1 0 0 0 0,-1 0 0 0 0,1 0 0 0 0,0-1-1 0 0,0 1 1 0 0,0-1 0 0 0,1 1 0 0 0,-1-1 0 0 0,7 6 0 0 0,-4-4-120 0 0,0-1 0 0 0,0-1 0 0 0,1 1 0 0 0,-1-1 0 0 0,1 0 0 0 0,0 0-1 0 0,0 0 1 0 0,0-1 0 0 0,9 2 0 0 0,7 1-888 0 0,1-2 0 0 0,-1-1 0 0 0,1 0 0 0 0,39-3-1 0 0,19-8-4425 0 0,-36 1 1234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53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69 240 0 0,'-3'0'4207'0'0,"-23"0"2917"0"0,10 15-4248 0 0,16-14-2817 0 0,0 1 0 0 0,0-1 0 0 0,0 0 0 0 0,1 0 0 0 0,-1 0 0 0 0,0 0 0 0 0,0 1 0 0 0,1-1 0 0 0,-1 0 0 0 0,1 0 0 0 0,-1 0 0 0 0,1 0 0 0 0,-1 0 0 0 0,1 0 0 0 0,-1 0 0 0 0,1 0 0 0 0,0 0 0 0 0,0 0 0 0 0,0 0 0 0 0,-1-1 0 0 0,1 1 0 0 0,0 0 0 0 0,2 1 0 0 0,0-1-10 0 0,-1 0 0 0 0,1 0 0 0 0,0 0 0 0 0,0-1 0 0 0,-1 1 0 0 0,1 0 0 0 0,0-1 0 0 0,0 0 0 0 0,5 0 0 0 0,4-1-7 0 0,0-1 1 0 0,1 0-1 0 0,15-5 1 0 0,-26 7-13 0 0,2-1-11 0 0,0-1 0 0 0,-1 1 0 0 0,1-1 0 0 0,0 0 0 0 0,-1 0 0 0 0,1 0 0 0 0,-1 0 0 0 0,0-1 0 0 0,0 1 0 0 0,0-1 0 0 0,0 0 0 0 0,4-6 0 0 0,-6 8-16 0 0,-1 0-1 0 0,1-1 1 0 0,-1 1-1 0 0,1-1 1 0 0,-1 1-1 0 0,0-1 1 0 0,1 1-1 0 0,-1-1 1 0 0,0 1-1 0 0,0-1 0 0 0,0 1 1 0 0,0-1-1 0 0,0 1 1 0 0,-1-1-1 0 0,1 1 1 0 0,0-1-1 0 0,-1 1 1 0 0,1-1-1 0 0,-1 1 1 0 0,1-1-1 0 0,-1 1 1 0 0,0 0-1 0 0,0-1 1 0 0,-1-1-1 0 0,0 2-1 0 0,0-2-5 0 0,0 0 0 0 0,-1 1 0 0 0,0-1 1 0 0,1 1-1 0 0,-1 0 0 0 0,0 0 0 0 0,0 0 1 0 0,-1 0-1 0 0,1 0 0 0 0,0 1 0 0 0,-1-1 0 0 0,1 1 1 0 0,0 0-1 0 0,-1 0 0 0 0,0 0 0 0 0,1 1 1 0 0,-7-1-1 0 0,-1 1-10 0 0,1 1 1 0 0,0 0 0 0 0,0 1-1 0 0,0 0 1 0 0,0 1-1 0 0,0 0 1 0 0,1 0-1 0 0,-17 9 1 0 0,11-4 9 0 0,1 1 0 0 0,0 0 1 0 0,0 1-1 0 0,-23 23 0 0 0,18-13 23 0 0,0 1 0 0 0,2 1-1 0 0,1 0 1 0 0,1 1 0 0 0,0 1-1 0 0,-16 38 1 0 0,26-50-5 0 0,0 1 0 0 0,1-1 0 0 0,0 1 0 0 0,1-1-1 0 0,1 1 1 0 0,0 0 0 0 0,0 13 0 0 0,2-22-9 0 0,-1 0 0 0 0,2 0 0 0 0,-1-1 0 0 0,0 1 1 0 0,1 0-1 0 0,0 0 0 0 0,-1-1 0 0 0,1 1 0 0 0,1 0 0 0 0,-1-1 0 0 0,1 1 0 0 0,-1-1 0 0 0,1 0 0 0 0,0 1 1 0 0,0-1-1 0 0,0 0 0 0 0,1 0 0 0 0,-1 0 0 0 0,1-1 0 0 0,0 1 0 0 0,-1-1 0 0 0,1 1 0 0 0,0-1 0 0 0,1 0 1 0 0,-1 0-1 0 0,0 0 0 0 0,1 0 0 0 0,4 1 0 0 0,5 1-273 0 0,0-1-1 0 0,0-1 1 0 0,0 0-1 0 0,0 0 1 0 0,0-1 0 0 0,1-1-1 0 0,-1-1 1 0 0,17-1 0 0 0,9-5-1650 0 0,56-15 1 0 0,42-27-3131 0 0,-90 27 1705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53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280 429 1524 0 0,'0'-4'666'0'0,"1"1"-103"0"0,-1 1 1 0 0,1-1-1 0 0,-1 0 0 0 0,0 0 1 0 0,0 0-1 0 0,0 1 1 0 0,-1-6-1 0 0,0 8-451 0 0,1-1-1 0 0,0 0 0 0 0,-1 0 0 0 0,1 1 0 0 0,0-1 0 0 0,-1 0 0 0 0,1 1 0 0 0,-1-1 0 0 0,1 1 1 0 0,-1-1-1 0 0,0 1 0 0 0,1-1 0 0 0,-1 1 0 0 0,1-1 0 0 0,-1 1 0 0 0,0-1 0 0 0,1 1 0 0 0,-1 0 1 0 0,0-1-1 0 0,0 1 0 0 0,1 0 0 0 0,-1 0 0 0 0,0 0 0 0 0,0-1 0 0 0,0 1 0 0 0,1 0 0 0 0,-1 0 1 0 0,0 0-1 0 0,0 0 0 0 0,1 0 0 0 0,-1 1 0 0 0,0-1 0 0 0,0 0 0 0 0,1 0 0 0 0,-1 0 0 0 0,0 1 1 0 0,-1-1-1 0 0,-7 4 233 0 0,0-1 0 0 0,-1 1 0 0 0,1 1 0 0 0,1 0 0 0 0,-1 0 0 0 0,1 1 0 0 0,0 0 0 0 0,0 0 0 0 0,-13 15 0 0 0,0 0 116 0 0,1 2 1 0 0,-19 29-1 0 0,39-52-459 0 0,-47 74 482 0 0,42-66-445 0 0,1 0 1 0 0,0 1-1 0 0,1-1 0 0 0,0 1 0 0 0,1 0 0 0 0,-1 0 1 0 0,0 13-1 0 0,2-21-31 0 0,1 1 1 0 0,0-1 0 0 0,0 1-1 0 0,0 0 1 0 0,0-1-1 0 0,0 1 1 0 0,0-1 0 0 0,1 1-1 0 0,-1-1 1 0 0,0 1-1 0 0,1-1 1 0 0,-1 1 0 0 0,1-1-1 0 0,0 1 1 0 0,-1-1-1 0 0,1 0 1 0 0,0 1 0 0 0,0-1-1 0 0,0 0 1 0 0,0 0-1 0 0,0 0 1 0 0,0 0 0 0 0,2 2-1 0 0,-1-2 0 0 0,1 0-1 0 0,-1 0 0 0 0,1 0 1 0 0,-1 0-1 0 0,0-1 0 0 0,1 1 1 0 0,-1-1-1 0 0,1 1 0 0 0,0-1 1 0 0,-1 0-1 0 0,1 0 0 0 0,-1 0 1 0 0,4-1-1 0 0,4 0 4 0 0,0-2 0 0 0,1 1-1 0 0,-1-1 1 0 0,0-1 0 0 0,18-9 0 0 0,-4-1-7 0 0,0-1 1 0 0,-2-2 0 0 0,0 0-1 0 0,-1-1 1 0 0,-1-1 0 0 0,-1-1-1 0 0,0-1 1 0 0,-2-1-1 0 0,0 0 1 0 0,-1-1 0 0 0,-2-1-1 0 0,20-42 1 0 0,-11 12-34 0 0,-3-1 0 0 0,-2 0 0 0 0,-2-2 0 0 0,-3 0 0 0 0,6-60 0 0 0,-19 116 29 0 0,1-1-1 0 0,-1 1 1 0 0,0-1-1 0 0,0 1 1 0 0,0-1-1 0 0,0 1 1 0 0,0-1-1 0 0,0 1 0 0 0,0-1 1 0 0,-1 1-1 0 0,1 0 1 0 0,0-1-1 0 0,-1 1 1 0 0,0-3-1 0 0,0 4 4 0 0,1-1-1 0 0,0 1 0 0 0,-1 0 0 0 0,1 0 0 0 0,0 0 1 0 0,-1-1-1 0 0,1 1 0 0 0,-1 0 0 0 0,1 0 0 0 0,0 0 1 0 0,-1 0-1 0 0,1 0 0 0 0,-1 0 0 0 0,1 0 0 0 0,0 0 1 0 0,-1 0-1 0 0,1 0 0 0 0,-1 0 0 0 0,1 0 0 0 0,0 0 1 0 0,-1 0-1 0 0,1 0 0 0 0,-1 0 0 0 0,1 0 0 0 0,0 0 1 0 0,-1 1-1 0 0,1-1 0 0 0,-1 0 0 0 0,1 0 0 0 0,0 0 1 0 0,-1 1-1 0 0,-3 2 15 0 0,1 0 0 0 0,-1-1 0 0 0,1 2 0 0 0,0-1 0 0 0,0 0 0 0 0,0 1 0 0 0,-4 5 0 0 0,-7 15 58 0 0,2 1 1 0 0,0 1 0 0 0,1-1 0 0 0,2 2 0 0 0,-11 48 0 0 0,9-18-31 0 0,-6 102 0 0 0,16-129-625 0 0,3 46 1 0 0,7-24-1908 0 0,-6-42 539 0 0,0 0-1 0 0,10 19 1 0 0,-1-7-3559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54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72 869 860 0 0,'-24'34'7860'0'0,"-10"20"-3301"0"0,32-51-4313 0 0,1-1-82 0 0,0-1-102 0 0,0 1 1 0 0,0-1-1 0 0,0 1 1 0 0,0-1-1 0 0,0 1 1 0 0,0-1-1 0 0,0 1 1 0 0,1-1-1 0 0,-1 1 1 0 0,1 0 0 0 0,-1-1-1 0 0,1 1 1 0 0,0 0-1 0 0,-1 0 1 0 0,1-1-1 0 0,0 1 1 0 0,0 0-1 0 0,0-1 1 0 0,0 1-1 0 0,1 0 1 0 0,-1 0-1 0 0,1 2 1 0 0,0-4-50 0 0,0 1 1 0 0,0 0-1 0 0,0-1 1 0 0,0 0 0 0 0,0 1-1 0 0,0-1 1 0 0,0 0-1 0 0,0 1 1 0 0,0-1-1 0 0,1 0 1 0 0,-1 0-1 0 0,0 0 1 0 0,0 0 0 0 0,0 0-1 0 0,0 0 1 0 0,0 0-1 0 0,0 0 1 0 0,0-1-1 0 0,0 1 1 0 0,0 0-1 0 0,1-1 1 0 0,0 0 0 0 0,26-9 66 0 0,-27 10-77 0 0,26-13 33 0 0,-1-1 1 0 0,0-1-1 0 0,-1-1 0 0 0,-1-1 0 0 0,0-1 0 0 0,-1-2 1 0 0,-1 0-1 0 0,-1-1 0 0 0,-1-1 0 0 0,29-42 1 0 0,-23 24-20 0 0,-1-1 1 0 0,-2-1-1 0 0,-2-1 1 0 0,-2-1 0 0 0,26-89-1 0 0,-29 57-87 0 0,-3 0 0 0 0,5-140 0 0 0,-17 197 37 0 0,-2-3-68 0 0,1 22 99 0 0,0 0 0 0 0,-1 0 0 0 0,1 0 0 0 0,0 0 0 0 0,0 0 0 0 0,-1 0 0 0 0,1 0 0 0 0,0 0 0 0 0,0 0 0 0 0,-1 0 0 0 0,1 1 0 0 0,0-1 0 0 0,0 0 0 0 0,0 0 0 0 0,-1 0 0 0 0,1 0 0 0 0,0 0 0 0 0,0 1 0 0 0,0-1 0 0 0,-1 0 0 0 0,1 0 0 0 0,0 0 0 0 0,0 1 0 0 0,0-1 0 0 0,0 0 0 0 0,0 0 0 0 0,-1 0 0 0 0,1 1 0 0 0,0-1 0 0 0,0 0 0 0 0,0 0 0 0 0,0 1 0 0 0,0-1 0 0 0,0 0 0 0 0,0 0 0 0 0,0 1 0 0 0,0-1-1 0 0,-16 44-5 0 0,15-39 30 0 0,-198 594 2492 0 0,148-425-2170 0 0,42-136-254 0 0,1 0-1 0 0,-2 65 1 0 0,9-98-79 0 0,1 0 0 0 0,1 0-1 0 0,-1 0 1 0 0,1 0 0 0 0,0 0-1 0 0,0 0 1 0 0,0 0 0 0 0,0 0-1 0 0,1 0 1 0 0,0-1-1 0 0,3 6 1 0 0,-4-8-8 0 0,1 0-1 0 0,-1 0 1 0 0,1 0 0 0 0,-1 0-1 0 0,1 0 1 0 0,0-1-1 0 0,0 1 1 0 0,0-1 0 0 0,0 1-1 0 0,0-1 1 0 0,0 0 0 0 0,0 1-1 0 0,0-1 1 0 0,1 0-1 0 0,-1-1 1 0 0,0 1 0 0 0,1 0-1 0 0,-1-1 1 0 0,0 1 0 0 0,1-1-1 0 0,-1 0 1 0 0,1 0 0 0 0,-1 0-1 0 0,5 0 1 0 0,5-2-27 0 0,0 0 0 0 0,1-1 0 0 0,-2-1 0 0 0,1 0 0 0 0,0 0 0 0 0,-1-1 1 0 0,0-1-1 0 0,0 0 0 0 0,0 0 0 0 0,-1-1 0 0 0,15-13 0 0 0,6-7-130 0 0,-2-2-1 0 0,30-36 1 0 0,-34 35 122 0 0,-1-1 0 0 0,-2-2 0 0 0,-1 0 0 0 0,-2-1 0 0 0,18-43 0 0 0,-36 74 44 0 0,0-5-11 0 0,-1 6 80 0 0,-2 3-7 0 0,-2 3-37 0 0,0-1-1 0 0,1 1 1 0 0,-1-1 0 0 0,1 1 0 0 0,0 0 0 0 0,0 0 0 0 0,1 1 0 0 0,-1-1 0 0 0,1 0 0 0 0,-3 8 0 0 0,-19 55 397 0 0,21-55-362 0 0,-5 14 150 0 0,-8 45-1 0 0,14-62-185 0 0,1 1-1 0 0,0-1 1 0 0,1 1-1 0 0,0 0 1 0 0,1 0-1 0 0,0-1 1 0 0,0 1-1 0 0,3 11 0 0 0,-3-19-25 0 0,0 1 0 0 0,0-1-1 0 0,0 0 1 0 0,0 0-1 0 0,1 1 1 0 0,-1-1-1 0 0,1 0 1 0 0,-1 0-1 0 0,1 0 1 0 0,-1 0-1 0 0,1-1 1 0 0,0 1-1 0 0,0 0 1 0 0,0-1-1 0 0,4 3 1 0 0,-1-2-1 0 0,-1 0 1 0 0,1 0 0 0 0,-1-1-1 0 0,1 1 1 0 0,0-1 0 0 0,-1 0 0 0 0,10 0-1 0 0,1-1 2 0 0,0 0 1 0 0,-1-1-1 0 0,1-1 0 0 0,21-5 0 0 0,-19 3 2 0 0,1-1-1 0 0,-1-1 1 0 0,-1 0 0 0 0,1-1 0 0 0,-1-1 0 0 0,0-1 0 0 0,-1 0-1 0 0,0-1 1 0 0,19-16 0 0 0,-28 20-5 0 0,-1 0 0 0 0,1 0 0 0 0,-1 0 0 0 0,0 0 0 0 0,-1-1 0 0 0,1 0 0 0 0,-1 0 0 0 0,-1 0 0 0 0,1 0 0 0 0,2-9 0 0 0,-5 10-7 0 0,1 0-1 0 0,-1-1 1 0 0,0 1 0 0 0,-1-1-1 0 0,1 1 1 0 0,-1-1 0 0 0,-1 0-1 0 0,1 1 1 0 0,-1-1 0 0 0,0 1-1 0 0,0 0 1 0 0,-1-1 0 0 0,-5-10-1 0 0,3 7 7 0 0,-1 1 1 0 0,0 0-1 0 0,0 0 0 0 0,-1 0 0 0 0,0 1 0 0 0,-1 0 0 0 0,0 0 1 0 0,0 1-1 0 0,-1 0 0 0 0,0 0 0 0 0,0 1 0 0 0,0 0 0 0 0,-13-7 1 0 0,-12-4-120 0 0,-1 1-1 0 0,-50-16 1 0 0,-21-10-6959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54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149 123 2328 0 0,'-137'8'12910'0'0,"133"-8"-12304"0"0,-1-2 111 0 0,5 2-709 0 0,0 0-1 0 0,-1 0 1 0 0,1 0-1 0 0,0 0 1 0 0,0 0-1 0 0,0 0 0 0 0,0 0 1 0 0,0 0-1 0 0,0 0 1 0 0,0 0-1 0 0,0 0 1 0 0,0-1-1 0 0,-1 1 0 0 0,1 0 1 0 0,0 0-1 0 0,0 0 1 0 0,0 0-1 0 0,0 0 1 0 0,0 0-1 0 0,0 0 0 0 0,0 0 1 0 0,0 0-1 0 0,0 0 1 0 0,0-1-1 0 0,0 1 1 0 0,0 0-1 0 0,0 0 0 0 0,0 0 1 0 0,0 0-1 0 0,0 0 1 0 0,0 0-1 0 0,0 0 1 0 0,0 0-1 0 0,0-1 0 0 0,0 1 1 0 0,0 0-1 0 0,0 0 1 0 0,0 0-1 0 0,0 0 1 0 0,0 0-1 0 0,0 0 0 0 0,0 0 1 0 0,0 0-1 0 0,0-1 1 0 0,0 1-1 0 0,0 0 1 0 0,0 0-1 0 0,0 0 0 0 0,0 0 1 0 0,0 0-1 0 0,0 0 1 0 0,0 0-1 0 0,1 0 1 0 0,-1 0-1 0 0,0 0 0 0 0,0 0 1 0 0,0 0-1 0 0,0-1 1 0 0,0 1-1 0 0,0 0 1 0 0,0 0-1 0 0,0 0 0 0 0,0 0 1 0 0,1 0-1 0 0,35-14-142 0 0,1 1-1 0 0,1 1 0 0 0,56-8 1 0 0,-61 13-589 0 0,202-38-7607 0 0,-169 33 3288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58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100 881 156 0 0,'-43'48'9254'0'0,"27"-26"-4107"0"0,276-290-4351 0 0,-252 259-790 0 0,79-81 3 0 0,-78 82-21 0 0,1 0 1 0 0,-1 1-1 0 0,1 0 1 0 0,0 0-1 0 0,1 1 0 0 0,-1 1 1 0 0,23-9-1 0 0,-30 13 13 0 0,1 0 1 0 0,0 0-1 0 0,-1 1 0 0 0,1-1 0 0 0,0 1 0 0 0,-1 0 0 0 0,1 0 0 0 0,0 0 0 0 0,-1 1 0 0 0,1-1 0 0 0,-1 1 0 0 0,5 1 0 0 0,4 3 12 0 0,-1 0 0 0 0,20 12-1 0 0,-7-3 18 0 0,-16-8 3 0 0,-7-6-21 0 0,-1 1 1 0 0,1-1-1 0 0,-1 1 1 0 0,1-1 0 0 0,0 0-1 0 0,-1 1 1 0 0,1-1-1 0 0,-1 0 1 0 0,1 1-1 0 0,0-1 1 0 0,-1 0-1 0 0,1 0 1 0 0,0 1-1 0 0,-1-1 1 0 0,1 0-1 0 0,0 0 1 0 0,0 0-1 0 0,-1 0 1 0 0,1 0 0 0 0,0 0-1 0 0,-1 0 1 0 0,1 0-1 0 0,0 0 1 0 0,0-1-1 0 0,-1 1 1 0 0,1 0-1 0 0,1-1 1 0 0,-3-1-8 0 0,1 0-1 0 0,-1-1 1 0 0,0 1 0 0 0,0 0 0 0 0,0 0-1 0 0,0 0 1 0 0,0 0 0 0 0,0 0 0 0 0,0 0-1 0 0,-1 0 1 0 0,1 0 0 0 0,-4-3 0 0 0,-1-1-6 0 0,-1 1 1 0 0,0-1 0 0 0,0 1 0 0 0,0 1-1 0 0,-1-1 1 0 0,-11-4 0 0 0,14 7-4 0 0,1 1 1 0 0,0 0-1 0 0,-1 0 1 0 0,0 0 0 0 0,1 1-1 0 0,-1-1 1 0 0,1 1-1 0 0,-1 0 1 0 0,0 0 0 0 0,1 1-1 0 0,-1-1 1 0 0,1 1-1 0 0,-1 0 1 0 0,-4 2-1 0 0,-6 3 5 0 0,1 0 0 0 0,0 1 0 0 0,1 1-1 0 0,0 0 1 0 0,0 0 0 0 0,0 1-1 0 0,1 1 1 0 0,-15 16 0 0 0,7-5 31 0 0,0 2 1 0 0,1 0 0 0 0,-21 36-1 0 0,31-44-22 0 0,1 0 0 0 0,-8 19 0 0 0,15-30-6 0 0,-1 0 0 0 0,1 0 0 0 0,-1 0 0 0 0,1 0 0 0 0,0 1 0 0 0,1-1 0 0 0,-1 0 1 0 0,1 0-1 0 0,0 1 0 0 0,0-1 0 0 0,0 0 0 0 0,0 1 0 0 0,1-1 0 0 0,1 6 0 0 0,0-8 1 0 0,-1 1 1 0 0,1-1 0 0 0,-1 0-1 0 0,1 0 1 0 0,0 1 0 0 0,0-1-1 0 0,0 0 1 0 0,0 0 0 0 0,0-1-1 0 0,0 1 1 0 0,1 0-1 0 0,-1-1 1 0 0,0 0 0 0 0,1 1-1 0 0,0-1 1 0 0,-1 0 0 0 0,1 0-1 0 0,0 0 1 0 0,-1-1 0 0 0,1 1-1 0 0,0-1 1 0 0,0 1-1 0 0,-1-1 1 0 0,1 0 0 0 0,3 0-1 0 0,6 0 10 0 0,0-1 0 0 0,0 0 0 0 0,0 0 0 0 0,18-6 0 0 0,-12 2-2 0 0,0 0 0 0 0,-1-2 0 0 0,0 0 0 0 0,0-1-1 0 0,-1-1 1 0 0,0 0 0 0 0,27-21 0 0 0,-25 14 26 0 0,0-1 0 0 0,-1-1 0 0 0,0 0 0 0 0,-2-1 0 0 0,19-30 1 0 0,4-6 992 0 0,-36 53-978 0 0,5 11 14 0 0,-6-4-12 0 0,0 0 0 0 0,-1 0 1 0 0,1 0-1 0 0,-1 0 0 0 0,-1 0 0 0 0,1-1 1 0 0,-1 1-1 0 0,0 0 0 0 0,-2 9 1 0 0,-1 4 171 0 0,-73 406 2091 0 0,39-233-1914 0 0,26-126-319 0 0,-49 223 174 0 0,45-227-177 0 0,-2-1 0 0 0,-44 94 0 0 0,56-142-66 0 0,0 0 0 0 0,-1-1 1 0 0,0 0-1 0 0,-1 0 0 0 0,0-1 0 0 0,0 0 0 0 0,-1 0 0 0 0,-10 8 1 0 0,15-15-12 0 0,0 0 1 0 0,0 0-1 0 0,0-1 1 0 0,0 1-1 0 0,-1-1 1 0 0,1 0-1 0 0,-1 0 1 0 0,1-1-1 0 0,-1 1 0 0 0,1-1 1 0 0,-1 0-1 0 0,0 0 1 0 0,0-1-1 0 0,0 1 1 0 0,0-1-1 0 0,1 0 1 0 0,-1-1-1 0 0,0 1 1 0 0,0-1-1 0 0,0 0 1 0 0,1 0-1 0 0,-1 0 1 0 0,0-1-1 0 0,-6-2 1 0 0,-2-3-3 0 0,0 0 0 0 0,0-1-1 0 0,1 0 1 0 0,0-1 0 0 0,1 0 0 0 0,0-1 0 0 0,0-1 0 0 0,1 1 0 0 0,0-2 0 0 0,-9-13 0 0 0,9 10-5 0 0,0-1 1 0 0,1 0-1 0 0,1-1 0 0 0,0 1 1 0 0,1-2-1 0 0,1 1 0 0 0,-7-31 1 0 0,12 36 4 0 0,-1 0 0 0 0,1 0-1 0 0,1 0 1 0 0,0 0 0 0 0,1 0 0 0 0,0 1 0 0 0,1-1 0 0 0,0 0 0 0 0,4-13 0 0 0,0 8-16 0 0,1-1-1 0 0,1 1 1 0 0,0 1 0 0 0,1 0-1 0 0,14-19 1 0 0,10-7-73 0 0,1 2 0 0 0,3 2-1 0 0,46-39 1 0 0,343-260-931 0 0,-31 29-580 0 0,-381 296 1534 0 0,70-66-266 0 0,-74 67 279 0 0,0 0-1 0 0,-1-1 1 0 0,0 1-1 0 0,-1-2 1 0 0,11-23-1 0 0,-18 34 43 0 0,0 0 0 0 0,0-1 0 0 0,0 1 0 0 0,-1-1 0 0 0,1 1 0 0 0,-1-1 0 0 0,1 1 0 0 0,-1-1 0 0 0,0 0 0 0 0,0 1-1 0 0,0-1 1 0 0,-1 1 0 0 0,1-1 0 0 0,-1 1 0 0 0,1-1 0 0 0,-1 1 0 0 0,0-1 0 0 0,0 1 0 0 0,0 0 0 0 0,0-1 0 0 0,0 1 0 0 0,0 0-1 0 0,-1 0 1 0 0,1 0 0 0 0,-1 0 0 0 0,0 0 0 0 0,1 0 0 0 0,-5-3 0 0 0,4 4 2 0 0,1 0-1 0 0,-1 1 1 0 0,0-1-1 0 0,0 0 1 0 0,0 1-1 0 0,0-1 1 0 0,0 1-1 0 0,0-1 1 0 0,0 1-1 0 0,0 0 1 0 0,0 0-1 0 0,0 0 1 0 0,0 0-1 0 0,0 0 1 0 0,0 1-1 0 0,0-1 1 0 0,0 0-1 0 0,0 1 1 0 0,0 0-1 0 0,-3 1 1 0 0,-2 1-14 0 0,1 0 0 0 0,-1 0 0 0 0,1 1 0 0 0,-7 4 1 0 0,-1 3-1 0 0,1 1 1 0 0,0 0 0 0 0,1 1-1 0 0,1 0 1 0 0,0 0 0 0 0,1 1-1 0 0,0 1 1 0 0,-13 26 0 0 0,14-22 18 0 0,1 1 0 0 0,1 0 0 0 0,0 0 0 0 0,1 1 0 0 0,2-1 0 0 0,-5 38 0 0 0,9-49 6 0 0,0 0 1 0 0,0 0-1 0 0,1 0 0 0 0,0 0 0 0 0,0 0 1 0 0,1-1-1 0 0,1 1 0 0 0,-1 0 1 0 0,1-1-1 0 0,1 0 0 0 0,-1 0 0 0 0,1 0 1 0 0,1 0-1 0 0,0 0 0 0 0,0-1 1 0 0,8 10-1 0 0,-8-13-15 0 0,-1 1 0 0 0,1-1-1 0 0,-1 0 1 0 0,1 0 0 0 0,0-1 0 0 0,1 1-1 0 0,-1-1 1 0 0,1 0 0 0 0,-1-1 0 0 0,1 1 0 0 0,0-1-1 0 0,0 0 1 0 0,0-1 0 0 0,0 1 0 0 0,0-1 0 0 0,0 0-1 0 0,0-1 1 0 0,1 0 0 0 0,-1 0 0 0 0,0 0-1 0 0,0 0 1 0 0,1-1 0 0 0,-1 0 0 0 0,7-3 0 0 0,-1 0-77 0 0,-1 0 0 0 0,0-1 0 0 0,1 0 0 0 0,-2-1 0 0 0,1-1 0 0 0,-1 0 0 0 0,0 0 0 0 0,0-1 0 0 0,-1 0 1 0 0,16-17-1 0 0,2-8-77 0 0,42-67 0 0 0,-8 11 84 0 0,-48 71 71 0 0,5-5-19 0 0,27-29 0 0 0,-39 47 12 0 0,0-1 0 0 0,0 1 1 0 0,0 0-1 0 0,1 0 0 0 0,0 0 0 0 0,0 1 0 0 0,0 0 0 0 0,1 1 0 0 0,11-4 0 0 0,-17 6 24 0 0,1 1 0 0 0,0-1 0 0 0,-1 1 0 0 0,1 0 0 0 0,0 0 0 0 0,0 0 0 0 0,-1 0 0 0 0,1 1 0 0 0,0-1 0 0 0,-1 1 0 0 0,1 0 0 0 0,-1-1 0 0 0,1 1 0 0 0,0 0 0 0 0,-1 1 0 0 0,0-1 0 0 0,1 0 0 0 0,-1 1 0 0 0,0-1 0 0 0,0 1 0 0 0,1 0 0 0 0,-1 0 0 0 0,-1-1 0 0 0,1 2 0 0 0,0-1 0 0 0,0 0 0 0 0,-1 0 0 0 0,1 0 0 0 0,0 4 0 0 0,5 5 82 0 0,-2 0 1 0 0,1 0-1 0 0,-2 1 0 0 0,7 20 1 0 0,-7-15-17 0 0,-1-1 1 0 0,0 1-1 0 0,-1 0 1 0 0,0 0-1 0 0,-2 0 1 0 0,0 0-1 0 0,-1 0 1 0 0,-1 0-1 0 0,0 0 1 0 0,-1 0-1 0 0,-1-1 1 0 0,-1 1-1 0 0,-12 28 1 0 0,6-29 42 0 0,10-16-117 0 0,1 0 0 0 0,0 0 1 0 0,0 1-1 0 0,0-1 0 0 0,-1 0 1 0 0,1 0-1 0 0,0 0 0 0 0,0 0 0 0 0,0 0 1 0 0,-1 0-1 0 0,1 0 0 0 0,0 0 0 0 0,0 0 1 0 0,0 0-1 0 0,-1 0 0 0 0,1 0 1 0 0,0 0-1 0 0,0 0 0 0 0,-1 0 0 0 0,1 0 1 0 0,0 0-1 0 0,0 0 0 0 0,0-1 1 0 0,-1 1-1 0 0,1 0 0 0 0,0 0 0 0 0,0 0 1 0 0,0 0-1 0 0,0 0 0 0 0,-1 0 1 0 0,1-1-1 0 0,0 1 0 0 0,0 0 0 0 0,0 0 1 0 0,0 0-1 0 0,0 0 0 0 0,-1-1 0 0 0,1 1 1 0 0,0 0-1 0 0,-1-2 1 0 0,1 0-1 0 0,-1-1 1 0 0,1 1-1 0 0,-1 0 1 0 0,1 0 0 0 0,0 0-1 0 0,0 0 1 0 0,0-1-1 0 0,0 1 1 0 0,0 0-1 0 0,1-4 1 0 0,4-16-11 0 0,1 0 0 0 0,0 1 0 0 0,2 0 0 0 0,1 0 0 0 0,0 0 0 0 0,2 1 0 0 0,14-21 0 0 0,-17 29-10 0 0,0 1-1 0 0,1 0 0 0 0,0 1 0 0 0,0 0 0 0 0,2 1 1 0 0,-1 0-1 0 0,1 0 0 0 0,0 1 0 0 0,1 1 1 0 0,-1 0-1 0 0,2 0 0 0 0,22-8 0 0 0,-33 14 17 0 0,0 0-1 0 0,0 1 1 0 0,0-1-1 0 0,0 1 1 0 0,0-1-1 0 0,1 1 1 0 0,-1 0-1 0 0,0 0 1 0 0,0 0-1 0 0,0 0 1 0 0,0 0-1 0 0,1 1 1 0 0,-1-1-1 0 0,0 1 1 0 0,0-1-1 0 0,0 1 1 0 0,0 0-1 0 0,0 0 1 0 0,2 1-1 0 0,-1 0 4 0 0,-1 0-1 0 0,1 0 1 0 0,-1 1-1 0 0,0-1 1 0 0,0 0-1 0 0,0 1 0 0 0,0 0 1 0 0,0-1-1 0 0,0 1 1 0 0,-1 0-1 0 0,3 5 1 0 0,-1 2 23 0 0,1 1 0 0 0,-2-1 0 0 0,0 1 0 0 0,0 0 0 0 0,0 0 1 0 0,-1 15-1 0 0,-3 8 96 0 0,-2 0 1 0 0,-9 44-1 0 0,3-25-49 0 0,9-52-68 0 0,1 1-1 0 0,0-1 1 0 0,0 1-1 0 0,0-1 1 0 0,0 0-1 0 0,0 1 1 0 0,0-1-1 0 0,0 1 0 0 0,0-1 1 0 0,1 1-1 0 0,-1-1 1 0 0,0 0-1 0 0,1 1 1 0 0,-1-1-1 0 0,1 0 1 0 0,0 1-1 0 0,-1-1 1 0 0,1 0-1 0 0,0 0 1 0 0,0 1-1 0 0,1 0 0 0 0,0 0 4 0 0,0-1 0 0 0,0 0 0 0 0,0 1-1 0 0,0-1 1 0 0,0 0 0 0 0,0 0-1 0 0,1 0 1 0 0,-1-1 0 0 0,0 1-1 0 0,0 0 1 0 0,5 0 0 0 0,4-1 10 0 0,0 1 1 0 0,-1-2-1 0 0,1 1 1 0 0,14-3-1 0 0,-4-2-83 0 0,-1 0-1 0 0,0-1 1 0 0,0-1-1 0 0,-1-1 1 0 0,0-1-1 0 0,0 0 1 0 0,-1-1-1 0 0,0-1 1 0 0,-1-1-1 0 0,0-1 1 0 0,-1 0-1 0 0,-1-1 1 0 0,0-1-1 0 0,0 0 1 0 0,-2-1 0 0 0,0-1-1 0 0,-1 0 1 0 0,0 0-1 0 0,-2-1 1 0 0,0-1-1 0 0,8-20 1 0 0,-16 33 67 0 0,1 0 1 0 0,-1 0 0 0 0,-1 0 0 0 0,1 0 0 0 0,-1 0-1 0 0,0 0 1 0 0,0 0 0 0 0,-1-1 0 0 0,0 1-1 0 0,0 0 1 0 0,0 0 0 0 0,-1-1 0 0 0,0 1 0 0 0,0 0-1 0 0,-2-6 1 0 0,2 11 1 0 0,1 0-1 0 0,0 1 1 0 0,-1-1-1 0 0,1 1 1 0 0,0-1-1 0 0,-1 1 1 0 0,1-1 0 0 0,-1 1-1 0 0,1-1 1 0 0,-1 1-1 0 0,1-1 1 0 0,-1 1-1 0 0,1 0 1 0 0,-1-1-1 0 0,1 1 1 0 0,-1 0-1 0 0,0-1 1 0 0,1 1-1 0 0,-1 0 1 0 0,0 0-1 0 0,1 0 1 0 0,-1-1 0 0 0,0 1-1 0 0,1 0 1 0 0,-1 0-1 0 0,0 0 1 0 0,1 0-1 0 0,-1 0 1 0 0,-1 1-1 0 0,-16 5 65 0 0,11-1-17 0 0,0 0 1 0 0,1 0-1 0 0,0 0 0 0 0,0 1 1 0 0,1 0-1 0 0,0 0 1 0 0,0 1-1 0 0,-6 9 0 0 0,-31 60 395 0 0,36-63-350 0 0,-3 4 14 0 0,-30 69 287 0 0,35-76-353 0 0,0 1 1 0 0,1 0 0 0 0,1 0-1 0 0,0 0 1 0 0,0 0-1 0 0,0 14 1 0 0,2-22-32 0 0,0 0 0 0 0,1 0 1 0 0,-1 0-1 0 0,1 0 0 0 0,-1 0 1 0 0,1-1-1 0 0,0 1 1 0 0,0 0-1 0 0,0-1 0 0 0,0 1 1 0 0,1 0-1 0 0,-1-1 0 0 0,1 1 1 0 0,-1-1-1 0 0,1 0 0 0 0,3 4 1 0 0,-1-3 0 0 0,0 1-1 0 0,1-1 1 0 0,-1 0 0 0 0,1 0 0 0 0,0 0 0 0 0,0-1 0 0 0,0 1 0 0 0,6 1-1 0 0,8 1 12 0 0,0 0 0 0 0,1-2-1 0 0,32 3 1 0 0,-30-5-8 0 0,-1-1 1 0 0,1 0-1 0 0,0-2 1 0 0,0-1-1 0 0,41-10 1 0 0,-46 8-5 0 0,-1 0 0 0 0,0-1-1 0 0,-1-1 1 0 0,0 0 0 0 0,0-1 0 0 0,0-1 0 0 0,-1 0 0 0 0,15-14 0 0 0,-19 14-9 0 0,0-1 1 0 0,-1 0 0 0 0,0 0 0 0 0,-1-1-1 0 0,0 0 1 0 0,-1-1 0 0 0,0 0 0 0 0,-1 0-1 0 0,0 0 1 0 0,5-16 0 0 0,-8 19-1 0 0,-1-1-1 0 0,0 0 1 0 0,0 1 0 0 0,-1-1 0 0 0,0 0 0 0 0,0 0-1 0 0,-1 0 1 0 0,-1 0 0 0 0,1 0 0 0 0,-2 1 0 0 0,1-1 0 0 0,-1 0-1 0 0,-1 0 1 0 0,-5-12 0 0 0,8 21-6 0 0,-1 0 0 0 0,0 0 0 0 0,1 0 0 0 0,-1 1-1 0 0,0-1 1 0 0,1 0 0 0 0,-1 1 0 0 0,0-1 0 0 0,0 0 0 0 0,1 1 0 0 0,-1-1 0 0 0,0 1-1 0 0,0-1 1 0 0,0 1 0 0 0,0 0 0 0 0,0-1 0 0 0,-1 1 0 0 0,2-1 4 0 0,0 1 0 0 0,-1 0 1 0 0,1 0-1 0 0,0 0 0 0 0,0 0 1 0 0,0 0-1 0 0,-1 0 0 0 0,1 0 1 0 0,0 0-1 0 0,0 0 0 0 0,-1 0 1 0 0,1 0-1 0 0,0 0 0 0 0,0 0 1 0 0,0 0-1 0 0,-1 0 0 0 0,1 0 0 0 0,0 0 1 0 0,0 0-1 0 0,-1 0 0 0 0,1 0 1 0 0,0 0-1 0 0,0 0 0 0 0,0 0 1 0 0,-1 0-1 0 0,1 0 0 0 0,0 0 1 0 0,0 1-1 0 0,0-1 0 0 0,-1 0 1 0 0,1 0-1 0 0,0 0 0 0 0,0 0 1 0 0,0 0-1 0 0,0 1 0 0 0,0-1 1 0 0,-1 0-1 0 0,1 0 0 0 0,0 0 0 0 0,0 1 1 0 0,0-1-1 0 0,0 0 0 0 0,0 0 1 0 0,0 1-1 0 0,0-1 0 0 0,0 0 1 0 0,0 0-1 0 0,0 0 0 0 0,0 1 1 0 0,0-1-1 0 0,0 0 0 0 0,0 0 1 0 0,0 1-1 0 0,0-1 0 0 0,0 0 1 0 0,0 0-1 0 0,0 0 0 0 0,0 1 1 0 0,0-1-1 0 0,0 0 0 0 0,0 0 0 0 0,0 1 1 0 0,2 2 3 0 0,-1-1 0 0 0,1 1 0 0 0,-1 0 0 0 0,1-1 0 0 0,0 0 0 0 0,0 1-1 0 0,0-1 1 0 0,0 0 0 0 0,0 0 0 0 0,0 0 0 0 0,1 0 0 0 0,-1 0 0 0 0,1 0 0 0 0,-1-1 0 0 0,1 1 0 0 0,0-1 0 0 0,0 0 0 0 0,0 0 0 0 0,-1 0 0 0 0,1 0 0 0 0,4 0 0 0 0,3 2 7 0 0,11 3-10 0 0,0-2 1 0 0,0 0-1 0 0,1-1 0 0 0,-1-2 1 0 0,1 0-1 0 0,0-1 0 0 0,-1-1 1 0 0,1-1-1 0 0,22-5 0 0 0,-35 5-1 0 0,1-1 0 0 0,-1 0 0 0 0,1 0 0 0 0,-1-1 0 0 0,12-6 0 0 0,-17 8-2 0 0,0-1 1 0 0,0 0 0 0 0,0 1-1 0 0,0-1 1 0 0,-1-1 0 0 0,1 1-1 0 0,-1 0 1 0 0,0-1 0 0 0,0 0 0 0 0,0 0-1 0 0,-1 0 1 0 0,5-7 0 0 0,-7 10 0 0 0,0 1 1 0 0,0-1 0 0 0,1 1-1 0 0,-1-1 1 0 0,0 0-1 0 0,0 1 1 0 0,0-1-1 0 0,1 0 1 0 0,-1 1 0 0 0,0-1-1 0 0,0 0 1 0 0,0 1-1 0 0,0-1 1 0 0,0 0-1 0 0,-1 1 1 0 0,1-1 0 0 0,0 0-1 0 0,0 1 1 0 0,0-1-1 0 0,0 0 1 0 0,-1 1 0 0 0,1-2-1 0 0,-1 1 1 0 0,0-1 1 0 0,0 1-1 0 0,0 0 0 0 0,0-1 1 0 0,0 1-1 0 0,0 0 0 0 0,-1 0 1 0 0,1 0-1 0 0,0 0 0 0 0,0 0 1 0 0,-1 0-1 0 0,1 0 0 0 0,-1 0 1 0 0,1 0-1 0 0,-1 1 0 0 0,1-1 1 0 0,-1 1-1 0 0,0-1 0 0 0,1 1 1 0 0,-1-1-1 0 0,1 1 0 0 0,-1 0 1 0 0,0 0-1 0 0,1 0 0 0 0,-1 0 1 0 0,0 0-1 0 0,1 0 0 0 0,-1 0 1 0 0,0 1-1 0 0,1-1 0 0 0,-1 1 1 0 0,1-1-1 0 0,-1 1 0 0 0,1-1 1 0 0,-1 1-1 0 0,1 0 0 0 0,-1 0 1 0 0,-1 1-1 0 0,0 0 10 0 0,-5 2 46 0 0,1 0 0 0 0,-1 1 0 0 0,1 0 0 0 0,1 0 0 0 0,-1 0 0 0 0,1 1 0 0 0,-11 12 0 0 0,-33 51 602 0 0,40-56-565 0 0,-13 22 229 0 0,-25 49 0 0 0,42-72-284 0 0,0 0-1 0 0,2 0 1 0 0,-1 1-1 0 0,1 0 1 0 0,1 0-1 0 0,0 0 1 0 0,1 0-1 0 0,0 17 1 0 0,2-27-40 0 0,0-1 0 0 0,0 1 0 0 0,0-1 0 0 0,1 0 1 0 0,-1 1-1 0 0,1-1 0 0 0,-1 0 0 0 0,1 1 0 0 0,0-1 0 0 0,0 0 0 0 0,0 0 0 0 0,0 0 0 0 0,0 0 1 0 0,1 0-1 0 0,-1 0 0 0 0,1 0 0 0 0,3 3 0 0 0,-2-2-72 0 0,1 0-1 0 0,-1-1 1 0 0,1 0 0 0 0,0 0-1 0 0,0 0 1 0 0,0 0 0 0 0,0-1 0 0 0,0 1-1 0 0,6 0 1 0 0,7 1-535 0 0,1 0 1 0 0,0-2-1 0 0,32-1 0 0 0,-49 0 575 0 0,33-1-1048 0 0,1-2 1 0 0,0-2-1 0 0,-1-1 0 0 0,0-1 0 0 0,0-2 1 0 0,56-23-1 0 0,-68 22 685 0 0,-1 0 1 0 0,-1-1-1 0 0,0-2 0 0 0,0 0 0 0 0,-1-1 0 0 0,-1 0 1 0 0,0-2-1 0 0,-1 0 0 0 0,-1-1 0 0 0,28-38 1 0 0,-35 41 914 0 0,0 1 0 0 0,-1-1 1 0 0,-1-1-1 0 0,0 0 0 0 0,-1 1 0 0 0,0-2 1 0 0,-1 1-1 0 0,-1-1 0 0 0,4-27 1 0 0,-8 41-392 0 0,0-1 1 0 0,0 1 0 0 0,0 0-1 0 0,0 0 1 0 0,0 0 0 0 0,0 0-1 0 0,0-1 1 0 0,0 1 0 0 0,-1 0-1 0 0,0 0 1 0 0,1 0 0 0 0,-1 0-1 0 0,0 0 1 0 0,0 0 0 0 0,0 0-1 0 0,0 0 1 0 0,0 0 0 0 0,0 0-1 0 0,-1 1 1 0 0,1-1 0 0 0,0 0-1 0 0,-1 1 1 0 0,0-1 0 0 0,1 1-1 0 0,-1 0 1 0 0,0-1-1 0 0,0 1 1 0 0,0 0 0 0 0,1 0-1 0 0,-1 0 1 0 0,0 0 0 0 0,-1 1-1 0 0,-2-2 1 0 0,3 2-29 0 0,0 0 0 0 0,0 1 0 0 0,0-1 1 0 0,0 0-1 0 0,0 1 0 0 0,0 0 0 0 0,0-1 0 0 0,0 1 0 0 0,0 0 0 0 0,0 0 1 0 0,0 0-1 0 0,0 0 0 0 0,-3 3 0 0 0,-21 18 705 0 0,22-18-621 0 0,-16 16 259 0 0,2 0 1 0 0,0 1-1 0 0,-23 36 0 0 0,31-41-319 0 0,0 1 1 0 0,2 0-1 0 0,0 1 0 0 0,0-1 0 0 0,-9 37 0 0 0,17-52-114 0 0,-1 0 0 0 0,1 0 0 0 0,0 0 0 0 0,0 0 0 0 0,0 0 0 0 0,0 0 0 0 0,0 0 0 0 0,0 0 0 0 0,0 0 0 0 0,1 1 0 0 0,-1-1 0 0 0,1 0 0 0 0,-1 0 0 0 0,1-1 0 0 0,0 1 0 0 0,0 0 0 0 0,0 0 0 0 0,0 0-1 0 0,0 0 1 0 0,0-1 0 0 0,1 1 0 0 0,-1-1 0 0 0,0 1 0 0 0,1-1 0 0 0,-1 1 0 0 0,1-1 0 0 0,0 0 0 0 0,-1 1 0 0 0,1-1 0 0 0,0 0 0 0 0,0 0 0 0 0,0-1 0 0 0,3 2 0 0 0,0 0-47 0 0,0-1 0 0 0,-1 0 0 0 0,1 0 1 0 0,0 0-1 0 0,0 0 0 0 0,0-1 0 0 0,0 0 0 0 0,0 0 1 0 0,0 0-1 0 0,0-1 0 0 0,0 0 0 0 0,-1 0 0 0 0,1 0 1 0 0,0 0-1 0 0,0-1 0 0 0,-1 0 0 0 0,1 0 0 0 0,-1 0 0 0 0,0 0 1 0 0,1-1-1 0 0,6-5 0 0 0,-8 6 0 0 0,7-5-93 0 0,-1 0 0 0 0,-1-1-1 0 0,1 0 1 0 0,-1 0 0 0 0,-1-1-1 0 0,0 0 1 0 0,11-18 0 0 0,1-5-18 0 0,14-36 1 0 0,-10 17 261 0 0,-22 49 54 0 0,2 35 618 0 0,-17 63 570 0 0,9-77-1223 0 0,2 1 0 0 0,0-1 0 0 0,1 1 0 0 0,1 0 0 0 0,1 0 0 0 0,3 32 0 0 0,-3-49-119 0 0,1-1 0 0 0,0 0 0 0 0,-1 1 0 0 0,1-1 0 0 0,0 0 0 0 0,0 1-1 0 0,1-1 1 0 0,-1 0 0 0 0,0 0 0 0 0,1 0 0 0 0,-1 0 0 0 0,1 0 0 0 0,-1 0 0 0 0,1 0 0 0 0,0-1 0 0 0,0 1 0 0 0,4 2 0 0 0,-2-2 0 0 0,0 0 0 0 0,0 0 0 0 0,1 0-1 0 0,-1-1 1 0 0,1 1 0 0 0,-1-1 0 0 0,1-1 0 0 0,9 2-1 0 0,3-2 2 0 0,0-1-1 0 0,0 0 0 0 0,0-1 0 0 0,20-6 0 0 0,-10 1-76 0 0,0-1-1 0 0,0-1 1 0 0,-1-1 0 0 0,0-1 0 0 0,-1-2 0 0 0,0-1 0 0 0,30-21 0 0 0,-26 12-156 0 0,0-1 0 0 0,-2-1-1 0 0,-1-1 1 0 0,0-1 0 0 0,24-36 0 0 0,-23 24 39 0 0,-1-1-1 0 0,-3-1 0 0 0,-1-1 1 0 0,-2-1-1 0 0,-2-1 0 0 0,-2 0 0 0 0,-2-1 1 0 0,-2-1-1 0 0,8-58 0 0 0,-10-21-75 0 0,-10 125 255 0 0,0 0 0 0 0,0-1-1 0 0,0 1 1 0 0,1 0 0 0 0,-1-1 0 0 0,0 1-1 0 0,0 0 1 0 0,0-1 0 0 0,0 1 0 0 0,0 0-1 0 0,0-1 1 0 0,0 1 0 0 0,-1 0 0 0 0,1-1-1 0 0,0 1 1 0 0,0 0 0 0 0,0-1 0 0 0,0 1-1 0 0,0 0 1 0 0,0 0 0 0 0,-1-1 0 0 0,1 1-1 0 0,0 0 1 0 0,0 0 0 0 0,0-1 0 0 0,-1 1 0 0 0,1 0-1 0 0,0 0 1 0 0,0-1 0 0 0,-1 1 0 0 0,1 0-1 0 0,0 0 1 0 0,0 0 0 0 0,-1 0 0 0 0,1-1-1 0 0,0 1 1 0 0,-1 0 0 0 0,1 0 0 0 0,0 0-1 0 0,-1 0 1 0 0,1 0 0 0 0,0 0 0 0 0,-1 0-1 0 0,1 0 1 0 0,0 0 0 0 0,-1 0 0 0 0,1 0-1 0 0,0 0 1 0 0,-1 0 0 0 0,1 0 0 0 0,0 0 0 0 0,-1 1-1 0 0,-14 9-51 0 0,-2 11 152 0 0,2 2-1 0 0,-26 46 0 0 0,-18 55 544 0 0,38-76-460 0 0,18-41-148 0 0,-112 252 807 0 0,22 9-459 0 0,89-255-359 0 0,0 1 0 0 0,1 0 0 0 0,1 0 0 0 0,0 1 1 0 0,1-1-1 0 0,1 0 0 0 0,1 15 0 0 0,-1-24-17 0 0,1-1 1 0 0,0 1-1 0 0,0-1 0 0 0,0 0 1 0 0,1 1-1 0 0,-1-1 0 0 0,1 0 1 0 0,0 0-1 0 0,0 0 0 0 0,1 0 1 0 0,-1-1-1 0 0,1 1 0 0 0,0 0 1 0 0,0-1-1 0 0,0 0 0 0 0,0 0 1 0 0,1 0-1 0 0,-1 0 1 0 0,1 0-1 0 0,0-1 0 0 0,-1 0 1 0 0,1 1-1 0 0,1-1 0 0 0,-1-1 1 0 0,0 1-1 0 0,5 1 0 0 0,14 3-14 0 0,0-2 0 0 0,1 0 0 0 0,-1-1 0 0 0,1-1 0 0 0,0-1 0 0 0,0-2-1 0 0,-1 0 1 0 0,1-1 0 0 0,0-2 0 0 0,41-11 0 0 0,-37 7-71 0 0,1-2 0 0 0,-2 0 0 0 0,1-2 0 0 0,-2-1 0 0 0,1-2 0 0 0,-2 0 0 0 0,0-2 0 0 0,28-24 0 0 0,-38 28 37 0 0,-1 0 1 0 0,0-1 0 0 0,-1-1 0 0 0,-1 0 0 0 0,0 0 0 0 0,-1-2 0 0 0,-1 1 0 0 0,0-1 0 0 0,-1 0-1 0 0,-1-1 1 0 0,-1 0 0 0 0,9-36 0 0 0,-15 52 42 0 0,-1 1 0 0 0,1-1-1 0 0,-1 1 1 0 0,0-1 0 0 0,0 1 0 0 0,0-1-1 0 0,0 0 1 0 0,0 1 0 0 0,0-1 0 0 0,0 1-1 0 0,0-1 1 0 0,-1 1 0 0 0,1-1 0 0 0,-1 1-1 0 0,1-1 1 0 0,-1 1 0 0 0,1-1 0 0 0,-1 1 0 0 0,0-1-1 0 0,0 1 1 0 0,0 0 0 0 0,1-1 0 0 0,-1 1-1 0 0,-1 0 1 0 0,1 0 0 0 0,0 0 0 0 0,0 0-1 0 0,0 0 1 0 0,-3-2 0 0 0,2 3 10 0 0,0-1 0 0 0,0 1 0 0 0,-1-1 0 0 0,1 1 0 0 0,0 0 0 0 0,0-1 1 0 0,-1 1-1 0 0,1 0 0 0 0,0 1 0 0 0,0-1 0 0 0,-1 0 0 0 0,1 1 0 0 0,0-1 0 0 0,0 1 0 0 0,0 0 0 0 0,0-1 0 0 0,0 1 1 0 0,-1 0-1 0 0,2 0 0 0 0,-5 3 0 0 0,-5 4 55 0 0,1 0 0 0 0,0 1 0 0 0,1 0 1 0 0,0 1-1 0 0,0-1 0 0 0,1 2 0 0 0,1-1 0 0 0,-1 1 0 0 0,-6 15 1 0 0,5-8 35 0 0,0 1 1 0 0,2 0 0 0 0,0 0 0 0 0,1 1 0 0 0,-4 23 0 0 0,8-36-75 0 0,1-1 1 0 0,1 0-1 0 0,-1 1 1 0 0,1-1 0 0 0,0 1-1 0 0,1-1 1 0 0,0 1-1 0 0,0-1 1 0 0,0 0-1 0 0,0 1 1 0 0,1-1 0 0 0,0 0-1 0 0,4 7 1 0 0,-4-10-20 0 0,0 1 0 0 0,0-1 0 0 0,1 0 1 0 0,-1 0-1 0 0,1 0 0 0 0,0-1 0 0 0,0 1 0 0 0,0 0 1 0 0,0-1-1 0 0,0 0 0 0 0,0 0 0 0 0,1 0 0 0 0,-1 0 1 0 0,1-1-1 0 0,-1 1 0 0 0,1-1 0 0 0,0 0 0 0 0,-1 0 1 0 0,1 0-1 0 0,0 0 0 0 0,0-1 0 0 0,6 1 0 0 0,7-1-442 0 0,0-1 0 0 0,0-1 0 0 0,0 0 0 0 0,0-2 0 0 0,-1 1 0 0 0,32-13 0 0 0,-18 4-1820 0 0,0-2 0 0 0,46-28 0 0 0,-35 14-1652 0 0,1 1-1563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8:58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9 3084 0 0,'-46'6'3917'0'0,"-47"13"0"0"0,85-14-2873 0 0,15 0-473 0 0,16 0-191 0 0,302-21 18 0 0,-105-7-6230 0 0,-131 13 757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00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276 274 832 0 0,'-15'-4'5888'0'0,"3"1"-2933"0"0,11 3-2844 0 0,0-1-1 0 0,0 1 0 0 0,-1-1 0 0 0,1 1 0 0 0,0-1 1 0 0,0 1-1 0 0,0 0 0 0 0,0 0 0 0 0,-1-1 0 0 0,1 1 1 0 0,0 0-1 0 0,0 0 0 0 0,0 0 0 0 0,-1 0 1 0 0,1 1-1 0 0,0-1 0 0 0,0 0 0 0 0,0 0 0 0 0,0 1 1 0 0,0-1-1 0 0,-1 1 0 0 0,1-1 0 0 0,0 1 1 0 0,0-1-1 0 0,0 1 0 0 0,-1 0 0 0 0,1 1 70 0 0,12 0 41 0 0,-10-2-211 0 0,0 1 0 0 0,0-1 0 0 0,0 0-1 0 0,0 1 1 0 0,1-1 0 0 0,-1 0 0 0 0,0 0-1 0 0,0 0 1 0 0,0 0 0 0 0,0 0 0 0 0,0 0-1 0 0,1 0 1 0 0,-1 0 0 0 0,0-1 0 0 0,0 1-1 0 0,0 0 1 0 0,2-1 0 0 0,7-3 28 0 0,1-1 0 0 0,0 0 0 0 0,-1-1 0 0 0,0 0 1 0 0,0 0-1 0 0,-1-1 0 0 0,0-1 0 0 0,14-13 0 0 0,-19 16-25 0 0,0 1 0 0 0,0-1 0 0 0,0 0 0 0 0,-1 0 0 0 0,0 0 0 0 0,0 0 0 0 0,0-1 0 0 0,-1 1 0 0 0,0-1 0 0 0,0 1 0 0 0,0-1 0 0 0,-1 0 0 0 0,1 0 0 0 0,-1 0 0 0 0,-1 0 0 0 0,1 0 0 0 0,-1 0 0 0 0,0 0 0 0 0,-2-8 0 0 0,2 12-15 0 0,0-1-1 0 0,-1 1 1 0 0,1 0-1 0 0,-1-1 1 0 0,0 1-1 0 0,0-1 1 0 0,0 1-1 0 0,0 0 0 0 0,0 0 1 0 0,0 0-1 0 0,-1 0 1 0 0,1 0-1 0 0,-1 0 1 0 0,1 0-1 0 0,-1 0 1 0 0,0 0-1 0 0,0 0 1 0 0,0 1-1 0 0,0-1 1 0 0,0 1-1 0 0,0 0 1 0 0,0 0-1 0 0,0-1 1 0 0,-1 1-1 0 0,1 1 1 0 0,0-1-1 0 0,-1 0 0 0 0,1 0 1 0 0,0 1-1 0 0,-1 0 1 0 0,1-1-1 0 0,-1 1 1 0 0,1 0-1 0 0,-1 0 1 0 0,1 0-1 0 0,-5 1 1 0 0,-2 1-4 0 0,1-1 0 0 0,0 1 0 0 0,0 1 0 0 0,0-1 0 0 0,0 1 0 0 0,0 1 0 0 0,0-1 0 0 0,1 1 0 0 0,-13 9 1 0 0,-3 6 50 0 0,1 1 1 0 0,0 0-1 0 0,2 2 1 0 0,0 0-1 0 0,-21 33 1 0 0,29-38-9 0 0,2 0 0 0 0,0 1 0 0 0,0 0 0 0 0,2 1 0 0 0,1 0 0 0 0,0 0 0 0 0,1 0 0 0 0,-5 34 0 0 0,10-48-26 0 0,0-1 1 0 0,1 1-1 0 0,0 0 0 0 0,0 0 0 0 0,0-1 0 0 0,1 1 0 0 0,0 0 0 0 0,0 0 1 0 0,0-1-1 0 0,0 1 0 0 0,1-1 0 0 0,-1 1 0 0 0,1-1 0 0 0,0 1 0 0 0,1-1 1 0 0,-1 0-1 0 0,1 0 0 0 0,0 0 0 0 0,6 6 0 0 0,-4-5 1 0 0,1-1 0 0 0,0 0 1 0 0,0 0-1 0 0,0 0 0 0 0,0-1 0 0 0,1 1 0 0 0,-1-2 0 0 0,1 1 0 0 0,0-1 1 0 0,0 0-1 0 0,0 0 0 0 0,11 1 0 0 0,9 0 2 0 0,1-1-1 0 0,0-1 1 0 0,0-1 0 0 0,0-2-1 0 0,-1 0 1 0 0,1-2 0 0 0,-1-1-1 0 0,39-13 1 0 0,-49 12 2 0 0,0 0 0 0 0,0-1 1 0 0,-1-1-1 0 0,0-1 0 0 0,-1 0 1 0 0,1-1-1 0 0,-2-1 0 0 0,0 0 0 0 0,0-1 1 0 0,-1-1-1 0 0,0 0 0 0 0,-1 0 0 0 0,20-30 1 0 0,-17 14 107 0 0,-1 0-1 0 0,-2-1 1 0 0,0 0 0 0 0,11-54 0 0 0,3-4 1377 0 0,-25 86-1458 0 0,-1 2-40 0 0,1 0 1 0 0,-1 1 0 0 0,0-1 0 0 0,1 0-1 0 0,-1 0 1 0 0,0 1 0 0 0,0-1-1 0 0,1 0 1 0 0,-1 1 0 0 0,0-1 0 0 0,0 0-1 0 0,1 1 1 0 0,-1-1 0 0 0,0 1 0 0 0,0-1-1 0 0,0 0 1 0 0,0 1 0 0 0,0-1 0 0 0,1 1-1 0 0,-1-1 1 0 0,0 0 0 0 0,0 1-1 0 0,0-1 1 0 0,0 1 0 0 0,0-1 0 0 0,0 0-1 0 0,-1 2 1 0 0,2 11 60 0 0,-1-13-64 0 0,-2 78 392 0 0,-1-51-307 0 0,2 1 0 0 0,2-1 0 0 0,0 1-1 0 0,10 52 1 0 0,-10-77-69 0 0,0 1 0 0 0,0 0 0 0 0,0-1 0 0 0,1 1 0 0 0,-1 0 0 0 0,1-1 0 0 0,0 0 0 0 0,0 1 0 0 0,0-1 0 0 0,0 0 0 0 0,1 0 0 0 0,4 4 0 0 0,-5-6-7 0 0,0 1 0 0 0,0-1 0 0 0,1 0 1 0 0,-1 0-1 0 0,0 0 0 0 0,1 0 0 0 0,-1 0 0 0 0,1-1 0 0 0,-1 1 0 0 0,1-1 1 0 0,-1 1-1 0 0,1-1 0 0 0,0 0 0 0 0,-1 0 0 0 0,1 0 0 0 0,-1-1 0 0 0,1 1 1 0 0,3-1-1 0 0,2-1-1 0 0,-1-1 0 0 0,1 1 1 0 0,-1-1-1 0 0,0 0 0 0 0,0-1 0 0 0,-1 1 1 0 0,1-2-1 0 0,9-6 0 0 0,5-7 21 0 0,19-21 0 0 0,-5 5-15 0 0,-33 32-13 0 0,77-64-19 0 0,-69 58-6 0 0,1 2 1 0 0,-1-1-1 0 0,1 1 0 0 0,1 1 1 0 0,22-8-1 0 0,-27 12 16 0 0,-1 0-1 0 0,1 1 1 0 0,0 0 0 0 0,-1 0 0 0 0,1 1-1 0 0,-1 0 1 0 0,1 0 0 0 0,-1 0 0 0 0,0 1-1 0 0,1 0 1 0 0,6 3 0 0 0,20 10 2 0 0,-20-8 33 0 0,1-1 0 0 0,-1-1 1 0 0,2 0-1 0 0,-1-1 0 0 0,29 5 1 0 0,-37-9-7 0 0,-3 0-17 0 0,0-1 1 0 0,1 0-1 0 0,-1 0 0 0 0,0 0 0 0 0,0 0 1 0 0,0-1-1 0 0,0 1 0 0 0,0-1 0 0 0,0 1 1 0 0,0-1-1 0 0,0 0 0 0 0,-1 0 1 0 0,1-1-1 0 0,-1 1 0 0 0,1 0 0 0 0,-1-1 1 0 0,0 0-1 0 0,0 1 0 0 0,0-1 0 0 0,0 0 1 0 0,0 0-1 0 0,-1 0 0 0 0,0 0 1 0 0,1 0-1 0 0,0-5 0 0 0,-1 3-3 0 0,0 0 0 0 0,-1 0-1 0 0,1-1 1 0 0,-1 1 0 0 0,0 0 0 0 0,0 0 0 0 0,-1 0-1 0 0,0 0 1 0 0,0 0 0 0 0,0 0 0 0 0,0 0-1 0 0,-1 0 1 0 0,-3-7 0 0 0,4 10-5 0 0,0 1 0 0 0,0-1 1 0 0,0 0-1 0 0,0 1 0 0 0,0-1 0 0 0,0 1 0 0 0,0 0 1 0 0,-1-1-1 0 0,1 1 0 0 0,0 0 0 0 0,-1 0 0 0 0,1 0 1 0 0,-1 0-1 0 0,1 0 0 0 0,-1 0 0 0 0,0 0 0 0 0,0 0 1 0 0,1 1-1 0 0,-4-2 0 0 0,2 2-3 0 0,-1 0 1 0 0,1 0-1 0 0,0 0 1 0 0,-1 0-1 0 0,1 0 0 0 0,0 0 1 0 0,-1 1-1 0 0,1 0 1 0 0,0 0-1 0 0,-4 1 1 0 0,-3 2-5 0 0,0 1 0 0 0,1 0 0 0 0,0 0 0 0 0,0 1 0 0 0,0 0 0 0 0,-8 9 0 0 0,0 0-11 0 0,1 1 0 0 0,1 1 0 0 0,1 1 0 0 0,-22 34-1 0 0,28-40 22 0 0,2 1-1 0 0,0-1 0 0 0,0 1 1 0 0,1 0-1 0 0,1 1 1 0 0,0-1-1 0 0,1 1 0 0 0,0-1 1 0 0,0 15-1 0 0,2-23 7 0 0,1-1 1 0 0,0 0-1 0 0,1 1 0 0 0,-1-1 1 0 0,1 0-1 0 0,-1 1 0 0 0,1-1 0 0 0,1 0 1 0 0,-1 0-1 0 0,0 0 0 0 0,1 0 1 0 0,0 0-1 0 0,0 0 0 0 0,0 0 1 0 0,1-1-1 0 0,3 5 0 0 0,-3-4 1 0 0,1 0-1 0 0,1-1 1 0 0,-1 0-1 0 0,0 1 1 0 0,1-2 0 0 0,0 1-1 0 0,-1 0 1 0 0,1-1-1 0 0,0 0 1 0 0,0 0-1 0 0,8 1 1 0 0,5 1 2 0 0,0-2 1 0 0,0 0-1 0 0,0-1 1 0 0,0-1-1 0 0,1 0 1 0 0,28-6-1 0 0,-18 1 9 0 0,0-2-1 0 0,0-1 1 0 0,0-1-1 0 0,-1-2 1 0 0,0 0-1 0 0,-1-2 1 0 0,0-2 0 0 0,-1 0-1 0 0,-1-1 1 0 0,-1-2-1 0 0,0 0 1 0 0,-1-2-1 0 0,-1 0 1 0 0,-1-2 0 0 0,-1 0-1 0 0,-1-1 1 0 0,-1-1-1 0 0,0-1 1 0 0,-2 0-1 0 0,12-29 1 0 0,-25 49-13 0 0,0-1 1 0 0,-1 1-1 0 0,0-1 0 0 0,0 1 1 0 0,-1-1-1 0 0,1 0 1 0 0,-1 0-1 0 0,-1 1 0 0 0,1-1 1 0 0,-1 0-1 0 0,0 0 0 0 0,0 0 1 0 0,-1 0-1 0 0,-1-9 0 0 0,1 14-5 0 0,1 0 0 0 0,-1 0 0 0 0,1 1 0 0 0,-1-1 0 0 0,1 0 0 0 0,-1 1-1 0 0,0-1 1 0 0,1 0 0 0 0,-1 1 0 0 0,0-1 0 0 0,0 1 0 0 0,0-1 0 0 0,1 1 0 0 0,-1 0-1 0 0,0-1 1 0 0,0 1 0 0 0,0 0 0 0 0,0-1 0 0 0,0 1 0 0 0,1 0 0 0 0,-1 0-1 0 0,0 0 1 0 0,0 0 0 0 0,0 0 0 0 0,0 0 0 0 0,0 0 0 0 0,0 0 0 0 0,0 0 0 0 0,-1 1-1 0 0,-24 6-40 0 0,20-5 35 0 0,0 1 0 0 0,0 0 0 0 0,0 1 1 0 0,0 0-1 0 0,1-1 0 0 0,0 2 0 0 0,0-1 0 0 0,0 1 0 0 0,0-1 1 0 0,1 1-1 0 0,0 1 0 0 0,0-1 0 0 0,0 1 0 0 0,0-1 1 0 0,1 1-1 0 0,0 0 0 0 0,0 0 0 0 0,-2 8 0 0 0,5-12 10 0 0,0 0-1 0 0,-1 0 1 0 0,1 0-1 0 0,0 0 1 0 0,0-1-1 0 0,1 1 0 0 0,-1 0 1 0 0,0 0-1 0 0,1 0 1 0 0,-1 0-1 0 0,1-1 1 0 0,-1 1-1 0 0,1 0 1 0 0,0-1-1 0 0,0 1 0 0 0,0 0 1 0 0,0-1-1 0 0,0 1 1 0 0,0-1-1 0 0,0 1 1 0 0,0-1-1 0 0,1 0 0 0 0,-1 0 1 0 0,0 1-1 0 0,1-1 1 0 0,-1 0-1 0 0,1 0 1 0 0,0 0-1 0 0,-1 0 1 0 0,1-1-1 0 0,0 1 0 0 0,2 0 1 0 0,6 3 9 0 0,-1-1 1 0 0,1-1-1 0 0,1 0 1 0 0,12 2-1 0 0,-19-4-10 0 0,21 2-9 0 0,1-1 0 0 0,-1-1 0 0 0,1-1 0 0 0,-1-2 0 0 0,28-5 0 0 0,-18 1-70 0 0,0-3-1 0 0,-1 0 1 0 0,33-16 0 0 0,-43 15 10 0 0,37-23 0 0 0,-53 29 59 0 0,0-1 0 0 0,0 1 1 0 0,-1-1-1 0 0,0-1 0 0 0,0 1 1 0 0,-1-1-1 0 0,11-15 0 0 0,-11 5-43 0 0,-6 16 50 0 0,0 1 0 0 0,0 0-1 0 0,0-1 1 0 0,0 1-1 0 0,0 0 1 0 0,0-1 0 0 0,0 1-1 0 0,0-1 1 0 0,0 1-1 0 0,0 0 1 0 0,0-1-1 0 0,-1 1 1 0 0,1 0 0 0 0,0 0-1 0 0,0-1 1 0 0,0 1-1 0 0,-1 0 1 0 0,1-1-1 0 0,0 1 1 0 0,0 0 0 0 0,-1 0-1 0 0,1-1 1 0 0,0 1-1 0 0,-1 0 1 0 0,1 0-1 0 0,0 0 1 0 0,-1-1 0 0 0,0 1 1 0 0,-1 0 1 0 0,1 0 0 0 0,-1 0-1 0 0,1 0 1 0 0,-1 0 0 0 0,1 0 0 0 0,0 1-1 0 0,-1-1 1 0 0,1 0 0 0 0,-1 1-1 0 0,1-1 1 0 0,0 1 0 0 0,-1-1-1 0 0,1 1 1 0 0,0 0 0 0 0,0-1 0 0 0,-1 1-1 0 0,-1 2 1 0 0,-14 11 101 0 0,0 1 0 0 0,1 1 0 0 0,1 0 0 0 0,0 1 0 0 0,-14 23 0 0 0,7-6 306 0 0,-35 72 1 0 0,50-92-339 0 0,-1 2 13 0 0,1 1 1 0 0,-7 22-1 0 0,13-36-66 0 0,0 1 1 0 0,0 0-1 0 0,1 0 1 0 0,-1-1-1 0 0,1 1 1 0 0,-1 0-1 0 0,1 0 1 0 0,0 0-1 0 0,1 0 1 0 0,-1 0-1 0 0,1-1 1 0 0,0 1-1 0 0,-1 0 1 0 0,2 0-1 0 0,-1-1 1 0 0,3 7-1 0 0,-1-7-9 0 0,-1-1 1 0 0,0 1-1 0 0,1-1 0 0 0,-1 0 0 0 0,1 0 1 0 0,0 0-1 0 0,0 0 0 0 0,0 0 0 0 0,0 0 0 0 0,0-1 1 0 0,0 0-1 0 0,0 1 0 0 0,0-1 0 0 0,0 0 0 0 0,1-1 1 0 0,5 2-1 0 0,5 0 3 0 0,0-1 1 0 0,23-1-1 0 0,-4-2-9 0 0,0-2-1 0 0,0-1 1 0 0,-1-2-1 0 0,0-1 1 0 0,0-1-1 0 0,-1-2 1 0 0,-1-1-1 0 0,1-1 1 0 0,-2-2-1 0 0,0-1 1 0 0,-1-1-1 0 0,-1-1 1 0 0,0-2-1 0 0,-1-1 1 0 0,-2 0-1 0 0,38-44 1 0 0,28-47 25 0 0,-89 111-30 0 0,-1 0 1 0 0,1 0-1 0 0,-1 0 1 0 0,1 0-1 0 0,-1 0 0 0 0,1 0 1 0 0,-1 0-1 0 0,0 0 1 0 0,1 0-1 0 0,-1 0 0 0 0,0 0 1 0 0,0 0-1 0 0,0 0 1 0 0,0 0-1 0 0,0-1 1 0 0,0 1-1 0 0,0 0 0 0 0,-1-1 1 0 0,-4-3-55 0 0,-5 11 18 0 0,3 1 39 0 0,0 2-1 0 0,0-1 1 0 0,1 1 0 0 0,0 0-1 0 0,1 0 1 0 0,0 0 0 0 0,1 1-1 0 0,-1 0 1 0 0,2 0 0 0 0,0 0-1 0 0,0 0 1 0 0,-2 18 0 0 0,4-25 5 0 0,1 0 1 0 0,0 0 0 0 0,0 0 0 0 0,0 0 0 0 0,1 0 0 0 0,-1 0 0 0 0,1-1-1 0 0,-1 1 1 0 0,1 0 0 0 0,0 0 0 0 0,0 0 0 0 0,0-1 0 0 0,1 1 0 0 0,-1-1 0 0 0,1 1-1 0 0,-1-1 1 0 0,1 1 0 0 0,0-1 0 0 0,0 0 0 0 0,0 0 0 0 0,0 0 0 0 0,0 0-1 0 0,1 0 1 0 0,-1 0 0 0 0,0-1 0 0 0,1 1 0 0 0,-1-1 0 0 0,1 1 0 0 0,0-1 0 0 0,4 1-1 0 0,5 2 7 0 0,-1 0 0 0 0,1-1 0 0 0,0-1-1 0 0,0 0 1 0 0,23 1 0 0 0,-14-3 0 0 0,0-1 1 0 0,0-1 0 0 0,0 0-1 0 0,0-2 1 0 0,-1-1 0 0 0,1 0-1 0 0,-1-2 1 0 0,0 0 0 0 0,-1-1-1 0 0,0-1 1 0 0,0-1 0 0 0,-1 0-1 0 0,0-2 1 0 0,0 0 0 0 0,-2-1-1 0 0,0 0 1 0 0,15-17 0 0 0,21-19 25 0 0,-50 47-43 0 0,-4 5 8 0 0,-26 31 459 0 0,2 1 1 0 0,2 1-1 0 0,-25 50 0 0 0,-53 129 1511 0 0,52-104-1117 0 0,-88 210 1158 0 0,-91 180 495 0 0,208-465-2356 0 0,-1-1 0 0 0,-2 0 0 0 0,-1-2 0 0 0,-2-1 0 0 0,-36 35-1 0 0,49-54-94 0 0,-1-1-1 0 0,0 0 1 0 0,-1 0-1 0 0,0-2 0 0 0,0 0 1 0 0,-1-1-1 0 0,0-1 1 0 0,-1 0-1 0 0,0-1 0 0 0,0-1 1 0 0,-1-1-1 0 0,0 0 1 0 0,-29 2-1 0 0,41-6-43 0 0,0-1 0 0 0,1 0 0 0 0,-1 0 0 0 0,0-1 0 0 0,0 0 0 0 0,1 0 0 0 0,-1-1 0 0 0,1 0 0 0 0,-1 0 1 0 0,1 0-1 0 0,0-1 0 0 0,0 0 0 0 0,0 0 0 0 0,0 0 0 0 0,0-1 0 0 0,1 0 0 0 0,0 0 0 0 0,-1 0 0 0 0,-6-9 0 0 0,6 5-28 0 0,0 1 0 0 0,1-1-1 0 0,1 0 1 0 0,-1 0 0 0 0,1 0 0 0 0,1-1 0 0 0,-1 0-1 0 0,1 1 1 0 0,1-1 0 0 0,0 0 0 0 0,0 0-1 0 0,1-1 1 0 0,-1-16 0 0 0,3 3-155 0 0,1 0-1 0 0,0 0 1 0 0,2 0 0 0 0,1 0 0 0 0,0 1-1 0 0,2 0 1 0 0,1 0 0 0 0,0 0 0 0 0,2 1-1 0 0,14-24 1 0 0,4 0-573 0 0,2 1 0 0 0,1 1-1 0 0,50-51 1 0 0,-31 42-940 0 0,3 3 1 0 0,94-68-1 0 0,-9 24-2958 0 0,4 8-3946 0 0,-92 56 2121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01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61 332 0 0,'7'-61'11834'0'0,"-1"119"-9976"0"0,18 101-241 0 0,-20-139-1553 0 0,1 0 0 0 0,1-1 0 0 0,1 1 0 0 0,1-1 0 0 0,18 30 0 0 0,-25-46-52 0 0,0-1 0 0 0,1 0 0 0 0,-1 0 1 0 0,1 0-1 0 0,0 0 0 0 0,0 0 0 0 0,0 0 0 0 0,-1 0 1 0 0,2 0-1 0 0,-1-1 0 0 0,0 1 0 0 0,0-1 1 0 0,0 0-1 0 0,1 0 0 0 0,-1 1 0 0 0,1-2 0 0 0,-1 1 1 0 0,1 0-1 0 0,-1 0 0 0 0,1-1 0 0 0,3 1 0 0 0,-2-1-3 0 0,1-1-1 0 0,-1 1 0 0 0,0-1 0 0 0,1 0 1 0 0,-1 0-1 0 0,0 0 0 0 0,0-1 0 0 0,0 1 1 0 0,0-1-1 0 0,0 0 0 0 0,-1 0 0 0 0,1-1 1 0 0,4-2-1 0 0,8-9 14 0 0,1-1 1 0 0,-2-1-1 0 0,0 0 1 0 0,-1-1 0 0 0,23-35-1 0 0,-17 23-16 0 0,24-27 0 0 0,-34 44-38 0 0,-7 9 16 0 0,-1 0-1 0 0,1 0 1 0 0,0 0-1 0 0,0 0 0 0 0,0 1 1 0 0,6-5-1 0 0,-7 6 15 0 0,0 1-1 0 0,0-1 1 0 0,0 1 0 0 0,0-1-1 0 0,0 1 1 0 0,0-1-1 0 0,0 1 1 0 0,0 0 0 0 0,0 0-1 0 0,0 0 1 0 0,0 0-1 0 0,0 1 1 0 0,0-1-1 0 0,0 0 1 0 0,0 1 0 0 0,0 0-1 0 0,2 0 1 0 0,21 9 5 0 0,27 14 0 0 0,-37-17 24 0 0,0 0 0 0 0,0 0 0 0 0,0-2 0 0 0,1 0 0 0 0,27 6 0 0 0,-37-10-16 0 0,-1-1 1 0 0,1 1-1 0 0,-1-1 0 0 0,1 0 1 0 0,-1-1-1 0 0,1 1 1 0 0,-1-1-1 0 0,1 0 1 0 0,-1 0-1 0 0,0-1 0 0 0,0 0 1 0 0,1 0-1 0 0,-1 0 1 0 0,0 0-1 0 0,5-5 0 0 0,-6 5-2 0 0,-1-1-1 0 0,0 0 1 0 0,0 0-1 0 0,-1 0 1 0 0,1 0-1 0 0,-1 0 1 0 0,1-1-1 0 0,-1 1 1 0 0,0-1-1 0 0,0 0 1 0 0,0 1-1 0 0,-1-1 1 0 0,0 0-1 0 0,1 0 1 0 0,-1 0-1 0 0,0 0 1 0 0,-1 0-1 0 0,1 0 1 0 0,-1-1-1 0 0,0-5 1 0 0,0 5-5 0 0,0-1 0 0 0,-1 1 1 0 0,1 0-1 0 0,-1 0 0 0 0,0 0 1 0 0,-1-1-1 0 0,1 1 1 0 0,-1 0-1 0 0,0 1 0 0 0,-5-10 1 0 0,5 12-7 0 0,1 0 1 0 0,0 1-1 0 0,0-1 1 0 0,-1 1-1 0 0,1-1 1 0 0,-1 1 0 0 0,0-1-1 0 0,1 1 1 0 0,-1 0-1 0 0,0 0 1 0 0,0 0-1 0 0,0 0 1 0 0,1 0-1 0 0,-1 0 1 0 0,0 0 0 0 0,0 1-1 0 0,0-1 1 0 0,-1 1-1 0 0,1 0 1 0 0,0-1-1 0 0,0 1 1 0 0,0 0-1 0 0,0 0 1 0 0,0 0 0 0 0,0 0-1 0 0,0 1 1 0 0,0-1-1 0 0,0 1 1 0 0,0-1-1 0 0,-4 2 1 0 0,-3 2 25 0 0,1 0 0 0 0,-1 1-1 0 0,1 0 1 0 0,0 0 0 0 0,0 1 0 0 0,0 0 0 0 0,1 0 0 0 0,0 1 0 0 0,0 0-1 0 0,1 0 1 0 0,-1 1 0 0 0,-7 12 0 0 0,3-1 59 0 0,0-1-1 0 0,1 2 1 0 0,0-1 0 0 0,-9 34-1 0 0,15-42-59 0 0,1 0 1 0 0,1 0-1 0 0,0 0 0 0 0,1 0 0 0 0,0 0 0 0 0,1 1 0 0 0,0-1 0 0 0,2 13 0 0 0,-2-19-14 0 0,1 0-1 0 0,0 0 0 0 0,0 0 1 0 0,1-1-1 0 0,0 1 0 0 0,-1-1 1 0 0,1 1-1 0 0,1-1 0 0 0,-1 0 1 0 0,1 0-1 0 0,0 0 0 0 0,0 0 1 0 0,0 0-1 0 0,0 0 0 0 0,0-1 1 0 0,1 0-1 0 0,0 0 0 0 0,0 0 1 0 0,0 0-1 0 0,0 0 0 0 0,5 2 1 0 0,1-1-175 0 0,0 0 1 0 0,0-1-1 0 0,0 0 1 0 0,0-1 0 0 0,1 0-1 0 0,-1 0 1 0 0,1-1 0 0 0,0-1-1 0 0,-1 1 1 0 0,20-4-1 0 0,-13 1-1830 0 0,-1-1 0 0 0,1-1-1 0 0,20-7 1 0 0,-15 3-3807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02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381 581 2272 0 0,'-1'-3'2246'0'0,"0"1"-1907"0"0,1 0-1 0 0,-1 1 0 0 0,0-1 0 0 0,0 0 0 0 0,0 0 0 0 0,0 0 1 0 0,0 1-1 0 0,0-1 0 0 0,-1 1 0 0 0,1-1 0 0 0,0 1 0 0 0,-1-1 1 0 0,1 1-1 0 0,-1 0 0 0 0,0 0 0 0 0,1-1 0 0 0,-1 1 0 0 0,0 1 1 0 0,0-1-1 0 0,0 0 0 0 0,-2-1 0 0 0,1 2-151 0 0,-1-1 1 0 0,1 1-1 0 0,0-1 0 0 0,0 1 1 0 0,-1 0-1 0 0,1 0 0 0 0,0 1 1 0 0,0-1-1 0 0,-4 1 0 0 0,-8 4 102 0 0,0-1 0 0 0,1 2 0 0 0,0 0 0 0 0,0 1 0 0 0,1 0 0 0 0,-1 1 0 0 0,2 0 0 0 0,-1 1 0 0 0,1 1-1 0 0,-16 15 1 0 0,10-6-170 0 0,0 1-1 0 0,1 0 0 0 0,2 2 0 0 0,0-1 1 0 0,-16 32-1 0 0,25-41-94 0 0,1 0 1 0 0,0 1-1 0 0,1-1 0 0 0,0 1 1 0 0,1 0-1 0 0,1 0 0 0 0,0 0 1 0 0,0 1-1 0 0,2-1 1 0 0,0 23-1 0 0,1-30-18 0 0,-1 0 0 0 0,1 0 0 0 0,0-1 1 0 0,1 1-1 0 0,-1 0 0 0 0,1-1 0 0 0,0 1 0 0 0,0-1 0 0 0,1 0 0 0 0,0 0 1 0 0,0 0-1 0 0,0 0 0 0 0,0 0 0 0 0,1 0 0 0 0,0-1 0 0 0,0 0 0 0 0,0 0 1 0 0,0 0-1 0 0,1 0 0 0 0,0-1 0 0 0,-1 1 0 0 0,1-1 0 0 0,0-1 1 0 0,1 1-1 0 0,-1-1 0 0 0,10 4 0 0 0,0-3-115 0 0,0 0-1 0 0,0 0 1 0 0,1-2-1 0 0,-1 0 1 0 0,1-1-1 0 0,0 0 1 0 0,-1-1-1 0 0,1-1 1 0 0,-1 0-1 0 0,22-7 1 0 0,-10 1-303 0 0,-1-1 1 0 0,-1-1 0 0 0,1-2 0 0 0,-2 0 0 0 0,26-17 0 0 0,-18 6 43 0 0,0-2-1 0 0,-2-1 1 0 0,0-2-1 0 0,-2 0 1 0 0,-1-2 0 0 0,-2-1-1 0 0,-1-1 1 0 0,32-56 0 0 0,-19 20 220 0 0,-3-1 0 0 0,-4-1 1 0 0,34-114-1 0 0,-51 144 834 0 0,-3 0 1 0 0,-1-1-1 0 0,-2 0 0 0 0,3-66 0 0 0,-10 105-606 0 0,0 0-1 0 0,0 0 0 0 0,-1 0 1 0 0,1 0-1 0 0,0 0 0 0 0,-1 1 1 0 0,1-1-1 0 0,-1 0 0 0 0,0 0 1 0 0,0 0-1 0 0,0 0 0 0 0,0 1 1 0 0,0-1-1 0 0,-2-2 0 0 0,2 5-1 0 0,-1-1-1 0 0,0 0 1 0 0,1 1-1 0 0,-1 0 1 0 0,0-1 0 0 0,1 1-1 0 0,-1 0 1 0 0,1 0-1 0 0,0 0 1 0 0,-1 0-1 0 0,1 0 1 0 0,-1 0-1 0 0,1 0 1 0 0,-1 2-1 0 0,-9 11 282 0 0,1-1 0 0 0,0 1-1 0 0,1 1 1 0 0,1-1 0 0 0,1 2-1 0 0,-11 29 1 0 0,4-13-4 0 0,-33 87 941 0 0,-56 220 0 0 0,68-166-989 0 0,31-145-272 0 0,2 0 0 0 0,1-1 0 0 0,1 1-1 0 0,5 37 1 0 0,-4-56-127 0 0,1 0 0 0 0,0 0 0 0 0,1 0 0 0 0,0 0 0 0 0,0-1 0 0 0,1 1 0 0 0,0-1 0 0 0,0 0 0 0 0,1 0 0 0 0,0-1 1 0 0,1 1-1 0 0,-1-1 0 0 0,1 0 0 0 0,1-1 0 0 0,-1 0 0 0 0,1 1 0 0 0,0-2 0 0 0,1 1 0 0 0,-1-1 0 0 0,1-1 0 0 0,14 7 0 0 0,-12-7-158 0 0,1 0 0 0 0,-1 0 0 0 0,1-1 0 0 0,0-1 0 0 0,0 0 0 0 0,1-1 0 0 0,-1 0 0 0 0,0 0 0 0 0,0-1 0 0 0,0-1 0 0 0,1 0 0 0 0,-1 0 0 0 0,0-1 0 0 0,0-1 0 0 0,0 1 0 0 0,-1-2 0 0 0,15-5 0 0 0,-5-2-34 0 0,1-1 0 0 0,-1 0 0 0 0,-1-2 0 0 0,-1 0 1 0 0,0-1-1 0 0,0-1 0 0 0,21-25 0 0 0,-10 6 207 0 0,-2-1-1 0 0,43-76 1 0 0,-44 62 1004 0 0,-16 29 167 0 0,1 0 0 0 0,16-23 0 0 0,-24 34-550 0 0,-10 18 404 0 0,-5 15-537 0 0,1 1-1 0 0,2 0 0 0 0,-10 31 1 0 0,16-41-336 0 0,-1 1-1 0 0,2-1 1 0 0,0 0 0 0 0,0 1-1 0 0,2-1 1 0 0,-1 0 0 0 0,4 25-1 0 0,-2-36-62 0 0,-1 1 0 0 0,1-1 0 0 0,0 0 0 0 0,0 0 1 0 0,0-1-1 0 0,0 1 0 0 0,1 0 0 0 0,-1 0 0 0 0,1 0 0 0 0,-1-1 0 0 0,1 1 0 0 0,0-1 0 0 0,0 0 0 0 0,0 1 0 0 0,1-1 0 0 0,-1 0 0 0 0,0 0 0 0 0,5 2 0 0 0,-3-1-2 0 0,1-1-1 0 0,-1-1 1 0 0,1 1-1 0 0,0-1 1 0 0,-1 1-1 0 0,1-1 1 0 0,0-1-1 0 0,0 1 1 0 0,0-1 0 0 0,9 0-1 0 0,0-1 3 0 0,-1-1 0 0 0,1 0 1 0 0,0-1-1 0 0,-1-1 0 0 0,0 0 0 0 0,0-1 0 0 0,20-10 1 0 0,-19 7-7 0 0,-1-1 1 0 0,0 0-1 0 0,0-1 0 0 0,-1-1 1 0 0,0 0-1 0 0,-1 0 1 0 0,0-1-1 0 0,0-1 1 0 0,12-20-1 0 0,-16 22-3 0 0,0-1 1 0 0,-1 0-1 0 0,0 0 0 0 0,-1-1 0 0 0,0 0 0 0 0,-1 0 0 0 0,-1 0 1 0 0,0 0-1 0 0,-1 0 0 0 0,0-1 0 0 0,0-24 0 0 0,-2 33-5 0 0,-1 0 0 0 0,1 0 1 0 0,-1-1-1 0 0,0 1 0 0 0,0 0 0 0 0,-1 0 0 0 0,1 0 0 0 0,-1 0 0 0 0,0 0 0 0 0,-1 1 0 0 0,1-1 0 0 0,-1 1 0 0 0,0-1 0 0 0,0 1 0 0 0,0 0 1 0 0,-1 0-1 0 0,1 0 0 0 0,-1 1 0 0 0,0-1 0 0 0,0 1 0 0 0,0 0 0 0 0,-1 0 0 0 0,1 0 0 0 0,-1 1 0 0 0,1-1 0 0 0,-1 1 0 0 0,0 0 0 0 0,-9-2 1 0 0,2 1-8 0 0,0 1 1 0 0,-1 0 0 0 0,0 1 0 0 0,1 0 0 0 0,-1 1 0 0 0,0 1 0 0 0,1 0-1 0 0,-1 0 1 0 0,1 2 0 0 0,-24 6 0 0 0,13-2 13 0 0,2 2 0 0 0,-1 0-1 0 0,-24 15 1 0 0,36-18-74 0 0,0 0-1 0 0,0 1 1 0 0,1 0 0 0 0,0 1 0 0 0,0 0-1 0 0,1 0 1 0 0,0 1 0 0 0,-9 13-1 0 0,16-21 0 0 0,0 1-1 0 0,0-1 1 0 0,0 1-1 0 0,0-1 1 0 0,1 1 0 0 0,-1-1-1 0 0,0 1 1 0 0,1 0-1 0 0,0-1 1 0 0,-1 1-1 0 0,1 0 1 0 0,0-1-1 0 0,0 1 1 0 0,-1 0-1 0 0,1 0 1 0 0,1-1 0 0 0,-1 3-1 0 0,0-2-2 0 0,1-1 0 0 0,0 0 1 0 0,-1 0-1 0 0,1 0 0 0 0,0 0 0 0 0,-1 0 1 0 0,1 1-1 0 0,0-1 0 0 0,0-1 0 0 0,0 1 0 0 0,0 0 1 0 0,0 0-1 0 0,0 0 0 0 0,0 0 0 0 0,0-1 0 0 0,0 1 1 0 0,0 0-1 0 0,2 0 0 0 0,1 0-109 0 0,0 1-1 0 0,1-1 1 0 0,-1 0 0 0 0,1 0-1 0 0,0-1 1 0 0,-1 1 0 0 0,1-1-1 0 0,0 0 1 0 0,-1 0 0 0 0,1-1-1 0 0,7-1 1 0 0,30-9-544 0 0,0-2 0 0 0,0-2 0 0 0,69-37 0 0 0,110-77 423 0 0,-197 114 286 0 0,7-5 178 0 0,-6 4 254 0 0,1 0 0 0 0,1 2 0 0 0,31-13 0 0 0,-56 26-337 0 0,0 1-1 0 0,0-1 1 0 0,1 0 0 0 0,-1 1 0 0 0,0 0 0 0 0,0-1 0 0 0,1 1 0 0 0,-1 0 0 0 0,0 0 0 0 0,1 0-1 0 0,-1 1 1 0 0,0-1 0 0 0,1 0 0 0 0,-1 1 0 0 0,0 0 0 0 0,0-1 0 0 0,0 1 0 0 0,1 0-1 0 0,3 2 1 0 0,-3 0 57 0 0,1 0-1 0 0,-1 0 0 0 0,0 0 1 0 0,0 0-1 0 0,0 0 0 0 0,0 1 1 0 0,-1-1-1 0 0,1 1 0 0 0,3 7 1 0 0,1 6 181 0 0,-1-1 1 0 0,0 1-1 0 0,-2 0 1 0 0,4 19-1 0 0,-4-11-44 0 0,-1 1-1 0 0,-1-1 0 0 0,-3 43 1 0 0,-15 75 6727 0 0,15-143-6979 0 0,1-1 0 0 0,0 1 0 0 0,-1 0 1 0 0,1 0-1 0 0,0-1 0 0 0,-1 1 1 0 0,1 0-1 0 0,0-1 0 0 0,0 1 0 0 0,-1 0 1 0 0,1-1-1 0 0,0 1 0 0 0,0-1 1 0 0,0 1-1 0 0,0 0 0 0 0,-1-1 1 0 0,1 1-1 0 0,0-1 0 0 0,0 1 0 0 0,0 0 1 0 0,0-1-1 0 0,0 1 0 0 0,0-1 1 0 0,0 0-1 0 0,7-17 9 0 0,0 1 1 0 0,1 0-1 0 0,0 0 1 0 0,2 0 0 0 0,0 1-1 0 0,1 1 1 0 0,0 0-1 0 0,1 0 1 0 0,1 1-1 0 0,27-23 1 0 0,60-39-2501 0 0,4 9-4865 0 0,-85 55 5270 0 0,4-5-5128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03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33 3192 0 0,'-238'7'12446'0'0,"223"-9"-11283"0"0,23-3-474 0 0,27-2-654 0 0,90-10-5515 0 0,-85 12 1276 0 0,-5 1-1233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05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38 530 800 0 0,'0'0'3684'0'0,"-22"25"2277"0"0,20-20-5777 0 0,-1 0 1 0 0,1 0-1 0 0,0 1 0 0 0,1-1 1 0 0,-1 1-1 0 0,1-1 0 0 0,0 1 1 0 0,0-1-1 0 0,1 1 0 0 0,0 0 1 0 0,0 11-1 0 0,1-16-161 0 0,0-1 0 0 0,-1 1 0 0 0,1 0 0 0 0,0 0 0 0 0,0-1 0 0 0,-1 1 0 0 0,1 0 0 0 0,0-1 0 0 0,0 1 0 0 0,0-1 0 0 0,0 1 0 0 0,0-1 0 0 0,-1 1-1 0 0,1-1 1 0 0,0 0 0 0 0,0 1 0 0 0,0-1 0 0 0,0 0 0 0 0,0 0 0 0 0,0 0 0 0 0,0 0 0 0 0,0 0 0 0 0,0 0 0 0 0,0 0 0 0 0,2 0 0 0 0,13-3 29 0 0,0-1 0 0 0,-1 0 0 0 0,1-1 0 0 0,-1-1 0 0 0,0 0 0 0 0,0-1 0 0 0,14-10 0 0 0,-8 4-8 0 0,-1-2-1 0 0,0-1 1 0 0,-1 0 0 0 0,17-20-1 0 0,-3-1-4 0 0,-2-2 0 0 0,-2-1-1 0 0,-1-1 1 0 0,24-51-1 0 0,-37 64 12 0 0,-2-1-1 0 0,-1-1 1 0 0,-2 0 0 0 0,0 0-1 0 0,5-35 1 0 0,-14 60-4 0 0,-1 4-41 0 0,1 0 0 0 0,-1 0 1 0 0,0 0-1 0 0,1-1 0 0 0,-1 1 0 0 0,0 0 1 0 0,0 0-1 0 0,0-1 0 0 0,0 1 0 0 0,0 0 1 0 0,0 0-1 0 0,0-1 0 0 0,0 1 1 0 0,-1 0-1 0 0,1 0 0 0 0,0 0 0 0 0,-1-1 1 0 0,1 1-1 0 0,-1 0 0 0 0,1 0 0 0 0,-2-1 1 0 0,1 3-5 0 0,-1-1-1 0 0,0 1 1 0 0,1 0 0 0 0,-1 0 0 0 0,1 0 0 0 0,-1 0 0 0 0,1 1-1 0 0,0-1 1 0 0,0 0 0 0 0,-3 3 0 0 0,-4 7 5 0 0,1 0 0 0 0,0 0 0 0 0,0 1 0 0 0,2 0 0 0 0,-8 19 0 0 0,-16 67-21 0 0,19-63 6 0 0,6-18 6 0 0,0 0-1 0 0,2 0 1 0 0,0 0-1 0 0,0 31 1 0 0,2-39 8 0 0,0 0 0 0 0,1-1 0 0 0,1 1 0 0 0,-1-1 1 0 0,1 1-1 0 0,1-1 0 0 0,-1 0 0 0 0,1 1 0 0 0,1-1 0 0 0,-1-1 1 0 0,7 11-1 0 0,-7-14-2 0 0,1 0 1 0 0,-1-1 0 0 0,1 1 0 0 0,-1-1-1 0 0,1 1 1 0 0,0-1 0 0 0,0 0 0 0 0,0-1-1 0 0,1 1 1 0 0,-1-1 0 0 0,1 0 0 0 0,-1 0-1 0 0,8 2 1 0 0,-4-2-2 0 0,1 0 1 0 0,-1-1-1 0 0,1 0 0 0 0,0 0 1 0 0,-1-1-1 0 0,1 0 0 0 0,11-2 0 0 0,-3-1 2 0 0,-1 0 1 0 0,0-2-1 0 0,0 1 0 0 0,0-2 0 0 0,0 0 0 0 0,-1-1 0 0 0,24-15 0 0 0,-24 11-1 0 0,1-1 0 0 0,-1 0 1 0 0,-1-1-1 0 0,0-1 0 0 0,-1 0 0 0 0,-1-1 1 0 0,0 0-1 0 0,10-18 0 0 0,7-18-49 0 0,29-69 0 0 0,-45 92-6 0 0,-5 13-73 0 0,-8 27 116 0 0,-9 26 69 0 0,-63 173 237 0 0,72-209-220 0 0,3-4-71 0 0,-1 0 0 0 0,1 1 0 0 0,0-1 0 0 0,0-1 0 0 0,-1 1 0 0 0,0 0 0 0 0,1-1 0 0 0,-1 1-1 0 0,0-1 1 0 0,0 1 0 0 0,2-5 0 0 0,3-2 3 0 0,22-28 40 0 0,0 1-64 0 0,50-49-1 0 0,-69 75-9 0 0,0 2 1 0 0,1-1-1 0 0,0 1 0 0 0,0 1 1 0 0,1 0-1 0 0,0 1 1 0 0,0 0-1 0 0,1 1 0 0 0,23-7 1 0 0,-12 8 13 0 0,-16 6 17 0 0,-3 0-1 0 0,-2-2 13 0 0,1 0-1 0 0,-1 1 0 0 0,0 0 0 0 0,0 0 1 0 0,0 0-1 0 0,1 0 0 0 0,-1 1 0 0 0,0-1 1 0 0,0 1-1 0 0,-1 0 0 0 0,1-1 1 0 0,0 2-1 0 0,-1-1 0 0 0,1 0 0 0 0,-1 0 1 0 0,4 5-1 0 0,-3-3 33 0 0,-1 0 0 0 0,0 0 0 0 0,1 0 0 0 0,-2 1 0 0 0,1-1 1 0 0,0 1-1 0 0,-1-1 0 0 0,0 1 0 0 0,0 0 0 0 0,0 6 0 0 0,0 7 128 0 0,-2-1-1 0 0,0 0 1 0 0,-1 0-1 0 0,-1 1 1 0 0,-4 17 0 0 0,-9 19 118 0 0,10-35-177 0 0,-8 41 1 0 0,14-60-115 0 0,0 1 0 0 0,-1-1 1 0 0,1 1-1 0 0,0-1 0 0 0,0 1 0 0 0,0-1 0 0 0,0 1 1 0 0,0-1-1 0 0,0 1 0 0 0,0-1 0 0 0,1 0 1 0 0,-1 1-1 0 0,0-1 0 0 0,0 1 0 0 0,0-1 0 0 0,0 1 1 0 0,0-1-1 0 0,1 1 0 0 0,-1-1 0 0 0,0 0 1 0 0,0 1-1 0 0,1-1 0 0 0,-1 1 0 0 0,0-1 1 0 0,1 0-1 0 0,-1 1 0 0 0,0-1 0 0 0,1 0 0 0 0,-1 0 1 0 0,1 1-1 0 0,0-1 0 0 0,16-1 74 0 0,-12 0-96 0 0,0-1-1 0 0,0 0 1 0 0,0 0 0 0 0,-1-1-1 0 0,6-3 1 0 0,11-11-1144 0 0,-1-2-1 0 0,28-32 1 0 0,-34 33-1983 0 0,20-32 0 0 0,-19 20-2015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06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23 1188 0 0,'-19'-3'2408'0'0,"2"-3"-576"0"0,3 3-375 0 0,0 0-289 0 0,4-1 300 0 0,-7 1-612 0 0,3 4-164 0 0,5 8-668 0 0,9 3-560 0 0,7-5-380 0 0,0 3-2144 0 0,3-3-1117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07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61 752 616 0 0,'-10'10'2256'0'0,"1"0"0"0"0,1 0 0 0 0,-11 17 0 0 0,17-24-2105 0 0,1-1-1 0 0,-1 1 0 0 0,1-1 0 0 0,-1 1 0 0 0,1-1 0 0 0,0 1 0 0 0,0 0 0 0 0,0-1 0 0 0,0 1 0 0 0,1 0 0 0 0,-1 0 1 0 0,1 0-1 0 0,0 0 0 0 0,0 0 0 0 0,0-1 0 0 0,0 1 0 0 0,0 0 0 0 0,0 0 0 0 0,1 0 0 0 0,-1 0 0 0 0,3 4 1 0 0,-2-5-102 0 0,1 0 0 0 0,-1 0 0 0 0,1-1 1 0 0,0 1-1 0 0,-1-1 0 0 0,1 0 0 0 0,0 1 1 0 0,0-1-1 0 0,0 0 0 0 0,0 0 1 0 0,0 0-1 0 0,0 0 0 0 0,0-1 0 0 0,0 1 1 0 0,0-1-1 0 0,1 1 0 0 0,-1-1 1 0 0,0 1-1 0 0,0-1 0 0 0,0 0 0 0 0,1 0 1 0 0,-1 0-1 0 0,0-1 0 0 0,0 1 0 0 0,1 0 1 0 0,3-2-1 0 0,7-1 8 0 0,1-1-1 0 0,-1-1 1 0 0,14-6-1 0 0,-19 7 15 0 0,18-8-27 0 0,-2-1 0 0 0,1-1 0 0 0,-2-2 0 0 0,0 0-1 0 0,-1-1 1 0 0,-1-2 0 0 0,0 0 0 0 0,-1-1 0 0 0,-2-1 0 0 0,0-1 0 0 0,29-45 0 0 0,-15 11-23 0 0,-2-1 1 0 0,-2-1 0 0 0,-3-2-1 0 0,18-67 1 0 0,-35 91 25 0 0,-8 34-61 0 0,-3 2 15 0 0,1 0-1 0 0,0 1 1 0 0,0 0 0 0 0,0-1-1 0 0,0 1 1 0 0,0 0-1 0 0,1 0 1 0 0,-1 0 0 0 0,0 0-1 0 0,0 0 1 0 0,0 0-1 0 0,1 1 1 0 0,-1-1 0 0 0,1 1-1 0 0,-3 2 1 0 0,-22 29 32 0 0,20-24-24 0 0,-21 31 22 0 0,1 1 0 0 0,2 1 0 0 0,2 1 0 0 0,2 1 0 0 0,2 1 0 0 0,-20 76 0 0 0,35-110-25 0 0,1 0 0 0 0,0 0 0 0 0,0 0 0 0 0,2 1 0 0 0,-1-1 0 0 0,1 1 0 0 0,1-1 0 0 0,0 1 0 0 0,3 13 0 0 0,-3-21-2 0 0,0 0 1 0 0,1 0-1 0 0,-1 0 1 0 0,1 0-1 0 0,0 0 1 0 0,0 0-1 0 0,0-1 0 0 0,1 1 1 0 0,-1-1-1 0 0,1 1 1 0 0,0-1-1 0 0,0 0 1 0 0,0 0-1 0 0,0-1 1 0 0,0 1-1 0 0,1 0 1 0 0,-1-1-1 0 0,1 0 0 0 0,0 0 1 0 0,0 0-1 0 0,-1 0 1 0 0,1-1-1 0 0,0 0 1 0 0,0 1-1 0 0,1-1 1 0 0,-1-1-1 0 0,7 2 0 0 0,5-2 2 0 0,-1 0 0 0 0,1 0 0 0 0,-1-2 0 0 0,0 0 0 0 0,1 0 0 0 0,-1-2 0 0 0,0 0 0 0 0,-1 0 0 0 0,24-11 0 0 0,-5-1 11 0 0,0-2 0 0 0,57-39 0 0 0,-53 29-12 0 0,-1-2 1 0 0,-2-2-1 0 0,-1-1 0 0 0,-2-1 0 0 0,-1-1 1 0 0,41-65-1 0 0,-41 51-20 0 0,-2-2 1 0 0,-2 0-1 0 0,-3-2 1 0 0,33-109-1 0 0,-41 104 59 0 0,-15 58-45 0 0,0 0 1 0 0,0-1-1 0 0,1 1 0 0 0,-1 0 0 0 0,0 0 1 0 0,0 0-1 0 0,0-1 0 0 0,0 1 1 0 0,0 0-1 0 0,1 0 0 0 0,-1-1 0 0 0,0 1 1 0 0,0 0-1 0 0,0 0 0 0 0,0-1 0 0 0,0 1 1 0 0,0 0-1 0 0,0-1 0 0 0,0 1 1 0 0,0 0-1 0 0,0 0 0 0 0,0-1 0 0 0,0 1 1 0 0,0 0-1 0 0,0 0 0 0 0,0-1 0 0 0,0 1 1 0 0,-1 0-1 0 0,1 0 0 0 0,0-1 1 0 0,0 1-1 0 0,0 0 0 0 0,0 0 0 0 0,0-1 1 0 0,-1 1-1 0 0,1 0 0 0 0,0 0 0 0 0,0 0 1 0 0,0-1-1 0 0,-1 1 0 0 0,1 0 1 0 0,0 0-1 0 0,0 0 0 0 0,0 0 0 0 0,-1 0 1 0 0,1-1-1 0 0,0 1 0 0 0,0 0 0 0 0,-1 0 1 0 0,1 0-1 0 0,0 0 0 0 0,-1 0 1 0 0,1 0-1 0 0,0 0 0 0 0,0 0 0 0 0,-1 0 1 0 0,1 0-1 0 0,0 0 0 0 0,0 0 0 0 0,-1 0 1 0 0,1 0-1 0 0,0 0 0 0 0,-1 1 1 0 0,-13 6-21 0 0,6 1 42 0 0,0 1-1 0 0,0-1 0 0 0,1 2 0 0 0,0-1 0 0 0,0 1 0 0 0,1 0 1 0 0,0 0-1 0 0,-3 12 0 0 0,-6 6 105 0 0,-34 65 219 0 0,3 2-1 0 0,5 2 1 0 0,-50 176-1 0 0,87-259-325 0 0,1-2 7 0 0,0-1-1 0 0,1 0 1 0 0,0 1-1 0 0,0-1 0 0 0,1 1 1 0 0,1 19-1 0 0,0-31-22 0 0,0 1 1 0 0,0 0-1 0 0,0 0 1 0 0,0 0-1 0 0,0 0 0 0 0,0-1 1 0 0,1 1-1 0 0,-1 0 0 0 0,0 0 1 0 0,0 0-1 0 0,1-1 1 0 0,-1 1-1 0 0,0 0 0 0 0,1 0 1 0 0,-1-1-1 0 0,1 1 1 0 0,-1 0-1 0 0,1-1 0 0 0,0 1 1 0 0,-1-1-1 0 0,1 1 1 0 0,-1-1-1 0 0,1 1 0 0 0,0-1 1 0 0,0 1-1 0 0,-1-1 0 0 0,1 1 1 0 0,0-1-1 0 0,0 0 1 0 0,-1 1-1 0 0,1-1 0 0 0,0 0 1 0 0,0 0-1 0 0,0 0 1 0 0,0 0-1 0 0,-1 0 0 0 0,1 0 1 0 0,0 0-1 0 0,0 0 1 0 0,0 0-1 0 0,0 0 0 0 0,-1 0 1 0 0,1 0-1 0 0,0-1 0 0 0,0 1 1 0 0,0 0-1 0 0,-1 0 1 0 0,1-1-1 0 0,0 1 0 0 0,0-1 1 0 0,-1 1-1 0 0,1-1 1 0 0,0 1-1 0 0,0-2 0 0 0,5-2 2 0 0,-1 0 0 0 0,1-1 0 0 0,-1 1-1 0 0,0-1 1 0 0,5-8 0 0 0,72-106 57 0 0,-49 68-63 0 0,63-74 1 0 0,-87 115-24 0 0,0 0 0 0 0,0 0 1 0 0,1 1-1 0 0,0 1 0 0 0,1-1 0 0 0,0 2 1 0 0,13-8-1 0 0,-23 14 24 0 0,1 1-1 0 0,-1-1 1 0 0,1 0 0 0 0,0 1-1 0 0,-1 0 1 0 0,1-1 0 0 0,0 1-1 0 0,-1 0 1 0 0,1 0 0 0 0,0 0 0 0 0,-1 0-1 0 0,1 0 1 0 0,0 0 0 0 0,0 0-1 0 0,-1 0 1 0 0,1 1 0 0 0,0-1-1 0 0,-1 1 1 0 0,1-1 0 0 0,-1 1 0 0 0,1 0-1 0 0,-1 0 1 0 0,1 0 0 0 0,-1 0-1 0 0,1 0 1 0 0,-1 0 0 0 0,0 0-1 0 0,1 0 1 0 0,-1 0 0 0 0,0 0-1 0 0,0 1 1 0 0,0-1 0 0 0,0 1 0 0 0,0-1-1 0 0,0 1 1 0 0,0-1 0 0 0,-1 1-1 0 0,1-1 1 0 0,-1 1 0 0 0,1-1-1 0 0,0 4 1 0 0,1 4 7 0 0,1 0 0 0 0,-2 0 0 0 0,1 0 1 0 0,-1 0-1 0 0,0 0 0 0 0,-1 11 0 0 0,-4 19 21 0 0,-10 53 0 0 0,7-58-4 0 0,2 1-1 0 0,-1 43 1 0 0,6-76-21 0 0,0 0 1 0 0,0 1-1 0 0,0-1 0 0 0,0 0 1 0 0,0 1-1 0 0,1-1 0 0 0,-1 0 1 0 0,1 0-1 0 0,0 1 0 0 0,0-1 1 0 0,0 0-1 0 0,0 0 0 0 0,0 0 1 0 0,0 0-1 0 0,0 0 0 0 0,1 0 1 0 0,-1 0-1 0 0,1-1 0 0 0,-1 1 1 0 0,1 0-1 0 0,0-1 0 0 0,0 1 1 0 0,0-1-1 0 0,0 0 0 0 0,0 1 1 0 0,0-1-1 0 0,0 0 0 0 0,0 0 1 0 0,0 0-1 0 0,0-1 0 0 0,0 1 1 0 0,1 0-1 0 0,-1-1 0 0 0,0 0 1 0 0,1 1-1 0 0,-1-1 0 0 0,0 0 1 0 0,4-1-1 0 0,6 1 4 0 0,1-1 0 0 0,-1-1 0 0 0,0 0 0 0 0,0 0 0 0 0,0-1 0 0 0,12-5 0 0 0,1-2 4 0 0,-1-1 0 0 0,0-1 0 0 0,-1-1 1 0 0,-1-1-1 0 0,0-1 0 0 0,28-25 0 0 0,-12 5 0 0 0,-1-2-1 0 0,41-53 1 0 0,-31 27-16 0 0,-42 56 6 0 0,-1-1 0 0 0,1 0 1 0 0,-1 0-1 0 0,-1-1 0 0 0,0 1 0 0 0,4-15 0 0 0,-5 7-16 0 0,-5 11 13 0 0,2 5 3 0 0,0-1-1 0 0,-1 1 0 0 0,1-1 0 0 0,0 1 1 0 0,0-1-1 0 0,0 1 0 0 0,0 0 0 0 0,0 0 0 0 0,0-1 1 0 0,-1 1-1 0 0,1 0 0 0 0,0 0 0 0 0,0 0 1 0 0,0 0-1 0 0,0 1 0 0 0,-1-1 0 0 0,1 0 1 0 0,0 0-1 0 0,0 1 0 0 0,0-1 0 0 0,0 0 1 0 0,0 1-1 0 0,0 0 0 0 0,0-1 0 0 0,-1 2 1 0 0,-2-1-1 0 0,-2 3 2 0 0,0 0 1 0 0,0 0 0 0 0,1 0 0 0 0,-1 1-1 0 0,1-1 1 0 0,0 1 0 0 0,0 1-1 0 0,-5 6 1 0 0,-31 50 17 0 0,30-43-11 0 0,1 0 1 0 0,1 1-1 0 0,-11 33 1 0 0,17-46-5 0 0,1 1 1 0 0,0-1-1 0 0,1 1 0 0 0,0-1 1 0 0,0 1-1 0 0,0 0 0 0 0,1-1 1 0 0,1 1-1 0 0,-1 0 1 0 0,1-1-1 0 0,0 1 0 0 0,1-1 1 0 0,4 13-1 0 0,-5-17 6 0 0,0 0 0 0 0,1-1-1 0 0,-1 1 1 0 0,1-1 0 0 0,0 1 0 0 0,0-1 0 0 0,0 0 0 0 0,0 1-1 0 0,0-1 1 0 0,0 0 0 0 0,1-1 0 0 0,-1 1 0 0 0,1 0 0 0 0,-1-1-1 0 0,5 3 1 0 0,-1-2-52 0 0,-1 0 0 0 0,0-1 0 0 0,1 1 1 0 0,0-1-1 0 0,-1-1 0 0 0,1 1 0 0 0,10-1 0 0 0,-4 0-387 0 0,0-1-1 0 0,1-1 1 0 0,-2 0 0 0 0,1-1 0 0 0,0 0 0 0 0,0-1 0 0 0,12-6-1 0 0,-12 4-1239 0 0,-1 0-1 0 0,0-1 1 0 0,20-15-1 0 0,-14 5-3691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07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11 138 1508 0 0,'-11'3'10034'0'0,"13"-2"-9897"0"0,0 0 1 0 0,0 0-1 0 0,0 0 1 0 0,0-1-1 0 0,1 1 1 0 0,-1-1-1 0 0,0 1 1 0 0,0-1-1 0 0,1 0 1 0 0,-1 1-1 0 0,0-1 1 0 0,0 0-1 0 0,1-1 1 0 0,-1 1 0 0 0,0 0-1 0 0,0-1 1 0 0,4 0-1 0 0,47-12 171 0 0,-48 12-257 0 0,295-66 334 0 0,-97 32-3334 0 0,-192 34 2276 0 0,27-7-432 0 0,-13-4-4013 0 0,-15 4 2606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08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21 2180 0 0,'0'-1'345'0'0,"0"0"-1"0"0,-1-1 0 0 0,1 1 1 0 0,0 0-1 0 0,-1 0 0 0 0,1 0 1 0 0,-1 0-1 0 0,1 0 0 0 0,-1 0 1 0 0,0 0-1 0 0,1 0 0 0 0,-1 0 1 0 0,0 0-1 0 0,0 1 0 0 0,0-1 1 0 0,0 0-1 0 0,0 0 0 0 0,1 1 1 0 0,-1-1-1 0 0,-2 0 0 0 0,2 1-250 0 0,0 0 0 0 0,-1 1 0 0 0,1-1 0 0 0,0 1 0 0 0,0 0 0 0 0,0-1 0 0 0,1 1-1 0 0,-1 0 1 0 0,0-1 0 0 0,0 1 0 0 0,0 0 0 0 0,0 0 0 0 0,1 0 0 0 0,-1 0 0 0 0,0 0 0 0 0,1 0 0 0 0,-1 0-1 0 0,1 0 1 0 0,-1 0 0 0 0,1 0 0 0 0,-1 2 0 0 0,-34 73 994 0 0,-26 82-1 0 0,8 4-3060 0 0,22-65-2487 0 0,16-48-355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09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49 525 112 0 0,'0'2'482'0'0,"0"0"0"0"0,0 0 0 0 0,0 0 0 0 0,0 0 0 0 0,-1 1 0 0 0,1-1 0 0 0,-1 0 0 0 0,1 0 0 0 0,-1 0-1 0 0,0 0 1 0 0,0-1 0 0 0,0 1 0 0 0,-1 3 0 0 0,-20 31 3335 0 0,13-23-3087 0 0,0 2 60 0 0,11-14-677 0 0,-1-1-109 0 0,-1 0 1 0 0,0 1 0 0 0,1-1-1 0 0,-1 0 1 0 0,0 0 0 0 0,1 1-1 0 0,-1-1 1 0 0,1 0 0 0 0,-1 0-1 0 0,0 0 1 0 0,1 0 0 0 0,-1 1-1 0 0,1-1 1 0 0,-1 0 0 0 0,1 0-1 0 0,-1 0 1 0 0,1 0 0 0 0,-1 0-1 0 0,1 0 1 0 0,-1 0-1 0 0,1 0 1 0 0,50-29 101 0 0,-2-1 0 0 0,-1-3 0 0 0,-2-2 0 0 0,-1-1 0 0 0,-2-3 0 0 0,-2-1 0 0 0,-1-3 0 0 0,40-54 0 0 0,-63 75-102 0 0,-1 0 0 0 0,-1-2 0 0 0,-2 1 0 0 0,0-2 1 0 0,-1 0-1 0 0,15-45 0 0 0,-27 68-10 0 0,1 0 1 0 0,-1 0 0 0 0,0 0-1 0 0,0 0 1 0 0,0 0-1 0 0,0 0 1 0 0,0 0-1 0 0,0 1 1 0 0,0-1 0 0 0,0 0-1 0 0,-1 0 1 0 0,1 0-1 0 0,-2-4 1 0 0,1 6 3 0 0,0 0 1 0 0,1 0-1 0 0,-1 0 1 0 0,1 0-1 0 0,-1 0 1 0 0,0 0-1 0 0,1 0 1 0 0,-1 0-1 0 0,1 0 1 0 0,-1 1-1 0 0,1-1 1 0 0,-1 0-1 0 0,0 0 1 0 0,1 0-1 0 0,-1 1 1 0 0,1-1-1 0 0,-1 0 1 0 0,1 0-1 0 0,-1 1 1 0 0,1-1 0 0 0,-1 1-1 0 0,1-1 1 0 0,0 0-1 0 0,-1 1 1 0 0,1-1-1 0 0,-1 1 1 0 0,1-1-1 0 0,0 1 1 0 0,-1 0-1 0 0,-13 15 30 0 0,8-7-39 0 0,0 0-1 0 0,1 0 1 0 0,0 1-1 0 0,1 0 1 0 0,0 0-1 0 0,0 0 1 0 0,1 0-1 0 0,1 1 0 0 0,-1-1 1 0 0,2 1-1 0 0,-2 19 1 0 0,3-20 1 0 0,1-1-1 0 0,-1 0 1 0 0,1 0-1 0 0,1 0 1 0 0,0 0 0 0 0,0 0-1 0 0,0 0 1 0 0,1-1-1 0 0,1 1 1 0 0,0-1 0 0 0,0 0-1 0 0,0 0 1 0 0,1 0 0 0 0,7 9-1 0 0,3-1-4 0 0,1-1-1 0 0,1 0 1 0 0,29 20-1 0 0,-29-24 82 0 0,-1 2 0 0 0,-1-1 0 0 0,0 2 0 0 0,23 26 0 0 0,-36-37-10 0 0,0 0 0 0 0,0-1 1 0 0,-1 1-1 0 0,1 0 0 0 0,-1-1 1 0 0,0 1-1 0 0,0 0 0 0 0,0 0 1 0 0,0 0-1 0 0,0 0 0 0 0,-1 0 1 0 0,1 0-1 0 0,-1 0 0 0 0,0 1 1 0 0,0-1-1 0 0,0 0 0 0 0,-1 3 1 0 0,0-1 32 0 0,0-1 1 0 0,0 1 0 0 0,-1-1 0 0 0,0 1-1 0 0,0-1 1 0 0,0 0 0 0 0,0 0 0 0 0,-1 0-1 0 0,0 0 1 0 0,-4 5 0 0 0,0-2 23 0 0,0 1 0 0 0,-1-1 0 0 0,0 0 0 0 0,-1-1 0 0 0,1 0 0 0 0,-1-1 0 0 0,0 1 0 0 0,-1-2 0 0 0,-13 6 0 0 0,8-5-16 0 0,0-1 1 0 0,0-1 0 0 0,-31 4 0 0 0,38-7-80 0 0,0 0-1 0 0,0 0 1 0 0,0 0-1 0 0,0-1 1 0 0,1 0 0 0 0,-1-1-1 0 0,0 0 1 0 0,1 0-1 0 0,-14-6 1 0 0,20 8-98 0 0,-1-1 0 0 0,1 1 0 0 0,0-1 0 0 0,-1 1 0 0 0,1-1 0 0 0,0 0 0 0 0,0 0 0 0 0,0 1 0 0 0,-1-1 0 0 0,1 0 0 0 0,0 0 0 0 0,0 0 0 0 0,0 0 0 0 0,0-1 0 0 0,1 1 0 0 0,-1 0 0 0 0,0 0 0 0 0,0 0 0 0 0,1-1 0 0 0,-1 1 0 0 0,1 0 0 0 0,-1-1 0 0 0,1 1 0 0 0,-1 0 0 0 0,1-1 0 0 0,0 1 0 0 0,0-1 0 0 0,0 1 0 0 0,0-1 0 0 0,0 1 0 0 0,0 0 0 0 0,0-1 0 0 0,0 1 0 0 0,0-1 0 0 0,1 1 0 0 0,-1 0 0 0 0,0-1 0 0 0,1 1 0 0 0,0 0 0 0 0,-1-1 0 0 0,1 1 0 0 0,0 0 0 0 0,-1 0 0 0 0,1-1 0 0 0,0 1 0 0 0,0 0 0 0 0,0 0 0 0 0,0 0 0 0 0,0 0 0 0 0,0 0 0 0 0,0 0 0 0 0,1 1 0 0 0,1-2-1 0 0,36-24-6136 0 0,-23 17 2186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09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59 1292 0 0,'-6'-51'11004'0'0,"5"49"-10259"0"0,-6-4 1192 0 0,2 13-1471 0 0,1 1 0 0 0,0-1-1 0 0,0 1 1 0 0,1 0 0 0 0,0 0 0 0 0,0 0 0 0 0,-2 14-1 0 0,-7 65 807 0 0,7-50-719 0 0,-13 303 1416 0 0,16-217-1508 0 0,-1 67 9 0 0,3-51 19 0 0,-28 210-1 0 0,24-327-461 0 0,-18 92 213 0 0,18-102-221 0 0,0 1 0 0 0,0-1 0 0 0,-1 0-1 0 0,-1-1 1 0 0,0 1 0 0 0,-13 18 0 0 0,18-28-170 0 0,0 0-1 0 0,-1 0 1 0 0,1-1-1 0 0,0 1 1 0 0,-1-1-1 0 0,1 1 1 0 0,-1-1-1 0 0,1 0 1 0 0,-1 0-1 0 0,0 1 1 0 0,0-1 0 0 0,0 0-1 0 0,1-1 1 0 0,-1 1-1 0 0,0 0 1 0 0,0 0-1 0 0,0-1 1 0 0,0 1-1 0 0,0-1 1 0 0,-1 0 0 0 0,1 0-1 0 0,0 1 1 0 0,0-1-1 0 0,0-1 1 0 0,0 1-1 0 0,0 0 1 0 0,0 0-1 0 0,0-1 1 0 0,0 1 0 0 0,0-1-1 0 0,0 0 1 0 0,0 1-1 0 0,0-1 1 0 0,0 0-1 0 0,0 0 1 0 0,1 0-1 0 0,-1-1 1 0 0,0 1 0 0 0,1 0-1 0 0,-3-3 1 0 0,-2-2-659 0 0,0 0 1 0 0,0 0 0 0 0,0-1-1 0 0,1 0 1 0 0,0 0 0 0 0,0-1-1 0 0,0 1 1 0 0,-4-12 0 0 0,-1-9-2894 0 0,-2-4-1502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10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1 118 1716 0 0,'5'-9'583'0'0,"0"1"-1"0"0,0 0 1 0 0,1 0-1 0 0,1 1 1 0 0,-1-1-1 0 0,1 2 1 0 0,0-1-1 0 0,1 1 0 0 0,0 0 1 0 0,0 0-1 0 0,0 1 1 0 0,0 0-1 0 0,15-6 1 0 0,-14 8-398 0 0,-1 0 1 0 0,1 0-1 0 0,0 0 1 0 0,1 2-1 0 0,-1-1 0 0 0,0 1 1 0 0,0 0-1 0 0,1 1 1 0 0,-1 0-1 0 0,1 0 0 0 0,-1 1 1 0 0,0 0-1 0 0,0 1 1 0 0,1 0-1 0 0,-1 1 0 0 0,-1-1 1 0 0,1 2-1 0 0,0-1 1 0 0,-1 1-1 0 0,1 1 0 0 0,-1 0 1 0 0,8 5-1 0 0,-10-5-80 0 0,-1 0 0 0 0,1 0-1 0 0,-1 1 1 0 0,0-1 0 0 0,-1 1 0 0 0,1 0-1 0 0,-1 0 1 0 0,0 1 0 0 0,-1-1-1 0 0,1 1 1 0 0,-1 0 0 0 0,-1 0-1 0 0,1 0 1 0 0,-1 0 0 0 0,-1 0 0 0 0,1 0-1 0 0,-1 1 1 0 0,0-1 0 0 0,-1 1-1 0 0,0-1 1 0 0,0 1 0 0 0,0-1 0 0 0,-1 1-1 0 0,0-1 1 0 0,-1 0 0 0 0,1 0-1 0 0,-4 8 1 0 0,1-4-62 0 0,0 1 0 0 0,-1-1 1 0 0,0-1-1 0 0,-1 1 0 0 0,0-1 0 0 0,0 0 1 0 0,-1 0-1 0 0,-1-1 0 0 0,1 0 0 0 0,-2 0 0 0 0,1 0 1 0 0,-1-1-1 0 0,0-1 0 0 0,-1 0 0 0 0,0 0 0 0 0,-15 7 1 0 0,11-7-79 0 0,-1-1 1 0 0,-1 0-1 0 0,1-1 0 0 0,-28 4 1 0 0,36-8-768 0 0,0 0 1 0 0,0-1-1 0 0,0 0 1 0 0,-9-1-1 0 0,10-7-2581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10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219 105 1384 0 0,'11'-24'3527'0'0,"-8"19"-2640"0"0,0-1-1 0 0,0 1 1 0 0,-1 0-1 0 0,2-9 1 0 0,-3 12-738 0 0,-1 0 0 0 0,0 0 1 0 0,0 1-1 0 0,1-1 1 0 0,-1 0-1 0 0,-1 0 0 0 0,1 1 1 0 0,0-1-1 0 0,0 0 0 0 0,-1 0 1 0 0,1 1-1 0 0,-1-1 1 0 0,1 0-1 0 0,-1 1 0 0 0,0-1 1 0 0,0 1-1 0 0,1-1 0 0 0,-1 1 1 0 0,-2-3-1 0 0,2 3-82 0 0,1 1-1 0 0,-1-1 1 0 0,0 0-1 0 0,0 0 0 0 0,0 0 1 0 0,0 1-1 0 0,0-1 1 0 0,0 1-1 0 0,0-1 1 0 0,0 1-1 0 0,0-1 1 0 0,0 1-1 0 0,0-1 1 0 0,0 1-1 0 0,0 0 1 0 0,0 0-1 0 0,0-1 1 0 0,0 1-1 0 0,-1 0 0 0 0,1 0 1 0 0,-1 0-1 0 0,-1 1 34 0 0,0-1 0 0 0,0 1-1 0 0,0 0 1 0 0,1-1-1 0 0,-1 1 1 0 0,0 1-1 0 0,1-1 1 0 0,-4 2-1 0 0,-2 2 143 0 0,-1 1-1 0 0,2 0 0 0 0,-14 12 0 0 0,6-2-138 0 0,1 0 0 0 0,0 1 0 0 0,1 0 0 0 0,0 1 0 0 0,2 0 0 0 0,0 1 0 0 0,1 0 0 0 0,1 1 0 0 0,1 0 0 0 0,1 1 0 0 0,-6 27 0 0 0,12-44-92 0 0,0 0 1 0 0,1 0 0 0 0,-1 0 0 0 0,1 0 0 0 0,0 0-1 0 0,1 0 1 0 0,-1 0 0 0 0,1 0 0 0 0,0 0 0 0 0,0 0-1 0 0,0 0 1 0 0,0 0 0 0 0,3 5 0 0 0,-3-7-6 0 0,0-1 0 0 0,0 1 0 0 0,1 0 0 0 0,-1-1 0 0 0,1 1-1 0 0,-1-1 1 0 0,1 1 0 0 0,-1-1 0 0 0,1 0 0 0 0,0 0 0 0 0,0 0 0 0 0,0 0 0 0 0,0 0 0 0 0,0 0 0 0 0,0 0 0 0 0,0-1 0 0 0,0 1 0 0 0,0 0 0 0 0,0-1 0 0 0,0 0 0 0 0,0 0 0 0 0,0 0 0 0 0,0 0 0 0 0,0 0 0 0 0,4 0 0 0 0,2-2 3 0 0,0 1 1 0 0,0-1-1 0 0,0-1 1 0 0,0 0-1 0 0,0 0 1 0 0,-1 0-1 0 0,0-1 1 0 0,1 0-1 0 0,-1 0 1 0 0,-1-1 0 0 0,12-10-1 0 0,-3 2 13 0 0,-1-1-1 0 0,0-1 1 0 0,18-26 0 0 0,-16 14 18 0 0,0-1 1 0 0,-1-1-1 0 0,16-49 1 0 0,-7 19 372 0 0,-22 53-625 0 0,-2 6 238 0 0,0-1 0 0 0,0 1 0 0 0,0 0 0 0 0,0 0 0 0 0,0-1 0 0 0,0 1 0 0 0,0 0 0 0 0,0 0 0 0 0,1-1 0 0 0,-1 1 0 0 0,0 0 0 0 0,0 0 0 0 0,0 0 0 0 0,0-1 0 0 0,0 1 0 0 0,0 0-1 0 0,0 0 1 0 0,1-1 0 0 0,-1 1 0 0 0,0 0 0 0 0,0 0 0 0 0,0 0 0 0 0,1 0 0 0 0,-1-1 0 0 0,0 1 0 0 0,0 0 0 0 0,0 0 0 0 0,1 0 0 0 0,-1 0 0 0 0,0 0 0 0 0,0 0 0 0 0,1-1 0 0 0,-1 1 0 0 0,0 0-1 0 0,0 0 1 0 0,1 0 0 0 0,-1 0 0 0 0,0 0 0 0 0,0 0 0 0 0,1 0 0 0 0,-1 0 0 0 0,0 0 0 0 0,0 0 0 0 0,1 0 0 0 0,-1 1 0 0 0,0-1 0 0 0,0 0 0 0 0,1 0 0 0 0,-1 0 0 0 0,0 0 0 0 0,0 0 0 0 0,0 0 0 0 0,1 0-1 0 0,-1 1 1 0 0,0-1 0 0 0,0 0 0 0 0,0 0 0 0 0,1 0 0 0 0,-1 1 0 0 0,1 0 13 0 0,-1 0-1 0 0,0 1 0 0 0,1-1 1 0 0,-1 0-1 0 0,0 0 1 0 0,1 1-1 0 0,-1-1 0 0 0,0 0 1 0 0,0 1-1 0 0,0-1 1 0 0,0 0-1 0 0,0 1 1 0 0,0-1-1 0 0,-1 2 0 0 0,1 1 114 0 0,-2 81 229 0 0,1 54 234 0 0,8-71-3240 0 0,-4-50-586 0 0,10 29 0 0 0,-6-37-890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11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66 1772 0 0,'1'-3'487'0'0,"0"1"-1"0"0,0-1 1 0 0,0 1-1 0 0,0-1 1 0 0,-1 1 0 0 0,1-1-1 0 0,-1 1 1 0 0,0-1-1 0 0,0 0 1 0 0,0 1 0 0 0,0-1-1 0 0,0 1 1 0 0,-1-1-1 0 0,1 0 1 0 0,-1 1-1 0 0,1-1 1 0 0,-1 1 0 0 0,0-1-1 0 0,-1-1 1 0 0,1 2-363 0 0,0 1 0 0 0,0 0 0 0 0,0 0 0 0 0,-1 1 0 0 0,1-1 0 0 0,0 0 0 0 0,0 0 0 0 0,0 0-1 0 0,-1 1 1 0 0,1-1 0 0 0,0 1 0 0 0,-1-1 0 0 0,1 1 0 0 0,-1-1 0 0 0,1 1 0 0 0,-1 0 0 0 0,1 0 0 0 0,0 0 0 0 0,-1 0 0 0 0,1 0 0 0 0,-1 0 0 0 0,-2 0 0 0 0,-26 6 644 0 0,23-3-620 0 0,0-1 1 0 0,1 1-1 0 0,0 1 1 0 0,-1-1-1 0 0,1 1 1 0 0,1 0-1 0 0,-11 9 1 0 0,-31 38 468 0 0,26-25-507 0 0,2 1 1 0 0,0 0 0 0 0,2 2 0 0 0,2 0 0 0 0,0 1-1 0 0,2 0 1 0 0,1 1 0 0 0,1 1 0 0 0,2-1 0 0 0,-6 43-1 0 0,14-67-93 0 0,0 0 0 0 0,1 1 0 0 0,-1-1 0 0 0,2 0 0 0 0,-1 0 0 0 0,1 0 0 0 0,0 1 0 0 0,1-1 0 0 0,-1 0 0 0 0,4 7 0 0 0,-4-11-104 0 0,1 0 0 0 0,-1-1 0 0 0,1 1 1 0 0,0-1-1 0 0,-1 1 0 0 0,1-1 0 0 0,0 0 0 0 0,1 0 0 0 0,-1 0 0 0 0,0 0 0 0 0,0 0 1 0 0,1 0-1 0 0,-1-1 0 0 0,1 1 0 0 0,0-1 0 0 0,-1 1 0 0 0,1-1 0 0 0,0 0 0 0 0,0 0 1 0 0,0-1-1 0 0,0 1 0 0 0,0 0 0 0 0,0-1 0 0 0,0 0 0 0 0,0 0 0 0 0,4 0 0 0 0,12-2-1258 0 0,1 0-1 0 0,-1-2 1 0 0,0 0-1 0 0,0-2 0 0 0,0 0 1 0 0,31-14-1 0 0,-18 5-2818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17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1 246 448 0 0,'0'0'1261'0'0,"0"-13"2767"0"0,0-33 3106 0 0,19 50-6869 0 0,-12-1-199 0 0,1 0 0 0 0,0-1 0 0 0,0 1 0 0 0,0-2 0 0 0,0 1 0 0 0,0-1 0 0 0,1-1 0 0 0,-1 1 0 0 0,0-1 0 0 0,1-1 0 0 0,-1 0 0 0 0,0 0 0 0 0,9-2 0 0 0,6-5 20 0 0,-1 0 1 0 0,1-2-1 0 0,25-15 1 0 0,-41 22-72 0 0,-1-2 1 0 0,0 1 0 0 0,0-1 0 0 0,0 0 0 0 0,0 0-1 0 0,-1 0 1 0 0,0-1 0 0 0,0 0 0 0 0,0 0 0 0 0,-1 0-1 0 0,0-1 1 0 0,0 1 0 0 0,-1-1 0 0 0,4-9 0 0 0,-7 15-18 0 0,1-1 1 0 0,0 1-1 0 0,-1-1 1 0 0,0 1-1 0 0,1-1 1 0 0,-1 0 0 0 0,0 1-1 0 0,0-1 1 0 0,0 0-1 0 0,0 1 1 0 0,0-1-1 0 0,0 0 1 0 0,-1 1-1 0 0,1-1 1 0 0,0 1 0 0 0,-1-1-1 0 0,1 0 1 0 0,-1 1-1 0 0,0-1 1 0 0,1 1-1 0 0,-1 0 1 0 0,0-1-1 0 0,0 1 1 0 0,0-1 0 0 0,0 1-1 0 0,0 0 1 0 0,0 0-1 0 0,-1 0 1 0 0,1 0-1 0 0,0 0 1 0 0,-1 0-1 0 0,1 0 1 0 0,0 0 0 0 0,-1 0-1 0 0,1 0 1 0 0,-1 1-1 0 0,1-1 1 0 0,-1 1-1 0 0,1-1 1 0 0,-3 1-1 0 0,-3-2-3 0 0,1 1-1 0 0,-1 0 0 0 0,1 0 1 0 0,-1 1-1 0 0,1-1 0 0 0,-1 2 0 0 0,1-1 1 0 0,-11 2-1 0 0,10 0 2 0 0,0 1-1 0 0,0 0 1 0 0,1 0-1 0 0,-1 0 1 0 0,0 0-1 0 0,1 1 1 0 0,0 0-1 0 0,0 1 1 0 0,0-1-1 0 0,0 1 1 0 0,-5 7-1 0 0,-4 5-24 0 0,1 0 0 0 0,-17 27 0 0 0,21-29 7 0 0,2 0 1 0 0,0 1 0 0 0,0-1 0 0 0,2 1-1 0 0,0 1 1 0 0,1-1 0 0 0,0 1 0 0 0,2 0-1 0 0,-3 19 1 0 0,6-29 35 0 0,0-1 0 0 0,0 0 0 0 0,0 1-1 0 0,1-1 1 0 0,0 0 0 0 0,0 1 0 0 0,0-1 0 0 0,1 0 0 0 0,0 0-1 0 0,0 0 1 0 0,6 11 0 0 0,-5-12 12 0 0,1-1 0 0 0,-1 0 0 0 0,1 0-1 0 0,-1 0 1 0 0,1 0 0 0 0,0-1 0 0 0,1 0 0 0 0,-1 0 0 0 0,0 0-1 0 0,1 0 1 0 0,0 0 0 0 0,0-1 0 0 0,-1 0 0 0 0,1 0 0 0 0,1 0 0 0 0,5 0-1 0 0,6 2 35 0 0,-1-2-1 0 0,0 0 1 0 0,1 0-1 0 0,-1-2 1 0 0,1 0-1 0 0,20-3 1 0 0,98-23 124 0 0,-78 13-136 0 0,46-15-1629 0 0,-54 13-5585 0 0,-37 12 2885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18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1352 0 0,'11'-24'5411'0'0,"-6"17"-4668"0"0,0 0-1 0 0,0 1 0 0 0,9-9 0 0 0,-13 14-579 0 0,13-4 632 0 0,-12 6-725 0 0,-1 0 0 0 0,1 0-1 0 0,0 1 1 0 0,0-1-1 0 0,-1 0 1 0 0,1 1 0 0 0,0-1-1 0 0,-1 1 1 0 0,0-1 0 0 0,1 1-1 0 0,-1 0 1 0 0,0 0-1 0 0,0 0 1 0 0,0-1 0 0 0,0 1-1 0 0,0 0 1 0 0,0 0 0 0 0,-1 0-1 0 0,1 1 1 0 0,-1-1 0 0 0,1 0-1 0 0,-1 0 1 0 0,0 0-1 0 0,0 0 1 0 0,0 3 0 0 0,1 9 175 0 0,-2 0 1 0 0,-3 24-1 0 0,3-31-193 0 0,-17 101 354 0 0,9-60-336 0 0,2 1 0 0 0,-2 58 0 0 0,9-105-63 0 0,0 1 1 0 0,0-1 0 0 0,0 1 0 0 0,0-1 0 0 0,1 1 0 0 0,-1-1 0 0 0,1 1-1 0 0,-1-1 1 0 0,1 1 0 0 0,0-1 0 0 0,0 0 0 0 0,0 1 0 0 0,0-1 0 0 0,1 0-1 0 0,-1 0 1 0 0,1 0 0 0 0,-1 0 0 0 0,1 0 0 0 0,0 0 0 0 0,-1 0-1 0 0,5 3 1 0 0,-2-3 0 0 0,0 0-1 0 0,-1-1 1 0 0,1 1-1 0 0,0-1 1 0 0,0 0-1 0 0,0 0 1 0 0,0-1-1 0 0,0 1 1 0 0,0-1-1 0 0,0 1 1 0 0,1-1-1 0 0,5-1 0 0 0,8-2 11 0 0,-1 0-1 0 0,1-1 0 0 0,0-1 0 0 0,-1 0 0 0 0,18-9 0 0 0,-18 6-1 0 0,-1-2 0 0 0,0 1-1 0 0,0-2 1 0 0,0 0 0 0 0,-2-1 0 0 0,1 0-1 0 0,-1-1 1 0 0,-1-1 0 0 0,-1 0-1 0 0,0-1 1 0 0,-1 0 0 0 0,0-1 0 0 0,-1 0-1 0 0,-1-1 1 0 0,0 0 0 0 0,-2 0-1 0 0,0-1 1 0 0,-1 0 0 0 0,0 0 0 0 0,3-22-1 0 0,-5 18 29 0 0,3-28-84 0 0,-7 48 34 0 0,-1 4-6 0 0,-1 0 13 0 0,0 1 0 0 0,1-1 0 0 0,0 0-1 0 0,-1 0 1 0 0,1 1 0 0 0,0-1 0 0 0,0 1 0 0 0,0-1 0 0 0,1 1 0 0 0,-2 4 0 0 0,-4 26 179 0 0,-19 117 221 0 0,23-124-368 0 0,0 1 1 0 0,2 0-1 0 0,4 43 1 0 0,-3-64-153 0 0,-1-1 1 0 0,1 0-1 0 0,0 0 0 0 0,1 1 1 0 0,-1-1-1 0 0,1 0 0 0 0,0 0 1 0 0,0 0-1 0 0,1-1 0 0 0,-1 1 1 0 0,1 0-1 0 0,0-1 0 0 0,0 0 1 0 0,1 0-1 0 0,-1 0 0 0 0,1 0 1 0 0,0 0-1 0 0,0-1 0 0 0,0 1 1 0 0,1-1-1 0 0,-1 0 0 0 0,1-1 0 0 0,-1 1 1 0 0,1-1-1 0 0,0 0 0 0 0,0 0 1 0 0,0 0-1 0 0,0-1 0 0 0,1 0 1 0 0,-1 0-1 0 0,0 0 0 0 0,1 0 1 0 0,-1-1-1 0 0,0 0 0 0 0,1 0 1 0 0,-1-1-1 0 0,0 1 0 0 0,10-3 1 0 0,-5 0-103 0 0,-1 0 1 0 0,1 0-1 0 0,-1-1 1 0 0,0 0-1 0 0,0-1 1 0 0,0 0-1 0 0,-1 0 1 0 0,1-1 0 0 0,-1 0-1 0 0,-1 0 1 0 0,1-1-1 0 0,-1 0 1 0 0,0 0-1 0 0,-1-1 1 0 0,1 0-1 0 0,6-13 1 0 0,6-11 425 0 0,-2-1 1 0 0,-2-1 0 0 0,13-42-1 0 0,3-3 1872 0 0,-31 78-2043 0 0,0 1 1 0 0,0 0-1 0 0,0-1 1 0 0,0 1-1 0 0,0-1 1 0 0,0 1-1 0 0,0 0 1 0 0,1-1-1 0 0,-1 1 1 0 0,0 0-1 0 0,0-1 1 0 0,0 1-1 0 0,1 0 1 0 0,-1-1-1 0 0,0 1 1 0 0,0 0-1 0 0,1 0 1 0 0,-1-1-1 0 0,0 1 1 0 0,1 0-1 0 0,-1 0 1 0 0,0 0-1 0 0,1-1 0 0 0,-1 1 1 0 0,0 0-1 0 0,1 0 1 0 0,-1 0-1 0 0,0 0 1 0 0,1 0-1 0 0,-1 0 1 0 0,1 0-1 0 0,-1 0 1 0 0,0 0-1 0 0,1 0 1 0 0,8 10 640 0 0,0 15-106 0 0,-7 2-338 0 0,-2 0 0 0 0,-1-1 0 0 0,-2 1 0 0 0,0-1 0 0 0,-2 1 0 0 0,0-1-1 0 0,-11 28 1 0 0,15-52-24 0 0,-2 0 129 0 0,0 0-125 0 0,3-12-114 0 0,2-11-51 0 0,2 0 0 0 0,1 1 0 0 0,0 0-1 0 0,1 0 1 0 0,1 0 0 0 0,19-35 0 0 0,-19 41-55 0 0,1 1 1 0 0,0 0-1 0 0,1 0 1 0 0,1 1-1 0 0,0 0 1 0 0,0 1-1 0 0,1 0 0 0 0,1 1 1 0 0,0 0-1 0 0,16-10 1 0 0,-23 17-4 0 0,-1 1 0 0 0,1-1 0 0 0,-1 1 0 0 0,1 1 0 0 0,0-1 0 0 0,0 1 0 0 0,0 0 0 0 0,0 0 0 0 0,0 0 0 0 0,0 0 0 0 0,0 1 0 0 0,0 0 0 0 0,0 0 0 0 0,10 2 1 0 0,-12-1 6 0 0,0-1 1 0 0,0 1-1 0 0,0 1 1 0 0,0-1-1 0 0,0 0 1 0 0,0 1 0 0 0,-1-1-1 0 0,1 1 1 0 0,0 0-1 0 0,-1 0 1 0 0,1 0-1 0 0,-1 0 1 0 0,0 1 0 0 0,0-1-1 0 0,0 1 1 0 0,0-1-1 0 0,0 1 1 0 0,0 0-1 0 0,-1-1 1 0 0,1 1 0 0 0,-1 0-1 0 0,0 0 1 0 0,2 6-1 0 0,1 6 13 0 0,2 32-1 0 0,-6-37 1 0 0,1-1 0 0 0,0 1-1 0 0,1-1 1 0 0,0 0 0 0 0,0 0 0 0 0,1 0 0 0 0,0 0-1 0 0,0 0 1 0 0,8 12 0 0 0,-9-18-47 0 0,1-1 0 0 0,-1 1 0 0 0,1-1 1 0 0,0 0-1 0 0,0 0 0 0 0,0 0 0 0 0,0 0 0 0 0,0-1 0 0 0,0 1 1 0 0,0-1-1 0 0,0 0 0 0 0,1 1 0 0 0,-1-2 0 0 0,0 1 0 0 0,1 0 0 0 0,-1-1 1 0 0,1 1-1 0 0,6-1 0 0 0,5 0-337 0 0,0-1 1 0 0,0-1-1 0 0,14-2 1 0 0,-14 0 148 0 0,0 0 0 0 0,-1 0 0 0 0,0-1 0 0 0,0-1 0 0 0,0 0 0 0 0,-1-1-1 0 0,0-1 1 0 0,0 0 0 0 0,-1-1 0 0 0,0 0 0 0 0,0-1 0 0 0,-1 0 0 0 0,14-17 0 0 0,-4 1 299 0 0,-1-1 1 0 0,-1-1-1 0 0,-2 0 0 0 0,27-62 0 0 0,-35 76 302 0 0,-8 22 305 0 0,-8 30 74 0 0,7-36-808 0 0,-4 22 269 0 0,-3 47-1 0 0,6-61-182 0 0,2 0-1 0 0,-1-1 1 0 0,1 1-1 0 0,0-1 0 0 0,1 1 1 0 0,0-1-1 0 0,7 18 1 0 0,-8-25-64 0 0,1 1-1 0 0,-1 0 1 0 0,1-1 0 0 0,0 0 0 0 0,0 1-1 0 0,0-1 1 0 0,0 0 0 0 0,0 0 0 0 0,0 0 0 0 0,1-1-1 0 0,-1 1 1 0 0,1 0 0 0 0,-1-1 0 0 0,1 1-1 0 0,0-1 1 0 0,-1 0 0 0 0,1 0 0 0 0,0 0-1 0 0,0 0 1 0 0,0-1 0 0 0,4 1 0 0 0,1 0-739 0 0,0-1 0 0 0,0 1 0 0 0,0-2 0 0 0,-1 1 0 0 0,1-1 1 0 0,0 0-1 0 0,7-3 0 0 0,6-2-2306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18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9 1484 0 0,'-12'-5'1408'0'0,"0"3"556"0"0,-7 1-815 0 0,1 1-421 0 0,2 8-516 0 0,7-3-56 0 0,3 2-252 0 0,-1 2-224 0 0,0 1-300 0 0,2 0-1285 0 0,1 2 149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19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353 134 36 0 0,'1'-3'2440'0'0,"0"-2"-1535"0"0,0-1 1 0 0,0 1-1 0 0,-1-1 0 0 0,0 0 0 0 0,1 1 0 0 0,-2-1 0 0 0,1 0 0 0 0,-2-8 1 0 0,0 10-710 0 0,1 0 1 0 0,-1 0 0 0 0,1 0 0 0 0,-1 0 0 0 0,-1 0 0 0 0,1 0-1 0 0,0 0 1 0 0,-1 1 0 0 0,0-1 0 0 0,0 1 0 0 0,0 0-1 0 0,0 0 1 0 0,0 0 0 0 0,-1 0 0 0 0,1 0 0 0 0,-1 1-1 0 0,-7-4 1 0 0,8 4-158 0 0,0 1 0 0 0,0 0-1 0 0,0 0 1 0 0,0 1 0 0 0,-1-1-1 0 0,1 1 1 0 0,0-1 0 0 0,0 1-1 0 0,-1 0 1 0 0,1 0 0 0 0,0 1-1 0 0,0-1 1 0 0,-1 0 0 0 0,-5 3-1 0 0,2-1-6 0 0,-1 1 0 0 0,0 0 0 0 0,1 0-1 0 0,0 0 1 0 0,-9 7 0 0 0,-1 2-15 0 0,1 0 1 0 0,0 2-1 0 0,1 0 0 0 0,0 1 0 0 0,-24 31 0 0 0,29-33-21 0 0,0 2-1 0 0,1-1 0 0 0,1 1 0 0 0,0 1 0 0 0,1 0 0 0 0,1 0 0 0 0,-7 24 0 0 0,12-36 11 0 0,1-1 0 0 0,-1 0 0 0 0,0 1 0 0 0,1-1 1 0 0,0 1-1 0 0,0-1 0 0 0,0 1 0 0 0,0-1 0 0 0,0 1 0 0 0,1-1 0 0 0,0 1 0 0 0,0-1 0 0 0,0 0 1 0 0,0 1-1 0 0,0-1 0 0 0,0 0 0 0 0,1 0 0 0 0,0 0 0 0 0,0 0 0 0 0,2 4 0 0 0,-1-5-22 0 0,-1 0 0 0 0,1 0-1 0 0,0 0 1 0 0,0 0-1 0 0,0 0 1 0 0,0-1 0 0 0,0 1-1 0 0,0-1 1 0 0,0 0 0 0 0,0 0-1 0 0,0 0 1 0 0,1 0-1 0 0,-1 0 1 0 0,1-1 0 0 0,-1 0-1 0 0,0 0 1 0 0,1 0 0 0 0,-1 0-1 0 0,0 0 1 0 0,1 0-1 0 0,2-2 1 0 0,9-1-64 0 0,-1 0 0 0 0,-1-1 0 0 0,1 0 0 0 0,-1-2 0 0 0,1 1 0 0 0,-1-2 0 0 0,-1 1 0 0 0,1-2 0 0 0,-1 0 0 0 0,-1 0 0 0 0,0-1 0 0 0,0-1 0 0 0,0 1 0 0 0,-1-2 0 0 0,-1 0 0 0 0,0 0 0 0 0,0 0 0 0 0,-1-1 0 0 0,-1 0 1 0 0,10-22-1 0 0,-2 3 528 0 0,16-58 1 0 0,-27 81 476 0 0,-4 20-409 0 0,-4 21 186 0 0,-169 713 2099 0 0,167-726-2834 0 0,-7 25-378 0 0,-12 85-1 0 0,24-126 154 0 0,1-1 0 0 0,0 1-1 0 0,0 0 1 0 0,0 0-1 0 0,1 0 1 0 0,0 0 0 0 0,-1 0-1 0 0,1 0 1 0 0,1 0-1 0 0,-1-1 1 0 0,2 5 0 0 0,-2-6-311 0 0,1 0 0 0 0,-1 1 1 0 0,1-1-1 0 0,-1 0 1 0 0,1 0-1 0 0,-1-1 1 0 0,1 1-1 0 0,0 0 1 0 0,0-1-1 0 0,0 1 1 0 0,4 2-1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20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96 628 0 0,'3'-89'9301'0'0,"-3"87"-8752"0"0,0 2-510 0 0,0 0 1 0 0,1-1 0 0 0,-1 1 0 0 0,0 0 0 0 0,0 0-1 0 0,0-1 1 0 0,0 1 0 0 0,0 0 0 0 0,0 0 0 0 0,0 0 0 0 0,0-1-1 0 0,1 1 1 0 0,-1 0 0 0 0,0 0 0 0 0,0 0 0 0 0,0 0-1 0 0,0-1 1 0 0,1 1 0 0 0,-1 0 0 0 0,0 0 0 0 0,0 0-1 0 0,0 0 1 0 0,1 0 0 0 0,-1 0 0 0 0,0-1 0 0 0,0 1-1 0 0,1 0 1 0 0,-1 0 0 0 0,0 0 0 0 0,0 0 0 0 0,1 0-1 0 0,-1 0 1 0 0,0 0 0 0 0,5 14 263 0 0,-2 0-1 0 0,0 0 1 0 0,0 0 0 0 0,-2 0-1 0 0,1 0 1 0 0,-2 16-1 0 0,0-8-245 0 0,2-1-1 0 0,5 31 0 0 0,-6-47-33 0 0,1 1-1 0 0,-1-1 1 0 0,1 1 0 0 0,1-1 0 0 0,-1 1-1 0 0,1-1 1 0 0,-1 0 0 0 0,2 0-1 0 0,-1 0 1 0 0,0-1 0 0 0,1 1 0 0 0,0-1-1 0 0,6 6 1 0 0,-6-7-9 0 0,-1-1 1 0 0,1 1-1 0 0,0-1 0 0 0,0 0 0 0 0,0 0 1 0 0,0 0-1 0 0,0-1 0 0 0,0 1 1 0 0,1-1-1 0 0,-1 0 0 0 0,0 0 1 0 0,1-1-1 0 0,-1 1 0 0 0,1-1 0 0 0,-1 0 1 0 0,0 0-1 0 0,1 0 0 0 0,-1-1 1 0 0,1 0-1 0 0,-1 0 0 0 0,0 0 1 0 0,1 0-1 0 0,-1 0 0 0 0,0-1 0 0 0,0 0 1 0 0,0 0-1 0 0,0 0 0 0 0,6-5 1 0 0,0 0-4 0 0,0-1 1 0 0,0 0 0 0 0,-1-1-1 0 0,0 0 1 0 0,0 0-1 0 0,-1-1 1 0 0,0 0 0 0 0,12-22-1 0 0,37-86-116 0 0,-56 116 74 0 0,-1 2 30 0 0,1 0 1 0 0,-1-1-1 0 0,0 1 1 0 0,0 0-1 0 0,0 0 1 0 0,0-1-1 0 0,1 1 1 0 0,-1 0-1 0 0,0 0 1 0 0,0-1-1 0 0,0 1 1 0 0,1 0-1 0 0,-1 0 1 0 0,0 0-1 0 0,1-1 1 0 0,-1 1-1 0 0,0 0 1 0 0,0 0-1 0 0,1 0 1 0 0,-1 0-1 0 0,0 0 1 0 0,1 0-1 0 0,-1-1 1 0 0,0 1-1 0 0,1 0 1 0 0,-1 0-1 0 0,1 0 1 0 0,0 10 43 0 0,0 0 1 0 0,-1 0 0 0 0,0 0-1 0 0,-1 0 1 0 0,0 0 0 0 0,0-1-1 0 0,-1 1 1 0 0,-5 17-1 0 0,-4 29-9 0 0,10-50-87 0 0,-1 12-26 0 0,1 35 0 0 0,1-49-342 0 0,0 0 1 0 0,0 1 0 0 0,1-1-1 0 0,0 0 1 0 0,0 0-1 0 0,0 0 1 0 0,1 0-1 0 0,-1 0 1 0 0,1-1 0 0 0,0 1-1 0 0,0 0 1 0 0,0-1-1 0 0,0 1 1 0 0,4 3-1 0 0,11 1-5888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25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1006 1980 0 0,'0'0'9318'0'0,"-18"12"-7069"0"0,18-10-2239 0 0,0-1-1 0 0,0 0 0 0 0,0 0 1 0 0,0 1-1 0 0,0-1 0 0 0,0 0 1 0 0,0 1-1 0 0,1-1 0 0 0,-1 0 1 0 0,0 0-1 0 0,1 0 0 0 0,-1 1 1 0 0,1-1-1 0 0,-1 0 1 0 0,1 0-1 0 0,1 2 0 0 0,-1-3 3 0 0,0 0 0 0 0,0 1 0 0 0,0-1 0 0 0,0 0-1 0 0,1 0 1 0 0,-1 0 0 0 0,0 0 0 0 0,0 0 0 0 0,0-1-1 0 0,0 1 1 0 0,1 0 0 0 0,-1 0 0 0 0,0-1 0 0 0,0 1 0 0 0,0-1-1 0 0,0 1 1 0 0,0-1 0 0 0,0 1 0 0 0,0-1 0 0 0,0 0-1 0 0,0 1 1 0 0,0-1 0 0 0,1-1 0 0 0,3-1 0 0 0,-1-1 0 0 0,0 1 0 0 0,0-1 0 0 0,0 1 1 0 0,0-1-1 0 0,0-1 0 0 0,-1 1 0 0 0,0 0 0 0 0,0-1 0 0 0,0 1 0 0 0,0-1 0 0 0,-1 0 1 0 0,0 0-1 0 0,0 0 0 0 0,0 0 0 0 0,-1-1 0 0 0,2-4 0 0 0,-3 6-18 0 0,0 0-1 0 0,1 0 1 0 0,-1 0-1 0 0,-1 0 1 0 0,1 0-1 0 0,-1 0 1 0 0,1 0-1 0 0,-1 0 1 0 0,0 0-1 0 0,-1 1 1 0 0,1-1-1 0 0,-1 0 0 0 0,1 1 1 0 0,-1-1-1 0 0,0 1 1 0 0,0 0-1 0 0,-1-1 1 0 0,1 1-1 0 0,-1 0 1 0 0,0 0-1 0 0,1 1 1 0 0,-1-1-1 0 0,0 0 1 0 0,-6-2-1 0 0,5 2 0 0 0,0 0 1 0 0,-1 1-1 0 0,1 0 0 0 0,-1 0 0 0 0,0 0 0 0 0,0 0 0 0 0,0 1 1 0 0,0-1-1 0 0,0 1 0 0 0,0 1 0 0 0,0-1 0 0 0,0 1 0 0 0,0 0 0 0 0,-1 0 1 0 0,1 0-1 0 0,0 1 0 0 0,0 0 0 0 0,0 0 0 0 0,0 0 0 0 0,-6 2 0 0 0,2 1 19 0 0,-1 0-1 0 0,1 1 0 0 0,0 0 1 0 0,0 0-1 0 0,1 1 0 0 0,0 0 1 0 0,0 1-1 0 0,0-1 0 0 0,-9 12 1 0 0,5-4-17 0 0,0 1 0 0 0,0 0 1 0 0,2 1-1 0 0,0 0 1 0 0,1 1-1 0 0,0 0 1 0 0,2 1-1 0 0,0-1 0 0 0,1 1 1 0 0,0 1-1 0 0,2-1 1 0 0,0 1-1 0 0,1 0 1 0 0,-1 30-1 0 0,4-41 15 0 0,1-1 0 0 0,-1 0 0 0 0,1 0 0 0 0,1 0 0 0 0,-1 0 1 0 0,1 0-1 0 0,0 0 0 0 0,1 0 0 0 0,0 0 0 0 0,0-1 0 0 0,0 1 0 0 0,1-1 0 0 0,0 0 0 0 0,0 0 0 0 0,0-1 0 0 0,1 1 1 0 0,0-1-1 0 0,0 0 0 0 0,0 0 0 0 0,1 0 0 0 0,0-1 0 0 0,0 0 0 0 0,12 7 0 0 0,-7-6 4 0 0,1 0 1 0 0,0-1-1 0 0,-1 0 0 0 0,1 0 0 0 0,1-2 0 0 0,-1 1 0 0 0,0-2 1 0 0,1 0-1 0 0,-1 0 0 0 0,1-1 0 0 0,-1 0 0 0 0,0-1 0 0 0,15-3 1 0 0,7-4 11 0 0,-1-2 1 0 0,0 0 0 0 0,-1-3 0 0 0,0 0-1 0 0,-1-2 1 0 0,0-2 0 0 0,-2-1 0 0 0,45-34 0 0 0,-33 18-15 0 0,-1-1 1 0 0,-2-3 0 0 0,-1 0 0 0 0,59-83-1 0 0,-49 47-3 0 0,-3-1 0 0 0,-3-2-1 0 0,-4-2 1 0 0,-3-1-1 0 0,-4-2 1 0 0,-3-1-1 0 0,17-91 1 0 0,-38 146 15 0 0,0 1 0 0 0,-2-1 1 0 0,-1 0-1 0 0,-1 1 0 0 0,-3-40 0 0 0,1 66-26 0 0,0 0-1 0 0,0 0 1 0 0,0-1-1 0 0,0 1 1 0 0,0 0-1 0 0,-1 0 0 0 0,1 0 1 0 0,0 0-1 0 0,-1 0 1 0 0,1 0-1 0 0,-1 0 1 0 0,1-1-1 0 0,-1 1 0 0 0,0 0 1 0 0,1 1-1 0 0,-1-1 1 0 0,0 0-1 0 0,0 0 1 0 0,1 0-1 0 0,-1 0 1 0 0,-2-1-1 0 0,2 2 1 0 0,0 0 0 0 0,0 0 0 0 0,0 0 0 0 0,0 0 0 0 0,0 0 0 0 0,0 0 0 0 0,0 0 0 0 0,0 1 0 0 0,0-1 0 0 0,0 0 0 0 0,0 0 1 0 0,0 1-1 0 0,0-1 0 0 0,0 1 0 0 0,0-1 0 0 0,0 1 0 0 0,0-1 0 0 0,0 1 0 0 0,0 0 0 0 0,0-1 0 0 0,1 1 0 0 0,-2 1 0 0 0,-9 9-6 0 0,0 2 0 0 0,0-1 0 0 0,2 2-1 0 0,-1-1 1 0 0,2 1 0 0 0,-12 24 0 0 0,5-9 58 0 0,-44 80 410 0 0,5 2 0 0 0,5 2 0 0 0,-43 152 1 0 0,79-217-340 0 0,2 1 0 0 0,-5 62 0 0 0,14-88-81 0 0,1 0 0 0 0,1-1 0 0 0,1 1 0 0 0,1 0 0 0 0,1-1 0 0 0,1 1 0 0 0,8 26 0 0 0,-10-41-28 0 0,1-1 1 0 0,0 0-1 0 0,0 0 0 0 0,1-1 0 0 0,0 1 1 0 0,0-1-1 0 0,0 0 0 0 0,1 0 1 0 0,0 0-1 0 0,0-1 0 0 0,1 1 1 0 0,-1-1-1 0 0,1 0 0 0 0,7 4 1 0 0,-5-5-3 0 0,1 1 1 0 0,0-1-1 0 0,-1-1 1 0 0,1 0-1 0 0,0 0 1 0 0,0 0-1 0 0,1-1 1 0 0,-1-1 0 0 0,1 0-1 0 0,10 1 1 0 0,-3-3-5 0 0,0 0 1 0 0,0 0 0 0 0,-1-2 0 0 0,1 0-1 0 0,-1-1 1 0 0,0 0 0 0 0,0-1-1 0 0,0-1 1 0 0,-1-1 0 0 0,0 0 0 0 0,0-1-1 0 0,19-14 1 0 0,-13 5-28 0 0,0-2 0 0 0,-1 0-1 0 0,0-2 1 0 0,-2 0 0 0 0,-1-1 0 0 0,0-1-1 0 0,-2 0 1 0 0,-1-1 0 0 0,0-1 0 0 0,-2 0-1 0 0,15-47 1 0 0,-7 29-75 0 0,-19 40 79 0 0,-15 17-14 0 0,7-1 47 0 0,1 0 1 0 0,1 0-1 0 0,0 1 0 0 0,1 0 0 0 0,0 0 1 0 0,1 0-1 0 0,0 0 0 0 0,2 0 0 0 0,-1 0 1 0 0,2 1-1 0 0,0-1 0 0 0,1 1 0 0 0,3 17 1 0 0,-3-28-6 0 0,0 1 1 0 0,1-1-1 0 0,-1 0 1 0 0,1 0-1 0 0,0 0 1 0 0,1 0-1 0 0,-1 0 1 0 0,1 0-1 0 0,0-1 1 0 0,0 1-1 0 0,0-1 1 0 0,0 0-1 0 0,0 0 1 0 0,1 0 0 0 0,-1 0-1 0 0,1 0 1 0 0,0-1-1 0 0,0 0 1 0 0,0 0-1 0 0,0 0 1 0 0,0 0-1 0 0,1 0 1 0 0,-1-1-1 0 0,0 0 1 0 0,1 0-1 0 0,-1 0 1 0 0,1-1-1 0 0,5 1 1 0 0,1 0 7 0 0,0-1-1 0 0,0-1 1 0 0,-1 1 0 0 0,1-2-1 0 0,0 1 1 0 0,-1-2 0 0 0,1 1 0 0 0,-1-1-1 0 0,0-1 1 0 0,0 0 0 0 0,10-5-1 0 0,-3-1 5 0 0,-2-1 0 0 0,1 0 0 0 0,-2-1 0 0 0,1 0 0 0 0,16-20-1 0 0,54-76 86 0 0,-35 43 209 0 0,-49 64-292 0 0,-12 26 160 0 0,-20 51 784 0 0,4 1-1 0 0,-28 127 0 0 0,-9 167 927 0 0,16 24-146 0 0,-23 141-93 0 0,62-486-1243 0 0,-30 90 0 0 0,33-123-241 0 0,-1 0-1 0 0,0-1 1 0 0,-2 0-1 0 0,0 0 1 0 0,0-1 0 0 0,-1 0-1 0 0,-1-1 1 0 0,-22 23-1 0 0,27-32-97 0 0,1-1 1 0 0,-1 1-1 0 0,0-1 0 0 0,0 0 0 0 0,-1 0 0 0 0,1-1 0 0 0,-1 0 0 0 0,0 0 0 0 0,0 0 0 0 0,0-1 0 0 0,0 0 0 0 0,0 0 0 0 0,-14 1 0 0 0,10-3-19 0 0,1 0 0 0 0,0-1 0 0 0,-1 0 0 0 0,1 0 0 0 0,0-1 0 0 0,-1-1 0 0 0,1 0 0 0 0,1 0 0 0 0,-11-5 0 0 0,1-1-21 0 0,1-1-1 0 0,0-1 1 0 0,1 0 0 0 0,0-2-1 0 0,1 0 1 0 0,0 0 0 0 0,1-2 0 0 0,1 0-1 0 0,-19-24 1 0 0,18 18-55 0 0,1-2-1 0 0,1 0 1 0 0,1 0 0 0 0,1-1 0 0 0,1 0-1 0 0,1-1 1 0 0,-12-51 0 0 0,17 54-16 0 0,1-1 0 0 0,1 1 0 0 0,1 0 0 0 0,1 0 0 0 0,1-1-1 0 0,1 1 1 0 0,1 0 0 0 0,0 0 0 0 0,13-39 0 0 0,-3 26 24 0 0,2 1 1 0 0,2 0-1 0 0,0 1 0 0 0,3 1 0 0 0,0 1 1 0 0,2 1-1 0 0,2 0 0 0 0,0 2 0 0 0,52-46 1 0 0,-37 40-758 0 0,2 2 1 0 0,60-35 0 0 0,-54 40-1645 0 0,2 2 0 0 0,52-19 0 0 0,-34 24-3968 0 0,-51 15 2425 0 0,8-1-4449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25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6073 0 0,'9'-7'14729'0'0,"-16"0"-17033"0"0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5:58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0 140 0 0,'0'11'296'0'0,"-5"-5"-448"0"0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6:19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0 464 0 0,'-7'10'92'0'0,"2"-3"-408"0"0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6:12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0 700 0 0,'-8'5'-240'0'0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6:15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9 312 0 0,'0'0'2522'0'0,"23"-8"1520"0"0,-21 8-4212 0 0,2 1 396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7:02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0 304 0 0,'-12'3'1392'0'0,"0"1"-1108"0"0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7:04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1 556 0 0,'0'0'2058'0'0,"0"12"1103"0"0,0-1-2375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7:05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0 184 0 0,'7'8'7259'0'0,"-29"-3"-10892"0"0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7:07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1 832 0 0,'-14'7'2416'0'0,"2"-2"-540"0"0,0 3-767 0 0,3-2-769 0 0,25-8-2061 0 0,-4-3-727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7:15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3 300 0 0,'14'-2'2707'0'0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7:21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0 448 0 0,'0'0'2909'0'0,"-3"10"-1109"0"0,3-9-1979 0 0,-6 6-1709 0 0,-4-3 1202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7:23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0 101 188 0 0,'18'-26'4326'0'0,"-17"26"-4277"0"0,-1-1-1 0 0,0 0 1 0 0,0 1 0 0 0,1-1 0 0 0,-1 1 0 0 0,0 0 0 0 0,1-1-1 0 0,-1 1 1 0 0,0-1 0 0 0,1 1 0 0 0,-1-1 0 0 0,1 1 0 0 0,-1 0-1 0 0,1-1 1 0 0,-1 1 0 0 0,1 0 0 0 0,-1 0 0 0 0,1-1 0 0 0,-1 1-1 0 0,1 0 1 0 0,-1 0 0 0 0,1 0 0 0 0,-1-1 0 0 0,1 1 0 0 0,0 0-1 0 0,-1 0 1 0 0,1 0 0 0 0,-1 0 0 0 0,1 0 0 0 0,-1 0 0 0 0,1 0-1 0 0,0 0 1 0 0,-1 1 0 0 0,1-1 0 0 0,-1 0 0 0 0,1 0 0 0 0,-1 0-1 0 0,1 1 1 0 0,-1-1 0 0 0,1 0 0 0 0,-1 0 0 0 0,1 1 0 0 0,-1-1-1 0 0,1 1 1 0 0,-1-1 0 0 0,1 0 0 0 0,0 2 0 0 0,1 1 16 0 0,0 1 1 0 0,0-1-1 0 0,0 1 1 0 0,-1-1 0 0 0,1 1-1 0 0,0 4 1 0 0,20 74 164 0 0,10 29 1 0 0,-31-110-202 0 0,-1 1 0 0 0,1-1 0 0 0,0 0 0 0 0,-1 0 0 0 0,1 0 0 0 0,0 0-1 0 0,0 0 1 0 0,0 0 0 0 0,0 0 0 0 0,0 0 0 0 0,0 0 0 0 0,0 0 0 0 0,0 0 0 0 0,0-1 0 0 0,0 1 0 0 0,0 0 0 0 0,1-1 0 0 0,-1 1-1 0 0,0-1 1 0 0,0 1 0 0 0,1-1 0 0 0,-1 0 0 0 0,0 1 0 0 0,1-1 0 0 0,-1 0 0 0 0,0 0 0 0 0,1 0 0 0 0,-1 0 0 0 0,0 0 0 0 0,1 0-1 0 0,-1-1 1 0 0,0 1 0 0 0,3-1 0 0 0,2-1 12 0 0,1 0-1 0 0,-1 0 0 0 0,1 0 0 0 0,11-8 1 0 0,196-125 131 0 0,-97 58-7 0 0,-84 55-181 0 0,62-36-942 0 0,-92 57 309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7:24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35 232 8 0 0,'-8'-8'3022'0'0,"-4"-5"-1267"0"0,-1 3 1407 0 0,12 14-2170 0 0,3 11-958 0 0,12 54 413 0 0,-8-40-373 0 0,0 1-1 0 0,15 39 0 0 0,-18-61 12 0 0,0 0 1 0 0,1-1-1 0 0,0 0 0 0 0,0 0 0 0 0,1 0 0 0 0,9 12 0 0 0,-13-19-64 0 0,1 1-1 0 0,-1 0 0 0 0,0 0 1 0 0,0-1-1 0 0,0 1 1 0 0,1-1-1 0 0,-1 1 0 0 0,0-1 1 0 0,1 0-1 0 0,-1 1 0 0 0,0-1 1 0 0,1 0-1 0 0,-1 0 1 0 0,1 0-1 0 0,-1 0 0 0 0,0 0 1 0 0,1 0-1 0 0,1-1 1 0 0,26-6 148 0 0,-27 6-159 0 0,24-8 66 0 0,-1-2 0 0 0,42-25-1 0 0,-4 3-15 0 0,117-58-31 0 0,120-57 9 0 0,-210 105-35 0 0,97-41 3 0 0,-147 63-1358 0 0,-38 20 639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7:24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0 120 0 0,'0'0'3120'0'0,"6"9"-2740"0"0,7-13-2436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7:24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1 536 0 0,'0'0'484'0'0,"0"10"564"0"0,1 2-1024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7:24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1 348 0 0,'0'0'1412'0'0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7:25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1 684 0 0,'0'0'1592'0'0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7:26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0 464 0 0,'0'0'2576'0'0,"-7"7"-2564"0"0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7:27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12 200 0 0,'9'-7'1408'0'0,"-3"2"372"0"0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7:28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0 272 0 0,'0'0'2028'0'0,"9"5"-860"0"0,-2 0-736 0 0,1 4-1140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7:33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1812 0 0,'0'0'9857'0'0,"15"2"-9693"0"0,-18 8-2004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7:56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62 1404 0 0,'0'0'11221'0'0,"1"24"-10107"0"0,0-22-966 0 0,1-3-139 0 0,-1 1-6 0 0,10-1 10 0 0,-9 0-10 0 0,-1 0 0 0 0,0 0-1 0 0,1 0 1 0 0,-1-1-1 0 0,0 1 1 0 0,0 0-1 0 0,0-1 1 0 0,0 1-1 0 0,0 0 1 0 0,-1-1 0 0 0,1 1-1 0 0,0-1 1 0 0,-1 1-1 0 0,1-1 1 0 0,0-2-1 0 0,0 1 17 0 0,0-1 1 0 0,0 1-1 0 0,0-1 0 0 0,0 1 0 0 0,0-1 0 0 0,-1 1 0 0 0,0-1 1 0 0,1 1-1 0 0,-2-1 0 0 0,1 1 0 0 0,0-1 0 0 0,-1 1 0 0 0,1-1 1 0 0,-1 0-1 0 0,-1-3 0 0 0,1 5 18 0 0,-16 3 7 0 0,14 0-42 0 0,-14 15 18 0 0,10-8 10 0 0,0 0-1 0 0,1 0 0 0 0,0 1 0 0 0,-6 10 0 0 0,10-17-21 0 0,1 1-1 0 0,0 0 0 0 0,0 0 1 0 0,-1 0-1 0 0,2 0 1 0 0,-1 0-1 0 0,0 0 0 0 0,1 0 1 0 0,-1 0-1 0 0,1 0 0 0 0,0 0 1 0 0,0 0-1 0 0,0 0 1 0 0,0 1-1 0 0,1-1 0 0 0,-1 0 1 0 0,2 5-1 0 0,-1-6 15 0 0,0-2-26 0 0,0 1 1 0 0,0 0-1 0 0,0-1 1 0 0,0 1-1 0 0,0-1 1 0 0,0 1-1 0 0,0-1 1 0 0,0 0-1 0 0,0 1 1 0 0,0-1-1 0 0,0 0 1 0 0,0 0-1 0 0,0 0 1 0 0,0 0-1 0 0,1 0 1 0 0,-1 0-1 0 0,0 0 1 0 0,0 0-1 0 0,0 0 1 0 0,0 0-1 0 0,0-1 1 0 0,0 1-1 0 0,0 0 0 0 0,0-1 1 0 0,0 1-1 0 0,0-1 1 0 0,0 1-1 0 0,1-2 1 0 0,22-16-1876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35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67 932 0 0,'-6'-8'7393'0'0,"5"9"-7335"0"0,0 0 0 0 0,-1 0 1 0 0,1 0-1 0 0,0 1 1 0 0,-1-1-1 0 0,1 0 0 0 0,0 1 1 0 0,0-1-1 0 0,0 0 0 0 0,0 1 1 0 0,0-1-1 0 0,1 1 1 0 0,-1 0-1 0 0,0-1 0 0 0,1 1 1 0 0,-1-1-1 0 0,1 1 0 0 0,-1 0 1 0 0,1 0-1 0 0,0-1 0 0 0,0 1 1 0 0,0 0-1 0 0,0 0 1 0 0,0 2-1 0 0,0 5 32 0 0,0 0-1 0 0,1 0 1 0 0,2 14-1 0 0,-2-20-60 0 0,0 0 0 0 0,0 0 0 0 0,0 0-1 0 0,0 0 1 0 0,1 0 0 0 0,-1 0 0 0 0,1 0-1 0 0,0-1 1 0 0,0 1 0 0 0,0-1 0 0 0,0 1-1 0 0,0-1 1 0 0,0 0 0 0 0,1 0 0 0 0,-1 0-1 0 0,1 0 1 0 0,-1 0 0 0 0,1 0 0 0 0,0-1-1 0 0,0 1 1 0 0,0-1 0 0 0,0 0 0 0 0,0 0-1 0 0,0 0 1 0 0,0 0 0 0 0,0 0 0 0 0,0-1-1 0 0,1 1 1 0 0,-1-1 0 0 0,0 0 0 0 0,0 0-1 0 0,0 0 1 0 0,6-2 0 0 0,-5 2-15 0 0,1-1 1 0 0,0 1 0 0 0,0-1-1 0 0,0-1 1 0 0,-1 1 0 0 0,1-1-1 0 0,-1 0 1 0 0,1 0 0 0 0,-1 0-1 0 0,1 0 1 0 0,-1-1 0 0 0,0 0-1 0 0,0 0 1 0 0,-1 0 0 0 0,1 0-1 0 0,-1-1 1 0 0,1 1 0 0 0,-1-1-1 0 0,0 0 1 0 0,5-8 0 0 0,-6 6-3 0 0,0-1 1 0 0,0 1 0 0 0,0-1 0 0 0,-1 1 0 0 0,0-1-1 0 0,0 0 1 0 0,-1 0 0 0 0,0 1 0 0 0,0-1-1 0 0,-2-11 1 0 0,1 15-5 0 0,1 0-1 0 0,-1 0 1 0 0,1 0 0 0 0,-1 0-1 0 0,0 0 1 0 0,0 0 0 0 0,-1 0-1 0 0,1 0 1 0 0,-1 0-1 0 0,1 1 1 0 0,-1-1 0 0 0,0 1-1 0 0,0-1 1 0 0,0 1 0 0 0,0 0-1 0 0,0-1 1 0 0,-1 1 0 0 0,1 0-1 0 0,-1 1 1 0 0,1-1 0 0 0,-1 0-1 0 0,0 1 1 0 0,0-1-1 0 0,-3 0 1 0 0,2 1-15 0 0,0 0-1 0 0,0 1 1 0 0,0-1-1 0 0,0 1 1 0 0,0 0-1 0 0,0 1 1 0 0,0-1 0 0 0,0 1-1 0 0,0-1 1 0 0,0 1-1 0 0,1 0 1 0 0,-1 1-1 0 0,0-1 1 0 0,0 1-1 0 0,-5 3 1 0 0,-4 2-34 0 0,1 2-1 0 0,-19 15 1 0 0,28-22 43 0 0,-21 18 28 0 0,1 2 0 0 0,1 1-1 0 0,1 1 1 0 0,-30 44 0 0 0,37-47-9 0 0,1 2-1 0 0,1 0 1 0 0,1 0-1 0 0,1 1 1 0 0,1 0 0 0 0,-8 30-1 0 0,16-50-14 0 0,0-1 1 0 0,1 1-1 0 0,-1 0 0 0 0,1 0 0 0 0,0-1 0 0 0,0 1 1 0 0,0 0-1 0 0,0 0 0 0 0,1-1 0 0 0,-1 1 0 0 0,1 0 1 0 0,0-1-1 0 0,0 1 0 0 0,0-1 0 0 0,1 1 0 0 0,-1-1 1 0 0,1 1-1 0 0,0-1 0 0 0,0 0 0 0 0,0 0 1 0 0,0 0-1 0 0,5 5 0 0 0,-2-4 4 0 0,0 0-1 0 0,0-1 1 0 0,0 1-1 0 0,1-1 1 0 0,-1 0 0 0 0,1-1-1 0 0,0 1 1 0 0,0-1 0 0 0,0 0-1 0 0,0-1 1 0 0,0 0-1 0 0,11 2 1 0 0,10-1-303 0 0,1-1 0 0 0,-1-1-1 0 0,0-2 1 0 0,46-7 0 0 0,-52 4-1066 0 0,0 0 0 0 0,0-1 1 0 0,30-14-1 0 0,-29 7-1415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35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71 1392 0 0,'0'-10'1166'0'0,"1"0"1"0"0,0 0-1 0 0,1 0 0 0 0,2-10 0 0 0,-3 18-744 0 0,2-1 210 0 0,-3 2-603 0 0,0 1 0 0 0,0 0 0 0 0,0 0 0 0 0,0 0 0 0 0,0-1 0 0 0,0 1 0 0 0,0 0 0 0 0,0 0-1 0 0,0 0 1 0 0,0-1 0 0 0,0 1 0 0 0,1 0 0 0 0,-1 0 0 0 0,0 0 0 0 0,0 0 0 0 0,0-1 0 0 0,0 1 0 0 0,0 0 0 0 0,1 0 0 0 0,-1 0 0 0 0,0 0 0 0 0,0 0 0 0 0,0 0-1 0 0,1-1 1 0 0,-1 1 0 0 0,0 0 0 0 0,0 0 0 0 0,0 0 0 0 0,1 0 0 0 0,-1 0 0 0 0,0 0 0 0 0,0 0 0 0 0,0 0 0 0 0,1 0 0 0 0,-1 0 0 0 0,0 0 0 0 0,0 0-1 0 0,1 0 1 0 0,-1 0 0 0 0,0 0 0 0 0,1 0 0 0 0,3 2 142 0 0,1 1-1 0 0,-1-1 1 0 0,0 1-1 0 0,0 0 0 0 0,0 0 1 0 0,0 0-1 0 0,0 0 1 0 0,0 1-1 0 0,-1 0 1 0 0,0-1-1 0 0,0 1 1 0 0,0 0-1 0 0,0 1 1 0 0,0-1-1 0 0,-1 0 0 0 0,0 1 1 0 0,0 0-1 0 0,0-1 1 0 0,1 7-1 0 0,2 6 84 0 0,-1 0 1 0 0,0 0-1 0 0,-1 0 0 0 0,1 27 0 0 0,-4-24-141 0 0,-1 0-1 0 0,-1 1 1 0 0,-1-1-1 0 0,-1 0 1 0 0,-1 0-1 0 0,0 0 1 0 0,-1-1 0 0 0,-1 0-1 0 0,-1 0 1 0 0,-1 0-1 0 0,-1-1 1 0 0,0-1 0 0 0,-1 0-1 0 0,-20 24 1 0 0,18-31 359 0 0,13-9-462 0 0,-1-1 0 0 0,1 0-1 0 0,0 0 1 0 0,0 0 0 0 0,-1 0 0 0 0,1 0 0 0 0,0 0-1 0 0,0 0 1 0 0,-1 0 0 0 0,1 0 0 0 0,0 0-1 0 0,-1 0 1 0 0,1 0 0 0 0,0 0 0 0 0,0 0-1 0 0,-1 0 1 0 0,1 0 0 0 0,0 0 0 0 0,0 0-1 0 0,-1 0 1 0 0,1 0 0 0 0,0 0 0 0 0,0 0-1 0 0,-1 0 1 0 0,1 0 0 0 0,0-1 0 0 0,0 1 0 0 0,-1 0-1 0 0,1-1-2 0 0,-1-1-1 0 0,1 1 1 0 0,0 0-1 0 0,0 0 1 0 0,-1-1-1 0 0,1 1 1 0 0,0 0-1 0 0,0 0 1 0 0,0 0-1 0 0,0-1 1 0 0,1 1-1 0 0,-1 0 1 0 0,0 0-1 0 0,0-1 1 0 0,1 1-1 0 0,-1 0 1 0 0,1 0-1 0 0,-1 0 1 0 0,2-2-1 0 0,24-48-11 0 0,3 1 0 0 0,2 2-1 0 0,45-55 1 0 0,-56 76-1 0 0,93-116-171 0 0,-111 141 154 0 0,-4 10-7 0 0,1 0 29 0 0,-1 0 1 0 0,-1 0-1 0 0,0-1 1 0 0,0 1-1 0 0,0-1 0 0 0,-5 7 1 0 0,0 4 5 0 0,-29 74 122 0 0,34-81-105 0 0,0 1-1 0 0,0-1 1 0 0,1 0-1 0 0,0 1 1 0 0,1 0-1 0 0,1 16 1 0 0,0-25-9 0 0,0 0 1 0 0,1 0 0 0 0,-1 0-1 0 0,1 0 1 0 0,0 0 0 0 0,0 0-1 0 0,0 0 1 0 0,0 0 0 0 0,1 0 0 0 0,-1 0-1 0 0,1 0 1 0 0,0-1 0 0 0,0 1-1 0 0,0-1 1 0 0,0 1 0 0 0,4 3 0 0 0,-2-3-95 0 0,0 0 1 0 0,1 0 0 0 0,-1-1 0 0 0,1 1 0 0 0,0-1 0 0 0,-1 0 0 0 0,1-1 0 0 0,0 1 0 0 0,8 1 0 0 0,5-1-1175 0 0,0 0 0 0 0,0-1-1 0 0,1-1 1 0 0,32-4 0 0 0,-18-1-1974 0 0,0 0-1062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35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65 976 0 0,'-6'-8'17002'0'0,"8"6"-16951"0"0,0 0 0 0 0,0 1 1 0 0,-1-1-1 0 0,1 1 0 0 0,0-1 1 0 0,0 1-1 0 0,1 0 1 0 0,-1 0-1 0 0,0 0 0 0 0,0 0 1 0 0,0 0-1 0 0,1 1 0 0 0,2-2 1 0 0,41-6 104 0 0,-23 5-352 0 0,31-6-2419 0 0,58-1-1 0 0,-36 5-3555 0 0,-38 1 1320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39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577 113 1296 0 0,'6'-7'1308'0'0,"-2"0"-1"0"0,1 0 1 0 0,-1 0 0 0 0,6-13-1 0 0,-9 17-932 0 0,1-1-1 0 0,-1 1 0 0 0,0-1 1 0 0,0 0-1 0 0,-1 0 1 0 0,1 0-1 0 0,-1 1 1 0 0,0-1-1 0 0,1 0 1 0 0,-2 0-1 0 0,1 0 0 0 0,-1-5 1 0 0,1 9-356 0 0,-1-1 0 0 0,1 1 0 0 0,0-1 0 0 0,0 0 0 0 0,-1 1 0 0 0,1-1 0 0 0,0 1 0 0 0,-1-1 0 0 0,1 1 0 0 0,-1-1 0 0 0,1 1 0 0 0,-1-1 0 0 0,1 1 0 0 0,-1-1 0 0 0,1 1 0 0 0,-1 0 0 0 0,1-1 0 0 0,-1 1 0 0 0,1 0 0 0 0,-1-1 0 0 0,0 1 0 0 0,1 0 0 0 0,-1 0 0 0 0,1 0 0 0 0,-2-1 0 0 0,-20 2 148 0 0,-21 12-78 0 0,43-13-86 0 0,-22 9 53 0 0,1 1 1 0 0,0 2-1 0 0,0 0 1 0 0,-19 15-1 0 0,2 3 11 0 0,-34 34 0 0 0,53-46-62 0 0,-7 6 12 0 0,-36 45 0 0 0,56-62-13 0 0,0 0-1 0 0,1 1 1 0 0,0 0-1 0 0,1 0 1 0 0,0 0 0 0 0,0 1-1 0 0,1-1 1 0 0,0 1-1 0 0,0 0 1 0 0,1 0 0 0 0,-2 13-1 0 0,4-18-5 0 0,0 0-1 0 0,1-1 1 0 0,-1 1-1 0 0,1 0 1 0 0,0 0-1 0 0,0-1 1 0 0,0 1 0 0 0,0 0-1 0 0,1-1 1 0 0,0 0-1 0 0,-1 1 1 0 0,1-1-1 0 0,1 0 1 0 0,-1 0-1 0 0,0 0 1 0 0,1 0-1 0 0,-1 0 1 0 0,1 0-1 0 0,0-1 1 0 0,5 4 0 0 0,7 5 0 0 0,1-1 1 0 0,0-1 0 0 0,18 8-1 0 0,-12-6 8 0 0,-15-7 1 0 0,20 9-4 0 0,-1 2 0 0 0,0 0 0 0 0,-1 2 0 0 0,30 26 0 0 0,-49-38 13 0 0,0 1-1 0 0,-1-1 1 0 0,0 1 0 0 0,-1 0 0 0 0,1 0 0 0 0,-1 0 0 0 0,0 1 0 0 0,-1-1 0 0 0,1 1-1 0 0,-1 0 1 0 0,-1 0 0 0 0,1 1 0 0 0,-1-1 0 0 0,0 0 0 0 0,-1 1 0 0 0,0-1-1 0 0,0 1 1 0 0,-1-1 0 0 0,0 1 0 0 0,0 0 0 0 0,-1-1 0 0 0,-2 13 0 0 0,0-6 113 0 0,-2 1 0 0 0,0-1 0 0 0,-1 0 0 0 0,0-1 1 0 0,-1 1-1 0 0,0-1 0 0 0,-1 0 0 0 0,0-1 1 0 0,-13 14-1 0 0,2-5 347 0 0,0-1 1 0 0,-2-1-1 0 0,-44 33 0 0 0,63-51-415 0 0,-1 1 52 0 0,0 0 0 0 0,0 1 0 0 0,0-1 0 0 0,0 0 0 0 0,0 0 0 0 0,-1-1 1 0 0,1 1-1 0 0,-1-1 0 0 0,0 0 0 0 0,-4 1 0 0 0,11 0-115 0 0,-1-1 0 0 0,0 1-1 0 0,0-1 1 0 0,0 1 0 0 0,0 0 0 0 0,0 0 0 0 0,0 0-1 0 0,0 0 1 0 0,0 0 0 0 0,-1 1 0 0 0,1-1 0 0 0,-1 0-1 0 0,0 1 1 0 0,1-1 0 0 0,-1 1 0 0 0,0-1 0 0 0,-1 1-1 0 0,1-1 1 0 0,0 1 0 0 0,-1 0 0 0 0,1 3 0 0 0,1 10 22 0 0,0 0 1 0 0,-2 22 0 0 0,0-33-14 0 0,-1 33 19 0 0,-2 1 1 0 0,-2-1-1 0 0,-18 69 1 0 0,-46 107 63 0 0,-22 7 70 0 0,-5 13 141 0 0,93-226-287 0 0,1 0-1 0 0,-1 0 1 0 0,1 1-1 0 0,1-1 1 0 0,0 0 0 0 0,0 1-1 0 0,0-1 1 0 0,1 0-1 0 0,1 1 1 0 0,0 8 0 0 0,0-12-9 0 0,1-1 1 0 0,-1 0 0 0 0,1 1 0 0 0,0-1 0 0 0,0 0-1 0 0,0 0 1 0 0,0 0 0 0 0,1 0 0 0 0,-1-1 0 0 0,1 1-1 0 0,0-1 1 0 0,0 1 0 0 0,0-1 0 0 0,1 0 0 0 0,-1 0-1 0 0,1-1 1 0 0,0 1 0 0 0,0-1 0 0 0,0 1 0 0 0,4 1-1 0 0,12 4-251 0 0,-1-1 0 0 0,0 0 0 0 0,1-2 0 0 0,0 0 0 0 0,37 3 0 0 0,105-2-4428 0 0,-98-7 246 0 0,1-4-2330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41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2852 0 0,'0'0'3337'0'0,"3"-14"1223"0"0,1 4-1860 0 0,-3 0-1788 0 0,3-2-1620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39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95 1932 0 0,'-6'-26'2238'0'0,"5"16"-1210"0"0,-2 1 1 0 0,1 0 0 0 0,-1-1 0 0 0,0 1 0 0 0,-7-11-1 0 0,9 18-508 0 0,-13 8 666 0 0,10-3-1028 0 0,1 0 0 0 0,-1 1-1 0 0,1-1 1 0 0,0 1 0 0 0,0 0 0 0 0,0 0 0 0 0,0 0 0 0 0,1 0 0 0 0,-1 0 0 0 0,-2 9-1 0 0,-5 7 266 0 0,-37 66 956 0 0,-40 108 0 0 0,56-122-986 0 0,-50 137 308 0 0,72-178-622 0 0,1 0-1 0 0,1 1 0 0 0,1 0 1 0 0,-1 62-1 0 0,7-81-110 0 0,0-1 1 0 0,1 0-1 0 0,1 1 0 0 0,0-1 0 0 0,0 0 1 0 0,1 0-1 0 0,1 0 0 0 0,0-1 1 0 0,1 1-1 0 0,0-1 0 0 0,0 0 0 0 0,2 0 1 0 0,-1-1-1 0 0,1 0 0 0 0,1 0 1 0 0,9 10-1 0 0,-8-11-384 0 0,1-1 0 0 0,-1 0 0 0 0,1-1 0 0 0,1 0 0 0 0,-1-1 0 0 0,1 0 0 0 0,1 0 0 0 0,-1-1 0 0 0,1-1 0 0 0,15 4 1 0 0,-14-5-1011 0 0,-1 0 1 0 0,1-1-1 0 0,17 0 1 0 0,6-3-3806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39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30 139 1444 0 0,'-28'-77'9724'0'0,"28"77"-9677"0"0,0-1 1 0 0,-1 1-1 0 0,1-1 1 0 0,0 1 0 0 0,0-1-1 0 0,0 0 1 0 0,0 1-1 0 0,0-1 1 0 0,0 0 0 0 0,0 1-1 0 0,0-1 1 0 0,0 1-1 0 0,0-1 1 0 0,0 0-1 0 0,0 1 1 0 0,0-1 0 0 0,1 1-1 0 0,-1-1 1 0 0,0 0-1 0 0,0 1 1 0 0,1-1 0 0 0,-1 1-1 0 0,0-1 1 0 0,1 1-1 0 0,-1-1 1 0 0,1 1 0 0 0,-1-1-1 0 0,0 1 1 0 0,1 0-1 0 0,-1-1 1 0 0,1 1-1 0 0,-1-1 1 0 0,1 1 0 0 0,-1 0-1 0 0,1 0 1 0 0,0-1-1 0 0,-1 1 1 0 0,1 0 0 0 0,-1 0-1 0 0,1 0 1 0 0,0-1-1 0 0,-1 1 1 0 0,1 0-1 0 0,-1 0 1 0 0,1 0 0 0 0,0 0-1 0 0,-1 0 1 0 0,1 0-1 0 0,0 1 1 0 0,0-1 0 0 0,28 3 680 0 0,-25-2-657 0 0,1 1-1 0 0,0-1 1 0 0,0 1 0 0 0,-1 0 0 0 0,1 0 0 0 0,-1 1 0 0 0,0-1 0 0 0,0 1-1 0 0,0 0 1 0 0,0 0 0 0 0,0 0 0 0 0,0 1 0 0 0,-1-1 0 0 0,0 1 0 0 0,1 0-1 0 0,-1 0 1 0 0,-1 0 0 0 0,1 0 0 0 0,-1 0 0 0 0,1 1 0 0 0,-1-1 0 0 0,-1 1 0 0 0,1 0-1 0 0,-1 0 1 0 0,2 6 0 0 0,-2-3-27 0 0,-1 1 0 0 0,1-1-1 0 0,-1 1 1 0 0,-1 0 0 0 0,0-1 0 0 0,0 1-1 0 0,-1-1 1 0 0,0 1 0 0 0,0-1 0 0 0,-1 0-1 0 0,0 1 1 0 0,0-2 0 0 0,-8 13 0 0 0,1-4 20 0 0,0 0 0 0 0,-2 0 1 0 0,0-1-1 0 0,0 0 0 0 0,-28 22 1 0 0,39-35-36 0 0,-1-8 4 0 0,2 6-33 0 0,-1-1 1 0 0,1 1-1 0 0,0 0 0 0 0,0 0 0 0 0,0-1 1 0 0,0 1-1 0 0,0 0 0 0 0,0-1 0 0 0,-1 1 0 0 0,1 0 1 0 0,0-1-1 0 0,0 1 0 0 0,0 0 0 0 0,0-1 1 0 0,0 1-1 0 0,0 0 0 0 0,0-1 0 0 0,0 1 1 0 0,1 0-1 0 0,-1-1 0 0 0,0 1 0 0 0,0 0 0 0 0,0 0 1 0 0,0-1-1 0 0,0 1 0 0 0,0 0 0 0 0,1-1 1 0 0,-1 1-1 0 0,0 0 0 0 0,0 0 0 0 0,1-1 1 0 0,10-14-13 0 0,2 0 1 0 0,0 1 0 0 0,1 0 0 0 0,28-22 0 0 0,-12 12-45 0 0,36-32-45 0 0,-36 34 57 0 0,-1-3-1 0 0,-1 0 1 0 0,-1-2-1 0 0,31-40 1 0 0,-57 66 39 0 0,0 0 0 0 0,-1 1 0 0 0,1-1 0 0 0,0 0 0 0 0,-1 0 0 0 0,1 0-1 0 0,-1 0 1 0 0,1-1 0 0 0,-1 1 0 0 0,1 0 0 0 0,-1 0 0 0 0,0 0 0 0 0,0 0 0 0 0,0 0 0 0 0,1-1 0 0 0,-1 1 0 0 0,0 0 0 0 0,0 0 0 0 0,0 0 0 0 0,-1 0 0 0 0,1-1 0 0 0,0 1 0 0 0,-1-2 0 0 0,0 2 1 0 0,-1 1-7 0 0,-3 1 14 0 0,1 1 0 0 0,0-1 1 0 0,-1 1-1 0 0,1 0 0 0 0,0 0 0 0 0,0 0 1 0 0,0 1-1 0 0,0-1 0 0 0,0 1 0 0 0,1 0 1 0 0,-1 0-1 0 0,1 0 0 0 0,0 0 1 0 0,0 1-1 0 0,0 0 0 0 0,-2 3 0 0 0,-7 10 39 0 0,2-1 0 0 0,-13 28 0 0 0,20-36-67 0 0,-1 1-1 0 0,1-1 0 0 0,1 1 1 0 0,0 0-1 0 0,0-1 0 0 0,1 1 0 0 0,0 0 1 0 0,1 0-1 0 0,-1 0 0 0 0,2 0 1 0 0,-1 0-1 0 0,1 0 0 0 0,1 0 1 0 0,0 0-1 0 0,0-1 0 0 0,0 1 1 0 0,8 15-1 0 0,-6-15-412 0 0,1 0 1 0 0,0 0-1 0 0,1 0 1 0 0,0-1-1 0 0,0 0 0 0 0,13 13 1 0 0,-12-15-455 0 0,0 0 1 0 0,0 0 0 0 0,1-1-1 0 0,0 0 1 0 0,0 0 0 0 0,0 0-1 0 0,15 4 1 0 0,-1-2-2893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40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17 524 0 0,'27'-16'16059'0'0,"-27"16"-15966"0"0,-3 15 1322 0 0,-12 19-1112 0 0,-30 61-27 0 0,26-50-2482 0 0,-3-2-3852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40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91 1572 0 0,'26'-67'12730'0'0,"-24"69"-11954"0"0,-1-2-754 0 0,-1 0 0 0 0,0 0 1 0 0,1 1-1 0 0,-1-1 0 0 0,0 0 0 0 0,0 0 0 0 0,1 0 0 0 0,-1 0 0 0 0,0 0 0 0 0,0 0 0 0 0,1 0 0 0 0,-1 0 0 0 0,0 1 0 0 0,0-1 1 0 0,1 0-1 0 0,-1 0 0 0 0,0 0 0 0 0,0 1 0 0 0,0-1 0 0 0,0 0 0 0 0,1 0 0 0 0,-1 0 0 0 0,0 1 0 0 0,0-1 0 0 0,0 0 0 0 0,0 0 1 0 0,0 1-1 0 0,1-1 0 0 0,-1 1 0 0 0,5 21 616 0 0,-2-8-393 0 0,0 0 1 0 0,2 0-1 0 0,-1 0 0 0 0,10 17 1 0 0,-12-27-227 0 0,1 1 1 0 0,0-1 0 0 0,0 0 0 0 0,1 0-1 0 0,-1 0 1 0 0,1 0 0 0 0,0 0-1 0 0,0-1 1 0 0,0 0 0 0 0,0 0 0 0 0,1 0-1 0 0,-1 0 1 0 0,1-1 0 0 0,0 1 0 0 0,-1-1-1 0 0,7 1 1 0 0,1 1-11 0 0,0-1 0 0 0,0-1-1 0 0,0 0 1 0 0,0-1 0 0 0,0-1 0 0 0,0 1 0 0 0,1-2-1 0 0,-1 0 1 0 0,0 0 0 0 0,0-1 0 0 0,17-5-1 0 0,-20 4-15 0 0,0 0-1 0 0,0-1 1 0 0,0 0-1 0 0,0 0 1 0 0,0-1-1 0 0,-1 0 1 0 0,0-1-1 0 0,0 1 1 0 0,0-2-1 0 0,-1 1 1 0 0,0-1-1 0 0,0 0 1 0 0,0-1-1 0 0,7-11 1 0 0,-7 6-20 0 0,0-1 1 0 0,7-18 0 0 0,2-6-77 0 0,-12 29 57 0 0,-7 10 165 0 0,-9 17 258 0 0,3 7 160 0 0,1 2-1 0 0,2-1 1 0 0,-5 29 0 0 0,4-13-185 0 0,-17 99 375 0 0,-14 66-171 0 0,30-177-467 0 0,-1 0 0 0 0,-1 0 0 0 0,-2-1 0 0 0,-24 44 0 0 0,29-61-54 0 0,-1-1 0 0 0,0-1-1 0 0,0 1 1 0 0,-1-2 0 0 0,-1 1-1 0 0,0-1 1 0 0,0 0 0 0 0,-1-1-1 0 0,0 0 1 0 0,0-1-1 0 0,-22 10 1 0 0,24-13-107 0 0,0 0 0 0 0,0-1 1 0 0,-1 0-1 0 0,1 0 0 0 0,-1-1 0 0 0,0 0 1 0 0,0-1-1 0 0,1 0 0 0 0,-1 0 0 0 0,0-1 0 0 0,0-1 1 0 0,0 0-1 0 0,0 0 0 0 0,0-1 0 0 0,1 0 0 0 0,-16-6 1 0 0,23 8-180 0 0,0-1 0 0 0,0 0 0 0 0,0 0 1 0 0,0 0-1 0 0,0 0 0 0 0,0 0 1 0 0,0-1-1 0 0,0 1 0 0 0,1-1 0 0 0,-1 1 1 0 0,0-1-1 0 0,1 0 0 0 0,0 1 1 0 0,-3-5-1 0 0,3 5-67 0 0,1-1-1 0 0,-1 0 1 0 0,1 0 0 0 0,0 1 0 0 0,-1-1-1 0 0,1 0 1 0 0,0 1 0 0 0,0-1 0 0 0,0 0 0 0 0,0 0-1 0 0,0 1 1 0 0,1-1 0 0 0,-1 0 0 0 0,0 0-1 0 0,1 1 1 0 0,0-1 0 0 0,-1 0 0 0 0,1 1-1 0 0,0-1 1 0 0,1-1 0 0 0,7-13-3355 0 0,1-1-1431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40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25 2824 0 0,'48'-24'10339'0'0,"-33"29"-7233"0"0,-14-2-2869 0 0,0 1 0 0 0,0 0 0 0 0,0-1 0 0 0,0 1 0 0 0,-1 0 0 0 0,1-1 0 0 0,-1 1 0 0 0,0 0 0 0 0,0 0 0 0 0,0-1 0 0 0,-1 1 0 0 0,1 0 0 0 0,-1 0 0 0 0,-2 5 0 0 0,-2 8 70 0 0,-15 31 1 0 0,10-27-44 0 0,-35 76 434 0 0,7-16-2604 0 0,15-27-5707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41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99 288 0 0,'0'0'580'0'0,"-3"-61"12256"0"0,3 59-12199 0 0,-1-2 30 0 0,1 3-591 0 0,0 1-1 0 0,-1-1 1 0 0,1 0 0 0 0,0 1-1 0 0,0-1 1 0 0,0 0-1 0 0,-1 1 1 0 0,1-1 0 0 0,0 0-1 0 0,0 0 1 0 0,0 1 0 0 0,0-1-1 0 0,0 0 1 0 0,1 0 0 0 0,-1 1-1 0 0,0-1 1 0 0,0 0-1 0 0,0 1 1 0 0,1-1 0 0 0,-1 0-1 0 0,0 0 1 0 0,1 0 0 0 0,36-5 211 0 0,0 1 1 0 0,0 2-1 0 0,52 3 1 0 0,-53 1-234 0 0,-28-2-48 0 0,-4 1-3 0 0,1 0-1 0 0,-1 0 0 0 0,1 0 1 0 0,-1 1-1 0 0,1-1 1 0 0,-1 1-1 0 0,0 0 1 0 0,0 0-1 0 0,1 0 1 0 0,5 4-1 0 0,-9-5 0 0 0,-1 1-1 0 0,1-1 1 0 0,-1 1 0 0 0,1-1-1 0 0,-1 1 1 0 0,1-1 0 0 0,-1 1-1 0 0,1-1 1 0 0,-1 1 0 0 0,1 0-1 0 0,-1-1 1 0 0,0 1 0 0 0,0 0-1 0 0,1-1 1 0 0,-1 1 0 0 0,0 0-1 0 0,0-1 1 0 0,0 1 0 0 0,0 0-1 0 0,1 0 1 0 0,-1-1 0 0 0,0 1-1 0 0,0 0 1 0 0,-1-1 0 0 0,1 1-1 0 0,0 0 1 0 0,0 0 0 0 0,0-1-1 0 0,0 1 1 0 0,-1 0 0 0 0,1 0-1 0 0,-11 22 38 0 0,11-23-38 0 0,-20 32 41 0 0,-1-2 0 0 0,-2-1 1 0 0,-30 30-1 0 0,-3 4 52 0 0,36-41-31 0 0,13-14 22 0 0,0-1 1 0 0,0 1-1 0 0,1 1 1 0 0,0-1 0 0 0,-7 14-1 0 0,12-21-55 0 0,1 0 0 0 0,0 0 0 0 0,-1 0 0 0 0,1 0 0 0 0,0-1 0 0 0,0 1 0 0 0,0 0 0 0 0,0 0 0 0 0,0 0 0 0 0,0 0 0 0 0,0 0 0 0 0,0 0 0 0 0,0 0 0 0 0,0 0 0 0 0,0-1 0 0 0,0 1 0 0 0,1 0 0 0 0,-1 0 0 0 0,0 0 0 0 0,1 0 0 0 0,-1 0 0 0 0,1-1 0 0 0,-1 1 0 0 0,1 0 0 0 0,-1 0 0 0 0,1-1 0 0 0,-1 1 0 0 0,1 0 0 0 0,0-1 0 0 0,-1 1 0 0 0,1-1 0 0 0,0 1 0 0 0,0-1 0 0 0,0 1 0 0 0,-1-1 0 0 0,1 0 0 0 0,0 1 0 0 0,0-1 0 0 0,0 0 0 0 0,0 1 0 0 0,0-1 0 0 0,1 0 0 0 0,5 2 24 0 0,1-1 0 0 0,0 0 0 0 0,15 1 0 0 0,-16-2 2 0 0,22 0 15 0 0,1-1-1 0 0,-1-1 1 0 0,34-8 0 0 0,84-25-762 0 0,-134 31-323 0 0,0 0-1 0 0,0-1 1 0 0,18-11-1 0 0,11-12-6669 0 0,-28 15 1759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41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52 408 0 0,'-9'-7'1900'0'0,"-7"-5"3112"0"0,-39-20 2750 0 0,63 34-6973 0 0,19 10-192 0 0,9 10-241 0 0,-2 2 1 0 0,0 2-1 0 0,-2 1 0 0 0,-1 1 1 0 0,-1 1-1 0 0,-2 2 0 0 0,0 1 1 0 0,-3 2-1 0 0,23 36 0 0 0,-30-40-300 0 0,-2 1 1 0 0,-1 1-1 0 0,-1 0 0 0 0,-2 0 0 0 0,-1 2 0 0 0,-1-1 0 0 0,-2 1 1 0 0,-2 1-1 0 0,-1-1 0 0 0,-1 1 0 0 0,-2 44 0 0 0,-6-28-220 0 0,-1 0-1 0 0,-3-1 0 0 0,-1 0 1 0 0,-3 0-1 0 0,-2-1 0 0 0,-32 72 1 0 0,20-63-1512 0 0,-48 77 0 0 0,-52 42-5363 0 0,64-102 281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42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503 69 1216 0 0,'2'-50'8204'0'0,"-3"31"-5543"0"0,-15 23-2174 0 0,-2 4-284 0 0,0 1-1 0 0,1 0 0 0 0,0 1 0 0 0,1 1 0 0 0,0 1 1 0 0,-22 20-1 0 0,11-9 1 0 0,-24 19 261 0 0,-63 67 0 0 0,89-81-340 0 0,2 0 0 0 0,1 2 1 0 0,1 0-1 0 0,-18 36 0 0 0,34-58-105 0 0,2 0 0 0 0,-1 1 0 0 0,1-1 1 0 0,0 1-1 0 0,1 0 0 0 0,0 0 0 0 0,1 0 0 0 0,-1 0 0 0 0,2 0 0 0 0,-1 0 0 0 0,2 9 0 0 0,-1-12-7 0 0,1-1-1 0 0,0 1 1 0 0,0-1-1 0 0,1 0 0 0 0,0 0 1 0 0,0 1-1 0 0,0-1 1 0 0,0 0-1 0 0,1-1 0 0 0,0 1 1 0 0,0 0-1 0 0,0-1 1 0 0,1 1-1 0 0,-1-1 0 0 0,1 0 1 0 0,0 0-1 0 0,0-1 1 0 0,1 1-1 0 0,4 3 0 0 0,6 1-51 0 0,-1 0 0 0 0,1-1-1 0 0,0-1 1 0 0,1 0 0 0 0,-1-1-1 0 0,1-1 1 0 0,0 0-1 0 0,30 2 1 0 0,-29-4-809 0 0,-1-2 0 0 0,1 0 0 0 0,-1-1 1 0 0,1-1-1 0 0,18-3 0 0 0,-18-1-2593 0 0,-3-2-1449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42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57 1184 0 0,'0'0'226'0'0,"-10"-3"2218"0"0,-1 0 0 0 0,1 1 0 0 0,-19-2 0 0 0,46 0-1688 0 0,122-7-162 0 0,-30 3-1919 0 0,-3-7-4160 0 0,-71 9 2163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43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100 264 1060 0 0,'4'-14'6153'0'0,"-1"-9"5"0"0,-1 35-4580 0 0,1 15-667 0 0,-2 0 0 0 0,-2 0 0 0 0,0 0 0 0 0,-6 29 1 0 0,1 6-505 0 0,-32 204 325 0 0,19-150-414 0 0,18-108-492 0 0,-4 13 1374 0 0,0-18-476 0 0,-3-9-569 0 0,5 0-128 0 0,0-1 0 0 0,1 1 0 0 0,0 0 0 0 0,0-1 0 0 0,0 0 0 0 0,1 1 0 0 0,0-1 0 0 0,0 0 1 0 0,0 0-1 0 0,1-11 0 0 0,-1-3 16 0 0,-1-17-8 0 0,1-1 0 0 0,2 1 0 0 0,2 0 0 0 0,1 0-1 0 0,3 0 1 0 0,0 1 0 0 0,3 0 0 0 0,0 0 0 0 0,28-59 0 0 0,-27 72-48 0 0,1 0 1 0 0,1 1 0 0 0,1 1 0 0 0,1 0 0 0 0,1 1 0 0 0,1 1-1 0 0,0 0 1 0 0,2 1 0 0 0,0 1 0 0 0,2 1 0 0 0,-1 1 0 0 0,2 0-1 0 0,0 2 1 0 0,45-22 0 0 0,-58 32 0 0 0,0 1-1 0 0,0 0 0 0 0,1 0 1 0 0,-1 1-1 0 0,1 1 0 0 0,-1-1 1 0 0,1 1-1 0 0,0 1 0 0 0,0 0 1 0 0,11 1-1 0 0,-18 0 12 0 0,0-1 0 0 0,0 1 0 0 0,1 0 1 0 0,-1 0-1 0 0,0 0 0 0 0,0 0 0 0 0,0 0 0 0 0,0 1 0 0 0,0-1 0 0 0,0 1 0 0 0,0 0 0 0 0,0 0 0 0 0,-1 0 0 0 0,1 0 0 0 0,-1 1 0 0 0,0-1 1 0 0,1 1-1 0 0,-1-1 0 0 0,0 1 0 0 0,0 0 0 0 0,-1 0 0 0 0,1 0 0 0 0,-1 0 0 0 0,1 0 0 0 0,-1 0 0 0 0,0 0 0 0 0,0 0 0 0 0,0 1 1 0 0,-1-1-1 0 0,1 0 0 0 0,-1 1 0 0 0,0 4 0 0 0,0 2 3 0 0,-1 0-1 0 0,0 0 1 0 0,-1 0 0 0 0,0 0 0 0 0,-1-1 0 0 0,0 1-1 0 0,0-1 1 0 0,-1 0 0 0 0,0 1 0 0 0,0-2-1 0 0,-1 1 1 0 0,-1-1 0 0 0,1 1 0 0 0,-1-1 0 0 0,-10 9-1 0 0,-7 8-27 0 0,-2-1-1 0 0,-1-1 0 0 0,-29 20 0 0 0,-19 7 60 0 0,-13 10 201 0 0,85-59-245 0 0,7 11-50 0 0,21 11 40 0 0,38 27 1 0 0,6 4-1 0 0,217 166 120 0 0,-219-173-163 0 0,-67-46-65 0 0,1-39-14599 0 0,-4 23 8695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44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128 134 424 0 0,'0'-105'13268'0'0,"0"104"-12963"0"0,1-13 426 0 0,2 13-709 0 0,-1-1-1 0 0,0 1 1 0 0,0-1-1 0 0,1 1 1 0 0,-1 0 0 0 0,1 0-1 0 0,-1 0 1 0 0,1 0-1 0 0,0 0 1 0 0,-1 1 0 0 0,1-1-1 0 0,0 1 1 0 0,-1-1-1 0 0,1 1 1 0 0,0 0 0 0 0,0 0-1 0 0,4 1 1 0 0,-1 0-7 0 0,0 0 0 0 0,0 0 1 0 0,-1 1-1 0 0,1-1 0 0 0,0 1 1 0 0,9 5-1 0 0,-13-6-5 0 0,0 0 0 0 0,-1 0-1 0 0,1 0 1 0 0,-1 1 0 0 0,1-1 0 0 0,-1 0 0 0 0,1 1-1 0 0,-1-1 1 0 0,0 1 0 0 0,0-1 0 0 0,1 1 0 0 0,-1-1-1 0 0,0 1 1 0 0,-1 0 0 0 0,1 0 0 0 0,0 0-1 0 0,0-1 1 0 0,-1 1 0 0 0,1 0 0 0 0,-1 0 0 0 0,0 0-1 0 0,1 0 1 0 0,-1 0 0 0 0,0 0 0 0 0,0 0 0 0 0,0 0-1 0 0,-1 0 1 0 0,1 0 0 0 0,0 0 0 0 0,-1 0 0 0 0,1 0-1 0 0,-1-1 1 0 0,1 1 0 0 0,-1 0 0 0 0,0 0-1 0 0,-1 1 1 0 0,-4 8 29 0 0,0 0-1 0 0,0-1 1 0 0,-1 0-1 0 0,-12 13 0 0 0,14-17-27 0 0,-42 48-3 0 0,46-53-9 0 0,1 0 1 0 0,-1 0-1 0 0,1 0 1 0 0,0 0-1 0 0,-1 0 0 0 0,1 0 1 0 0,0 0-1 0 0,0 0 1 0 0,0 0-1 0 0,0 1 1 0 0,0-1-1 0 0,0 0 0 0 0,0 0 1 0 0,0 0-1 0 0,1 0 1 0 0,-1 0-1 0 0,0 0 1 0 0,1 0-1 0 0,-1 0 0 0 0,1 0 1 0 0,-1 0-1 0 0,1 0 1 0 0,-1 0-1 0 0,1 0 1 0 0,-1-1-1 0 0,1 1 0 0 0,0 0 1 0 0,0 0-1 0 0,-1 0 1 0 0,2 0-1 0 0,30 27-5 0 0,-26-24-8 0 0,20 18-2 0 0,-4-5 32 0 0,-1 2 0 0 0,20 21 0 0 0,-40-39 48 0 0,0 1 0 0 0,0-1 0 0 0,0 0 0 0 0,-1 1-1 0 0,1-1 1 0 0,0 1 0 0 0,-1-1 0 0 0,1 1 0 0 0,-1-1-1 0 0,1 1 1 0 0,-1-1 0 0 0,0 1 0 0 0,1-1 0 0 0,-1 1 0 0 0,0 0-1 0 0,0-1 1 0 0,0 1 0 0 0,0-1 0 0 0,-1 1 0 0 0,1 0-1 0 0,0-1 1 0 0,-1 1 0 0 0,1-1 0 0 0,-1 1 0 0 0,1-1-1 0 0,-1 1 1 0 0,0-1 0 0 0,0 1 0 0 0,0-1 0 0 0,1 0-1 0 0,-1 1 1 0 0,0-1 0 0 0,-1 0 0 0 0,0 2 0 0 0,-3 1 55 0 0,1 0 0 0 0,-1 0 0 0 0,0 0 0 0 0,0-1 0 0 0,0 1 0 0 0,0-1 1 0 0,-9 4-1 0 0,-8 1-6 0 0,1-2-1 0 0,-1 0 1 0 0,-1-1 0 0 0,1-1 0 0 0,-30 1 0 0 0,-18-1-5930 0 0,61-4 4510 0 0,-5 1-2797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47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35 328 0 0,'4'-34'9270'0'0,"-4"43"-6763"0"0,6 85-272 0 0,-6 73-260 0 0,-34 267 0 0 0,-63 158-152 0 0,94-576-1790 0 0,-98 584 904 0 0,81-477-306 0 0,18-115-388 0 0,-1 6-1098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52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99 572 0 0,'-4'-7'935'0'0,"1"0"-1"0"0,0 0 1 0 0,0-1 0 0 0,1 1-1 0 0,0-1 1 0 0,0 1-1 0 0,1-1 1 0 0,0 0 0 0 0,-1-9-1 0 0,3 16-894 0 0,0 0 1 0 0,-1 0-1 0 0,1 0 0 0 0,0 0 0 0 0,0 0 0 0 0,-1 0 0 0 0,1 1 1 0 0,0-1-1 0 0,0 0 0 0 0,0 0 0 0 0,0 1 0 0 0,0-1 0 0 0,0 1 0 0 0,1-1 1 0 0,-1 1-1 0 0,0-1 0 0 0,0 1 0 0 0,0-1 0 0 0,0 1 0 0 0,0 0 1 0 0,1 0-1 0 0,-1 0 0 0 0,0 0 0 0 0,0 0 0 0 0,1 0 0 0 0,-1 0 1 0 0,0 0-1 0 0,0 0 0 0 0,2 1 0 0 0,15 2 82 0 0,1 2 0 0 0,0 0 0 0 0,-1 1 0 0 0,0 0 0 0 0,-1 2 0 0 0,0 0-1 0 0,0 1 1 0 0,0 1 0 0 0,-1 0 0 0 0,-1 1 0 0 0,0 1 0 0 0,0 1 0 0 0,-1 0 0 0 0,24 29 0 0 0,-33-35-83 0 0,0 0 1 0 0,-1 0-1 0 0,0 1 0 0 0,0-1 1 0 0,-1 1-1 0 0,0 0 0 0 0,0 0 1 0 0,-1 0-1 0 0,0 0 1 0 0,0 0-1 0 0,-1 0 0 0 0,1 16 1 0 0,-3-12 10 0 0,1-1 0 0 0,-2 1 0 0 0,0 0 0 0 0,0-1 1 0 0,-1 1-1 0 0,0-1 0 0 0,-1 0 0 0 0,-7 14 1 0 0,-1-4 51 0 0,0 0 0 0 0,0-2 0 0 0,-2 1 0 0 0,-1-2 0 0 0,0 0 0 0 0,-1-1 0 0 0,-1 0 0 0 0,-30 22 0 0 0,47-38-91 0 0,-1-1 1 0 0,0 1-1 0 0,1 0 0 0 0,-1-1 1 0 0,0 1-1 0 0,0-1 1 0 0,1 1-1 0 0,-1-1 0 0 0,0 0 1 0 0,0 1-1 0 0,0-1 0 0 0,0 0 1 0 0,1 0-1 0 0,-1 1 1 0 0,0-1-1 0 0,0 0 0 0 0,0 0 1 0 0,0 0-1 0 0,-1 0 0 0 0,1 0-9 0 0,1-1 0 0 0,0 1 0 0 0,-1 0-1 0 0,1-1 1 0 0,0 1 0 0 0,-1-1 0 0 0,1 1-1 0 0,0 0 1 0 0,0-1 0 0 0,0 1-1 0 0,-1-1 1 0 0,1 1 0 0 0,0-1 0 0 0,0 1-1 0 0,0-1 1 0 0,0 1 0 0 0,0-1 0 0 0,0 1-1 0 0,0-1 1 0 0,0 1 0 0 0,0-1 0 0 0,0 1-1 0 0,0 0 1 0 0,0-2 0 0 0,1-2-14 0 0,0-1 0 0 0,0 1 0 0 0,0 0-1 0 0,1 0 1 0 0,-1 0 0 0 0,4-5 0 0 0,26-38-45 0 0,62-75 0 0 0,49-31-54 0 0,19-23 129 0 0,-141 145-26 0 0,-19 30 14 0 0,-4 2-7 0 0,1 1 1 0 0,0-1-1 0 0,-1 1 0 0 0,1 0 0 0 0,0 0 0 0 0,0 0 0 0 0,0 0 0 0 0,0 0 0 0 0,0 1 0 0 0,1-1 0 0 0,-1 0 1 0 0,1 1-1 0 0,-1 0 0 0 0,0 2 0 0 0,-5 6 6 0 0,-10 16 13 0 0,1 0 0 0 0,1 1 1 0 0,2 1-1 0 0,0 0 0 0 0,2 1 1 0 0,2 0-1 0 0,-7 34 0 0 0,14-58-7 0 0,1 1 0 0 0,1 0 0 0 0,0 0 0 0 0,-1-1 0 0 0,2 1 0 0 0,-1 0 0 0 0,1 0 0 0 0,0 0 0 0 0,1-1 0 0 0,-1 1 0 0 0,1-1 0 0 0,4 9 0 0 0,-4-11-6 0 0,1 1 0 0 0,0-1 0 0 0,0 1 0 0 0,0-1 0 0 0,0 0 0 0 0,1 0 1 0 0,0-1-1 0 0,-1 1 0 0 0,1-1 0 0 0,1 0 0 0 0,-1 0 0 0 0,0 0 0 0 0,1 0 0 0 0,-1-1 0 0 0,1 0 1 0 0,9 3-1 0 0,4 0-55 0 0,1 0-1 0 0,0-2 1 0 0,0 0 0 0 0,0-1 0 0 0,0-1 0 0 0,0-1 0 0 0,1 0 0 0 0,27-5-1 0 0,-21 0-1236 0 0,49-14-1 0 0,-51 11-2039 0 0,44-22 0 0 0,-49 20 233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52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35 124 1140 0 0,'-22'-12'6553'0'0,"21"12"-6359"0"0,0 0 0 0 0,1 0 0 0 0,-1 0 1 0 0,1-1-1 0 0,-1 1 0 0 0,0 0 0 0 0,1 0 1 0 0,-1-1-1 0 0,1 1 0 0 0,-1-1 0 0 0,0 1 1 0 0,1-1-1 0 0,-1 1 0 0 0,1 0 0 0 0,0-1 0 0 0,-1 0 1 0 0,1 1-1 0 0,-1-1 0 0 0,1 1 0 0 0,0-1 1 0 0,-1 1-1 0 0,1-1 0 0 0,0 0 0 0 0,0 1 1 0 0,-1-2-1 0 0,18-2 2711 0 0,-9 2-3371 0 0,218-48 1977 0 0,-105 20-2233 0 0,-61 17-4737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52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8 2344 0 0,'-5'-2'1217'0'0,"0"1"1"0"0,0 0-1 0 0,0-1 0 0 0,0 2 0 0 0,0-1 1 0 0,0 0-1 0 0,-1 1 0 0 0,-7 1 0 0 0,13-1-1090 0 0,-1 1 1 0 0,1 0-1 0 0,-1-1 0 0 0,1 1 0 0 0,-1 0 0 0 0,1-1 0 0 0,0 1 0 0 0,-1 0 1 0 0,1 0-1 0 0,0-1 0 0 0,0 1 0 0 0,-1 0 0 0 0,1 0 0 0 0,0 0 0 0 0,0-1 1 0 0,0 1-1 0 0,0 0 0 0 0,0 0 0 0 0,0 0 0 0 0,0 1 0 0 0,1 20 1104 0 0,-1-21-1072 0 0,14 303 2959 0 0,-11-214-4060 0 0,-1-78-496 0 0,0 0 0 0 0,6 21 0 0 0,-7-30 818 0 0,5 10-867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53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233 119 1988 0 0,'34'-119'12022'0'0,"-33"120"-11938"0"0,-1-1 1 0 0,1 1-1 0 0,0-1 1 0 0,-1 0-1 0 0,1 1 1 0 0,0-1-1 0 0,-1 1 1 0 0,1 0-1 0 0,-1-1 1 0 0,1 1-1 0 0,-1 0 0 0 0,1-1 1 0 0,-1 1-1 0 0,1 0 1 0 0,-1-1-1 0 0,0 1 1 0 0,1 0-1 0 0,-1 0 1 0 0,0-1-1 0 0,0 1 1 0 0,1 0-1 0 0,-1 0 1 0 0,0 0-1 0 0,0 1 0 0 0,4 23 861 0 0,-4-23-794 0 0,1 14 316 0 0,2 21 257 0 0,2-1 0 0 0,1 0 0 0 0,21 65 0 0 0,-24-91-697 0 0,0-1-1 0 0,1-1 0 0 0,0 1 1 0 0,1-1-1 0 0,0 0 0 0 0,0 0 1 0 0,1 0-1 0 0,0 0 0 0 0,1-1 1 0 0,-1 0-1 0 0,1-1 1 0 0,1 1-1 0 0,-1-1 0 0 0,1-1 1 0 0,0 1-1 0 0,0-1 0 0 0,1-1 1 0 0,-1 0-1 0 0,17 6 0 0 0,-15-7-7 0 0,-1-1 1 0 0,1 0-1 0 0,0 0 0 0 0,-1-1 0 0 0,1 0 0 0 0,0-1 0 0 0,0 0 0 0 0,-1 0 1 0 0,1-1-1 0 0,0-1 0 0 0,-1 0 0 0 0,1 0 0 0 0,11-4 0 0 0,-14 3-13 0 0,0 0 0 0 0,0-1 1 0 0,-1 0-1 0 0,1 0 0 0 0,-1 0 0 0 0,0 0 0 0 0,0-1 0 0 0,-1 0 0 0 0,0 0 0 0 0,1-1 0 0 0,-2 0 1 0 0,1 0-1 0 0,-1 0 0 0 0,0 0 0 0 0,0-1 0 0 0,0 1 0 0 0,4-14 0 0 0,-3 6 1 0 0,0 0 1 0 0,-2 0-1 0 0,1-1 0 0 0,-2 1 0 0 0,0-1 0 0 0,-1 0 0 0 0,0 0 1 0 0,-1 0-1 0 0,-1 0 0 0 0,-2-15 0 0 0,3 30-5 0 0,0 0-1 0 0,0-1 1 0 0,0 1-1 0 0,0 0 1 0 0,0-1-1 0 0,0 1 1 0 0,-1 0-1 0 0,1-1 1 0 0,0 1-1 0 0,0-1 1 0 0,0 1-1 0 0,0 0 1 0 0,0-1-1 0 0,-1 1 1 0 0,1 0-1 0 0,0 0 1 0 0,0-1-1 0 0,0 1 1 0 0,-1 0 0 0 0,1 0-1 0 0,0-1 1 0 0,0 1-1 0 0,-1 0 1 0 0,1 0-1 0 0,0-1 1 0 0,-1 1-1 0 0,1 0 1 0 0,0 0-1 0 0,-1 0 1 0 0,1 0-1 0 0,0 0 1 0 0,-1 0-1 0 0,0-1 1 0 0,-10 9 13 0 0,-7 15 19 0 0,1 12 142 0 0,1 1 1 0 0,2 0-1 0 0,-16 68 0 0 0,17-56 17 0 0,-39 137 512 0 0,-94 299 1138 0 0,129-438-1661 0 0,-1-2 1 0 0,-27 49-1 0 0,35-76-79 0 0,0-1 0 0 0,-1 1 0 0 0,-1-2 0 0 0,-1 1 0 0 0,0-2 0 0 0,-1 0 0 0 0,0 0 0 0 0,-17 11 0 0 0,25-21-37 0 0,0 0 0 0 0,-1 0 1 0 0,0-1-1 0 0,1 0 0 0 0,-1 0 0 0 0,0-1 0 0 0,-1 0 0 0 0,1 0 1 0 0,0-1-1 0 0,0 0 0 0 0,-1 0 0 0 0,1 0 0 0 0,-1-1 0 0 0,-14-2 1 0 0,18 2-44 0 0,0-1 0 0 0,1 0 1 0 0,-1 0-1 0 0,0 0 1 0 0,0-1-1 0 0,1 1 1 0 0,-1-1-1 0 0,1 0 0 0 0,-1 0 1 0 0,1 0-1 0 0,0 0 1 0 0,0-1-1 0 0,0 1 0 0 0,0-1 1 0 0,0 0-1 0 0,1 0 1 0 0,-1 0-1 0 0,1 0 0 0 0,0-1 1 0 0,0 1-1 0 0,0 0 1 0 0,0-1-1 0 0,0 1 0 0 0,1-1 1 0 0,-1 0-1 0 0,1 0 1 0 0,0 1-1 0 0,1-1 1 0 0,-2-6-1 0 0,2-1-29 0 0,0-1 0 0 0,0 0 0 0 0,1 1 0 0 0,0-1 0 0 0,1 1 0 0 0,1 0 0 0 0,0 0 1 0 0,0 0-1 0 0,1 0 0 0 0,0 0 0 0 0,1 0 0 0 0,9-14 0 0 0,1 1-176 0 0,1 0 1 0 0,1 1 0 0 0,37-39-1 0 0,-5 15-1975 0 0,2 2-1 0 0,62-42 0 0 0,41-16-9185 0 0,-115 77 4086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53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0 133 876 0 0,'5'-12'13125'0'0,"2"9"-12653"0"0,1 0-1 0 0,-1 1 0 0 0,0-1 1 0 0,1 2-1 0 0,-1-1 0 0 0,1 1 1 0 0,12-1-1 0 0,0 0-183 0 0,38-7-489 0 0,-1-2 0 0 0,0-2 0 0 0,67-26 0 0 0,-95 24-2784 0 0,-15 1-2925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53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8 776 0 0,'-3'-1'2849'0'0,"1"1"-2262"0"0,-22-6 4994 0 0,22 6-5286 0 0,1 0 1 0 0,0 0-1 0 0,-1-1 0 0 0,1 1 0 0 0,0 0 0 0 0,-1 0 0 0 0,1 0 0 0 0,0 1 1 0 0,-1-1-1 0 0,1 0 0 0 0,0 0 0 0 0,-1 1 0 0 0,1-1 0 0 0,0 1 0 0 0,0-1 1 0 0,-2 2-1 0 0,-1 2 259 0 0,1 1 1 0 0,-1-1 0 0 0,1 1-1 0 0,1 0 1 0 0,-1 0 0 0 0,1 0-1 0 0,-1 1 1 0 0,2-1 0 0 0,-1 1-1 0 0,-1 6 1 0 0,-9 64 2287 0 0,9-50-2134 0 0,-40 210 1322 0 0,3-29-1840 0 0,39-195-395 0 0,-4 22-1978 0 0,5-31 1256 0 0,0 1-1 0 0,0 0 0 0 0,1 0 0 0 0,-1-1 1 0 0,1 1-1 0 0,1 5 0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54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33 101 2296 0 0,'3'-16'4470'0'0,"0"0"1"0"0,0-24-1 0 0,-3 39-4352 0 0,0 0 0 0 0,0 0 0 0 0,0 0 0 0 0,1 0-1 0 0,-1 0 1 0 0,0 0 0 0 0,1 0 0 0 0,-1 0 0 0 0,0 0 0 0 0,1 1 0 0 0,-1-1 0 0 0,1 0 0 0 0,0 0 0 0 0,-1 0 0 0 0,1 1 0 0 0,0-1 0 0 0,-1 0 0 0 0,1 1 0 0 0,0-1 0 0 0,0 0 0 0 0,0 1-1 0 0,-1-1 1 0 0,1 1 0 0 0,0-1 0 0 0,0 1 0 0 0,0 0 0 0 0,1-1 0 0 0,25-4 933 0 0,-25 5-996 0 0,41-2 341 0 0,0 2 0 0 0,-1 1 0 0 0,0 3 0 0 0,56 12 0 0 0,-85-14-365 0 0,-1 1 0 0 0,1 0-1 0 0,-1 1 1 0 0,22 10 0 0 0,-34-14-29 0 0,1 1 0 0 0,0-1 0 0 0,-1 1 1 0 0,1 0-1 0 0,-1-1 0 0 0,1 1 0 0 0,-1 0 0 0 0,1 0 0 0 0,-1-1 0 0 0,1 1 0 0 0,-1 0 0 0 0,0 0 0 0 0,0 0 0 0 0,1 0 0 0 0,-1-1 0 0 0,0 1 0 0 0,0 0 0 0 0,0 0 0 0 0,0 0 0 0 0,0 0 0 0 0,0 0 0 0 0,0 0 0 0 0,0-1 0 0 0,0 1 0 0 0,0 0 0 0 0,0 0 0 0 0,-1 2 0 0 0,-9 21 27 0 0,-4-4-6 0 0,-1-1 0 0 0,-1 0 0 0 0,-1-1 0 0 0,-19 15 0 0 0,14-12 88 0 0,-94 84 833 0 0,-42 41 956 0 0,154-142-1774 0 0,-1 1 0 0 0,1 0-1 0 0,-1 0 1 0 0,2 1 0 0 0,-1 0 0 0 0,0-1 0 0 0,1 1-1 0 0,0 0 1 0 0,-3 11 0 0 0,6-16-102 0 0,0 0 0 0 0,0 0 0 0 0,0 1 1 0 0,1-1-1 0 0,-1 0 0 0 0,0-1 0 0 0,0 1 0 0 0,1 0 0 0 0,-1 0 0 0 0,1 0 0 0 0,-1 0 0 0 0,1 0 1 0 0,-1 0-1 0 0,1 0 0 0 0,0-1 0 0 0,-1 1 0 0 0,1 0 0 0 0,0 0 0 0 0,0-1 0 0 0,0 1 1 0 0,-1 0-1 0 0,1-1 0 0 0,0 1 0 0 0,0-1 0 0 0,0 1 0 0 0,0-1 0 0 0,2 1 0 0 0,26 8 315 0 0,10-3-153 0 0,0-3 0 0 0,78-2 0 0 0,78-21-49 0 0,-195 20-143 0 0,106-19 315 0 0,-55 1-1561 0 0,-43 14-38 0 0,1 0 1 0 0,-1-1-1 0 0,12-8 1 0 0,-16 9-451 0 0,0-1 1 0 0,0 1 0 0 0,0 0 0 0 0,-1-1-1 0 0,5-8 1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54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 2964 0 0,'20'-27'16284'0'0,"-17"23"-15940"0"0,1 1 0 0 0,-1 0 0 0 0,1 0 1 0 0,0 1-1 0 0,0-1 0 0 0,0 1 0 0 0,1 0 0 0 0,-1 0 1 0 0,0 0-1 0 0,9-1 0 0 0,54-12-287 0 0,-52 12 138 0 0,21-4-445 0 0,109-20 650 0 0,-50 13-7985 0 0,-75 15 746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54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5 2860 0 0,'-30'16'3356'0'0,"16"-10"-1063"0"0,1 1 0 0 0,0 0 1 0 0,0 1-1 0 0,-24 21 961 0 0,37-29-3179 0 0,0 1 0 0 0,0 0 0 0 0,1-1 0 0 0,-1 1 0 0 0,0-1 0 0 0,0 1 0 0 0,1 0 0 0 0,-1-1 0 0 0,1 1 0 0 0,-1-1 0 0 0,0 1 0 0 0,1-1 0 0 0,-1 1 0 0 0,1-1 0 0 0,-1 1 0 0 0,1-1 0 0 0,-1 1 0 0 0,1-1 0 0 0,-1 0 0 0 0,1 1 0 0 0,0-1 0 0 0,-1 0 0 0 0,1 1 0 0 0,0-1 0 0 0,-1 0 0 0 0,1 0 0 0 0,0 0 0 0 0,-1 1 0 0 0,2-1 0 0 0,21 2 541 0 0,39-6-372 0 0,0-3 0 0 0,97-22 0 0 0,-139 24-636 0 0,36-6-1745 0 0,22-5-2661 0 0,-26 4-1361 0 0,-21 3-192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55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281 118 2768 0 0,'3'-26'10868'0'0,"-3"26"-10800"0"0,0-1 0 0 0,0 1 0 0 0,0 0 0 0 0,1-1 0 0 0,-1 1 0 0 0,0 0-1 0 0,0-1 1 0 0,0 1 0 0 0,0 0 0 0 0,-1-1 0 0 0,1 1 0 0 0,0 0 0 0 0,0-1 0 0 0,0 1 0 0 0,0 0 0 0 0,0-1 0 0 0,0 1 0 0 0,0 0 0 0 0,-1 0 0 0 0,1-1-1 0 0,0 1 1 0 0,0 0 0 0 0,0 0 0 0 0,-1-1 0 0 0,1 1 0 0 0,0 0 0 0 0,0 0 0 0 0,-1-1 0 0 0,1 1 0 0 0,0 0 0 0 0,0 0 0 0 0,-1 0 0 0 0,1 0 0 0 0,0 0 0 0 0,-1-1-1 0 0,1 1 1 0 0,0 0 0 0 0,0 0 0 0 0,-1 0 0 0 0,1 0 0 0 0,0 0 0 0 0,-1 0 0 0 0,1 0 0 0 0,-1 0 0 0 0,-17 10 1139 0 0,-19 22-194 0 0,36-31-894 0 0,-29 32 443 0 0,1 1 0 0 0,1 1 0 0 0,2 2 0 0 0,2 0 0 0 0,-23 48 0 0 0,41-73-513 0 0,0-1 1 0 0,2 1-1 0 0,-1 1 1 0 0,1-1-1 0 0,1 1 0 0 0,1-1 1 0 0,-1 1-1 0 0,1 18 0 0 0,1-26-28 0 0,1-1 0 0 0,1 0 0 0 0,-1 0 0 0 0,1 0 0 0 0,0 0-1 0 0,-1 0 1 0 0,2 0 0 0 0,-1 0 0 0 0,0 0 0 0 0,1 0 0 0 0,0-1-1 0 0,0 1 1 0 0,0 0 0 0 0,0-1 0 0 0,1 0 0 0 0,-1 1 0 0 0,1-1-1 0 0,0 0 1 0 0,0 0 0 0 0,0-1 0 0 0,0 1 0 0 0,0 0 0 0 0,1-1-1 0 0,-1 0 1 0 0,1 0 0 0 0,-1 0 0 0 0,1 0 0 0 0,0-1 0 0 0,7 2-1 0 0,1 1 37 0 0,0-2 0 0 0,1 0 0 0 0,0 0 0 0 0,-1-1-1 0 0,1-1 1 0 0,0 0 0 0 0,0-1 0 0 0,-1 0-1 0 0,1-1 1 0 0,-1 0 0 0 0,1-1 0 0 0,-1-1 0 0 0,0 0-1 0 0,0 0 1 0 0,0-1 0 0 0,-1-1 0 0 0,0 0-1 0 0,0 0 1 0 0,15-13 0 0 0,-13 10-39 0 0,-1-1 0 0 0,-1 0 0 0 0,0-1 1 0 0,0-1-1 0 0,-1 1 0 0 0,-1-2 0 0 0,0 1 0 0 0,0-1 0 0 0,-1-1 0 0 0,-1 1 0 0 0,-1-1 0 0 0,0 0 1 0 0,0-1-1 0 0,-1 0 0 0 0,4-24 0 0 0,-8 28-23 0 0,0-1 1 0 0,-1 0-1 0 0,0 1 0 0 0,-1-1 1 0 0,0 0-1 0 0,-1 1 1 0 0,0-1-1 0 0,-1 1 0 0 0,0 0 1 0 0,-1-1-1 0 0,0 2 0 0 0,-1-1 1 0 0,0 0-1 0 0,0 1 0 0 0,-1 0 1 0 0,-1 0-1 0 0,0 1 1 0 0,-9-10-1 0 0,5 7-114 0 0,0 1 0 0 0,-1 0 0 0 0,0 1 1 0 0,0 0-1 0 0,-1 1 0 0 0,-1 1 0 0 0,1 0 0 0 0,-1 1 1 0 0,-1 0-1 0 0,1 1 0 0 0,-1 1 0 0 0,0 0 0 0 0,-16-3 0 0 0,26 8-676 0 0,1-1 0 0 0,0 1-1 0 0,0 0 1 0 0,-1 0-1 0 0,1 0 1 0 0,0 1 0 0 0,-1 0-1 0 0,-3 1 1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56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1089 43 548 0 0,'-5'-6'1724'0'0,"3"4"-1237"0"0,0 1 0 0 0,1 0 0 0 0,-1-1 0 0 0,1 1 0 0 0,0-1 0 0 0,-1 0 0 0 0,1 0 1 0 0,0 1-1 0 0,0-1 0 0 0,0 0 0 0 0,0 0 0 0 0,1 0 0 0 0,-1 0 0 0 0,0 0 0 0 0,1 0 0 0 0,-1 0 0 0 0,1 0 0 0 0,0-3 0 0 0,1 5-405 0 0,1 0 0 0 0,-1 0-1 0 0,1 0 1 0 0,-1 1 0 0 0,1-1-1 0 0,-1 0 1 0 0,1 0 0 0 0,-1 1-1 0 0,1-1 1 0 0,1 2-1 0 0,9 3 106 0 0,1 0-1 0 0,-1 1 1 0 0,-1 0-1 0 0,1 1 0 0 0,-1 0 1 0 0,0 1-1 0 0,-1 1 1 0 0,0-1-1 0 0,0 2 0 0 0,-1-1 1 0 0,9 13-1 0 0,-11-13-46 0 0,0 1 0 0 0,-1-1 0 0 0,0 1 0 0 0,0 0-1 0 0,-1 1 1 0 0,-1-1 0 0 0,0 1 0 0 0,0 0 0 0 0,-1 0 0 0 0,0 1 0 0 0,-1-1 0 0 0,1 23 0 0 0,-4-21-5 0 0,0 0 1 0 0,-1 0 0 0 0,-1-1 0 0 0,0 1 0 0 0,0 0 0 0 0,-2-1 0 0 0,1 0 0 0 0,-2 0-1 0 0,1 0 1 0 0,-2-1 0 0 0,0 0 0 0 0,-8 11 0 0 0,-15 16 271 0 0,-63 62 0 0 0,89-96-385 0 0,-52 47 271 0 0,36-35-162 0 0,1 2-1 0 0,-33 38 0 0 0,50-55-118 0 0,1 1 0 0 0,-1 0 0 0 0,1 0 0 0 0,0 0-1 0 0,0 0 1 0 0,-1 0 0 0 0,1 0 0 0 0,1 0-1 0 0,-1 0 1 0 0,0 1 0 0 0,0-1 0 0 0,1 0 0 0 0,-1 0-1 0 0,1 1 1 0 0,0-1 0 0 0,0 0 0 0 0,0 1-1 0 0,0-1 1 0 0,0 0 0 0 0,0 1 0 0 0,1-1 0 0 0,-1 0-1 0 0,1 0 1 0 0,-1 1 0 0 0,1-1 0 0 0,0 0-1 0 0,0 0 1 0 0,0 0 0 0 0,0 0 0 0 0,0 0 0 0 0,1 0-1 0 0,-1 0 1 0 0,1 0 0 0 0,-1-1 0 0 0,1 1-1 0 0,-1 0 1 0 0,1-1 0 0 0,0 1 0 0 0,0-1-1 0 0,0 0 1 0 0,0 0 0 0 0,0 1 0 0 0,0-1 0 0 0,0-1-1 0 0,0 1 1 0 0,3 1 0 0 0,22 6 17 0 0,0-1 0 0 0,1-1 0 0 0,0-1 1 0 0,-1-1-1 0 0,2-2 0 0 0,-1-1 0 0 0,0-1 0 0 0,0-1 1 0 0,46-9-1 0 0,-58 8 68 0 0,-1-1 1 0 0,1-1-1 0 0,0 0 1 0 0,-1-1-1 0 0,0 0 1 0 0,0-2-1 0 0,-1 0 1 0 0,25-15-1 0 0,-38 21 149 0 0,-2 1-215 0 0,0-1 1 0 0,0 1-1 0 0,0 0 1 0 0,0-1-1 0 0,0 1 1 0 0,0 0-1 0 0,0 0 1 0 0,0 0-1 0 0,0 0 1 0 0,0 0-1 0 0,0 0 1 0 0,0 0-1 0 0,-1 0 1 0 0,-11 5 132 0 0,1 1-1 0 0,0 0 1 0 0,1 1 0 0 0,0 0 0 0 0,0 1-1 0 0,0 0 1 0 0,1 1 0 0 0,-10 11 0 0 0,-3 4 262 0 0,1 1 0 0 0,-21 33 0 0 0,13-11 18 0 0,2 1 0 0 0,3 1 1 0 0,2 2-1 0 0,2 0 1 0 0,2 1-1 0 0,-19 87 0 0 0,-33 334 2540 0 0,48-278-2290 0 0,19-161-593 0 0,-2 0 0 0 0,-1 0 1 0 0,-2-1-1 0 0,-1 0 0 0 0,-20 44 0 0 0,22-62-94 0 0,0 0 0 0 0,-1-1 1 0 0,0 1-1 0 0,-1-2 0 0 0,-1 1 0 0 0,0-2 1 0 0,-1 1-1 0 0,0-2 0 0 0,-1 1 0 0 0,0-2 1 0 0,-1 1-1 0 0,-28 14 0 0 0,16-13-66 0 0,0-1 1 0 0,-1-1-1 0 0,0-2 0 0 0,0-1 0 0 0,-1 0 1 0 0,0-3-1 0 0,-32 3 0 0 0,-203-7-6584 0 0,216-2 4121 0 0,-32-1-5213 0 0,-10-6-4908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02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67 892 0 0,'0'-10'2416'0'0,"-1"-1"1"0"0,0 1-1 0 0,0 0 1 0 0,-6-16 1858 0 0,-5 80-1738 0 0,-63 468-162 0 0,44-318-2132 0 0,24-160-378 0 0,-5 40-1683 0 0,8-30-2396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02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0 261 2092 0 0,'2'-8'1045'0'0,"0"-1"-1"0"0,1 0 0 0 0,-1 1 1 0 0,2-1-1 0 0,-1 1 1 0 0,1 0-1 0 0,0 0 1 0 0,9-12-1 0 0,-7 13-653 0 0,0 1 1 0 0,0 0-1 0 0,0 0 0 0 0,1 0 0 0 0,0 1 1 0 0,0 0-1 0 0,0 0 0 0 0,16-6 0 0 0,14-5 97 0 0,1 1-1 0 0,58-13 1 0 0,82-9-152 0 0,-154 33-366 0 0,75-11-61 0 0,-89 14-492 0 0,0 0 0 0 0,0 1 0 0 0,1 1 0 0 0,-1 0 1 0 0,0 0-1 0 0,0 1 0 0 0,14 4 0 0 0,-23-6 283 0 0,0 1 0 0 0,0-1 0 0 0,0 1 0 0 0,0-1 0 0 0,0 1 0 0 0,0-1-1 0 0,0 1 1 0 0,0 0 0 0 0,0-1 0 0 0,0 1 0 0 0,0 0 0 0 0,0 0 0 0 0,-1 0-1 0 0,1 0 1 0 0,0 0 0 0 0,0 2 0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03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0 1492 0 0,'-52'32'2246'0'0,"-3"0"1288"0"0,-56 45 0 0 0,109-75-3265 0 0,-1 0 1 0 0,1 0-1 0 0,0 1 1 0 0,0-1-1 0 0,0 1 1 0 0,0-1 0 0 0,0 1-1 0 0,1 0 1 0 0,-1-1-1 0 0,1 1 1 0 0,-1 0-1 0 0,-1 6 1 0 0,10-3 524 0 0,-1-4-633 0 0,-4-1-124 0 0,-1-1 0 0 0,1 1 0 0 0,-1-1-1 0 0,1 1 1 0 0,0-1 0 0 0,-1 0 0 0 0,1 0-1 0 0,0 0 1 0 0,-1 0 0 0 0,1 0 0 0 0,0 0-1 0 0,0 0 1 0 0,-1 0 0 0 0,3-1 0 0 0,3 0 50 0 0,187-20 616 0 0,-17 2-6558 0 0,-140 16 2314 0 0,0 1-1266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03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 1416 0 0,'-2'0'4588'0'0,"-19"-1"3200"0"0,12 1-5809 0 0,5 2-878 0 0,3-2-1004 0 0,0 1 1 0 0,0-1 0 0 0,1 0 0 0 0,-1 1 0 0 0,0-1 0 0 0,1 1-1 0 0,-1-1 1 0 0,0 1 0 0 0,1-1 0 0 0,-1 1 0 0 0,0-1 0 0 0,1 1-1 0 0,-1-1 1 0 0,1 1 0 0 0,-1 0 0 0 0,1-1 0 0 0,-1 1 0 0 0,1 0-1 0 0,-1 0 1 0 0,1-1 0 0 0,0 1 0 0 0,-1 1 0 0 0,-10 127 1420 0 0,10-106-1206 0 0,2 1-1 0 0,0-1 1 0 0,8 38 0 0 0,-8-53-592 0 0,1-1-1 0 0,0 1 1 0 0,1-1-1 0 0,0 0 1 0 0,0 0 0 0 0,0 0-1 0 0,1 0 1 0 0,5 6-1 0 0,-6-10-1119 0 0,-2-2 1050 0 0,0-1 0 0 0,0 1 0 0 0,0-1 0 0 0,0 1 0 0 0,0-1 0 0 0,0 0 0 0 0,0 1 0 0 0,0-1 0 0 0,0 0 0 0 0,0 0 0 0 0,0 0 0 0 0,0 1 0 0 0,0-1 0 0 0,0 0-1 0 0,0-1 1 0 0,0 1 0 0 0,0 0 0 0 0,0 0 0 0 0,0 0 0 0 0,0 0 0 0 0,0-1 0 0 0,0 1 0 0 0,1-1 0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03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63 2596 0 0,'-18'-51'9283'0'0,"17"49"-8762"0"0,1 1-451 0 0,0 1 0 0 0,0-1 1 0 0,0 1-1 0 0,0-1 0 0 0,-1 1 0 0 0,1-1 1 0 0,0 1-1 0 0,0-1 0 0 0,-1 1 1 0 0,1 0-1 0 0,0-1 0 0 0,-1 1 0 0 0,1-1 1 0 0,0 1-1 0 0,-1 0 0 0 0,1-1 0 0 0,0 1 1 0 0,-1 0-1 0 0,0-1 0 0 0,0 3-279 0 0,0 0 0 0 0,0 1 0 0 0,0-1 0 0 0,0 0 0 0 0,1 1 0 0 0,-1-1 0 0 0,1 0-1 0 0,0 1 1 0 0,-1-1 0 0 0,1 1 0 0 0,0-1 0 0 0,1 0 0 0 0,-1 1 0 0 0,1 3 0 0 0,0 11-3805 0 0,-1-1-237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03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0 121 1384 0 0,'15'20'8688'0'0,"-3"-9"-7635"0"0,-1 1 0 0 0,0 0 1 0 0,-1 1-1 0 0,12 18 1 0 0,-19-26-1019 0 0,-1 0 1 0 0,1 1 0 0 0,-1-1-1 0 0,-1 0 1 0 0,1 1-1 0 0,-1-1 1 0 0,0 1 0 0 0,0-1-1 0 0,0 1 1 0 0,-1-1-1 0 0,0 1 1 0 0,0 0 0 0 0,0-1-1 0 0,-1 1 1 0 0,0 0 0 0 0,-2 7-1 0 0,2-9 9 0 0,0 0 0 0 0,0 0 0 0 0,-1 0 0 0 0,1 0 0 0 0,-1 0 0 0 0,0 0 0 0 0,-4 5-1 0 0,5-8 52 0 0,-13-8-31 0 0,13 6-63 0 0,0-1 1 0 0,0 1 0 0 0,1-1-1 0 0,-1 1 1 0 0,0-1 0 0 0,0 1 0 0 0,1-1-1 0 0,-1 0 1 0 0,1 1 0 0 0,-1-1-1 0 0,1 0 1 0 0,0 0 0 0 0,0 1 0 0 0,0-1-1 0 0,0 0 1 0 0,0 0 0 0 0,0-1-1 0 0,5-32 25 0 0,-5 34-26 0 0,4-15 17 0 0,1-1-1 0 0,0 1 0 0 0,1 0 1 0 0,1 0-1 0 0,0 0 1 0 0,1 1-1 0 0,1 0 1 0 0,18-24-1 0 0,-18 28 105 0 0,1 0-1 0 0,0 0 1 0 0,1 1 0 0 0,0 0-1 0 0,0 0 1 0 0,1 2-1 0 0,0-1 1 0 0,1 2 0 0 0,0-1-1 0 0,20-7 1 0 0,-29 13-92 0 0,1 1-1 0 0,0 0 1 0 0,0-1-1 0 0,0 1 1 0 0,0 1 0 0 0,0-1-1 0 0,0 1 1 0 0,0 0-1 0 0,0 0 1 0 0,0 0 0 0 0,0 1-1 0 0,0 0 1 0 0,5 1-1 0 0,-7-1-17 0 0,0 1-1 0 0,0-1 1 0 0,0 0-1 0 0,0 1 1 0 0,-1 0-1 0 0,1-1 1 0 0,0 1-1 0 0,-1 0 1 0 0,1 1-1 0 0,-1-1 0 0 0,0 0 1 0 0,0 1-1 0 0,0-1 1 0 0,0 1-1 0 0,0 0 1 0 0,-1-1-1 0 0,1 1 1 0 0,-1 0-1 0 0,0 0 1 0 0,1 0-1 0 0,0 5 1 0 0,1 7 57 0 0,-1 0 1 0 0,0 1-1 0 0,-1-1 1 0 0,-1 0-1 0 0,-1 22 1 0 0,-1-17-1057 0 0,2 1 1 0 0,3 26 0 0 0,-2-43 533 0 0,-1-1 0 0 0,1 0 1 0 0,0 0-1 0 0,-1 0 0 0 0,2 0 0 0 0,1 6 1 0 0,-2-8 28 0 0,0 0 1 0 0,0 0 0 0 0,-1 0 0 0 0,1 0 0 0 0,0 0-1 0 0,0 0 1 0 0,0 0 0 0 0,0 0 0 0 0,1 0 0 0 0,-1 0-1 0 0,0 0 1 0 0,2 0 0 0 0,10 4-4546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04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277 540 2264 0 0,'1'-2'552'0'0,"0"-1"-1"0"0,0 1 1 0 0,0-1-1 0 0,0 0 1 0 0,0 1 0 0 0,-1-1-1 0 0,0 0 1 0 0,1 0-1 0 0,-1 1 1 0 0,0-1-1 0 0,0 0 1 0 0,0 0 0 0 0,-1 1-1 0 0,1-1 1 0 0,-1 0-1 0 0,0 1 1 0 0,0-4-1 0 0,0 5-467 0 0,1 1 0 0 0,-1-1 0 0 0,0 1-1 0 0,1-1 1 0 0,-1 1 0 0 0,0 0 0 0 0,1-1-1 0 0,-1 1 1 0 0,0-1 0 0 0,0 1-1 0 0,1 0 1 0 0,-1 0 0 0 0,0-1 0 0 0,0 1-1 0 0,1 0 1 0 0,-1 0 0 0 0,0 0 0 0 0,0 0-1 0 0,0 0 1 0 0,1 0 0 0 0,-1 0-1 0 0,0 0 1 0 0,0 0 0 0 0,0 1 0 0 0,1-1-1 0 0,-1 0 1 0 0,0 0 0 0 0,0 1 0 0 0,-1 0-1 0 0,-22 9 648 0 0,9 1-491 0 0,1 0 1 0 0,0 1 0 0 0,1 0-1 0 0,1 1 1 0 0,-15 19-1 0 0,1 3 23 0 0,-23 40 0 0 0,8 2-68 0 0,37-70-176 0 0,1 1 0 0 0,0 0 0 0 0,1-1 0 0 0,-1 1-1 0 0,2 0 1 0 0,-1 0 0 0 0,1 0 0 0 0,0 13 0 0 0,1-19-10 0 0,0-1 0 0 0,0 0 0 0 0,0 1 1 0 0,0-1-1 0 0,1 0 0 0 0,-1 1 0 0 0,0-1 0 0 0,1 0 0 0 0,-1 1 1 0 0,1-1-1 0 0,-1 0 0 0 0,1 0 0 0 0,0 1 0 0 0,0-1 0 0 0,-1 0 0 0 0,1 0 1 0 0,0 0-1 0 0,0 0 0 0 0,0 0 0 0 0,0 0 0 0 0,0 0 0 0 0,0 0 1 0 0,3 1-1 0 0,-2-2 0 0 0,1 1 0 0 0,-1 0 0 0 0,1-1 1 0 0,-1 1-1 0 0,1-1 0 0 0,0 0 0 0 0,-1 0 0 0 0,1 0 1 0 0,-1 0-1 0 0,1 0 0 0 0,4-1 0 0 0,5-2 6 0 0,-1 0 0 0 0,-1-1 0 0 0,1 0 0 0 0,17-10 0 0 0,-11 3-12 0 0,0 0 0 0 0,-1-1 0 0 0,-1-1 0 0 0,0 0 0 0 0,0-1 0 0 0,-1-1 0 0 0,-1 0 0 0 0,-1-1 0 0 0,0-1 0 0 0,11-20 0 0 0,-1-4-3 0 0,-2 0 1 0 0,-2-1-1 0 0,18-61 0 0 0,-16 21-60 0 0,-3 1-1 0 0,6-85 0 0 0,-9 54 13 0 0,-14 94 37 0 0,-7 31 95 0 0,-9 30 184 0 0,7-17-249 0 0,-83 325 1112 0 0,85-313-1445 0 0,2-1 0 0 0,2 1 0 0 0,1 0 0 0 0,2 0 0 0 0,2 0 0 0 0,1-1 0 0 0,14 60 0 0 0,-14-84-900 0 0,1 1 0 0 0,1 0 0 0 0,1-1 1 0 0,0 0-1 0 0,0 0 0 0 0,13 18 0 0 0,5 0-4842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05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90 668 2072 0 0,'-30'27'6230'0'0,"-5"16"-1824"0"0,17-22-3033 0 0,17-20-1320 0 0,1-1 0 0 0,0 1 0 0 0,-1-1 0 0 0,1 0 1 0 0,-1 1-1 0 0,1-1 0 0 0,-1 1 0 0 0,1-1 0 0 0,0 1 1 0 0,-1-1-1 0 0,1 1 0 0 0,0-1 0 0 0,0 1 0 0 0,-1-1 1 0 0,1 1-1 0 0,0-1 0 0 0,0 1 0 0 0,0 0 0 0 0,0-1 1 0 0,0 1-1 0 0,0-1 0 0 0,0 1 0 0 0,0-1 0 0 0,0 1 1 0 0,0 0-1 0 0,0-1 0 0 0,0 1 0 0 0,0-1 0 0 0,0 1 1 0 0,0 0-1 0 0,1-1 0 0 0,-1 2 0 0 0,1-2-10 0 0,-1 0-1 0 0,1 1 0 0 0,0-1 0 0 0,-1 0 1 0 0,1 0-1 0 0,0 0 0 0 0,-1 1 1 0 0,1-1-1 0 0,0 0 0 0 0,-1 0 0 0 0,1 0 1 0 0,0 0-1 0 0,0 0 0 0 0,-1 0 1 0 0,1 0-1 0 0,0 0 0 0 0,-1 0 0 0 0,1-1 1 0 0,0 1-1 0 0,-1 0 0 0 0,1 0 1 0 0,0-1-1 0 0,13-5 41 0 0,-1-1-1 0 0,-1-1 1 0 0,0 0 0 0 0,0 0 0 0 0,0-2 0 0 0,-1 1-1 0 0,0-1 1 0 0,15-19 0 0 0,-6 4-53 0 0,-2 0 0 0 0,30-53 0 0 0,-24 31-16 0 0,-3-1 1 0 0,-1-1-1 0 0,14-60 0 0 0,-14 30-72 0 0,12-110-1 0 0,-31 187 60 0 0,2-26-193 0 0,-4 24 97 0 0,-2 19 109 0 0,-25 115-14 0 0,-18 99 59 0 0,39-182-29 0 0,3 1-1 0 0,2 89 1 0 0,2-126-11 0 0,1 0 1 0 0,1 0 0 0 0,0-1 0 0 0,0 1 0 0 0,1-1-1 0 0,0 1 1 0 0,1-1 0 0 0,7 15 0 0 0,-9-22-50 0 0,0 1 0 0 0,0-1 0 0 0,1 0 0 0 0,-1 0 0 0 0,1-1 1 0 0,-1 1-1 0 0,1 0 0 0 0,0-1 0 0 0,0 0 0 0 0,0 1 0 0 0,0-1 0 0 0,0-1 0 0 0,1 1 0 0 0,-1 0 0 0 0,1-1 1 0 0,-1 1-1 0 0,1-1 0 0 0,0 0 0 0 0,-1-1 0 0 0,1 1 0 0 0,0 0 0 0 0,-1-1 0 0 0,1 0 0 0 0,0 0 1 0 0,0 0-1 0 0,0 0 0 0 0,6-2 0 0 0,0 0-157 0 0,-1-1 0 0 0,1 0 0 0 0,-1-1 0 0 0,0 0 0 0 0,0-1 0 0 0,0 1 0 0 0,0-2 0 0 0,-1 1 0 0 0,0-1 0 0 0,0 0 0 0 0,-1-1 0 0 0,10-10 0 0 0,2-4-137 0 0,-2 0 0 0 0,0-1 1 0 0,17-31-1 0 0,-9 7-22 0 0,-1-2 0 0 0,28-83-1 0 0,19-107 1046 0 0,-44 142 1087 0 0,-27 94-1535 0 0,0 5-69 0 0,-12 87 1361 0 0,-31 109-1 0 0,6-29-894 0 0,23-96-462 0 0,-24 137 587 0 0,38-211-765 0 0,0 0-1 0 0,0 1 0 0 0,0-1 0 0 0,0 0 0 0 0,0 0 0 0 0,-1 1 0 0 0,1-1 1 0 0,0 0-1 0 0,0 0 0 0 0,0 1 0 0 0,0-1 0 0 0,0 0 0 0 0,0 1 0 0 0,0-1 1 0 0,0 0-1 0 0,0 0 0 0 0,0 1 0 0 0,0-1 0 0 0,0 0 0 0 0,1 1 0 0 0,-1-1 1 0 0,0 0-1 0 0,0 0 0 0 0,0 1 0 0 0,0-1 0 0 0,0 0 0 0 0,1 0 1 0 0,-1 1-1 0 0,0-1 0 0 0,0 0 0 0 0,0 0 0 0 0,1 0 0 0 0,-1 1 0 0 0,0-1 1 0 0,0 0-1 0 0,0 0 0 0 0,1 0 0 0 0,10-6 67 0 0,8-16-38 0 0,12-31-9 0 0,50-78 1 0 0,-69 114-36 0 0,1 1 1 0 0,1 0-1 0 0,0 1 0 0 0,1 0 1 0 0,21-15-1 0 0,-34 28 2 0 0,0 0-1 0 0,0 1 1 0 0,1-1 0 0 0,-1 1-1 0 0,0 0 1 0 0,1 0-1 0 0,-1 0 1 0 0,1 0 0 0 0,0 0-1 0 0,-1 0 1 0 0,1 1-1 0 0,0-1 1 0 0,-1 1 0 0 0,1 0-1 0 0,0 0 1 0 0,-1 0-1 0 0,1 0 1 0 0,3 0 0 0 0,-4 1 6 0 0,1 0 0 0 0,-1 0-1 0 0,0 0 1 0 0,0 0 0 0 0,0 1 0 0 0,0-1 0 0 0,0 0 0 0 0,0 1 0 0 0,0 0 0 0 0,-1-1 0 0 0,1 1 0 0 0,0 0 0 0 0,-1 0 0 0 0,1 0 0 0 0,-1 0 0 0 0,0 0 0 0 0,0 0 0 0 0,0 0 0 0 0,0 0 0 0 0,1 5-1 0 0,4 12 57 0 0,-2 1-1 0 0,0 0 0 0 0,-1 0 0 0 0,-1 0 0 0 0,-1 1 1 0 0,-1-1-1 0 0,-3 27 0 0 0,1-16 11 0 0,2-1 1 0 0,3 36-1 0 0,-2-64-55 0 0,-1 0 0 0 0,0 0-1 0 0,1 0 1 0 0,-1 0 0 0 0,1 0 0 0 0,0 0-1 0 0,-1 0 1 0 0,1 0 0 0 0,0 0 0 0 0,0 0-1 0 0,0-1 1 0 0,1 1 0 0 0,-1 0 0 0 0,0-1-1 0 0,1 1 1 0 0,-1-1 0 0 0,1 1 0 0 0,-1-1-1 0 0,4 2 1 0 0,-2-1-2 0 0,-1-1 0 0 0,1 0 0 0 0,0 0 1 0 0,0 0-1 0 0,0 0 0 0 0,0-1 0 0 0,0 1 0 0 0,0-1 0 0 0,1 0 0 0 0,-1 0 0 0 0,0 0 0 0 0,3 0 1 0 0,5-2 1 0 0,0 0 0 0 0,0-1 1 0 0,0 0-1 0 0,-1 0 0 0 0,1-2 1 0 0,12-5-1 0 0,-7 0-16 0 0,1 0 0 0 0,-1-2 0 0 0,-1 1 0 0 0,0-2 0 0 0,-1 0 0 0 0,0-1 0 0 0,-1 0 1 0 0,17-24-1 0 0,-13 14-1 0 0,-2-1-1 0 0,0 0 1 0 0,-2-1 0 0 0,-1 0 0 0 0,9-29 0 0 0,-20 54 7 0 0,-1 0-1 0 0,0 1 1 0 0,1-1-1 0 0,-1 0 0 0 0,0 0 1 0 0,1 0-1 0 0,-1 1 1 0 0,0-1-1 0 0,0 0 1 0 0,0 0-1 0 0,0 0 1 0 0,0 0-1 0 0,0 1 1 0 0,0-1-1 0 0,0 0 0 0 0,0 0 1 0 0,0 0-1 0 0,0 0 1 0 0,-1 1-1 0 0,1-1 1 0 0,0 0-1 0 0,0 0 1 0 0,-1 0-1 0 0,1 1 1 0 0,-1-1-1 0 0,1 0 0 0 0,-1 1 1 0 0,1-1-1 0 0,-1 0 1 0 0,1 1-1 0 0,-1-1 1 0 0,0 0-1 0 0,-1 0 3 0 0,1 1 0 0 0,0 0 0 0 0,-1 0 0 0 0,1 0 0 0 0,0 0 0 0 0,-1 0 0 0 0,1 0 0 0 0,0 0 0 0 0,-1 0 0 0 0,1 0-1 0 0,0 1 1 0 0,0-1 0 0 0,-1 0 0 0 0,1 1 0 0 0,0-1 0 0 0,0 1 0 0 0,-1-1 0 0 0,1 1 0 0 0,0 0 0 0 0,-1 1 0 0 0,-8 5 54 0 0,1 1 1 0 0,1-1-1 0 0,-1 2 1 0 0,1-1-1 0 0,1 1 1 0 0,0 1 0 0 0,-11 17-1 0 0,8-9 49 0 0,0 1-1 0 0,1 0 1 0 0,-9 30 0 0 0,14-38-67 0 0,1 1 0 0 0,0-1 0 0 0,1 1 0 0 0,1 0 0 0 0,-1-1 0 0 0,2 1 0 0 0,0 0 0 0 0,1 17 0 0 0,0-25-24 0 0,0 0-1 0 0,0 0 0 0 0,0 1 1 0 0,1-1-1 0 0,-1-1 1 0 0,1 1-1 0 0,0 0 0 0 0,0 0 1 0 0,0-1-1 0 0,1 1 0 0 0,-1-1 1 0 0,1 1-1 0 0,0-1 0 0 0,0 0 1 0 0,0 0-1 0 0,0 0 0 0 0,0-1 1 0 0,1 1-1 0 0,0-1 1 0 0,-1 0-1 0 0,1 0 0 0 0,0 0 1 0 0,0 0-1 0 0,0-1 0 0 0,0 1 1 0 0,6 0-1 0 0,8 2-23 0 0,0-2 0 0 0,-1 0 0 0 0,1 0-1 0 0,0-2 1 0 0,0 0 0 0 0,22-4 0 0 0,-3-2-1084 0 0,71-20 0 0 0,-82 18-435 0 0,0-2 1 0 0,26-13-1 0 0,12-15-5034 0 0,-26 9-225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05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0 788 0 0,'-22'3'1093'0'0,"-304"52"11432"0"0,319-51-11214 0 0,17-3-999 0 0,21-2-192 0 0,257-34-1692 0 0,-129 17-4901 0 0,-88 9 773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06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33 134 1832 0 0,'5'-16'1212'0'0,"1"1"-1"0"0,1 0 1 0 0,0 1 0 0 0,0 0-1 0 0,2 0 1 0 0,0 0-1 0 0,11-12 1 0 0,-20 25-1188 0 0,1 1 0 0 0,-1-1 0 0 0,1 1 0 0 0,-1-1 0 0 0,1 1 0 0 0,-1 0 0 0 0,1-1 0 0 0,0 1 0 0 0,-1 0 0 0 0,1-1 0 0 0,0 1 0 0 0,-1 0 0 0 0,1 0-1 0 0,0 0 1 0 0,-1-1 0 0 0,1 1 0 0 0,0 0 0 0 0,-1 0 0 0 0,1 0 0 0 0,0 0 0 0 0,-1 0 0 0 0,1 0 0 0 0,0 0 0 0 0,0 1 0 0 0,-1-1 0 0 0,1 0 0 0 0,0 0 0 0 0,-1 0 0 0 0,1 1 0 0 0,-1-1 0 0 0,1 0 0 0 0,0 1 0 0 0,-1-1 0 0 0,1 1 0 0 0,-1-1 0 0 0,1 0 0 0 0,0 2-1 0 0,1-1 26 0 0,0 1-1 0 0,0 0 1 0 0,0 0-1 0 0,0 0 1 0 0,-1 0-1 0 0,1 0 1 0 0,-1 0 0 0 0,0 0-1 0 0,2 3 1 0 0,0 6 134 0 0,0 0 0 0 0,0 1 1 0 0,-1 0-1 0 0,-1-1 1 0 0,0 1-1 0 0,-1 0 0 0 0,-1 21 1 0 0,-18 85 614 0 0,16-98-712 0 0,-24 88 443 0 0,-56 151 1 0 0,79-246-503 0 0,-2 3 39 0 0,-8 27 236 0 0,14-41-255 0 0,2-3-18 0 0,8-5-22 0 0,1 0 0 0 0,-1-1 0 0 0,-1 0 0 0 0,1-1 0 0 0,-1 0 0 0 0,9-10 0 0 0,-5 5-11 0 0,27-21 0 0 0,-25 24 0 0 0,-1 2 0 0 0,1-1 0 0 0,0 2-1 0 0,1 0 1 0 0,0 1 0 0 0,0 0 0 0 0,0 2 0 0 0,1 0 0 0 0,-1 0 0 0 0,26-1 0 0 0,-34 5 27 0 0,-1-1 1 0 0,1 2-1 0 0,0-1 1 0 0,-1 1-1 0 0,1 0 1 0 0,0 0-1 0 0,-1 1 0 0 0,1 0 1 0 0,-1 1-1 0 0,0 0 1 0 0,0 0-1 0 0,0 0 1 0 0,0 1-1 0 0,0 0 1 0 0,-1 0-1 0 0,0 0 1 0 0,0 1-1 0 0,0 0 1 0 0,0 1-1 0 0,-1-1 1 0 0,0 1-1 0 0,0 0 1 0 0,0 0-1 0 0,-1 1 1 0 0,5 8-1 0 0,-6-10 58 0 0,-1 1 1 0 0,0 0-1 0 0,0-1 0 0 0,-1 1 0 0 0,1 0 0 0 0,-1 0 1 0 0,0 0-1 0 0,-1 0 0 0 0,0 0 0 0 0,1 0 0 0 0,-2 0 1 0 0,1 0-1 0 0,-1 0 0 0 0,0-1 0 0 0,0 1 0 0 0,-1 0 1 0 0,0 0-1 0 0,0-1 0 0 0,0 1 0 0 0,0-1 0 0 0,-1 1 1 0 0,0-1-1 0 0,0 0 0 0 0,-1 0 0 0 0,-3 4 0 0 0,0 0 4 0 0,0-2 0 0 0,0 1 0 0 0,-1-1 0 0 0,1 0-1 0 0,-2 0 1 0 0,1-1 0 0 0,-1 0 0 0 0,0-1 0 0 0,0 1-1 0 0,-1-2 1 0 0,1 0 0 0 0,-1 0 0 0 0,-15 4 0 0 0,10-5-27 0 0,0-1 1 0 0,0 0 0 0 0,0-1-1 0 0,-22-1 1 0 0,28-1-133 0 0,0 0 1 0 0,0-1-1 0 0,0 1 0 0 0,0-1 0 0 0,1-1 0 0 0,-1 0 1 0 0,1 0-1 0 0,-16-9 0 0 0,22 11-95 0 0,0 0-1 0 0,1 0 1 0 0,-1 0 0 0 0,0-1-1 0 0,0 1 1 0 0,1 0 0 0 0,-1-1-1 0 0,1 1 1 0 0,-1-1 0 0 0,1 0-1 0 0,0 0 1 0 0,0 1 0 0 0,-1-1 0 0 0,1 0-1 0 0,0 0 1 0 0,1 0 0 0 0,-1 0-1 0 0,0 0 1 0 0,1 0 0 0 0,-1 0-1 0 0,1 0 1 0 0,-1-4 0 0 0,1 2-521 0 0,1 1-1 0 0,0-1 1 0 0,0 0 0 0 0,0 0 0 0 0,0 0-1 0 0,0 1 1 0 0,1-1 0 0 0,-1 1 0 0 0,1-1-1 0 0,0 1 1 0 0,4-5 0 0 0,6-8-5065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07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37 348 0 0,'2'-2'727'0'0,"35"-26"8900"0"0,-40 25-8552 0 0,3 3-1048 0 0,0 0 0 0 0,-1 0 0 0 0,1 0 0 0 0,0-1-1 0 0,0 1 1 0 0,0 0 0 0 0,0 0 0 0 0,0 0 0 0 0,0-1 0 0 0,-1 1 0 0 0,1 0-1 0 0,0 0 1 0 0,0 0 0 0 0,0 0 0 0 0,-1-1 0 0 0,1 1 0 0 0,0 0 0 0 0,0 0 0 0 0,0 0-1 0 0,-1 0 1 0 0,1 0 0 0 0,0 0 0 0 0,0 0 0 0 0,-1 0 0 0 0,1 0 0 0 0,0 0 0 0 0,0 0-1 0 0,0 0 1 0 0,-1 0 0 0 0,1 0 0 0 0,0 0 0 0 0,0 0 0 0 0,-1 0 0 0 0,1 0-1 0 0,0 0 1 0 0,-1 0 0 0 0,-8 3 253 0 0,-1 1 0 0 0,1-1-1 0 0,0 2 1 0 0,0-1 0 0 0,1 1 0 0 0,0 1-1 0 0,-1-1 1 0 0,2 1 0 0 0,-1 1 0 0 0,1-1 0 0 0,-9 11-1 0 0,-3 5-35 0 0,1 0 0 0 0,-26 43 0 0 0,35-50-152 0 0,0 1-1 0 0,-12 33 1 0 0,19-44-73 0 0,0 1 1 0 0,1 0 0 0 0,-1-1-1 0 0,1 1 1 0 0,0 0 0 0 0,1-1-1 0 0,-1 1 1 0 0,1 0-1 0 0,0 0 1 0 0,1 0 0 0 0,-1-1-1 0 0,1 1 1 0 0,2 6 0 0 0,-2-9-10 0 0,1 0 0 0 0,0 0 0 0 0,-1-1 0 0 0,1 1 0 0 0,0 0 0 0 0,0-1 0 0 0,0 0 0 0 0,1 1 0 0 0,-1-1 0 0 0,1 0 0 0 0,-1 0 0 0 0,1 0 0 0 0,0-1 0 0 0,0 1 0 0 0,-1 0 0 0 0,1-1 0 0 0,0 0 0 0 0,0 0 0 0 0,1 0 0 0 0,-1 0 0 0 0,0 0 0 0 0,0-1 0 0 0,0 1 0 0 0,1-1 0 0 0,-1 0 0 0 0,6 0 0 0 0,2-1-3 0 0,0 1 0 0 0,0-1-1 0 0,0-1 1 0 0,0 0-1 0 0,-1-1 1 0 0,19-7-1 0 0,-16 5-8 0 0,0-2-1 0 0,0 0 1 0 0,-1 0-1 0 0,0-1 1 0 0,-1-1-1 0 0,0 1 1 0 0,0-2-1 0 0,0 0 1 0 0,-2 0 0 0 0,15-20-1 0 0,1-6 20 0 0,-3-1-1 0 0,22-47 1 0 0,-38 72-1 0 0,10-18 96 0 0,-15 29-67 0 0,-4 22 180 0 0,-5 5 63 0 0,2 1 0 0 0,1 0 0 0 0,-3 40 0 0 0,7-53-249 0 0,0-4 10 0 0,0 1-1 0 0,1 0 0 0 0,0 0 1 0 0,1-1-1 0 0,0 1 0 0 0,3 13 1 0 0,-4-22-35 0 0,1 1 0 0 0,0 0-1 0 0,0 0 1 0 0,0-1 0 0 0,0 1 0 0 0,1 0 0 0 0,-1-1 0 0 0,1 1 0 0 0,0-1 0 0 0,-1 0 0 0 0,1 0 0 0 0,0 1 0 0 0,0-1 0 0 0,0 0 0 0 0,1-1 0 0 0,-1 1 0 0 0,0 0 0 0 0,1-1 0 0 0,-1 1 0 0 0,1-1 0 0 0,0 0 0 0 0,-1 0 0 0 0,1 0 0 0 0,0 0 0 0 0,0 0 0 0 0,-1 0 0 0 0,6 0 0 0 0,1-1-3 0 0,-1 0 0 0 0,1-1 0 0 0,0 1 1 0 0,0-2-1 0 0,-1 1 0 0 0,1-1 0 0 0,-1-1 0 0 0,1 1 1 0 0,-1-1-1 0 0,0-1 0 0 0,0 0 0 0 0,0 0 0 0 0,-1 0 1 0 0,1-1-1 0 0,-1 0 0 0 0,8-8 0 0 0,12-11-16 0 0,-1-1 1 0 0,36-46-1 0 0,-44 50 14 0 0,5-7-4 0 0,-4 5-1 0 0,1 0 0 0 0,36-32 0 0 0,-54 53-7 0 0,0 1-1 0 0,0-1 1 0 0,1 0 0 0 0,-1 1-1 0 0,1 0 1 0 0,-1 0 0 0 0,1-1-1 0 0,0 1 1 0 0,-1 1 0 0 0,1-1-1 0 0,0 0 1 0 0,0 1 0 0 0,4-1 0 0 0,-6 1 4 0 0,1 0 1 0 0,0 0 0 0 0,-1 1 0 0 0,1-1 0 0 0,-1 1 0 0 0,1-1 0 0 0,-1 1-1 0 0,1-1 1 0 0,-1 1 0 0 0,1 0 0 0 0,-1 0 0 0 0,0-1 0 0 0,1 1-1 0 0,-1 0 1 0 0,0 0 0 0 0,0 1 0 0 0,0-1 0 0 0,0 0 0 0 0,0 0 0 0 0,0 0-1 0 0,0 1 1 0 0,0-1 0 0 0,0 1 0 0 0,0 1 0 0 0,3 3 30 0 0,-2 1 1 0 0,1 0-1 0 0,-1-1 1 0 0,0 1-1 0 0,-1 0 1 0 0,1 0-1 0 0,-1 0 1 0 0,-1 0-1 0 0,1 0 1 0 0,-1 0 0 0 0,0 0-1 0 0,-3 12 1 0 0,1-10 4 0 0,0 1 1 0 0,-1-1-1 0 0,0 1 1 0 0,-1-1-1 0 0,0 0 1 0 0,0-1 0 0 0,-1 1-1 0 0,-9 12 1 0 0,5-9-2 0 0,-1-1 0 0 0,0-1 0 0 0,0 1 0 0 0,-1-2 0 0 0,0 1 1 0 0,-1-1-1 0 0,0-1 0 0 0,0 0 0 0 0,-1-1 0 0 0,0 0 0 0 0,0-1 0 0 0,-25 8 1 0 0,14-10 15 0 0,23-4-51 0 0,0 0 0 0 0,0 0 0 0 0,-1 0 0 0 0,1 0 0 0 0,0 0 0 0 0,0 0 0 0 0,0 0 1 0 0,-1-1-1 0 0,1 1 0 0 0,0 0 0 0 0,0-1 0 0 0,0 1 0 0 0,0 0 0 0 0,0-1 0 0 0,0 0 0 0 0,0 1 0 0 0,0-1 0 0 0,0 0 0 0 0,-2-1 0 0 0,3 2-14 0 0,0-1 0 0 0,0 0-1 0 0,0 0 1 0 0,0 0 0 0 0,0 0 0 0 0,0 0 0 0 0,0 1-1 0 0,0-1 1 0 0,0 0 0 0 0,1 0 0 0 0,-1 0 0 0 0,0 1-1 0 0,1-1 1 0 0,-1 0 0 0 0,0 0 0 0 0,1 1 0 0 0,-1-1-1 0 0,1 0 1 0 0,-1 1 0 0 0,1-1 0 0 0,-1 0 0 0 0,1 1-1 0 0,0-1 1 0 0,0 0 0 0 0,16-15-542 0 0,-17 16 535 0 0,22-17-985 0 0,0 1 0 0 0,1 0-1 0 0,28-12 1 0 0,78-31-2324 0 0,-82 39 2680 0 0,-1-1-1 0 0,65-42 0 0 0,-100 55 1415 0 0,-2 1-1 0 0,1-1 0 0 0,-1-1 0 0 0,0 0 0 0 0,-1 0 0 0 0,0-1 0 0 0,12-18 1 0 0,-10 14 858 0 0,-9 22-382 0 0,-9 27 79 0 0,7-30-1233 0 0,-9 33 695 0 0,-12 56 128 0 0,20-82-832 0 0,0 1 1 0 0,1-1-1 0 0,1 1 1 0 0,0-1 0 0 0,2 20-1 0 0,-1-31-81 0 0,-1 1 0 0 0,0 0-1 0 0,1 0 1 0 0,-1-1 0 0 0,1 1-1 0 0,0-1 1 0 0,0 1 0 0 0,-1 0 0 0 0,1-1-1 0 0,0 1 1 0 0,0-1 0 0 0,0 0-1 0 0,1 1 1 0 0,-1-1 0 0 0,0 0 0 0 0,0 0-1 0 0,1 0 1 0 0,-1 0 0 0 0,1 0-1 0 0,1 1 1 0 0,0 0-90 0 0,1-1 0 0 0,-1 0 0 0 0,1 0 0 0 0,-1 0-1 0 0,1 0 1 0 0,-1-1 0 0 0,1 1 0 0 0,0-1 0 0 0,4 0 0 0 0,6-1-776 0 0,1-1 1 0 0,-1 0-1 0 0,25-8 1 0 0,-22 4-834 0 0,-1 0 1 0 0,0-2 0 0 0,-1 1-1 0 0,0-2 1 0 0,24-17 0 0 0,-9 2-5131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07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79 1604 0 0,'-8'-6'1264'0'0,"-9"-9"882"0"0,-1 0 1 0 0,0 1 0 0 0,-26-14-1 0 0,42 27-1970 0 0,-14 1 75 0 0,15 1-292 0 0,0-1 0 0 0,0 0 0 0 0,0 1 0 0 0,1-1-1 0 0,-1 1 1 0 0,0-1 0 0 0,0 1 0 0 0,0 0 0 0 0,0-1 0 0 0,1 1 0 0 0,-1 0 0 0 0,0 0-1 0 0,0-1 1 0 0,1 1 0 0 0,-1 0 0 0 0,1 0 0 0 0,-1 0 0 0 0,1 0 0 0 0,-1 0-1 0 0,1 0 1 0 0,-1 2 0 0 0,-6 18-2098 0 0,5-9-645 0 0,0 3-865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08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398 45 2996 0 0,'11'-17'8286'0'0,"-11"16"-8048"0"0,0 0 0 0 0,0 0 0 0 0,0 0 1 0 0,0 0-1 0 0,-1 0 0 0 0,1 1 0 0 0,0-1 1 0 0,0 0-1 0 0,0 0 0 0 0,-1 0 0 0 0,1 1 1 0 0,0-1-1 0 0,-1 0 0 0 0,0-1 0 0 0,-5 0 86 0 0,0-1-1 0 0,0 1 0 0 0,0 1 0 0 0,0-1 0 0 0,0 1 0 0 0,0 0 1 0 0,0 0-1 0 0,0 1 0 0 0,-1 0 0 0 0,1 0 0 0 0,0 0 1 0 0,-12 3-1 0 0,0 0-106 0 0,-1 1 0 0 0,1 1 1 0 0,-20 9-1 0 0,34-13-195 0 0,-1 1 1 0 0,0 1 0 0 0,0-1-1 0 0,1 1 1 0 0,0 0 0 0 0,-1 0-1 0 0,1 0 1 0 0,0 0 0 0 0,1 1-1 0 0,-1 0 1 0 0,1-1 0 0 0,-1 1-1 0 0,1 1 1 0 0,-3 4 0 0 0,4-6-12 0 0,1 1 0 0 0,0-1 0 0 0,0 0 0 0 0,0 1-1 0 0,0-1 1 0 0,0 1 0 0 0,0-1 0 0 0,1 1 0 0 0,0-1 0 0 0,0 1 0 0 0,0-1 0 0 0,0 1 0 0 0,0-1 0 0 0,1 1 0 0 0,0-1 0 0 0,-1 1 0 0 0,1-1 0 0 0,0 1 0 0 0,1-1 0 0 0,-1 0 0 0 0,3 4 0 0 0,7 12 37 0 0,2-1 0 0 0,0 0 1 0 0,1-1-1 0 0,24 23 0 0 0,-19-22 99 0 0,-2 2-1 0 0,26 35 1 0 0,-42-53-118 0 0,1 0-1 0 0,-1 0 1 0 0,0 0-1 0 0,0-1 1 0 0,0 1 0 0 0,-1 0-1 0 0,1 1 1 0 0,0-1-1 0 0,-1 0 1 0 0,1 0 0 0 0,-1 0-1 0 0,0 0 1 0 0,0 0-1 0 0,0 0 1 0 0,0 1 0 0 0,0-1-1 0 0,0 0 1 0 0,0 0-1 0 0,-1 0 1 0 0,1 0 0 0 0,-1 0-1 0 0,0 2 1 0 0,-1 0 75 0 0,0-1-1 0 0,0 0 1 0 0,-1 0 0 0 0,1 0 0 0 0,-1 0-1 0 0,1-1 1 0 0,-1 1 0 0 0,0-1 0 0 0,0 0 0 0 0,0 1-1 0 0,-6 2 1 0 0,-3 1 146 0 0,0-1 0 0 0,0 0 0 0 0,-1 0-1 0 0,0-2 1 0 0,1 1 0 0 0,-20 1 0 0 0,13-3-1318 0 0,1-1 1 0 0,-37-2-1 0 0,47 0 688 0 0,1 0 0 0 0,0 0 0 0 0,0-1-1 0 0,-1 1 1 0 0,1-2 0 0 0,0 1 0 0 0,1-1 0 0 0,-1 0-1 0 0,0 0 1 0 0,-8-7 0 0 0,1-8-7100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09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54 480 1148 0 0,'4'-44'6872'0'0,"-2"34"-5486"0"0,-1 0-1 0 0,0 0 1 0 0,-1 0-1 0 0,-1-21 714 0 0,-1 31-2086 0 0,1 1 0 0 0,0-1 0 0 0,0 1 0 0 0,0-1 0 0 0,0 1 0 0 0,0 0 0 0 0,0-1 0 0 0,0 1 0 0 0,0 0 0 0 0,0 0 0 0 0,0 0 0 0 0,0 0 0 0 0,0-1 0 0 0,0 1 0 0 0,1 1 0 0 0,-1-1 0 0 0,0 0 0 0 0,1 0 0 0 0,-2 2 0 0 0,-12 28 81 0 0,11-23-66 0 0,-1 2-11 0 0,0 1 1 0 0,0 0-1 0 0,1 0 1 0 0,0 0-1 0 0,1 1 1 0 0,0-1-1 0 0,1 0 1 0 0,0 14-1 0 0,1-21-11 0 0,0-1 0 0 0,1 0 1 0 0,-1 1-1 0 0,1-1 0 0 0,-1 1 0 0 0,1-1 0 0 0,0 0 1 0 0,0 1-1 0 0,0-1 0 0 0,1 0 0 0 0,-1 0 0 0 0,1 0 0 0 0,0 0 1 0 0,0 0-1 0 0,0-1 0 0 0,0 1 0 0 0,0 0 0 0 0,1-1 0 0 0,-1 0 1 0 0,1 1-1 0 0,0-1 0 0 0,-1 0 0 0 0,1 0 0 0 0,0 0 0 0 0,0-1 1 0 0,0 1-1 0 0,1-1 0 0 0,-1 0 0 0 0,0 0 0 0 0,7 2 1 0 0,5-1 8 0 0,0 0 0 0 0,0-1 0 0 0,0-1 0 0 0,1 0 0 0 0,-1-1 0 0 0,24-5 0 0 0,-7-1 13 0 0,-1-1 0 0 0,33-13 0 0 0,-54 17-19 0 0,-1 0 0 0 0,0-1-1 0 0,0 0 1 0 0,0 0 0 0 0,0-1 0 0 0,-1 0 0 0 0,0-1 0 0 0,0 0 0 0 0,0 0-1 0 0,-1-1 1 0 0,0 0 0 0 0,-1 0 0 0 0,0 0 0 0 0,8-16 0 0 0,-10 16-8 0 0,0 1 0 0 0,-1-1-1 0 0,0 0 1 0 0,-1-1 0 0 0,1 1 0 0 0,-2 0 0 0 0,1-1 0 0 0,-1 1 0 0 0,-1-1-1 0 0,1 1 1 0 0,-1-1 0 0 0,-1 0 0 0 0,0 1 0 0 0,0-1 0 0 0,-1 1 0 0 0,1 0-1 0 0,-2-1 1 0 0,-3-8 0 0 0,5 13-2 0 0,-1 0 0 0 0,1 1 0 0 0,-1 0 0 0 0,0-1 0 0 0,0 1 0 0 0,0 0 0 0 0,0 0 0 0 0,0 0 0 0 0,-1 0 0 0 0,0 0 0 0 0,1 1 0 0 0,-1-1 0 0 0,0 1 0 0 0,0-1 0 0 0,0 1 0 0 0,-1 0 0 0 0,1 1 1 0 0,0-1-1 0 0,-1 0 0 0 0,1 1 0 0 0,-1 0 0 0 0,0 0 0 0 0,1 0 0 0 0,-1 0 0 0 0,0 1 0 0 0,0-1 0 0 0,1 1 0 0 0,-1 0 0 0 0,0 0 0 0 0,0 0 0 0 0,0 1 0 0 0,1-1 0 0 0,-1 1 0 0 0,0 0 0 0 0,1 0 0 0 0,-1 0 0 0 0,0 0 0 0 0,1 1 0 0 0,-6 3 0 0 0,-2 1 2 0 0,0 0-1 0 0,0 2 1 0 0,0-1 0 0 0,1 1 0 0 0,1 0-1 0 0,-1 1 1 0 0,-13 17 0 0 0,18-20-1 0 0,1-1 1 0 0,-1 1 0 0 0,2 0-1 0 0,-1 0 1 0 0,1 0 0 0 0,0 0-1 0 0,0 1 1 0 0,0-1-1 0 0,1 1 1 0 0,0 0 0 0 0,0-1-1 0 0,1 1 1 0 0,0 0 0 0 0,0 0-1 0 0,1 13 1 0 0,0-17-1 0 0,1 0 0 0 0,0 0 0 0 0,0 0 0 0 0,0 0 0 0 0,0 0 1 0 0,1 0-1 0 0,-1-1 0 0 0,1 1 0 0 0,0 0 0 0 0,0-1 0 0 0,0 1 0 0 0,0-1 0 0 0,0 0 0 0 0,0 0 0 0 0,1 0 1 0 0,-1 0-1 0 0,1 0 0 0 0,-1 0 0 0 0,1 0 0 0 0,0-1 0 0 0,-1 1 0 0 0,1-1 0 0 0,0 0 0 0 0,0 0 1 0 0,0 0-1 0 0,0 0 0 0 0,4 0 0 0 0,6 1 0 0 0,0 0 0 0 0,1 0 0 0 0,-1-1 1 0 0,0-1-1 0 0,15-2 0 0 0,1 0 1 0 0,0-2-1 0 0,-1-1 1 0 0,1-1 0 0 0,-1-2 0 0 0,-1 0 0 0 0,0-2-1 0 0,0-1 1 0 0,-1-2 0 0 0,26-15 0 0 0,-31 15 5 0 0,-1-1 0 0 0,-1-1-1 0 0,0-1 1 0 0,-2-1 0 0 0,1 0 0 0 0,-2-1 0 0 0,0-1 0 0 0,-1-1 0 0 0,-1 0 0 0 0,-1 0 0 0 0,10-24 0 0 0,47-133-55 0 0,-69 175 62 0 0,-7 24 14 0 0,4-14-16 0 0,-112 516 2408 0 0,58-255-1323 0 0,34-161-664 0 0,-76 314 862 0 0,68-313-928 0 0,-82 189 0 0 0,108-288-354 0 0,-40 75 796 0 0,40-77-652 0 0,-1-1 1 0 0,0-1-1 0 0,0 1 0 0 0,0-1 0 0 0,-1 1 0 0 0,0-2 1 0 0,0 1-1 0 0,-14 9 0 0 0,18-14-130 0 0,0 0-1 0 0,0 0 1 0 0,0 0 0 0 0,-1 0-1 0 0,1 0 1 0 0,0-1 0 0 0,0 1-1 0 0,-1-1 1 0 0,1 0 0 0 0,-1 1 0 0 0,1-1-1 0 0,0 0 1 0 0,-1 0 0 0 0,1 0-1 0 0,0-1 1 0 0,-1 1 0 0 0,1-1-1 0 0,0 1 1 0 0,-1-1 0 0 0,1 0-1 0 0,0 0 1 0 0,0 0 0 0 0,0 0-1 0 0,-1 0 1 0 0,1 0 0 0 0,0 0 0 0 0,1-1-1 0 0,-1 1 1 0 0,0-1 0 0 0,0 0-1 0 0,1 1 1 0 0,-1-1 0 0 0,1 0-1 0 0,-3-3 1 0 0,-2-4 12 0 0,0-1-1 0 0,1 1 1 0 0,0-1 0 0 0,0 0-1 0 0,1 0 1 0 0,-4-14 0 0 0,3 5-16 0 0,0-2 1 0 0,2 1 0 0 0,0-1-1 0 0,1 1 1 0 0,1-1-1 0 0,1 1 1 0 0,5-36 0 0 0,-1 29-35 0 0,2 0 0 0 0,1 0 1 0 0,1 1-1 0 0,1 0 0 0 0,16-32 0 0 0,-5 22 3 0 0,0 1 0 0 0,2 1-1 0 0,2 0 1 0 0,1 2 0 0 0,1 1-1 0 0,2 2 1 0 0,61-52 0 0 0,-48 50 18 0 0,1 2 1 0 0,1 2 0 0 0,1 2 0 0 0,79-32-1 0 0,-87 42-77 0 0,2 3 0 0 0,-1 1 1 0 0,1 2-1 0 0,1 1 0 0 0,0 2 0 0 0,62-1 0 0 0,-99 7-133 0 0,1-1-1 0 0,-1 1 0 0 0,1 0 1 0 0,-1 1-1 0 0,1-1 1 0 0,-1 0-1 0 0,1 1 1 0 0,-1-1-1 0 0,1 1 1 0 0,-1 0-1 0 0,0 0 1 0 0,1 0-1 0 0,-1 0 1 0 0,0 0-1 0 0,0 0 1 0 0,0 1-1 0 0,0-1 1 0 0,4 4-1 0 0,-6-5 1 0 0,0 1 1 0 0,1-1-1 0 0,-1 1 1 0 0,0-1-1 0 0,0 1 1 0 0,1-1-1 0 0,-1 1 1 0 0,0 0-1 0 0,0-1 1 0 0,0 1-1 0 0,0-1 1 0 0,0 1-1 0 0,0 0 0 0 0,0-1 1 0 0,0 1-1 0 0,0 0 1 0 0,0-1-1 0 0,0 1 1 0 0,0-1-1 0 0,0 1 1 0 0,-1 0-1 0 0,1-1 1 0 0,0 1-1 0 0,0-1 1 0 0,-1 1-1 0 0,1-1 1 0 0,0 1-1 0 0,-1 0 0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09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1576 0 0,'9'-43'9689'0'0,"-9"42"-9068"0"0,6-5 1807 0 0,0 10-2091 0 0,-1 3 123 0 0,0 0-1 0 0,0 1 0 0 0,0-1 0 0 0,-1 1 0 0 0,-1 0 0 0 0,1 0 1 0 0,2 9-1 0 0,0 0 23 0 0,80 218 2386 0 0,-9-20-1816 0 0,-49-147 97 0 0,41 72 1 0 0,-68-138-1040 0 0,-1-1 0 0 0,1 1 0 0 0,0 0 0 0 0,0-1 0 0 0,1 1 0 0 0,-1-1 0 0 0,0 1-1 0 0,0-1 1 0 0,1 0 0 0 0,-1 1 0 0 0,1-1 0 0 0,-1 0 0 0 0,1 0 0 0 0,0 0 0 0 0,-1 0 0 0 0,1-1 0 0 0,0 1 0 0 0,0 0 0 0 0,-1-1 0 0 0,1 1 0 0 0,0-1 0 0 0,2 1 0 0 0,-1-1-27 0 0,0 0 0 0 0,0-1 0 0 0,0 1 0 0 0,0-1 0 0 0,0 0-1 0 0,0 0 1 0 0,-1 0 0 0 0,1 0 0 0 0,0 0 0 0 0,-1 0 0 0 0,1-1 0 0 0,4-3-1 0 0,2-2 13 0 0,0-1-1 0 0,0 0 0 0 0,-1-1 0 0 0,0 1 1 0 0,-1-2-1 0 0,7-9 0 0 0,5-14 17 0 0,-1-1 0 0 0,-1 0-1 0 0,11-37 1 0 0,30-114-33 0 0,-21 60 14 0 0,-1 0 76 0 0,-19 64-3061 0 0,-16 59 2083 0 0,9 22-5650 0 0,-5 26-3729 0 0,-2-24 2872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10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4708 0 0,'82'29'15077'0'0,"-70"-25"-14353"0"0,-10-3-429 0 0,-1 0-421 0 0,-1 0 1 0 0,0-1-1 0 0,0 1 0 0 0,0 0 1 0 0,0-1-1 0 0,-1 1 0 0 0,1-1 1 0 0,0 1-1 0 0,0 0 0 0 0,0-1 1 0 0,0 1-1 0 0,-1-1 0 0 0,1 1 1 0 0,0 0-1 0 0,0-1 0 0 0,-1 1 1 0 0,1-1-1 0 0,0 1 0 0 0,-1-1 1 0 0,0 1-1 0 0,-3 1-863 0 0,-8 3-620 0 0,-24-4-11554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37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13 157 924 0 0,'-10'-37'6786'0'0,"10"35"-6355"0"0,0 2-379 0 0,-1 0 1 0 0,1-1-1 0 0,0 1 1 0 0,0 0 0 0 0,0 0-1 0 0,0 0 1 0 0,0 0-1 0 0,-1-1 1 0 0,1 1-1 0 0,0 0 1 0 0,0 0-1 0 0,0 0 1 0 0,0-1-1 0 0,0 1 1 0 0,0 0 0 0 0,0 0-1 0 0,0 0 1 0 0,0-1-1 0 0,0 1 1 0 0,0 0-1 0 0,-1 0 1 0 0,1-1-1 0 0,1 1 1 0 0,-1 0 0 0 0,0 0-1 0 0,0-1 1 0 0,0 1-1 0 0,0 0 1 0 0,0 0-1 0 0,0 0 1 0 0,0-1-1 0 0,0 1 1 0 0,0 0 0 0 0,0 0-1 0 0,0 0 1 0 0,0-1-1 0 0,1 1 1 0 0,-1 0-1 0 0,5 1 158 0 0,0 1-1 0 0,-1 0 1 0 0,1 1-1 0 0,-1-1 1 0 0,1 1-1 0 0,-1-1 0 0 0,0 2 1 0 0,0-1-1 0 0,0 0 1 0 0,-1 1-1 0 0,1-1 1 0 0,-1 1-1 0 0,1 0 1 0 0,1 5-1 0 0,9 11 506 0 0,18 37-1 0 0,-23-41-472 0 0,24 57 327 0 0,-2 1 0 0 0,26 100 0 0 0,-45-134-477 0 0,-9-31-183 0 0,2 6 1723 0 0,12 28 0 0 0,3-67-963 0 0,-10 4-600 0 0,0-1 1 0 0,-1 0-1 0 0,12-43 1 0 0,-8 21-43 0 0,158-398-211 0 0,-170 437 119 0 0,0 1 0 0 0,1-1 1 0 0,0 1-1 0 0,0 0 0 0 0,0-1 0 0 0,0 1 0 0 0,0 0 0 0 0,0 0 0 0 0,1 1 0 0 0,0-1 1 0 0,-1 0-1 0 0,7-3 0 0 0,-9 6-10 0 0,1-1 0 0 0,0 1 0 0 0,-1 0 0 0 0,1 0 0 0 0,0 0 0 0 0,-1 0 0 0 0,1 0 0 0 0,0 0 0 0 0,-1 0 0 0 0,1 0 0 0 0,0 0 0 0 0,-1 0 0 0 0,1 0 0 0 0,0 1 0 0 0,-1-1 0 0 0,1 0 0 0 0,-1 0 0 0 0,1 1-1 0 0,0-1 1 0 0,-1 0 0 0 0,1 1 0 0 0,-1-1 0 0 0,1 0 0 0 0,-1 1 0 0 0,1-1 0 0 0,-1 1 0 0 0,1-1 0 0 0,-1 1 0 0 0,1 0 0 0 0,11 17-2253 0 0,-12-18 2278 0 0,25 61-8541 0 0,-18-47 4293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37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6 1712 0 0,'-8'14'12833'0'0,"8"-10"-12123"0"0,10-4-580 0 0,0-1-1 0 0,0 1 1 0 0,1-2 0 0 0,-1 1 0 0 0,18-6-1 0 0,-13 3-520 0 0,0 1-1 0 0,18-2 1 0 0,-26 5-421 0 0,0 0 1 0 0,0 0 0 0 0,1 1 0 0 0,12 3-1 0 0,-8 3-3798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0:59:37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0 1776 0 0,'-28'16'5282'0'0,"-34"25"0"0"0,60-39-4408 0 0,35-4-683 0 0,-1-1 0 0 0,35-8 1 0 0,0 0-1336 0 0,47-4-4013 0 0,-53 7 74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10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1 744 0 0,'0'0'956'0'0,"-12"5"568"0"0,-1 2-1488 0 0,2 0-1920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20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1288 0 0,'20'-52'9234'0'0,"-19"51"-9005"0"0,7-1 153 0 0,-7 1-370 0 0,-1 1-1 0 0,1 0 1 0 0,0 0-1 0 0,0-1 1 0 0,-1 1 0 0 0,1 0-1 0 0,0 0 1 0 0,0 0-1 0 0,0 0 1 0 0,0 0-1 0 0,-1 0 1 0 0,1 0-1 0 0,0 0 1 0 0,0 0-1 0 0,0 0 1 0 0,-1 1-1 0 0,1-1 1 0 0,0 0 0 0 0,0 0-1 0 0,-1 1 1 0 0,1-1-1 0 0,0 0 1 0 0,0 1-1 0 0,-1-1 1 0 0,1 1-1 0 0,-1-1 1 0 0,2 2-1 0 0,5 4 17 0 0,0 2 0 0 0,-1-1 0 0 0,0 1 0 0 0,0 0 0 0 0,0 0 0 0 0,-1 1 0 0 0,-1 0 0 0 0,1 0 0 0 0,-1 0 0 0 0,-1 0 0 0 0,0 0 0 0 0,0 1 0 0 0,-1 0 0 0 0,0-1 0 0 0,0 1 0 0 0,0 15 0 0 0,-2 13 32 0 0,-1 0 0 0 0,-2-1 0 0 0,-8 38 0 0 0,5-39-41 0 0,0 8 201 0 0,6-41-10 0 0,2-4-170 0 0,2 0-34 0 0,-1-1-1 0 0,0 0 0 0 0,0 1 1 0 0,0-1-1 0 0,0 0 1 0 0,0-1-1 0 0,-1 1 1 0 0,1 0-1 0 0,-1-1 1 0 0,5-5-1 0 0,24-36-27 0 0,-13 17-5 0 0,182-251 21 0 0,-199 274 31 0 0,-11 13-10 0 0,-12 17 2 0 0,6-2 4 0 0,-4 8 34 0 0,-26 53 1 0 0,42-76-41 0 0,0 0-1 0 0,1 1 1 0 0,0 0 0 0 0,0-1 0 0 0,1 1-1 0 0,0 0 1 0 0,1 0 0 0 0,0 0 0 0 0,1 0-1 0 0,1 20 1 0 0,0-26-3 0 0,1-1 0 0 0,-1 1 0 0 0,0 0 0 0 0,1 0 0 0 0,0-1 0 0 0,0 1 0 0 0,0-1 0 0 0,0 1 1 0 0,1-1-1 0 0,-1 0 0 0 0,1 0 0 0 0,0 0 0 0 0,0 0 0 0 0,0-1 0 0 0,0 1 0 0 0,0-1 0 0 0,0 1 0 0 0,1-1 0 0 0,0 0 0 0 0,-1-1 0 0 0,1 1 0 0 0,0-1 0 0 0,0 1 0 0 0,7 0 0 0 0,4 2-359 0 0,0-1 0 0 0,0-1 0 0 0,1 0-1 0 0,-1-1 1 0 0,19-1 0 0 0,18-5-4320 0 0,-22-2 503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21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69 1408 0 0,'-3'0'2028'0'0,"-16"0"2085"0"0,14-1-3002 0 0,-1 0 1 0 0,1 1-1 0 0,-1 0 0 0 0,1 1 1 0 0,-1-1-1 0 0,1 1 0 0 0,-9 2 1 0 0,13-2-634 0 0,42-4 231 0 0,0-1 0 0 0,0-2 0 0 0,54-15-1 0 0,2 0-503 0 0,-68 12-52 0 0,-4 1-2665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21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9 2676 0 0,'-23'-9'11889'0'0,"23"10"-11656"0"0,-1 0 0 0 0,0 0 0 0 0,0 0 1 0 0,0 0-1 0 0,1 0 0 0 0,-1 1 1 0 0,0-1-1 0 0,1 0 0 0 0,-1 0 0 0 0,1 0 1 0 0,0 1-1 0 0,-1-1 0 0 0,1 0 0 0 0,0 0 1 0 0,0 1-1 0 0,0-1 0 0 0,0 0 1 0 0,0 1-1 0 0,0-1 0 0 0,0 0 0 0 0,0 0 1 0 0,1 2-1 0 0,7 41 2138 0 0,-3-23-1588 0 0,-2 13-291 0 0,-1 1 0 0 0,-2-1 0 0 0,-1 1 0 0 0,-11 58 0 0 0,-1 61-5223 0 0,16-134 2218 0 0,-3-19 2111 0 0,0-1-1 0 0,0 1 0 0 0,0 0 1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22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21 8 0 0,'20'-21'16065'0'0,"-20"22"-15907"0"0,0 2 105 0 0,0 0 0 0 0,0 1 0 0 0,0-1 0 0 0,0 0 0 0 0,0 0 0 0 0,-1 1 0 0 0,1-1 0 0 0,-3 4 0 0 0,3-4-164 0 0,-2 29 844 0 0,-1-12-614 0 0,2-1 1 0 0,1 1 0 0 0,0-1-1 0 0,6 37 1 0 0,-5-52-312 0 0,0 1 0 0 0,1-1 0 0 0,-1 0 1 0 0,1 1-1 0 0,0-1 0 0 0,0 0 0 0 0,0 0 0 0 0,0 0 0 0 0,1 0 0 0 0,-1-1 0 0 0,1 1 1 0 0,0-1-1 0 0,0 0 0 0 0,1 1 0 0 0,-1-1 0 0 0,1-1 0 0 0,-1 1 0 0 0,1 0 0 0 0,0-1 0 0 0,0 0 1 0 0,0 0-1 0 0,0 0 0 0 0,0 0 0 0 0,1-1 0 0 0,-1 0 0 0 0,6 1 0 0 0,-3 0-8 0 0,0-1-1 0 0,0 0 0 0 0,0-1 1 0 0,0 0-1 0 0,0 0 0 0 0,0-1 1 0 0,0 1-1 0 0,0-2 0 0 0,0 1 1 0 0,0-1-1 0 0,-1 0 0 0 0,1 0 0 0 0,0-1 1 0 0,-1 1-1 0 0,0-2 0 0 0,1 1 1 0 0,-1-1-1 0 0,-1 0 0 0 0,8-5 1 0 0,-4 0-7 0 0,1 0-1 0 0,-2-1 1 0 0,1 1 0 0 0,-1-2 0 0 0,-1 1 0 0 0,0-1 0 0 0,0 0-1 0 0,-1-1 1 0 0,7-19 0 0 0,-12 30-3 0 0,27-81-71 0 0,-27 79 29 0 0,-1 6-28 0 0,-2 14 375 0 0,0 1 1 0 0,-1-1-1 0 0,-1 1 1 0 0,-8 21 0 0 0,0 4 397 0 0,-16 68 633 0 0,-160 561 2202 0 0,175-629-3463 0 0,-3-1 0 0 0,-1-1 1 0 0,-2 0-1 0 0,-2-1 0 0 0,-44 63 0 0 0,59-97-61 0 0,0 0 0 0 0,0 0 0 0 0,0-1 0 0 0,-1 0-1 0 0,1 0 1 0 0,-1-1 0 0 0,-1 1 0 0 0,1-1 0 0 0,-1-1-1 0 0,1 0 1 0 0,-1 0 0 0 0,0 0 0 0 0,0-1 0 0 0,0 0 0 0 0,0 0-1 0 0,0-1 1 0 0,-17 0 0 0 0,19-1-5 0 0,1 0 0 0 0,-1 0-1 0 0,0 0 1 0 0,1-1 0 0 0,-1 0 0 0 0,1 0-1 0 0,-1-1 1 0 0,1 1 0 0 0,-1-1 0 0 0,1 0-1 0 0,0-1 1 0 0,0 1 0 0 0,0-1 0 0 0,0 0-1 0 0,1 0 1 0 0,-1-1 0 0 0,1 0 0 0 0,0 1 0 0 0,0-1-1 0 0,0 0 1 0 0,0-1 0 0 0,1 1 0 0 0,-1-1-1 0 0,1 0 1 0 0,1 1 0 0 0,-1-1 0 0 0,-2-6-1 0 0,2 1-8 0 0,0-1 0 0 0,0 1 0 0 0,1-1-1 0 0,1 1 1 0 0,0-1 0 0 0,0 1 0 0 0,1-1-1 0 0,2-19 1 0 0,1 13-9 0 0,1 0-1 0 0,0 0 1 0 0,1 0 0 0 0,12-29-1 0 0,2 9-214 0 0,2 0 0 0 0,0 2 0 0 0,48-58-1 0 0,-38 56-1211 0 0,2 2 0 0 0,1 0 0 0 0,68-50 0 0 0,-26 31-3755 0 0,4 6-3662 0 0,-53 32 2132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22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79 1976 0 0,'-4'8'18899'0'0,"15"-7"-19740"0"0,28-2 1241 0 0,0-2-1 0 0,-1-2 1 0 0,55-13 0 0 0,-61 9-1507 0 0,-1-1 1 0 0,40-18 0 0 0,-63 25 87 0 0,12-7-1670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22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10 388 0 0,'-24'-6'7485'0'0,"15"4"-5881"0"0,-6 1 2571 0 0,13 2-3844 0 0,1 0 0 0 0,0 1 0 0 0,-1-1 0 0 0,1 0 0 0 0,0 1 0 0 0,0-1 0 0 0,0 1 0 0 0,0 0 0 0 0,0-1 0 0 0,0 1 0 0 0,0 0 1 0 0,1-1-1 0 0,-1 1 0 0 0,0 0 0 0 0,1 0 0 0 0,0 0 0 0 0,-1-1 0 0 0,1 1 0 0 0,0 0 0 0 0,0 4 0 0 0,2 47 2561 0 0,0-37-2130 0 0,-1 5-402 0 0,4 50-50 0 0,-4 0-1 0 0,-12 125 0 0 0,8-155-5467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23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191 210 3112 0 0,'45'-31'18215'0'0,"-44"30"-17835"0"0,1-1-1 0 0,-1 1 1 0 0,0 0-1 0 0,0 0 1 0 0,0 0-1 0 0,0-1 1 0 0,0 1-1 0 0,0 0 1 0 0,-1-1-1 0 0,1 1 1 0 0,0-2-1 0 0,-12-6-210 0 0,-1 0 0 0 0,0 1 0 0 0,-25-13 0 0 0,4 3-133 0 0,32 17-77 0 0,-17-10-79 0 0,17 10-19 0 0,68-7-218 0 0,-48 5 327 0 0,18-3 79 0 0,62-21 1 0 0,47-13 50 0 0,-146 40-100 0 0,1 0 0 0 0,-1 0 0 0 0,0 0 0 0 0,1 0 0 0 0,-1 0 0 0 0,0 0 0 0 0,1 0 0 0 0,-1 0 0 0 0,0 0 0 0 0,0 0 0 0 0,1 0 0 0 0,-1 0 0 0 0,0 0 0 0 0,1 0 0 0 0,-1 0 0 0 0,0 1 0 0 0,1-1 0 0 0,-1 0 0 0 0,0 0 0 0 0,0 0 0 0 0,1 0 0 0 0,-1 0 0 0 0,0 1 0 0 0,0-1 0 0 0,0 0 0 0 0,1 0 0 0 0,-1 0 0 0 0,0 1 0 0 0,0-1 0 0 0,0 0 0 0 0,1 0 0 0 0,-1 1 0 0 0,0-1 0 0 0,0 0 0 0 0,0 1 0 0 0,0-1 0 0 0,0 0 0 0 0,0 0 0 0 0,0 1 0 0 0,1-1 0 0 0,-1 0 0 0 0,0 1 0 0 0,0-1 0 0 0,0 0 0 0 0,0 0 0 0 0,0 1 0 0 0,-1-1 0 0 0,1 0 0 0 0,0 1 0 0 0,0-1 0 0 0,0 0 0 0 0,0 1 0 0 0,0-1 0 0 0,0 0 0 0 0,0 0 0 0 0,0 1 0 0 0,-1-1-1 0 0,1 0 1 0 0,0 0 0 0 0,0 1 0 0 0,-1-1 0 0 0,-6 15 6 0 0,-37 45-28 0 0,-2-3 0 0 0,-64 63 0 0 0,66-73 52 0 0,-134 145-158 0 0,154-166 140 0 0,-19 24 250 0 0,42-48-191 0 0,4 0 19 0 0,-3-2-88 0 0,0 1 0 0 0,0-1 0 0 0,0 0 1 0 0,0 0-1 0 0,0 1 0 0 0,0-1 0 0 0,0 0 0 0 0,0 0 1 0 0,1 0-1 0 0,-1 1 0 0 0,0-1 0 0 0,0 0 1 0 0,0 0-1 0 0,0 0 0 0 0,1 0 0 0 0,-1 1 1 0 0,0-1-1 0 0,0 0 0 0 0,0 0 0 0 0,1 0 0 0 0,-1 0 1 0 0,0 0-1 0 0,0 0 0 0 0,0 0 0 0 0,1 1 1 0 0,-1-1-1 0 0,0 0 0 0 0,0 0 0 0 0,1 0 0 0 0,-1 0 1 0 0,0 0-1 0 0,0 0 0 0 0,1 0 0 0 0,-1 0 1 0 0,0 0-1 0 0,1-1 0 0 0,153-12 127 0 0,-16-1 85 0 0,-120 14-462 0 0,118-3-193 0 0,-92 3-2874 0 0,-2 3-3711 0 0,-18-4 1444 0 0,-16 0 3955 0 0,12 0-4536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23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70 2616 0 0,'-31'-21'19127'0'0,"41"17"-19730"0"0,145-19 1756 0 0,-56 9-1738 0 0,-56 9-1477 0 0,-16 3-2067 0 0,-9 1-2112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23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1 496 0 0,'-35'21'4277'0'0,"12"-7"469"0"0,-39 30 0 0 0,62-44-4618 0 0,-1 0 0 0 0,1 1 0 0 0,-1-1-1 0 0,0 1 1 0 0,1-1 0 0 0,-1 1 0 0 0,1-1 0 0 0,-1 1-1 0 0,1-1 1 0 0,0 1 0 0 0,-1 0 0 0 0,1-1-1 0 0,-1 1 1 0 0,1 0 0 0 0,0-1 0 0 0,0 1 0 0 0,-1 0-1 0 0,1-1 1 0 0,0 1 0 0 0,0 0 0 0 0,0-1 0 0 0,0 2-1 0 0,0-1-46 0 0,0-1-1 0 0,1 1 0 0 0,-1-1 1 0 0,0 1-1 0 0,1-1 1 0 0,-1 1-1 0 0,0-1 0 0 0,1 1 1 0 0,-1-1-1 0 0,1 1 1 0 0,-1-1-1 0 0,1 0 0 0 0,-1 1 1 0 0,1-1-1 0 0,-1 0 0 0 0,1 0 1 0 0,0 1-1 0 0,-1-1 1 0 0,2 0-1 0 0,27 5 850 0 0,-28-5-929 0 0,47-1 390 0 0,1-2-1 0 0,88-17 1 0 0,-27 3-1879 0 0,-10 4-1954 0 0,-34 4-2874 0 0,-24 3-949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24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443 98 2464 0 0,'-10'-54'16073'0'0,"5"35"-12551"0"0,5 17-3146 0 0,0 1-323 0 0,0 0 1 0 0,-1 0-1 0 0,1 0 1 0 0,0 1 0 0 0,0-1-1 0 0,-1 0 1 0 0,1 1-1 0 0,0-1 1 0 0,-1 0-1 0 0,1 0 1 0 0,-1 1-1 0 0,1-1 1 0 0,-1 1 0 0 0,1-1-1 0 0,-1 1 1 0 0,1-1-1 0 0,-1 1 1 0 0,0-1-1 0 0,1 1 1 0 0,-1-1-1 0 0,0 1 1 0 0,1-1 0 0 0,-1 1-1 0 0,0 0 1 0 0,0 0-1 0 0,-1-1 1 0 0,-15-5 104 0 0,15 5-159 0 0,-2 2 38 0 0,-5 1-26 0 0,-1 1 0 0 0,1 1-1 0 0,0 0 1 0 0,0 0 0 0 0,0 0 0 0 0,0 1 0 0 0,1 1 0 0 0,0 0 0 0 0,0 0 0 0 0,0 0-1 0 0,-8 10 1 0 0,-14 16 93 0 0,-32 42-1 0 0,58-68-106 0 0,-24 29 37 0 0,-5 6-68 0 0,-37 60 0 0 0,63-89 37 0 0,0 1 0 0 0,1-1 0 0 0,0 1-1 0 0,1 0 1 0 0,0 1 0 0 0,1-1 0 0 0,1 1 0 0 0,0 0 0 0 0,1 0-1 0 0,0 15 1 0 0,2-23 10 0 0,0 0-1 0 0,0 0 0 0 0,1 1 0 0 0,0-1 1 0 0,0 0-1 0 0,1 0 0 0 0,0 0 0 0 0,0 0 1 0 0,0-1-1 0 0,1 1 0 0 0,0 0 0 0 0,0-1 1 0 0,0 0-1 0 0,0 0 0 0 0,5 6 1 0 0,-2-5 4 0 0,0-1 1 0 0,1 1 0 0 0,0-1 0 0 0,-1 0-1 0 0,1-1 1 0 0,1 1 0 0 0,-1-1 0 0 0,1-1-1 0 0,-1 0 1 0 0,10 3 0 0 0,3-1 11 0 0,1 0 0 0 0,-1-1 0 0 0,1-2 0 0 0,0 0 0 0 0,0-1 0 0 0,0-1 0 0 0,0-1 1 0 0,22-4-1 0 0,-18 1 16 0 0,-1-2 1 0 0,0 0-1 0 0,0-2 1 0 0,-1-1-1 0 0,1 0 1 0 0,-2-2 0 0 0,0-1-1 0 0,0 0 1 0 0,-1-2-1 0 0,0 0 1 0 0,22-22-1 0 0,-30 25-15 0 0,-1-1 0 0 0,0-1 0 0 0,-1 0 0 0 0,0 0 0 0 0,-1-1 0 0 0,-1 0 0 0 0,0-1 0 0 0,-1 0 0 0 0,-1-1 0 0 0,0 0 0 0 0,-1 0 0 0 0,0 0 0 0 0,-2 0 0 0 0,0-1 0 0 0,-1 0 0 0 0,0 0 0 0 0,-1-22 0 0 0,-2 30-26 0 0,0-1 0 0 0,-1 0 0 0 0,-1 1 0 0 0,0-1 0 0 0,0 1 0 0 0,0-1 0 0 0,-1 1 0 0 0,-1 0-1 0 0,0 0 1 0 0,0 0 0 0 0,-1 1 0 0 0,0-1 0 0 0,0 1 0 0 0,-1 0 0 0 0,0 1 0 0 0,0-1 0 0 0,-1 1 0 0 0,0 0 0 0 0,-12-9 0 0 0,7 8-27 0 0,1 1-1 0 0,-1 0 1 0 0,0 1 0 0 0,-1 0-1 0 0,1 0 1 0 0,-1 2-1 0 0,0 0 1 0 0,-1 0 0 0 0,1 1-1 0 0,-1 1 1 0 0,1 0-1 0 0,-1 1 1 0 0,-19 0 0 0 0,13 3-589 0 0,0 0 0 0 0,1 0 0 0 0,-1 2 0 0 0,1 1 0 0 0,0 0 0 0 0,0 1 0 0 0,1 1 0 0 0,-32 17 0 0 0,27-10-2227 0 0,0 0 0 0 0,1 2 0 0 0,-25 22 0 0 0,25-19-3791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28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77 208 0 0,'-4'-11'6429'0'0,"3"6"-6493"0"0,-2-18 7856 0 0,3 15-7515 0 0,1 7-192 0 0,25-10 165 0 0,-14 7-220 0 0,0 0-1 0 0,1 1 0 0 0,-1 0 0 0 0,0 2 0 0 0,24-2 0 0 0,-28 3-24 0 0,0 1 0 0 0,-1 0-1 0 0,1 0 1 0 0,0 1 0 0 0,-1 0 0 0 0,0 0-1 0 0,1 1 1 0 0,-1 0 0 0 0,0 0-1 0 0,9 6 1 0 0,-9-4 6 0 0,0-1 0 0 0,0 1 0 0 0,-1 0 0 0 0,0 1 1 0 0,0-1-1 0 0,-1 1 0 0 0,1 0 0 0 0,-1 1 0 0 0,0-1 0 0 0,-1 1 0 0 0,0 0 0 0 0,0 0 0 0 0,6 15 0 0 0,-7-12 4 0 0,0 1-1 0 0,-1 0 1 0 0,0 0-1 0 0,-1 0 0 0 0,0 0 1 0 0,-1 0-1 0 0,0 0 1 0 0,0 0-1 0 0,-3 14 0 0 0,-2-3 23 0 0,0 0 0 0 0,-1-1 0 0 0,-1 0 0 0 0,-2 0 0 0 0,0-1 0 0 0,0 0 0 0 0,-2 0 0 0 0,-1-1 0 0 0,-23 29 0 0 0,27-37 294 0 0,0-1 1 0 0,-1 0 0 0 0,0-1-1 0 0,-1 0 1 0 0,-21 15-1 0 0,29-23-175 0 0,-3-1 7 0 0,4 0-156 0 0,0 0-1 0 0,1 1 1 0 0,-1-1-1 0 0,1 0 1 0 0,-1 0-1 0 0,0 0 1 0 0,1 0-1 0 0,-1 0 1 0 0,0 0-1 0 0,1 0 1 0 0,-1 0-1 0 0,1 0 0 0 0,-1-1 1 0 0,0 1-1 0 0,1 0 1 0 0,-1 0-1 0 0,1 0 1 0 0,-2-1-1 0 0,2-2 7 0 0,-1-1-1 0 0,1 1 0 0 0,-1 0 0 0 0,1-1 1 0 0,0 1-1 0 0,1 0 0 0 0,-1 0 0 0 0,1-1 1 0 0,-1 1-1 0 0,1 0 0 0 0,0 0 1 0 0,0 0-1 0 0,0-1 0 0 0,0 1 0 0 0,1 1 1 0 0,-1-1-1 0 0,1 0 0 0 0,0 0 0 0 0,4-4 1 0 0,6-9-37 0 0,29-28 1 0 0,-40 42 25 0 0,192-161-32 0 0,-90 81 17 0 0,-48 37 144 0 0,-48 38-120 0 0,-7 7-10 0 0,1-1 0 0 0,0 1-1 0 0,-1-1 1 0 0,1 1 0 0 0,0-1 0 0 0,-1 0 0 0 0,1 1-1 0 0,-1-1 1 0 0,1 1 0 0 0,-1-1 0 0 0,0 0-1 0 0,1 0 1 0 0,-1 1 0 0 0,0-1 0 0 0,1 0 0 0 0,-1 0-1 0 0,0 1 1 0 0,0-1 0 0 0,0 0 0 0 0,1 0 0 0 0,-1-1-1 0 0,1-10 13 0 0,-1 9-22 0 0,-1-3 10 0 0,0 6-1 0 0,0-1-1 0 0,0 1 1 0 0,0 0-1 0 0,0 0 0 0 0,0 0 1 0 0,0 0-1 0 0,0 0 1 0 0,0 0-1 0 0,0 0 0 0 0,0 0 1 0 0,0 0-1 0 0,0 1 1 0 0,0-1-1 0 0,0 0 0 0 0,0 1 1 0 0,0-1-1 0 0,-2 1 1 0 0,-14 14 8 0 0,1 1 0 0 0,0 1-1 0 0,1 0 1 0 0,1 0 0 0 0,1 2 0 0 0,0 0 0 0 0,1 0 0 0 0,2 1 0 0 0,0 0 0 0 0,1 1 0 0 0,0 0 0 0 0,2 1-1 0 0,-5 22 1 0 0,11-39-3 0 0,0 1 0 0 0,1 0 0 0 0,-1-1 0 0 0,1 1-1 0 0,0 0 1 0 0,0-1 0 0 0,1 1 0 0 0,-1-1 0 0 0,1 1-1 0 0,1 0 1 0 0,-1-1 0 0 0,1 0 0 0 0,0 1-1 0 0,3 5 1 0 0,-3-7 0 0 0,1 0 0 0 0,0 0 0 0 0,0 0-1 0 0,0-1 1 0 0,0 1 0 0 0,1-1 0 0 0,-1 0-1 0 0,1 0 1 0 0,0 0 0 0 0,0-1-1 0 0,0 1 1 0 0,0-1 0 0 0,0 0 0 0 0,1 0-1 0 0,-1 0 1 0 0,1-1 0 0 0,5 2 0 0 0,7 0 9 0 0,0 0 0 0 0,0-1 1 0 0,0-1-1 0 0,0-1 0 0 0,25-2 1 0 0,86-17 160 0 0,-69 9 221 0 0,-11 0 736 0 0,-46 9-959 0 0,3-1-29 0 0,-2 0-256 0 0,-11-3-1385 0 0,5 3 389 0 0,-8-4-3048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29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0 740 0 0,'0'0'5077'0'0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30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32 1100 0 0,'-48'-20'14301'0'0,"57"21"-13186"0"0,20 0-755 0 0,0-1 0 0 0,47-6 0 0 0,-2-1-1080 0 0,-56 6-678 0 0,0 1 0 0 0,18 3 0 0 0,-29-2 791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30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0 580 0 0,'-41'18'4662'0'0,"-59"30"6613"0"0,101-48-11215 0 0,0 1 0 0 0,-1-1 0 0 0,1 1-1 0 0,0-1 1 0 0,0 1 0 0 0,-1-1 0 0 0,1 0 0 0 0,0 1 0 0 0,0-1 0 0 0,0 0 0 0 0,0 0 0 0 0,0 0 0 0 0,0 1-1 0 0,-1-1 1 0 0,1 0 0 0 0,0 0 0 0 0,0 0 0 0 0,0 0 0 0 0,0-1 0 0 0,1 1 0 0 0,17-1 190 0 0,83-11 167 0 0,115-13 252 0 0,-73 9-4261 0 0,-99 11-4838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31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0 1140 0 0,'-3'0'1995'0'0,"-27"0"3425"0"0,26 0-4516 0 0,1 1-125 0 0,-51 7 3983 0 0,51-8-4038 0 0,-1 1-487 0 0,4-1-176 0 0,-1 0-1 0 0,1 0 0 0 0,0 0 1 0 0,0 0-1 0 0,-1 0 1 0 0,1 0-1 0 0,0 0 0 0 0,0 0 1 0 0,-1 0-1 0 0,1 0 1 0 0,0 0-1 0 0,-1 0 0 0 0,1 1 1 0 0,0-1-1 0 0,0 0 1 0 0,-1 0-1 0 0,1 0 0 0 0,0 0 1 0 0,0 0-1 0 0,0 1 1 0 0,-1-1-1 0 0,1 0 0 0 0,0 0 1 0 0,0 0-1 0 0,0 1 1 0 0,-1-1-1 0 0,1 0 0 0 0,0 0 1 0 0,0 0-1 0 0,0 1 1 0 0,1 0-16 0 0,-1 1 1 0 0,2-1 0 0 0,-1 0-1 0 0,0 0 1 0 0,0 0 0 0 0,0 0-1 0 0,0 0 1 0 0,1 0 0 0 0,-1 0-1 0 0,0 0 1 0 0,1 0 0 0 0,-1-1-1 0 0,1 1 1 0 0,-1-1 0 0 0,1 1-1 0 0,-1-1 1 0 0,1 1 0 0 0,-1-1-1 0 0,1 0 1 0 0,0 0 0 0 0,-1 0-1 0 0,3 0 1 0 0,43 3 306 0 0,15-3-168 0 0,171-7 35 0 0,-233 7-219 0 0,23-2 29 0 0,35 1-1 0 0,-45 1-22 0 0,-10 0 1 0 0,0 0-3 0 0,8 0-3 0 0,-8 0 18 0 0,15-2-82 0 0,-8 2-232 0 0,-7 0-247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32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38 1456 0 0,'-14'-18'8642'0'0,"-4"-1"-1102"0"0,15 28-7260 0 0,4 49 749 0 0,7 58-1 0 0,-6-97-957 0 0,2 0-1 0 0,0 0 0 0 0,1 0 1 0 0,1 0-1 0 0,0-1 1 0 0,2 0-1 0 0,9 18 1 0 0,-15-33-58 0 0,0 0 1 0 0,0 1-1 0 0,1-1 1 0 0,0 0 0 0 0,-1 0-1 0 0,1-1 1 0 0,0 1-1 0 0,0 0 1 0 0,0-1 0 0 0,1 0-1 0 0,-1 0 1 0 0,1 0-1 0 0,-1 0 1 0 0,1 0 0 0 0,0-1-1 0 0,-1 0 1 0 0,1 0 0 0 0,0 0-1 0 0,0 0 1 0 0,0 0-1 0 0,0-1 1 0 0,0 1 0 0 0,0-1-1 0 0,0 0 1 0 0,0-1-1 0 0,0 1 1 0 0,0-1 0 0 0,0 1-1 0 0,6-3 1 0 0,-2 0-1 0 0,1 0 0 0 0,-1 0 0 0 0,0 0 0 0 0,0-1 0 0 0,0-1 0 0 0,-1 1 0 0 0,1-1 0 0 0,-1 0 0 0 0,0-1 0 0 0,-1 0 0 0 0,1 0 1 0 0,7-10-1 0 0,2-9-19 0 0,-1 0 1 0 0,-1-1 0 0 0,-1-1-1 0 0,-2-1 1 0 0,11-36 0 0 0,-22 62-6 0 0,0 4 9 0 0,-103 469 371 0 0,41-143-3 0 0,62-328-366 0 0,-10 66 371 0 0,-3-2 0 0 0,-41 120-1 0 0,50-175-101 0 0,0 1-1 0 0,-1-1 0 0 0,-9 15 0 0 0,11-21-186 0 0,1 0 0 0 0,-1 0 0 0 0,1 0 0 0 0,-1-1 0 0 0,0 1-1 0 0,0 0 1 0 0,0-1 0 0 0,0 0 0 0 0,-1 0 0 0 0,1 0 0 0 0,-1 0-1 0 0,-3 1 1 0 0,4-2-64 0 0,1 0 0 0 0,0-1 0 0 0,-1 0 0 0 0,1 0 0 0 0,-1 0 0 0 0,1 0 0 0 0,-1 0 0 0 0,1 0 0 0 0,0 0 0 0 0,-1-1 0 0 0,1 1-1 0 0,-1-1 1 0 0,1 0 0 0 0,0 0 0 0 0,0 0 0 0 0,-1 0 0 0 0,1 0 0 0 0,0 0 0 0 0,0 0 0 0 0,0-1 0 0 0,0 1 0 0 0,1-1 0 0 0,-1 0 0 0 0,0 1 0 0 0,0-1-1 0 0,-1-3 1 0 0,-2-2-1 0 0,0 0-1 0 0,0 1 1 0 0,1-2-1 0 0,0 1 0 0 0,1 0 1 0 0,-4-10-1 0 0,3 0-19 0 0,0 0-1 0 0,1 1 1 0 0,0-1-1 0 0,1 0 1 0 0,1-1-1 0 0,1 1 1 0 0,1 0 0 0 0,0 0-1 0 0,1 0 1 0 0,1 0-1 0 0,9-31 1 0 0,-5 26-17 0 0,1 1 1 0 0,1 0-1 0 0,1 0 1 0 0,0 1-1 0 0,2 0 1 0 0,0 1-1 0 0,1 0 1 0 0,24-25-1 0 0,-19 27-230 0 0,2 0 1 0 0,0 1-1 0 0,0 1 0 0 0,1 1 0 0 0,1 0 0 0 0,0 2 0 0 0,37-15 0 0 0,-28 16-6830 0 0,-10 4-1391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32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49 2312 0 0,'-36'-16'16994'0'0,"36"16"-16947"0"0,17-3 808 0 0,30-3-921 0 0,-39 6 307 0 0,204-19 273 0 0,-210 19-490 0 0,1-1-7 0 0,9 0-1 0 0,-9 1-1 0 0,13-2 23 0 0,-9 2-914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33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134 233 328 0 0,'10'-4'7322'0'0,"30"-13"7316"0"0,-50-4-14061 0 0,-6 2-518 0 0,-1 1 1 0 0,0 0 0 0 0,-28-21-1 0 0,-13-13-77 0 0,51 47-3 0 0,0-3-114 0 0,7 7 133 0 0,0 1 1 0 0,1 0 0 0 0,-1-1-1 0 0,0 1 1 0 0,1 0 0 0 0,-1 0-1 0 0,0-1 1 0 0,1 1 0 0 0,-1 0-1 0 0,1 0 1 0 0,-1-1-1 0 0,1 1 1 0 0,-1 0 0 0 0,1 0-1 0 0,-1 0 1 0 0,0 0 0 0 0,1 0-1 0 0,-1 0 1 0 0,1 0 0 0 0,-1 0-1 0 0,1 0 1 0 0,-1 0 0 0 0,1 0-1 0 0,-1 0 1 0 0,1 0-1 0 0,-1 0 1 0 0,1 0 0 0 0,0 0-1 0 0,77 1 13 0 0,195-9-44 0 0,-106-8 1168 0 0,-165 15-827 0 0,17 0 654 0 0,-3-1 194 0 0,-15 2-1147 0 0,-1 0 1 0 0,1 0-1 0 0,0 0 1 0 0,-1 0 0 0 0,1 0-1 0 0,-1 0 1 0 0,1 0-1 0 0,-1 0 1 0 0,1 0-1 0 0,-1 0 1 0 0,1 0-1 0 0,-1 0 1 0 0,1 1-1 0 0,-1-1 1 0 0,1 0 0 0 0,-1 0-1 0 0,1 1 1 0 0,-1-1-1 0 0,1 0 1 0 0,-1 1-1 0 0,1-1 1 0 0,-1 0-1 0 0,0 1 1 0 0,1-1 0 0 0,-1 0-1 0 0,0 1 1 0 0,1-1-1 0 0,-1 1 1 0 0,0-1-1 0 0,1 1 1 0 0,-1 0-1 0 0,0 1 3 0 0,0-1-1 0 0,0 1 0 0 0,0-1 0 0 0,0 1 0 0 0,0-1 0 0 0,-1 1 0 0 0,1-1 1 0 0,0 0-1 0 0,-1 1 0 0 0,0-1 0 0 0,1 1 0 0 0,-2 0 0 0 0,-5 11 29 0 0,-1-1-1 0 0,-10 13 0 0 0,9-13 39 0 0,-28 37 45 0 0,-79 81 0 0 0,-57 32-166 0 0,8-8-95 0 0,150-140 149 0 0,11-10-12 0 0,-1-1 0 0 0,1 1-1 0 0,0 0 1 0 0,0 1 0 0 0,1-1-1 0 0,-1 1 1 0 0,-4 8 0 0 0,8-12 4 0 0,0-1 1 0 0,0 1 0 0 0,0 0-1 0 0,0-1 1 0 0,0 1 0 0 0,0 0-1 0 0,0-1 1 0 0,0 1 0 0 0,0-1-1 0 0,0 1 1 0 0,0 0 0 0 0,0-1-1 0 0,1 1 1 0 0,-1 0 0 0 0,0-1-1 0 0,0 1 1 0 0,1-1-1 0 0,-1 1 1 0 0,0-1 0 0 0,1 1-1 0 0,-1-1 1 0 0,1 1 0 0 0,-1-1-1 0 0,1 1 1 0 0,-1-1 0 0 0,1 0-1 0 0,-1 1 1 0 0,1-1 0 0 0,-1 0-1 0 0,1 1 1 0 0,-1-1 0 0 0,1 0-1 0 0,0 1 1 0 0,0-1-1 0 0,22 7 63 0 0,-4-5-241 0 0,0 0 1 0 0,0-2 0 0 0,1 0 0 0 0,-1-1 0 0 0,24-5 0 0 0,27-7-2945 0 0,-2-4-3963 0 0,-38 9 2098 0 0,-4 1-3715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35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1316 0 0,'0'0'7981'0'0,"15"-2"-5232"0"0,37 6-2392 0 0,0-3 1 0 0,69-8 0 0 0,-67 3-256 0 0,136-11-265 0 0,-115 9-4291 0 0,-60 2-1746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44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24 1456 0 0,'2'-2'2252'0'0,"-1"0"-1858"0"0,13-14 4082 0 0,-14 16-4370 0 0,1-1 0 0 0,-1 1-1 0 0,1 0 1 0 0,-1-1-1 0 0,1 1 1 0 0,-1 0-1 0 0,1 0 1 0 0,-1-1 0 0 0,1 1-1 0 0,-1 0 1 0 0,1 0-1 0 0,0 0 1 0 0,-1 0 0 0 0,1-1-1 0 0,-1 1 1 0 0,1 0-1 0 0,-1 0 1 0 0,1 0 0 0 0,0 0-1 0 0,-1 1 1 0 0,1-1-1 0 0,-1 0 1 0 0,1 0-1 0 0,-1 0 1 0 0,1 0 0 0 0,0 0-1 0 0,-1 1 1 0 0,1-1-1 0 0,-1 0 1 0 0,1 1 0 0 0,-1-1-1 0 0,1 0 1 0 0,-1 1-1 0 0,0-1 1 0 0,1 0-1 0 0,-1 1 1 0 0,1-1 0 0 0,-1 1-1 0 0,1 0 1 0 0,7 13 628 0 0,-1 0-1 0 0,-1 0 1 0 0,0 0 0 0 0,0 1 0 0 0,-1 0-1 0 0,4 25 1 0 0,5 15 67 0 0,-10-43-686 0 0,0 1 1 0 0,1-1-1 0 0,1 0 1 0 0,0-1-1 0 0,0 1 1 0 0,1-1-1 0 0,0-1 1 0 0,16 19-1 0 0,-19-26-92 0 0,-1 0-1 0 0,1 0 1 0 0,0 0-1 0 0,-1 0 1 0 0,1 0 0 0 0,1-1-1 0 0,-1 0 1 0 0,0 0 0 0 0,0 0-1 0 0,1 0 1 0 0,-1-1-1 0 0,1 0 1 0 0,0 0 0 0 0,-1 0-1 0 0,1 0 1 0 0,0-1-1 0 0,-1 0 1 0 0,1 0 0 0 0,0 0-1 0 0,0 0 1 0 0,-1-1 0 0 0,1 0-1 0 0,-1 0 1 0 0,1 0-1 0 0,0 0 1 0 0,-1-1 0 0 0,6-3-1 0 0,-2 2-4 0 0,-1-1 0 0 0,-1 0 0 0 0,1-1 0 0 0,-1 1 1 0 0,0-1-1 0 0,0-1 0 0 0,0 1 0 0 0,-1-1 0 0 0,1 0 0 0 0,-1 0 0 0 0,5-10 0 0 0,4-8 26 0 0,21-49 0 0 0,-13 25-56 0 0,-27 82-13 0 0,-51 224 648 0 0,-6 23 138 0 0,51-240-639 0 0,-63 229 610 0 0,52-205-422 0 0,-2-2 0 0 0,-36 67 1 0 0,57-124-277 0 0,-8 15 254 0 0,-1 1 1 0 0,-18 21-1 0 0,27-38-191 0 0,0-1-1 0 0,0 0 0 0 0,-1 0 0 0 0,1-1 1 0 0,-1 1-1 0 0,0-1 0 0 0,0 0 0 0 0,-1 0 1 0 0,1 0-1 0 0,0 0 0 0 0,-1-1 0 0 0,0 1 1 0 0,1-1-1 0 0,-1-1 0 0 0,0 1 0 0 0,-9 1 1 0 0,10-3-68 0 0,0 0 1 0 0,1 0 0 0 0,0-1-1 0 0,-1 0 1 0 0,1 1-1 0 0,-1-1 1 0 0,1-1 0 0 0,0 1-1 0 0,-1 0 1 0 0,1-1-1 0 0,0 0 1 0 0,0 1 0 0 0,0-1-1 0 0,0-1 1 0 0,1 1-1 0 0,-1 0 1 0 0,1-1 0 0 0,-1 1-1 0 0,1-1 1 0 0,0 0-1 0 0,0 1 1 0 0,0-1 0 0 0,0 0-1 0 0,-2-4 1 0 0,0-2-25 0 0,0 1 1 0 0,0-1 0 0 0,1 0-1 0 0,0 0 1 0 0,0-1 0 0 0,1 1-1 0 0,-2-18 1 0 0,4 10 1 0 0,1 0 1 0 0,0 0-1 0 0,1 0 0 0 0,1 0 0 0 0,1 0 1 0 0,0 0-1 0 0,1 1 0 0 0,1 0 0 0 0,0 0 0 0 0,15-25 1 0 0,-3 10-346 0 0,1 1 1 0 0,2 1-1 0 0,1 0 1 0 0,28-28 0 0 0,-31 39-1690 0 0,41-32 1 0 0,-3 10-7147 0 0,-45 31 5852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45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122 247 80 0 0,'-13'-5'3647'0'0,"0"0"0"0"0,-25-5 1 0 0,3 0 1073 0 0,33 9-4086 0 0,0 1-347 0 0,0-1 1 0 0,0 1-1 0 0,0-1 1 0 0,0 0 0 0 0,0 0-1 0 0,0 0 1 0 0,1 0 0 0 0,-1 0-1 0 0,-2-2 1 0 0,14-4-83 0 0,1-1 0 0 0,0 1 0 0 0,0 1 0 0 0,1 0 0 0 0,0 1 0 0 0,21-7 0 0 0,0-1-84 0 0,276-107 165 0 0,-243 99-5391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45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0 2340 0 0,'-20'10'6463'0'0,"17"-5"-5899"0"0,0 0 0 0 0,0 0 0 0 0,0 1-1 0 0,1-1 1 0 0,0 1 0 0 0,0-1 0 0 0,0 1 0 0 0,-1 6-1 0 0,-7 52 1878 0 0,7-36-1611 0 0,-26 145 1511 0 0,-10 75-1847 0 0,36-199-2652 0 0,6-18-2856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46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180 468 184 0 0,'26'-41'7861'0'0,"-24"39"-7339"0"0,-1-1 0 0 0,0 0-1 0 0,0 0 1 0 0,0-1 0 0 0,0 1-1 0 0,0 0 1 0 0,-1 0 0 0 0,1 0 0 0 0,-1 0-1 0 0,0-1 1 0 0,0 1 0 0 0,-1-7 689 0 0,-1 10-956 0 0,-1 0-217 0 0,0 1-1 0 0,0-1 0 0 0,-1 1 1 0 0,1 0-1 0 0,0-1 1 0 0,0 1-1 0 0,1 1 0 0 0,-1-1 1 0 0,0 0-1 0 0,0 1 1 0 0,0-1-1 0 0,1 1 0 0 0,-1 0 1 0 0,1 0-1 0 0,0 0 1 0 0,-1 0-1 0 0,1 0 0 0 0,-3 4 1 0 0,-8 10 51 0 0,-19 28 1 0 0,21-28-26 0 0,-50 78 100 0 0,55-82-152 0 0,-1 0 0 0 0,2 1 0 0 0,0 0 1 0 0,0 0-1 0 0,1 0 0 0 0,-2 14 1 0 0,6-24-1 0 0,-1 0 1 0 0,1 0 0 0 0,0-1 0 0 0,0 1-1 0 0,0 0 1 0 0,0 0 0 0 0,0 0 0 0 0,1 0-1 0 0,0 3 1 0 0,0-5-7 0 0,0 1-1 0 0,-1-1 1 0 0,1 0 0 0 0,0 0-1 0 0,0 1 1 0 0,0-1 0 0 0,0 0-1 0 0,0 0 1 0 0,0 0-1 0 0,0 0 1 0 0,0 0 0 0 0,0 0-1 0 0,0 0 1 0 0,1-1 0 0 0,-1 1-1 0 0,0 0 1 0 0,1-1 0 0 0,1 2-1 0 0,-1-2 0 0 0,0 0-1 0 0,0 0 1 0 0,0 0 0 0 0,0 1-1 0 0,0-2 1 0 0,0 1 0 0 0,0 0-1 0 0,0 0 1 0 0,0-1-1 0 0,0 1 1 0 0,0-1 0 0 0,-1 1-1 0 0,5-3 1 0 0,20-11 17 0 0,-18 9-20 0 0,0 0 0 0 0,-1-1 0 0 0,0 0 0 0 0,0-1 1 0 0,0 0-1 0 0,-1 0 0 0 0,0 0 0 0 0,0-1 0 0 0,8-14 0 0 0,0-6-2 0 0,19-53-1 0 0,-22 53 15 0 0,-3 5-16 0 0,-7 21-8 0 0,2 15 8 0 0,-4-7 10 0 0,-2 16 14 0 0,1 38-1 0 0,2-54-10 0 0,0-1-1 0 0,0 0 0 0 0,1 1 0 0 0,0-1 0 0 0,0 0 0 0 0,0 0 1 0 0,1 1-1 0 0,0-1 0 0 0,0 0 0 0 0,0-1 0 0 0,0 1 1 0 0,1 0-1 0 0,4 6 0 0 0,-4-9-8 0 0,0 0 1 0 0,0 0-1 0 0,0-1 0 0 0,0 1 1 0 0,0-1-1 0 0,0 1 1 0 0,0-1-1 0 0,1 0 0 0 0,-1 0 1 0 0,0-1-1 0 0,1 1 0 0 0,-1-1 1 0 0,1 1-1 0 0,-1-1 1 0 0,1 0-1 0 0,-1-1 0 0 0,7 0 1 0 0,0-1-128 0 0,0 0 0 0 0,1-1 0 0 0,-1 0 1 0 0,0-1-1 0 0,0 0 0 0 0,-1-1 0 0 0,1 0 1 0 0,-1 0-1 0 0,0-1 0 0 0,-1-1 1 0 0,1 1-1 0 0,-1-1 0 0 0,-1 0 0 0 0,1-1 1 0 0,-1 0-1 0 0,9-12 0 0 0,0-4-153 0 0,0 0 0 0 0,-2-1 0 0 0,-1 0 0 0 0,19-50 0 0 0,-12 11 119 0 0,20-105 1 0 0,-17 63 1135 0 0,-15 56-359 0 0,-8 48-466 0 0,-7 22-6 0 0,-12 60 671 0 0,-12 126 0 0 0,20-114-484 0 0,1-8-152 0 0,-11 63 376 0 0,21-144-485 0 0,-1 1 12 0 0,1 1-7 0 0,3-12-34 0 0,6-28-24 0 0,10-35-6 0 0,40-100 1 0 0,-50 149-27 0 0,1 0 1 0 0,2 0 0 0 0,0 2-1 0 0,0-1 1 0 0,2 1-1 0 0,0 1 1 0 0,2 1-1 0 0,31-29 1 0 0,-41 42 4 0 0,-1 0 0 0 0,1 0 0 0 0,0 0 0 0 0,-1 1 1 0 0,2 0-1 0 0,-1 1 0 0 0,0-1 0 0 0,0 1 0 0 0,1 0 0 0 0,-1 1 1 0 0,1 0-1 0 0,0 0 0 0 0,0 0 0 0 0,10 0 0 0 0,-12 3 0 0 0,-4-1 6 0 0,0-1 1 0 0,0 1-1 0 0,1 0 0 0 0,-1 0 1 0 0,0 0-1 0 0,0 0 1 0 0,0 0-1 0 0,0 0 1 0 0,0 0-1 0 0,0 0 0 0 0,0 0 1 0 0,-1 1-1 0 0,1-1 1 0 0,0 0-1 0 0,-1 0 1 0 0,1 1-1 0 0,-1-1 1 0 0,1 1-1 0 0,-1-1 0 0 0,0 0 1 0 0,1 1-1 0 0,-1-1 1 0 0,0 1-1 0 0,0-1 1 0 0,0 2-1 0 0,0 0 1 0 0,-1 1 1 0 0,0-1-1 0 0,1 0 0 0 0,-1 0 1 0 0,0 0-1 0 0,0 0 0 0 0,-3 4 1 0 0,-3 6 5 0 0,-1 0 0 0 0,0 0 1 0 0,-1-1-1 0 0,-1-1 0 0 0,0 1 1 0 0,0-2-1 0 0,-1 1 0 0 0,-1-1 1 0 0,0-1-1 0 0,0 0 0 0 0,0-1 1 0 0,-23 11-1 0 0,31-18 1 0 0,1 1 0 0 0,-1-1 0 0 0,0 0 0 0 0,0 0 0 0 0,0-1 0 0 0,0 1 1 0 0,0-1-1 0 0,0 0 0 0 0,0 0 0 0 0,-1 0 0 0 0,1-1 0 0 0,0 0 0 0 0,0 1 0 0 0,1-1 0 0 0,-1-1 0 0 0,-7-1 0 0 0,10 2-4 0 0,-1 0-3 0 0,-9-1-138 0 0,32 21 141 0 0,-2 0 0 0 0,27 33 0 0 0,21 24 58 0 0,-58-69-45 0 0,-1 1 1 0 0,1-1-1 0 0,0-1 1 0 0,0 1-1 0 0,1-2 1 0 0,17 9-1 0 0,-17-10-3 0 0,0-1 0 0 0,0-1 1 0 0,0 1-1 0 0,0-2 0 0 0,0 1 0 0 0,0-1 0 0 0,0-1 0 0 0,0 0 0 0 0,1 0 0 0 0,-1-1 0 0 0,0 0 0 0 0,0-1 0 0 0,0 0 0 0 0,0-1 0 0 0,0 0 0 0 0,-1 0 0 0 0,1-1 0 0 0,10-6 0 0 0,-5 2-3 0 0,-1-1-1 0 0,0-1 0 0 0,-1 0 1 0 0,0-1-1 0 0,-1 0 1 0 0,0-1-1 0 0,0 0 1 0 0,-1-1-1 0 0,-1 0 0 0 0,11-19 1 0 0,-1-6 520 0 0,-2 0 0 0 0,-2-1 0 0 0,12-42 0 0 0,-27 79-362 0 0,-4 5-150 0 0,1-1 0 0 0,0 1-1 0 0,-1 0 1 0 0,1 0 0 0 0,1-1 0 0 0,-1 1-1 0 0,0 0 1 0 0,1 1 0 0 0,-3 3-1 0 0,4-5-4 0 0,-10 19 31 0 0,1 1-1 0 0,-9 33 1 0 0,16-48-30 0 0,1 0 0 0 0,-1 0 0 0 0,1 0 0 0 0,1 0 0 0 0,-1 0 0 0 0,1 1-1 0 0,1-1 1 0 0,-1 0 0 0 0,1 0 0 0 0,0 0 0 0 0,1 0 0 0 0,3 10 0 0 0,-4-13 2 0 0,1-1 0 0 0,1 0 0 0 0,-1 0 0 0 0,0 1 0 0 0,1-1 0 0 0,-1-1 0 0 0,1 1 0 0 0,0 0 0 0 0,0-1 0 0 0,0 1 0 0 0,0-1 0 0 0,1 0 0 0 0,-1 0 0 0 0,1 0 0 0 0,-1-1 0 0 0,1 1 0 0 0,-1-1 0 0 0,1 0 0 0 0,0 0 0 0 0,0 0 0 0 0,0 0 0 0 0,-1-1 0 0 0,6 1 0 0 0,10 0-43 0 0,0-1 0 0 0,0-1-1 0 0,27-5 1 0 0,-40 5-22 0 0,182-35-4894 0 0,-79 12-3808 0 0,-74 16 3005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47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32 468 0 0,'-18'-3'7348'0'0,"10"3"-5132"0"0,6 0-1666 0 0,-21 7 3009 0 0,23-7-3516 0 0,0 1-1 0 0,0-1 1 0 0,0 1 0 0 0,0 0-1 0 0,0-1 1 0 0,0 1-1 0 0,0 0 1 0 0,0-1-1 0 0,0 1 1 0 0,1-1-1 0 0,-1 1 1 0 0,0-1 0 0 0,0 1-1 0 0,1 0 1 0 0,-1-1-1 0 0,0 1 1 0 0,1 0-1 0 0,4 0 32 0 0,-1 0-1 0 0,1 0 0 0 0,-1 0 0 0 0,1 0 0 0 0,-1-1 0 0 0,1 0 1 0 0,0 0-1 0 0,-1 0 0 0 0,1-1 0 0 0,-1 1 0 0 0,7-3 1 0 0,56-17-198 0 0,-43 12-290 0 0,2 0-580 0 0,12-4-5539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47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 2124 0 0,'-3'3'1015'0'0,"-1"1"1"0"0,1 1-1 0 0,0-1 0 0 0,0 0 0 0 0,0 1 0 0 0,0 0 0 0 0,1-1 1 0 0,0 1-1 0 0,0 0 0 0 0,-2 8 0 0 0,4-12-898 0 0,0 0 0 0 0,0 0 0 0 0,0 0 0 0 0,0 0 0 0 0,1 0 0 0 0,-1 0 0 0 0,0 0 0 0 0,1 0 0 0 0,-1 0 0 0 0,1 0 0 0 0,-1 0 0 0 0,1 0 1 0 0,-1 0-1 0 0,1-1 0 0 0,-1 1 0 0 0,1 0 0 0 0,0 0 0 0 0,-1-1 0 0 0,1 1 0 0 0,0 0 0 0 0,0-1 0 0 0,0 1 0 0 0,-1-1 0 0 0,1 1 0 0 0,0-1 0 0 0,0 0 0 0 0,0 1 0 0 0,0-1 0 0 0,0 0 0 0 0,0 1 0 0 0,0-1 0 0 0,0 0 0 0 0,1 0 0 0 0,33 3 568 0 0,-34-3-638 0 0,40-1-79 0 0,-1-2 1 0 0,49-10-1 0 0,21-11-9211 0 0,-84 18 2983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48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59 1132 0 0,'24'-33'13269'0'0,"-24"32"-12981"0"0,0 0 1 0 0,1-1 0 0 0,-1 1-1 0 0,0 0 1 0 0,0 0 0 0 0,0 0 0 0 0,0-1-1 0 0,0 1 1 0 0,0 0 0 0 0,0 0-1 0 0,0 0 1 0 0,-1-1 0 0 0,1 0-1 0 0,-4 0-225 0 0,-1 1 0 0 0,1 0 1 0 0,0 0-1 0 0,0 0 0 0 0,0 0 0 0 0,0 1 0 0 0,-1 0 0 0 0,1 0 0 0 0,0 0 0 0 0,-1 0 0 0 0,1 0 0 0 0,0 1 0 0 0,-6 1 0 0 0,2 1-24 0 0,-1 0 0 0 0,1 0 0 0 0,0 1 0 0 0,0 0 0 0 0,1 0 0 0 0,-9 6 0 0 0,-5 7-24 0 0,0 0 0 0 0,2 2 0 0 0,-23 26 0 0 0,31-33-13 0 0,1 1 0 0 0,0 1 0 0 0,1 0 0 0 0,1 0 0 0 0,0 0 0 0 0,1 1 0 0 0,-7 22 0 0 0,13-36 33 0 0,1 1 0 0 0,-1-1-1 0 0,1 1 1 0 0,0-1-1 0 0,0 1 1 0 0,-1-1-1 0 0,1 0 1 0 0,0 1-1 0 0,0-1 1 0 0,1 1-1 0 0,-1-1 1 0 0,0 1-1 0 0,0-1 1 0 0,1 1-1 0 0,-1-1 1 0 0,1 0-1 0 0,-1 1 1 0 0,1-1 0 0 0,0 0-1 0 0,-1 1 1 0 0,1-1-1 0 0,0 0 1 0 0,0 0-1 0 0,0 0 1 0 0,0 1-1 0 0,0-1 1 0 0,0 0-1 0 0,0-1 1 0 0,0 1-1 0 0,1 0 1 0 0,-1 0-1 0 0,0 0 1 0 0,1-1-1 0 0,-1 1 1 0 0,0 0-1 0 0,1-1 1 0 0,-1 0 0 0 0,0 1-1 0 0,3-1 1 0 0,7 4 233 0 0,1-2 0 0 0,0 0 0 0 0,24 1 0 0 0,-19-2-129 0 0,-1 1 84 0 0,0 0 0 0 0,-1 1 0 0 0,1 1 0 0 0,-1 0 0 0 0,1 1 0 0 0,24 12 0 0 0,-36-15-85 0 0,0 0 1 0 0,0 0-1 0 0,0 1 1 0 0,0-1-1 0 0,-1 1 1 0 0,1 0-1 0 0,-1 0 0 0 0,0 0 1 0 0,0 0-1 0 0,0 1 1 0 0,0-1-1 0 0,0 1 1 0 0,-1 0-1 0 0,1 0 1 0 0,-1-1-1 0 0,0 2 0 0 0,-1-1 1 0 0,1 0-1 0 0,-1 0 1 0 0,1 1-1 0 0,-1-1 1 0 0,0 0-1 0 0,-1 1 0 0 0,1-1 1 0 0,-1 1-1 0 0,0-1 1 0 0,0 1-1 0 0,-1 5 1 0 0,-2 2 134 0 0,0-1 1 0 0,0 0 0 0 0,-2 0-1 0 0,1-1 1 0 0,-1 1 0 0 0,-1-1-1 0 0,1 0 1 0 0,-2 0 0 0 0,0-1-1 0 0,0 1 1 0 0,-10 9 0 0 0,6-8-72 0 0,-1 0 1 0 0,1 0-1 0 0,-2-1 1 0 0,0-1-1 0 0,0 0 1 0 0,0-1-1 0 0,-27 12 1 0 0,36-18-180 0 0,-18 3-26 0 0,2-3 3 0 0,0-4 0 0 0,16 0 0 0 0,0 1 0 0 0,0-1 0 0 0,0 0 0 0 0,1 0 0 0 0,-1 0 0 0 0,1 0 0 0 0,0-1 0 0 0,-1 1 0 0 0,1-1 0 0 0,0 0 0 0 0,1 0 0 0 0,-1 0 0 0 0,0 0 0 0 0,1-1 0 0 0,0 1 0 0 0,0-1 0 0 0,-4-6 0 0 0,2 0 0 0 0,-1-1 0 0 0,2-1 0 0 0,-1 2 0 0 0,2 0 0 0 0,-1-1 0 0 0,1 3-43 0 0,2 7-155 0 0,1 20-8237 0 0,-1-18 8108 0 0,-1 0 1 0 0,1 0-1 0 0,-1 1 1 0 0,-4 8-2636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48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7 2700 0 0,'10'-6'11670'0'0,"-9"6"-11575"0"0,-1 0-1 0 0,1 1 1 0 0,-1-1-1 0 0,1 0 1 0 0,-1 1-1 0 0,0-1 1 0 0,1 0-1 0 0,-1 1 1 0 0,1-1-1 0 0,-1 0 1 0 0,0 1-1 0 0,1-1 1 0 0,-1 1-1 0 0,0-1 1 0 0,0 1-1 0 0,1-1 1 0 0,-1 1-1 0 0,0-1 1 0 0,0 1-1 0 0,0-1 1 0 0,0 1-1 0 0,1-1 1 0 0,-1 1-1 0 0,0-1 1 0 0,0 1-1 0 0,0-1 1 0 0,0 1-1 0 0,0-1 1 0 0,0 1-1 0 0,-1-1 1 0 0,1 1-1 0 0,0-1 1 0 0,0 2-1 0 0,-10 27 1459 0 0,-20 24-397 0 0,-92 111 306 0 0,-22 35-4955 0 0,102-138-4569 0 0,26-37 267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49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85 1920 0 0,'-2'-1'1786'0'0,"0"0"-1508"0"0,-4-2 1015 0 0,0 0-1 0 0,0 1 1 0 0,0-1 0 0 0,0 1 0 0 0,-9-1 0 0 0,13 3-443 0 0,1-1-677 0 0,0 0 0 0 0,0 1 0 0 0,0-1 0 0 0,0 1 0 0 0,1-1 0 0 0,-1 1 0 0 0,0 0 0 0 0,0-1 0 0 0,0 1 0 0 0,0 0 0 0 0,0 0 0 0 0,0 0 0 0 0,0 0 0 0 0,0 0 0 0 0,0 0 0 0 0,0 0 0 0 0,0 0 0 0 0,0 0 0 0 0,0 0 0 0 0,0 0 0 0 0,-2 1 0 0 0,-4 1 2121 0 0,25-3-1834 0 0,193-32 127 0 0,-53 6-431 0 0,-154 26-158 0 0,-4 1 2 0 0,0-1 1 0 0,1 1-1 0 0,-1 0 1 0 0,1 0 0 0 0,-1 0-1 0 0,0-1 1 0 0,1 1-1 0 0,-1 0 1 0 0,1 0-1 0 0,-1 0 1 0 0,1 0-1 0 0,-1 0 1 0 0,0 0-1 0 0,1 0 1 0 0,-1 0 0 0 0,1 0-1 0 0,-1 0 1 0 0,1 0-1 0 0,-1 0 1 0 0,1 0-1 0 0,-1 0 1 0 0,0 0-1 0 0,1 1 1 0 0,-1-1-1 0 0,1 0 1 0 0,-1 0 0 0 0,0 0-1 0 0,1 1 1 0 0,-1-1-1 0 0,1 0 1 0 0,-1 0-1 0 0,0 1 1 0 0,0-1-1 0 0,1 0 1 0 0,-1 1-1 0 0,1 0 1 0 0,-2 0-1 0 0,1 0 1 0 0,0 0-1 0 0,0 0 0 0 0,-1 0 0 0 0,1 1 1 0 0,0-1-1 0 0,-1 0 0 0 0,1 0 1 0 0,-1 0-1 0 0,1 0 0 0 0,-1 0 0 0 0,-1 2 1 0 0,-26 28-33 0 0,-298 271 293 0 0,209-186 336 0 0,116-115-569 0 0,0 0 1 0 0,0 0-1 0 0,0-1 1 0 0,0 1-1 0 0,0 0 0 0 0,0 0 1 0 0,0 0-1 0 0,1 1 1 0 0,-1-1-1 0 0,1 0 1 0 0,-1 0-1 0 0,1 0 0 0 0,-1 0 1 0 0,1 1-1 0 0,-1-1 1 0 0,1 0-1 0 0,0 0 1 0 0,0 1-1 0 0,0-1 0 0 0,-1 0 1 0 0,2 2-1 0 0,-1-2 12 0 0,0 0-1 0 0,1 0 0 0 0,-1 0 1 0 0,1 0-1 0 0,0 0 0 0 0,-1 0 0 0 0,1-1 1 0 0,0 1-1 0 0,-1 0 0 0 0,1 0 1 0 0,0 0-1 0 0,0-1 0 0 0,0 1 1 0 0,0 0-1 0 0,0-1 0 0 0,0 1 1 0 0,0-1-1 0 0,0 1 0 0 0,1-1 0 0 0,4 3 65 0 0,0-2-1 0 0,0 1 1 0 0,0-1-1 0 0,0 0 1 0 0,1 0-1 0 0,-1-1 1 0 0,8 1-1 0 0,40-6 148 0 0,54-13-1 0 0,-28 5-146 0 0,-60 10-297 0 0,148-26-683 0 0,-113 15-3432 0 0,-2-4-4448 0 0,-31 11 1707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49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35 111 356 0 0,'-34'-13'20168'0'0,"34"13"-20109"0"0,0-1 0 0 0,0 1 0 0 0,0 0 0 0 0,0 0 0 0 0,0 0-1 0 0,0 0 1 0 0,0-1 0 0 0,0 1 0 0 0,0 0 0 0 0,0 0 0 0 0,0-1-1 0 0,0 1 1 0 0,0 0 0 0 0,0 0 0 0 0,0 0 0 0 0,0-1 0 0 0,0 1-1 0 0,0 0 1 0 0,0 0 0 0 0,0 0 0 0 0,0 0 0 0 0,0-1 0 0 0,0 1-1 0 0,1 0 1 0 0,-1 0 0 0 0,0 0 0 0 0,0 0 0 0 0,0-1-1 0 0,0 1 1 0 0,0 0 0 0 0,1 0 0 0 0,-1 0 0 0 0,0 0 0 0 0,0 0-1 0 0,0 0 1 0 0,0-1 0 0 0,1 1 0 0 0,-1 0 0 0 0,0 0 0 0 0,0 0-1 0 0,0 0 1 0 0,1 0 0 0 0,-1 0 0 0 0,0 0 0 0 0,0 0 0 0 0,1 0-1 0 0,172-64 538 0 0,-112 48-3287 0 0,-2 5-3897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49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42 1764 0 0,'-51'38'6304'0'0,"31"-25"-1669"0"0,-34 32 836 0 0,54-45-5416 0 0,0 1 1 0 0,0-1-1 0 0,0 0 1 0 0,0 1-1 0 0,1-1 1 0 0,-1 0 0 0 0,0 1-1 0 0,0-1 1 0 0,0 0-1 0 0,1 0 1 0 0,-1 1-1 0 0,0-1 1 0 0,0 0-1 0 0,1 0 1 0 0,-1 1 0 0 0,0-1-1 0 0,0 0 1 0 0,1 0-1 0 0,-1 0 1 0 0,0 1-1 0 0,1-1 1 0 0,-1 0-1 0 0,0 0 1 0 0,1 0-1 0 0,-1 0 1 0 0,0 0 0 0 0,1 0-1 0 0,-1 0 1 0 0,0 0-1 0 0,1 0 1 0 0,-1 0-1 0 0,1 0 1 0 0,0 0-1 0 0,13-1 319 0 0,-12 1-320 0 0,40-6 340 0 0,-2-2 1 0 0,74-23-1 0 0,-46 10-1036 0 0,56-14-2765 0 0,-40 9-4173 0 0,-38 10-60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50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62 2024 0 0,'-21'-39'14790'0'0,"14"27"-9386"0"0,-2 1-976 0 0,8 22-3792 0 0,-2 62 418 0 0,-3 1 0 0 0,-4-1 0 0 0,-2-1 0 0 0,-23 73 0 0 0,-17 101-839 0 0,51-242-215 0 0,-1 6 0 0 0,1 0 0 0 0,0 1 0 0 0,0-1 0 0 0,1 1 0 0 0,2 18 0 0 0,-1-27 0 0 0,-1 1 0 0 0,1-1 0 0 0,0 0 0 0 0,0 1 0 0 0,0-1 0 0 0,0 0 0 0 0,0 0 0 0 0,0 1 0 0 0,0-1 0 0 0,1 0 0 0 0,-1 0 0 0 0,1-1 0 0 0,0 1 0 0 0,0 0 0 0 0,-1 0 0 0 0,1-1 0 0 0,0 1 0 0 0,0-1 0 0 0,0 0 0 0 0,1 0 0 0 0,-1 1 0 0 0,0-1 0 0 0,0 0 0 0 0,1-1 0 0 0,-1 1 0 0 0,0 0 0 0 0,1-1 0 0 0,-1 1 0 0 0,1-1 0 0 0,2 0 0 0 0,11 1-637 0 0,0-1 1 0 0,-1 0-1 0 0,1-1 0 0 0,16-3 1 0 0,-13 0-1035 0 0,0 0 1 0 0,0-1 0 0 0,-1-1-1 0 0,0-1 1 0 0,0-1 0 0 0,0 0-1 0 0,-1-2 1 0 0,0 0 0 0 0,26-20 0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50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54 2056 0 0,'-166'4'14768'0'0,"162"-4"-13911"0"0,10-7 335 0 0,-1 4-1068 0 0,1 1 0 0 0,0 0 0 0 0,0 0 0 0 0,0 1 0 0 0,0 0-1 0 0,1 0 1 0 0,7 0 0 0 0,3-2 11 0 0,149-15-194 0 0,-54 10-4099 0 0,-47 3-1623 0 0,-18 2-1816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52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5 100 240 0 0,'-1'-2'2412'0'0,"0"-4"-1173"0"0,0 0-1 0 0,1-1 0 0 0,-1 1 1 0 0,1 0-1 0 0,0 0 0 0 0,0 0 1 0 0,2-10-1 0 0,-1 14-1142 0 0,-1 0 1 0 0,1 0-1 0 0,-1 0 0 0 0,1 1 0 0 0,-1-1 0 0 0,1 0 1 0 0,0 0-1 0 0,0 1 0 0 0,0-1 0 0 0,0 0 0 0 0,0 1 0 0 0,0-1 1 0 0,1 1-1 0 0,-1-1 0 0 0,1 1 0 0 0,-1 0 0 0 0,1-1 1 0 0,-1 1-1 0 0,1 0 0 0 0,-1 0 0 0 0,1 0 0 0 0,0 0 0 0 0,0 1 1 0 0,-1-1-1 0 0,1 0 0 0 0,0 1 0 0 0,0-1 0 0 0,0 1 1 0 0,3-1-1 0 0,0 1-54 0 0,0 0 1 0 0,0 0-1 0 0,0 1 1 0 0,0-1-1 0 0,0 1 1 0 0,0 0 0 0 0,0 1-1 0 0,0-1 1 0 0,0 1-1 0 0,-1 0 1 0 0,1 0-1 0 0,4 3 1 0 0,-1 0-19 0 0,0 0 0 0 0,-1 1 0 0 0,1 0 0 0 0,-1 1-1 0 0,0-1 1 0 0,6 10 0 0 0,-2-2-20 0 0,-1 0 1 0 0,0 2-1 0 0,-1-1 0 0 0,-1 1 0 0 0,0 0 1 0 0,8 29-1 0 0,-12-29 52 0 0,0 0 0 0 0,-1 1-1 0 0,-1-1 1 0 0,-1 1 0 0 0,0-1 0 0 0,-2 1 0 0 0,1 0 0 0 0,-2-1-1 0 0,0 1 1 0 0,-9 29 0 0 0,4-23 244 0 0,-1-1-1 0 0,-1 1 0 0 0,-1-1 1 0 0,0-1-1 0 0,-2 0 1 0 0,-28 37-1 0 0,26-41 317 0 0,13-17-332 0 0,6-9-247 0 0,5-5 0 0 0,1 0 0 0 0,23-22-1 0 0,-8 9-21 0 0,297-320 120 0 0,-286 308-130 0 0,-23 25-28 0 0,-1-2 0 0 0,0 0 0 0 0,11-18 0 0 0,-23 34 20 0 0,-1-1-1 0 0,0 1 1 0 0,0 0-1 0 0,0-1 1 0 0,0 1-1 0 0,0 0 1 0 0,1-1-1 0 0,-1 1 1 0 0,0 0-1 0 0,0 0 1 0 0,0-1-1 0 0,0 1 1 0 0,0 0-1 0 0,0-1 1 0 0,0 1-1 0 0,0 0 1 0 0,0-1-1 0 0,0 1 0 0 0,0 0 1 0 0,0-1-1 0 0,0 1 1 0 0,-1 0-1 0 0,1-1 1 0 0,0 1-1 0 0,0 0 1 0 0,0-1-1 0 0,0 1 1 0 0,0 0-1 0 0,-1 0 1 0 0,1-1-1 0 0,0 1 1 0 0,0 0-1 0 0,-1 0 1 0 0,1-1-1 0 0,0 1 1 0 0,0 0-1 0 0,-1 0 1 0 0,1 0-1 0 0,0-1 1 0 0,0 1-1 0 0,-1 0 1 0 0,0 0-1 0 0,1 0 1 0 0,-1-1 0 0 0,0 1 0 0 0,0 0 0 0 0,0 0 0 0 0,0 0 0 0 0,0 0 0 0 0,0 0 0 0 0,0 0 0 0 0,1 0 0 0 0,-1 0 0 0 0,0 0 0 0 0,0 0-1 0 0,0 0 1 0 0,0 1 0 0 0,0-1 0 0 0,1 0 0 0 0,-3 2 0 0 0,-10 7-30 0 0,0 0 0 0 0,0 1 0 0 0,1 1 1 0 0,0 0-1 0 0,1 1 0 0 0,1 0 0 0 0,0 1 0 0 0,-16 26 0 0 0,11-14 3 0 0,1 2 1 0 0,1 0-1 0 0,2 0 0 0 0,-10 32 0 0 0,19-51 43 0 0,0 0 0 0 0,0 1 0 0 0,1-1 0 0 0,0 0 1 0 0,0 0-1 0 0,1 1 0 0 0,0-1 0 0 0,1 0 0 0 0,0 1 0 0 0,0-1 0 0 0,4 14 0 0 0,-3-17 6 0 0,0 0 0 0 0,0 1 0 0 0,1-1 0 0 0,-1 0 0 0 0,1-1 0 0 0,1 1 0 0 0,-1 0 1 0 0,1-1-1 0 0,-1 0 0 0 0,1 0 0 0 0,1 0 0 0 0,-1 0 0 0 0,0-1 0 0 0,1 1 0 0 0,0-1 0 0 0,-1 0 1 0 0,1-1-1 0 0,6 3 0 0 0,2 0 7 0 0,0-1 0 0 0,0 0 0 0 0,1-1 0 0 0,-1 0 1 0 0,1-1-1 0 0,-1-1 0 0 0,1 0 0 0 0,0-1 0 0 0,17-1 0 0 0,-10-2-5 0 0,1 0-1 0 0,-1-2 0 0 0,0 0 1 0 0,-1-1-1 0 0,25-11 0 0 0,-37 12-481 0 0,1 1 1 0 0,-2-1-1 0 0,1 0 0 0 0,7-7 0 0 0,14-13-4743 0 0,-17 16 1492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52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55 2644 0 0,'-7'-18'17007'0'0,"9"17"-16915"0"0,-1 0 0 0 0,1 0 0 0 0,0 0-1 0 0,-1 0 1 0 0,1 0 0 0 0,0 1-1 0 0,-1-1 1 0 0,1 1 0 0 0,0-1-1 0 0,0 1 1 0 0,2-1 0 0 0,-4 1-93 0 0,100-20 115 0 0,-34 12-5446 0 0,-45 9-1304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52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26 1564 0 0,'-17'12'3317'0'0,"3"-2"1313"0"0,-25 21 756 0 0,39-30-5310 0 0,0 0 1 0 0,1-1-1 0 0,-1 1 0 0 0,1 0 1 0 0,-1-1-1 0 0,1 1 1 0 0,-1 0-1 0 0,1-1 0 0 0,-1 1 1 0 0,1-1-1 0 0,-1 1 1 0 0,1-1-1 0 0,0 1 1 0 0,-1-1-1 0 0,1 0 0 0 0,0 1 1 0 0,-1-1-1 0 0,1 0 1 0 0,0 1-1 0 0,0-1 1 0 0,-1 0-1 0 0,1 0 0 0 0,0 0 1 0 0,0 0-1 0 0,0 1 1 0 0,-1-1-1 0 0,1 0 0 0 0,0-1 1 0 0,0 1-1 0 0,-1 0 1 0 0,1 0-1 0 0,0 0 1 0 0,1-1-1 0 0,36-4 234 0 0,-31 4-77 0 0,220-40-1142 0 0,-75 11-6999 0 0,-94 18 1091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53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76 1840 0 0,'-2'-1'1458'0'0,"-92"-13"8009"0"0,91 13-8971 0 0,-14 1 1626 0 0,12 0-1086 0 0,9-1-411 0 0,23-3-226 0 0,39-3-316 0 0,107-16 93 0 0,-56 5 708 0 0,-76 11-390 0 0,-39 7-432 0 0,-18 13-3046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53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91 1908 0 0,'8'-7'1884'0'0,"-1"2"-538"0"0,0-1 1 0 0,0 0-1 0 0,-1 0 1 0 0,0-1-1 0 0,0 1 0 0 0,0-1 1 0 0,-1-1-1 0 0,5-8 0 0 0,-9 15-1022 0 0,-1 0-310 0 0,0 1 0 0 0,0 0 0 0 0,0-1 0 0 0,0 1 0 0 0,1 0 0 0 0,-1-1 0 0 0,0 1 0 0 0,0 0 0 0 0,0 0 1 0 0,0-1-1 0 0,0 1 0 0 0,0 0 0 0 0,0-1 0 0 0,0 1 0 0 0,0 0 0 0 0,0-1 0 0 0,0 1 0 0 0,0 0 0 0 0,0-1 0 0 0,0 1 0 0 0,0 0 0 0 0,0-1 0 0 0,0 1 1 0 0,-1 0-1 0 0,1-1 0 0 0,0 1 0 0 0,0 0 0 0 0,0 0 0 0 0,0-1 0 0 0,-1 1 0 0 0,1 0 0 0 0,0 0 0 0 0,0-1 0 0 0,-1 1 0 0 0,1 0 0 0 0,0 0 0 0 0,0 0 1 0 0,-1-1-1 0 0,1 1 0 0 0,0 0 0 0 0,-1 0 0 0 0,1 0 0 0 0,0 0 0 0 0,-1 0 0 0 0,1 0 0 0 0,0-1 0 0 0,-1 1 0 0 0,1 0 0 0 0,0 0 0 0 0,-1 0 0 0 0,1 0 1 0 0,-2 0 12 0 0,-1-1 0 0 0,1 1 0 0 0,0-1 0 0 0,0 1 1 0 0,0 0-1 0 0,0-1 0 0 0,-1 1 0 0 0,1 0 1 0 0,-3 1-1 0 0,-15 4 9 0 0,1 2-1 0 0,-1 0 1 0 0,1 1 0 0 0,1 1-1 0 0,-35 21 1 0 0,16-4 10 0 0,-60 51-1 0 0,97-76-44 0 0,-3 1 6 0 0,0 1 0 0 0,0-1 0 0 0,1 1-1 0 0,0 0 1 0 0,-1-1 0 0 0,1 1 0 0 0,0 0 0 0 0,-2 6 0 0 0,3-8-3 0 0,1 0 0 0 0,0-1 0 0 0,0 1 0 0 0,0 0 0 0 0,-1 0 0 0 0,1-1 0 0 0,0 1 0 0 0,0 0 1 0 0,0 0-1 0 0,1-1 0 0 0,-1 1 0 0 0,0 0 0 0 0,0 0 0 0 0,0-1 0 0 0,0 1 0 0 0,1 0 0 0 0,-1 0 0 0 0,0-1 0 0 0,1 1 0 0 0,-1 0 0 0 0,0-1 0 0 0,1 1 0 0 0,-1 0 0 0 0,1-1 1 0 0,-1 1-1 0 0,1-1 0 0 0,-1 1 0 0 0,1-1 0 0 0,0 1 0 0 0,-1-1 0 0 0,1 1 0 0 0,0-1 0 0 0,-1 0 0 0 0,2 1 0 0 0,23 6 163 0 0,-23-7-152 0 0,29 2 86 0 0,0 1 1 0 0,-1 2-1 0 0,49 14 0 0 0,-69-16-80 0 0,-1 1 0 0 0,0 0 0 0 0,0 1 0 0 0,0 0 0 0 0,0 0 0 0 0,12 11 0 0 0,-16-12 15 0 0,0 1 1 0 0,-1 0 0 0 0,1 0-1 0 0,-1 0 1 0 0,0 0-1 0 0,-1 1 1 0 0,1-1-1 0 0,-1 1 1 0 0,0 0 0 0 0,-1 0-1 0 0,3 9 1 0 0,-3-10 77 0 0,-1 1 0 0 0,0-1 1 0 0,0 1-1 0 0,-1 0 0 0 0,1-1 1 0 0,-1 1-1 0 0,-1 0 0 0 0,1-1 0 0 0,-1 1 1 0 0,0-1-1 0 0,0 1 0 0 0,-4 9 1 0 0,2-7 26 0 0,-1 0 1 0 0,0 1 0 0 0,-1-2 0 0 0,0 1 0 0 0,0 0-1 0 0,0-1 1 0 0,-10 9 0 0 0,4-5 141 0 0,0-1-1 0 0,0-1 1 0 0,-1 0-1 0 0,0-1 1 0 0,0 0 0 0 0,-1 0-1 0 0,0-2 1 0 0,-1 0 0 0 0,-21 8-1 0 0,25-13-177 0 0,1 1 0 0 0,0-1 0 0 0,-1-1 0 0 0,1 0 1 0 0,-1 0-1 0 0,1-1 0 0 0,0 0 0 0 0,-1 0 0 0 0,1-1 0 0 0,0-1 0 0 0,0 1 0 0 0,0-1 0 0 0,0-1 0 0 0,1 0 0 0 0,-10-5 0 0 0,15 7-215 0 0,0 0-1 0 0,0 1 1 0 0,0-1 0 0 0,0-1 0 0 0,0 1-1 0 0,1 0 1 0 0,-1-1 0 0 0,1 1-1 0 0,-1-1 1 0 0,1 0 0 0 0,0 0 0 0 0,0 0-1 0 0,-2-4 1 0 0,4 6-41 0 0,0 1 1 0 0,0-1-1 0 0,0 0 0 0 0,0 0 1 0 0,0 0-1 0 0,0 1 0 0 0,0-1 1 0 0,0 0-1 0 0,1 0 0 0 0,-1 0 1 0 0,0 1-1 0 0,0-1 0 0 0,1 0 1 0 0,-1 1-1 0 0,0-1 0 0 0,1 0 1 0 0,-1 0-1 0 0,1 1 1 0 0,-1-1-1 0 0,1 1 0 0 0,0-1 1 0 0,-1 0-1 0 0,1 1 0 0 0,0-1 1 0 0,16-11-3525 0 0,-16 12 3613 0 0,21-11-7299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54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66 2544 0 0,'-55'-11'11451'0'0,"53"10"-10664"0"0,-9-1 1902 0 0,11 2-2646 0 0,0 0 0 0 0,0 0 0 0 0,0 0-1 0 0,0 0 1 0 0,0-1 0 0 0,0 1 0 0 0,0 0-1 0 0,0 0 1 0 0,0 0 0 0 0,0 0 0 0 0,0 0 0 0 0,0 0-1 0 0,0 0 1 0 0,0-1 214 0 0,0 1-214 0 0,16-5 113 0 0,0 1 0 0 0,1 1 0 0 0,-1 0 0 0 0,1 1 0 0 0,18 1 1 0 0,14-3-50 0 0,153-21 532 0 0,-200 25-576 0 0,17-2 1328 0 0,-11 1-4209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54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152 110 80 0 0,'25'-47'11586'0'0,"1"-3"-1630"0"0,-25 49-9485 0 0,-1 0-350 0 0,1 0-1 0 0,-1 1 0 0 0,0-1 0 0 0,1 0 0 0 0,-1 0 1 0 0,1 1-1 0 0,0-1 0 0 0,-1 0 0 0 0,1 1 0 0 0,0-1 1 0 0,-1 1-1 0 0,1-1 0 0 0,0 1 0 0 0,-1-1 0 0 0,1 1 0 0 0,0-1 1 0 0,1 1-1 0 0,0 9-37 0 0,-1 2 0 0 0,0-1 0 0 0,-1 0 0 0 0,0 0 0 0 0,-1 0 0 0 0,0 0 0 0 0,-3 12 0 0 0,-19 73 613 0 0,21-91-675 0 0,-64 202 388 0 0,-14 50-286 0 0,67-204-41 0 0,3 0 1 0 0,-9 105 0 0 0,19-145-63 0 0,0 1 1 0 0,0-1 0 0 0,1 0 0 0 0,0 1-1 0 0,5 15 1 0 0,-5-25-17 0 0,0 1 1 0 0,0-1-1 0 0,1 1 0 0 0,-1-1 1 0 0,1 1-1 0 0,0-1 0 0 0,0 0 0 0 0,0 0 1 0 0,0 0-1 0 0,0 0 0 0 0,1 0 1 0 0,0-1-1 0 0,-1 1 0 0 0,1-1 0 0 0,0 0 1 0 0,0 1-1 0 0,0-1 0 0 0,0 0 1 0 0,1-1-1 0 0,-1 1 0 0 0,6 1 0 0 0,2 0-151 0 0,1-1-1 0 0,-1 0 1 0 0,1-1 0 0 0,-1 0-1 0 0,1-1 1 0 0,-1 0-1 0 0,1-1 1 0 0,-1 0-1 0 0,1-1 1 0 0,15-4-1 0 0,5-3-1212 0 0,-1-2 0 0 0,41-19 0 0 0,-46 17-949 0 0,29-19 1 0 0,-4-3-4347 0 0,-23 12-603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54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182 129 2720 0 0,'-164'-20'13996'0'0,"163"20"-13893"0"0,0 0 0 0 0,0 0 0 0 0,1 0 0 0 0,-1 0 0 0 0,0 0 0 0 0,0 0 0 0 0,1 0 0 0 0,-1 0 0 0 0,0-1 0 0 0,0 1 0 0 0,1 0 0 0 0,-1 0 0 0 0,0-1 0 0 0,1 1 0 0 0,-1 0 0 0 0,0-1 0 0 0,1 1 0 0 0,-1 0 0 0 0,0-1 0 0 0,1 1 0 0 0,-1-1 0 0 0,1 1 0 0 0,-1-1 0 0 0,0 0 0 0 0,1 0-63 0 0,1 0 1 0 0,-1 0 0 0 0,1 1-1 0 0,-1-1 1 0 0,1 0-1 0 0,0 1 1 0 0,-1-1 0 0 0,1 1-1 0 0,-1-1 1 0 0,1 1-1 0 0,0-1 1 0 0,0 1 0 0 0,-1-1-1 0 0,1 1 1 0 0,0 0 0 0 0,0-1-1 0 0,0 1 1 0 0,44-15 228 0 0,64-9 71 0 0,178-15 0 0 0,-19 25-6865 0 0,-232 14 1771 0 0,-6 0-2534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57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520 50 732 0 0,'2'-33'9501'0'0,"-4"19"-7776"0"0,-1 12-682 0 0,-4 7-1132 0 0,-5 12 122 0 0,1 0 1 0 0,-17 35-1 0 0,6-11 2 0 0,-70 117 79 0 0,-80 148 704 0 0,131-225-528 0 0,-55 158-1 0 0,88-213-263 0 0,0 0 0 0 0,2 1 0 0 0,1-1-1 0 0,1 1 1 0 0,1 1 0 0 0,2 38 0 0 0,1-55-13 0 0,2-1 0 0 0,-1 0-1 0 0,1 0 1 0 0,1 0 0 0 0,0 0 0 0 0,0-1 0 0 0,1 1-1 0 0,8 15 1 0 0,-8-19 2 0 0,1 1-1 0 0,0-1 0 0 0,0 0 1 0 0,0 0-1 0 0,0-1 0 0 0,1 0 1 0 0,0 0-1 0 0,1 0 0 0 0,-1 0 1 0 0,1-1-1 0 0,-1 0 0 0 0,13 5 1 0 0,1-2-145 0 0,1 0 0 0 0,0-1 1 0 0,0-2-1 0 0,0 0 0 0 0,1-1 1 0 0,-1-1-1 0 0,37-1 1 0 0,-18-3-1654 0 0,0-2 1 0 0,0-2 0 0 0,46-12 0 0 0,-30 3-2689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58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86 1244 0 0,'-6'-9'2418'0'0,"1"0"0"0"0,0-1 0 0 0,-6-17 0 0 0,11 26-2370 0 0,0 1 0 0 0,0-1 1 0 0,0 0-1 0 0,0 0 1 0 0,0 1-1 0 0,0-1 0 0 0,0 0 1 0 0,0 0-1 0 0,0 1 0 0 0,1-1 1 0 0,-1 0-1 0 0,0 1 0 0 0,1-1 1 0 0,-1 0-1 0 0,0 1 1 0 0,1-1-1 0 0,-1 0 0 0 0,1 1 1 0 0,-1-1-1 0 0,1 1 0 0 0,-1-1 1 0 0,1 1-1 0 0,-1-1 1 0 0,1 1-1 0 0,-1-1 0 0 0,1 1 1 0 0,1-1-1 0 0,19-9 595 0 0,-18 9-622 0 0,1 1 0 0 0,-1-1-1 0 0,0 1 1 0 0,0 0 0 0 0,1-1 0 0 0,-1 2-1 0 0,0-1 1 0 0,0 0 0 0 0,1 1 0 0 0,-1-1-1 0 0,0 1 1 0 0,0 0 0 0 0,0 0 0 0 0,0 0-1 0 0,0 0 1 0 0,0 1 0 0 0,0-1 0 0 0,3 3-1 0 0,-2-1-5 0 0,0 1-1 0 0,-1-1 1 0 0,1 1-1 0 0,-1 0 0 0 0,0 0 1 0 0,0 0-1 0 0,-1 0 0 0 0,1 0 1 0 0,-1 1-1 0 0,0-1 1 0 0,2 5-1 0 0,0 4 23 0 0,0 0 0 0 0,-1 1 0 0 0,-1-1 0 0 0,0 1 0 0 0,-1-1 0 0 0,0 1 0 0 0,-1-1 0 0 0,-1 16 0 0 0,-2-15 92 0 0,0 0 0 0 0,-1 0 0 0 0,0 0 0 0 0,-1 0-1 0 0,0-1 1 0 0,-1 0 0 0 0,-11 17 0 0 0,17-29-99 0 0,0-1 0 0 0,-1 1-1 0 0,1-1 1 0 0,0 1 0 0 0,0-1 0 0 0,-1 0-1 0 0,1 1 1 0 0,-1-1 0 0 0,1 1 0 0 0,0-1-1 0 0,-1 0 1 0 0,1 1 0 0 0,-1-1 0 0 0,1 0-1 0 0,-1 0 1 0 0,1 1 0 0 0,-1-1 0 0 0,1 0-1 0 0,-1 0 1 0 0,1 0 0 0 0,-1 0 0 0 0,1 1-1 0 0,-1-1 1 0 0,1 0 0 0 0,-1 0 0 0 0,1 0-1 0 0,-1 0 1 0 0,1 0 0 0 0,-1 0 0 0 0,1-1-1 0 0,-1 1 1 0 0,1 0 0 0 0,-1 0 0 0 0,0 0-1 0 0,1 0 1 0 0,0-1 0 0 0,-1 1 0 0 0,1 0-1 0 0,-2-1 1 0 0,1 1-115 0 0,1-2 91 0 0,0 1-1 0 0,0-1 1 0 0,0 1-1 0 0,0-1 0 0 0,1 1 1 0 0,-1-1-1 0 0,0 1 0 0 0,1-1 1 0 0,-1 1-1 0 0,1-1 1 0 0,-1 1-1 0 0,1-1 0 0 0,0 1 1 0 0,-1 0-1 0 0,3-2 0 0 0,10-18-2 0 0,2 1 0 0 0,1 1 0 0 0,0 1-1 0 0,24-21 1 0 0,81-60-5 0 0,-108 88 5 0 0,9-5-8 0 0,36-32-71 0 0,-55 46 49 0 0,4-2 0 0 0,-6 4 2 0 0,-3 0 15 0 0,-1 1 6 0 0,0 0 1 0 0,0 0 0 0 0,0 0 0 0 0,1 1-1 0 0,-1-1 1 0 0,0 1 0 0 0,1-1 0 0 0,-1 1-1 0 0,-3 3 1 0 0,-25 26-27 0 0,15-14 8 0 0,4-5 26 0 0,0 0 1 0 0,2 0 0 0 0,-1 2-1 0 0,2-1 1 0 0,0 1 0 0 0,0 0-1 0 0,-9 24 1 0 0,16-36-1 0 0,1 0 0 0 0,0 1 0 0 0,1-1 0 0 0,-1 0 0 0 0,0 1 0 0 0,1-1 0 0 0,-1 1 0 0 0,1-1 0 0 0,0 1 0 0 0,0-1 0 0 0,0 1 0 0 0,0-1 0 0 0,0 1 0 0 0,1-1 0 0 0,-1 1 0 0 0,1-1 0 0 0,0 1 0 0 0,-1-1 0 0 0,1 1 0 0 0,2 1 0 0 0,-1-1 5 0 0,0 0 0 0 0,0 0 0 0 0,1 0 1 0 0,-1-1-1 0 0,1 0 0 0 0,0 1 0 0 0,-1-1 0 0 0,1 0 0 0 0,0 0 0 0 0,0 0 1 0 0,1-1-1 0 0,4 3 0 0 0,5 0 16 0 0,0 0 0 0 0,0-1 1 0 0,0-1-1 0 0,0 0 0 0 0,1 0 1 0 0,14-1-1 0 0,76-1 222 0 0,-102 0-228 0 0,1 0-48 0 0,1 1 1 0 0,-1-1-1 0 0,0 0 1 0 0,1 0 0 0 0,-1-1-1 0 0,6 0 1 0 0,-5 0-140 0 0,-1 1-466 0 0,6-4-2111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0:59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437 5 1528 0 0,'-8'-4'10572'0'0,"3"8"-10531"0"0,0 1-1 0 0,1 0 0 0 0,0 0 1 0 0,-1 0-1 0 0,2 0 0 0 0,-5 7 1 0 0,-7 11 8 0 0,-177 201-376 0 0,49-86-5184 0 0,99-99 1321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02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18 1308 0 0,'0'0'3102'0'0,"-5"-18"3508"0"0,2 28-6484 0 0,-1-1-1 0 0,1 1 0 0 0,1-1 0 0 0,0 1 1 0 0,-2 18-1 0 0,1 52 75 0 0,3-64-111 0 0,-1 4 32 0 0,6 39 0 0 0,-5-55-85 0 0,1 1 0 0 0,0 0 0 0 0,0 0 0 0 0,1-1 0 0 0,-1 1 0 0 0,1-1 0 0 0,0 0 0 0 0,1 1 0 0 0,-1-1 0 0 0,0 0 0 0 0,1 0 0 0 0,0 0 0 0 0,6 5 0 0 0,-7-7 3 0 0,0-1 1 0 0,0 0-1 0 0,1 0 0 0 0,-1 0 0 0 0,0 0 1 0 0,1 0-1 0 0,-1 0 0 0 0,0-1 0 0 0,1 1 0 0 0,-1-1 1 0 0,1 1-1 0 0,-1-1 0 0 0,1 0 0 0 0,-1 0 1 0 0,1 0-1 0 0,-1-1 0 0 0,4 0 0 0 0,0 0 5 0 0,0 0-1 0 0,0-1 0 0 0,-1 1 0 0 0,1-1 0 0 0,-1-1 1 0 0,10-4-1 0 0,-6 0 25 0 0,1-1 0 0 0,-1 0 0 0 0,-1-1 0 0 0,0 1 0 0 0,0-2-1 0 0,0 1 1 0 0,-1-1 0 0 0,11-21 0 0 0,14-18 536 0 0,-31 47-566 0 0,6 24 34 0 0,-15 36 445 0 0,-19 80 0 0 0,8-48-208 0 0,-66 262 287 0 0,59-271-386 0 0,-3-1 1 0 0,-51 96 0 0 0,76-168 44 0 0,-1 1-1 0 0,0-1 1 0 0,-1 1-1 0 0,0-1 1 0 0,0-1-1 0 0,-13 13 1 0 0,18-19-233 0 0,-1 0 1 0 0,1 0-1 0 0,0 0 1 0 0,-1-1 0 0 0,1 1-1 0 0,-1 0 1 0 0,1-1-1 0 0,-1 1 1 0 0,1-1-1 0 0,-1 0 1 0 0,1 1 0 0 0,-1-1-1 0 0,1 0 1 0 0,-1 0-1 0 0,1 0 1 0 0,-1 0-1 0 0,1 0 1 0 0,-1 0-1 0 0,0-1 1 0 0,1 1 0 0 0,-1 0-1 0 0,1-1 1 0 0,-1 1-1 0 0,1-1 1 0 0,0 0-1 0 0,-1 1 1 0 0,1-1 0 0 0,0 0-1 0 0,-1 0 1 0 0,1 0-1 0 0,-1-1 1 0 0,-2-1 3 0 0,0 0 0 0 0,1-1 1 0 0,0 1-1 0 0,0-1 0 0 0,0 0 1 0 0,0 1-1 0 0,0-2 0 0 0,-1-4 1 0 0,-1-2-10 0 0,2 0 0 0 0,-1 0 0 0 0,2 0 0 0 0,-1-1 0 0 0,2 1 0 0 0,-1-1 0 0 0,2 0 0 0 0,-1 1 0 0 0,2-1 0 0 0,0 0 0 0 0,0 1 0 0 0,1-1 0 0 0,0 0 0 0 0,1 1 0 0 0,0 0 0 0 0,10-21 0 0 0,-6 14-243 0 0,2 1 1 0 0,0 0-1 0 0,1 1 1 0 0,0 0-1 0 0,2 1 1 0 0,0 0-1 0 0,0 1 1 0 0,1 0 0 0 0,26-20-1 0 0,-29 26-1002 0 0,2 0 1 0 0,15-7-1 0 0,10-1-5139 0 0,-17 7 334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02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33 2044 0 0,'1'-2'2320'0'0,"2"-1"-1331"0"0,-2 1-66 0 0,1-1-1 0 0,0 0 1 0 0,0 1-1 0 0,0 0 1 0 0,0-1 0 0 0,1 1-1 0 0,-1 0 1 0 0,0 0-1 0 0,1 0 1 0 0,4-2-1 0 0,-12 26 705 0 0,-10 23-447 0 0,-32 70 0 0 0,26-69-1048 0 0,-18 59 1 0 0,29-74-654 0 0,-6 25-1854 0 0,11-16-6847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03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70 2532 0 0,'0'-12'2309'0'0,"1"5"-306"0"0,-1-1 1 0 0,0 1-1 0 0,-1 0 1 0 0,1 0-1 0 0,-5-14 3276 0 0,5 22-5202 0 0,0 0 0 0 0,0 0 0 0 0,1 0 0 0 0,-1 0 0 0 0,0 0 0 0 0,0 0 0 0 0,1 0 0 0 0,-1 0 0 0 0,1 0 0 0 0,-1-1 0 0 0,1 1 0 0 0,-1 0 0 0 0,1 0 0 0 0,-1 0 0 0 0,1-1 0 0 0,0 1 0 0 0,-1 0 0 0 0,1-1 0 0 0,0 1 0 0 0,0 0 0 0 0,-1-1 0 0 0,1 1 0 0 0,0-1 1 0 0,0 1-1 0 0,0-1 0 0 0,2 1 0 0 0,25 5 286 0 0,-26-6-336 0 0,21 2 125 0 0,1-2 0 0 0,0 0 0 0 0,47-8 0 0 0,-6 1-16 0 0,-3 1-87 0 0,26-2 10 0 0,-87 8-59 0 0,-1 0 0 0 0,1 0 0 0 0,-1 0 0 0 0,1 0 0 0 0,-1 0 0 0 0,1 0 0 0 0,0 0 0 0 0,-1 0 0 0 0,1 0 0 0 0,-1 0 0 0 0,1 1 0 0 0,-1-1 0 0 0,1 0 0 0 0,-1 0 0 0 0,1 1 0 0 0,-1-1-1 0 0,1 0 1 0 0,-1 0 0 0 0,1 1 0 0 0,-1-1 0 0 0,0 1 0 0 0,1-1 0 0 0,-1 0 0 0 0,1 1 0 0 0,-1-1 0 0 0,0 1 0 0 0,0-1 0 0 0,1 1 0 0 0,-1-1 0 0 0,0 1 0 0 0,1 1-1 0 0,-1-1 0 0 0,0 1 1 0 0,0-1-1 0 0,0 0 1 0 0,0 1-1 0 0,0-1 0 0 0,-1 1 1 0 0,1-1-1 0 0,0 0 1 0 0,-1 1-1 0 0,0 1 0 0 0,-17 30-38 0 0,-112 114-119 0 0,-5 6 183 0 0,133-150-3 0 0,0-1-1 0 0,0 0 0 0 0,0 1 1 0 0,1-1-1 0 0,-1 1 1 0 0,1 0-1 0 0,0-1 1 0 0,0 1-1 0 0,0 0 1 0 0,0 0-1 0 0,0 0 0 0 0,0 0 1 0 0,1 0-1 0 0,-1 0 1 0 0,1 0-1 0 0,0 0 1 0 0,1 6-1 0 0,-1-9-8 0 0,1 1-1 0 0,0 0 0 0 0,0 0 1 0 0,0 0-1 0 0,0-1 0 0 0,0 1 1 0 0,0-1-1 0 0,0 1 0 0 0,0 0 1 0 0,0-1-1 0 0,0 0 0 0 0,1 1 1 0 0,-1-1-1 0 0,0 0 1 0 0,0 0-1 0 0,0 1 0 0 0,1-1 1 0 0,-1 0-1 0 0,0 0 0 0 0,0 0 1 0 0,2-1-1 0 0,28-1 63 0 0,48-10-484 0 0,125-37 0 0 0,-21-10-2934 0 0,-70 14-895 0 0,-41 9-2296 0 0,-33 14-140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03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49 2284 0 0,'-41'-48'11817'0'0,"41"49"-11538"0"0,1 1 0 0 0,0-1-1 0 0,1 0 1 0 0,-1 1 0 0 0,0-1 0 0 0,0 0-1 0 0,0 1 1 0 0,1-1 0 0 0,-1 0-1 0 0,1 0 1 0 0,-1 0 0 0 0,3 1 0 0 0,2 2 207 0 0,23 21 126 0 0,-1 1 0 0 0,-1 2 0 0 0,-1 1 1 0 0,-1 1-1 0 0,-2 0 0 0 0,-1 2 0 0 0,-2 1 0 0 0,26 56 0 0 0,-29-50-582 0 0,-2 0 0 0 0,-1 1 0 0 0,-3 0 0 0 0,-1 1 0 0 0,-2 0 0 0 0,-2 1 0 0 0,2 73 0 0 0,-10-66-40 0 0,-2 0 1 0 0,-2 0-1 0 0,-2-1 1 0 0,-2 0-1 0 0,-24 65 1 0 0,6-35-1859 0 0,-5-2 1 0 0,-57 101-1 0 0,43-98-1806 0 0,14-31-1713 0 0,10-17-1448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04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1 340 0 0,'-83'4'11430'0'0,"80"-3"-10308"0"0,0-1-667 0 0,-7 3 1578 0 0,25 0-1394 0 0,23-1-480 0 0,102-8-1759 0 0,-68 2-5893 0 0,-55 4 2812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04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76 2376 0 0,'-89'55'13045'0'0,"91"-56"-12941"0"0,1 1 0 0 0,0-1-1 0 0,-1 1 1 0 0,1-1 0 0 0,0 1 0 0 0,-1 0 0 0 0,5 0 0 0 0,14-1 102 0 0,174-40-13 0 0,1-5-3798 0 0,-149 35 2029 0 0,11-3-2136 0 0,-1 0-1642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08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9 1444 0 0,'-21'-8'10454'0'0,"21"8"-10422"0"0,0 0 0 0 0,-1 0 0 0 0,1 0 0 0 0,0 0 0 0 0,0 0 0 0 0,-1 0 0 0 0,1 0 0 0 0,0 0 0 0 0,0 1 0 0 0,0-1 0 0 0,-1 0 0 0 0,1 0 0 0 0,0 0 0 0 0,0 0 0 0 0,0 0 0 0 0,0 1 0 0 0,-1-1 0 0 0,1 0 0 0 0,0 0 0 0 0,0 0-1 0 0,0 0 1 0 0,0 1 0 0 0,0-1 0 0 0,0 0 0 0 0,0 0 0 0 0,-1 1 0 0 0,1-1 0 0 0,0 0 0 0 0,0 0 0 0 0,0 0 0 0 0,0 1 0 0 0,0-1 0 0 0,0 0 0 0 0,0 0 0 0 0,0 1 0 0 0,0-1 0 0 0,0 0 0 0 0,0 0 0 0 0,0 0 0 0 0,1 1 0 0 0,-1-1 0 0 0,0 0-1 0 0,0 0 1 0 0,0 0 0 0 0,0 1 0 0 0,0-1 0 0 0,0 0 0 0 0,0 0 0 0 0,0 0 0 0 0,1 1 0 0 0,14 8 1017 0 0,25 3-143 0 0,-10-8-579 0 0,0-1 0 0 0,60-3-1 0 0,62-13-94 0 0,-113 9-149 0 0,65-6 199 0 0,-101 9-268 0 0,0 0 780 0 0,5-1-4146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09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59 2156 0 0,'9'-9'3697'0'0,"0"-1"-1"0"0,13-21 1153 0 0,-22 30-4832 0 0,0 1-1 0 0,0 0 1 0 0,0 0-1 0 0,1 0 1 0 0,-1 0 0 0 0,0-1-1 0 0,0 1 1 0 0,0 0-1 0 0,0 0 1 0 0,0 0 0 0 0,0-1-1 0 0,0 1 1 0 0,0 0-1 0 0,0 0 1 0 0,0 0 0 0 0,0-1-1 0 0,0 1 1 0 0,0 0-1 0 0,0 0 1 0 0,0 0 0 0 0,0-1-1 0 0,0 1 1 0 0,0 0-1 0 0,0 0 1 0 0,0 0 0 0 0,0-1-1 0 0,0 1 1 0 0,0 0-1 0 0,-1 0 1 0 0,1 0 0 0 0,0-1-1 0 0,0 1 1 0 0,0 0 0 0 0,0 0-1 0 0,0 0 1 0 0,-1 0-1 0 0,1 0 1 0 0,0-1 0 0 0,0 1-1 0 0,0 0 1 0 0,-1 0-1 0 0,-6 1 15 0 0,0 1-1 0 0,1 0 1 0 0,-1 0-1 0 0,0 1 1 0 0,1 0-1 0 0,-1 0 1 0 0,1 0-1 0 0,0 1 1 0 0,0 0-1 0 0,-9 8 1 0 0,-58 55 32 0 0,58-51-54 0 0,14-15-8 0 0,-11 10 6 0 0,1 1 1 0 0,0-1 0 0 0,1 2 0 0 0,1 0-1 0 0,-10 17 1 0 0,13-16 39 0 0,8-9-8 0 0,-2-4-34 0 0,2 0 1 0 0,0 1 0 0 0,0-1-1 0 0,1 1 1 0 0,-1-1 0 0 0,0 0-1 0 0,0 0 1 0 0,1 0 0 0 0,-1 0-1 0 0,1-1 1 0 0,-1 1-1 0 0,1 0 1 0 0,-1-1 0 0 0,1 0-1 0 0,-1 0 1 0 0,1 0 0 0 0,-1 0-1 0 0,1 0 1 0 0,2-1 0 0 0,1 1-3 0 0,14 0 3 0 0,1 1-1 0 0,-1 0 1 0 0,21 5-1 0 0,-34-4 0 0 0,-1-1 0 0 0,0 1-1 0 0,1 0 1 0 0,-1 1 0 0 0,0-1-1 0 0,-1 1 1 0 0,1 0 0 0 0,0 1 0 0 0,-1-1-1 0 0,0 1 1 0 0,0 0 0 0 0,0 1-1 0 0,0-1 1 0 0,6 9 0 0 0,-8-9 102 0 0,1 1-1 0 0,-1 0 1 0 0,-1 0 0 0 0,1 0 0 0 0,-1 0 0 0 0,0 0-1 0 0,0 0 1 0 0,0 1 0 0 0,-1-1 0 0 0,1 1 0 0 0,-1-1-1 0 0,-1 1 1 0 0,1 0 0 0 0,-1-1 0 0 0,-1 9 0 0 0,0-7 92 0 0,0 1 1 0 0,-1-1 0 0 0,0 0 0 0 0,0 1-1 0 0,-1-1 1 0 0,0 0 0 0 0,-1 0 0 0 0,1-1-1 0 0,-1 1 1 0 0,0-1 0 0 0,-6 7-1 0 0,4-5-20 0 0,-1 0-1 0 0,0-1 0 0 0,-1 1 0 0 0,0-1 0 0 0,0-1 1 0 0,0 0-1 0 0,0 0 0 0 0,-1-1 0 0 0,0 1 0 0 0,-1-2 1 0 0,1 0-1 0 0,-1 0 0 0 0,1 0 0 0 0,-1-1 0 0 0,0-1 1 0 0,-1 0-1 0 0,1 0 0 0 0,0-1 0 0 0,0 0 0 0 0,-1-1 1 0 0,-19-2-1 0 0,28 2-133 0 0,-1 0-48 0 0,0-1-91 0 0,0 1 1 0 0,1-1-1 0 0,-1 0 1 0 0,1 0-1 0 0,-1 0 0 0 0,0 0 1 0 0,1 0-1 0 0,-3-2 1 0 0,5 2-24 0 0,-1 1 0 0 0,1-1 1 0 0,-1 1-1 0 0,1-1 0 0 0,-1 1 1 0 0,1-1-1 0 0,0 0 0 0 0,-1 1 1 0 0,1-1-1 0 0,0 0 0 0 0,-1 1 1 0 0,1-1-1 0 0,0 0 0 0 0,0 1 1 0 0,0-1-1 0 0,0 0 0 0 0,0 1 1 0 0,0-1-1 0 0,0 0 0 0 0,0 0 0 0 0,0 1 1 0 0,0-1-1 0 0,0 0 0 0 0,0 1 1 0 0,0-1-1 0 0,1 0 0 0 0,-1 1 1 0 0,0-1-1 0 0,0 0 0 0 0,1 1 1 0 0,-1-1-1 0 0,0 0 0 0 0,1 1 1 0 0,-1-1-1 0 0,1 1 0 0 0,-1-1 1 0 0,1 1-1 0 0,-1-1 0 0 0,1 1 1 0 0,-1-1-1 0 0,2 0 0 0 0,5-5-2085 0 0,0-1 0 0 0,0 1 0 0 0,9-5-1 0 0,-11 8 834 0 0,10-8-4219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09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33 888 0 0,'-3'0'1975'0'0,"-27"1"3526"0"0,27 0-4465 0 0,-14 1 3205 0 0,-9 1 838 0 0,29-3-4835 0 0,30 0 79 0 0,-2-2-1 0 0,1-1 0 0 0,49-12 0 0 0,-51 9-178 0 0,13-1-15 0 0,-40 7-117 0 0,-1 0-12 0 0,8-1 11 0 0,-8 0 2 0 0,7-1 597 0 0,3-1-3276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10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37 1584 0 0,'0'0'3895'0'0,"10"-35"10713"0"0,-10 34-14550 0 0,-1 14-29 0 0,-1 1 0 0 0,-1-1 0 0 0,-8 23 0 0 0,10-33-27 0 0,-142 526 862 0 0,139-512-824 0 0,1 1 1 0 0,1-1 0 0 0,0 1-1 0 0,1-1 1 0 0,3 34 0 0 0,-1-49-26 0 0,-1 0 0 0 0,0 1 0 0 0,1-1 1 0 0,0 0-1 0 0,0 0 0 0 0,0 0 0 0 0,0 1 1 0 0,0-1-1 0 0,0 0 0 0 0,0 0 0 0 0,1 0 1 0 0,-1-1-1 0 0,0 1 0 0 0,1 0 0 0 0,0 0 0 0 0,0-1 1 0 0,-1 1-1 0 0,1-1 0 0 0,4 3 0 0 0,-3-3 17 0 0,1 1 0 0 0,0-1 0 0 0,0 1 0 0 0,0-1 0 0 0,0-1-1 0 0,1 1 1 0 0,-1 0 0 0 0,0-1 0 0 0,0 0 0 0 0,6 0-1 0 0,3-2-305 0 0,0 0-1 0 0,0 0 1 0 0,0-1-1 0 0,-1-1 0 0 0,0 0 1 0 0,16-7-1 0 0,23-18-3987 0 0,-18 8-1899 0 0,-12 6-1115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10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98 1480 0 0,'-114'11'12255'0'0,"142"-17"-10959"0"0,69-17-336 0 0,175-38-551 0 0,-243 55-1094 0 0,23-4-1413 0 0,-13 7-5022 0 0,-25 3 3027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12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 2196 0 0,'0'0'6151'0'0,"-9"9"-4852"0"0,-8 49-474 0 0,-2-1 1 0 0,-33 68-1 0 0,25-68-2217 0 0,12-18-3889 0 0,13-30 2236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13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65 452 0 0,'0'-2'2316'0'0,"12"-44"8378"0"0,-4 29-4781 0 0,-10 37-4916 0 0,-1 0 0 0 0,0-1 0 0 0,-2 1 0 0 0,-12 33 0 0 0,6-19-167 0 0,-48 139 1402 0 0,-13 42-1075 0 0,58-163-1019 0 0,2 1 1 0 0,-6 63-1 0 0,17-109-111 0 0,0 1-1 0 0,1-1 1 0 0,0 1 0 0 0,0-1 0 0 0,1 0-1 0 0,0 1 1 0 0,1-1 0 0 0,-1 0-1 0 0,1 0 1 0 0,3 7 0 0 0,-3-11-25 0 0,-1 0 1 0 0,1 0-1 0 0,0 0 0 0 0,0 0 0 0 0,0-1 1 0 0,0 1-1 0 0,0-1 0 0 0,1 1 1 0 0,-1-1-1 0 0,1 0 0 0 0,0 0 1 0 0,-1 0-1 0 0,1 0 0 0 0,0-1 1 0 0,0 1-1 0 0,0-1 0 0 0,0 0 1 0 0,0 0-1 0 0,1 0 0 0 0,-1 0 1 0 0,0 0-1 0 0,0-1 0 0 0,1 1 1 0 0,4-1-1 0 0,8 0-796 0 0,1 0 1 0 0,0-1-1 0 0,-1-1 1 0 0,1-1-1 0 0,-1 0 1 0 0,29-10-1 0 0,-34 9-703 0 0,-1 0 0 0 0,0-1 0 0 0,1 0 0 0 0,-2-1 0 0 0,1 0 1 0 0,12-11-1 0 0,-10 4-2948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14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61 121 2344 0 0,'-60'-14'11655'0'0,"60"14"-11560"0"0,0-1 1 0 0,0 0-1 0 0,0 1 0 0 0,1-1 0 0 0,-1 0 1 0 0,0 1-1 0 0,1-1 0 0 0,-1 1 0 0 0,0-1 0 0 0,1 0 1 0 0,-1 1-1 0 0,1-1 0 0 0,-1 1 0 0 0,1-1 0 0 0,-1 1 1 0 0,1 0-1 0 0,-1-1 0 0 0,1 1 0 0 0,0-1 1 0 0,-1 1-1 0 0,1 0 0 0 0,0 0 0 0 0,-1-1 0 0 0,1 1 1 0 0,0 0-1 0 0,-1 0 0 0 0,2 0 0 0 0,25-5 260 0 0,-16 3 89 0 0,271-42 971 0 0,-192 31-1273 0 0,-54 6-97 0 0,-9 2-18 0 0,33-2 1 0 0,-9 1-21 0 0,-48 6-11 0 0,0 0 4 0 0,39-5-11287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14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777 91 2392 0 0,'-8'-16'3996'0'0,"2"-1"0"0"0,0 0-1 0 0,-5-24 1 0 0,14 42-3233 0 0,3 2-487 0 0,0 0 0 0 0,0 0 0 0 0,-1 0 0 0 0,0 1 0 0 0,0 0 0 0 0,0 0 0 0 0,0 0 0 0 0,0 0 0 0 0,5 8 0 0 0,40 52 1408 0 0,-48-61-1625 0 0,20 29 325 0 0,-1 1-1 0 0,-3 0 1 0 0,0 1-1 0 0,-2 2 1 0 0,-2-1-1 0 0,-1 2 1 0 0,-2 0-1 0 0,-1 0 1 0 0,5 43-1 0 0,-9-27-232 0 0,-3 0-1 0 0,-1 0 0 0 0,-3 0 1 0 0,-2 0-1 0 0,-3 0 1 0 0,-13 56-1 0 0,1-32-314 0 0,-3-2-1 0 0,-4 0 0 0 0,-2-2 0 0 0,-4-1 1 0 0,-4-1-1 0 0,-2-2 0 0 0,-85 118 0 0 0,76-127-1110 0 0,-2-3 0 0 0,-3-2 0 0 0,-67 55 0 0 0,65-66-1626 0 0,-2-3 0 0 0,-1-2 0 0 0,-101 50 1 0 0,58-41-5204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15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57 536 0 0,'0'-3'2348'0'0,"10"-43"7430"0"0,-10 39-7316 0 0,0 6-2425 0 0,-18 29 732 0 0,2 0 0 0 0,-23 54 0 0 0,19-39-334 0 0,-150 345 1643 0 0,140-304-1798 0 0,3 2 0 0 0,-28 152 0 0 0,51-214-250 0 0,1 0-1 0 0,2 0 1 0 0,0 0-1 0 0,2 0 1 0 0,0 1-1 0 0,2-1 1 0 0,11 46 0 0 0,-9-54-24 0 0,1 0 0 0 0,0-1 1 0 0,1 0-1 0 0,0 0 0 0 0,2 0 1 0 0,0-1-1 0 0,0-1 0 0 0,1 1 1 0 0,1-2-1 0 0,0 1 0 0 0,0-1 1 0 0,22 16-1 0 0,-4-7-228 0 0,2-2 1 0 0,0 0-1 0 0,1-2 1 0 0,1-1-1 0 0,0-2 1 0 0,40 11-1 0 0,-4-6-1669 0 0,0-2-1 0 0,84 8 1 0 0,-53-15-2700 0 0,4-1-2329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21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42 572 0 0,'-4'0'1990'0'0,"-84"3"6504"0"0,85-2-8156 0 0,0-1 17 0 0,-3 0 955 0 0,8-2-521 0 0,18-5-287 0 0,33-7-406 0 0,56-6-482 0 0,-92 18-1293 0 0,0 1-1 0 0,19 2 0 0 0,-35-1 1525 0 0,0 0-1 0 0,0 0 0 0 0,-1 0 1 0 0,1 0-1 0 0,0 0 0 0 0,0 0 1 0 0,0 0-1 0 0,-1 1 0 0 0,1-1 0 0 0,0 0 1 0 0,-1 1-1 0 0,1-1 0 0 0,0 0 1 0 0,-1 1-1 0 0,1-1 0 0 0,0 1 0 0 0,-1-1 1 0 0,1 1-1 0 0,-1-1 0 0 0,2 2 1 0 0,-1-1-515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21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1 156 0 0,'-91'65'12150'0'0,"91"-64"-12117"0"0,1-1-1 0 0,-1 1 0 0 0,0-1 0 0 0,1 0 0 0 0,-1 1 0 0 0,1-1 0 0 0,-1 0 0 0 0,1 1 0 0 0,-1-1 0 0 0,1 0 0 0 0,0 0 0 0 0,-1 1 1 0 0,1-1-1 0 0,-1 0 0 0 0,1 0 0 0 0,-1 0 0 0 0,1 0 0 0 0,0 0 0 0 0,-1 0 0 0 0,1 0 0 0 0,-1 0 0 0 0,1 0 0 0 0,0 0 0 0 0,-1 0 0 0 0,1 0 1 0 0,0-1-1 0 0,17-1 150 0 0,-18 2-173 0 0,191-31-987 0 0,-64 14-4833 0 0,-78 10 1640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23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50 1492 0 0,'0'0'1468'0'0,"13"-37"10875"0"0,-15 30-10185 0 0,2 7-2091 0 0,0 0-1 0 0,0-1 1 0 0,0 1-1 0 0,0 0 1 0 0,0 0-1 0 0,0-1 1 0 0,0 1-1 0 0,0 0 1 0 0,-1 0-1 0 0,1 0 1 0 0,0-1-1 0 0,0 1 1 0 0,0 0-1 0 0,0 0 1 0 0,0 0-1 0 0,-1-1 1 0 0,1 1-1 0 0,0 0 1 0 0,0 0-1 0 0,0 0 1 0 0,-1 0-1 0 0,1 0 1 0 0,0 0-1 0 0,0-1 1 0 0,0 1-1 0 0,-1 0 1 0 0,1 0-1 0 0,0 0 1 0 0,0 0-1 0 0,-1 0 1 0 0,1 0-1 0 0,0 0 0 0 0,0 0 1 0 0,-1 0-1 0 0,-1 0-38 0 0,-29 1 2 0 0,28-1-34 0 0,-24 0-20 0 0,24 0 32 0 0,-23 8-30 0 0,22-9 19 0 0,-21 11 2 0 0,0 0-19 0 0,23-9 10 0 0,-16 11-42 0 0,8-2 43 0 0,5-1 5 0 0,-2 8-15 0 0,-5 22 5 0 0,10-33 11 0 0,0 0 1 0 0,1-1 0 0 0,0 1-1 0 0,0 0 1 0 0,1 0 0 0 0,0 0-1 0 0,0 7 1 0 0,1 10 0 0 0,-1-19-5 0 0,2 3 12 0 0,0-1 0 0 0,0 0 0 0 0,0 1 0 0 0,6 9-1 0 0,-6-14 6 0 0,0 0 0 0 0,0 1 0 0 0,0-2 0 0 0,0 1 0 0 0,0 0 0 0 0,0 0-1 0 0,1-1 1 0 0,3 3 0 0 0,-4-3 7 0 0,1 0-10 0 0,-1 0-1 0 0,1 0 0 0 0,0 0 1 0 0,0 0-1 0 0,0 0 0 0 0,0-1 1 0 0,0 0-1 0 0,0 1 0 0 0,4-1 1 0 0,-4 0 1 0 0,0 0-1 0 0,19 0 5 0 0,24-5 8 0 0,-15 3-15 0 0,-27 1-3 0 0,26-1-5 0 0,-22 2-1 0 0,0 1 0 0 0,0 0-1 0 0,-1 1 1 0 0,1-1 0 0 0,0 1-1 0 0,0 1 1 0 0,-1 0 0 0 0,0 0 0 0 0,1 0-1 0 0,-1 1 1 0 0,7 4 0 0 0,-5-1-4 0 0,0 0 0 0 0,0 1 0 0 0,-1 0 0 0 0,0 0 1 0 0,-1 1-1 0 0,1 0 0 0 0,-2 0 0 0 0,11 18 0 0 0,-13-21-1 0 0,-3-5 8 0 0,4 23 11 0 0,-5-21-11 0 0,2 2 1 0 0,-1-1 1 0 0,1 1 0 0 0,-2 0-1 0 0,1 0 1 0 0,0 0 0 0 0,-1 0-1 0 0,0 0 1 0 0,0 0 0 0 0,-1 0-1 0 0,-1 9 1 0 0,1-9 9 0 0,0 1 0 0 0,0-1 0 0 0,-1 0 1 0 0,1 1-1 0 0,-1-1 0 0 0,-1 0 0 0 0,1 0 0 0 0,-1-1 0 0 0,0 1 0 0 0,0-1 0 0 0,0 1 0 0 0,0-1 0 0 0,-1 0 1 0 0,0 0-1 0 0,0 0 0 0 0,-6 4 0 0 0,3-1 5 0 0,-3-1 15 0 0,0 0 0 0 0,-1-1 0 0 0,1 0 0 0 0,-1 0 0 0 0,0-1 0 0 0,0 0 0 0 0,0-1 0 0 0,-19 3 0 0 0,27-5-21 0 0,-15 2 41 0 0,-32 0 0 0 0,46-3-42 0 0,1 0 2 0 0,-11 0-5 0 0,11 0-2 0 0,-1 0-5 0 0,-58-7-2 0 0,59 7-9 0 0,-14-3 4 0 0,-26-4 1331 0 0,27 5 307 0 0,11 0-218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29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1 188 0 0,'0'0'3934'0'0,"5"7"-5652"0"0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12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149 104 2068 0 0,'86'-90'13631'0'0,"-84"89"-13252"0"0,-2-1 2 0 0,0 2-361 0 0,0-1-1 0 0,0 1 1 0 0,0 0 0 0 0,1-1-1 0 0,-1 1 1 0 0,0 0 0 0 0,0-1-1 0 0,0 1 1 0 0,0 0 0 0 0,0-1-1 0 0,0 1 1 0 0,0 0 0 0 0,0-1-1 0 0,0 1 1 0 0,0 0 0 0 0,0-1-1 0 0,0 1 1 0 0,0 0 0 0 0,0-1-1 0 0,-1 1 1 0 0,1 0 0 0 0,0-1-1 0 0,0 1 1 0 0,0 0 0 0 0,-1-1-1 0 0,-3 0 11 0 0,-1 1 0 0 0,0 0 0 0 0,0 0-1 0 0,0 0 1 0 0,1 1 0 0 0,-1-1 0 0 0,0 1 0 0 0,1 0 0 0 0,-1 1-1 0 0,0-1 1 0 0,1 1 0 0 0,0 0 0 0 0,-1 0 0 0 0,1 0-1 0 0,0 1 1 0 0,-5 3 0 0 0,-6 4-14 0 0,0 1 0 0 0,-25 25-1 0 0,32-28-10 0 0,-38 41 17 0 0,43-44-19 0 0,-1 0 1 0 0,1 0-1 0 0,-1 0 0 0 0,1 1 0 0 0,1-1 0 0 0,-1 1 0 0 0,1-1 0 0 0,-3 10 1 0 0,5-13 0 0 0,0 0 1 0 0,0-1-1 0 0,0 1 1 0 0,0 0-1 0 0,0 0 1 0 0,0 0-1 0 0,0-1 1 0 0,1 1 0 0 0,-1 0-1 0 0,0-1 1 0 0,1 1-1 0 0,0 0 1 0 0,-1-1-1 0 0,1 1 1 0 0,0 0-1 0 0,0-1 1 0 0,0 1 0 0 0,0-1-1 0 0,0 0 1 0 0,0 1-1 0 0,0-1 1 0 0,1 0-1 0 0,-1 1 1 0 0,0-1-1 0 0,1 0 1 0 0,-1 0 0 0 0,1 0-1 0 0,-1 0 1 0 0,1-1-1 0 0,2 2 1 0 0,6 2 1 0 0,0 0 0 0 0,0-1 1 0 0,0-1-1 0 0,11 3 0 0 0,-7-3-2 0 0,16 4 8 0 0,-4 0-36 0 0,42 13-1 0 0,-61-17 62 0 0,-1 0 0 0 0,0 1 0 0 0,0 0 0 0 0,0 0 0 0 0,0 1-1 0 0,0 0 1 0 0,-1 0 0 0 0,0 0 0 0 0,0 0 0 0 0,0 1 0 0 0,8 9 0 0 0,-12-12 63 0 0,0 0 0 0 0,0 0 0 0 0,0 0 1 0 0,0 0-1 0 0,0-1 0 0 0,0 1 1 0 0,-1 1-1 0 0,1-1 0 0 0,-1 0 0 0 0,1 0 1 0 0,-1 0-1 0 0,0 0 0 0 0,0 0 0 0 0,0 0 1 0 0,0 0-1 0 0,0 1 0 0 0,-1 2 0 0 0,0-1 33 0 0,0 0-1 0 0,-1 0 1 0 0,1-1 0 0 0,-1 1-1 0 0,0-1 1 0 0,0 1-1 0 0,0-1 1 0 0,-6 6-1 0 0,-2 2 243 0 0,-1-1 0 0 0,-1 0 0 0 0,-22 15 0 0 0,32-23-326 0 0,-6 3 74 0 0,0 1 0 0 0,0-2 0 0 0,0 1 1 0 0,-1-1-1 0 0,0 0 0 0 0,0-1 0 0 0,0 0 0 0 0,0 0 0 0 0,-1-1 0 0 0,1 0 0 0 0,0-1 0 0 0,-1 0 0 0 0,-13-1 1 0 0,19 0-240 0 0,1 0 0 0 0,-1-1 0 0 0,0 0 1 0 0,1 1-1 0 0,-1-1 0 0 0,1 0 0 0 0,-1-1 0 0 0,1 1 1 0 0,0-1-1 0 0,0 0 0 0 0,0 1 0 0 0,0-1 1 0 0,0-1-1 0 0,0 1 0 0 0,-4-4 0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13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19 1480 0 0,'48'-18'11615'0'0,"-45"18"-10720"0"0,15-1 2485 0 0,-18 1-3252 0 0,1 0 1 0 0,-1 0-1 0 0,1 1 1 0 0,0-1-1 0 0,-1 0 1 0 0,1 0-1 0 0,-1 1 1 0 0,1-1-1 0 0,-1 0 1 0 0,1 1-1 0 0,-1-1 1 0 0,1 0-1 0 0,-1 1 1 0 0,1-1-1 0 0,-1 1 1 0 0,1-1-1 0 0,-1 1 1 0 0,0-1-1 0 0,1 1 1 0 0,-1-1-1 0 0,0 1 1 0 0,1 0-1 0 0,-1-1 1 0 0,0 1-1 0 0,0-1 1 0 0,1 1-1 0 0,-1 0 0 0 0,0-1 1 0 0,0 1-1 0 0,0-1 1 0 0,0 1-1 0 0,0 1 1 0 0,-1 7 265 0 0,0 0-1 0 0,-1 0 1 0 0,0-1 0 0 0,0 1 0 0 0,-1-1-1 0 0,0 1 1 0 0,-1-1 0 0 0,0 0-1 0 0,0 0 1 0 0,-11 14 0 0 0,-8 10-192 0 0,-30 32 0 0 0,45-55-77 0 0,-42 53-321 0 0,7-8-4089 0 0,13-22-6714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30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 0 0,'0'0'176'0'0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37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8 124 584 0 0,'-8'0'9641'0'0,"21"1"-7506"0"0,26-2-1795 0 0,329-62 817 0 0,-303 50-1375 0 0,43-10-41 0 0,-34 3-7034 0 0,-60 15 3610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38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17 996 0 0,'-8'-14'10817'0'0,"4"11"-9959"0"0,3 5-785 0 0,-1-1 1 0 0,1 0-1 0 0,-1 1 0 0 0,1-1 1 0 0,0 1-1 0 0,-1 0 0 0 0,1-1 1 0 0,0 1-1 0 0,0 0 0 0 0,0 0 0 0 0,1-1 1 0 0,-1 1-1 0 0,0 0 0 0 0,1 0 1 0 0,-2 4-1 0 0,-6 40 571 0 0,5-22-390 0 0,-16 56 189 0 0,-10 60 47 0 0,25-118-555 0 0,2 1 0 0 0,1-1 0 0 0,1 1 0 0 0,3 28-1 0 0,-2-44-325 0 0,0-1-1 0 0,0 1 1 0 0,1-1-1 0 0,0 1 1 0 0,1-1 0 0 0,5 11-1 0 0,-6-13-410 0 0,1 0 0 0 0,-1 0 0 0 0,1-1 0 0 0,0 1 0 0 0,0-1 0 0 0,7 6 0 0 0,7 3-3789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38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61 165 4 0 0,'15'-35'5723'0'0,"21"-35"0"0"0,-11 22-1793 0 0,-18 37-3114 0 0,-4 10-277 0 0,-2 18-44 0 0,-8 29-103 0 0,-68 330 235 0 0,53-274-599 0 0,-16 92 11 0 0,36-179-4 0 0,0 0 0 0 0,1-1 0 0 0,1 1 0 0 0,0 0 0 0 0,3 17 0 0 0,-3-31-25 0 0,1 0 0 0 0,-1 0 0 0 0,1 0 0 0 0,-1 0 1 0 0,1 0-1 0 0,0 0 0 0 0,0 0 0 0 0,-1 0 0 0 0,1 0 0 0 0,0 0 1 0 0,0 0-1 0 0,0-1 0 0 0,0 1 0 0 0,0 0 0 0 0,0-1 1 0 0,0 1-1 0 0,0-1 0 0 0,1 1 0 0 0,-1-1 0 0 0,0 1 0 0 0,0-1 1 0 0,0 0-1 0 0,0 1 0 0 0,1-1 0 0 0,-1 0 0 0 0,0 0 1 0 0,0 0-1 0 0,1 0 0 0 0,0 0 0 0 0,13-1-220 0 0,0-1 0 0 0,0 0-1 0 0,0-1 1 0 0,-1 0 0 0 0,1-1 0 0 0,-1-1-1 0 0,0 0 1 0 0,24-13 0 0 0,-26 11-1456 0 0,0 0-1 0 0,0-1 1 0 0,-1 0-1 0 0,0-1 1 0 0,18-19 0 0 0,-16 14-2871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38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69 155 788 0 0,'-4'0'2018'0'0,"-61"5"7687"0"0,92-17-8443 0 0,70-19-448 0 0,154-27 0 0 0,-135 34-628 0 0,66-10-30 0 0,-180 33-153 0 0,2 4 60 0 0,-4-3-108 0 0,0 0 0 0 0,0 0 0 0 0,1 0 1 0 0,-1 0-1 0 0,0 0 0 0 0,0 0 0 0 0,0 0 1 0 0,0 0-1 0 0,1 0 0 0 0,-1 0 1 0 0,0 0-1 0 0,0 0 0 0 0,0 0 0 0 0,1 0 1 0 0,-1 0-1 0 0,0 0 0 0 0,0 1 0 0 0,0-1 1 0 0,0 0-1 0 0,0 0 0 0 0,1 0 0 0 0,-1 0 1 0 0,0 0-1 0 0,0 1 0 0 0,0-1 0 0 0,0 0 1 0 0,0 0-1 0 0,0 0 0 0 0,0 0 1 0 0,0 1-1 0 0,0-1 0 0 0,0 0 0 0 0,0 0 1 0 0,1 0-1 0 0,-1 1 0 0 0,0-1 0 0 0,0 0 1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39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498 77 1516 0 0,'2'-5'900'0'0,"0"0"0"0"0,0 1 1 0 0,-1-1-1 0 0,1 0 0 0 0,-1 0 0 0 0,0 0 0 0 0,-1 0 0 0 0,1 0 0 0 0,-1 0 1 0 0,0 0-1 0 0,0-7 0 0 0,0 12-842 0 0,-1-1 0 0 0,1 0 1 0 0,0 1-1 0 0,-1-1 0 0 0,1 1 0 0 0,0-1 1 0 0,-1 1-1 0 0,1-1 0 0 0,-1 0 0 0 0,1 1 1 0 0,-1 0-1 0 0,1-1 0 0 0,-1 1 1 0 0,1-1-1 0 0,-1 1 0 0 0,1 0 0 0 0,-1-1 1 0 0,0 1-1 0 0,1 0 0 0 0,-1-1 0 0 0,0 1 1 0 0,1 0-1 0 0,-1 0 0 0 0,0 0 1 0 0,1 0-1 0 0,-1 0 0 0 0,0-1 0 0 0,1 1 1 0 0,-1 1-1 0 0,0-1 0 0 0,1 0 0 0 0,-1 0 1 0 0,-1 0-1 0 0,-20 5 762 0 0,14-2-657 0 0,1 1 0 0 0,-1 0 1 0 0,1 0-1 0 0,0 0 0 0 0,0 1 0 0 0,1 0 0 0 0,-1 1 0 0 0,-9 11 0 0 0,-4 6 221 0 0,-17 26-1 0 0,31-41-300 0 0,-32 48 324 0 0,4 1-1 0 0,1 2 1 0 0,-33 86 0 0 0,27-43 192 0 0,-33 141 1 0 0,56-173-376 0 0,-14 136 0 0 0,27-166-180 0 0,3-1 0 0 0,1 1 1 0 0,1-1-1 0 0,3 1 0 0 0,10 41 1 0 0,-13-70-50 0 0,2 1 0 0 0,-1 0 0 0 0,2-1 1 0 0,0 1-1 0 0,0-1 0 0 0,1-1 0 0 0,0 1 0 0 0,1-1 1 0 0,7 10-1 0 0,-9-15-370 0 0,0 0 1 0 0,0 0-1 0 0,1-1 1 0 0,-1 1-1 0 0,1-1 1 0 0,0-1-1 0 0,7 4 1 0 0,-7-3-762 0 0,1-2 0 0 0,0 1 0 0 0,0-1 0 0 0,0 0 0 0 0,1-1 0 0 0,-1 0 0 0 0,11 1 0 0 0,6-2-5305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45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70 140 0 0,'0'0'9292'0'0,"-10"2"-5159"0"0,26-1-3782 0 0,1-1 1 0 0,-1-1-1 0 0,1 0 0 0 0,18-5 0 0 0,73-19 359 0 0,-80 18-395 0 0,66-14 181 0 0,-92 21-484 0 0,1-1-3 0 0,6-1-12 0 0,-7 2-16 0 0,7-1-369 0 0,16-6-9109 0 0,-23 7 8820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46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0 115 164 0 0,'17'-28'9676'0'0,"20"-43"-1"0"0,-27 56-6660 0 0,-10 15-2980 0 0,0 0 1 0 0,1 0-1 0 0,-1 0 0 0 0,0 0 0 0 0,0 0 1 0 0,0 0-1 0 0,1 0 0 0 0,-1 0 0 0 0,0 0 1 0 0,0 0-1 0 0,1 0 0 0 0,-1 0 0 0 0,0 0 0 0 0,0 0 1 0 0,0 0-1 0 0,1 1 0 0 0,-1-1 0 0 0,0 0 1 0 0,0 0-1 0 0,0 0 0 0 0,0 0 0 0 0,1 0 1 0 0,-1 1-1 0 0,0-1 0 0 0,0 0 0 0 0,0 0 1 0 0,0 0-1 0 0,0 0 0 0 0,0 1 0 0 0,0-1 1 0 0,1 0-1 0 0,-1 0 0 0 0,0 1 0 0 0,0-1 1 0 0,0 0-1 0 0,0 0 0 0 0,0 1 0 0 0,1 2 88 0 0,-1 1-1 0 0,1-1 0 0 0,-1 1 1 0 0,1 0-1 0 0,-1-1 0 0 0,-1 6 1 0 0,-21 314 5165 0 0,17-205-4446 0 0,5-61-625 0 0,0-33 69 0 0,-1 0 0 0 0,-5 38 0 0 0,6-60-225 0 0,-3 2-27 0 0,-15-58-19956 0 0,18 48 17612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47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0 1100 0 0,'0'23'12017'0'0,"-3"-12"-11080"0"0,1 0 0 0 0,-2 0 0 0 0,1 0-1 0 0,-2 0 1 0 0,-7 15 0 0 0,-35 53 875 0 0,23-40-1151 0 0,-163 234 1534 0 0,183-268-2183 0 0,-5 10-1150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48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62 2092 0 0,'11'-26'7205'0'0,"-2"-1"2264"0"0,-10 27-9421 0 0,-3 2 189 0 0,-1 1-1 0 0,1-1 1 0 0,-1 1 0 0 0,1 0 0 0 0,0 0 0 0 0,0 0 0 0 0,0 1-1 0 0,1-1 1 0 0,-7 8 0 0 0,-29 43 1143 0 0,29-39-1011 0 0,-9 12 320 0 0,1 1 1 0 0,2 1-1 0 0,1 1 1 0 0,1 0-1 0 0,1 1 1 0 0,2 0-1 0 0,-14 63 1 0 0,24-90-632 0 0,1-1 0 0 0,-1 1 1 0 0,1-1-1 0 0,0 1 1 0 0,0-1-1 0 0,0 1 1 0 0,0-1-1 0 0,1 1 1 0 0,-1-1-1 0 0,1 1 0 0 0,0-1 1 0 0,0 0-1 0 0,0 1 1 0 0,1-1-1 0 0,-1 0 1 0 0,1 0-1 0 0,0 0 1 0 0,-1 0-1 0 0,1 0 0 0 0,1 0 1 0 0,-1 0-1 0 0,0-1 1 0 0,1 1-1 0 0,-1-1 1 0 0,4 2-1 0 0,-1 0-13 0 0,0-2 0 0 0,1 1 0 0 0,-1-1-1 0 0,1 0 1 0 0,-1 0 0 0 0,1 0 0 0 0,0-1 0 0 0,0 0 0 0 0,0 0 0 0 0,0 0-1 0 0,0-1 1 0 0,-1 0 0 0 0,1 0 0 0 0,8-2 0 0 0,2 0-13 0 0,1-1 0 0 0,0-1 1 0 0,-1-1-1 0 0,0 0 0 0 0,0-2 1 0 0,-1 1-1 0 0,1-2 0 0 0,-1 0 0 0 0,-1-1 1 0 0,0 0-1 0 0,0-1 0 0 0,23-22 1 0 0,-22 17-58 0 0,0-1 1 0 0,-1 0 0 0 0,-1-2 0 0 0,-1 1 0 0 0,0-2 0 0 0,-1 1-1 0 0,-1-1 1 0 0,-1-1 0 0 0,12-35 0 0 0,-20 49-7 0 0,0 1 1 0 0,0-1-1 0 0,0 0 0 0 0,-1 0 1 0 0,1 0-1 0 0,-2 1 1 0 0,1-1-1 0 0,-1 0 1 0 0,1 0-1 0 0,-1 0 0 0 0,-1 1 1 0 0,1-1-1 0 0,-1 0 1 0 0,0 1-1 0 0,-1 0 0 0 0,1-1 1 0 0,-1 1-1 0 0,0 0 1 0 0,0 0-1 0 0,-1 0 1 0 0,1 1-1 0 0,-1-1 0 0 0,0 1 1 0 0,0 0-1 0 0,-6-4 1 0 0,3 2-344 0 0,-1 0 0 0 0,0 0 1 0 0,0 1-1 0 0,0 0 0 0 0,0 1 0 0 0,-1 0 1 0 0,0 0-1 0 0,0 1 0 0 0,0 0 1 0 0,0 1-1 0 0,0-1 0 0 0,-1 2 1 0 0,1-1-1 0 0,-19 1 0 0 0,22 2-232 0 0,0 0-1 0 0,0 0 0 0 0,0 1 0 0 0,0-1 1 0 0,0 1-1 0 0,1 1 0 0 0,-1-1 1 0 0,-6 5-1 0 0,6-4-1606 0 0,0 1 0 0 0,0 0 0 0 0,-9 9 0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48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30 2316 0 0,'2'-29'17429'0'0,"-11"54"-15894"0"0,-1-1 1 0 0,-2 1-1 0 0,-15 23 0 0 0,-51 68 699 0 0,21-33-4237 0 0,8 1-3916 0 0,46-70 2349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49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97 2584 0 0,'7'-75'16674'0'0,"-6"54"-10472"0"0,1 28-5306 0 0,2 27 411 0 0,-2-1 0 0 0,-1 0 1 0 0,-6 50-1 0 0,2-11-125 0 0,-5 181-1182 0 0,5-194 19 0 0,-2 71-133 0 0,5-128 213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49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899 71 2300 0 0,'-11'-66'12164'0'0,"21"62"-9992"0"0,-8 4-2003 0 0,1 1 0 0 0,-1 0 0 0 0,0 0 1 0 0,0 0-1 0 0,0 0 0 0 0,0 0 1 0 0,0 0-1 0 0,0 1 0 0 0,-1-1 0 0 0,1 1 1 0 0,0-1-1 0 0,-1 1 0 0 0,1 0 1 0 0,2 3-1 0 0,1 1 262 0 0,18 20 413 0 0,-1 1-1 0 0,-2 1 0 0 0,-1 0 0 0 0,-1 2 0 0 0,28 62 0 0 0,-28-47-274 0 0,-2 0 1 0 0,-1 1-1 0 0,13 84 0 0 0,-24-97-418 0 0,-1-1 0 0 0,-2 1 0 0 0,-1 0 0 0 0,-1-1 0 0 0,-2 1 0 0 0,-1-1 0 0 0,-2 1 0 0 0,-12 40 0 0 0,2-28-75 0 0,-1 0 0 0 0,-2 0 1 0 0,-3-2-1 0 0,-51 79 1 0 0,13-39-596 0 0,-4-3 1 0 0,-2-3-1 0 0,-102 91 0 0 0,-41 9-3525 0 0,-6-17-3988 0 0,9-17-4096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54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182 247 1172 0 0,'-28'17'6446'0'0,"-4"-3"-1049"0"0,-63 17 0 0 0,92-31-5195 0 0,-20 10 1303 0 0,25-9-1406 0 0,0 1 1 0 0,0-1 0 0 0,0 0-1 0 0,1 0 1 0 0,-1 0 0 0 0,0 0 0 0 0,1 0-1 0 0,-1 0 1 0 0,1-1 0 0 0,-1 1-1 0 0,1-1 1 0 0,-1 0 0 0 0,1 0 0 0 0,-1 0-1 0 0,1 0 1 0 0,2 0 0 0 0,8 0 175 0 0,390-4 1064 0 0,1-32-1232 0 0,-391 34-94 0 0,1838-220 270 0 0,-1542 182-190 0 0,-127 15-41 0 0,-142 25-2336 0 0,-38 1 1461 0 0,-40 16-12607 0 0,19-12 8395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24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643 55 616 0 0,'0'0'1980'0'0,"-6"-32"5398"0"0,2 29-7126 0 0,0 0 0 0 0,-1 1-1 0 0,1-1 1 0 0,0 1 0 0 0,-1 0 0 0 0,1 0-1 0 0,-1 0 1 0 0,-8-1 0 0 0,11 2-153 0 0,-2 2 14 0 0,-3 0-93 0 0,-1 0 0 0 0,1 1 0 0 0,-1 0 0 0 0,1 1 0 0 0,0-1 0 0 0,0 2 0 0 0,0-1 0 0 0,1 1 0 0 0,-1 0 0 0 0,1 0 0 0 0,0 0 0 0 0,0 1 0 0 0,-11 11 0 0 0,-3 5 21 0 0,1 1 0 0 0,0 0 0 0 0,2 2 0 0 0,0 0 0 0 0,-13 28 0 0 0,-59 137 110 0 0,80-167-129 0 0,-48 113 261 0 0,7 2 1 0 0,5 3 0 0 0,-31 171-1 0 0,64-237-176 0 0,-4 105 0 0 0,15-136-100 0 0,2-1 0 0 0,2 1-1 0 0,16 80 1 0 0,-14-103 17 0 0,1 0-1 0 0,0-1 1 0 0,1 0 0 0 0,1 0 0 0 0,11 18-1 0 0,-13-28 0 0 0,0 0-1 0 0,0-1 1 0 0,1 1-1 0 0,0-1 1 0 0,0-1-1 0 0,1 1 1 0 0,0-1-1 0 0,0 0 1 0 0,1-1-1 0 0,0 0 1 0 0,11 6-1 0 0,-6-6-1 0 0,-1-1 1 0 0,1 0-1 0 0,0 0 1 0 0,22 3-1 0 0,71 5 62 0 0,-89-11-71 0 0,-15-2 0 0 0,22 1 23 0 0,-22 0-13 0 0,9 1 553 0 0,-4-2-1278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26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12 1204 0 0,'-7'-4'14676'0'0,"7"4"-14649"0"0,0 0 1 0 0,-1 0-1 0 0,1 0 0 0 0,0 0 0 0 0,0 0 1 0 0,0 0-1 0 0,-1 0 0 0 0,1 0 0 0 0,0 1 1 0 0,0-1-1 0 0,0 0 0 0 0,-1 0 0 0 0,1 0 1 0 0,0 0-1 0 0,0 0 0 0 0,0 0 0 0 0,0 1 1 0 0,-1-1-1 0 0,1 0 0 0 0,0 0 0 0 0,0 0 1 0 0,0 0-1 0 0,0 1 0 0 0,0-1 0 0 0,0 0 1 0 0,0 0-1 0 0,0 0 0 0 0,-1 1 0 0 0,1-1 1 0 0,0 0-1 0 0,0 0 0 0 0,0 1 0 0 0,0-1 1 0 0,0 0-1 0 0,0 0 0 0 0,0 0 0 0 0,0 1 1 0 0,0-1-1 0 0,0 0 0 0 0,0 0 0 0 0,1 1 1 0 0,-1-1-1 0 0,0 0 0 0 0,12 4 189 0 0,23-2-257 0 0,126-13 158 0 0,-123 8-130 0 0,6 0 32 0 0,-42 3-22 0 0,1-1 8 0 0,27-1 113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26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23 1800 0 0,'15'-23'20258'0'0,"-14"30"-20259"0"0,0-1 0 0 0,0 1 1 0 0,0 0-1 0 0,-1 0 0 0 0,0-1 0 0 0,0 1 1 0 0,-1 0-1 0 0,-2 11 0 0 0,2-8-18 0 0,-32 309 54 0 0,23-181-2413 0 0,7-120 433 0 0,-2 7-7192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32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6 120 0 0,'12'-5'4200'0'0,"10"8"503"0"0,-20-3-4334 0 0,0 18 849 0 0,-1-15-1173 0 0,-1-1 0 0 0,1 1-1 0 0,-1-1 1 0 0,1 1 0 0 0,-1 0-1 0 0,0-1 1 0 0,0 1 0 0 0,-1 0-1 0 0,1-1 1 0 0,-1 4 0 0 0,-7 15 94 0 0,0-1 1 0 0,-20 35-1 0 0,0-2-2356 0 0,17-33-1824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33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0 119 40 0 0,'45'-103'16425'0'0,"-38"89"-13331"0"0,-2 12-1306 0 0,-3 12-1327 0 0,-19 397 2287 0 0,13-335-2572 0 0,-2-8-868 0 0,3-43-3656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35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6 908 0 0,'-10'-5'6406'0'0,"8"4"-6273"0"0,0 1 0 0 0,1 0 0 0 0,-1 0 0 0 0,1 0 1 0 0,-1 1-1 0 0,1-1 0 0 0,-1 0 0 0 0,1 0 0 0 0,-1 1 0 0 0,1-1 0 0 0,-1 1 0 0 0,1 0 0 0 0,-1-1 1 0 0,1 1-1 0 0,0 0 0 0 0,0 0 0 0 0,-1 0 0 0 0,1 0 0 0 0,0 0 0 0 0,0 0 0 0 0,0 0 0 0 0,-2 2 1 0 0,-26 34 209 0 0,26-32-220 0 0,-19 25-319 0 0,-42 65 1098 0 0,55-80-2700 0 0,1 1 1 0 0,-7 21-1 0 0,11-26-1953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35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78 908 0 0,'44'-61'9554'0'0,"-43"60"-9161"0"0,6-6 1045 0 0,-31 68-265 0 0,-23 64-234 0 0,43-112-853 0 0,1-1-1 0 0,1 1 0 0 0,0 0 1 0 0,0 0-1 0 0,1 1 0 0 0,1-1 1 0 0,2 24-1 0 0,-1-32-5 0 0,0-1-1 0 0,0 1 0 0 0,0-1 1 0 0,1 0-1 0 0,-1 1 1 0 0,1-1-1 0 0,0 0 1 0 0,0 0-1 0 0,1 0 1 0 0,-1 0-1 0 0,1 0 1 0 0,0 0-1 0 0,0-1 1 0 0,0 0-1 0 0,0 1 1 0 0,1-1-1 0 0,-1 0 1 0 0,1 0-1 0 0,0-1 1 0 0,0 1-1 0 0,0-1 1 0 0,0 0-1 0 0,6 2 1 0 0,-3-2 22 0 0,0 0 1 0 0,0 0-1 0 0,0-1 1 0 0,0 0-1 0 0,1-1 1 0 0,-1 1-1 0 0,0-1 1 0 0,0-1-1 0 0,0 1 1 0 0,0-1-1 0 0,0-1 1 0 0,0 1-1 0 0,0-1 1 0 0,11-5-1 0 0,-10 5-25 0 0,-1-2 0 0 0,0 1 0 0 0,0-1 1 0 0,-1 0-1 0 0,1 0 0 0 0,-1-1 0 0 0,0 0 0 0 0,0 0 0 0 0,0-1 0 0 0,-1 1 1 0 0,0-1-1 0 0,0 0 0 0 0,0-1 0 0 0,-1 1 0 0 0,0-1 0 0 0,0 0 1 0 0,-1 0-1 0 0,1 0 0 0 0,-2 0 0 0 0,1-1 0 0 0,-1 1 0 0 0,0-1 0 0 0,1-9 1 0 0,-2 3-51 0 0,0 1 1 0 0,-1-1 0 0 0,0 0-1 0 0,-1 1 1 0 0,-1-1 0 0 0,0 1-1 0 0,-1 0 1 0 0,0 0 0 0 0,-1 0 0 0 0,-7-15-1 0 0,9 22-57 0 0,-1 0 0 0 0,0 0 0 0 0,-1 0 0 0 0,1 1 0 0 0,-1-1 0 0 0,0 1 0 0 0,-1 0 0 0 0,1 0 0 0 0,-1 0 0 0 0,0 1 0 0 0,0-1 0 0 0,0 1 0 0 0,-1 0 0 0 0,0 1 0 0 0,1 0 0 0 0,-1-1 0 0 0,-1 2 0 0 0,1-1 0 0 0,0 1 0 0 0,-1 0 0 0 0,1 0 0 0 0,-8 0 0 0 0,11 1-173 0 0,0 1 0 0 0,0 0 0 0 0,0 1 0 0 0,0-1 0 0 0,0 1 0 0 0,0-1 0 0 0,0 1 0 0 0,0 0 1 0 0,1 0-1 0 0,-1 0 0 0 0,0 0 0 0 0,1 0 0 0 0,-1 1 0 0 0,1 0 0 0 0,-1-1 0 0 0,-2 4 0 0 0,1-2-796 0 0,0 1 1 0 0,0-1-1 0 0,1 1 1 0 0,-1 0-1 0 0,1 0 1 0 0,0 1-1 0 0,0-1 1 0 0,-2 6-1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36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859 50 1468 0 0,'9'-20'4005'0'0,"-7"18"-3020"0"0,0-1 0 0 0,-1 0 0 0 0,1 0 0 0 0,-1 0 0 0 0,0 0 0 0 0,0 0 0 0 0,0 0 0 0 0,0-4 0 0 0,15 14 1517 0 0,-13-5-2212 0 0,0 1 0 0 0,-1-1 0 0 0,1 1 0 0 0,-1-1 0 0 0,1 1 0 0 0,-1 0 0 0 0,0 0 0 0 0,0 0 1 0 0,0 0-1 0 0,2 5 0 0 0,15 38 1097 0 0,-15-33-1018 0 0,9 28-13 0 0,-1-1 1 0 0,-3 2-1 0 0,-1-1 0 0 0,-3 1 1 0 0,-1 0-1 0 0,-1 0 1 0 0,-8 82-1 0 0,-4-42-234 0 0,-4 0-1 0 0,-3 0 0 0 0,-29 83 1 0 0,17-83-304 0 0,-4-2 0 0 0,-4-1 0 0 0,-3-2 0 0 0,-3-1 0 0 0,-91 123 0 0 0,-87 60-3941 0 0,-22-29-4690 0 0,101-113 121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53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69 275 460 0 0,'0'0'1021'0'0,"-21"-11"3325"0"0,-12 1 118 0 0,30 10-3352 0 0,-3 2-1003 0 0,1 0 940 0 0,15 2 525 0 0,6-1-1111 0 0,1 0 1 0 0,1-1-1 0 0,32-1 0 0 0,58-8 21 0 0,-52 2-297 0 0,510-50 332 0 0,-290 26-407 0 0,1014-114 127 0 0,-987 112-141 0 0,-287 30-103 0 0,-3 2-9 0 0,-12-1-86 0 0,-1 0 0 0 0,1 0-1 0 0,-1 0 1 0 0,1 0 0 0 0,-1 0 0 0 0,1 0-1 0 0,0 0 1 0 0,-1 1 0 0 0,1-1 0 0 0,-1 0-1 0 0,1 0 1 0 0,-1 0 0 0 0,1 1-1 0 0,-1-1 1 0 0,1 0 0 0 0,-1 0 0 0 0,1 1-1 0 0,-1-1 1 0 0,0 1 0 0 0,1-1 0 0 0,-1 0-1 0 0,1 1 1 0 0,-1-1 0 0 0,0 1-1 0 0,1-1 1 0 0,-1 1 0 0 0,0-1 0 0 0,0 1-1 0 0,1 0 1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55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12 1012 0 0,'0'0'836'0'0,"-12"-5"344"0"0,4 0-164 0 0,-8 3-560 0 0,4 4-388 0 0,4 3-1900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1:55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14 360 0 0,'0'0'1068'0'0,"-2"-10"-284"0"0,-10 6-1616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03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7 1464 0 0,'6'-7'5743'0'0,"-4"17"-5469"0"0,-1-1-1 0 0,0 0 1 0 0,-1 1-1 0 0,1-1 0 0 0,-2 1 1 0 0,0-1-1 0 0,0 1 1 0 0,-4 14-1 0 0,2-2-73 0 0,-51 264 622 0 0,17-101-1424 0 0,21-85-4154 0 0,12-79 1828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03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0 223 1348 0 0,'2'-8'763'0'0,"-1"-3"-144"0"0,1 0 0 0 0,0 0 0 0 0,0 1 0 0 0,1-1 1 0 0,1 1-1 0 0,0-1 0 0 0,0 1 0 0 0,1 1 0 0 0,0-1 0 0 0,12-15 0 0 0,-9 16-407 0 0,0 1 1 0 0,1 0-1 0 0,0 0 0 0 0,1 1 1 0 0,-1 0-1 0 0,1 0 0 0 0,1 1 1 0 0,15-6-1 0 0,-21 9-185 0 0,0 1 0 0 0,0 0 0 0 0,0 1-1 0 0,0-1 1 0 0,0 1 0 0 0,0 0 0 0 0,1 0 0 0 0,-1 1 0 0 0,0-1-1 0 0,1 1 1 0 0,-1 0 0 0 0,0 1 0 0 0,1-1 0 0 0,-1 1 0 0 0,0 0-1 0 0,1 1 1 0 0,-1-1 0 0 0,0 1 0 0 0,0 0 0 0 0,0 0 0 0 0,5 3-1 0 0,-8-2-27 0 0,1-1-1 0 0,0 1 0 0 0,-1 0 0 0 0,0-1 0 0 0,1 1 0 0 0,-1 0 0 0 0,0 0 0 0 0,-1 0 1 0 0,1 1-1 0 0,-1-1 0 0 0,1 0 0 0 0,-1 1 0 0 0,0-1 0 0 0,0 1 0 0 0,0-1 0 0 0,-1 1 1 0 0,1 0-1 0 0,-1-1 0 0 0,0 1 0 0 0,0 0 0 0 0,0-1 0 0 0,0 1 0 0 0,-2 6 0 0 0,-2 9 8 0 0,0-1 0 0 0,-1 0 0 0 0,-10 22 0 0 0,13-33-12 0 0,-11 22 25 0 0,-1-1 0 0 0,-26 41 0 0 0,-7 12 435 0 0,46-80-369 0 0,2 2-182 0 0,-1-3 96 0 0,0 1 0 0 0,0-1 0 0 0,0 0 0 0 0,0 0 0 0 0,0 0 0 0 0,0 1 0 0 0,0-1 0 0 0,0 0 0 0 0,0 0 0 0 0,0 0 0 0 0,0 1 0 0 0,1-1 0 0 0,-1 0 0 0 0,0 0 0 0 0,0 0 0 0 0,0 0 1 0 0,0 1-1 0 0,0-1 0 0 0,0 0 0 0 0,0 0 0 0 0,0 0 0 0 0,1 0 0 0 0,-1 1 0 0 0,0-1 0 0 0,0 0 0 0 0,0 0 0 0 0,0 0 0 0 0,1 0 0 0 0,-1 0 0 0 0,0 0 0 0 0,0 0 0 0 0,0 1 0 0 0,0-1 0 0 0,1 0 0 0 0,-1 0 0 0 0,0 0 0 0 0,0 0 0 0 0,0 0 0 0 0,1 0 0 0 0,-1 0 0 0 0,0 0 0 0 0,13 1 67 0 0,0 0 0 0 0,-1 1 0 0 0,1 1 0 0 0,-1 0 0 0 0,0 1 0 0 0,0 0 0 0 0,0 1 0 0 0,0 0 0 0 0,-1 1-1 0 0,0 0 1 0 0,12 10 0 0 0,-8-6 103 0 0,-1 0 0 0 0,0 2 0 0 0,-1 0 0 0 0,-1 0 0 0 0,0 1 0 0 0,0 1 0 0 0,15 24 0 0 0,-23-32-28 0 0,0 1 0 0 0,-1 0-1 0 0,0-1 1 0 0,0 1 0 0 0,-1 1 0 0 0,0-1-1 0 0,0 0 1 0 0,-1 1 0 0 0,1-1 0 0 0,-2 0 0 0 0,1 1-1 0 0,-1-1 1 0 0,0 1 0 0 0,-2 9 0 0 0,0-8 67 0 0,0 0 1 0 0,0-1-1 0 0,-1 1 1 0 0,-1 0 0 0 0,1-1-1 0 0,-1 0 1 0 0,-1 0-1 0 0,1 0 1 0 0,-1-1 0 0 0,-10 12-1 0 0,5-8 31 0 0,0-1-1 0 0,-1 0 0 0 0,0-1 0 0 0,0 0 1 0 0,-1-1-1 0 0,0 0 0 0 0,-1-1 0 0 0,-15 7 1 0 0,16-9-143 0 0,0 0 0 0 0,-1-1 0 0 0,1-1 1 0 0,-1 0-1 0 0,-16 2 0 0 0,-62-5 221 0 0,53 0-487 0 0,37 0 5 0 0,-1 0 1 0 0,1 0-1 0 0,0 0 1 0 0,0 0-1 0 0,-1 0 1 0 0,1 0 0 0 0,0-1-1 0 0,0 1 1 0 0,0 0-1 0 0,-1 0 1 0 0,1-1 0 0 0,0 1-1 0 0,-2-2 1 0 0,3 2 76 0 0,0 0 0 0 0,0-1 1 0 0,0 1-1 0 0,0 0 1 0 0,0-1-1 0 0,0 1 1 0 0,0 0-1 0 0,0 0 0 0 0,0-1 1 0 0,0 1-1 0 0,0 0 1 0 0,0 0-1 0 0,0-1 0 0 0,0 1 1 0 0,0 0-1 0 0,0-1 1 0 0,0 1-1 0 0,0 0 0 0 0,0 0 1 0 0,0-1-1 0 0,1 1 1 0 0,-1 0-1 0 0,0 0 0 0 0,0 0 1 0 0,0-1-1 0 0,0 1 1 0 0,1 0-89 0 0,-1 0 89 0 0,0-1-1 0 0,1 1 1 0 0,-1 0-1 0 0,1 0 0 0 0,26-16-5350 0 0,-14 10 2001 0 0,0 0-1274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05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191 201 184 0 0,'2'-9'1408'0'0,"5"-29"4380"0"0,-7 36-5509 0 0,0 0 0 0 0,0 0 0 0 0,0 0 0 0 0,0 0-1 0 0,-1-1 1 0 0,1 1 0 0 0,0 0 0 0 0,-1 0 0 0 0,0 0-1 0 0,0 0 1 0 0,1 0 0 0 0,-1 0 0 0 0,0 0-1 0 0,-1 1 1 0 0,0-3 0 0 0,1 3 270 0 0,-3 1-104 0 0,-1 1-287 0 0,1 0-1 0 0,-1 0 1 0 0,0 1-1 0 0,1 0 1 0 0,0 0 0 0 0,-1 0-1 0 0,1 0 1 0 0,0 0-1 0 0,0 1 1 0 0,-6 5 0 0 0,2-1 64 0 0,0 1 0 0 0,1 0 0 0 0,0 0 1 0 0,-8 13-1 0 0,1 2 6 0 0,1 0 1 0 0,2 1-1 0 0,-11 28 1 0 0,17-37-212 0 0,0 1 0 0 0,1-1 0 0 0,0 1 0 0 0,1-1 1 0 0,1 1-1 0 0,0 24 0 0 0,2-34-2 0 0,0-1 0 0 0,1 0 0 0 0,0 0 0 0 0,0 1-1 0 0,0-1 1 0 0,1 0 0 0 0,0 0 0 0 0,0 0 0 0 0,5 9 0 0 0,-5-11-3 0 0,0 0 0 0 0,0 0 0 0 0,0-1 0 0 0,1 1 0 0 0,0 0 0 0 0,-1-1 0 0 0,1 0 0 0 0,0 0 1 0 0,0 0-1 0 0,0 0 0 0 0,0 0 0 0 0,0-1 0 0 0,1 1 0 0 0,-1-1 0 0 0,1 0 0 0 0,3 1 0 0 0,-3-1 5 0 0,0-1 0 0 0,1 1 0 0 0,-1-1 0 0 0,0 0 0 0 0,1-1 0 0 0,-1 1 0 0 0,1-1 0 0 0,-1 0 0 0 0,0 0 0 0 0,0 0 0 0 0,0 0 0 0 0,0-1 0 0 0,0 0 0 0 0,5-2 0 0 0,-1 0 26 0 0,0-1-1 0 0,-1 0 1 0 0,0 0 0 0 0,1-1-1 0 0,8-10 1 0 0,-6 5-21 0 0,-2 0 0 0 0,1-1 0 0 0,-1 0 1 0 0,-1-1-1 0 0,0 0 0 0 0,-1 0 0 0 0,8-25 0 0 0,20-101 33 0 0,-24 91-78 0 0,-9 46 67 0 0,0-2-59 0 0,2 12-18 0 0,1 13-15 0 0,-3 36 111 0 0,4 45-114 0 0,-4-92 33 0 0,1 0 0 0 0,0-1-1 0 0,0 0 1 0 0,1 1 0 0 0,0-1 0 0 0,1 0 0 0 0,0 0-1 0 0,6 8 1 0 0,-9-14 28 0 0,1 0-1 0 0,0 0 0 0 0,1 0 1 0 0,-1-1-1 0 0,0 1 0 0 0,1-1 1 0 0,-1 1-1 0 0,1-1 0 0 0,0 0 1 0 0,0 0-1 0 0,0 0 0 0 0,0-1 1 0 0,0 1-1 0 0,0-1 1 0 0,0 1-1 0 0,1-1 0 0 0,-1 0 1 0 0,0-1-1 0 0,1 1 0 0 0,-1 0 1 0 0,1-1-1 0 0,-1 0 0 0 0,1 0 1 0 0,-1 0-1 0 0,1 0 0 0 0,-1 0 1 0 0,1-1-1 0 0,-1 0 0 0 0,0 1 1 0 0,1-1-1 0 0,-1 0 1 0 0,6-3-1 0 0,-1 0 32 0 0,0 0 0 0 0,1-1 0 0 0,-1 0 1 0 0,-1 0-1 0 0,1-1 0 0 0,-1 0 0 0 0,0 0 0 0 0,0-1 0 0 0,-1 0 1 0 0,0 0-1 0 0,6-10 0 0 0,0-2-21 0 0,-1-2-1 0 0,0 1 1 0 0,12-41-1 0 0,14-69-225 0 0,-16 49 112 0 0,-21 79 92 0 0,1 0-1 0 0,0-1 1 0 0,0 1-1 0 0,0 0 1 0 0,0 0 0 0 0,0 0-1 0 0,0 0 1 0 0,1 0 0 0 0,-1 0-1 0 0,0 0 1 0 0,1 0 0 0 0,0 1-1 0 0,0-1 1 0 0,-1 0-1 0 0,1 1 1 0 0,0 0 0 0 0,0-1-1 0 0,0 1 1 0 0,0 0 0 0 0,1 0-1 0 0,-1 0 1 0 0,0 0-1 0 0,0 0 1 0 0,4 0 0 0 0,-4 1 19 0 0,1 0 1 0 0,-1 0 0 0 0,1 0-1 0 0,-1 1 1 0 0,1-1 0 0 0,-1 1-1 0 0,1-1 1 0 0,-1 1 0 0 0,0 0-1 0 0,1 0 1 0 0,-1 0 0 0 0,0 0-1 0 0,0 0 1 0 0,1 1 0 0 0,2 1-1 0 0,27 25 74 0 0,-24-19-75 0 0,-1 0 1 0 0,0 1-1 0 0,0-1 1 0 0,-1 1-1 0 0,0 1 1 0 0,-1-1-1 0 0,0 1 1 0 0,0 0-1 0 0,-1 0 1 0 0,3 16-1 0 0,-5-19-19 0 0,-1 0 0 0 0,0 1 0 0 0,-1-1 1 0 0,0 0-1 0 0,0 0 0 0 0,-1 0 0 0 0,0 0 0 0 0,0 1 0 0 0,-1-1 0 0 0,0 0 1 0 0,0-1-1 0 0,-1 1 0 0 0,0 0 0 0 0,0-1 0 0 0,-9 14 0 0 0,-3 1 59 0 0,-2-2-1 0 0,0 0 0 0 0,-21 19 1 0 0,33-34-16 0 0,4-4-13 0 0,26-26-651 0 0,68-52-956 0 0,-56 48 947 0 0,-2-1 1 0 0,32-34 0 0 0,-57 52 548 0 0,0 1 0 0 0,-1-1 0 0 0,-1-1 0 0 0,0 1-1 0 0,-1-1 1 0 0,0-1 0 0 0,-1 1 0 0 0,0-1 0 0 0,-1 0 0 0 0,4-21 0 0 0,-8 28 106 0 0,0 0-1 0 0,-1-1 1 0 0,0 1 0 0 0,-1-8 0 0 0,0-7 281 0 0,-2 25-244 0 0,2-3-50 0 0,1 0 0 0 0,0 1 0 0 0,-1-1 1 0 0,1 0-1 0 0,0 0 0 0 0,-1 0 1 0 0,1 0-1 0 0,-1 0 0 0 0,1 1 0 0 0,0-1 1 0 0,0 0-1 0 0,-1 0 0 0 0,1 0 1 0 0,0 1-1 0 0,-1-1 0 0 0,1 0 0 0 0,0 0 1 0 0,0 1-1 0 0,-1-1 0 0 0,1 0 0 0 0,0 1 1 0 0,0-1-1 0 0,0 0 0 0 0,0 1 1 0 0,-1-1-1 0 0,1 0 0 0 0,0 1 0 0 0,-3 14 177 0 0,0 0-1 0 0,1 0 0 0 0,1-1 1 0 0,0 2-1 0 0,1-1 1 0 0,1 0-1 0 0,2 16 0 0 0,0-7-30 0 0,2-1 0 0 0,0 0 0 0 0,17 43 0 0 0,-20-60-94 0 0,1 0 0 0 0,0 0 1 0 0,0 0-1 0 0,0 0 0 0 0,1 0 0 0 0,0-1 1 0 0,0 0-1 0 0,1 0 0 0 0,-1 0 1 0 0,1 0-1 0 0,7 4 0 0 0,-8-6-23 0 0,0-1-1 0 0,0 0 0 0 0,1 0 1 0 0,-1 0-1 0 0,1 0 0 0 0,-1-1 0 0 0,1 0 1 0 0,-1 1-1 0 0,1-2 0 0 0,0 1 0 0 0,0-1 1 0 0,-1 0-1 0 0,1 0 0 0 0,0 0 0 0 0,0 0 1 0 0,8-2-1 0 0,-3-1-11 0 0,1 0 0 0 0,-1 0 0 0 0,0-1 0 0 0,0 0 0 0 0,0-1 0 0 0,0 0 0 0 0,-1 0 0 0 0,0-1 0 0 0,0 0 0 0 0,-1-1 0 0 0,1 0 0 0 0,-1 0 0 0 0,12-16 0 0 0,3-7-35 0 0,-1-1 1 0 0,29-57-1 0 0,16-25-138 0 0,-66 112 148 0 0,0 0 1 0 0,0-1 0 0 0,0 1 0 0 0,0-1 0 0 0,0 1 0 0 0,0 0-1 0 0,1 0 1 0 0,-1 0 0 0 0,0 0 0 0 0,1 0 0 0 0,-1 0 0 0 0,1 0-1 0 0,-1 0 1 0 0,1 0 0 0 0,-1 1 0 0 0,1-1 0 0 0,-1 1-1 0 0,1-1 1 0 0,2 0 0 0 0,-1 1 20 0 0,0 0 26 0 0,-1 0-1 0 0,0 0 0 0 0,0 0 0 0 0,1 1 1 0 0,-1-1-1 0 0,0 1 0 0 0,0-1 1 0 0,0 1-1 0 0,0 0 0 0 0,0 0 0 0 0,0 0 1 0 0,0 0-1 0 0,0 0 0 0 0,0 1 0 0 0,0-1 1 0 0,-1 1-1 0 0,1-1 0 0 0,-1 1 1 0 0,1-1-1 0 0,-1 1 0 0 0,3 3 0 0 0,-1 0 53 0 0,1 0 0 0 0,-1 0 0 0 0,0 1 0 0 0,0 0 0 0 0,0 0 0 0 0,-1-1-1 0 0,0 1 1 0 0,0 1 0 0 0,-1-1 0 0 0,1 0 0 0 0,-1 0 0 0 0,-1 1-1 0 0,1-1 1 0 0,-1 0 0 0 0,0 1 0 0 0,-2 11 0 0 0,0-4-29 0 0,-1-1 0 0 0,0 1 0 0 0,-1-1 0 0 0,0 1 1 0 0,-1-1-1 0 0,-10 19 0 0 0,13-28-70 0 0,-1 0 0 0 0,1 0 0 0 0,-1 0 1 0 0,0-1-1 0 0,0 1 0 0 0,0-1 0 0 0,-1 1 0 0 0,1-1 0 0 0,-1 0 1 0 0,1-1-1 0 0,-1 1 0 0 0,0 0 0 0 0,0-1 0 0 0,-1 0 1 0 0,1 0-1 0 0,-9 3 0 0 0,7-4-250 0 0,1 0 1 0 0,-1 0-1 0 0,0-1 1 0 0,1 0-1 0 0,-1 0 1 0 0,0 0-1 0 0,0 0 1 0 0,1-1-1 0 0,-1 0 1 0 0,0 0-1 0 0,1-1 1 0 0,-1 1-1 0 0,-8-5 1 0 0,-25-14-3773 0 0,13 6-1485 0 0,11 4-668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05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65 1604 0 0,'-13'-39'8393'0'0,"8"23"-6780"0"0,4 14-1255 0 0,-2-6 164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05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2156 0 0,'-3'1'2902'0'0,"-1"-1"-2429"0"0,-20 2 2945 0 0,14 1-1573 0 0,10-3-1816 0 0,0 0-1 0 0,0 0 0 0 0,0 0 0 0 0,0 0 0 0 0,0 0 0 0 0,-1 1 1 0 0,1-1-1 0 0,0 0 0 0 0,0 0 0 0 0,0 0 0 0 0,0 0 1 0 0,0 0-1 0 0,0 0 0 0 0,0 0 0 0 0,0 1 0 0 0,0-1 1 0 0,0 0-1 0 0,-1 0 0 0 0,1 0 0 0 0,0 0 0 0 0,0 0 0 0 0,0 0 1 0 0,0 1-1 0 0,0-1 0 0 0,0 0 0 0 0,0 0 0 0 0,0 0 1 0 0,0 0-1 0 0,0 0 0 0 0,0 1 0 0 0,0-1 0 0 0,0 0 1 0 0,0 0-1 0 0,0 0 0 0 0,1 0 0 0 0,-1 0 0 0 0,0 0 0 0 0,0 1 1 0 0,0-1-1 0 0,0 0 0 0 0,0 0 0 0 0,0 0 0 0 0,1 1 17 0 0,0 0-1 0 0,0-1 0 0 0,1 1 1 0 0,-1 0-1 0 0,0-1 0 0 0,0 1 1 0 0,0-1-1 0 0,1 1 0 0 0,-1-1 1 0 0,0 0-1 0 0,1 0 0 0 0,-1 1 1 0 0,0-1-1 0 0,1 0 0 0 0,1 0 0 0 0,24-2 204 0 0,-22 2-198 0 0,30-1 9 0 0,4-1-1812 0 0,-16 0-2600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05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66 340 0 0,'-22'33'9464'0'0,"27"-32"-9286"0"0,-1-1 1 0 0,1 0-1 0 0,0 0 1 0 0,0 0-1 0 0,0 0 1 0 0,-1-1-1 0 0,1 0 1 0 0,8-2-1 0 0,44-17 103 0 0,-37 13-466 0 0,124-43-5602 0 0,-96 33 2472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06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50 1128 0 0,'1'-2'1934'0'0,"7"-45"8004"0"0,-9 47-9918 0 0,0 0-1 0 0,1 0 1 0 0,-1 1 0 0 0,0-1 0 0 0,0 1 0 0 0,1-1-1 0 0,-1 1 1 0 0,0-1 0 0 0,0 1 0 0 0,1-1 0 0 0,-1 1-1 0 0,1-1 1 0 0,-1 1 0 0 0,1 0 0 0 0,-1-1 0 0 0,1 1 0 0 0,-1 0-1 0 0,1 0 1 0 0,-1 1 0 0 0,-9 20 340 0 0,6-14-160 0 0,-65 160 1974 0 0,-63 225 0 0 0,123-361-2075 0 0,1 0 0 0 0,-7 55 0 0 0,14-80-208 0 0,0 1 1 0 0,1 0 0 0 0,0 0 0 0 0,0 0 0 0 0,1-1 0 0 0,0 1 0 0 0,0 0 0 0 0,1-1 0 0 0,0 1 0 0 0,0-1 0 0 0,1 1 0 0 0,0-1 0 0 0,0 0 0 0 0,0 0 0 0 0,1 0 0 0 0,0-1 0 0 0,7 8 0 0 0,-7-10-460 0 0,0-1 0 0 0,1 0 1 0 0,-1 0-1 0 0,1 0 0 0 0,0-1 1 0 0,0 1-1 0 0,0-1 0 0 0,0 0 1 0 0,1-1-1 0 0,-1 1 0 0 0,0-1 1 0 0,1 0-1 0 0,-1-1 0 0 0,7 1 1 0 0,14 0-5170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06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33 107 1784 0 0,'-14'-4'10536'0'0,"-4"-2"-2981"0"0,44 5-7150 0 0,0-1-1 0 0,0-2 1 0 0,31-7 0 0 0,80-28-903 0 0,-118 33 187 0 0,23-12-4638 0 0,-16 2-2263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07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 2556 0 0,'10'-16'22405'0'0,"-11"58"-19468"0"0,0-25-1227 0 0,-13 338 1184 0 0,9-266-2629 0 0,0-50-3605 0 0,3-26 1067 0 0,0-1 0 0 0,1 20 1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07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7 2596 0 0,'-13'-7'12203'0'0,"5"21"-10208"0"0,3-1-735 0 0,-59 96 2595 0 0,-5 11-3804 0 0,31-38-6867 0 0,36-72 3558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07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69 1672 0 0,'13'-68'19061'0'0,"-11"107"-13936"0"0,-3 74-583 0 0,-8 56-2469 0 0,-17 59-2138 0 0,21-199-3158 0 0,4-24 1318 0 0,0 1 1 0 0,0-1-1 0 0,0 1 1 0 0,1-1-1 0 0,0 9 1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08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0 1088 0 0,'33'1'16987'0'0,"-32"0"-16728"0"0,-1 1 69 0 0,1 0 0 0 0,-1 0 0 0 0,1 0 0 0 0,-1 0 0 0 0,0 0 0 0 0,0 0 0 0 0,0 0 0 0 0,0 0 0 0 0,0 0 0 0 0,0 0 0 0 0,-1 2 0 0 0,-2 8 469 0 0,0 0 0 0 0,-9 21 0 0 0,-5 3-122 0 0,-28 44-1 0 0,-2-6-3431 0 0,17-26-2215 0 0,10-21-3037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08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42 2148 0 0,'-21'-37'12993'0'0,"21"36"-12943"0"0,-1 1 1 0 0,1 0-1 0 0,0-1 1 0 0,0 1-1 0 0,-1 0 1 0 0,1 0-1 0 0,0-1 1 0 0,-1 1-1 0 0,1 0 1 0 0,0 0-1 0 0,-1 0 1 0 0,1-1-1 0 0,-1 1 1 0 0,1 0-1 0 0,0 0 1 0 0,-1 0-1 0 0,1 0 1 0 0,0 0 0 0 0,-1 0-1 0 0,1 0 1 0 0,-1 0-1 0 0,1 0 1 0 0,-1 0-1 0 0,1 0 1 0 0,0 0-1 0 0,-1 0 1 0 0,1 0-1 0 0,-1 0 1 0 0,1 0-1 0 0,0 0 1 0 0,-1 0-1 0 0,1 1 1 0 0,0-1-1 0 0,-1 0 1 0 0,1 0-1 0 0,0 0 1 0 0,-1 1-1 0 0,1-1 1 0 0,0 0-1 0 0,-1 1 1 0 0,1-1-1 0 0,0 0 1 0 0,0 0-1 0 0,-1 1 1 0 0,1-1-1 0 0,0 1 1 0 0,-13 15 1084 0 0,-13 34 1827 0 0,-38 104-1 0 0,54-125-2618 0 0,2 0 0 0 0,1 1 0 0 0,2 0 0 0 0,1 0 0 0 0,-1 40 0 0 0,5-61-272 0 0,0 1 1 0 0,1-1-1 0 0,0 1 0 0 0,4 13 0 0 0,-5-20-48 0 0,1-1 0 0 0,-1 0 0 0 0,1 1-1 0 0,0-1 1 0 0,0 0 0 0 0,0 0 0 0 0,0 0 0 0 0,1 0-1 0 0,-1 0 1 0 0,0 0 0 0 0,1 0 0 0 0,0-1 0 0 0,-1 1-1 0 0,1 0 1 0 0,0-1 0 0 0,0 1 0 0 0,0-1-1 0 0,0 0 1 0 0,0 0 0 0 0,0 0 0 0 0,0 0 0 0 0,0 0-1 0 0,0 0 1 0 0,0 0 0 0 0,4 0 0 0 0,0 0-16 0 0,1 0 0 0 0,-1-1 1 0 0,0 0-1 0 0,0 0 0 0 0,1-1 0 0 0,-1 0 1 0 0,0 0-1 0 0,0 0 0 0 0,1-1 0 0 0,-1 0 0 0 0,0 0 1 0 0,-1 0-1 0 0,10-6 0 0 0,-6 3 12 0 0,0-2 0 0 0,0 1-1 0 0,0-1 1 0 0,-1-1 0 0 0,0 0 0 0 0,-1 0-1 0 0,9-11 1 0 0,0-4 14 0 0,-2 0-1 0 0,0-1 1 0 0,-2-1-1 0 0,0 0 1 0 0,12-41 0 0 0,-20 54-139 0 0,0 0 1 0 0,-1 0-1 0 0,-1-1 1 0 0,0 0-1 0 0,-1 1 1 0 0,0-1-1 0 0,-1-16 1 0 0,-1 23 42 0 0,0 1-1 0 0,0-1 1 0 0,0 0-1 0 0,-1 0 1 0 0,0 1-1 0 0,0-1 1 0 0,0 1-1 0 0,-1 0 1 0 0,1-1-1 0 0,-1 1 1 0 0,-1 0-1 0 0,1 1 1 0 0,-1-1-1 0 0,0 1 1 0 0,0-1-1 0 0,0 1 1 0 0,-9-6-1 0 0,8 6-573 0 0,1 1-1 0 0,-1 0 1 0 0,0 0-1 0 0,0 0 1 0 0,-1 1-1 0 0,-6-3 0 0 0,10 4 76 0 0,0 1-1 0 0,0-1 1 0 0,-1 1-1 0 0,1 0 1 0 0,0-1-1 0 0,0 1 1 0 0,0 0-1 0 0,-1 1 1 0 0,1-1 0 0 0,0 0-1 0 0,0 1 1 0 0,0-1-1 0 0,0 1 1 0 0,0-1-1 0 0,0 1 1 0 0,-4 2-1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08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706 12 2664 0 0,'0'-12'6932'0'0,"4"26"-2299"0"0,8 21-1155 0 0,-3-11-2864 0 0,-2 1 0 0 0,4 29-1 0 0,-8-19-259 0 0,-1 0-1 0 0,-2 0 1 0 0,-1 0 0 0 0,-2 0-1 0 0,-12 59 1 0 0,3-47-185 0 0,-2 0 1 0 0,-2-1-1 0 0,-33 68 1 0 0,-1-23-1062 0 0,-5-1 1 0 0,-3-4-1 0 0,-83 96 1 0 0,-6-15-2877 0 0,44-61-1632 0 0,13-20-1810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10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16 196 0 0,'18'-14'9104'0'0,"-13"12"-8313"0"0,-8 12-725 0 0,0 0 0 0 0,0 0 1 0 0,0-1-1 0 0,-1 1 0 0 0,-1-1 0 0 0,-7 13 0 0 0,-40 52 70 0 0,41-61-104 0 0,-180 235-1152 0 0,120-158-2753 0 0,34-43 548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10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40 1556 0 0,'11'-24'6823'0'0,"-9"12"-4329"0"0,-7 9-916 0 0,3 3-1463 0 0,0 1 0 0 0,0 0 0 0 0,0-1 0 0 0,0 1 0 0 0,0 0 0 0 0,0 0 0 0 0,0 1 0 0 0,0-1 0 0 0,-3 3 0 0 0,-7 6 399 0 0,2 1 0 0 0,-1-1 0 0 0,1 2 0 0 0,-13 19 1 0 0,-29 55 1184 0 0,25-36-1057 0 0,3 1 0 0 0,2 1 0 0 0,-16 57 0 0 0,28-75-482 0 0,2 1 1 0 0,2-1-1 0 0,1 2 0 0 0,1-1 1 0 0,2 0-1 0 0,3 37 0 0 0,0-56-195 0 0,1-1 0 0 0,0 1 0 0 0,1-1 0 0 0,1 0 0 0 0,0 0 0 0 0,1 0 0 0 0,10 20 0 0 0,-11-28-289 0 0,0-1 1 0 0,0 0 0 0 0,1 0 0 0 0,-1 0-1 0 0,1 0 1 0 0,1-1 0 0 0,7 7-1 0 0,-8-8-328 0 0,0 0 0 0 0,0-1 0 0 0,1 0 0 0 0,-1 0-1 0 0,1-1 1 0 0,-1 1 0 0 0,1-1 0 0 0,0-1 0 0 0,12 3-1 0 0,6-2-3331 0 0,1-2-1800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11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86 1508 0 0,'-55'-30'19113'0'0,"52"27"-18435"0"0,27-1 240 0 0,35-3-1 0 0,13-1-353 0 0,-30 1-284 0 0,48-10 458 0 0,-48 10-505 0 0,-27 5-270 0 0,-12 1-145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11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40 2388 0 0,'25'-40'20350'0'0,"-22"67"-17508"0"0,-3 14-1286 0 0,-2 75 290 0 0,0-84-1824 0 0,-14 151 1085 0 0,10-138-2389 0 0,-25 89 0 0 0,20-106-3134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11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15 1628 0 0,'21'-15'12195'0'0,"-35"36"-5127"0"0,-28 39-5398 0 0,-15 10-942 0 0,-32 44-961 0 0,73-91-2730 0 0,-17 36 0 0 0,26-40-373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12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85 1464 0 0,'4'-60'13238'0'0,"-4"59"-13142"0"0,-1 1 0 0 0,1-1 1 0 0,0 1-1 0 0,0-1 0 0 0,0 1 0 0 0,0-1 1 0 0,0 1-1 0 0,0-1 0 0 0,-1 1 0 0 0,1-1 1 0 0,0 1-1 0 0,0 0 0 0 0,-1-1 0 0 0,1 1 0 0 0,0-1 1 0 0,-1 1-1 0 0,1 0 0 0 0,0-1 0 0 0,-1 1 1 0 0,1 0-1 0 0,-1-1 0 0 0,1 1 0 0 0,-1 0 1 0 0,1 0-1 0 0,0-1 0 0 0,-1 1 0 0 0,1 0 1 0 0,-1 0-1 0 0,1 0 0 0 0,-1 0 0 0 0,1-1 0 0 0,-1 1 1 0 0,1 0-1 0 0,-1 0 0 0 0,1 0 0 0 0,-1 0 1 0 0,0 1-1 0 0,-20 3 1275 0 0,11 3-941 0 0,0 0-1 0 0,0 0 1 0 0,0 1 0 0 0,1 0 0 0 0,1 1 0 0 0,-1 0-1 0 0,-7 11 1 0 0,-5 10 383 0 0,-20 34-1 0 0,21-28-111 0 0,-27 62 1 0 0,42-85-582 0 0,1 0 0 0 0,0 0 0 0 0,0 0 1 0 0,2 1-1 0 0,-1-1 0 0 0,2 1 0 0 0,0 0 1 0 0,1 24-1 0 0,1-35-95 0 0,-1 1 0 0 0,1-1 0 0 0,-1 0 0 0 0,1 1 1 0 0,0-1-1 0 0,1 0 0 0 0,-1 0 0 0 0,0 0 0 0 0,1 0 1 0 0,0 0-1 0 0,-1 0 0 0 0,1 0 0 0 0,0 0 0 0 0,1-1 0 0 0,-1 1 1 0 0,5 3-1 0 0,-3-3-5 0 0,0 0 1 0 0,0-1 0 0 0,1 0-1 0 0,-1 0 1 0 0,1 0 0 0 0,-1 0 0 0 0,1-1-1 0 0,0 1 1 0 0,0-1 0 0 0,7 0-1 0 0,5 0 1 0 0,-1-1 0 0 0,0-1 0 0 0,0 0 0 0 0,1-2 0 0 0,30-7 0 0 0,-32 5-22 0 0,0 0 0 0 0,0-1 0 0 0,-1-1 0 0 0,0 0 0 0 0,0-1 0 0 0,-1 0 0 0 0,0-1 1 0 0,0 0-1 0 0,-1-2 0 0 0,-1 1 0 0 0,1-1 0 0 0,-2-1 0 0 0,14-17 0 0 0,-11 10-25 0 0,-1 0-1 0 0,0-2 0 0 0,-1 1 0 0 0,-1-1 0 0 0,-1-1 0 0 0,-1 1 0 0 0,-1-2 0 0 0,6-33 1 0 0,-12 49 24 0 0,0-1 0 0 0,-1 1 0 0 0,0 0 0 0 0,0 0 0 0 0,-1 0 0 0 0,0-1 0 0 0,0 1 0 0 0,0 0 0 0 0,-1 0 0 0 0,0 0 0 0 0,-1 1 0 0 0,1-1 1 0 0,-5-7-1 0 0,4 9-84 0 0,1 1 0 0 0,-1 0 1 0 0,0 0-1 0 0,0 0 0 0 0,0 0 1 0 0,0 0-1 0 0,-1 1 0 0 0,0-1 1 0 0,1 1-1 0 0,-1 0 0 0 0,-1 0 1 0 0,1 1-1 0 0,0-1 0 0 0,-1 1 1 0 0,1 0-1 0 0,-1 0 0 0 0,1 0 1 0 0,-1 0-1 0 0,-7 0 0 0 0,8 1-184 0 0,0 1-1 0 0,0 0 0 0 0,-1 0 1 0 0,1 1-1 0 0,0-1 0 0 0,0 1 1 0 0,0 0-1 0 0,0 0 0 0 0,0 1 0 0 0,1-1 1 0 0,-1 1-1 0 0,0-1 0 0 0,1 1 1 0 0,-1 0-1 0 0,1 1 0 0 0,-1-1 1 0 0,1 1-1 0 0,-4 3 0 0 0,-1 1-1683 0 0,1 1 1 0 0,0 0-1 0 0,1 0 0 0 0,0 1 0 0 0,-9 16 0 0 0,7-8-4840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12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14 3304 0 0,'34'-13'17982'0'0,"-23"15"-16583"0"0,-11-1-1260 0 0,0 0-1 0 0,1 1 1 0 0,-1-1 0 0 0,0 0 0 0 0,0 1 0 0 0,0-1 0 0 0,0 0-1 0 0,0 1 1 0 0,0-1 0 0 0,0 0 0 0 0,0 0 0 0 0,-1 1 0 0 0,1-1-1 0 0,0 0 1 0 0,-1 1 0 0 0,1-1 0 0 0,-2 2 0 0 0,2-1 253 0 0,-9 25 225 0 0,-2 0 0 0 0,0 0 0 0 0,-1-2 1 0 0,-21 32-1 0 0,-70 91-3121 0 0,94-137 2002 0 0,-41 55-4421 0 0,16-23-4921 0 0,29-38 7739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12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84 2624 0 0,'27'-83'25568'0'0,"-25"90"-24341"0"0,2 16-331 0 0,-7 27-283 0 0,-2-1 0 0 0,-2 0 0 0 0,-15 53 0 0 0,3-35-3980 0 0,-3-1 0 0 0,-44 91 1 0 0,33-82 1393 0 0,28-61-870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13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679 90 372 0 0,'-49'-89'20696'0'0,"140"241"-13472"0"0,-52-76-5590 0 0,33 93 1 0 0,-60-137-1462 0 0,-2 1 1 0 0,-1 0-1 0 0,-2 1 0 0 0,-1 0 1 0 0,-1 0-1 0 0,-1 37 1 0 0,-4-47-183 0 0,-2 0 0 0 0,0 1 0 0 0,-2-2 0 0 0,0 1 0 0 0,-2 0 0 0 0,0-1 0 0 0,-2 0 0 0 0,0 0 1 0 0,-18 31-1 0 0,-2-6-692 0 0,-3-1 0 0 0,-1-1 1 0 0,-64 67-1 0 0,-133 109-4800 0 0,-28-19-5554 0 0,111-104 132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37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 4568 0 0,'0'0'6253'0'0,"0"-12"-1701"0"0,2 2-4248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43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3576 0 0,'0'0'14246'0'0,"-4"12"-14182"0"0,4 2-908 0 0,0-4-17 0 0,0 0-163 0 0,0 2-344 0 0,-2 2-592 0 0,-1 0-1748 0 0,1-1-2009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30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99 1904 0 0,'-2'0'365'0'0,"-16"-3"3314"0"0,0 0-1 0 0,-28 1 1 0 0,85-12-2654 0 0,-1 0-694 0 0,77-24 47 0 0,-60 18-2969 0 0,-45 15-28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2:32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0 1504 0 0,'2'4'14613'0'0,"-23"77"-13330"0"0,9-47-1233 0 0,-28 89 561 0 0,35-100-2025 0 0,-6 37 0 0 0,11-54 709 0 0,-2 16-956 0 0,5-6-4392 0 0,1-5 1643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46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196 159 700 0 0,'21'-94'11378'0'0,"-21"92"-11133"0"0,2-5 437 0 0,2 21-664 0 0,0 1 1 0 0,-2-1-1 0 0,0 1 1 0 0,1 18-1 0 0,-4 64 4 0 0,0-71-8 0 0,-17 321 105 0 0,10-273 102 0 0,-4 0-1 0 0,-33 119 1 0 0,44-189-40 0 0,-1 0 0 0 0,1 0 0 0 0,0 0-1 0 0,-1 0 1 0 0,0-1 0 0 0,0 1 0 0 0,0 0 0 0 0,-6 6 0 0 0,7-9-161 0 0,0 0 1 0 0,0-1-1 0 0,0 1 1 0 0,0-1 0 0 0,-1 1-1 0 0,1-1 1 0 0,0 1-1 0 0,0-1 1 0 0,-1 1-1 0 0,1-1 1 0 0,0 0-1 0 0,-1 0 1 0 0,1 0-1 0 0,0 0 1 0 0,-1 0 0 0 0,1 0-1 0 0,0 0 1 0 0,-1 0-1 0 0,1 0 1 0 0,0-1-1 0 0,-1 1 1 0 0,1-1-1 0 0,0 1 1 0 0,0-1 0 0 0,-1 1-1 0 0,1-1 1 0 0,0 0-1 0 0,0 1 1 0 0,0-1-1 0 0,-2-1 1 0 0,-4-4-20 0 0,0 0 1 0 0,0 0 0 0 0,0-1-1 0 0,1 1 1 0 0,0-1 0 0 0,0-1-1 0 0,1 1 1 0 0,0-1 0 0 0,0 0-1 0 0,1 0 1 0 0,0 0 0 0 0,1-1-1 0 0,-1 0 1 0 0,2 1-1 0 0,-1-1 1 0 0,1 0 0 0 0,0 0-1 0 0,1-1 1 0 0,0 1 0 0 0,1 0-1 0 0,0 0 1 0 0,0 0 0 0 0,1-1-1 0 0,0 1 1 0 0,1 0 0 0 0,0 0-1 0 0,4-13 1 0 0,-3 16-3 0 0,-2 2-3 0 0,1 1 0 0 0,-1 0 1 0 0,1 0-1 0 0,0 0 0 0 0,0 0 1 0 0,0 0-1 0 0,1 0 0 0 0,-1 0 1 0 0,0 1-1 0 0,1-1 0 0 0,0 1 1 0 0,0 0-1 0 0,0 0 0 0 0,0 0 1 0 0,0 0-1 0 0,0 0 0 0 0,5-1 0 0 0,-3 1-3 0 0,0 0 0 0 0,0 1-1 0 0,0-1 1 0 0,0 1-1 0 0,10-1 1 0 0,-15 2 7 0 0,3 0-10 0 0,16 4-23 0 0,-13-1 26 0 0,-1 0 0 0 0,1 1 0 0 0,-1-1 0 0 0,0 1 0 0 0,0 0 0 0 0,-1 0 0 0 0,1 1 0 0 0,-1-1 0 0 0,0 1 0 0 0,4 6 0 0 0,7 11 9 0 0,13 28 1 0 0,3 3 26 0 0,-21-38-7 0 0,1 0 0 0 0,21 23-1 0 0,-28-34-15 0 0,0 0-1 0 0,0-1 0 0 0,0 1 1 0 0,0-1-1 0 0,1 0 0 0 0,0-1 1 0 0,-1 1-1 0 0,1-1 0 0 0,0 0 1 0 0,0 0-1 0 0,0 0 0 0 0,1-1 1 0 0,7 2-1 0 0,-8-3-3 0 0,0 0 0 0 0,1 0 1 0 0,-1-1-1 0 0,0 1 0 0 0,0-1 1 0 0,0 0-1 0 0,0-1 0 0 0,0 1 1 0 0,0-1-1 0 0,0 0 0 0 0,0 0 1 0 0,0-1-1 0 0,-1 0 0 0 0,6-3 1 0 0,2-3-1 0 0,-1 0 1 0 0,-1-1-1 0 0,19-20 0 0 0,-11 7-2 0 0,0-2-1 0 0,-2 0 1 0 0,0-1-1 0 0,-2 0 1 0 0,-1-1-1 0 0,-1-1 1 0 0,14-48-1 0 0,-16 38 7 0 0,-2-1-1 0 0,-1 0 1 0 0,-2 0-1 0 0,-2 0 1 0 0,-2-57-1 0 0,-2 69-12 0 0,-2 0 0 0 0,0 0 0 0 0,-2 1 0 0 0,-1-1 0 0 0,-19-48 0 0 0,20 64-4 0 0,0 1 0 0 0,0-1-1 0 0,-1 1 1 0 0,-1 1 0 0 0,0-1-1 0 0,0 1 1 0 0,-10-9 0 0 0,12 13-4 0 0,-1 0 0 0 0,0 0 0 0 0,0 1 0 0 0,-1 0 0 0 0,1 0 1 0 0,-1 0-1 0 0,0 1 0 0 0,0 0 0 0 0,0 0 0 0 0,0 1 0 0 0,-15-3 0 0 0,17 4 9 0 0,-1 0 0 0 0,0 1-1 0 0,1 0 1 0 0,-1 0-1 0 0,0 0 1 0 0,1 1 0 0 0,-1-1-1 0 0,0 1 1 0 0,1 0-1 0 0,-1 1 1 0 0,1 0-1 0 0,0 0 1 0 0,0 0 0 0 0,-1 0-1 0 0,1 1 1 0 0,0 0-1 0 0,1 0 1 0 0,-1 0 0 0 0,1 0-1 0 0,-1 1 1 0 0,1 0-1 0 0,0 0 1 0 0,0 0 0 0 0,1 0-1 0 0,-1 1 1 0 0,1-1-1 0 0,0 1 1 0 0,0 0-1 0 0,-3 9 1 0 0,0-2-64 0 0,2 0 0 0 0,0 0 0 0 0,0 1-1 0 0,1 0 1 0 0,1-1 0 0 0,0 1 0 0 0,0 0 0 0 0,1 1 0 0 0,1-1 0 0 0,1 0 0 0 0,3 23-1 0 0,0-14-703 0 0,1-1 0 0 0,1-1 0 0 0,17 40-1 0 0,-15-44-1444 0 0,0-1 0 0 0,20 27-1 0 0,-16-27-516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47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54 2792 0 0,'-13'-54'14099'0'0,"12"55"-14084"0"0,0-1 1 0 0,1 1-1 0 0,-1-1 1 0 0,0 1-1 0 0,1-1 1 0 0,-1 1-1 0 0,1-1 1 0 0,-1 1 0 0 0,1 0-1 0 0,-1-1 1 0 0,1 1-1 0 0,-1 0 1 0 0,1-1-1 0 0,0 1 1 0 0,-1 0-1 0 0,1 0 1 0 0,0-1-1 0 0,0 1 1 0 0,-1 0-1 0 0,1 1 1 0 0,-4 17 127 0 0,1 30 62 0 0,6 64 1 0 0,-2-92-182 0 0,2-1-1 0 0,0 0 0 0 0,2 0 1 0 0,0 0-1 0 0,16 37 1 0 0,-21-55-90 0 0,1-1 1 0 0,-1 1-1 0 0,1-1 1 0 0,0 1-1 0 0,0-1 1 0 0,-1 1-1 0 0,1-1 1 0 0,0 0-1 0 0,1 1 1 0 0,-1-1-1 0 0,0 0 1 0 0,0 0-1 0 0,0 0 1 0 0,1 1-1 0 0,-1-1 1 0 0,0-1-1 0 0,1 1 1 0 0,-1 0-1 0 0,1 0 1 0 0,-1-1-1 0 0,1 1 1 0 0,0 0-1 0 0,-1-1 1 0 0,1 0-1 0 0,0 1 0 0 0,-1-1 1 0 0,1 0-1 0 0,0 0 1 0 0,-1 0-1 0 0,1 0 1 0 0,0 0-1 0 0,-1 0 1 0 0,1 0-1 0 0,0-1 1 0 0,-1 1-1 0 0,1-1 1 0 0,0 1-1 0 0,-1-1 1 0 0,1 0-1 0 0,-1 1 1 0 0,1-1-1 0 0,-1 0 1 0 0,2-2-1 0 0,3 0-760 0 0,0-2 0 0 0,-1 1 0 0 0,0-1-1 0 0,0 1 1 0 0,-1-1 0 0 0,1-1-1 0 0,-1 1 1 0 0,0 0 0 0 0,5-11 0 0 0,2-10-3537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47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32 1788 0 0,'-10'-6'1815'0'0,"-1"0"0"0"0,-1 1 0 0 0,-20-7-1 0 0,30 12-1779 0 0,1-1 0 0 0,-1 1-1 0 0,1-1 1 0 0,0 1 0 0 0,-1 0-1 0 0,1 0 1 0 0,-1 0-1 0 0,1 0 1 0 0,-1 0 0 0 0,1 0-1 0 0,-1 0 1 0 0,1 0 0 0 0,0 0-1 0 0,-1 1 1 0 0,1-1-1 0 0,-1 0 1 0 0,1 1 0 0 0,0-1-1 0 0,-1 1 1 0 0,1 0-1 0 0,0-1 1 0 0,0 1 0 0 0,-1 0-1 0 0,1 0 1 0 0,0 0 0 0 0,0 0-1 0 0,0 0 1 0 0,0 0-1 0 0,0 0 1 0 0,-1 3 0 0 0,0-2-408 0 0,1 1 0 0 0,0 0 0 0 0,0 0 1 0 0,0-1-1 0 0,0 1 0 0 0,1 0 0 0 0,-1 0 0 0 0,1 0 1 0 0,0 0-1 0 0,-1 0 0 0 0,1 0 0 0 0,1 0 1 0 0,-1 4-1 0 0,2 5-2125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47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27 272 0 0,'0'0'4466'0'0,"13"17"1124"0"0,-7 2-5169 0 0,0-1-1 0 0,-1 1 1 0 0,-1 0-1 0 0,0 0 1 0 0,1 31-1 0 0,-4-2 117 0 0,-4 53 1 0 0,-2-49 2154 0 0,-6-59-2363 0 0,9 3-293 0 0,0-1-1 0 0,1 1 1 0 0,-1-1 0 0 0,1 1-1 0 0,0-1 1 0 0,0 1 0 0 0,0-1-1 0 0,1 0 1 0 0,-1-7 0 0 0,0 2 2 0 0,0-2-31 0 0,1 0 0 0 0,0 1 1 0 0,0-1-1 0 0,1 0 1 0 0,1 1-1 0 0,0-1 1 0 0,1 1-1 0 0,0-1 1 0 0,0 1-1 0 0,10-20 1 0 0,-10 25-15 0 0,0 0 0 0 0,1 0 0 0 0,-1 0 0 0 0,1 0 1 0 0,1 1-1 0 0,-1-1 0 0 0,1 1 0 0 0,0 0 0 0 0,0 1 1 0 0,1-1-1 0 0,-1 1 0 0 0,1 0 0 0 0,0 0 0 0 0,0 1 0 0 0,0 0 1 0 0,1 0-1 0 0,-1 0 0 0 0,12-3 0 0 0,-14 6 7 0 0,1-1-1 0 0,-1 1 1 0 0,0 0 0 0 0,0 0-1 0 0,1 1 1 0 0,-1-1 0 0 0,0 1-1 0 0,0 0 1 0 0,0 0-1 0 0,1 0 1 0 0,-1 1 0 0 0,-1 0-1 0 0,1-1 1 0 0,0 1 0 0 0,0 1-1 0 0,4 2 1 0 0,0 1 2 0 0,1 0 1 0 0,-1 1 0 0 0,-1 0 0 0 0,1 1 0 0 0,7 10-1 0 0,-8-7 18 0 0,0 0-1 0 0,-1 1 1 0 0,0 0-1 0 0,-1 0 1 0 0,0 1-1 0 0,-1 0 1 0 0,0-1-1 0 0,-1 1 1 0 0,-1 0-1 0 0,0 1 1 0 0,-1-1-1 0 0,0 0 0 0 0,-2 15 1 0 0,0-26 0 0 0,-3 2-5 0 0,3-4-14 0 0,0 0 0 0 0,1 0 0 0 0,-1 0 0 0 0,1 0 0 0 0,-1-1 0 0 0,1 1 0 0 0,-1 0 0 0 0,1 0 0 0 0,-1 0 0 0 0,1-1 0 0 0,-1 1 0 0 0,1 0 0 0 0,0-1 0 0 0,-1 1-1 0 0,1 0 1 0 0,-1-1 0 0 0,1 1 0 0 0,0-1 0 0 0,-1 1 0 0 0,1 0 0 0 0,0-1 0 0 0,-1 1 0 0 0,1-1 0 0 0,0 1 0 0 0,0-1 0 0 0,-1 1 0 0 0,1-1 0 0 0,0 0 0 0 0,-6-11-13 0 0,2 3 11 0 0,2 1 0 0 0,-1-1-1 0 0,1 1 1 0 0,0-1 0 0 0,1 0-1 0 0,0 1 1 0 0,0-1 0 0 0,1 0-1 0 0,0 0 1 0 0,1 0 0 0 0,0 0 0 0 0,3-10-1 0 0,0 1-1 0 0,1-1-1 0 0,0 1 1 0 0,2 1 0 0 0,14-28-1 0 0,-16 35-4 0 0,0 1-1 0 0,1 0 1 0 0,13-14-1 0 0,-15 19 4 0 0,-1 0-1 0 0,1 1 0 0 0,-1 0 1 0 0,1 0-1 0 0,0 0 0 0 0,0 0 1 0 0,0 1-1 0 0,1 0 1 0 0,-1 0-1 0 0,6-2 0 0 0,-8 3 6 0 0,1 1-1 0 0,-1 0 0 0 0,0 0 0 0 0,1 0 0 0 0,-1 0 1 0 0,1 0-1 0 0,-1 0 0 0 0,0 1 0 0 0,1-1 1 0 0,-1 1-1 0 0,0-1 0 0 0,1 1 0 0 0,-1 0 1 0 0,0 0-1 0 0,0 0 0 0 0,0 0 0 0 0,0 1 1 0 0,0-1-1 0 0,0 1 0 0 0,0-1 0 0 0,0 1 1 0 0,0 0-1 0 0,-1-1 0 0 0,1 1 0 0 0,-1 0 1 0 0,1 0-1 0 0,-1 0 0 0 0,2 4 0 0 0,3 4 10 0 0,0 1 0 0 0,-1-1 0 0 0,-1 1-1 0 0,5 15 1 0 0,-3-3 59 0 0,-2 0 0 0 0,3 29-1 0 0,-4-27-1148 0 0,10 44 0 0 0,-6-50-458 0 0,-7-18 1269 0 0,1-1 0 0 0,-1 1 0 0 0,0 0 0 0 0,1 0 0 0 0,-1-1-1 0 0,0 1 1 0 0,1 0 0 0 0,-1-1 0 0 0,1 1 0 0 0,0 0 0 0 0,0 0-540 0 0,0 0 539 0 0,0-1 1 0 0,0 1 0 0 0,-1-1 0 0 0,1 1 0 0 0,0-1 0 0 0,0 0 0 0 0,-1 1 0 0 0,1-1 0 0 0,0 0-1 0 0,1 0 1 0 0,9-1-4595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49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124 170 1588 0 0,'9'-22'9668'0'0,"-9"34"-8572"0"0,0-3-828 0 0,0 0-1 0 0,1 0 1 0 0,3 11-1 0 0,-4-18-212 0 0,1 1 1 0 0,-1 0-1 0 0,1-1 1 0 0,0 1-1 0 0,0-1 0 0 0,1 1 1 0 0,-1-1-1 0 0,0 0 0 0 0,1 1 1 0 0,-1-1-1 0 0,1 0 1 0 0,0 0-1 0 0,0 0 0 0 0,0 0 1 0 0,3 3-1 0 0,-3-4 77 0 0,13-3 95 0 0,-13 2-210 0 0,1-1 0 0 0,-1 0 0 0 0,0 1 0 0 0,0-1 0 0 0,0 0 0 0 0,0 0 0 0 0,-1 0 0 0 0,1 0 0 0 0,0-1 0 0 0,0 1 0 0 0,-1 0 0 0 0,1-1 0 0 0,0 1 0 0 0,-1-1 0 0 0,0 0 0 0 0,1 1 0 0 0,1-4 0 0 0,16-32 124 0 0,-16 32-130 0 0,-1-1 1 0 0,0 0-1 0 0,0 0 1 0 0,0 0-1 0 0,-1 0 1 0 0,0 0-1 0 0,0 0 1 0 0,0 0-1 0 0,-1 0 0 0 0,0-1 1 0 0,0 1-1 0 0,-1 0 1 0 0,1 0-1 0 0,-2 0 1 0 0,1 0-1 0 0,0 0 0 0 0,-1 0 1 0 0,0 0-1 0 0,-1 0 1 0 0,1 1-1 0 0,-1-1 1 0 0,0 1-1 0 0,0-1 1 0 0,-1 1-1 0 0,-5-6 0 0 0,8 10-11 0 0,-1 0-1 0 0,1 0 0 0 0,-1 0 0 0 0,1 1 1 0 0,-1-1-1 0 0,0 0 0 0 0,1 1 0 0 0,-1-1 1 0 0,0 1-1 0 0,0-1 0 0 0,1 1 0 0 0,-1 0 1 0 0,0 0-1 0 0,0 0 0 0 0,1 0 0 0 0,-4 0 1 0 0,1 0-2 0 0,0 1 0 0 0,1-1 1 0 0,-1 1-1 0 0,0 0 0 0 0,0 0 0 0 0,-5 3 1 0 0,3 0 0 0 0,0 0 1 0 0,0 0 0 0 0,0 1-1 0 0,0 0 1 0 0,1 0 0 0 0,0 1-1 0 0,0-1 1 0 0,0 1 0 0 0,1 0-1 0 0,0 1 1 0 0,-4 6 0 0 0,-3 9-2 0 0,1 0 1 0 0,-9 25 0 0 0,9-17 10 0 0,1 0 0 0 0,2 0 0 0 0,-5 42 0 0 0,10-57-3 0 0,1 0-1 0 0,1 0 1 0 0,0 1-1 0 0,1-1 1 0 0,1 0 0 0 0,0 0-1 0 0,1 0 1 0 0,9 28-1 0 0,-10-39 6 0 0,-1 0-1 0 0,1-1 0 0 0,0 1 0 0 0,0 0 1 0 0,0-1-1 0 0,1 1 0 0 0,-1-1 0 0 0,1 0 1 0 0,0 0-1 0 0,0 0 0 0 0,0 0 0 0 0,0 0 1 0 0,0 0-1 0 0,1-1 0 0 0,-1 0 0 0 0,1 0 1 0 0,6 3-1 0 0,-5-3-20 0 0,1-1 0 0 0,0 1 0 0 0,-1-1 1 0 0,1-1-1 0 0,0 1 0 0 0,-1-1 0 0 0,1 0 0 0 0,0 0 0 0 0,0 0 1 0 0,0-1-1 0 0,8-2 0 0 0,-1-1-165 0 0,0 0 0 0 0,-1-1 1 0 0,0 0-1 0 0,0-1 0 0 0,0 0 0 0 0,0-1 0 0 0,-1 0 1 0 0,0-1-1 0 0,-1 0 0 0 0,14-14 0 0 0,-12 8-90 0 0,-1 0-1 0 0,0 0 1 0 0,-1-1 0 0 0,-1-1-1 0 0,0 1 1 0 0,-1-1 0 0 0,-1-1-1 0 0,10-34 1 0 0,-7 8 827 0 0,-2 0 0 0 0,5-66 0 0 0,-13 100-376 0 0,2-8-32 0 0,-2 16-151 0 0,0 1 0 0 0,0 0 0 0 0,0 0 0 0 0,0 0 0 0 0,0 0 0 0 0,0-1 0 0 0,0 1 0 0 0,0 0 0 0 0,0 0-1 0 0,0 0 1 0 0,0 0 0 0 0,0 0 0 0 0,0-1 0 0 0,0 1 0 0 0,0 0 0 0 0,1 0 0 0 0,-1 0 0 0 0,0 0 0 0 0,0 0 0 0 0,0-1-1 0 0,0 1 1 0 0,0 0 0 0 0,0 0 0 0 0,0 0 0 0 0,0 0 0 0 0,1 0 0 0 0,-1 0 0 0 0,0 0 0 0 0,0 0 0 0 0,0 0-1 0 0,0-1 1 0 0,0 1 0 0 0,1 0 0 0 0,-1 0 0 0 0,0 0 0 0 0,0 0 0 0 0,0 0 0 0 0,0 0 0 0 0,0 0 0 0 0,1 0-1 0 0,-1 0 1 0 0,0 0 0 0 0,0 0 0 0 0,0 0 0 0 0,0 0 0 0 0,1 0 0 0 0,-1 0 0 0 0,0 0 0 0 0,0 0 0 0 0,0 1 0 0 0,0-1-1 0 0,0 0 1 0 0,1 0 0 0 0,-1 0 0 0 0,0 0 0 0 0,0 0 0 0 0,0 0 0 0 0,0 0 0 0 0,0 0 0 0 0,0 0 0 0 0,0 1-1 0 0,1-1 1 0 0,-1 0 0 0 0,1 3 19 0 0,1 0 0 0 0,-1-1 0 0 0,1 1 1 0 0,-1 0-1 0 0,0 0 0 0 0,0 0 0 0 0,-1 0 0 0 0,1 1 0 0 0,-1-1 0 0 0,1 5 0 0 0,1 6 119 0 0,46 283 884 0 0,-43-258-890 0 0,-3 7 1655 0 0,-2-44-1554 0 0,-6-14 195 0 0,3-8-413 0 0,0-1 1 0 0,2 0-1 0 0,0 1 0 0 0,1-1 1 0 0,2 0-1 0 0,0 0 1 0 0,1 1-1 0 0,0-1 1 0 0,2 1-1 0 0,1 0 1 0 0,0 1-1 0 0,2-1 1 0 0,0 1-1 0 0,1 0 1 0 0,1 1-1 0 0,16-23 1 0 0,-22 36-27 0 0,0 0 1 0 0,0 0 0 0 0,1 1 0 0 0,0-1 0 0 0,0 1 0 0 0,0 1-1 0 0,0-1 1 0 0,0 1 0 0 0,1-1 0 0 0,0 2 0 0 0,-1-1-1 0 0,8-2 1 0 0,-11 5 7 0 0,1-1-1 0 0,-1 1 1 0 0,1 0 0 0 0,-1 0-1 0 0,1 0 1 0 0,0 0-1 0 0,-1 1 1 0 0,1-1 0 0 0,-1 1-1 0 0,1-1 1 0 0,-1 1-1 0 0,1 0 1 0 0,-1 0-1 0 0,1 0 1 0 0,-1 0 0 0 0,0 0-1 0 0,0 1 1 0 0,1-1-1 0 0,-1 1 1 0 0,0-1 0 0 0,0 1-1 0 0,-1 0 1 0 0,4 4-1 0 0,2 2 4 0 0,0 0 0 0 0,-1 1-1 0 0,0 0 1 0 0,5 11 0 0 0,-4-6 4 0 0,-1 1 0 0 0,-1-1 0 0 0,-1 1 1 0 0,0 0-1 0 0,0 0 0 0 0,1 19 0 0 0,1 96 48 0 0,-3-39-272 0 0,-3-90 181 0 0,0 0 0 0 0,0 0 0 0 0,1 0 0 0 0,-1 0 0 0 0,0 0 0 0 0,0 0 0 0 0,0 0 0 0 0,1 0 0 0 0,-1 0 0 0 0,0 0 0 0 0,1 0 0 0 0,-1 0-1 0 0,1 0 1 0 0,-1-1 0 0 0,1 1 0 0 0,-1 0 0 0 0,1 0 0 0 0,0 0 0 0 0,-1-1 0 0 0,1 1 0 0 0,0 0 0 0 0,0-1 0 0 0,-1 1 0 0 0,3 1 0 0 0,-1-2-45 0 0,-1 0 0 0 0,1 1 0 0 0,-1-1 0 0 0,1 0 0 0 0,-1 0 0 0 0,1 0 0 0 0,-1 0 0 0 0,1-1 0 0 0,-1 1 1 0 0,1 0-1 0 0,-1 0 0 0 0,1-1 0 0 0,-1 1 0 0 0,3-2 0 0 0,4-2-328 0 0,0 0 1 0 0,-1 0-1 0 0,0-1 1 0 0,12-10 0 0 0,8-10-233 0 0,-2-1 1 0 0,-1-1 0 0 0,-1-1 0 0 0,34-55 0 0 0,56-136 2747 0 0,-82 138 198 0 0,-31 80-2275 0 0,0 0-1 0 0,1 0 1 0 0,-1 0 0 0 0,0 0 0 0 0,0 0-1 0 0,0 0 1 0 0,0 0 0 0 0,0 0-1 0 0,0 0 1 0 0,0 0 0 0 0,0 0 0 0 0,0 0-1 0 0,0 0 1 0 0,0 0 0 0 0,-1 0-1 0 0,1 0 1 0 0,0 0 0 0 0,-1 0-1 0 0,0-1 1 0 0,1 2-23 0 0,-1-1 1 0 0,1 1-1 0 0,-1 0 0 0 0,1-1 1 0 0,0 1-1 0 0,-1 0 0 0 0,1-1 0 0 0,-1 1 1 0 0,1 0-1 0 0,0 0 0 0 0,-1-1 0 0 0,1 1 1 0 0,-1 0-1 0 0,1 0 0 0 0,-1 0 0 0 0,1 0 1 0 0,-1 0-1 0 0,1 0 0 0 0,-1 0 1 0 0,1 0-1 0 0,-1 0 0 0 0,1 0 0 0 0,-1 0 1 0 0,1 0-1 0 0,-1 0 0 0 0,1 0 0 0 0,-1 0 1 0 0,1 0-1 0 0,-1 0 0 0 0,1 1 0 0 0,-1-1 1 0 0,1 0-1 0 0,-1 0 0 0 0,1 1 1 0 0,0-1-1 0 0,-1 0 0 0 0,1 1 0 0 0,0-1 1 0 0,-1 0-1 0 0,1 1 0 0 0,-1 0 0 0 0,-4 4 0 0 0,0 0 0 0 0,0 1 0 0 0,0-1-1 0 0,1 1 1 0 0,0 0 0 0 0,0 1-1 0 0,0-1 1 0 0,1 1 0 0 0,0-1-1 0 0,1 1 1 0 0,-1 0 0 0 0,1 0 0 0 0,0 0-1 0 0,1 1 1 0 0,0-1 0 0 0,0 0-1 0 0,1 0 1 0 0,-1 1 0 0 0,2-1-1 0 0,0 8 1 0 0,1 0-4 0 0,0 0 0 0 0,2 0-1 0 0,-1 0 1 0 0,2-1 0 0 0,0 1 0 0 0,1-1-1 0 0,0 0 1 0 0,17 25 0 0 0,-12-22 32 0 0,-2-5 19 0 0,-1 0 0 0 0,0 1 0 0 0,-1 0 0 0 0,-1 0-1 0 0,0 0 1 0 0,0 1 0 0 0,4 20 0 0 0,-9-31 35 0 0,-1 0 0 0 0,0 0 0 0 0,0 0 0 0 0,0 0 0 0 0,0 1 0 0 0,0-1 0 0 0,-1 0 0 0 0,1 0 0 0 0,-1 0 0 0 0,0 0 0 0 0,0 0 0 0 0,0 0 0 0 0,0 0 0 0 0,-1 0 0 0 0,1-1 0 0 0,-1 1 0 0 0,-3 4 0 0 0,2-3-19 0 0,-1 0 0 0 0,0-1 0 0 0,0 0 0 0 0,0 0-1 0 0,0 0 1 0 0,0 0 0 0 0,-1-1 0 0 0,1 1-1 0 0,-1-1 1 0 0,-5 1 0 0 0,-5 2 3 0 0,-1-1-1 0 0,0-1 1 0 0,0 0 0 0 0,-1-1-1 0 0,-24 0 1 0 0,36-2-157 0 0,0 0-1 0 0,0 0 1 0 0,1 0 0 0 0,-1 0-1 0 0,0-1 1 0 0,0 1 0 0 0,0-1-1 0 0,1 0 1 0 0,-1-1-1 0 0,1 1 1 0 0,-1-1 0 0 0,1 0-1 0 0,-1 0 1 0 0,-6-5 0 0 0,10 6-16 0 0,1 0 1 0 0,-1 0-1 0 0,1 0 1 0 0,0 0-1 0 0,-1 0 1 0 0,1 0 0 0 0,0 0-1 0 0,-1 0 1 0 0,1 0-1 0 0,0 0 1 0 0,0 0-1 0 0,0 0 1 0 0,0 0 0 0 0,0 0-1 0 0,0 0 1 0 0,0 0-1 0 0,0 0 1 0 0,0 0-1 0 0,1 0 1 0 0,-1 0-1 0 0,0 0 1 0 0,1 1 0 0 0,-1-1-1 0 0,0 0 1 0 0,1 0-1 0 0,-1 0 1 0 0,1 0-1 0 0,1-1 1 0 0,18-24-2145 0 0,-18 23 1918 0 0,20-20-3470 0 0,37-29 1 0 0,-39 34 1572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49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1736 0 0,'34'-31'9438'0'0,"-32"30"-8848"0"0,-2 1-545 0 0,0-1 1 0 0,0 1 0 0 0,1 0-1 0 0,-1 0 1 0 0,0-1 0 0 0,0 1-1 0 0,1 0 1 0 0,-1 0-1 0 0,0-1 1 0 0,0 1 0 0 0,1 0-1 0 0,-1 0 1 0 0,0 0 0 0 0,1 0-1 0 0,-1-1 1 0 0,0 1-1 0 0,1 0 1 0 0,-1 0 0 0 0,0 0-1 0 0,1 0 1 0 0,-1 0 0 0 0,0 0-1 0 0,1 0 1 0 0,-1 0-1 0 0,0 0 1 0 0,1 0 0 0 0,-1 0-1 0 0,0 0 1 0 0,1 0 0 0 0,-1 0-1 0 0,0 1 1 0 0,1-1-1 0 0,-1 0 1 0 0,0 0 0 0 0,0 0-1 0 0,1 0 1 0 0,-1 0 0 0 0,0 1-1 0 0,0-1 1 0 0,1 0-1 0 0,-1 0 1 0 0,0 1 0 0 0,0-1-1 0 0,1 0 1 0 0,-1 0 0 0 0,0 1-1 0 0,0-1 1 0 0,0 0-1 0 0,1 1 1 0 0,-1-1 0 0 0,0 0-1 0 0,0 0 1 0 0,0 1 0 0 0,0-1-1 0 0,0 0 1 0 0,0 1-1 0 0,0-1 1 0 0,0 0 0 0 0,0 1-1 0 0,5 35 1265 0 0,-2 0-1 0 0,-1 45 1 0 0,0 4-730 0 0,-1-43-395 0 0,5 49 114 0 0,-4-79-257 0 0,0 0 0 0 0,0-1 0 0 0,1 0 0 0 0,1 0 0 0 0,7 17 0 0 0,-11-26-115 0 0,1-1-1 0 0,-1 0 1 0 0,1 0 0 0 0,-1 0 0 0 0,1 1 0 0 0,0-1-1 0 0,0 0 1 0 0,-1 0 0 0 0,1 0 0 0 0,0 0 0 0 0,0 0-1 0 0,0 0 1 0 0,0-1 0 0 0,0 1 0 0 0,0 0 0 0 0,0 0-1 0 0,0-1 1 0 0,1 1 0 0 0,-1 0 0 0 0,0-1 0 0 0,0 1-1 0 0,0-1 1 0 0,1 0 0 0 0,-1 1 0 0 0,0-1-1 0 0,1 0 1 0 0,-1 0 0 0 0,0 0 0 0 0,1 0 0 0 0,-1 0-1 0 0,0 0 1 0 0,1 0 0 0 0,-1 0 0 0 0,0-1 0 0 0,0 1-1 0 0,1 0 1 0 0,1-2 0 0 0,0 0-583 0 0,0 0 1 0 0,1 0-1 0 0,-1 0 1 0 0,-1 0-1 0 0,1-1 1 0 0,0 1-1 0 0,-1-1 0 0 0,1 0 1 0 0,-1 0-1 0 0,0 0 1 0 0,0 0-1 0 0,3-6 0 0 0,3-12-5381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49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57 1192 0 0,'-3'-4'802'0'0,"-3"-4"633"0"0,-1 1 1 0 0,1 0-1 0 0,-1 0 1 0 0,-1 1-1 0 0,-13-10 0 0 0,19 14-1146 0 0,-5 4 46 0 0,7-2-355 0 0,-1 0 0 0 0,1 0 0 0 0,0 0 1 0 0,-1 0-1 0 0,1 0 0 0 0,-1 0 0 0 0,1 0 0 0 0,-1 0 0 0 0,1 0 0 0 0,-1 0 0 0 0,1 0 1 0 0,0 0-1 0 0,-1 0 0 0 0,1 0 0 0 0,-1 1 0 0 0,1-1 0 0 0,0 0 0 0 0,-1 0 0 0 0,1 1 1 0 0,0-1-1 0 0,-1 0 0 0 0,1 0 0 0 0,0 1 0 0 0,-1-1 0 0 0,1 0 0 0 0,0 1 0 0 0,0-1 1 0 0,-1 0-1 0 0,1 1 0 0 0,0-1 0 0 0,0 1 0 0 0,0-1 0 0 0,-1 0 0 0 0,1 1 0 0 0,0-1 1 0 0,0 1-1 0 0,0-1 0 0 0,0 1 0 0 0,1 27-4618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50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64 1648 0 0,'0'0'5511'0'0,"1"11"-1818"0"0,-15 79-237 0 0,7-49-2381 0 0,-4 79 0 0 0,11-97-903 0 0,1 52 197 0 0,0-67-311 0 0,0-1-1 0 0,0 1 1 0 0,1 0-1 0 0,0 0 1 0 0,0-1 0 0 0,7 15-1 0 0,-8-20-37 0 0,0-1 0 0 0,0 1 0 0 0,0-1-1 0 0,0 1 1 0 0,0-1 0 0 0,0 0 0 0 0,0 1 0 0 0,0-1 0 0 0,0 0-1 0 0,1 0 1 0 0,-1 0 0 0 0,0 0 0 0 0,1 0 0 0 0,-1 0-1 0 0,1 0 1 0 0,-1 0 0 0 0,1 0 0 0 0,0-1 0 0 0,-1 1-1 0 0,1-1 1 0 0,0 1 0 0 0,1-1 0 0 0,0 0-7 0 0,0 0 0 0 0,-1 0 0 0 0,1-1 0 0 0,0 1 1 0 0,-1-1-1 0 0,1 0 0 0 0,0 1 0 0 0,-1-1 0 0 0,0 0 0 0 0,1-1 1 0 0,-1 1-1 0 0,5-3 0 0 0,0-2 0 0 0,0 1 0 0 0,0-1 0 0 0,-1-1 0 0 0,0 1 0 0 0,0-1 0 0 0,0 0 1 0 0,6-12-1 0 0,-3 2 2 0 0,-1-1 1 0 0,0 0 0 0 0,-2 0-1 0 0,0-1 1 0 0,-1 0-1 0 0,-1 0 1 0 0,3-24 0 0 0,-6 33-13 0 0,0 0-1 0 0,-1-1 1 0 0,0 1 0 0 0,-1 0 0 0 0,0 0 0 0 0,0 0 0 0 0,-1-1 0 0 0,0 1-1 0 0,-1 1 1 0 0,0-1 0 0 0,-1 0 0 0 0,0 1 0 0 0,0 0 0 0 0,-1 0-1 0 0,-9-13 1 0 0,12 19-8 0 0,-1 0 0 0 0,0 0 0 0 0,0 1 0 0 0,0-1 0 0 0,0 1 0 0 0,0-1 0 0 0,0 1 0 0 0,-1 0 0 0 0,1 0 0 0 0,-1 0-1 0 0,1 1 1 0 0,-1-1 0 0 0,0 1 0 0 0,0 0 0 0 0,0 0 0 0 0,-4 0 0 0 0,2 0 0 0 0,0 1 1 0 0,-1 0-1 0 0,1 0 1 0 0,0 1-1 0 0,0 0 0 0 0,0 0 1 0 0,-1 0-1 0 0,1 1 1 0 0,-9 3-1 0 0,6 0 0 0 0,-1-1 0 0 0,1 1-1 0 0,0 0 1 0 0,1 1 0 0 0,-1 0 0 0 0,1 0-1 0 0,0 1 1 0 0,1 0 0 0 0,0 0-1 0 0,0 1 1 0 0,0 0 0 0 0,-6 10 0 0 0,-1 14 3 0 0,13-22 8 0 0,6 4-7 0 0,-3-13 1 0 0,-1 1-1 0 0,1-1 1 0 0,0 0 0 0 0,-1 1 0 0 0,1-1-1 0 0,0 0 1 0 0,0 0 0 0 0,0 0-1 0 0,0-1 1 0 0,0 1 0 0 0,0 0-1 0 0,0-1 1 0 0,0 1 0 0 0,0-1 0 0 0,0 0-1 0 0,0 1 1 0 0,0-1 0 0 0,0 0-1 0 0,0 0 1 0 0,0-1 0 0 0,0 1 0 0 0,0 0-1 0 0,0-1 1 0 0,3 0 0 0 0,10-2 8 0 0,-1-1-1 0 0,17-7 1 0 0,-23 8-14 0 0,19-7-9 0 0,1 1 0 0 0,0 2 0 0 0,45-7 1 0 0,-58 12 5 0 0,1 2 0 0 0,0 0 0 0 0,0 0 1 0 0,0 2-1 0 0,0 0 0 0 0,0 1 0 0 0,-1 0 1 0 0,17 6-1 0 0,-16-3 8 0 0,0 0 0 0 0,0 1 0 0 0,-1 0 0 0 0,0 1 0 0 0,0 1 0 0 0,18 15 0 0 0,-28-20 4 0 0,0 1 0 0 0,0 0 1 0 0,-1-1-1 0 0,0 1 0 0 0,0 1 0 0 0,0-1 1 0 0,0 1-1 0 0,3 9 0 0 0,-5-11 6 0 0,-1 0-1 0 0,1 0 1 0 0,-1 0 0 0 0,0 1-1 0 0,-1-1 1 0 0,1 0 0 0 0,-1 0-1 0 0,0 1 1 0 0,0-1 0 0 0,0 0-1 0 0,-1 1 1 0 0,1-1 0 0 0,-1 0-1 0 0,-1 5 1 0 0,1-6 17 0 0,0 0 0 0 0,0-1-1 0 0,0 1 1 0 0,-1-1 0 0 0,1 0 0 0 0,0 0 0 0 0,-1 1 0 0 0,0-1-1 0 0,1 0 1 0 0,-4 3 0 0 0,3-4 46 0 0,0-2-13 0 0,-1 0-53 0 0,1 0 1 0 0,0-1 0 0 0,0 1-1 0 0,0-1 1 0 0,0 1 0 0 0,0-1-1 0 0,0 0 1 0 0,1 0 0 0 0,-1 0-1 0 0,0 0 1 0 0,1 0 0 0 0,-1 0-1 0 0,1-1 1 0 0,0 1-1 0 0,0 0 1 0 0,0-1 0 0 0,0 1-1 0 0,0 0 1 0 0,1-1 0 0 0,-1 0-1 0 0,1 1 1 0 0,-1-4 0 0 0,-1-10-10 0 0,1 0 0 0 0,0-22 0 0 0,1 30 2 0 0,1-7-2 0 0,0 0-1 0 0,1 0 1 0 0,0 0 0 0 0,2 0-1 0 0,0 1 1 0 0,0-1-1 0 0,1 1 1 0 0,1 0 0 0 0,1 1-1 0 0,0-1 1 0 0,0 1 0 0 0,1 1-1 0 0,1-1 1 0 0,0 1 0 0 0,1 1-1 0 0,0 0 1 0 0,1 0-1 0 0,15-12 1 0 0,-23 21-1 0 0,0 0 1 0 0,0 0-1 0 0,0 0 0 0 0,0 0 1 0 0,1 1-1 0 0,-1 0 0 0 0,0-1 1 0 0,1 1-1 0 0,-1 0 0 0 0,1 1 1 0 0,-1-1-1 0 0,1 1 0 0 0,-1-1 1 0 0,1 1-1 0 0,5 0 0 0 0,-6 1 5 0 0,0 0-1 0 0,-1 0 1 0 0,1 0 0 0 0,-1 0 0 0 0,1 0-1 0 0,-1 0 1 0 0,1 1 0 0 0,-1 0-1 0 0,0-1 1 0 0,1 1 0 0 0,-1 0-1 0 0,0 0 1 0 0,0 0 0 0 0,0 0-1 0 0,-1 0 1 0 0,1 0 0 0 0,0 1-1 0 0,-1-1 1 0 0,2 4 0 0 0,4 9 17 0 0,-1 1 0 0 0,0 1 1 0 0,-2-1-1 0 0,1 1 0 0 0,-2 0 1 0 0,0 0-1 0 0,0 32 0 0 0,-2-31-32 0 0,0 1 0 0 0,2-1 0 0 0,0 0 0 0 0,1 1 0 0 0,1-1 0 0 0,8 21 0 0 0,-11-36-168 0 0,0 1 0 0 0,0-1 0 0 0,0 0 0 0 0,0 0 0 0 0,1 1 0 0 0,0-2 0 0 0,0 1 0 0 0,-1 0 0 0 0,1 0 0 0 0,1-1 0 0 0,-1 0 0 0 0,0 1 0 0 0,1-1 0 0 0,-1-1 0 0 0,1 1-1 0 0,-1 0 1 0 0,1-1 0 0 0,0 0 0 0 0,0 0 0 0 0,6 1 0 0 0,-1 0-821 0 0,0-2 0 0 0,1 1 0 0 0,-1-1 0 0 0,0-1 0 0 0,0 1 0 0 0,1-2 0 0 0,15-3 0 0 0,4-3-3374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51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161 355 908 0 0,'5'-10'1783'0'0,"-1"4"-296"0"0,-1 0 0 0 0,0-1 0 0 0,-1 1 0 0 0,0 0 0 0 0,3-11 0 0 0,-5 15-767 0 0,0 1-672 0 0,0 1-1 0 0,0-1 1 0 0,0 1 0 0 0,0 0-1 0 0,-1-1 1 0 0,1 1 0 0 0,0-1-1 0 0,0 1 1 0 0,0 0 0 0 0,-1-1-1 0 0,1 1 1 0 0,0 0 0 0 0,-1 0-1 0 0,1-1 1 0 0,0 1 0 0 0,-1 0-1 0 0,1-1 1 0 0,0 1 0 0 0,-1 0-1 0 0,1 0 1 0 0,0 0 0 0 0,-1 0-1 0 0,1-1 1 0 0,-1 1 0 0 0,1 0-1 0 0,0 0 1 0 0,-1 0 0 0 0,1 0-1 0 0,-1 0 1 0 0,1 0 0 0 0,-1 0-1 0 0,1 0 1 0 0,0 0 0 0 0,-1 0-1 0 0,1 0 1 0 0,-1 0 0 0 0,1 0-1 0 0,0 1 1 0 0,-1-1 0 0 0,1 0-1 0 0,-1 0 1 0 0,1 0 0 0 0,0 0-1 0 0,-1 1 1 0 0,1-1 0 0 0,0 0-1 0 0,-1 0 1 0 0,1 1 0 0 0,0-1-1 0 0,-1 0 1 0 0,1 1 0 0 0,0 0-1 0 0,-15 15 405 0 0,1 0-1 0 0,2 1 1 0 0,-1 1-1 0 0,2 0 1 0 0,0 0-1 0 0,-15 38 1 0 0,16-30-259 0 0,1 1 0 0 0,1 0 0 0 0,2 0 1 0 0,-7 54-1 0 0,13-71-145 0 0,-1 0 1 0 0,1 0-1 0 0,1 0 1 0 0,-1 0-1 0 0,4 11 1 0 0,-4-19-29 0 0,0 0-1 0 0,1 0 1 0 0,-1 0 0 0 0,1 0 0 0 0,0 0 0 0 0,0 0 0 0 0,0 0-1 0 0,0 0 1 0 0,0 0 0 0 0,0 0 0 0 0,0-1 0 0 0,0 1 0 0 0,1 0-1 0 0,-1-1 1 0 0,0 1 0 0 0,1-1 0 0 0,0 0 0 0 0,-1 1 0 0 0,1-1-1 0 0,0 0 1 0 0,0 0 0 0 0,0 0 0 0 0,-1 0 0 0 0,1 0 0 0 0,0 0-1 0 0,0-1 1 0 0,0 1 0 0 0,0-1 0 0 0,1 1 0 0 0,-1-1 0 0 0,0 0-1 0 0,0 0 1 0 0,2 0 0 0 0,2 0-1 0 0,-1-1 0 0 0,1 0 0 0 0,0 0 0 0 0,-1-1 0 0 0,1 1 0 0 0,-1-1-1 0 0,0 0 1 0 0,1-1 0 0 0,-1 1 0 0 0,0-1 0 0 0,0 0 0 0 0,-1 0 0 0 0,6-5 0 0 0,-3 1-4 0 0,0 0 0 0 0,-1 0 1 0 0,0 0-1 0 0,0-1 0 0 0,0 0 1 0 0,-1 0-1 0 0,5-12 0 0 0,0-4-3 0 0,0-2-1 0 0,-2 1 1 0 0,-1-1-1 0 0,8-50 1 0 0,-13 59-11 0 0,-1 1 1 0 0,0-1-1 0 0,-2 0 0 0 0,-3-28 0 0 0,4 39-3 0 0,-1-1-1 0 0,-1 1 1 0 0,1-1-1 0 0,-1 1 1 0 0,0 0-1 0 0,-1 0 1 0 0,1 0-1 0 0,-1 0 1 0 0,-1 0-1 0 0,1 0 1 0 0,-1 1-1 0 0,0 0 1 0 0,0-1-1 0 0,-8-6 1 0 0,10 10 0 0 0,-1 0 1 0 0,1 0 0 0 0,-1 1 0 0 0,0-1 0 0 0,0 1 0 0 0,0 0 0 0 0,1 0 0 0 0,-1 0 0 0 0,0 0 0 0 0,-1 0-1 0 0,1 1 1 0 0,0-1 0 0 0,0 1 0 0 0,0 0 0 0 0,0 0 0 0 0,-5 0 0 0 0,2 1-4 0 0,1 0 0 0 0,0 1 0 0 0,0-1 1 0 0,0 1-1 0 0,0 0 0 0 0,0 1 0 0 0,0-1 0 0 0,0 1 1 0 0,-4 3-1 0 0,0 1 0 0 0,1 0 0 0 0,0 0 0 0 0,0 1 0 0 0,0 0-1 0 0,1 1 1 0 0,1-1 0 0 0,-1 1 0 0 0,1 0 0 0 0,-5 11 0 0 0,7-11 5 0 0,1 1-1 0 0,-1-1 1 0 0,1 1-1 0 0,1 0 1 0 0,0 0-1 0 0,0-1 1 0 0,1 1-1 0 0,0 0 1 0 0,1 12-1 0 0,0-19 3 0 0,1 0-1 0 0,-1 1 1 0 0,1-1-1 0 0,-1 1 1 0 0,1-1-1 0 0,0 1 1 0 0,0-1-1 0 0,1 0 1 0 0,-1 0-1 0 0,1 0 1 0 0,-1 0-1 0 0,1 0 1 0 0,0 0-1 0 0,0 0 1 0 0,0 0-1 0 0,1-1 1 0 0,-1 1-1 0 0,1-1 1 0 0,-1 1-1 0 0,1-1 1 0 0,0 0-1 0 0,0 0 1 0 0,0 0-1 0 0,0-1 1 0 0,0 1-1 0 0,0-1 1 0 0,1 0-1 0 0,-1 1 1 0 0,6 0-1 0 0,2-1 6 0 0,0 1 0 0 0,1-1 0 0 0,-1-1 0 0 0,0 0 0 0 0,1-1 0 0 0,-1 0 0 0 0,0-1 0 0 0,1 0 0 0 0,14-5-1 0 0,12-6-32 0 0,45-21-1 0 0,-77 32 28 0 0,19-10-105 0 0,-1-1 0 0 0,0-1 0 0 0,-1-1 0 0 0,0 0-1 0 0,-1-2 1 0 0,-1-1 0 0 0,-1-1 0 0 0,-1 0 0 0 0,0-1 0 0 0,-1-1 0 0 0,-2-1 0 0 0,0-1 0 0 0,-1 0 0 0 0,-2-1 0 0 0,0 0 0 0 0,-1-1-1 0 0,10-35 1 0 0,-21 56 94 0 0,8-20-71 0 0,-2-1 0 0 0,4-27 1 0 0,-11 50 80 0 0,-1 2-6 0 0,0 0 7 0 0,0 1 0 0 0,0-1 0 0 0,0 1 0 0 0,0-1 0 0 0,0 1 0 0 0,0-1 0 0 0,0 1 0 0 0,0 0 0 0 0,1-1 0 0 0,-1 1 0 0 0,0 0 0 0 0,0 0 0 0 0,1-1 0 0 0,-1 1 0 0 0,0 0 0 0 0,1 0 0 0 0,-1 0 0 0 0,1 0 0 0 0,-1 0 0 0 0,1 0 0 0 0,-1 1 0 0 0,-8 25 37 0 0,8-25-36 0 0,-28 113 415 0 0,-16 136 1 0 0,3 122 515 0 0,16-117-404 0 0,-32 144-41 0 0,39-305-209 0 0,-3-1 0 0 0,-42 106 0 0 0,63-200-279 0 0,-46 107 547 0 0,42-97-444 0 0,0-1 0 0 0,-1 0 0 0 0,0 0 0 0 0,-1-1 0 0 0,1 0 0 0 0,-2 0 1 0 0,1 0-1 0 0,-15 10 0 0 0,20-16-86 0 0,0-1 0 0 0,-1 1 1 0 0,1-1-1 0 0,0 0 0 0 0,0 0 0 0 0,-1 0 1 0 0,1 0-1 0 0,0 0 0 0 0,-1-1 0 0 0,1 1 1 0 0,-1-1-1 0 0,1 0 0 0 0,-1 1 0 0 0,1-1 1 0 0,-1 0-1 0 0,1 0 0 0 0,-1-1 1 0 0,1 1-1 0 0,0 0 0 0 0,-1-1 0 0 0,1 0 1 0 0,-1 1-1 0 0,1-1 0 0 0,0 0 0 0 0,-1 0 1 0 0,1 0-1 0 0,0-1 0 0 0,0 1 0 0 0,0-1 1 0 0,0 1-1 0 0,0-1 0 0 0,0 1 0 0 0,1-1 1 0 0,-1 0-1 0 0,0 0 0 0 0,-2-4 0 0 0,-2-3-4 0 0,-1-1 0 0 0,1 0-1 0 0,1 0 1 0 0,0-1-1 0 0,1 0 1 0 0,-6-17 0 0 0,2-4-12 0 0,2 1 0 0 0,1-1 0 0 0,1 0 0 0 0,2 0 0 0 0,1-1 1 0 0,2 1-1 0 0,1 0 0 0 0,1 0 0 0 0,2 0 0 0 0,1 0 0 0 0,2 1 1 0 0,0 0-1 0 0,3 1 0 0 0,0-1 0 0 0,17-28 0 0 0,-11 26-25 0 0,2 0 0 0 0,1 1-1 0 0,1 1 1 0 0,2 1 0 0 0,1 1 0 0 0,2 2-1 0 0,0 0 1 0 0,2 1 0 0 0,0 2 0 0 0,2 1-1 0 0,1 1 1 0 0,56-29 0 0 0,-70 43-467 0 0,0 1 0 0 0,0 0 0 0 0,1 2 1 0 0,0 0-1 0 0,0 1 0 0 0,32-3 0 0 0,-22 5-1882 0 0,0 2-1 0 0,0 1 1 0 0,50 8 0 0 0,-51-5-1164 0 0,5 1-1354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51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12 164 808 0 0,'-9'-110'13593'0'0,"7"92"-12376"0"0,2 10-31 0 0,4 17-568 0 0,5 24 587 0 0,10 55 0 0 0,-9-37-648 0 0,16 93 591 0 0,-15-76-562 0 0,2-1 0 0 0,41 118 0 0 0,-54-184-567 0 0,0-1 0 0 0,1 1 0 0 0,-1-1 0 0 0,0 1 0 0 0,1-1 0 0 0,-1 1-1 0 0,0-1 1 0 0,1 1 0 0 0,-1-1 0 0 0,1 1 0 0 0,-1-1 0 0 0,1 0 0 0 0,-1 1-1 0 0,1-1 1 0 0,-1 0 0 0 0,1 1 0 0 0,-1-1 0 0 0,1 0 0 0 0,-1 0 0 0 0,1 1-1 0 0,-1-1 1 0 0,1 0 0 0 0,0 0 0 0 0,-1 0 0 0 0,1 0 0 0 0,-1 0-1 0 0,1 0 1 0 0,0 0 0 0 0,-1 0 0 0 0,1 0 0 0 0,-1 0 0 0 0,1 0 0 0 0,0 0-1 0 0,-1 0 1 0 0,1-1 0 0 0,0 1 0 0 0,1-1 15 0 0,0 0 0 0 0,0 0 1 0 0,0 0-1 0 0,0 0 0 0 0,-1 0 0 0 0,1 0 0 0 0,0 0 1 0 0,2-3-1 0 0,5-9 7 0 0,0 0 1 0 0,-1 0 0 0 0,-1-1-1 0 0,0 0 1 0 0,-1-1-1 0 0,-1 1 1 0 0,4-16-1 0 0,0 4-6 0 0,36-116-23 0 0,30-79-80 0 0,-61 187 6 0 0,16-37-716 0 0,-5 29-2540 0 0,-24 41 3177 0 0,-1 1 0 0 0,1-1 0 0 0,-1 1-1 0 0,1-1 1 0 0,0 1 0 0 0,-1-1 0 0 0,1 1 0 0 0,-1 0 0 0 0,1-1 0 0 0,0 1 0 0 0,-1 0-1 0 0,1-1 1 0 0,0 1 0 0 0,-1 0 0 0 0,1 0 0 0 0,0 0 0 0 0,0 0 0 0 0,-1 0 0 0 0,1 0-1 0 0,0 0 1 0 0,0 0 0 0 0,-1 0 0 0 0,1 0 0 0 0,0 0 0 0 0,-1 0 0 0 0,1 0 0 0 0,0 1 0 0 0,-1-1-1 0 0,2 1 1 0 0,15 9-3891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52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6 684 0 0,'-22'11'7978'0'0,"-37"15"0"0"0,57-26-7418 0 0,-6 5 1932 0 0,110-25-1491 0 0,-10 0-2127 0 0,-32 13-4822 0 0,-45 8 1083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52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18 2264 0 0,'-17'8'3657'0'0,"0"1"-1"0"0,-19 15 1475 0 0,36-23-5078 0 0,0-1 0 0 0,1 1-1 0 0,-1-1 1 0 0,1 1 0 0 0,-1-1 0 0 0,1 1-1 0 0,0-1 1 0 0,-1 0 0 0 0,1 1 0 0 0,-1-1 0 0 0,1 0-1 0 0,0 1 1 0 0,-1-1 0 0 0,1 0 0 0 0,0 0 0 0 0,-1 0-1 0 0,1 1 1 0 0,0-1 0 0 0,-1 0 0 0 0,1 0-1 0 0,0 0 1 0 0,-1 0 0 0 0,1 0 0 0 0,0 0 0 0 0,-1 0-1 0 0,1-1 1 0 0,0 1 0 0 0,0 0 0 0 0,28-4 376 0 0,-26 3-348 0 0,155-28-421 0 0,-54 5-7791 0 0,-80 18 2257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52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10 228 580 0 0,'-1'-2'2650'0'0,"-1"-3"-1397"0"0,0 0 0 0 0,1 0 1 0 0,0 0-1 0 0,0 0 1 0 0,0-1-1 0 0,1 1 0 0 0,0 0 1 0 0,1-10-1 0 0,0 8-851 0 0,0 1 0 0 0,0 0 0 0 0,1 0 0 0 0,0 0 0 0 0,1 0 0 0 0,-1 1 0 0 0,1-1-1 0 0,0 0 1 0 0,0 1 0 0 0,1 0 0 0 0,0 0 0 0 0,6-7 0 0 0,-1 3-124 0 0,0 0 0 0 0,1 0 0 0 0,0 1 0 0 0,1 0 1 0 0,0 1-1 0 0,0 0 0 0 0,0 1 0 0 0,1 0 0 0 0,16-5 0 0 0,-23 9-262 0 0,0 1 1 0 0,0-1-1 0 0,0 1 1 0 0,0 0-1 0 0,1 0 1 0 0,-1 1-1 0 0,0-1 1 0 0,1 1-1 0 0,-1 0 1 0 0,0 1-1 0 0,1-1 1 0 0,-1 1-1 0 0,0 0 1 0 0,0 0-1 0 0,1 1 1 0 0,-1 0-1 0 0,0 0 1 0 0,-1 0-1 0 0,1 0 1 0 0,0 1-1 0 0,-1 0 1 0 0,1 0-1 0 0,-1 0 1 0 0,0 0-1 0 0,6 6 1 0 0,-7-5 2 0 0,0 0 1 0 0,0 1-1 0 0,-1-1 1 0 0,0 1-1 0 0,1-1 1 0 0,-2 1-1 0 0,1 0 1 0 0,0 0-1 0 0,-1-1 1 0 0,0 1-1 0 0,0 0 1 0 0,-1 1-1 0 0,1-1 1 0 0,-1 0-1 0 0,0 0 1 0 0,0 0-1 0 0,-1 0 1 0 0,1 0-1 0 0,-1 0 1 0 0,-2 6-1 0 0,-3 9 134 0 0,0 0-1 0 0,-1 0 0 0 0,-14 27 1 0 0,-9 6 825 0 0,-1 0 0 0 0,-3-3 0 0 0,-2 0 0 0 0,-43 43 1 0 0,71-81-615 0 0,8-12-346 0 0,0 0 0 0 0,-1 1 0 0 0,1-1 0 0 0,0 0 0 0 0,0 0 0 0 0,0 0 0 0 0,-1 1 0 0 0,1-1 0 0 0,0 0 0 0 0,0 0 0 0 0,0 0 0 0 0,-1 1 0 0 0,1-1 0 0 0,0 0 0 0 0,0 1 0 0 0,0-1 0 0 0,0 0 0 0 0,0 0 0 0 0,0 1 0 0 0,0-1 0 0 0,0 0 0 0 0,0 1 0 0 0,0-1 0 0 0,0 0 0 0 0,0 0 0 0 0,0 1 0 0 0,0-1 0 0 0,0 0 0 0 0,0 1 0 0 0,0-1 0 0 0,0 0 0 0 0,0 0 0 0 0,0 1 0 0 0,0-1 0 0 0,1 0 0 0 0,-1 0 0 0 0,0 1 0 0 0,0-1 0 0 0,1 0 0 0 0,37-2 124 0 0,0-2 0 0 0,55-14 0 0 0,-33 6-53 0 0,201-28-2928 0 0,-174 29-2358 0 0,1 1-5012 0 0,-52 6 404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54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62 198 1008 0 0,'-10'-10'2163'0'0,"1"-1"0"0"0,1-1 0 0 0,0 1 0 0 0,0-2 0 0 0,-10-23 0 0 0,17 35-1636 0 0,1 1-521 0 0,0-1 1 0 0,0 1 0 0 0,0 0 0 0 0,0 0 0 0 0,0 0 0 0 0,0-1-1 0 0,0 1 1 0 0,1 0 0 0 0,-1 0 0 0 0,0-1 0 0 0,0 1 0 0 0,0 0-1 0 0,0 0 1 0 0,0 0 0 0 0,1-1 0 0 0,-1 1 0 0 0,0 0-1 0 0,0 0 1 0 0,0 0 0 0 0,0 0 0 0 0,1-1 0 0 0,-1 1 0 0 0,0 0-1 0 0,0 0 1 0 0,1 0 0 0 0,-1 0 0 0 0,0 0 0 0 0,0 0 0 0 0,0 0-1 0 0,1 0 1 0 0,-1 0 0 0 0,0 0 0 0 0,0 0 0 0 0,1 0-1 0 0,-1 0 1 0 0,0 0 0 0 0,0 0 0 0 0,1 0 0 0 0,-1 0 0 0 0,0 0-1 0 0,0 0 1 0 0,1 0 0 0 0,22 18 108 0 0,0 1 0 0 0,-2 1 0 0 0,0 1 0 0 0,-2 1 1 0 0,0 1-1 0 0,-1 0 0 0 0,18 33 0 0 0,5 17 130 0 0,42 102 1 0 0,-19-1-274 0 0,-28-75 2992 0 0,-36-99-2887 0 0,-1 0 0 0 0,1 1 0 0 0,1-1 0 0 0,-1 0 0 0 0,0 1-1 0 0,0-1 1 0 0,0 0 0 0 0,0 1 0 0 0,0-1 0 0 0,0 0 0 0 0,0 1 0 0 0,0-1-1 0 0,0 0 1 0 0,1 1 0 0 0,-1-1 0 0 0,0 0 0 0 0,0 0 0 0 0,1 1-1 0 0,-1-1 1 0 0,0 0 0 0 0,0 0 0 0 0,1 1 0 0 0,-1-1 0 0 0,0 0 0 0 0,0 0-1 0 0,1 0 1 0 0,-1 1 0 0 0,0-1 0 0 0,1 0 0 0 0,-1 0 0 0 0,0 0-1 0 0,1 0 1 0 0,-1 0 0 0 0,0 0 0 0 0,1 0 0 0 0,-1 0 0 0 0,0 0-1 0 0,1 0 1 0 0,-1 0 0 0 0,1 0 0 0 0,8-14 790 0 0,1-27-702 0 0,143-707-1007 0 0,-153 746 725 0 0,1 0 0 0 0,-1 0-1 0 0,1 0 1 0 0,0 0-1 0 0,0 0 1 0 0,0 0-1 0 0,0 0 1 0 0,0 0 0 0 0,2-2-1 0 0,-3 4 28 0 0,0-1 0 0 0,1 1 0 0 0,-1 0 0 0 0,0-1-1 0 0,1 1 1 0 0,-1 0 0 0 0,1-1 0 0 0,-1 1 0 0 0,1 0 0 0 0,-1 0 0 0 0,0 0 0 0 0,1-1 0 0 0,-1 1-1 0 0,1 0 1 0 0,-1 0 0 0 0,1 0 0 0 0,-1 0 0 0 0,1 0 0 0 0,-1 0 0 0 0,1 0 0 0 0,-1 0 0 0 0,1 0-1 0 0,-1 0 1 0 0,1 0 0 0 0,-1 0 0 0 0,1 1 0 0 0,1 0-161 0 0,0 0-1 0 0,-1 0 1 0 0,1 1 0 0 0,0-1 0 0 0,-1 1-1 0 0,1 0 1 0 0,-1-1 0 0 0,0 1 0 0 0,1 0-1 0 0,-1 0 1 0 0,0 0 0 0 0,0 0 0 0 0,0 0-1 0 0,0 0 1 0 0,-1 0 0 0 0,2 4 0 0 0,18 65-6919 0 0,-13-42 2127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54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1336 0 0,'3'-11'2353'0'0,"18"-59"9803"0"0,-21 69-11766 0 0,-1-5 222 0 0,4 8-55 0 0,6 10-183 0 0,-6-1-248 0 0,-1-1 0 0 0,0 1 0 0 0,-1 0 1 0 0,0 0-1 0 0,0 21 0 0 0,-1-7 1 0 0,2 33-16 0 0,4 63-103 0 0,-4-102-1489 0 0,11 40-1 0 0,3-26-3160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55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141 101 1908 0 0,'3'-5'787'0'0,"3"-9"1889"0"0,-1 0 0 0 0,0 0 0 0 0,-1-1 0 0 0,4-24 0 0 0,-25 49-2010 0 0,9 1-584 0 0,1 0 0 0 0,0 1 0 0 0,0-1-1 0 0,2 1 1 0 0,-1 1 0 0 0,1-1 0 0 0,-3 16 0 0 0,6-23-75 0 0,1 0 0 0 0,0 0 0 0 0,0 1 0 0 0,1-1 0 0 0,-1 1 1 0 0,1-1-1 0 0,1 0 0 0 0,-1 1 0 0 0,1-1 0 0 0,0 0 0 0 0,0 1 0 0 0,0-1 0 0 0,1 0 0 0 0,-1 0 0 0 0,2 0 0 0 0,-1 0 1 0 0,0 0-1 0 0,1 0 0 0 0,0-1 0 0 0,5 7 0 0 0,24 20 40 0 0,7 2-2 0 0,-37-30-8 0 0,1 0 0 0 0,0 0 0 0 0,-1 0 0 0 0,0 0 1 0 0,1 0-1 0 0,-1 0 0 0 0,-1 0 0 0 0,1 1 0 0 0,0-1 0 0 0,1 4 0 0 0,-2-4 48 0 0,-1 0-11 0 0,1 0 1 0 0,0 0 0 0 0,-1 0 0 0 0,0 0 0 0 0,1 0-1 0 0,-1 0 1 0 0,0 1 0 0 0,-1-1 0 0 0,1 0 0 0 0,-1 0-1 0 0,1 0 1 0 0,-1 0 0 0 0,0 0 0 0 0,0 0-1 0 0,-2 3 1 0 0,-1 3 32 0 0,-1 0 0 0 0,0 0 0 0 0,-7 10 0 0 0,9-14-243 0 0,-1-1 0 0 0,0 1-1 0 0,0 0 1 0 0,-1-1 0 0 0,1 0-1 0 0,-1 0 1 0 0,0 0 0 0 0,0-1-1 0 0,0 0 1 0 0,-1 0 0 0 0,1 0-1 0 0,-1 0 1 0 0,1-1-1 0 0,-1 0 1 0 0,0 0 0 0 0,-7 1-1 0 0,7-2-687 0 0,0-1-1 0 0,0 0 0 0 0,0 0 1 0 0,-1 0-1 0 0,1 0 0 0 0,0-1 1 0 0,0 0-1 0 0,0 0 0 0 0,0-1 0 0 0,-7-2 1 0 0,-12-6-5137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55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0 121 864 0 0,'0'-19'2500'0'0,"0"3"-608"0"0,0 2-395 0 0,0 6-301 0 0,0-4 504 0 0,0-5-684 0 0,0 1-624 0 0,7 6-752 0 0,5 5-1376 0 0,5 1-4821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55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257 125 828 0 0,'-19'-51'7945'0'0,"16"40"-6427"0"0,0 1 1 0 0,-1 0 0 0 0,0 0 0 0 0,-8-13 0 0 0,12 22-1480 0 0,-1 1 0 0 0,0-1 0 0 0,1 0 0 0 0,-1 1 0 0 0,1-1 0 0 0,-1 0 0 0 0,0 1 1 0 0,0-1-1 0 0,1 1 0 0 0,-1-1 0 0 0,0 1 0 0 0,0 0 0 0 0,0-1 0 0 0,1 1 0 0 0,-1 0 0 0 0,0-1 0 0 0,0 1 0 0 0,0 0 1 0 0,0 0-1 0 0,0 0 0 0 0,0 0 0 0 0,0 0 0 0 0,1 0 0 0 0,-1 0 0 0 0,0 0 0 0 0,0 0 0 0 0,0 0 0 0 0,0 0 0 0 0,0 1 0 0 0,0-1 1 0 0,0 0-1 0 0,1 1 0 0 0,-1-1 0 0 0,0 0 0 0 0,0 1 0 0 0,-1 0 0 0 0,-25 22 140 0 0,25-22-119 0 0,-10 13-15 0 0,1 0 1 0 0,0 0-1 0 0,1 1 1 0 0,0 1 0 0 0,2 0-1 0 0,-14 31 1 0 0,-27 105 72 0 0,43-129-73 0 0,-5 37 1 0 0,11-54-39 0 0,-1 1-1 0 0,1 0 1 0 0,0 0 0 0 0,0 0 0 0 0,1 0 0 0 0,0-1 0 0 0,0 1 0 0 0,0 0 0 0 0,6 12-1 0 0,-7-17-4 0 0,1-1-1 0 0,0 1 0 0 0,0-1 1 0 0,0 0-1 0 0,0 1 0 0 0,0-1 1 0 0,0 0-1 0 0,1 0 0 0 0,-1 0 1 0 0,0 0-1 0 0,0 0 0 0 0,1 0 0 0 0,-1 0 1 0 0,1 0-1 0 0,-1 0 0 0 0,1-1 1 0 0,-1 1-1 0 0,1-1 0 0 0,0 1 1 0 0,-1-1-1 0 0,1 0 0 0 0,-1 1 1 0 0,1-1-1 0 0,0 0 0 0 0,-1 0 1 0 0,1 0-1 0 0,0 0 0 0 0,-1 0 0 0 0,1-1 1 0 0,0 1-1 0 0,-1 0 0 0 0,1-1 1 0 0,0 1-1 0 0,-1-1 0 0 0,3-1 1 0 0,2 0-8 0 0,0-1 1 0 0,0 0-1 0 0,0-1 1 0 0,-1 1-1 0 0,1-1 1 0 0,-1 0-1 0 0,9-9 1 0 0,-4 2-2 0 0,-1-1 1 0 0,0 0 0 0 0,-1-1-1 0 0,0 0 1 0 0,10-26 0 0 0,23-76-61 0 0,-29 76-10 0 0,-11 36 34 0 0,1 5-68 0 0,0-1 108 0 0,0 1 1 0 0,-1-1 0 0 0,1 1 0 0 0,-1 0-1 0 0,1 0 1 0 0,-1 0 0 0 0,0 0 0 0 0,1 0 0 0 0,-1 0-1 0 0,0 0 1 0 0,0 0 0 0 0,-1 0 0 0 0,1 1-1 0 0,0-1 1 0 0,0 3 0 0 0,8 50 25 0 0,-4-26-14 0 0,-4-20-2 0 0,2 2 14 0 0,-1 0 0 0 0,1 0-1 0 0,1 0 1 0 0,7 15 0 0 0,-10-24-11 0 0,0 0 0 0 0,0 1 0 0 0,1-1 0 0 0,-1 0 0 0 0,1 0 0 0 0,-1 0 0 0 0,1 0 0 0 0,0 0 1 0 0,0 0-1 0 0,0 0 0 0 0,0-1 0 0 0,0 1 0 0 0,1-1 0 0 0,-1 1 0 0 0,0-1 0 0 0,1 0 0 0 0,-1 0 0 0 0,1 0 0 0 0,-1 0 0 0 0,1 0 0 0 0,-1-1 0 0 0,1 1 0 0 0,0-1 0 0 0,-1 0 0 0 0,6 0 0 0 0,0-1-115 0 0,1 0-1 0 0,-1-1 1 0 0,1 0 0 0 0,-1 0-1 0 0,1-1 1 0 0,-1 0-1 0 0,0-1 1 0 0,0 0-1 0 0,-1 0 1 0 0,1 0-1 0 0,-1-1 1 0 0,11-9 0 0 0,1-4-1915 0 0,22-26 0 0 0,-5-1-3767 0 0,-17 18 704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56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98 152 288 0 0,'-12'-45'6352'0'0,"-25"-57"-1"0"0,37 102-6332 0 0,0 0 0 0 0,0 0 0 0 0,0 0 0 0 0,0 0 0 0 0,0-1 0 0 0,0 1 0 0 0,0 0 0 0 0,0 0 0 0 0,0 0 0 0 0,0 0 0 0 0,0 0-1 0 0,0 0 1 0 0,0-1 0 0 0,0 1 0 0 0,0 0 0 0 0,0 0 0 0 0,0 0 0 0 0,0 0 0 0 0,0 0 0 0 0,0 0 0 0 0,0-1 0 0 0,0 1 0 0 0,0 0 0 0 0,0 0 0 0 0,0 0 0 0 0,0 0 0 0 0,0 0-1 0 0,-1 0 1 0 0,1 0 0 0 0,0 0 0 0 0,0-1 0 0 0,0 1 0 0 0,0 0 0 0 0,0 0 0 0 0,0 0 0 0 0,0 0 0 0 0,-1 0 0 0 0,1 0 0 0 0,0 0 0 0 0,0 0 0 0 0,0 0 0 0 0,0 0 0 0 0,0 0 0 0 0,0 0-1 0 0,-1 0 1 0 0,1 0 0 0 0,0 0 0 0 0,0 0 0 0 0,0 0 0 0 0,0 0 0 0 0,0 0 0 0 0,0 0 0 0 0,-1 0 0 0 0,1 0 0 0 0,0 0 0 0 0,0 0 0 0 0,0 0 0 0 0,0 0 0 0 0,0 0 0 0 0,-1 1-1 0 0,-1 10 513 0 0,0 19 261 0 0,12 601 4409 0 0,1-1-4352 0 0,-11-582-788 0 0,-10 246 229 0 0,3-257-1693 0 0,-4-43-2780 0 0,9 3 3560 0 0,0 1 0 0 0,0-1 1 0 0,-1 1-1 0 0,1-1 0 0 0,1 0 1 0 0,-1 0-1 0 0,0 1 0 0 0,1-1 1 0 0,0-1-1 0 0,-2-2 0 0 0,-9-23-6407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57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0 741 2676 0 0,'3'-16'838'0'0,"0"0"-1"0"0,1 0 0 0 0,1 0 0 0 0,1 1 1 0 0,0 0-1 0 0,1 0 0 0 0,0 0 1 0 0,15-20-1 0 0,-16 27-691 0 0,0 1-1 0 0,1 0 1 0 0,-1 0 0 0 0,1 0 0 0 0,1 1 0 0 0,-1 0-1 0 0,1 1 1 0 0,0-1 0 0 0,0 2 0 0 0,1-1 0 0 0,-1 1-1 0 0,1 0 1 0 0,0 1 0 0 0,0 0 0 0 0,1 1 0 0 0,9-2-1 0 0,-9 2-81 0 0,1 1 0 0 0,-1 1-1 0 0,1-1 1 0 0,-1 2-1 0 0,1-1 1 0 0,-1 2-1 0 0,1-1 1 0 0,-1 1-1 0 0,1 1 1 0 0,-1 0-1 0 0,0 0 1 0 0,0 1-1 0 0,-1 1 1 0 0,1-1-1 0 0,13 11 1 0 0,-15-10 34 0 0,-1 0 0 0 0,-1 1 1 0 0,1 0-1 0 0,-1 0 0 0 0,0 1 1 0 0,0 0-1 0 0,-1 0 0 0 0,1 0 1 0 0,-2 0-1 0 0,1 1 0 0 0,-1 0 1 0 0,0 0-1 0 0,-1 0 0 0 0,0 1 0 0 0,0-1 1 0 0,-1 1-1 0 0,0 0 0 0 0,1 16 1 0 0,-2-11 60 0 0,-1-1 0 0 0,-1 1 0 0 0,0-1 1 0 0,-1 1-1 0 0,0-1 0 0 0,-1 1 0 0 0,-1-1 0 0 0,0 0 1 0 0,-1 0-1 0 0,0-1 0 0 0,-11 19 0 0 0,2-9 47 0 0,0-2 1 0 0,-1 1-1 0 0,-1-2 0 0 0,-1 0 0 0 0,-26 23 0 0 0,12-13 252 0 0,29-28-331 0 0,12-6-76 0 0,41-29-33 0 0,-2-1 1 0 0,46-44 0 0 0,-63 53-115 0 0,-2-2 0 0 0,-1-2 0 0 0,-1 0 0 0 0,-2-2 0 0 0,0-1 0 0 0,-3-1 0 0 0,-1-1 0 0 0,-1-1 0 0 0,-2-1 0 0 0,14-39 0 0 0,-16 28-58 0 0,20-101 0 0 0,-31 115 126 0 0,-2 1 0 0 0,-1-1 0 0 0,-2 0 0 0 0,-3-36 0 0 0,1 60 24 0 0,0 1-2 0 0,1 0 0 0 0,-1 0 0 0 0,-1 0 0 0 0,0 1 0 0 0,-6-17 0 0 0,8 24 5 0 0,0 1 1 0 0,0 0 0 0 0,0-1 0 0 0,0 1 0 0 0,0 0 0 0 0,-1 0-1 0 0,1-1 1 0 0,0 1 0 0 0,0 0 0 0 0,0-1 0 0 0,-1 1-1 0 0,1 0 1 0 0,0 0 0 0 0,0-1 0 0 0,-1 1 0 0 0,1 0-1 0 0,0 0 1 0 0,-1 0 0 0 0,1-1 0 0 0,0 1 0 0 0,-1 0-1 0 0,1 0 1 0 0,0 0 0 0 0,-1 0 0 0 0,1 0 0 0 0,0 0 0 0 0,-1 0-1 0 0,1 0 1 0 0,0 0 0 0 0,-1 0 0 0 0,1 0 0 0 0,0 0-1 0 0,-1 0 1 0 0,1 0 0 0 0,-1 0 0 0 0,1 0 0 0 0,0 0-1 0 0,-1 0 1 0 0,1 0 0 0 0,0 0 0 0 0,0 1 0 0 0,-1-1-1 0 0,1 0 1 0 0,0 0 0 0 0,-1 0 0 0 0,1 1 0 0 0,0-1 0 0 0,0 0-1 0 0,-1 0 1 0 0,1 1 0 0 0,0-1 0 0 0,-12 19 10 0 0,3 5-7 0 0,1 1-1 0 0,1 0 0 0 0,-4 29 1 0 0,-5 81 4 0 0,12-94-6 0 0,-10 218 75 0 0,14-217-43 0 0,3 1 1 0 0,1-1 0 0 0,3 0 0 0 0,12 45 0 0 0,-18-80-60 0 0,1-1 0 0 0,0 1 0 0 0,1-1-1 0 0,-1 0 1 0 0,1 0 0 0 0,0 0 0 0 0,1 0 0 0 0,0 0 0 0 0,-1-1 0 0 0,2 1 0 0 0,-1-1-1 0 0,1 0 1 0 0,-1-1 0 0 0,2 1 0 0 0,-1-1 0 0 0,0 0 0 0 0,1 0 0 0 0,-1 0-1 0 0,1-1 1 0 0,0 0 0 0 0,1 0 0 0 0,-1-1 0 0 0,0 1 0 0 0,1-1 0 0 0,-1-1 0 0 0,1 1-1 0 0,-1-1 1 0 0,1 0 0 0 0,0-1 0 0 0,12 0 0 0 0,1-1-292 0 0,0-2 0 0 0,0 0 1 0 0,0-1-1 0 0,0-1 0 0 0,-1-1 0 0 0,0-1 1 0 0,0 0-1 0 0,-1-2 0 0 0,0 0 0 0 0,0-1 1 0 0,-1 0-1 0 0,0-2 0 0 0,-1 0 0 0 0,19-18 1 0 0,-16 11 304 0 0,0-1 0 0 0,-1 0 0 0 0,0-1 0 0 0,-2-2 0 0 0,-1 1 0 0 0,0-2 0 0 0,-2 0 0 0 0,-1 0 0 0 0,-1-1 0 0 0,9-29 0 0 0,-18 49 139 0 0,0-1-1 0 0,-1 1 0 0 0,1-1 0 0 0,-1 0 0 0 0,0 0 0 0 0,0 1 0 0 0,-1-1 0 0 0,1 0 0 0 0,-2 0 0 0 0,1 0 0 0 0,0 0 0 0 0,-1 0 0 0 0,0 1 0 0 0,-1-1 1 0 0,1 0-1 0 0,-5-9 0 0 0,5 13-39 0 0,-3 4-17 0 0,-1-1-51 0 0,0 2-1 0 0,0-1 1 0 0,0 1 0 0 0,0 0-1 0 0,0 0 1 0 0,0 0 0 0 0,0 0-1 0 0,1 1 1 0 0,0 0 0 0 0,-5 5-1 0 0,1 0 12 0 0,1 1-1 0 0,-1 1 0 0 0,2-1 1 0 0,-8 15-1 0 0,2 1 23 0 0,1 1 0 0 0,1 1 1 0 0,-7 37-1 0 0,14-54-31 0 0,0 1 1 0 0,2-1 0 0 0,-1 1 0 0 0,2 0-1 0 0,-1-1 1 0 0,3 19 0 0 0,-2-27-12 0 0,1-1 0 0 0,-1 1 1 0 0,1 0-1 0 0,-1-1 0 0 0,1 1 0 0 0,0-1 1 0 0,0 1-1 0 0,0-1 0 0 0,1 0 1 0 0,-1 1-1 0 0,0-1 0 0 0,1 0 0 0 0,0 0 1 0 0,-1 0-1 0 0,1 0 0 0 0,0 0 1 0 0,0 0-1 0 0,0 0 0 0 0,0-1 0 0 0,0 1 1 0 0,1-1-1 0 0,-1 1 0 0 0,0-1 1 0 0,1 0-1 0 0,-1 0 0 0 0,1 0 0 0 0,-1 0 1 0 0,1-1-1 0 0,-1 1 0 0 0,1-1 1 0 0,0 1-1 0 0,-1-1 0 0 0,1 0 0 0 0,3 0 1 0 0,2-1-21 0 0,0 0 0 0 0,0 0 0 0 0,-1-1 0 0 0,1 0 0 0 0,0 0 0 0 0,-1-1 0 0 0,0 0 0 0 0,1 0 0 0 0,-1 0 0 0 0,0-1 0 0 0,-1-1 0 0 0,1 1 0 0 0,-1-1-1 0 0,0 0 1 0 0,0 0 0 0 0,0-1 0 0 0,-1 1 0 0 0,0-2 0 0 0,5-6 0 0 0,5-8-38 0 0,0-1-1 0 0,-2-1 0 0 0,-1 0 0 0 0,14-36 0 0 0,-3-8 45 0 0,-15 41 189 0 0,18-40 0 0 0,-26 65-133 0 0,5 25 112 0 0,-6 27-71 0 0,-1 36 215 0 0,3-76-475 0 0,0 1 0 0 0,0-1 1 0 0,1 1-1 0 0,1-1 0 0 0,5 15 0 0 0,-7-23-130 0 0,1 1-1 0 0,0-1 1 0 0,0 1 0 0 0,0-1-1 0 0,0 0 1 0 0,0 0 0 0 0,1 0-1 0 0,3 4 1 0 0,16 8-4817 0 0,-8-9 113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58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1 235 2068 0 0,'0'-3'996'0'0,"0"1"-1"0"0,1-1 1 0 0,-1 0-1 0 0,1 1 1 0 0,0-1-1 0 0,0 0 1 0 0,2-3-1 0 0,-2 6-883 0 0,1 0 0 0 0,0 0 1 0 0,0-1-1 0 0,-1 1 0 0 0,1 0 0 0 0,0 0 0 0 0,-1 1 0 0 0,1-1 0 0 0,0 0 0 0 0,-1 0 0 0 0,1 1 1 0 0,0-1-1 0 0,-1 1 0 0 0,1 0 0 0 0,-1-1 0 0 0,1 1 0 0 0,1 1 0 0 0,1 1 47 0 0,0 0 0 0 0,0 0 0 0 0,0 0 0 0 0,-1 1 0 0 0,7 7 0 0 0,-3-2 31 0 0,-1 0 0 0 0,0 1-1 0 0,-1-1 1 0 0,8 21 0 0 0,-8-15 6 0 0,-1-1-1 0 0,-1 1 1 0 0,0 0-1 0 0,-2-1 1 0 0,1 1-1 0 0,-2 0 1 0 0,-1 18-1 0 0,1-22-81 0 0,-2 0-1 0 0,1-1 1 0 0,-1 1-1 0 0,-1-1 1 0 0,0 0-1 0 0,-1 0 1 0 0,0 0-1 0 0,0 0 1 0 0,-1 0-1 0 0,-10 15 1 0 0,14-24-6 0 0,-12-7-88 0 0,12 5-31 0 0,0 0 0 0 0,1 0 0 0 0,-1 0-1 0 0,0 0 1 0 0,1-1 0 0 0,-1 1 0 0 0,1 0 0 0 0,0 0-1 0 0,-1-1 1 0 0,1 1 0 0 0,0 0 0 0 0,0-1 0 0 0,0 1 0 0 0,0 0-1 0 0,0-1 1 0 0,0-1 0 0 0,3-25-194 0 0,-2 23 153 0 0,2-19-10 0 0,2-1 0 0 0,0 1 0 0 0,2 0 0 0 0,0 1 0 0 0,2-1 0 0 0,1 2-1 0 0,0-1 1 0 0,2 1 0 0 0,0 1 0 0 0,2 0 0 0 0,0 1 0 0 0,1 0 0 0 0,24-23 0 0 0,-33 37 52 0 0,1 1 0 0 0,-1-1 0 0 0,1 1 0 0 0,0 1-1 0 0,0-1 1 0 0,1 1 0 0 0,-1 1 0 0 0,1-1 0 0 0,0 1 0 0 0,14-4 0 0 0,-19 7 6 0 0,0 0 1 0 0,-1 0 0 0 0,1 0-1 0 0,0 0 1 0 0,0 0-1 0 0,0 0 1 0 0,0 1 0 0 0,-1-1-1 0 0,1 1 1 0 0,0 0-1 0 0,0 0 1 0 0,-1 0 0 0 0,1 0-1 0 0,-1 0 1 0 0,1 1-1 0 0,-1-1 1 0 0,4 3 0 0 0,-3-1 19 0 0,0 1 0 0 0,1-1 0 0 0,-1 1 1 0 0,-1 0-1 0 0,1-1 0 0 0,-1 1 0 0 0,1 0 1 0 0,-1 1-1 0 0,3 7 0 0 0,-1 1 80 0 0,-1 1-1 0 0,1 0 1 0 0,-2 0-1 0 0,0 1 1 0 0,-1 23-1 0 0,-8 80 278 0 0,-1-6 163 0 0,8-112-531 0 0,0 1 0 0 0,0-1 0 0 0,1 1 0 0 0,-1-1 0 0 0,0 1 0 0 0,0-1 0 0 0,0 1 0 0 0,1-1 0 0 0,-1 1 0 0 0,0-1 0 0 0,1 0 0 0 0,-1 1 0 0 0,0-1 0 0 0,1 1 0 0 0,-1-1 0 0 0,1 0 0 0 0,-1 1 0 0 0,0-1 0 0 0,1 0 0 0 0,-1 0 0 0 0,1 1 0 0 0,-1-1 0 0 0,1 0 0 0 0,-1 0 0 0 0,1 0 0 0 0,-1 0 0 0 0,1 0 0 0 0,-1 1 0 0 0,1-1 0 0 0,-1 0 0 0 0,1 0 0 0 0,15 0 25 0 0,-16 0-28 0 0,12-1 11 0 0,-1-1 0 0 0,1 0 1 0 0,-1-1-1 0 0,0-1 0 0 0,1 0 0 0 0,-1 0 1 0 0,14-8-1 0 0,6-5 7 0 0,30-23 0 0 0,-11 4 31 0 0,-2-3 0 0 0,-2-1 0 0 0,-1-3 0 0 0,-2-2 1 0 0,-2-1-1 0 0,55-82 0 0 0,-75 84 324 0 0,-20 41-351 0 0,-1 3-18 0 0,1-1 0 0 0,-1 1 1 0 0,0-1-1 0 0,0 0 0 0 0,0 1 0 0 0,1-1 0 0 0,-1 1 1 0 0,0-1-1 0 0,0 1 0 0 0,0-1 0 0 0,0 1 0 0 0,0-1 1 0 0,0 1-1 0 0,0-1 0 0 0,0 1 0 0 0,-1-1 0 0 0,1 0 0 0 0,0 1 1 0 0,0-1-1 0 0,0 1 0 0 0,0-1 0 0 0,-1 1 0 0 0,1-1 1 0 0,0 1-1 0 0,0 0 0 0 0,-1-1 0 0 0,1 1 0 0 0,-1-1 1 0 0,1 1-1 0 0,0 0 0 0 0,-1-1 0 0 0,1 1 0 0 0,-1 0 1 0 0,1-1-1 0 0,-1 1 0 0 0,1 0 0 0 0,0-1 0 0 0,-1 1 1 0 0,1 0-1 0 0,-1 0 0 0 0,0 0 0 0 0,-21-2 270 0 0,18 4-203 0 0,-1-1 0 0 0,0 1 0 0 0,0 1 0 0 0,1-1 0 0 0,-1 1 0 0 0,1-1 0 0 0,0 1 0 0 0,0 0 0 0 0,-6 6 0 0 0,-32 36 657 0 0,34-36-569 0 0,-11 13 174 0 0,1 1 0 0 0,-17 27 0 0 0,30-42-255 0 0,1 0 1 0 0,0-1-1 0 0,0 2 0 0 0,0-1 1 0 0,1 0-1 0 0,1 1 1 0 0,0-1-1 0 0,0 1 0 0 0,0 0 1 0 0,1 0-1 0 0,0 12 0 0 0,1-17-60 0 0,1 0 0 0 0,0 0-1 0 0,0-1 1 0 0,0 1 0 0 0,0 0-1 0 0,1 0 1 0 0,-1-1 0 0 0,1 1 0 0 0,0 0-1 0 0,0-1 1 0 0,1 0 0 0 0,-1 0-1 0 0,1 1 1 0 0,-1-1 0 0 0,1-1-1 0 0,0 1 1 0 0,0 0 0 0 0,0-1-1 0 0,0 1 1 0 0,1-1 0 0 0,-1 0-1 0 0,1 0 1 0 0,6 2 0 0 0,7 3-68 0 0,0-1 0 0 0,0-1 1 0 0,34 6-1 0 0,138 13-3429 0 0,-60-20-4503 0 0,-53-4-712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58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4940 0 0,'0'0'11854'0'0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3:59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1 110 1764 0 0,'3'-73'8903'0'0,"-2"43"-5612"0"0,-1 23-2310 0 0,-1 8-587 0 0,1 237 8 0 0,2-167-374 0 0,-2-41-3 0 0,2 107 167 0 0,28 190 0 0 0,-27-310-253 0 0,-1-3 69 0 0,1 1-1 0 0,5 17 1 0 0,-7-29-155 0 0,0 0-1 0 0,0 0 1 0 0,1 0 0 0 0,-1 0 0 0 0,1-1 0 0 0,-1 1 0 0 0,1 0 0 0 0,0-1 0 0 0,0 1 0 0 0,0-1 0 0 0,1 1 0 0 0,-1-1 0 0 0,0 0 0 0 0,1 0 0 0 0,4 3 0 0 0,-4-5-259 0 0,-1 1 1 0 0,1-1 0 0 0,-1 0-1 0 0,1 0 1 0 0,-1 0 0 0 0,1 0 0 0 0,-1 0-1 0 0,1 0 1 0 0,-1-1 0 0 0,1 1-1 0 0,-1-1 1 0 0,1 1 0 0 0,-1-1-1 0 0,0 0 1 0 0,1 0 0 0 0,-1 0 0 0 0,4-3-1 0 0,3-5-3675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00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176 373 128 0 0,'-14'1'878'0'0,"0"1"0"0"0,-1 0 0 0 0,1 1 0 0 0,0 1 0 0 0,1 1 0 0 0,-1-1 0 0 0,1 2 0 0 0,0 0 0 0 0,0 1 0 0 0,-15 10 0 0 0,27-17-839 0 0,1 1 0 0 0,-1-1 1 0 0,0 0-1 0 0,1 1 1 0 0,-1-1-1 0 0,0 1 1 0 0,1-1-1 0 0,-1 1 0 0 0,1 0 1 0 0,-1-1-1 0 0,1 1 1 0 0,-1-1-1 0 0,1 1 0 0 0,0 0 1 0 0,-1 0-1 0 0,1-1 1 0 0,0 1-1 0 0,-1 0 1 0 0,1-1-1 0 0,0 1 0 0 0,0 0 1 0 0,0 0-1 0 0,-1 1 1 0 0,2-1-15 0 0,-1-1 0 0 0,1 1 1 0 0,-1-1-1 0 0,1 1 0 0 0,-1-1 0 0 0,1 0 1 0 0,-1 1-1 0 0,1-1 0 0 0,-1 1 1 0 0,1-1-1 0 0,0 0 0 0 0,-1 0 0 0 0,1 1 1 0 0,0-1-1 0 0,-1 0 0 0 0,1 0 1 0 0,0 0-1 0 0,-1 0 0 0 0,1 1 0 0 0,1-1 1 0 0,4 0 56 0 0,0 0 1 0 0,0 0-1 0 0,0 0 1 0 0,9-2-1 0 0,39-14 115 0 0,-2-2 1 0 0,80-39-1 0 0,-84 35-132 0 0,5-1 12 0 0,-2-2 0 0 0,-1-2 0 0 0,71-51 0 0 0,-114 73-64 0 0,0-1 0 0 0,0 0-1 0 0,-1 0 1 0 0,0 0 0 0 0,0-1 0 0 0,0 0 0 0 0,-1-1 0 0 0,0 1 0 0 0,0-1 0 0 0,-1 0-1 0 0,0 0 1 0 0,-1 0 0 0 0,1 0 0 0 0,-1-1 0 0 0,-1 0 0 0 0,0 1 0 0 0,0-1 0 0 0,0-12 0 0 0,-3 16 19 0 0,1 4-29 0 0,0-1 0 0 0,-1 1 0 0 0,1-1 0 0 0,-1 1 0 0 0,1-1 0 0 0,-1 1 0 0 0,0 0 0 0 0,0-1 0 0 0,1 1 0 0 0,-1 0 0 0 0,0-1 0 0 0,0 1 0 0 0,0 0 0 0 0,0 0 0 0 0,-1 0 0 0 0,1 0 1 0 0,0 0-1 0 0,-3-1 0 0 0,4 1-2 0 0,-1 1 0 0 0,0 0 0 0 0,0 0 0 0 0,0 0 1 0 0,0 0-1 0 0,1 1 0 0 0,-1-1 0 0 0,0 0 0 0 0,0 0 0 0 0,0 0 1 0 0,1 1-1 0 0,-1-1 0 0 0,0 0 0 0 0,0 1 0 0 0,1-1 1 0 0,-1 1-1 0 0,0-1 0 0 0,1 1 0 0 0,-1-1 0 0 0,0 1 0 0 0,1-1 1 0 0,-1 1-1 0 0,0 1 0 0 0,-3 3-1 0 0,0 0-1 0 0,0 0 1 0 0,1 1-1 0 0,0 0 1 0 0,-3 8 0 0 0,-1 4-5 0 0,2 1 1 0 0,0 0-1 0 0,2 0 1 0 0,0 0-1 0 0,-1 21 1 0 0,4 99 20 0 0,1-103-7 0 0,20 199 73 0 0,-1-42 56 0 0,-16-144 1161 0 0,-2-40 356 0 0,-1-32-1218 0 0,-1-3-381 0 0,2 0-1 0 0,0 0 1 0 0,13-50-1 0 0,-13 65-59 0 0,2-1 0 0 0,0 1 1 0 0,0 1-1 0 0,1-1 0 0 0,0 1 0 0 0,1-1 0 0 0,0 2 0 0 0,0-1 0 0 0,1 1 0 0 0,0 0 0 0 0,13-12 0 0 0,-17 18 2 0 0,1 0 0 0 0,0 0-1 0 0,1 0 1 0 0,-1 0 0 0 0,1 1 0 0 0,-1-1 0 0 0,1 1 0 0 0,0 1 0 0 0,-1-1 0 0 0,1 0-1 0 0,0 1 1 0 0,0 0 0 0 0,0 0 0 0 0,1 1 0 0 0,-1-1 0 0 0,0 1 0 0 0,0 0-1 0 0,0 1 1 0 0,0-1 0 0 0,0 1 0 0 0,0 0 0 0 0,0 0 0 0 0,0 1 0 0 0,0-1 0 0 0,0 1-1 0 0,-1 0 1 0 0,1 0 0 0 0,0 1 0 0 0,-1 0 0 0 0,0-1 0 0 0,5 5 0 0 0,1 1 9 0 0,-1-1 0 0 0,0 2 0 0 0,-1-1 0 0 0,0 1 0 0 0,0 1 0 0 0,-1-1 0 0 0,0 1 0 0 0,0 1 0 0 0,-1-1 0 0 0,-1 1 0 0 0,0 0 0 0 0,4 13 0 0 0,3 19 22 0 0,10 29-1801 0 0,-2-30-3575 0 0,-13-34 2183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01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3 121 2700 0 0,'-1'-16'3063'0'0,"0"14"-2704"0"0,1-1-1 0 0,0 1 1 0 0,0-1-1 0 0,0 1 1 0 0,0-1-1 0 0,0 1 1 0 0,0-1-1 0 0,0 1 1 0 0,1-1-1 0 0,0 1 1 0 0,-1 0-1 0 0,1-1 1 0 0,0 1-1 0 0,0 0 1 0 0,2-3-1 0 0,-3 4-323 0 0,1 1 0 0 0,-1-1 0 0 0,1 1 1 0 0,-1-1-1 0 0,1 1 0 0 0,-1 0 0 0 0,1-1 0 0 0,0 1 0 0 0,-1 0 0 0 0,1 0 0 0 0,0-1 0 0 0,-1 1 1 0 0,1 0-1 0 0,0 0 0 0 0,-1 0 0 0 0,1 0 0 0 0,0 0 0 0 0,-1 0 0 0 0,1 0 0 0 0,0 0 1 0 0,-1 0-1 0 0,1 0 0 0 0,0 0 0 0 0,1 1 0 0 0,16 6 214 0 0,-14-5-193 0 0,4 3 2 0 0,1 0-1 0 0,-1 1 0 0 0,0 0 0 0 0,0 0 0 0 0,-1 0 0 0 0,0 1 0 0 0,0 1 0 0 0,0-1 0 0 0,-1 1 0 0 0,0 0 0 0 0,-1 0 1 0 0,8 17-1 0 0,-5-11 38 0 0,-2 1 1 0 0,0 1-1 0 0,-1-1 1 0 0,0 1-1 0 0,-1 0 1 0 0,-1 0-1 0 0,1 17 1 0 0,-3-14 338 0 0,0 1 0 0 0,-5 33-1 0 0,2-43-198 0 0,1-1 0 0 0,-1 1 0 0 0,-1-1 0 0 0,0 0 0 0 0,0 0-1 0 0,-1 0 1 0 0,-7 13 0 0 0,11-20-194 0 0,-1-1-1 0 0,0 0 1 0 0,0 1-1 0 0,1-1 1 0 0,-1 0 0 0 0,0 0-1 0 0,0 0 1 0 0,0 0-1 0 0,0 0 1 0 0,0 0 0 0 0,0 0-1 0 0,-1 0 1 0 0,1 0 0 0 0,0 0-1 0 0,0 0 1 0 0,-1-1-1 0 0,1 1 1 0 0,0 0 0 0 0,-1-1-1 0 0,1 0 1 0 0,-1 1 0 0 0,1-1-1 0 0,-1 0 1 0 0,1 1-1 0 0,-2-1 1 0 0,2-1-30 0 0,-1 0 0 0 0,1 0 0 0 0,0 0 0 0 0,0 0 1 0 0,0 0-1 0 0,0-1 0 0 0,0 1 0 0 0,0 0 0 0 0,0 0 0 0 0,0-1 0 0 0,0 1 0 0 0,1 0 0 0 0,-1-1 0 0 0,0 1 1 0 0,1-1-1 0 0,-1-2 0 0 0,1 3 1 0 0,-3-7-1 0 0,1-1 0 0 0,1 0 0 0 0,0 0 0 0 0,0 1 0 0 0,0-1 0 0 0,1 0 0 0 0,1 0 0 0 0,-1 0 0 0 0,5-16 0 0 0,0 4-15 0 0,0 0 0 0 0,17-38 0 0 0,-16 45-1 0 0,1 1-1 0 0,1-1 1 0 0,0 1 0 0 0,1 1-1 0 0,0 0 1 0 0,1 0-1 0 0,0 0 1 0 0,1 2-1 0 0,0-1 1 0 0,1 1-1 0 0,14-9 1 0 0,-20 15-1 0 0,0 0 0 0 0,0 0-1 0 0,0 1 1 0 0,1 0 0 0 0,0 1 0 0 0,-1-1 0 0 0,1 1 0 0 0,0 0 0 0 0,0 1-1 0 0,0 0 1 0 0,0 0 0 0 0,0 0 0 0 0,0 1 0 0 0,1 0 0 0 0,-1 1 0 0 0,0-1-1 0 0,0 1 1 0 0,0 1 0 0 0,0-1 0 0 0,0 1 0 0 0,-1 0 0 0 0,1 1-1 0 0,0 0 1 0 0,-1 0 0 0 0,12 7 0 0 0,-11-5 8 0 0,-1 0 0 0 0,0 0 0 0 0,0 1 0 0 0,0-1 0 0 0,-1 1 0 0 0,0 0 0 0 0,0 1 1 0 0,0-1-1 0 0,-1 1 0 0 0,0 0 0 0 0,0 0 0 0 0,4 12 0 0 0,-1 4 14 0 0,0 1 0 0 0,5 42 0 0 0,-8-38 3 0 0,13 45 1 0 0,-16-70-18 0 0,0-1 0 0 0,0 1 0 0 0,0-1 0 0 0,0 0 0 0 0,1 1 0 0 0,-1-1 0 0 0,0 0 0 0 0,1 0-1 0 0,0 0 1 0 0,-1 0 0 0 0,1 0 0 0 0,0 0 0 0 0,0 0 0 0 0,0-1 0 0 0,0 1 0 0 0,0-1 0 0 0,1 1 0 0 0,-1-1 0 0 0,4 2 0 0 0,-2-2-1 0 0,0 0 0 0 0,0 0 0 0 0,1-1 1 0 0,-1 1-1 0 0,0-1 0 0 0,0 0 0 0 0,0 0 0 0 0,0-1 1 0 0,0 1-1 0 0,0-1 0 0 0,7-2 0 0 0,-2 1-3 0 0,0-1-1 0 0,-1-1 1 0 0,1 0 0 0 0,-1 0-1 0 0,0-1 1 0 0,0 0-1 0 0,-1 0 1 0 0,1-1 0 0 0,-1 0-1 0 0,12-12 1 0 0,-10 5-4 0 0,0 1 1 0 0,-1-1 0 0 0,0-1 0 0 0,-2 1-1 0 0,1-1 1 0 0,-2 0 0 0 0,0-1 0 0 0,0 0-1 0 0,-1 1 1 0 0,-1-1 0 0 0,-1 0-1 0 0,2-31 1 0 0,-4 38 3 0 0,-1-1 0 0 0,0 1-1 0 0,0-1 1 0 0,0 1 0 0 0,-1 0-1 0 0,0 0 1 0 0,-1 0 0 0 0,0 0-1 0 0,0 0 1 0 0,-9-13 0 0 0,8 15-6 0 0,0 0 1 0 0,-1 1-1 0 0,1 0 0 0 0,-1 0 1 0 0,-1 0-1 0 0,1 0 1 0 0,-1 1-1 0 0,1 0 0 0 0,-1 0 1 0 0,0 1-1 0 0,-1-1 1 0 0,1 1-1 0 0,-1 1 0 0 0,-9-4 1 0 0,6 4-4 0 0,1 0 1 0 0,-1 1-1 0 0,1 0 1 0 0,-1 0-1 0 0,1 1 1 0 0,-1 0-1 0 0,1 1 1 0 0,-1 0-1 0 0,-15 4 1 0 0,19-4-25 0 0,1 1 0 0 0,0-1 0 0 0,-1 1 0 0 0,1 0 0 0 0,0 0 0 0 0,0 1 0 0 0,1 0 0 0 0,-1 0 0 0 0,0 0 0 0 0,1 0 0 0 0,0 0 0 0 0,0 1 1 0 0,0 0-1 0 0,0 0 0 0 0,0 0 0 0 0,1 0 0 0 0,0 1 0 0 0,-4 6 0 0 0,6-10-1 0 0,1 0 1 0 0,-1 1-1 0 0,0 0 1 0 0,1-1-1 0 0,-1 1 1 0 0,1-1-1 0 0,0 1 1 0 0,-1 0-1 0 0,1-1 1 0 0,0 1-1 0 0,0 0 1 0 0,0-1-1 0 0,0 1 1 0 0,1 0-1 0 0,-1-1 1 0 0,0 1-1 0 0,1-1 1 0 0,-1 1-1 0 0,1 0 1 0 0,-1-1-1 0 0,1 1 1 0 0,1 1-1 0 0,0-1-32 0 0,-1 0-1 0 0,1 0 0 0 0,1 1 1 0 0,-1-1-1 0 0,0-1 0 0 0,0 1 1 0 0,1 0-1 0 0,-1-1 0 0 0,1 1 1 0 0,0-1-1 0 0,4 2 0 0 0,3 1-145 0 0,1-1-1 0 0,0 0 1 0 0,0-1-1 0 0,0 0 1 0 0,17 0-1 0 0,12-2-241 0 0,1-2 0 0 0,-1-2-1 0 0,1-2 1 0 0,-1-1-1 0 0,-1-2 1 0 0,0-2-1 0 0,0-1 1 0 0,38-18 0 0 0,-59 20 814 0 0,0 0 0 0 0,30-24 1 0 0,4-2 1585 0 0,-50 35-1879 0 0,1 4 16 0 0,-3-3-79 0 0,0 0 0 0 0,1 0-1 0 0,-1 0 1 0 0,0 0 0 0 0,0 0-1 0 0,1 0 1 0 0,-1 0-1 0 0,0 0 1 0 0,0 0 0 0 0,1 0-1 0 0,-1 1 1 0 0,0-1 0 0 0,0 0-1 0 0,1 0 1 0 0,-1 0 0 0 0,0 0-1 0 0,0 1 1 0 0,0-1 0 0 0,1 0-1 0 0,-1 0 1 0 0,0 0-1 0 0,0 1 1 0 0,0-1 0 0 0,0 0-1 0 0,0 0 1 0 0,1 1 0 0 0,-1-1-1 0 0,4 24 53 0 0,0 0-1 0 0,-2 0 1 0 0,-1-1-1 0 0,-1 1 1 0 0,-4 34-1 0 0,1 18 62 0 0,3-56-78 0 0,-1-1 12 0 0,5 37-1 0 0,-4-52-35 0 0,1 0 0 0 0,-1 0 0 0 0,1-1 1 0 0,0 1-1 0 0,0 0 0 0 0,0-1 0 0 0,1 1 0 0 0,0-1 0 0 0,-1 1 0 0 0,1-1 0 0 0,0 0 0 0 0,0 0 0 0 0,1 0 0 0 0,-1 0 0 0 0,1 0 0 0 0,3 3 0 0 0,-2-4-8 0 0,-1 0 0 0 0,1 0-1 0 0,0 0 1 0 0,0-1 0 0 0,0 1-1 0 0,0-1 1 0 0,1 0 0 0 0,-1 0-1 0 0,0-1 1 0 0,0 1 0 0 0,1-1-1 0 0,-1 0 1 0 0,0 0 0 0 0,1-1-1 0 0,-1 1 1 0 0,0-1 0 0 0,0 0-1 0 0,0 0 1 0 0,1 0 0 0 0,5-3-1 0 0,-3 1 3 0 0,0 0 1 0 0,0-1-1 0 0,0 0 0 0 0,0 0 0 0 0,0 0 0 0 0,-1-1 0 0 0,0 0 1 0 0,0-1-1 0 0,0 1 0 0 0,5-8 0 0 0,-4 3 24 0 0,0 0-1 0 0,0 0 1 0 0,-2-1-1 0 0,1 0 1 0 0,7-23 0 0 0,10-60 314 0 0,-13 46-208 0 0,-8 39 126 0 0,0 0-28 0 0,0-1-1 0 0,0 1 0 0 0,0-11 1 0 0,-2 18-126 0 0,0 3-106 0 0,1-1 0 0 0,0 0 0 0 0,-1 0 0 0 0,1 1 0 0 0,-1-1 0 0 0,1 0 0 0 0,-1 1 1 0 0,1-1-1 0 0,-1 0 0 0 0,1 1 0 0 0,-1-1 0 0 0,1 1 0 0 0,-1-1 0 0 0,1 1 0 0 0,-1-1 0 0 0,0 1 0 0 0,1-1 0 0 0,-1 1 0 0 0,0 0 0 0 0,0-1 0 0 0,1 1 0 0 0,-1-1 0 0 0,0 1 0 0 0,0 1 0 0 0,5 19 35 0 0,-5-17-26 0 0,5 27 87 0 0,-1 44 0 0 0,-4-54-71 0 0,1-1 1 0 0,1 1-1 0 0,1 0 1 0 0,0-1-1 0 0,10 30 1 0 0,-11-45-218 0 0,0 1 0 0 0,1-1 0 0 0,-1-1 0 0 0,1 1-1 0 0,0 0 1 0 0,1-1 0 0 0,-1 1 0 0 0,1-1 0 0 0,-1 0 0 0 0,1 0 0 0 0,1-1 0 0 0,-1 1 0 0 0,0-1 0 0 0,1 0-1 0 0,0 0 1 0 0,0 0 0 0 0,-1-1 0 0 0,2 1 0 0 0,-1-1 0 0 0,0 0 0 0 0,11 2 0 0 0,-5-3-533 0 0,0 0 1 0 0,0 0 0 0 0,0-1 0 0 0,0 0 0 0 0,0-1-1 0 0,0 0 1 0 0,0-1 0 0 0,0 0 0 0 0,0 0-1 0 0,11-5 1 0 0,5-3-2060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02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393 662 1348 0 0,'10'-20'1551'0'0,"-2"0"-1"0"0,0 0 1 0 0,-1-1-1 0 0,-1 1 1 0 0,-1-2-1 0 0,-1 1 1 0 0,1-28 0 0 0,-5 49-1535 0 0,0-1 0 0 0,0 1 1 0 0,0-1-1 0 0,0 1 1 0 0,0-1-1 0 0,0 1 0 0 0,0-1 1 0 0,-1 1-1 0 0,1 0 1 0 0,0-1-1 0 0,0 1 0 0 0,-1-1 1 0 0,1 1-1 0 0,0 0 0 0 0,-1-1 1 0 0,1 1-1 0 0,0 0 1 0 0,-1-1-1 0 0,1 1 0 0 0,0 0 1 0 0,-1 0-1 0 0,1-1 1 0 0,-1 1-1 0 0,1 0 0 0 0,0 0 1 0 0,-1 0-1 0 0,1 0 1 0 0,-1-1-1 0 0,1 1 0 0 0,-1 0 1 0 0,1 0-1 0 0,-1 0 1 0 0,1 0-1 0 0,0 0 0 0 0,-1 0 1 0 0,1 0-1 0 0,-1 0 1 0 0,1 0-1 0 0,-1 1 0 0 0,1-1 1 0 0,-1 0-1 0 0,1 0 0 0 0,0 0 1 0 0,-1 1-1 0 0,-20 7 198 0 0,8 3-154 0 0,1 1 1 0 0,1 0-1 0 0,0 0 0 0 0,0 1 1 0 0,-11 19-1 0 0,4-3 20 0 0,-23 51 0 0 0,36-67-63 0 0,0 0 0 0 0,1-1 0 0 0,-3 15 0 0 0,6-23-11 0 0,0-1 1 0 0,0 1-1 0 0,1 0 0 0 0,0 0 0 0 0,0 0 0 0 0,0-1 0 0 0,0 1 1 0 0,0 0-1 0 0,1 0 0 0 0,0 0 0 0 0,0-1 0 0 0,0 1 0 0 0,0 0 0 0 0,0-1 1 0 0,3 5-1 0 0,-3-6 3 0 0,1 0 0 0 0,-1-1 0 0 0,0 1 0 0 0,1 0 0 0 0,-1-1 0 0 0,1 0 0 0 0,0 1 0 0 0,-1-1 1 0 0,1 0-1 0 0,0 0 0 0 0,0 0 0 0 0,0 0 0 0 0,0 0 0 0 0,-1 0 0 0 0,2 0 0 0 0,-1-1 0 0 0,2 2 0 0 0,1-2-1 0 0,-1 0 0 0 0,0 1 1 0 0,0-1-1 0 0,0-1 0 0 0,0 1 0 0 0,1-1 0 0 0,-1 1 0 0 0,6-3 0 0 0,-2 0 0 0 0,0 1-1 0 0,0-2 1 0 0,-1 1-1 0 0,1-1 1 0 0,-1-1 0 0 0,0 1-1 0 0,0-1 1 0 0,9-8-1 0 0,-9 5-2 0 0,0 0 1 0 0,-1 0-1 0 0,0 0 0 0 0,-1-1 0 0 0,0 0 0 0 0,7-15 0 0 0,16-59-3 0 0,-15 42-30 0 0,-12 38 17 0 0,-1 3 11 0 0,0 0 0 0 0,0 0 0 0 0,0-1 0 0 0,0 1-1 0 0,0 0 1 0 0,1 0 0 0 0,-1-1 0 0 0,0 1 0 0 0,0 0 0 0 0,0 0 0 0 0,0-1 0 0 0,1 1 0 0 0,-1 0-1 0 0,0 0 1 0 0,0 0 0 0 0,1 0 0 0 0,-1-1 0 0 0,0 1 0 0 0,0 0 0 0 0,1 0 0 0 0,-1 0-1 0 0,0 0 1 0 0,0 0 0 0 0,1 0 0 0 0,-1 0 0 0 0,0 0 0 0 0,0 0 0 0 0,1 0 0 0 0,-1 0-1 0 0,0 0 1 0 0,1 0 0 0 0,-1 0 0 0 0,8 44 437 0 0,5 72 0 0 0,-9-68 5 0 0,2 78 725 0 0,-17 209 0 0 0,6-269-975 0 0,-2 0 0 0 0,-23 88-1 0 0,24-130-22 0 0,-1-1 0 0 0,-1-1 0 0 0,-1 1-1 0 0,-1-2 1 0 0,-1 1 0 0 0,-1-1-1 0 0,0-1 1 0 0,-2 0 0 0 0,-31 35 0 0 0,37-47-74 0 0,0-1 0 0 0,0 0 0 0 0,0-1 0 0 0,-1 0 0 0 0,0 0 0 0 0,0-1 0 0 0,-1 0 0 0 0,1-1 0 0 0,-1 0 0 0 0,0 0 0 0 0,0-1 0 0 0,0 0 0 0 0,-14 1 0 0 0,16-3-66 0 0,1-1-1 0 0,0 0 0 0 0,0 0 1 0 0,0 0-1 0 0,0-1 0 0 0,-1-1 1 0 0,1 1-1 0 0,0-1 1 0 0,1 0-1 0 0,-1 0 0 0 0,0-1 1 0 0,0 0-1 0 0,1 0 0 0 0,0-1 1 0 0,0 0-1 0 0,0 0 0 0 0,0 0 1 0 0,0-1-1 0 0,1 1 0 0 0,-7-9 1 0 0,5 5-25 0 0,0 0-1 0 0,1-1 1 0 0,0 1 0 0 0,1-1 0 0 0,0 0 0 0 0,0 0-1 0 0,1-1 1 0 0,0 1 0 0 0,0-1 0 0 0,1 0 0 0 0,1 0-1 0 0,-3-18 1 0 0,4 15 1 0 0,1-1 0 0 0,1 0 0 0 0,0 1 0 0 0,0-1 0 0 0,1 1 0 0 0,1-1 0 0 0,1 1 0 0 0,7-21 0 0 0,6-2-16 0 0,1 1-1 0 0,1 0 1 0 0,2 2-1 0 0,2 0 1 0 0,44-50-1 0 0,221-234-771 0 0,43-51-539 0 0,-286 314 1105 0 0,99-121-370 0 0,-106 124 345 0 0,48-86-1 0 0,-77 121 195 0 0,23-48-76 0 0,-30 60 117 0 0,0-1-1 0 0,0 0 0 0 0,-1 1 0 0 0,1-1 0 0 0,-1 0 1 0 0,-1 0-1 0 0,1 0 0 0 0,-1 0 0 0 0,0 0 0 0 0,0-9 0 0 0,0 13 7 0 0,0 1-1 0 0,0-1 1 0 0,0 1-1 0 0,0-1 0 0 0,-1 1 1 0 0,1-1-1 0 0,0 0 0 0 0,0 1 1 0 0,0-1-1 0 0,0 1 0 0 0,-1-1 1 0 0,1 1-1 0 0,0-1 0 0 0,-1 1 1 0 0,1-1-1 0 0,0 1 0 0 0,-1-1 1 0 0,1 1-1 0 0,0 0 0 0 0,-1-1 1 0 0,1 1-1 0 0,-1 0 1 0 0,1-1-1 0 0,-1 1 0 0 0,1 0 1 0 0,-1-1-1 0 0,1 1 0 0 0,-1 0 1 0 0,0 0-1 0 0,0 0 1 0 0,0 0 1 0 0,0 0 0 0 0,0 0-1 0 0,0 1 1 0 0,0-1-1 0 0,0 0 1 0 0,0 1-1 0 0,0-1 1 0 0,1 1-1 0 0,-1-1 1 0 0,0 1-1 0 0,0 0 1 0 0,0-1-1 0 0,-1 2 1 0 0,-20 27 20 0 0,11-9-8 0 0,1 1 0 0 0,1-1-1 0 0,-10 37 1 0 0,-12 69 1 0 0,10-9 90 0 0,6 2-1 0 0,-1 205 0 0 0,16-324-100 0 0,-1 0 0 0 0,1 1 1 0 0,0-1-1 0 0,0 1 0 0 0,0-1 0 0 0,0 1 0 0 0,0-1 0 0 0,0 1 0 0 0,0-1 0 0 0,0 0 1 0 0,0 1-1 0 0,0-1 0 0 0,0 1 0 0 0,0-1 0 0 0,0 1 0 0 0,0-1 0 0 0,0 1 0 0 0,1-1 1 0 0,-1 0-1 0 0,0 1 0 0 0,0-1 0 0 0,0 1 0 0 0,1-1 0 0 0,-1 0 0 0 0,0 1 0 0 0,1-1 1 0 0,-1 0-1 0 0,0 1 0 0 0,1-1 0 0 0,-1 0 0 0 0,0 1 0 0 0,1-1 0 0 0,-1 0 0 0 0,0 0 0 0 0,1 0 1 0 0,-1 1-1 0 0,1-1 0 0 0,-1 0 0 0 0,1 0 0 0 0,-1 0 0 0 0,0 0 0 0 0,1 0 0 0 0,-1 0 1 0 0,1 0-1 0 0,-1 0 0 0 0,1 0 0 0 0,-1 0 0 0 0,1 0 0 0 0,-1 0 0 0 0,0 0 0 0 0,1 0 1 0 0,-1 0-1 0 0,1 0 0 0 0,-1 0 0 0 0,1-1 0 0 0,-1 1 0 0 0,0 0 0 0 0,1 0 0 0 0,-1-1 1 0 0,1 1-1 0 0,2-2 3 0 0,0 0 0 0 0,-1 0 0 0 0,1 0 0 0 0,0 0 0 0 0,-1-1 0 0 0,4-4 0 0 0,26-41-1 0 0,-25 35-13 0 0,1 0-1 0 0,0 1 1 0 0,1 0 0 0 0,1 0-1 0 0,0 1 1 0 0,0 0 0 0 0,23-17-1 0 0,-9 17-1 0 0,-22 10 11 0 0,-1 0 0 0 0,1 1 0 0 0,-1-1 0 0 0,1 1 0 0 0,-1-1 0 0 0,1 1 0 0 0,0 0 0 0 0,-1-1 0 0 0,1 1 0 0 0,0 0 0 0 0,0 0 0 0 0,-1 0 0 0 0,1 0 0 0 0,0 1 0 0 0,-1-1 0 0 0,1 0 0 0 0,-1 1 0 0 0,4 0 0 0 0,0 2-3 0 0,1-2 6 0 0,0 2 1 0 0,0-1-1 0 0,0 1 1 0 0,0 0 0 0 0,-1 0-1 0 0,1 0 1 0 0,-1 1 0 0 0,0 0-1 0 0,0 0 1 0 0,0 0 0 0 0,7 9-1 0 0,2 4 52 0 0,25 40 0 0 0,-5-7 46 0 0,-33-48-87 0 0,0-1 0 0 0,0 1 0 0 0,0 0 0 0 0,1-1 0 0 0,-1 0 0 0 0,1 1 0 0 0,-1-1 0 0 0,1 0 0 0 0,-1 0 0 0 0,1 1 0 0 0,0-1 0 0 0,-1 0 0 0 0,1-1 0 0 0,0 1 0 0 0,0 0 0 0 0,0 0 0 0 0,0-1 0 0 0,0 1 0 0 0,3-1 0 0 0,-2 0-20 0 0,0-1 0 0 0,0 1 0 0 0,0-1-1 0 0,0 0 1 0 0,0 0 0 0 0,0-1-1 0 0,0 1 1 0 0,0 0 0 0 0,0-1-1 0 0,-1 0 1 0 0,5-3 0 0 0,3-3-476 0 0,0 0-1 0 0,-1 0 1 0 0,0-1 0 0 0,-1-1-1 0 0,9-12 1 0 0,34-56-5750 0 0,-32 48 2450 0 0,1 0-1680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03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134 712 1464 0 0,'-24'3'2459'0'0,"-31"5"1647"0"0,51-7-3860 0 0,0 0 0 0 0,1 1 0 0 0,-1-1-1 0 0,1 1 1 0 0,-1-1 0 0 0,1 1 0 0 0,0 0-1 0 0,-1 0 1 0 0,1 1 0 0 0,0-1 0 0 0,1 0 0 0 0,-4 4-1 0 0,-1 14 810 0 0,6-20-995 0 0,1 1-1 0 0,0 0 1 0 0,0 0-1 0 0,0-1 1 0 0,0 1-1 0 0,0 0 0 0 0,0 0 1 0 0,0-1-1 0 0,0 1 1 0 0,0 0-1 0 0,1 0 1 0 0,-1-1-1 0 0,0 1 0 0 0,0 0 1 0 0,1 0-1 0 0,-1-1 1 0 0,0 1-1 0 0,1 0 1 0 0,-1-1-1 0 0,0 1 1 0 0,1-1-1 0 0,-1 1 0 0 0,1 0 1 0 0,-1-1-1 0 0,1 1 1 0 0,0-1-1 0 0,-1 1 1 0 0,1-1-1 0 0,-1 0 0 0 0,1 1 1 0 0,0-1-1 0 0,0 1 1 0 0,-1-1-1 0 0,1 0 1 0 0,0 0-1 0 0,-1 1 1 0 0,3-1-1 0 0,4 0 76 0 0,-1 1-1 0 0,1-1 1 0 0,0-1-1 0 0,0 0 1 0 0,0 0-1 0 0,0 0 1 0 0,0 0-1 0 0,-1-1 1 0 0,1-1 0 0 0,-1 1-1 0 0,1-1 1 0 0,-1 0-1 0 0,9-5 1 0 0,4-4-35 0 0,-1 0 0 0 0,0-1 1 0 0,18-17-1 0 0,-23 17-60 0 0,0-1 1 0 0,-1 0-1 0 0,0 0 0 0 0,-1-1 1 0 0,-1-1-1 0 0,0 0 0 0 0,13-30 1 0 0,-14 23-19 0 0,-1-1 1 0 0,-1 0 0 0 0,-1-1-1 0 0,-1 0 1 0 0,2-28-1 0 0,-4 1-43 0 0,-3-1-1 0 0,-2 0 0 0 0,-3 1 1 0 0,-21-99-1 0 0,26 150 18 0 0,0 0 0 0 0,0 0 1 0 0,-1 0-1 0 0,1 0 0 0 0,0 0 0 0 0,-1 0 1 0 0,1 0-1 0 0,-1 0 0 0 0,1 0 0 0 0,-1 0 0 0 0,1 0 1 0 0,-1 0-1 0 0,-1-1 0 0 0,2 1 4 0 0,-1 1-1 0 0,1 0 0 0 0,0 0 1 0 0,0 0-1 0 0,-1 0 0 0 0,1 0 1 0 0,0 0-1 0 0,-1 0 0 0 0,1 0 1 0 0,0 0-1 0 0,-1 0 1 0 0,1 0-1 0 0,0 0 0 0 0,-1 0 1 0 0,1 0-1 0 0,0 0 0 0 0,0 0 1 0 0,-1 0-1 0 0,1 0 0 0 0,0 0 1 0 0,-1 0-1 0 0,1 0 1 0 0,0 0-1 0 0,0 1 0 0 0,-1-1 1 0 0,1 0-1 0 0,0 0 0 0 0,0 0 1 0 0,-1 1-1 0 0,1-1 0 0 0,-2 2 5 0 0,1 0-1 0 0,-1-1 0 0 0,1 1 0 0 0,0 0 1 0 0,-1 0-1 0 0,1 1 0 0 0,0-1 0 0 0,0 0 1 0 0,1 0-1 0 0,-2 5 0 0 0,-12 63 11 0 0,3 1-1 0 0,4 0 0 0 0,2 0 1 0 0,4 1-1 0 0,8 82 0 0 0,-4-126 5 0 0,1 1 0 0 0,12 40 0 0 0,-14-60-5 0 0,1 0 0 0 0,0 0-1 0 0,0-1 1 0 0,1 1-1 0 0,0-1 1 0 0,1 0 0 0 0,0 0-1 0 0,0-1 1 0 0,1 0-1 0 0,0 0 1 0 0,13 13 0 0 0,-15-17-11 0 0,1 0 0 0 0,-1-1 0 0 0,1 1 0 0 0,0-1 0 0 0,-1 1 0 0 0,1-2 0 0 0,0 1 1 0 0,0 0-1 0 0,1-1 0 0 0,-1 0 0 0 0,0 0 0 0 0,0-1 0 0 0,1 1 0 0 0,-1-1 0 0 0,0 0 1 0 0,1-1-1 0 0,-1 1 0 0 0,0-1 0 0 0,0 0 0 0 0,1 0 0 0 0,-1-1 0 0 0,0 0 0 0 0,0 1 1 0 0,0-2-1 0 0,-1 1 0 0 0,8-5 0 0 0,0-1-12 0 0,0 0 0 0 0,0-1 0 0 0,-1 0-1 0 0,0-1 1 0 0,-1 0 0 0 0,0-1 0 0 0,-1 0 0 0 0,13-19 0 0 0,-8 6-74 0 0,-1-1 0 0 0,-1 0 1 0 0,-1 0-1 0 0,-2-1 0 0 0,0-1 0 0 0,7-42 1 0 0,14-166-324 0 0,-30 232 404 0 0,5-43-84 0 0,2-73-191 0 0,-18 224 328 0 0,10-88-47 0 0,-7 114 61 0 0,14 198-1 0 0,-5-315-34 0 0,-1-10 0 0 0,0-1-1 0 0,1 1 0 0 0,-1-1 0 0 0,0 0 1 0 0,1 1-1 0 0,0-1 0 0 0,0 0 0 0 0,0 1 1 0 0,0-1-1 0 0,0 0 0 0 0,1 0 0 0 0,1 3 1 0 0,-2-5-25 0 0,-1-1 0 0 0,0 0 0 0 0,1 0 0 0 0,-1 0 0 0 0,1 1 0 0 0,-1-1 0 0 0,1 0 0 0 0,0 0 0 0 0,-1 0 0 0 0,1 0 0 0 0,-1 0 0 0 0,1 0 0 0 0,-1 0 0 0 0,1 0 0 0 0,-1 0 0 0 0,1 0 0 0 0,-1 0 0 0 0,1 0 0 0 0,-1 0 0 0 0,1 0 1 0 0,-1-1-1 0 0,1 1 0 0 0,-1 0 0 0 0,1 0 0 0 0,-1-1 0 0 0,1 1 0 0 0,-1 0 0 0 0,1-1 0 0 0,-1 1 0 0 0,0 0 0 0 0,1-1 0 0 0,-1 1 0 0 0,0-1 0 0 0,1 0 0 0 0,13-13 47 0 0,4-12-7 0 0,0-2-1 0 0,17-36 1 0 0,-26 44-46 0 0,1 0 0 0 0,1 1-1 0 0,1 0 1 0 0,1 1-1 0 0,0 0 1 0 0,1 1 0 0 0,20-18-1 0 0,-32 34-1 0 0,-1 0 0 0 0,0 0 0 0 0,1-1 0 0 0,-1 1 0 0 0,1 0 0 0 0,0 1 0 0 0,-1-1 0 0 0,1 0 0 0 0,0 0 0 0 0,-1 1 0 0 0,1-1 0 0 0,0 1-1 0 0,0-1 1 0 0,0 1 0 0 0,0 0 0 0 0,-1 0 0 0 0,1 0 0 0 0,0 0 0 0 0,0 0 0 0 0,0 0 0 0 0,3 1 0 0 0,-3 0 1 0 0,1 0-1 0 0,0 1 1 0 0,-1-1 0 0 0,1 1-1 0 0,-1-1 1 0 0,1 1-1 0 0,-1 0 1 0 0,0 0 0 0 0,0 0-1 0 0,0 0 1 0 0,0 1 0 0 0,3 2-1 0 0,1 4 10 0 0,-1 0 0 0 0,0 1-1 0 0,0 0 1 0 0,-1 0 0 0 0,0 0-1 0 0,4 15 1 0 0,-4-1 92 0 0,3 39 0 0 0,-6-44-43 0 0,1 0 0 0 0,1-1-1 0 0,10 38 1 0 0,-12-54-44 0 0,0 0 0 0 0,-1 1-1 0 0,2-1 1 0 0,-1 0 0 0 0,0 0-1 0 0,0 0 1 0 0,1 0-1 0 0,-1 0 1 0 0,1-1 0 0 0,-1 1-1 0 0,1 0 1 0 0,0-1 0 0 0,0 1-1 0 0,0-1 1 0 0,0 1 0 0 0,0-1-1 0 0,0 0 1 0 0,3 1 0 0 0,-1 0-3 0 0,0-1 1 0 0,1 0 0 0 0,-1 0-1 0 0,0-1 1 0 0,1 1-1 0 0,-1-1 1 0 0,1 0 0 0 0,-1 0-1 0 0,6-1 1 0 0,8-3 5 0 0,0 0-1 0 0,0-1 1 0 0,29-12 0 0 0,-43 16-10 0 0,21-11 7 0 0,0-1 0 0 0,0 0 0 0 0,-2-2 0 0 0,1-1 0 0 0,-2-1 0 0 0,0-1 0 0 0,-1 0 0 0 0,-1-2 0 0 0,-1 0 0 0 0,-1-2 0 0 0,-1 0 1 0 0,0-1-1 0 0,-2 0 0 0 0,-1-1 0 0 0,0-1 0 0 0,-2 0 0 0 0,12-36 0 0 0,-22 55-12 0 0,0 0 0 0 0,-1-1 0 0 0,1 1 1 0 0,-1 0-1 0 0,-1-1 0 0 0,1 1 0 0 0,-1 0 0 0 0,0-1 0 0 0,0 1 0 0 0,-2-9 1 0 0,2 14 0 0 0,-1 1 0 0 0,1-1 0 0 0,0 1 0 0 0,0-1 0 0 0,0 1-1 0 0,-1-1 1 0 0,1 1 0 0 0,0-1 0 0 0,0 1 0 0 0,-1 0 0 0 0,1-1 0 0 0,0 1 0 0 0,-1 0 0 0 0,1-1 0 0 0,0 1 0 0 0,-1 0 0 0 0,1-1 0 0 0,-1 1 0 0 0,1 0 0 0 0,0 0 0 0 0,-1-1 0 0 0,1 1 0 0 0,-1 0 0 0 0,1 0 0 0 0,-1 0 0 0 0,1 0 0 0 0,-1-1 0 0 0,1 1 0 0 0,-1 0 0 0 0,1 0 0 0 0,-1 0 0 0 0,1 0 0 0 0,-1 0 0 0 0,1 0 0 0 0,-1 0 0 0 0,1 1 0 0 0,-1-1 0 0 0,1 0 0 0 0,-1 0 0 0 0,1 0 0 0 0,0 0 0 0 0,-1 1 0 0 0,1-1 0 0 0,-1 0-1 0 0,1 0 1 0 0,-1 1 0 0 0,0 0 0 0 0,-19 14 21 0 0,10-3 39 0 0,2 0 1 0 0,0 1-1 0 0,0 0 0 0 0,2 0 1 0 0,-1 0-1 0 0,2 1 1 0 0,-1 0-1 0 0,-4 25 0 0 0,4-10 135 0 0,1 0 0 0 0,1 1-1 0 0,1 41 1 0 0,3-63-150 0 0,0 1-1 0 0,1-1 1 0 0,0 1-1 0 0,1 0 1 0 0,0-1-1 0 0,0 0 1 0 0,7 16 0 0 0,-8-21-27 0 0,1 1 0 0 0,0 0 0 0 0,0-1 0 0 0,1 1 0 0 0,-1-1 1 0 0,1 0-1 0 0,0 0 0 0 0,0 0 0 0 0,0 0 0 0 0,0 0 0 0 0,0-1 0 0 0,0 1 1 0 0,1-1-1 0 0,-1 0 0 0 0,1 0 0 0 0,0 0 0 0 0,0 0 0 0 0,5 1 0 0 0,3 0-77 0 0,0-1-1 0 0,0 0 0 0 0,0-1 0 0 0,1-1 0 0 0,-1 0 1 0 0,0 0-1 0 0,0-1 0 0 0,0-1 0 0 0,0 0 0 0 0,0 0 1 0 0,0-1-1 0 0,18-8 0 0 0,-15 5-706 0 0,-1-1 0 0 0,0 0-1 0 0,22-16 1 0 0,-23 13-1016 0 0,0 0 0 0 0,0-1-1 0 0,14-18 1 0 0,-4 1-4653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03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85 1700 0 0,'-51'15'3028'0'0,"9"-6"-755"0"0,8 1-397 0 0,3-3-436 0 0,9 0-300 0 0,3-2-188 0 0,7 0 1336 0 0,41-13-1956 0 0,7-4-64 0 0,17-5-48 0 0,8-2-304 0 0,16-2-624 0 0,2-3-628 0 0,3 5-2840 0 0,1-3-2633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05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58 414 1956 0 0,'6'-69'5531'0'0,"-5"49"-3261"0"0,4-30-1 0 0,-4 46-2041 0 0,-1 0 1 0 0,1 0 0 0 0,-1 0-1 0 0,0 0 1 0 0,0-1 0 0 0,-1-3-1 0 0,1 8-219 0 0,0 0 0 0 0,0 0 0 0 0,0 0 0 0 0,0 0 0 0 0,0-1 0 0 0,0 1 0 0 0,0 0 0 0 0,0 0 0 0 0,0 0 0 0 0,0 0-1 0 0,0 0 1 0 0,0-1 0 0 0,0 1 0 0 0,0 0 0 0 0,0 0 0 0 0,0 0 0 0 0,-1 0 0 0 0,1 0 0 0 0,0-1 0 0 0,0 1 0 0 0,0 0 0 0 0,0 0 0 0 0,0 0 0 0 0,0 0 0 0 0,0 0 0 0 0,0 0-1 0 0,0 0 1 0 0,-1 0 0 0 0,1-1 0 0 0,0 1 0 0 0,0 0 0 0 0,0 0 0 0 0,0 0 0 0 0,0 0 0 0 0,-1 0 0 0 0,1 0 0 0 0,0 0 0 0 0,0 0 0 0 0,0 0 0 0 0,0 0 0 0 0,0 0 0 0 0,-1 0-1 0 0,1 0 1 0 0,0 0 0 0 0,0 0 0 0 0,0 0 0 0 0,0 0 0 0 0,0 0 0 0 0,-1 0 0 0 0,-7 17 37 0 0,-39 150 286 0 0,43-148-316 0 0,1-1 0 0 0,1 1 0 0 0,1-1 1 0 0,0 1-1 0 0,1 0 0 0 0,2-1 0 0 0,3 24 1 0 0,-4-38-9 0 0,0 0 0 0 0,0 0 1 0 0,0 0-1 0 0,0-1 1 0 0,1 1-1 0 0,0 0 0 0 0,0-1 1 0 0,0 1-1 0 0,0-1 1 0 0,0 0-1 0 0,0 0 0 0 0,1 0 1 0 0,0 0-1 0 0,0 0 1 0 0,-1 0-1 0 0,2-1 0 0 0,-1 1 1 0 0,0-1-1 0 0,0 0 1 0 0,6 3-1 0 0,-3-3 4 0 0,0 0-1 0 0,0-1 1 0 0,0 0-1 0 0,0 0 1 0 0,0 0-1 0 0,0 0 1 0 0,0-1 0 0 0,0 0-1 0 0,0 0 1 0 0,0-1-1 0 0,0 0 1 0 0,11-3-1 0 0,2-1 5 0 0,-1 0 0 0 0,0-2 0 0 0,-1 0 0 0 0,1-1 0 0 0,-2-1 0 0 0,1-1 0 0 0,-1 0 0 0 0,0-1 0 0 0,23-22 0 0 0,-31 26-10 0 0,-1 0 0 0 0,0-1 0 0 0,0 0 1 0 0,0-1-1 0 0,-1 0 0 0 0,-1 0 0 0 0,0 0 0 0 0,0 0 0 0 0,0-1 0 0 0,-2 0 0 0 0,1 0 1 0 0,-1 0-1 0 0,0 0 0 0 0,-1-1 0 0 0,0 1 0 0 0,-1-1 0 0 0,0 1 0 0 0,-2-21 0 0 0,0 16-2 0 0,-2 0-1 0 0,0 0 0 0 0,-1 0 1 0 0,0 0-1 0 0,-1 1 0 0 0,-1 0 1 0 0,0 0-1 0 0,-12-19 0 0 0,15 27-7 0 0,-1 1 0 0 0,1-1 0 0 0,-1 1 0 0 0,-1-1 0 0 0,1 1 0 0 0,-1 1-1 0 0,0-1 1 0 0,0 0 0 0 0,0 1 0 0 0,-1 0 0 0 0,1 1 0 0 0,-1-1-1 0 0,0 1 1 0 0,0 0 0 0 0,0 0 0 0 0,0 1 0 0 0,-1 0 0 0 0,1 0 0 0 0,-1 0-1 0 0,1 1 1 0 0,-12-1 0 0 0,10 3-1 0 0,1 0 1 0 0,-1 0-1 0 0,0 1 1 0 0,1 0-1 0 0,0 1 1 0 0,-1-1-1 0 0,1 1 0 0 0,0 1 1 0 0,0-1-1 0 0,1 1 1 0 0,-1 1-1 0 0,1-1 0 0 0,0 1 1 0 0,0 0-1 0 0,0 0 1 0 0,-8 10-1 0 0,8-8 2 0 0,0 0 1 0 0,1 0-1 0 0,0 0 1 0 0,0 1-1 0 0,0 0 1 0 0,1 0-1 0 0,0 0 0 0 0,1 0 1 0 0,0 1-1 0 0,0-1 1 0 0,0 1-1 0 0,2 0 1 0 0,-1 0-1 0 0,0 9 0 0 0,2-14 5 0 0,0 0-1 0 0,0-1 1 0 0,0 1-1 0 0,1 0 1 0 0,0 0-1 0 0,-1-1 1 0 0,1 1-1 0 0,1-1 0 0 0,-1 1 1 0 0,0-1-1 0 0,1 1 1 0 0,0-1-1 0 0,0 0 1 0 0,0 0-1 0 0,0 1 1 0 0,0-1-1 0 0,4 3 1 0 0,-3-4-1 0 0,0 0 0 0 0,-1 0 0 0 0,1 0 0 0 0,0-1 0 0 0,0 1 0 0 0,0-1 0 0 0,0 0 0 0 0,0 0 0 0 0,0 0 1 0 0,1-1-1 0 0,-1 1 0 0 0,0-1 0 0 0,0 1 0 0 0,0-1 0 0 0,1 0 0 0 0,-1 0 0 0 0,0-1 0 0 0,0 1 1 0 0,1-1-1 0 0,5-1 0 0 0,8-3 2 0 0,1-1 0 0 0,-1-1 0 0 0,0 0 0 0 0,-1-2 0 0 0,0 0 0 0 0,0 0 0 0 0,0-2 0 0 0,-2 0 0 0 0,15-13 0 0 0,15-18 21 0 0,54-68 0 0 0,25-25-33 0 0,-121 133 5 0 0,1 0 0 0 0,-1 0-1 0 0,0 0 1 0 0,1 1 0 0 0,-1-1 0 0 0,1 1 0 0 0,-1 0-1 0 0,1-1 1 0 0,-1 1 0 0 0,1 1 0 0 0,0-1 0 0 0,0 0 0 0 0,0 1-1 0 0,-1-1 1 0 0,1 1 0 0 0,0 0 0 0 0,4 0 0 0 0,-2 0 2 0 0,-1 1 0 0 0,1 0 1 0 0,0 0-1 0 0,-1 1 1 0 0,1 0-1 0 0,-1-1 1 0 0,1 1-1 0 0,-1 1 0 0 0,6 3 1 0 0,2 3 3 0 0,0 1-1 0 0,-1 0 1 0 0,0 0 0 0 0,0 1 0 0 0,13 19-1 0 0,-9-10 13 0 0,-2 2 0 0 0,0 0 0 0 0,-1 0 0 0 0,-1 1 0 0 0,-1 1 0 0 0,-1 0 0 0 0,7 29 0 0 0,-13-40 188 0 0,0 0-1 0 0,-1 0 1 0 0,0 1 0 0 0,-1-1-1 0 0,0 1 1 0 0,-1-1-1 0 0,-1 1 1 0 0,0-1 0 0 0,-1 1-1 0 0,-1-1 1 0 0,0 0 0 0 0,0 0-1 0 0,-1 0 1 0 0,-1 0-1 0 0,-7 14 1 0 0,10-24-77 0 0,0 1 1 0 0,0-1-1 0 0,-1 0 0 0 0,1 0 1 0 0,-1 0-1 0 0,1-1 0 0 0,-1 1 1 0 0,0-1-1 0 0,0 1 0 0 0,0-1 1 0 0,0 0-1 0 0,-6 3 1 0 0,7-4-80 0 0,-1 0 0 0 0,1 0 0 0 0,0-1 1 0 0,-1 1-1 0 0,1-1 0 0 0,-1 0 1 0 0,1 0-1 0 0,-1 1 0 0 0,1-1 1 0 0,-1-1-1 0 0,1 1 0 0 0,-1 0 0 0 0,1-1 1 0 0,-1 1-1 0 0,1-1 0 0 0,0 0 1 0 0,-1 0-1 0 0,1 0 0 0 0,-4-2 1 0 0,5 2-43 0 0,0 1 1 0 0,1-1 0 0 0,-1 1 0 0 0,1-1 0 0 0,0 0-1 0 0,-1 1 1 0 0,1-1 0 0 0,-1 0 0 0 0,1 1 0 0 0,0-1-1 0 0,-1 0 1 0 0,1 1 0 0 0,0-1 0 0 0,0 0 0 0 0,0 0 0 0 0,0 0-1 0 0,0 1 1 0 0,0-1 0 0 0,0 0 0 0 0,0 0 0 0 0,0 1-1 0 0,0-1 1 0 0,0 0 0 0 0,0-1 0 0 0,6-16 35 0 0,2 8-110 0 0,1 0 0 0 0,-1 1 0 0 0,2 0 0 0 0,-1 1 0 0 0,1 0 0 0 0,1 1 0 0 0,21-13 0 0 0,-21 13-148 0 0,112-63-1889 0 0,-66 39 884 0 0,69-50 1 0 0,-116 73 1249 0 0,0 0 0 0 0,-1-1 0 0 0,0 0 1 0 0,0 0-1 0 0,-1-1 0 0 0,-1 0 0 0 0,1-1 0 0 0,-2 0 1 0 0,1 0-1 0 0,-1 0 0 0 0,-1-1 0 0 0,0 0 1 0 0,-1 0-1 0 0,0 0 0 0 0,3-23 0 0 0,-4 19 813 0 0,3-16 344 0 0,-6 32-1179 0 0,0 0 0 0 0,0 0 0 0 0,1 0-1 0 0,-1 0 1 0 0,0 0 0 0 0,0 0 0 0 0,0 0-1 0 0,0 0 1 0 0,0 1 0 0 0,0-1 0 0 0,0 0-1 0 0,0 0 1 0 0,0 0 0 0 0,0 0 0 0 0,0 0-1 0 0,0 0 1 0 0,0 0 0 0 0,0 0 0 0 0,0 0-1 0 0,0 0 1 0 0,1 0 0 0 0,-1 0 0 0 0,0 0-1 0 0,0 0 1 0 0,0 0 0 0 0,0 0 0 0 0,0 0-1 0 0,0 0 1 0 0,0 0 0 0 0,0 0 0 0 0,0 0-1 0 0,0 0 1 0 0,0 0 0 0 0,0 0 0 0 0,0 0-1 0 0,0 0 1 0 0,1 0 0 0 0,-1 0-1 0 0,0 0 1 0 0,0-1 0 0 0,0 1 0 0 0,0 0-1 0 0,0 0 1 0 0,0 0 0 0 0,0 0 0 0 0,0 0-1 0 0,0 0 1 0 0,0 0 0 0 0,0 0 0 0 0,0 0-1 0 0,0 0 1 0 0,0 0 0 0 0,0 0 0 0 0,0 0-1 0 0,2 19 83 0 0,2 39 38 0 0,0 22 68 0 0,23 126 0 0 0,-26-201-224 0 0,0 0 0 0 0,0 0 0 0 0,1 0 0 0 0,0 0 0 0 0,0-1 0 0 0,0 1 0 0 0,1-1 0 0 0,-1 1 0 0 0,1-1 0 0 0,0 0 0 0 0,0 0 0 0 0,1 0 0 0 0,-1 0 0 0 0,8 6 0 0 0,-8-9-251 0 0,0 1-1 0 0,0 0 1 0 0,0-1-1 0 0,0 0 1 0 0,0 0-1 0 0,1 0 1 0 0,-1 0-1 0 0,0 0 1 0 0,1 0-1 0 0,-1-1 1 0 0,0 0-1 0 0,1 1 1 0 0,-1-1-1 0 0,1-1 1 0 0,-1 1-1 0 0,0 0 1 0 0,1-1-1 0 0,-1 0 1 0 0,0 0-1 0 0,0 0 1 0 0,1 0-1 0 0,-1 0 1 0 0,4-3-1 0 0,10-5-3598 0 0,-1-2-1674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05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46 784 0 0,'-14'-13'2212'0'0,"2"2"-540"0"0,0 3-459 0 0,0 1-181 0 0,0 2-280 0 0,1 3 352 0 0,-9 4-680 0 0,10 1-292 0 0,1 6-184 0 0,2 1-436 0 0,2 2-172 0 0,1 5-476 0 0,1 1-1045 0 0,3-1-223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06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363 333 872 0 0,'3'-5'1573'0'0,"0"1"0"0"0,0-1 1 0 0,0 1-1 0 0,4-10 0 0 0,-6 11-1256 0 0,0 0 0 0 0,0 0-1 0 0,0 0 1 0 0,-1 0 0 0 0,0 0 0 0 0,1 0 0 0 0,-1 0 0 0 0,0 0-1 0 0,0 0 1 0 0,-1-1 0 0 0,1 1 0 0 0,-1 0 0 0 0,1 0 0 0 0,-1 0-1 0 0,-2-5 1 0 0,2 6-236 0 0,1 0-1 0 0,-1 0 1 0 0,0 0-1 0 0,0 0 1 0 0,0 0-1 0 0,0 1 1 0 0,0-1-1 0 0,0 0 1 0 0,-1 1-1 0 0,1-1 1 0 0,0 1-1 0 0,-1-1 1 0 0,0 1 0 0 0,1-1-1 0 0,-1 1 1 0 0,0 0-1 0 0,1 0 1 0 0,-1 0-1 0 0,0 0 1 0 0,0 0-1 0 0,-2 0 1 0 0,0 0-36 0 0,1 1 0 0 0,0-1 0 0 0,0 1 0 0 0,-1 0 0 0 0,1 0-1 0 0,0 1 1 0 0,-1-1 0 0 0,1 1 0 0 0,0 0 0 0 0,0 0 0 0 0,0 0 0 0 0,-4 1 0 0 0,-5 4-18 0 0,0 0-1 0 0,1 1 0 0 0,0 0 0 0 0,0 1 1 0 0,-15 14-1 0 0,10-6-7 0 0,0 1 0 0 0,1 0 0 0 0,0 1 0 0 0,-13 23 0 0 0,21-29-14 0 0,0 0 0 0 0,1 0 1 0 0,0 1-1 0 0,1-1 0 0 0,1 1 0 0 0,-1 1 0 0 0,2-1 1 0 0,-3 18-1 0 0,6-26-2 0 0,0-1 1 0 0,-1 1-1 0 0,2-1 0 0 0,-1 1 1 0 0,0-1-1 0 0,1 1 0 0 0,0-1 1 0 0,0 0-1 0 0,0 1 0 0 0,1-1 1 0 0,-1 0-1 0 0,1 0 0 0 0,0 0 1 0 0,5 7-1 0 0,-5-8-2 0 0,0-1 0 0 0,0 0 0 0 0,0 1 0 0 0,1-1 0 0 0,-1 0 0 0 0,1-1 0 0 0,0 1 0 0 0,0 0 0 0 0,-1-1 0 0 0,1 1 1 0 0,0-1-1 0 0,0 0 0 0 0,0 0 0 0 0,1 0 0 0 0,-1 0 0 0 0,0-1 0 0 0,0 1 0 0 0,0-1 0 0 0,1 0 0 0 0,-1 0 0 0 0,4 0 0 0 0,0-1-1 0 0,1 0-1 0 0,-1 0 1 0 0,0-1 0 0 0,0 1-1 0 0,0-2 1 0 0,0 1-1 0 0,0-1 1 0 0,0 0 0 0 0,-1 0-1 0 0,1-1 1 0 0,-1 0-1 0 0,0 0 1 0 0,0-1 0 0 0,9-8-1 0 0,-7 5 2 0 0,0-1-1 0 0,-1 0 1 0 0,0-1 0 0 0,-1 0-1 0 0,0 0 1 0 0,0 0 0 0 0,-1 0 0 0 0,6-18-1 0 0,6-26 13 0 0,13-31-88 0 0,-29 83 50 0 0,0 4 13 0 0,5 14 26 0 0,0 0 0 0 0,-1 0 1 0 0,-1 0-1 0 0,0 1 0 0 0,2 33 1 0 0,1 2 188 0 0,14 71 250 0 0,-5 1 1 0 0,-5 0 0 0 0,-10 216-1 0 0,-4-299-68 0 0,-2-1 0 0 0,-15 58 0 0 0,15-82-200 0 0,0 0 0 0 0,0 0 0 0 0,-2-1 0 0 0,0 0 0 0 0,-1 0 0 0 0,0-1 0 0 0,-1 0 0 0 0,-19 23 0 0 0,24-33-145 0 0,-1 1 0 0 0,1 0 0 0 0,-2-1 0 0 0,1 0-1 0 0,0 0 1 0 0,-1 0 0 0 0,1-1 0 0 0,-1 0 0 0 0,0 0 0 0 0,0 0 0 0 0,0-1 0 0 0,-1 0 0 0 0,1 0 0 0 0,-1-1-1 0 0,1 1 1 0 0,-1-2 0 0 0,1 1 0 0 0,-1 0 0 0 0,1-1 0 0 0,-1-1 0 0 0,0 1 0 0 0,1-1 0 0 0,-1 0 0 0 0,1 0-1 0 0,-1-1 1 0 0,1 0 0 0 0,0 0 0 0 0,0-1 0 0 0,0 1 0 0 0,-8-6 0 0 0,1 1-17 0 0,1-1-1 0 0,0 0 1 0 0,0-1 0 0 0,1 0-1 0 0,0-1 1 0 0,1-1 0 0 0,0 1 0 0 0,1-2-1 0 0,0 1 1 0 0,0-1 0 0 0,2 0-1 0 0,-13-26 1 0 0,15 25-24 0 0,0 0 1 0 0,1 0-1 0 0,1-1 0 0 0,0 1 1 0 0,1-1-1 0 0,0 0 0 0 0,1 0 0 0 0,0 0 1 0 0,3-21-1 0 0,0 15-1 0 0,2 0 0 0 0,0 0 0 0 0,2 0 0 0 0,0 0 0 0 0,16-33 0 0 0,2 7-409 0 0,2 2 0 0 0,2 1 0 0 0,2 1 0 0 0,47-51 0 0 0,71-68-3216 0 0,27-33-1775 0 0,-127 136 3531 0 0,59-93 0 0 0,-92 127 2309 0 0,-1 0-1 0 0,-2-1 0 0 0,0 0 1 0 0,-1-1-1 0 0,-2 0 0 0 0,-1-1 0 0 0,7-35 1 0 0,-15 55-196 0 0,1 0 1 0 0,-1 0-1 0 0,0 1 0 0 0,-1-8 1 0 0,0 12 59 0 0,-1 3-275 0 0,0 1 1 0 0,0-1-1 0 0,0 1 1 0 0,1 0-1 0 0,-1 0 0 0 0,1 0 1 0 0,-1 0-1 0 0,1 0 1 0 0,-1 0-1 0 0,1 0 0 0 0,0 0 1 0 0,0 1-1 0 0,0-1 1 0 0,0 0-1 0 0,1 1 1 0 0,-1-1-1 0 0,1 0 0 0 0,-1 1 1 0 0,1 2-1 0 0,-3 57 324 0 0,3-43-241 0 0,-1 18-10 0 0,1-1-1 0 0,2 0 1 0 0,1 0 0 0 0,2 0-1 0 0,2 0 1 0 0,1-1-1 0 0,18 48 1 0 0,-23-76-138 0 0,0 0-1 0 0,0-1 1 0 0,0 0-1 0 0,1 1 1 0 0,0-1 0 0 0,0-1-1 0 0,1 1 1 0 0,0-1-1 0 0,0 1 1 0 0,0-1 0 0 0,1-1-1 0 0,-1 1 1 0 0,12 6-1 0 0,-12-8-156 0 0,0-1 0 0 0,1 0-1 0 0,-1 0 1 0 0,1-1 0 0 0,-1 0-1 0 0,1 0 1 0 0,-1 0-1 0 0,1 0 1 0 0,-1-1 0 0 0,1 0-1 0 0,0 0 1 0 0,-1-1 0 0 0,1 1-1 0 0,0-1 1 0 0,-1-1-1 0 0,0 1 1 0 0,1-1 0 0 0,6-2-1 0 0,-1-1-107 0 0,0-1 0 0 0,-1 0 0 0 0,0 0 1 0 0,0-1-1 0 0,-1-1 0 0 0,0 1 0 0 0,0-1 0 0 0,-1-1 0 0 0,0 0 0 0 0,0 0 0 0 0,-1 0 0 0 0,0-1 0 0 0,-1 0 0 0 0,0 0 0 0 0,5-13 0 0 0,4-10 868 0 0,-2-1-1 0 0,-2-1 0 0 0,13-59 1 0 0,-1-43 3556 0 0,-12 63-1731 0 0,-11 72-2249 0 0,0 30 648 0 0,-9 204 1843 0 0,-1-2-1723 0 0,10-230-897 0 0,0 1 0 0 0,0-1 0 0 0,0 0 0 0 0,0 1 0 0 0,0-1-1 0 0,0 1 1 0 0,0-1 0 0 0,0 1 0 0 0,0-1 0 0 0,0 1 0 0 0,0-1 0 0 0,0 1 0 0 0,1-1 0 0 0,-1 1-1 0 0,0-1 1 0 0,0 1 0 0 0,0-1 0 0 0,1 0 0 0 0,-1 1 0 0 0,0-1 0 0 0,0 1 0 0 0,1-1 0 0 0,-1 0-1 0 0,0 1 1 0 0,1-1 0 0 0,8-5 60 0 0,8-20-68 0 0,28-94 35 0 0,-30 76-24 0 0,1 0 0 0 0,26-46 0 0 0,-37 81-19 0 0,22-36-8 0 0,-25 41 8 0 0,0 0-1 0 0,0 0 1 0 0,0 1-1 0 0,1-1 1 0 0,-1 1-1 0 0,1 0 1 0 0,0 0-1 0 0,0 0 1 0 0,0 0-1 0 0,0 0 1 0 0,4-2-1 0 0,-5 3 2 0 0,-1 1 0 0 0,1 0 0 0 0,0-1 0 0 0,-1 1-1 0 0,1 0 1 0 0,0 0 0 0 0,-1 0 0 0 0,1 0 0 0 0,-1 0-1 0 0,1 0 1 0 0,0 0 0 0 0,-1 0 0 0 0,1 1 0 0 0,0-1-1 0 0,-1 1 1 0 0,1-1 0 0 0,-1 1 0 0 0,1 0 0 0 0,-1-1-1 0 0,3 3 1 0 0,-1-1 3 0 0,-1 0-1 0 0,1 1 1 0 0,-1-1-1 0 0,0 1 0 0 0,1 0 1 0 0,-1 0-1 0 0,-1 0 1 0 0,1 0-1 0 0,2 4 1 0 0,1 5 47 0 0,-1 0 1 0 0,-1-1 0 0 0,1 2-1 0 0,1 16 1 0 0,0 19 344 0 0,-3 58 1 0 0,2 5 55 0 0,-5-109-412 0 0,1 0 1 0 0,1 1 0 0 0,-1-1-1 0 0,0 0 1 0 0,1 0 0 0 0,-1 0-1 0 0,1 0 1 0 0,-1 0 0 0 0,1 0 0 0 0,0-1-1 0 0,0 1 1 0 0,0 0 0 0 0,0 0-1 0 0,1 2 1 0 0,-1-4-28 0 0,1 1 1 0 0,-1-1-1 0 0,0 1 1 0 0,0-1-1 0 0,0 1 1 0 0,1-1-1 0 0,-1 0 1 0 0,0 0-1 0 0,0 1 1 0 0,1-1-1 0 0,-1 0 1 0 0,0 0-1 0 0,0 0 1 0 0,1-1-1 0 0,-1 1 1 0 0,0 0-1 0 0,0 0 1 0 0,1-1-1 0 0,-1 1 1 0 0,0 0-1 0 0,0-1 1 0 0,0 1-1 0 0,1-1 1 0 0,-1 0-1 0 0,1 0 1 0 0,6-4-55 0 0,0 0 0 0 0,0 0 1 0 0,0-1-1 0 0,0 0 0 0 0,-1 0 0 0 0,0-1 0 0 0,-1 0 0 0 0,1 0 1 0 0,-1-1-1 0 0,9-15 0 0 0,-1-1-1287 0 0,-1-2 0 0 0,15-37 0 0 0,-19 38-2851 0 0,10-46-1 0 0,-13 37-2160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06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0 1764 0 0,'-29'0'2188'0'0,"5"2"-503"0"0,3-2-305 0 0,0 0-308 0 0,6 0-216 0 0,1 2-184 0 0,-1-2 264 0 0,-6 3-372 0 0,14 4-588 0 0,11 3-1048 0 0,3-3-156 0 0,1 0-1556 0 0,4 0-821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07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1052 0 0,'8'-12'7864'0'0,"9"-10"229"0"0,-17 21-7966 0 0,1 0-1 0 0,-1 1 1 0 0,0-1 0 0 0,0 0 0 0 0,0 1-1 0 0,1-1 1 0 0,-1 0 0 0 0,0 1 0 0 0,1-1-1 0 0,-1 1 1 0 0,0-1 0 0 0,1 0 0 0 0,-1 1 0 0 0,1-1-1 0 0,-1 1 1 0 0,1 0 0 0 0,-1-1 0 0 0,1 1-1 0 0,-1-1 1 0 0,2 0 0 0 0,-2 1-94 0 0,0 0 1 0 0,1 0-1 0 0,-1 0 1 0 0,1 0-1 0 0,-1 0 0 0 0,0 0 1 0 0,1 0-1 0 0,-1 0 1 0 0,0 0-1 0 0,1 0 1 0 0,-1 0-1 0 0,1 0 1 0 0,-1 0-1 0 0,0 0 0 0 0,1 1 1 0 0,-1-1-1 0 0,0 0 1 0 0,1 0-1 0 0,-1 0 1 0 0,0 0-1 0 0,1 1 1 0 0,-1-1-1 0 0,0 0 0 0 0,0 0 1 0 0,1 1-1 0 0,-1-1 1 0 0,0 0-1 0 0,0 1 1 0 0,1-1-1 0 0,-1 0 1 0 0,0 0-1 0 0,0 1 0 0 0,0-1 1 0 0,1 1-1 0 0,-1-1 1 0 0,0 0-1 0 0,0 1 1 0 0,0-1-1 0 0,0 0 0 0 0,0 1 1 0 0,0-1-1 0 0,0 0 1 0 0,0 1-1 0 0,0-1 1 0 0,0 1-1 0 0,0-1 1 0 0,0 1-1 0 0,4 40 646 0 0,-2 0 0 0 0,-4 56 0 0 0,0-51-497 0 0,0 8-238 0 0,0 69 563 0 0,3-102-1639 0 0,1 1 0 0 0,1-1 0 0 0,8 33 0 0 0,-2-28-2519 0 0,1-11-2554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07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0 142 276 0 0,'5'-26'6529'0'0,"-4"22"-5166"0"0,0 1 0 0 0,0-1 0 0 0,-1 0 0 0 0,1 0 0 0 0,-1 0 0 0 0,0-7 0 0 0,0 11-1300 0 0,1 1 0 0 0,-1-1 1 0 0,1 0-1 0 0,-1 0 0 0 0,1 1 0 0 0,-1-1 0 0 0,1 0 0 0 0,-1 1 0 0 0,0-1 0 0 0,1 0 0 0 0,-1 1 1 0 0,0-1-1 0 0,1 1 0 0 0,-1-1 0 0 0,0 1 0 0 0,1-1 0 0 0,-1 0 0 0 0,0 1 0 0 0,0-1 1 0 0,0 1-1 0 0,1-1 0 0 0,-1 1 0 0 0,0-1 0 0 0,0 1 0 0 0,0 0 0 0 0,3 17 562 0 0,-2-14-355 0 0,3 31 312 0 0,-2 0 0 0 0,-1 1 0 0 0,-2-1 0 0 0,-6 40 0 0 0,-1 47-5 0 0,8-110-431 0 0,-1-15-55 0 0,2-23-187 0 0,9-17-166 0 0,2 0 0 0 0,2 1 0 0 0,28-61 0 0 0,-32 84 233 0 0,0 0 0 0 0,1 1 1 0 0,1 0-1 0 0,1 1 0 0 0,0 0 1 0 0,1 1-1 0 0,1 1 1 0 0,0 0-1 0 0,24-17 0 0 0,-36 30 69 0 0,0 0 1 0 0,-1 0-1 0 0,1 0 0 0 0,0 1 0 0 0,0-1 1 0 0,0 1-1 0 0,0 0 0 0 0,0-1 0 0 0,0 2 0 0 0,1-1 1 0 0,-1 0-1 0 0,0 1 0 0 0,0-1 0 0 0,1 1 1 0 0,-1 0-1 0 0,0 0 0 0 0,1 0 0 0 0,-1 0 0 0 0,0 1 1 0 0,0 0-1 0 0,1-1 0 0 0,-1 1 0 0 0,0 0 1 0 0,0 1-1 0 0,0-1 0 0 0,0 0 0 0 0,0 1 0 0 0,0 0 1 0 0,0-1-1 0 0,-1 1 0 0 0,1 0 0 0 0,-1 1 1 0 0,1-1-1 0 0,-1 0 0 0 0,0 1 0 0 0,0-1 0 0 0,0 1 1 0 0,0 0-1 0 0,2 4 0 0 0,4 10 276 0 0,-1 0-1 0 0,0 0 1 0 0,-2 0-1 0 0,0 1 1 0 0,-1 0 0 0 0,4 34-1 0 0,-6-33-166 0 0,1 1 0 0 0,1-1-1 0 0,1 1 1 0 0,0-1 0 0 0,12 24 0 0 0,-16-40-147 0 0,0 0 1 0 0,1 0 0 0 0,0 0-1 0 0,-1-1 1 0 0,1 1 0 0 0,0-1-1 0 0,0 1 1 0 0,1-1-1 0 0,-1 0 1 0 0,0 0 0 0 0,1 0-1 0 0,-1 0 1 0 0,1 0 0 0 0,0 0-1 0 0,-1-1 1 0 0,1 1 0 0 0,0-1-1 0 0,0 0 1 0 0,0 0 0 0 0,0 0-1 0 0,0 0 1 0 0,0-1-1 0 0,1 1 1 0 0,4-1 0 0 0,-4 0-239 0 0,1-1 0 0 0,-1 1 0 0 0,1-1-1 0 0,-1-1 1 0 0,0 1 0 0 0,0 0 0 0 0,0-1 0 0 0,1 0 0 0 0,-2 0 0 0 0,1 0 0 0 0,0-1 0 0 0,0 1 0 0 0,-1-1 0 0 0,1 0 0 0 0,-1 0 0 0 0,0 0 0 0 0,5-6 0 0 0,-3 1-1102 0 0,0 0 0 0 0,0 0 1 0 0,0 0-1 0 0,-1 0 1 0 0,-1-1-1 0 0,1 0 1 0 0,-1 0-1 0 0,2-9 1 0 0,0-8-5924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07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34 1888 0 0,'-144'-32'11352'0'0,"143"32"-11309"0"0,0-1-1 0 0,0 1 1 0 0,0 0-1 0 0,-1 0 1 0 0,1 0 0 0 0,0 0-1 0 0,0 0 1 0 0,0 0 0 0 0,0 0-1 0 0,0 0 1 0 0,0 0-1 0 0,0 1 1 0 0,0-1 0 0 0,0 0-1 0 0,0 1 1 0 0,0-1 0 0 0,0 1-1 0 0,0-1 1 0 0,-2 2-1 0 0,3-1-79 0 0,-1-1 0 0 0,1 1 0 0 0,-1 0 0 0 0,1-1-1 0 0,-1 1 1 0 0,1 0 0 0 0,0 0 0 0 0,0 0 0 0 0,-1-1 0 0 0,1 1-1 0 0,0 0 1 0 0,0 0 0 0 0,0 0 0 0 0,0 0 0 0 0,0 0-1 0 0,0-1 1 0 0,0 1 0 0 0,0 0 0 0 0,0 1 0 0 0,1 2-423 0 0,0-1 1 0 0,0 1 0 0 0,1-1-1 0 0,-1 1 1 0 0,1-1 0 0 0,-1 1-1 0 0,1-1 1 0 0,4 5 0 0 0,6 4-2503 0 0,1 1-887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08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0 155 816 0 0,'3'-1'1602'0'0,"6"0"708"0"0,-1 0 1 0 0,0 1-1 0 0,1-1 0 0 0,14 3 0 0 0,-22-2-2093 0 0,0 0 0 0 0,1 1-1 0 0,-1-1 1 0 0,0 1 0 0 0,1-1-1 0 0,-1 1 1 0 0,0 0 0 0 0,0 0 0 0 0,1-1-1 0 0,-1 1 1 0 0,0 0 0 0 0,0 0-1 0 0,0 0 1 0 0,0 0 0 0 0,0 0-1 0 0,0 0 1 0 0,0 0 0 0 0,-1 1-1 0 0,2 0 1 0 0,10 26 1030 0 0,-11-22-730 0 0,27 86 2263 0 0,21 137 0 0 0,-43-199-2528 0 0,23 168 421 0 0,-7-42 1510 0 0,-22-156-2140 0 0,0 0 1 0 0,1 1-1 0 0,-1-1 0 0 0,0 0 0 0 0,0 1 0 0 0,0-1 0 0 0,0 0 0 0 0,0 0 1 0 0,0 1-1 0 0,0-1 0 0 0,0 0 0 0 0,0 0 0 0 0,0 1 0 0 0,0-1 0 0 0,0 0 1 0 0,0 1-1 0 0,0-1 0 0 0,0 0 0 0 0,0 0 0 0 0,0 1 0 0 0,0-1 0 0 0,0 0 0 0 0,0 1 1 0 0,0-1-1 0 0,0 0 0 0 0,-1 0 0 0 0,1 1 0 0 0,0-1 0 0 0,0 0 0 0 0,0 0 1 0 0,0 0-1 0 0,-1 1 0 0 0,1-1 0 0 0,0 0 0 0 0,-9-7 368 0 0,-6-16-294 0 0,-5-20-263 0 0,2 0-1 0 0,2-1 0 0 0,2 0 0 0 0,2-1 0 0 0,1-1 0 0 0,-5-61 0 0 0,12 55-130 0 0,2 1-1 0 0,7-86 1 0 0,-4 120 202 0 0,2 0 1 0 0,0 1-1 0 0,1-1 1 0 0,0 1-1 0 0,1 0 0 0 0,1 0 1 0 0,1 1-1 0 0,0 0 1 0 0,1 0-1 0 0,1 1 0 0 0,0-1 1 0 0,14-15-1 0 0,-17 25 58 0 0,-1-1 0 0 0,1 1 0 0 0,1 0 0 0 0,-1 1 0 0 0,1-1-1 0 0,0 1 1 0 0,0 1 0 0 0,0-1 0 0 0,0 1 0 0 0,1 0 0 0 0,-1 1 0 0 0,1 0-1 0 0,0 0 1 0 0,-1 1 0 0 0,1 0 0 0 0,0 0 0 0 0,0 1 0 0 0,0 0 0 0 0,0 0-1 0 0,0 1 1 0 0,0 0 0 0 0,-1 0 0 0 0,1 1 0 0 0,15 5 0 0 0,-13-4 5 0 0,0 1 1 0 0,0 0 0 0 0,0 1 0 0 0,0 1-1 0 0,-1-1 1 0 0,1 1 0 0 0,-1 1-1 0 0,-1 0 1 0 0,0 0 0 0 0,0 1-1 0 0,0 0 1 0 0,-1 0 0 0 0,0 1-1 0 0,0-1 1 0 0,-1 2 0 0 0,-1-1-1 0 0,9 17 1 0 0,-12-19 23 0 0,1 0 0 0 0,-1 0 0 0 0,-1 0 0 0 0,1 1-1 0 0,-1-1 1 0 0,0 0 0 0 0,-1 1 0 0 0,0-1 0 0 0,0 0 0 0 0,-1 1-1 0 0,0-1 1 0 0,0 0 0 0 0,-4 14 0 0 0,1-11-3 0 0,0 0 1 0 0,0-1-1 0 0,-1 1 0 0 0,-1-1 1 0 0,1 0-1 0 0,-1 0 1 0 0,-1-1-1 0 0,-13 15 0 0 0,6-10-28 0 0,-1-1 0 0 0,0 0 0 0 0,-1-1 0 0 0,0 0 0 0 0,0-1 0 0 0,-1-1 0 0 0,0-1 0 0 0,-1-1-1 0 0,0 0 1 0 0,-23 6 0 0 0,21-10-211 0 0,-1-1 1 0 0,-22 0-1 0 0,0 1-145 0 0,41-3 285 0 0,1 0 71 0 0,0 0-1 0 0,0 0 1 0 0,0 0-1 0 0,0 0 1 0 0,1 0-1 0 0,-1 0 1 0 0,0 1-1 0 0,0-1 1 0 0,0 0-1 0 0,0 0 1 0 0,1 1-1 0 0,-1-1 1 0 0,0 0 0 0 0,-1 2-1 0 0,3 1 3 0 0,0 1 0 0 0,0-1 0 0 0,1 1-1 0 0,-1-1 1 0 0,1 0 0 0 0,0 0 0 0 0,0 0 0 0 0,0 0 0 0 0,4 4 0 0 0,27 29 39 0 0,-21-24 0 0 0,58 63 13 0 0,3-4 1 0 0,95 71-1 0 0,-142-123-1518 0 0,2-2 1 0 0,41 21 0 0 0,-54-32-1175 0 0,1 1 0 0 0,0-2 0 0 0,25 6 0 0 0,-15-7-5748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08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78 201 2884 0 0,'-3'-9'814'0'0,"2"-1"1"0"0,-1 1-1 0 0,2 0 0 0 0,-1-1 0 0 0,1 1 0 0 0,1-1 0 0 0,-1 1 0 0 0,1 0 0 0 0,1-1 1 0 0,4-14-1 0 0,-4 19-650 0 0,0 0 0 0 0,1 0-1 0 0,0 0 1 0 0,-1 0 0 0 0,2 0 0 0 0,-1 1 0 0 0,0-1 0 0 0,1 1 0 0 0,0 0 0 0 0,0 0 0 0 0,0 0 0 0 0,1 0 0 0 0,-1 1 0 0 0,1 0 0 0 0,0 0 0 0 0,-1 0 0 0 0,2 1 0 0 0,7-4 0 0 0,-11 5-144 0 0,0 1 0 0 0,1-1 0 0 0,-1 1 1 0 0,0-1-1 0 0,0 1 0 0 0,0 0 0 0 0,1-1 1 0 0,-1 1-1 0 0,0 0 0 0 0,1 1 0 0 0,-1-1 1 0 0,0 0-1 0 0,0 1 0 0 0,0-1 0 0 0,1 1 1 0 0,-1 0-1 0 0,0-1 0 0 0,0 1 0 0 0,0 0 1 0 0,0 1-1 0 0,0-1 0 0 0,0 0 0 0 0,-1 0 1 0 0,1 1-1 0 0,0-1 0 0 0,0 1 0 0 0,-1-1 1 0 0,1 1-1 0 0,-1 0 0 0 0,2 2 0 0 0,-1 0 33 0 0,1 0 1 0 0,-1 0-1 0 0,0 0 0 0 0,0 0 0 0 0,-1 0 0 0 0,1 0 1 0 0,-1 1-1 0 0,0-1 0 0 0,0 1 0 0 0,0-1 0 0 0,-1 1 0 0 0,1-1 1 0 0,-1 7-1 0 0,-4 6 139 0 0,0-1 0 0 0,0 0 0 0 0,-2 0 0 0 0,0-1 0 0 0,0 0 0 0 0,-2 0 0 0 0,-16 26 0 0 0,9-17-6 0 0,6-8-74 0 0,4-9 69 0 0,1 0 0 0 0,0 0 0 0 0,0 1 0 0 0,-4 13 0 0 0,8-21-169 0 0,0 1 0 0 0,1 0 0 0 0,-1 0 0 0 0,0-1 0 0 0,1 1 0 0 0,-1 0 0 0 0,1-1 0 0 0,-1 1 0 0 0,1-1 0 0 0,-1 1 0 0 0,1 0 0 0 0,0-1 0 0 0,-1 1 0 0 0,1-1 0 0 0,0 0 0 0 0,-1 1 0 0 0,1-1 0 0 0,0 0 0 0 0,-1 1-1 0 0,1-1 1 0 0,0 0 0 0 0,0 1 0 0 0,-1-1 0 0 0,1 0 0 0 0,0 0 0 0 0,0 0 0 0 0,0 0 0 0 0,1 0 0 0 0,-1 0-5 0 0,24 5 80 0 0,0 1 0 0 0,-1 1 0 0 0,0 1-1 0 0,36 17 1 0 0,-52-20 24 0 0,0-1 0 0 0,0 1 0 0 0,-1 1 0 0 0,1 0 0 0 0,-1 0-1 0 0,-1 0 1 0 0,8 8 0 0 0,-11-9 33 0 0,1-1 1 0 0,-1 1-1 0 0,0 0 0 0 0,-1 0 0 0 0,1 1 1 0 0,-1-1-1 0 0,0 0 0 0 0,0 1 0 0 0,0-1 0 0 0,-1 1 1 0 0,0 0-1 0 0,1 8 0 0 0,-3-7-25 0 0,1 0-1 0 0,-1 1 1 0 0,0-1-1 0 0,-1 0 1 0 0,1 0-1 0 0,-1 0 1 0 0,-1-1-1 0 0,1 1 1 0 0,-1 0 0 0 0,0-1-1 0 0,-1 0 1 0 0,0 0-1 0 0,0 0 1 0 0,0 0-1 0 0,-8 8 1 0 0,-6 5 53 0 0,-1-1 0 0 0,-39 30 1 0 0,41-36-130 0 0,0-1 1 0 0,-1-1-1 0 0,0 0 1 0 0,-37 14-1 0 0,39-19-1203 0 0,0-1 0 0 0,-22 4 1 0 0,25-6-1660 0 0,1-1 0 0 0,-1-1 1 0 0,-18-1-1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09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6473 0 0,'0'0'14713'0'0,"10"-7"-14625"0"0,4 11-4140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8:06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67 964 0 0,'0'0'6545'0'0,"-8"7"-5626"0"0,7-3-902 0 0,8 22 91 0 0,7 15 62 0 0,9 54 0 0 0,-5-16-164 0 0,-3-24 59 0 0,41 100 0 0 0,17 7 234 0 0,-50-112-259 0 0,-23-48-21 0 0,1 0-19 0 0,0 1 0 0 0,0 0 0 0 0,0-1 0 0 0,0 1 0 0 0,1-1 0 0 0,-1 1 0 0 0,1-1 0 0 0,3 4 0 0 0,2 4 7 0 0,-7-9-1 0 0,24 26 24 0 0,-24-26-2 0 0,1 0-1 0 0,-1-1 1 0 0,1 1 0 0 0,-1 0-1 0 0,1-1 1 0 0,-1 1-1 0 0,1 0 1 0 0,0-1 0 0 0,-1 1-1 0 0,1-1 1 0 0,0 1-1 0 0,0-1 1 0 0,-1 1 0 0 0,1-1-1 0 0,0 0 1 0 0,0 1-1 0 0,0-1 1 0 0,-1 0-1 0 0,1 0 1 0 0,0 0 0 0 0,0 1-1 0 0,0-1 1 0 0,0 0-1 0 0,1 0 1 0 0,0-1 16 0 0,-1 1 0 0 0,1-1 1 0 0,-1 0-1 0 0,0 1 0 0 0,1-1 0 0 0,-1 0 1 0 0,0 0-1 0 0,0 0 0 0 0,1 0 0 0 0,-1 0 0 0 0,0 0 1 0 0,0 0-1 0 0,1-2 0 0 0,5-7 137 0 0,-1 0-1 0 0,0-1 0 0 0,6-13 1 0 0,-5 9-184 0 0,30-64 635 0 0,42-125 0 0 0,10-26-308 0 0,-70 186-196 0 0,35-68-52 0 0,-40 88-97 0 0,-1-7 27 0 0,-12 30 24 0 0,-1 0-38 0 0,3-5 9 0 0,-3 4 6 0 0,-2 25-283 0 0,-10 17-5368 0 0,6-22 703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8:10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1 940 0 0,'0'0'3218'0'0,"10"6"-1751"0"0,-6-3-1457 0 0,-3-2 38 0 0,7 5-2654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8:11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48 0 0,'0'0'3735'0'0,"11"6"-4276"0"0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8:54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11 848 0 0,'0'0'740'0'0,"-2"-11"308"0"0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8:30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16 239 80 0 0,'-5'8'2732'0'0,"3"-4"-2918"0"0,-7 8 5397 0 0,9-12-5169 0 0,0 0 0 0 0,0 1 0 0 0,0-1 1 0 0,0 0-1 0 0,0 0 0 0 0,0 1 1 0 0,0-1-1 0 0,0 0 0 0 0,0 1 0 0 0,0-1 1 0 0,0 0-1 0 0,0 0 0 0 0,1 1 1 0 0,-1-1-1 0 0,0 0 0 0 0,0 0 1 0 0,0 1-1 0 0,0-1 0 0 0,0 0 0 0 0,0 0 1 0 0,1 1-1 0 0,-1-1 0 0 0,0 0 1 0 0,0 0-1 0 0,0 1 0 0 0,1-1 0 0 0,-1 0 1 0 0,0 0-1 0 0,0 0 0 0 0,1 0 1 0 0,-1 0-1 0 0,0 1 0 0 0,0-1 1 0 0,1 0-1 0 0,-1 0 0 0 0,0 0 0 0 0,1 0 1 0 0,-1 0-1 0 0,0 0 0 0 0,0 0 1 0 0,1 0-1 0 0,1 1 84 0 0,64 6 493 0 0,196 4 366 0 0,3-22-991 0 0,-165 5 101 0 0,357-21 766 0 0,78-4-55 0 0,120-5-63 0 0,166-7 55 0 0,196 1-569 0 0,-603 24-63 0 0,274-20-91 0 0,-315 16-78 0 0,-94 11-15 0 0,-161 6 177 0 0,-115 5-136 0 0,0 0-50 0 0,6 0-805 0 0,-43 0-7171 0 0,13 0 3998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8:31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0 490 16 0 0,'0'0'3982'0'0,"13"-6"-1819"0"0,16-2-1627 0 0,1 1 1 0 0,0 2 0 0 0,0 1 0 0 0,39-1-1 0 0,-11 1-284 0 0,981-104 692 0 0,-103 11-342 0 0,1692-99-218 0 0,-1794 159-407 0 0,-354 30 114 0 0,-388 7-27 0 0,-89 0-9 0 0,0 0-48 0 0,6-2-81 0 0,27-1-2118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02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6 448 0 0,'0'0'2924'0'0,"9"-5"-2628"0"0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03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0 948 0 0,'0'0'7496'0'0,"-2"7"-7210"0"0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04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0 684 0 0,'-7'8'6372'0'0,"1"4"-5253"0"0,2 1-4523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08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0 568 0 0,'19'0'2752'0'0,"2"2"-1180"0"0,-4-2-987 0 0,-27 5-3658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08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0 480 0 0,'-14'7'1224'0'0,"2"-3"324"0"0,-5 2-604 0 0,1-2-328 0 0,6-1-180 0 0,0-6-3280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17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80 0 0,'0'0'3460'0'0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19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0 224 0 0,'5'9'7849'0'0,"-4"-6"-7512"0"0,-16-1-6343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28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92 1608 0 0,'0'0'8514'0'0,"-1"0"-8292"0"0,0 0-1 0 0,0 0 0 0 0,1 1 0 0 0,-1-1 1 0 0,0 0-1 0 0,0 0 0 0 0,1 0 0 0 0,-1 1 1 0 0,0-1-1 0 0,1 0 0 0 0,-1 1 0 0 0,0-1 1 0 0,1 1-1 0 0,-2 0 0 0 0,3 0-150 0 0,0 0 0 0 0,0 0 0 0 0,0-1 0 0 0,-1 1 0 0 0,1 0 0 0 0,0 0 0 0 0,0-1-1 0 0,0 1 1 0 0,0-1 0 0 0,1 1 0 0 0,-1-1 0 0 0,0 1 0 0 0,0-1 0 0 0,0 0 0 0 0,0 0 0 0 0,0 1-1 0 0,1-1 1 0 0,-1 0 0 0 0,0 0 0 0 0,0 0 0 0 0,0 0 0 0 0,0 0 0 0 0,1 0 0 0 0,-1-1 0 0 0,1 1 0 0 0,41-8 318 0 0,-35 6-264 0 0,130-39 402 0 0,5-1-957 0 0,-129 39 62 0 0,-4 0-493 0 0,-1 1-1 0 0,1 0 0 0 0,0 1 0 0 0,19 0 1 0 0,-28 1 675 0 0,-1 0 1 0 0,1 0-1 0 0,-1 0 0 0 0,1 0 1 0 0,0 0-1 0 0,-1 0 1 0 0,1 0-1 0 0,0 0 1 0 0,-1 1-1 0 0,1-1 1 0 0,-1 0-1 0 0,1 0 1 0 0,-1 1-1 0 0,1-1 0 0 0,0 0 1 0 0,-1 1-1 0 0,1-1 1 0 0,-1 1-1 0 0,1 0 1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29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83 102 1096 0 0,'-28'25'4204'0'0,"21"-20"-3385"0"0,0 0 0 0 0,1 1 0 0 0,0 0-1 0 0,0 0 1 0 0,1 0 0 0 0,0 1 0 0 0,-5 8 0 0 0,9-15-792 0 0,1 1 0 0 0,0-1-1 0 0,0 0 1 0 0,0 1 0 0 0,0-1 0 0 0,-1 1-1 0 0,1-1 1 0 0,0 1 0 0 0,0-1 0 0 0,0 0 0 0 0,0 1-1 0 0,0-1 1 0 0,0 1 0 0 0,0-1 0 0 0,0 1-1 0 0,0-1 1 0 0,0 1 0 0 0,0-1 0 0 0,0 1 0 0 0,1-1-1 0 0,-1 0 1 0 0,0 1 0 0 0,0-1 0 0 0,0 1-1 0 0,1-1 1 0 0,-1 0 0 0 0,0 1 0 0 0,0-1-1 0 0,1 0 1 0 0,-1 1 0 0 0,0-1 0 0 0,1 0 0 0 0,-1 1-1 0 0,0-1 1 0 0,1 0 0 0 0,-1 0 0 0 0,0 1-1 0 0,1-1 1 0 0,-1 0 0 0 0,1 0 0 0 0,-1 0 0 0 0,1 1-1 0 0,0-1 1 0 0,18 2 389 0 0,-4-4-356 0 0,1-2 0 0 0,-1 0 0 0 0,1-1 0 0 0,-1 0 0 0 0,-1-2 0 0 0,1 1 0 0 0,18-13 0 0 0,-18 11-141 0 0,102-58-2260 0 0,-45 14-2991 0 0,-45 30 1565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29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41 1916 0 0,'-42'-15'7248'0'0,"-49"-10"0"0"0,89 24-6416 0 0,1 1-790 0 0,1 0 1 0 0,0 0-1 0 0,0 0 1 0 0,-1 1-1 0 0,1-1 1 0 0,0 0-1 0 0,0 0 1 0 0,0 0-1 0 0,-1 0 1 0 0,1 0-1 0 0,0 0 1 0 0,0 1-1 0 0,-1-1 1 0 0,1 0-1 0 0,0 0 1 0 0,0 0-1 0 0,0 1 1 0 0,0-1-1 0 0,-1 0 1 0 0,1 0-1 0 0,0 0 1 0 0,0 1-1 0 0,0-1 1 0 0,0 0-1 0 0,0 0 1 0 0,0 1-1 0 0,0-1 1 0 0,0 0-1 0 0,0 0 1 0 0,0 1-1 0 0,0-1 1 0 0,-1 0-1 0 0,2 0 1 0 0,-1 1-1 0 0,18 14 524 0 0,0-1 0 0 0,1 0 0 0 0,1-2 0 0 0,37 18 0 0 0,11 7-112 0 0,-24-10-298 0 0,-1 1 0 0 0,-1 2 0 0 0,66 62 0 0 0,-95-79-128 0 0,-1 1 1 0 0,-1 0 0 0 0,0 1 0 0 0,-1 1-1 0 0,16 30 1 0 0,-21-34 8 0 0,-1 0 1 0 0,0 0-1 0 0,0 0 0 0 0,-2 0 1 0 0,1 1-1 0 0,-1 0 0 0 0,-1-1 1 0 0,0 1-1 0 0,-2 19 0 0 0,-2-7 29 0 0,-1 0 0 0 0,-1 0 0 0 0,-1 0 0 0 0,-1-1 0 0 0,-1 0 0 0 0,-2 0 0 0 0,-17 32 1 0 0,-13 13-22 0 0,-50 65 0 0 0,44-68-235 0 0,23-36-1178 0 0,7-14-5320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30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0 600 0 0,'0'0'3895'0'0,"-10"6"-3056"0"0,3-4-2367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30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1 584 0 0,'0'0'2480'0'0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30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1204 0 0,'0'0'1136'0'0,"14"-2"2761"0"0,-2 1-3761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32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0 208 0 0,'10'5'9998'0'0,"-5"0"-9906"0"0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36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1 152 0 0,'0'0'1876'0'0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39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1 388 0 0,'0'0'3614'0'0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40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60 0 0,'0'0'4633'0'0,"3"6"-6727"0"0,-3-5 1899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43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23 184 0 0,'0'0'1376'0'0,"-7"-8"-360"0"0,0 2-736 0 0,6-2-2108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44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12 656 0 0,'0'0'5085'0'0,"2"0"-5356"0"0,9 0 109 0 0,-9 0-121 0 0,1 0-176 0 0,13-5-1338 0 0,1-2 1432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44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0 408 0 0,'0'0'1036'0'0,"16"2"276"0"0,-3 2-220 0 0,3 1-500 0 0,-6 0-428 0 0,-3 2-1872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45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39 556 0 0,'0'0'783'0'0,"11"-25"3140"0"0,-10 24-3659 0 0,3-9-119 0 0,-3 10-212 0 0,0-1 1 0 0,1 1 0 0 0,-1 0-1 0 0,0-1 1 0 0,0 1 0 0 0,0 0 0 0 0,0 0-1 0 0,0 0 1 0 0,0 0 0 0 0,1 0-1 0 0,-1 0 1 0 0,0 0 0 0 0,0 0 0 0 0,0 0-1 0 0,0 0 1 0 0,0 1 0 0 0,0-1 0 0 0,0 0-1 0 0,1 1 1 0 0,0 0 0 0 0,3 1-714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47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7 684 0 0,'0'0'3024'0'0,"7"-6"-4020"0"0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48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36 0 0,'0'0'3872'0'0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9:49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1 716 0 0,'0'0'4156'0'0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0:02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9 300 0 0,'0'0'4496'0'0,"-2"-9"-6888"0"0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0:07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21 107 704 0 0,'-9'6'11168'0'0,"-3"0"-8132"0"0,19-6-2305 0 0,20-6-872 0 0,88-22 178 0 0,134-16 0 0 0,-60 14-7 0 0,-144 24-9 0 0,-43 5-15 0 0,14-2 10 0 0,23 3-10006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0:10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19 196 0 0,'0'0'5214'0'0,"-5"-15"-1733"0"0,1 12-3378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0:13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0 152 0 0,'0'0'2532'0'0,"7"7"-2480"0"0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0:19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31 16 0 0,'0'0'5567'0'0,"-17"-21"-2692"0"0,-6 15-2779 0 0,21 6-98 0 0,-15-2 24 0 0,-10 1-23 0 0,24 0 15 0 0,-17 1 32 0 0,-31 1-8 0 0,10 3-21 0 0,38-3-22 0 0,-13 3 19 0 0,10-2-27 0 0,-4 1 8 0 0,0 1 0 0 0,1 0 0 0 0,-1 1 0 0 0,1 0-1 0 0,0 0 1 0 0,-12 10 0 0 0,20-14 14 0 0,-2 0-14 0 0,1 0 0 0 0,0 1-1 0 0,-1-1 1 0 0,1 1 0 0 0,0 0 0 0 0,0-1 0 0 0,0 1 0 0 0,0 0 0 0 0,0 0 0 0 0,1 0-1 0 0,-1 1 1 0 0,1-1 0 0 0,-1 0 0 0 0,1 1 0 0 0,-2 3 0 0 0,1 1 9 0 0,1-1 0 0 0,-1 1 1 0 0,1 0-1 0 0,1 0 0 0 0,-1 0 0 0 0,1 0 1 0 0,1 0-1 0 0,-1 0 0 0 0,1-1 1 0 0,0 1-1 0 0,1 0 0 0 0,-1 0 0 0 0,1-1 1 0 0,1 1-1 0 0,-1-1 0 0 0,1 1 1 0 0,0-1-1 0 0,5 8 0 0 0,-5-12 24 0 0,-1 1 0 0 0,1-1-1 0 0,-1 0 1 0 0,1 0 0 0 0,0 0-1 0 0,-1 0 1 0 0,1 0 0 0 0,0 0 0 0 0,0-1-1 0 0,1 1 1 0 0,-1-1 0 0 0,0 0-1 0 0,6 1 1 0 0,-7-1 13 0 0,1-1-41 0 0,44 1 58 0 0,68-7-1 0 0,-112 5-105 0 0,16 1 70 0 0,-16 1 2 0 0,11 0-23 0 0,-1 1 0 0 0,0 1 0 0 0,0 0 0 0 0,0 1 0 0 0,-1 1 0 0 0,1 0 0 0 0,-1 0 0 0 0,15 10 0 0 0,-7-3 8 0 0,-1 2 1 0 0,0 0-1 0 0,31 32 0 0 0,-49-45-27 0 0,23 32 21 0 0,-24-32-27 0 0,4 10 30 0 0,-4-6 78 0 0,1 0 0 0 0,-2 1 0 0 0,1-1-1 0 0,0 0 1 0 0,-1 0 0 0 0,0 1 0 0 0,0-1 0 0 0,-1 0 0 0 0,0 0 0 0 0,1 0 0 0 0,-4 5 0 0 0,-2 4 145 0 0,-1 0 1 0 0,-13 17 0 0 0,18-26-245 0 0,1-1 274 0 0,0-1 0 0 0,-1 1 0 0 0,1-1 1 0 0,-1 1-1 0 0,0-1 0 0 0,1 0 1 0 0,-2 0-1 0 0,1-1 0 0 0,0 1 0 0 0,0-1 1 0 0,-1 1-1 0 0,1-1 0 0 0,-6 2 0 0 0,7-3 147 0 0,-1-1-82 0 0,-15-1-175 0 0,1 0 0 0 0,0-1 0 0 0,0-1 0 0 0,0-1 0 0 0,1-1 1 0 0,-29-11-1 0 0,1 1-52 0 0,22 7-19 0 0,-4-2-75 0 0,-28-16 0 0 0,46 22-17 0 0,6 3 10 0 0,-18-10-14 0 0,18 10-1 0 0,-23-12-262 0 0,46 23-8520 0 0,-20-10 8081 0 0,4 1-1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0:19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0 120 0 0,'0'0'832'0'0,"-14"2"-184"0"0,0 5-528 0 0,4-2-144 0 0,0 2-620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0:20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1 400 0 0,'0'0'2422'0'0,"23"8"557"0"0,-22-7-3124 0 0,1 5-2288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6:00:25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1 232 10149,'2312'-232'0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0:32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1 288 0 0,'0'0'2320'0'0,"-18"21"-2190"0"0,17-20-139 0 0,1-1 0 0 0,0 1 0 0 0,-1 0 0 0 0,1-1 0 0 0,0 1 0 0 0,0-1 0 0 0,-1 1 0 0 0,1 0 0 0 0,0-1 0 0 0,0 1 0 0 0,0-1 0 0 0,0 1 0 0 0,0 0 0 0 0,0-1 0 0 0,0 1 0 0 0,0 0 0 0 0,0-1 0 0 0,0 1 0 0 0,0-1 0 0 0,0 1 0 0 0,1 0 0 0 0,-1-1 0 0 0,0 1 0 0 0,0-1 0 0 0,1 1 0 0 0,-1-1 0 0 0,0 1 0 0 0,1-1 0 0 0,-1 1 0 0 0,0-1 0 0 0,1 1 0 0 0,-1-1 0 0 0,1 1 0 0 0,-1-1 0 0 0,1 1 0 0 0,-1-1 0 0 0,1 0 0 0 0,-1 1 0 0 0,1-1 0 0 0,0 0 0 0 0,-1 0 0 0 0,1 1 0 0 0,-1-1 0 0 0,1 0 0 0 0,-1 0 0 0 0,1 0 0 0 0,0 0 0 0 0,-1 0 0 0 0,1 0 0 0 0,0 0 0 0 0,-1 0 0 0 0,2 0 0 0 0,0 0-115 0 0,12 0-655 0 0,-11 0 297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0:33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9 224 0 0,'0'0'2052'0'0,"2"-9"-2155"0"0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0:34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71 1036 0 0,'0'0'4053'0'0,"-12"-4"-2193"0"0,-15-12 20 0 0,25 15-1617 0 0,-11-1 180 0 0,-12-1 274 0 0,22 3-155 0 0,-12-2 66 0 0,6 2 279 0 0,18-1-593 0 0,-6 1-290 0 0,1 0-11 0 0,243-22-49 0 0,-226 20 34 0 0,15-2 26 0 0,15-1-41 0 0,-48 5 18 0 0,17-2-11 0 0,32-4 2175 0 0,-77 20-9219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0:36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6 304 0 0,'10'3'9308'0'0,"-6"-7"-8500"0"0,1-1 528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0:37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0 468 0 0,'-11'22'12140'0'0,"8"-19"-12100"0"0,-64 27-6583 0 0,45-23 2842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0:40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1 580 0 0,'5'9'13159'0'0,"3"-8"-13727"0"0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0:45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20 0 0,'0'0'372'0'0,"-5"7"-340"0"0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0:53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9 120 0 0,'0'0'1288'0'0,"-4"-9"-1772"0"0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0:59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16 520 0 0,'0'0'996'0'0,"9"-4"0"0"0,0-2-576 0 0,-3 0-888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00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6 288 0 0,'0'0'2770'0'0,"14"-6"-2941"0"0,-1 6-856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01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0 244 0 0,'0'0'392'0'0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02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1 224 0 0,'0'0'1536'0'0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04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0 608 0 0,'0'0'2284'0'0,"2"11"-2644"0"0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05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0 668 0 0,'0'0'2880'0'0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06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31 660 0 0,'0'0'4486'0'0,"-11"-3"466"0"0,12 1-5289 0 0,0 1 0 0 0,0 0 0 0 0,0-1 1 0 0,0 1-1 0 0,0-1 0 0 0,0 1 0 0 0,0 0 1 0 0,1 0-1 0 0,-1 0 0 0 0,0 0 0 0 0,1 0 1 0 0,-1 0-1 0 0,4-2 0 0 0,12-5-2642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07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1848 0 0,'0'0'5313'0'0,"10"-3"-4925"0"0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07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0 432 0 0,'0'0'5177'0'0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08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1 216 0 0,'0'0'4928'0'0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09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14 1060 0 0,'-3'-9'10500'0'0,"5"5"-10532"0"0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10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80 0 0,'0'0'72'0'0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11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1296 0 0,'0'0'966'0'0,"7"-5"-482"0"0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12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7 788 0 0,'0'0'6017'0'0,"3"-7"-9102"0"0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12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1012 0 0,'0'0'2280'0'0,"-7"7"-67"0"0,4 0-1709 0 0,6 0-1781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14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1008 0 0,'0'0'7961'0'0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15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22 468 0 0,'-8'-9'5931'0'0,"8"9"-6018"0"0,-1 0 1 0 0,1-1-1 0 0,0 1 0 0 0,0 0 0 0 0,0-1 1 0 0,-1 1-1 0 0,1-1 0 0 0,0 1 0 0 0,0-1 0 0 0,0 1 1 0 0,0 0-1 0 0,0-1 0 0 0,0 1 0 0 0,0-1 1 0 0,0 1-1 0 0,0-1 0 0 0,0 1 0 0 0,0 0 0 0 0,0-1 1 0 0,0 1-1 0 0,0-1 0 0 0,0 1 0 0 0,0 0 0 0 0,0-1 1 0 0,1 1-1 0 0,-1-1 0 0 0,0 1 0 0 0,0 0 1 0 0,0-1-1 0 0,1 0 0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15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14 268 0 0,'0'0'2192'0'0,"-9"-7"-1992"0"0,6 0-1744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06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37 156 0 0,'12'-3'1012'0'0,"2"-1"-408"0"0,5-5-480 0 0,-7 3-232 0 0,2-1-468 0 0,3 0 156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06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2224 0 0,'5'-12'2760'0'0,"-2"4"-2772"0"0,2-1-1816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07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42 104 0 0,'-18'-31'2383'0'0,"17"29"-2270"0"0,1 2-125 0 0,0 0-1 0 0,0 0 0 0 0,0 0 1 0 0,0 0-1 0 0,-1 0 1 0 0,1-1-1 0 0,0 1 0 0 0,0 0 1 0 0,0 0-1 0 0,0 0 1 0 0,0 0-1 0 0,-1-1 0 0 0,1 1 1 0 0,0 0-1 0 0,0 0 1 0 0,0 0-1 0 0,0-1 1 0 0,0 1-1 0 0,0 0 0 0 0,0 0 1 0 0,0 0-1 0 0,0-1 1 0 0,0 1-1 0 0,0 0 0 0 0,0 0 1 0 0,0 0-1 0 0,0-1 1 0 0,0 1-1 0 0,0 0 0 0 0,0 0 1 0 0,0-1-1 0 0,0 1 1 0 0,0 0-1 0 0,0 0 0 0 0,0 0 1 0 0,1 0-1 0 0,-1-1 1 0 0,0 1-1 0 0,0 0 0 0 0,0 0 1 0 0,0 0-1 0 0,0 0 1 0 0,1-1-1 0 0,-1 1 0 0 0,0 0 1 0 0,13 1-562 0 0,-10-1 63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07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7 464 0 0,'0'0'640'0'0,"12"-1"-144"0"0,2-3-652 0 0,0 3-664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38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44 249 1908 0 0,'-17'-36'6194'0'0,"14"27"-5231"0"0,-1 1-1 0 0,0 0 1 0 0,-7-9-1 0 0,10 15-768 0 0,-3-2 228 0 0,101 287-190 0 0,-1 50 135 0 0,-77-276 2733 0 0,-5-65-2271 0 0,-9 3-745 0 0,-1 0-1 0 0,0 0 0 0 0,0-1 0 0 0,0 0 1 0 0,-1 1-1 0 0,0-1 0 0 0,0-1 1 0 0,0 1-1 0 0,1-9 0 0 0,-3 14-76 0 0,104-323 370 0 0,7-19-391 0 0,-104 319-6 0 0,-6 17-2 0 0,0 1-1 0 0,0-1 1 0 0,1 1-1 0 0,-1-1 1 0 0,1 1-1 0 0,1 0 1 0 0,-1 0-1 0 0,6-6 1 0 0,-9 11-51 0 0,1 1 1 0 0,0-1-1 0 0,-1 0 0 0 0,1 1 1 0 0,0-1-1 0 0,0 0 0 0 0,-1 1 1 0 0,1-1-1 0 0,0 1 0 0 0,0-1 1 0 0,0 1-1 0 0,0 0 0 0 0,0-1 1 0 0,0 1-1 0 0,0 0 0 0 0,-1 0 0 0 0,1-1 1 0 0,0 1-1 0 0,0 0 0 0 0,0 0 1 0 0,0 0-1 0 0,0 0 0 0 0,0 0 1 0 0,0 1-1 0 0,1-1 0 0 0,0 1-88 0 0,0 0 0 0 0,-1 0 0 0 0,0 0 0 0 0,1 0 0 0 0,-1 0 0 0 0,1 0 0 0 0,-1 0 0 0 0,0 0 0 0 0,0 1-1 0 0,0-1 1 0 0,0 0 0 0 0,0 1 0 0 0,1 1 0 0 0,2 4-756 0 0,0 0 0 0 0,-1 1 0 0 0,0 0 0 0 0,3 15 1 0 0,-2-3-2049 0 0,1 3-1014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39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175 135 1444 0 0,'0'0'4403'0'0,"1"14"-1663"0"0,0-4-2417 0 0,1 0 0 0 0,1 0 0 0 0,0 0 0 0 0,0 0 0 0 0,1-1 0 0 0,1 0 0 0 0,-1 0 0 0 0,12 17 0 0 0,-15-25-282 0 0,1 0-1 0 0,-1 0 0 0 0,0-1 0 0 0,1 1 0 0 0,-1 0 0 0 0,1 0 0 0 0,-1-1 0 0 0,1 1 1 0 0,-1-1-1 0 0,1 1 0 0 0,0-1 0 0 0,-1 0 0 0 0,1 0 0 0 0,-1 0 0 0 0,1 0 0 0 0,0 0 1 0 0,-1 0-1 0 0,1 0 0 0 0,-1 0 0 0 0,1-1 0 0 0,0 1 0 0 0,-1 0 0 0 0,1-1 1 0 0,-1 1-1 0 0,3-2 0 0 0,-2-1-27 0 0,0 1 1 0 0,0-1 0 0 0,0 1-1 0 0,0-1 1 0 0,-1 1 0 0 0,1-1-1 0 0,-1 0 1 0 0,0 0 0 0 0,1 0-1 0 0,-1 0 1 0 0,-1 0 0 0 0,1 0-1 0 0,0 0 1 0 0,-1 0 0 0 0,0 0-1 0 0,1 0 1 0 0,-1 0 0 0 0,0 0-1 0 0,-2-6 1 0 0,2 4 14 0 0,-1-9-25 0 0,-1 1 0 0 0,0-1 1 0 0,-1 1-1 0 0,0 0 0 0 0,-7-17 0 0 0,9 25-2 0 0,-1 1 0 0 0,0-1-1 0 0,0 1 1 0 0,-1 0 0 0 0,1-1 0 0 0,-1 1-1 0 0,0 0 1 0 0,0 1 0 0 0,0-1 0 0 0,-1 1-1 0 0,1-1 1 0 0,-1 1 0 0 0,0 0 0 0 0,0 0 0 0 0,0 0-1 0 0,0 1 1 0 0,-8-4 0 0 0,9 5-2 0 0,1 1 1 0 0,-1 0-1 0 0,0-1 0 0 0,0 1 1 0 0,0 0-1 0 0,0 0 1 0 0,0 0-1 0 0,0 1 0 0 0,0-1 1 0 0,0 1-1 0 0,1 0 1 0 0,-1-1-1 0 0,0 1 0 0 0,0 0 1 0 0,1 1-1 0 0,-1-1 1 0 0,1 0-1 0 0,-1 1 0 0 0,1 0 1 0 0,-1-1-1 0 0,-2 4 1 0 0,-2 1-2 0 0,0 1 0 0 0,1 0 0 0 0,-1 0 0 0 0,-9 15 0 0 0,1 1 13 0 0,2 1-1 0 0,0 0 1 0 0,-15 44-1 0 0,24-57 9 0 0,0 1-1 0 0,1 0 0 0 0,1 0 1 0 0,0 0-1 0 0,0 0 0 0 0,1 0 1 0 0,1 0-1 0 0,0 1 0 0 0,1-1 1 0 0,3 20-1 0 0,-3-28-3 0 0,0 0-1 0 0,0-1 1 0 0,0 1-1 0 0,1 0 1 0 0,-1-1-1 0 0,1 1 1 0 0,0-1-1 0 0,0 0 1 0 0,0 0-1 0 0,1 0 1 0 0,-1 0-1 0 0,1 0 1 0 0,-1 0-1 0 0,1 0 1 0 0,0-1-1 0 0,0 0 1 0 0,0 1-1 0 0,0-1 0 0 0,1 0 1 0 0,-1 0-1 0 0,8 2 1 0 0,-3-2-12 0 0,0 0 1 0 0,0 0-1 0 0,0-1 1 0 0,0 0-1 0 0,0-1 0 0 0,1 0 1 0 0,-1 0-1 0 0,0-1 1 0 0,12-1-1 0 0,12-4-14 0 0,-1-2 0 0 0,0-1 1 0 0,0-1-1 0 0,-1-1 0 0 0,0-2 0 0 0,0-1 0 0 0,39-26 1 0 0,-50 28-8 0 0,-2-1 0 0 0,0 0 0 0 0,0-1 0 0 0,-1-1 0 0 0,-1-1 0 0 0,0 0 0 0 0,-2-1 0 0 0,1 0 0 0 0,-2-1 0 0 0,-1-1 0 0 0,0 0 0 0 0,8-21 0 0 0,-16 34 14 0 0,-1 0-1 0 0,1 0 1 0 0,-2-1 0 0 0,1 1 0 0 0,-1-1-1 0 0,0 0 1 0 0,0 1 0 0 0,0-1 0 0 0,-1 0-1 0 0,0 1 1 0 0,-1-1 0 0 0,1 0 0 0 0,-3-6 0 0 0,3 12 3 0 0,0 0 1 0 0,-1 1 0 0 0,1-1 0 0 0,-1 0 0 0 0,1 0-1 0 0,-1 1 1 0 0,1-1 0 0 0,-1 0 0 0 0,0 1 0 0 0,1-1-1 0 0,-1 1 1 0 0,0-1 0 0 0,1 1 0 0 0,-1-1 0 0 0,0 1-1 0 0,0-1 1 0 0,1 1 0 0 0,-1 0 0 0 0,0-1 0 0 0,0 1-1 0 0,0 0 1 0 0,0 0 0 0 0,1 0 0 0 0,-1-1 0 0 0,0 1-1 0 0,0 0 1 0 0,0 0 0 0 0,0 0 0 0 0,0 0 0 0 0,1 1-1 0 0,-2-1 1 0 0,-27 9-12 0 0,21-4 23 0 0,-1 0 1 0 0,1 0-1 0 0,1 1 1 0 0,-1 0-1 0 0,1 1 0 0 0,0-1 1 0 0,-8 11-1 0 0,11-13-1 0 0,1 0 1 0 0,0 0-1 0 0,0 1 0 0 0,0-1 0 0 0,1 1 0 0 0,-1 0 0 0 0,1-1 0 0 0,0 1 0 0 0,1 0 0 0 0,-1 0 0 0 0,1 0 0 0 0,0 1 0 0 0,0-1 0 0 0,1 0 0 0 0,-1 6 1 0 0,1-9-8 0 0,1 0 1 0 0,-1 0 0 0 0,0-1 0 0 0,1 1 0 0 0,-1 0 0 0 0,1 0 0 0 0,0 0 0 0 0,0 0 0 0 0,0-1 0 0 0,0 1 0 0 0,0 0 0 0 0,0-1 0 0 0,0 1 0 0 0,0-1-1 0 0,1 1 1 0 0,-1-1 0 0 0,1 1 0 0 0,2 1 0 0 0,-1-1 0 0 0,1 0-1 0 0,0 0 1 0 0,0 0-1 0 0,0 0 1 0 0,0-1-1 0 0,0 0 1 0 0,0 1 0 0 0,5-1-1 0 0,7 1-18 0 0,0-1 0 0 0,1 0 0 0 0,22-3 0 0 0,0-1-10 0 0,0-2-1 0 0,40-11 0 0 0,-60 11 24 0 0,0 0 0 0 0,-1-2-1 0 0,1 0 1 0 0,-1-1 0 0 0,0-1-1 0 0,16-11 1 0 0,-29 16-1 0 0,0 0 0 0 0,-1 0 0 0 0,1 0 0 0 0,-1 0 0 0 0,1-1 0 0 0,-2 1 0 0 0,1-1 0 0 0,5-8 0 0 0,-8 11 26 0 0,-1 0-25 0 0,0 1 2 0 0,0 1-1 0 0,0 0 1 0 0,0-1-1 0 0,0 1 1 0 0,0 0-1 0 0,0-1 1 0 0,0 1 0 0 0,0 0-1 0 0,0-1 1 0 0,0 1-1 0 0,0 0 1 0 0,0-1 0 0 0,0 1-1 0 0,0 0 1 0 0,0-1-1 0 0,0 1 1 0 0,0 0 0 0 0,0-1-1 0 0,0 1 1 0 0,0 0-1 0 0,-1-1 1 0 0,1 1-1 0 0,0 0 1 0 0,0 0 0 0 0,0-1-1 0 0,-1 1 1 0 0,1 0-1 0 0,0 0 1 0 0,0-1 0 0 0,-1 1-1 0 0,-2 0 1 0 0,1 1-1 0 0,-1-1 1 0 0,1 1 0 0 0,-1-1-1 0 0,0 1 1 0 0,1 0-1 0 0,-1 0 1 0 0,1 0 0 0 0,0 1-1 0 0,-1-1 1 0 0,1 0-1 0 0,0 1 1 0 0,0 0 0 0 0,0-1-1 0 0,0 1 1 0 0,0 0-1 0 0,0 0 1 0 0,0 0-1 0 0,1 0 1 0 0,-1 1 0 0 0,-1 3-1 0 0,-7 9 20 0 0,-15 33-1 0 0,21-40 6 0 0,-6 15 32 0 0,0 1 1 0 0,2 0-1 0 0,-8 34 0 0 0,13-46-23 0 0,1 1 0 0 0,0 0 0 0 0,1-1 0 0 0,1 1 0 0 0,0 0 0 0 0,0 0 0 0 0,1 0 0 0 0,5 21 0 0 0,-5-31-18 0 0,0 0 1 0 0,0 0-1 0 0,0 0 1 0 0,0 0 0 0 0,1 0-1 0 0,-1 0 1 0 0,1-1-1 0 0,0 1 1 0 0,0 0 0 0 0,0-1-1 0 0,0 0 1 0 0,0 1-1 0 0,1-1 1 0 0,-1 0 0 0 0,1 0-1 0 0,-1 0 1 0 0,5 2-1 0 0,-3-2-4 0 0,1 0 0 0 0,-1-1-1 0 0,1 1 1 0 0,-1-1-1 0 0,1 0 1 0 0,0-1 0 0 0,-1 1-1 0 0,1-1 1 0 0,0 0-1 0 0,8 0 1 0 0,0-2-94 0 0,0-1-1 0 0,0 1 1 0 0,-1-2 0 0 0,1 0-1 0 0,-1-1 1 0 0,0 0 0 0 0,20-11-1 0 0,-18 7-25 0 0,0-1 0 0 0,0 0 0 0 0,-1-1 0 0 0,-1 0-1 0 0,0-1 1 0 0,0 0 0 0 0,-1-1 0 0 0,-1 0 0 0 0,0-1 0 0 0,-1 0 0 0 0,0-1-1 0 0,-1 0 1 0 0,-1 0 0 0 0,0 0 0 0 0,-1-1 0 0 0,-1 0 0 0 0,6-30-1 0 0,-5 0 1673 0 0,-6 44-1366 0 0,-1 4-150 0 0,0 0 1 0 0,1 0-1 0 0,-1 1 1 0 0,0-1-1 0 0,1 0 1 0 0,-1 0-1 0 0,1 0 1 0 0,-1 3-1 0 0,-1 15 389 0 0,-10 106 1391 0 0,11-109-1677 0 0,1 0-1 0 0,1 0 1 0 0,1-1-1 0 0,1 1 0 0 0,6 23 1 0 0,-9-38-160 0 0,1 0 1 0 0,0 0 0 0 0,-1 0-1 0 0,1 0 1 0 0,0 0-1 0 0,0 0 1 0 0,1 0-1 0 0,-1-1 1 0 0,0 1-1 0 0,1 0 1 0 0,-1-1 0 0 0,1 1-1 0 0,-1-1 1 0 0,1 1-1 0 0,-1-1 1 0 0,1 0-1 0 0,0 0 1 0 0,0 0-1 0 0,0 0 1 0 0,0 0 0 0 0,0 0-1 0 0,0 0 1 0 0,0-1-1 0 0,0 1 1 0 0,0-1-1 0 0,0 1 1 0 0,0-1-1 0 0,0 0 1 0 0,1 0 0 0 0,-1 0-1 0 0,0 0 1 0 0,0 0-1 0 0,0-1 1 0 0,0 1-1 0 0,0 0 1 0 0,3-2-1 0 0,1 1-730 0 0,1-2 0 0 0,-1 1-1 0 0,0 0 1 0 0,0-1-1 0 0,0 0 1 0 0,0-1-1 0 0,0 1 1 0 0,0-1 0 0 0,-1-1-1 0 0,8-6 1 0 0,4-9-5283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39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31 808 0 0,'-10'-7'2040'0'0,"0"1"-312"0"0,1 0 621 0 0,-6 0-869 0 0,3 0-276 0 0,-6 8-744 0 0,10 7-232 0 0,4-2-40 0 0,3 8-264 0 0,2-5-256 0 0,3 1-592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40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617 75 76 0 0,'4'-9'3926'0'0,"-2"0"1"0"0,5-19-1 0 0,-3 5 476 0 0,-5 17-2714 0 0,-6 9-1291 0 0,-7 10-230 0 0,4 1-14 0 0,0 2 1 0 0,2 0-1 0 0,0 0 1 0 0,0 0-1 0 0,-9 34 0 0 0,7-24 26 0 0,-19 65 478 0 0,3 1-1 0 0,4 1 0 0 0,-12 124 0 0 0,20-53 273 0 0,7 177 0 0 0,7-327-902 0 0,-3 138 458 0 0,2-136-375 0 0,-1 0 1 0 0,-1-1-1 0 0,0 0 1 0 0,-2 0-1 0 0,1 0 0 0 0,-2 0 1 0 0,-10 21-1 0 0,14-33-85 0 0,0 1-1 0 0,-1 0 0 0 0,1-1 1 0 0,-1 1-1 0 0,1-1 0 0 0,-1 0 1 0 0,0 0-1 0 0,-1 0 0 0 0,1 0 1 0 0,0-1-1 0 0,-1 1 0 0 0,1-1 1 0 0,-1 0-1 0 0,0 0 0 0 0,0 0 1 0 0,0 0-1 0 0,-6 1 0 0 0,4-2-141 0 0,0 0 0 0 0,1-1 0 0 0,-1 0 0 0 0,0 0 0 0 0,0 0 0 0 0,1-1 0 0 0,-1 0 0 0 0,0 0 0 0 0,1 0 0 0 0,-1-1 0 0 0,-8-3 0 0 0,-4-4-862 0 0,0 0 0 0 0,1-1 0 0 0,1-1 0 0 0,-1 0 0 0 0,2-1 0 0 0,-22-22 0 0 0,25 23-842 0 0,0-1-1 0 0,1 0 1 0 0,1-1-1 0 0,-16-25 1 0 0,9 4-4335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40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1 214 720 0 0,'16'-18'2474'0'0,"2"1"-1"0"0,0 1 1 0 0,40-28 0 0 0,-33 28-2269 0 0,1 1 0 0 0,1 2 1 0 0,1 1-1 0 0,0 1 0 0 0,35-9 0 0 0,21-5-6046 0 0,-65 19 2240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40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7 2080 0 0,'8'-6'7423'0'0,"-7"7"-7248"0"0,1 1-1 0 0,-1-1 1 0 0,0 0 0 0 0,0 1-1 0 0,0 0 1 0 0,-1-1 0 0 0,1 1 0 0 0,0-1-1 0 0,0 1 1 0 0,-1 0 0 0 0,1 0-1 0 0,-1-1 1 0 0,0 1 0 0 0,1 0 0 0 0,-1 2-1 0 0,2 39 1884 0 0,0-17-1153 0 0,-1-12-493 0 0,1 1 0 0 0,1-1 0 0 0,0 0 0 0 0,9 25-1 0 0,-10-35-352 0 0,0 1 1 0 0,0-1-1 0 0,0 0 0 0 0,1 0 0 0 0,0 0 0 0 0,-1 0 0 0 0,2-1 0 0 0,-1 1 0 0 0,0-1 0 0 0,0 1 0 0 0,1-1 0 0 0,0 0 0 0 0,0-1 0 0 0,0 1 0 0 0,0-1 0 0 0,0 1 0 0 0,0-1 0 0 0,7 2 0 0 0,-7-3-33 0 0,1 0 0 0 0,-1 0-1 0 0,0 0 1 0 0,1 0-1 0 0,-1-1 1 0 0,1 0 0 0 0,-1 0-1 0 0,1 0 1 0 0,-1-1-1 0 0,1 1 1 0 0,-1-1 0 0 0,0 0-1 0 0,1 0 1 0 0,5-3-1 0 0,-4 1-9 0 0,0 0 0 0 0,0 0-1 0 0,-1-1 1 0 0,1 0-1 0 0,-1 0 1 0 0,0 0-1 0 0,0-1 1 0 0,8-9 0 0 0,-3 0-17 0 0,-1 1 1 0 0,-1-1 0 0 0,0-1 0 0 0,-1 1 0 0 0,0-1-1 0 0,-1-1 1 0 0,4-16 0 0 0,-2 6 12 0 0,2-5-104 0 0,-10 29 72 0 0,-1 4 8 0 0,-6 16 21 0 0,-7 28 695 0 0,3 1 0 0 0,-11 89 0 0 0,15-87-192 0 0,-8 53 523 0 0,-62 350 2663 0 0,59-374-2906 0 0,-3-2 0 0 0,-3-1 1 0 0,-60 126-1 0 0,81-196-740 0 0,-10 20 463 0 0,-23 35 1 0 0,32-55-415 0 0,0 1-1 0 0,0-1 1 0 0,-1 0 0 0 0,0 0 0 0 0,0 0-1 0 0,0 0 1 0 0,0-1 0 0 0,-1 0-1 0 0,0 0 1 0 0,0-1 0 0 0,-9 5 0 0 0,12-7-60 0 0,1 0 1 0 0,-1-1 0 0 0,1 1 0 0 0,-1-1-1 0 0,1 1 1 0 0,-1-1 0 0 0,0 0 0 0 0,1 0 0 0 0,-1 0-1 0 0,0 0 1 0 0,1-1 0 0 0,-1 1 0 0 0,1-1-1 0 0,-1 1 1 0 0,1-1 0 0 0,-1 0 0 0 0,-2-1 0 0 0,1-1-9 0 0,0 1 0 0 0,0-1 0 0 0,0 0 0 0 0,0 0 0 0 0,0 0 1 0 0,1-1-1 0 0,-1 1 0 0 0,-4-7 0 0 0,1 0-32 0 0,1 0 0 0 0,0 0-1 0 0,0-1 1 0 0,2 0 0 0 0,-1 0 0 0 0,-5-22 0 0 0,5 9-434 0 0,2 1 1 0 0,1-1-1 0 0,0 0 1 0 0,2 0-1 0 0,1 1 1 0 0,1-1-1 0 0,1 0 1 0 0,0 1 0 0 0,2-1-1 0 0,1 1 1 0 0,1 1-1 0 0,18-41 1 0 0,-8 26-1600 0 0,2 1 0 0 0,33-47 0 0 0,-18 36-3545 0 0,43-44 0 0 0,-42 53-1883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42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62 461 1624 0 0,'1'-18'4027'0'0,"-5"-2"3492"0"0,-1 39-7102 0 0,-46 222 1783 0 0,50-238-2172 0 0,0 0 0 0 0,1 0 0 0 0,0 0 0 0 0,-1 0 0 0 0,1 0 0 0 0,0 0 0 0 0,1 0-1 0 0,-1 0 1 0 0,0-1 0 0 0,1 1 0 0 0,0 0 0 0 0,-1 0 0 0 0,1 0 0 0 0,0 0 0 0 0,2 2 0 0 0,-3-4-21 0 0,1-1-1 0 0,-1 1 0 0 0,1-1 1 0 0,-1 1-1 0 0,1-1 0 0 0,0 1 1 0 0,-1-1-1 0 0,1 0 1 0 0,0 1-1 0 0,-1-1 0 0 0,1 0 1 0 0,0 1-1 0 0,-1-1 0 0 0,1 0 1 0 0,0 0-1 0 0,-1 0 1 0 0,1 1-1 0 0,0-1 0 0 0,0 0 1 0 0,-1 0-1 0 0,1 0 0 0 0,0 0 1 0 0,0 0-1 0 0,-1 0 1 0 0,1-1-1 0 0,1 1 0 0 0,16-8 49 0 0,-8-1-55 0 0,-1 1 0 0 0,-1-1 0 0 0,0-1 0 0 0,0 1 0 0 0,-1-1 0 0 0,0-1 0 0 0,9-18 1 0 0,19-27-57 0 0,-3 8-195 0 0,-31 46 220 0 0,1 2 21 0 0,-1 1 8 0 0,1-1 1 0 0,0 0-1 0 0,-1 1 1 0 0,1-1-1 0 0,-1 1 0 0 0,1 0 1 0 0,-1-1-1 0 0,1 1 1 0 0,-1 0-1 0 0,1 0 1 0 0,-1 0-1 0 0,0 0 0 0 0,1 0 1 0 0,-1 0-1 0 0,0 0 1 0 0,0 1-1 0 0,1 1 1 0 0,19 30 23 0 0,-8-12 5 0 0,-8-15-13 0 0,-1 0-1 0 0,1-1 1 0 0,0 1 0 0 0,0-1 0 0 0,1 0 0 0 0,0-1-1 0 0,0 1 1 0 0,0-1 0 0 0,0 0 0 0 0,1 0 0 0 0,11 4-1 0 0,-14-7-2 0 0,0 0 0 0 0,0 0 0 0 0,0 0 0 0 0,0-1 0 0 0,0 0 0 0 0,0 0 0 0 0,1 0 0 0 0,-1 0 0 0 0,0 0 0 0 0,0-1 0 0 0,0 0 0 0 0,0 0 0 0 0,0 0-1 0 0,-1 0 1 0 0,1-1 0 0 0,0 1 0 0 0,0-1 0 0 0,-1 0 0 0 0,1 0 0 0 0,-1 0 0 0 0,0-1 0 0 0,0 1 0 0 0,5-6 0 0 0,-3 3-11 0 0,0-1 1 0 0,-1 0-1 0 0,1 1 1 0 0,-1-2-1 0 0,-1 1 1 0 0,1 0 0 0 0,-1-1-1 0 0,0 1 1 0 0,-1-1-1 0 0,0 0 1 0 0,0 0-1 0 0,0 0 1 0 0,-1 0-1 0 0,0 0 1 0 0,0-11-1 0 0,0-11-12 0 0,-2 1-1 0 0,-6-43 1 0 0,6 66 12 0 0,-3-15-18 0 0,-1 1 0 0 0,0-1 0 0 0,-14-27 1 0 0,17 41-4 0 0,2 5 16 0 0,0 1 0 0 0,0-1 0 0 0,0 0-1 0 0,-1 1 1 0 0,1-1 0 0 0,0 1 0 0 0,-1-1 0 0 0,1 0-1 0 0,0 1 1 0 0,-1-1 0 0 0,1 1 0 0 0,0-1 0 0 0,-1 1-1 0 0,1-1 1 0 0,-1 1 0 0 0,1-1 0 0 0,-1 1 0 0 0,0-1-1 0 0,1 1 1 0 0,-1 0 0 0 0,1-1 0 0 0,-1 1-1 0 0,0 0 1 0 0,1-1 0 0 0,-1 1 0 0 0,0 0 0 0 0,1 0-1 0 0,-1 0 1 0 0,0 0 0 0 0,1 0 0 0 0,-1 0 0 0 0,0 0-1 0 0,1 0 1 0 0,-1 0 0 0 0,0 0 0 0 0,1 0 0 0 0,-1 0-1 0 0,0 0 1 0 0,1 0 0 0 0,-2 1 0 0 0,-1 1-19 0 0,2 1 24 0 0,0 0 0 0 0,1-1 0 0 0,-1 1 0 0 0,1 0-1 0 0,0 0 1 0 0,0-1 0 0 0,0 1 0 0 0,0 0 0 0 0,0 0-1 0 0,1-1 1 0 0,-1 1 0 0 0,1 0 0 0 0,0 0-1 0 0,0-1 1 0 0,0 1 0 0 0,0-1 0 0 0,0 1 0 0 0,0-1-1 0 0,1 1 1 0 0,-1-1 0 0 0,4 4 0 0 0,-2-3 9 0 0,0 0 0 0 0,0 0 0 0 0,1 0 0 0 0,0 0 0 0 0,-1 0 0 0 0,1-1 0 0 0,0 0 0 0 0,1 0 0 0 0,6 3 0 0 0,0-2-14 0 0,0 0 1 0 0,0-1-1 0 0,1 0 0 0 0,-1-1 1 0 0,0 0-1 0 0,1-1 1 0 0,-1 0-1 0 0,1-1 0 0 0,-1 0 1 0 0,0-1-1 0 0,0 0 1 0 0,1 0-1 0 0,-1-2 0 0 0,-1 1 1 0 0,1-1-1 0 0,14-8 1 0 0,-11 5-14 0 0,-1-1 1 0 0,1-1 0 0 0,-1 0-1 0 0,-1-1 1 0 0,1 0-1 0 0,-2-1 1 0 0,1 0 0 0 0,-2-1-1 0 0,0 0 1 0 0,0-1 0 0 0,9-16-1 0 0,-11 14 9 0 0,-1-1-1 0 0,-1 0 1 0 0,-1 0 0 0 0,0-1-1 0 0,4-28 1 0 0,2-6-3 0 0,-8 30-5 0 0,-3 19 1 0 0,-2 4 4 0 0,0 0 13 0 0,-1 0 0 0 0,1 1-1 0 0,0-1 1 0 0,-1 1 0 0 0,1-1-1 0 0,0 1 1 0 0,1 0-1 0 0,-1 0 1 0 0,1 0 0 0 0,-3 6-1 0 0,-10 39-2 0 0,6-18 0 0 0,-19 60 103 0 0,5 2-1 0 0,-21 187 1 0 0,41-266-69 0 0,-1 10 57 0 0,2-1 1 0 0,0 2-1 0 0,1-1 0 0 0,4 28 0 0 0,-4-50-85 0 0,1-1 0 0 0,-1 1 0 0 0,0-1 0 0 0,0 1-1 0 0,1-1 1 0 0,-1 0 0 0 0,0 1 0 0 0,1-1 0 0 0,-1 1 0 0 0,1-1 0 0 0,-1 0-1 0 0,0 1 1 0 0,1-1 0 0 0,-1 0 0 0 0,1 0 0 0 0,-1 1 0 0 0,1-1 0 0 0,-1 0-1 0 0,1 0 1 0 0,-1 0 0 0 0,1 0 0 0 0,-1 0 0 0 0,1 1 0 0 0,-1-1 0 0 0,1 0-1 0 0,-1 0 1 0 0,1 0 0 0 0,-1 0 0 0 0,1 0 0 0 0,0-1 0 0 0,-1 1 0 0 0,1 0-1 0 0,-1 0 1 0 0,1 0 0 0 0,-1 0 0 0 0,0-1 0 0 0,1 1 0 0 0,-1 0 0 0 0,1 0-1 0 0,-1-1 1 0 0,1 1 0 0 0,0-1 0 0 0,20-12 22 0 0,-1-9-36 0 0,0 0 0 0 0,-1-1 0 0 0,16-29 0 0 0,33-40-56 0 0,-66 90 65 0 0,16-18-30 0 0,26-24 1 0 0,-39 40 14 0 0,0 0 1 0 0,1 0 0 0 0,-1 0-1 0 0,1 0 1 0 0,0 1 0 0 0,0 0-1 0 0,0 0 1 0 0,0 0 0 0 0,1 1-1 0 0,10-2 1 0 0,-14 3 11 0 0,0 1 1 0 0,-1 0-1 0 0,1 0 0 0 0,0 0 1 0 0,-1 0-1 0 0,1 1 0 0 0,0-1 1 0 0,-1 1-1 0 0,1-1 0 0 0,0 1 1 0 0,-1 0-1 0 0,1 0 0 0 0,-1 0 1 0 0,1 0-1 0 0,3 4 1 0 0,-2-2 6 0 0,0 0 0 0 0,0 0 0 0 0,-1 1 0 0 0,0 0 0 0 0,0-1 0 0 0,0 1 0 0 0,0 0 0 0 0,2 6 0 0 0,2 3 58 0 0,-1 0-1 0 0,-1 1 1 0 0,0 0 0 0 0,4 25 0 0 0,6 71 370 0 0,-4-19-142 0 0,-11-89-278 0 0,1-1 1 0 0,-1 1 0 0 0,0-1 0 0 0,1 1 0 0 0,-1 0-1 0 0,1-1 1 0 0,0 1 0 0 0,-1-1 0 0 0,1 1-1 0 0,0-1 1 0 0,0 0 0 0 0,0 1 0 0 0,0-1 0 0 0,0 0-1 0 0,0 0 1 0 0,1 1 0 0 0,-1-1 0 0 0,0 0-1 0 0,1 0 1 0 0,2 1 0 0 0,-1-1-3 0 0,-1 0-1 0 0,1 0 1 0 0,0 0-1 0 0,0-1 1 0 0,0 1 0 0 0,0-1-1 0 0,0 0 1 0 0,0 0 0 0 0,0 0-1 0 0,0 0 1 0 0,3-1-1 0 0,5-1 4 0 0,0-1-1 0 0,0 0 0 0 0,0 0 1 0 0,0-2-1 0 0,11-5 0 0 0,-5 1-16 0 0,-1-1-1 0 0,-1-1 0 0 0,0 0 0 0 0,-1-1 1 0 0,0-1-1 0 0,-1 0 0 0 0,0-1 0 0 0,-1 0 1 0 0,0-1-1 0 0,-1 0 0 0 0,-1-1 0 0 0,-1 0 1 0 0,0-1-1 0 0,-1 0 0 0 0,-1 0 0 0 0,0-1 1 0 0,4-20-1 0 0,-10 31 0 0 0,1 0 1 0 0,-2 0-1 0 0,1 0 1 0 0,-1 0-1 0 0,0 0 1 0 0,0 0-1 0 0,-1 0 1 0 0,-2-9-1 0 0,3 16 6 0 0,0-1-1 0 0,0 1 1 0 0,0 0 0 0 0,-1-1-1 0 0,1 1 1 0 0,0 0 0 0 0,0-1-1 0 0,-1 1 1 0 0,1 0 0 0 0,0 0-1 0 0,-1-1 1 0 0,1 1 0 0 0,0 0-1 0 0,-1 0 1 0 0,1-1 0 0 0,0 1-1 0 0,-1 0 1 0 0,1 0 0 0 0,-1 0-1 0 0,1 0 1 0 0,0 0 0 0 0,-1 0-1 0 0,1 0 1 0 0,-1-1 0 0 0,1 1-1 0 0,0 0 1 0 0,-1 0 0 0 0,1 1-1 0 0,-1-1 1 0 0,1 0 0 0 0,0 0-1 0 0,-1 0 1 0 0,1 0 0 0 0,-1 0-1 0 0,1 0 1 0 0,0 0 0 0 0,-1 1-1 0 0,1-1 1 0 0,0 0 0 0 0,-1 0 0 0 0,1 1-1 0 0,0-1 1 0 0,-1 0 0 0 0,1 0-1 0 0,-1 1 1 0 0,-14 11 10 0 0,8-1-1 0 0,-1 0 1 0 0,2 0-1 0 0,-1 0 0 0 0,2 1 0 0 0,-1-1 0 0 0,2 2 0 0 0,-7 22 1 0 0,7-16 12 0 0,0 0 1 0 0,2 0 0 0 0,0 0-1 0 0,1 32 1 0 0,1-47-12 0 0,1-1 0 0 0,-1 1 0 0 0,0-1-1 0 0,1 1 1 0 0,0-1 0 0 0,0 1 0 0 0,0-1 0 0 0,0 0 0 0 0,1 0 0 0 0,-1 1 0 0 0,1-1-1 0 0,0 0 1 0 0,0 0 0 0 0,0-1 0 0 0,0 1 0 0 0,4 4 0 0 0,-2-4-1 0 0,0-1 0 0 0,-1 1 0 0 0,1-1 0 0 0,0 0 0 0 0,0 0 0 0 0,1 0 1 0 0,-1 0-1 0 0,0-1 0 0 0,1 1 0 0 0,-1-1 0 0 0,7 0 0 0 0,5 1-124 0 0,1-2 0 0 0,-1 0-1 0 0,1-1 1 0 0,-1-1 0 0 0,0 0 0 0 0,17-5 0 0 0,-8 1-587 0 0,-1-1 0 0 0,0-2 1 0 0,0 0-1 0 0,-1-1 0 0 0,0-1 1 0 0,-1-2-1 0 0,37-26 1 0 0,-42 25-422 0 0,-1 0 0 0 0,0-1 1 0 0,-1 0-1 0 0,-1-1 1 0 0,21-31-1 0 0,-15 15-1615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42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162 313 3968 0 0,'5'-24'640'0'0,"-2"0"0"0"0,0-1 1 0 0,-1 1-1 0 0,-1-1 0 0 0,-2 0 0 0 0,-5-40 0 0 0,-16-33 3119 0 0,21 96-3497 0 0,-10 6 31 0 0,9-1-192 0 0,0-1 1 0 0,1 1 0 0 0,-1 0 0 0 0,1 0 0 0 0,-1 0 0 0 0,1 0 0 0 0,0 1 0 0 0,0-1 0 0 0,0 0 0 0 0,0 0 0 0 0,1 1 0 0 0,-1 5 0 0 0,-1 3 181 0 0,-103 533 4337 0 0,104-538-4602 0 0,-9 70 207 0 0,10-67-203 0 0,-1 0 0 0 0,2-1 0 0 0,-1 1 1 0 0,1 0-1 0 0,4 17 0 0 0,-4-24-77 0 0,0 0-1 0 0,0-1 1 0 0,0 1-1 0 0,1-1 1 0 0,-1 1-1 0 0,0-1 1 0 0,1 0-1 0 0,0 0 1 0 0,0 1 0 0 0,-1-1-1 0 0,1 0 1 0 0,0 0-1 0 0,1-1 1 0 0,-1 1-1 0 0,5 3 1 0 0,-3-3-152 0 0,1 0 1 0 0,0 0 0 0 0,0 0 0 0 0,0-1-1 0 0,0 1 1 0 0,0-1 0 0 0,0 0-1 0 0,6 0 1 0 0,4-1-1232 0 0,-1 0 0 0 0,1-1 1 0 0,-1-1-1 0 0,1 0 0 0 0,18-5 0 0 0,5-4-4154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43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75 1288 0 0,'-3'-74'14620'0'0,"-4"94"-12443"0"0,-26 173 2254 0 0,-39 92-2581 0 0,53-215-1513 0 0,-9 24-185 0 0,12-44-38 0 0,-14 76 1 0 0,22-93-50 0 0,8-30-24 0 0,0-2-41 0 0,0-1 0 0 0,0 0 0 0 0,0 1 0 0 0,0-1 0 0 0,0 0 0 0 0,1 0-1 0 0,-1 1 1 0 0,0-1 0 0 0,0 0 0 0 0,0 1 0 0 0,1-1 0 0 0,-1 0 0 0 0,0 0-1 0 0,0 0 1 0 0,0 1 0 0 0,1-1 0 0 0,-1 0 0 0 0,0 0 0 0 0,1 0 0 0 0,-1 1 0 0 0,0-1-1 0 0,1 0 1 0 0,-1 0 0 0 0,0 0 0 0 0,0 0 0 0 0,1 0 0 0 0,-1 0 0 0 0,0 0-1 0 0,1 0 1 0 0,5-2 3 0 0,-1-1 0 0 0,0 0-1 0 0,1-1 1 0 0,-2 1 0 0 0,1-1 0 0 0,0 0-1 0 0,-1 0 1 0 0,0 0 0 0 0,0-1 0 0 0,0 1-1 0 0,4-7 1 0 0,38-62 29 0 0,-39 61-34 0 0,28-52-16 0 0,-8 15-111 0 0,1 1 1 0 0,45-55 0 0 0,-67 94 76 0 0,1 1-1 0 0,0 1 1 0 0,1-1 0 0 0,0 1-1 0 0,0 0 1 0 0,0 1-1 0 0,19-11 1 0 0,-25 16 43 0 0,0 1 0 0 0,0-1 0 0 0,0 0-1 0 0,0 1 1 0 0,0-1 0 0 0,0 1 0 0 0,0 0 0 0 0,0 0 0 0 0,0 0 0 0 0,0 0 0 0 0,1 0 0 0 0,-1 0 0 0 0,0 0-1 0 0,0 1 1 0 0,0-1 0 0 0,0 1 0 0 0,0-1 0 0 0,2 2 0 0 0,-1 0-3 0 0,0 0 1 0 0,0 0-1 0 0,0 0 0 0 0,0 0 1 0 0,0 0-1 0 0,-1 1 0 0 0,1 0 1 0 0,-1-1-1 0 0,4 6 1 0 0,1 4-25 0 0,0-1 1 0 0,-1 1 0 0 0,-1 1 0 0 0,6 17 0 0 0,-3-2 12 0 0,-2-1 0 0 0,4 44 0 0 0,-6-41-19 0 0,11 46 0 0 0,-15-75 53 0 0,1 0 0 0 0,0 0 0 0 0,0 0 0 0 0,0 0 0 0 0,-1 0 0 0 0,1 0 0 0 0,0 0 1 0 0,0 0-1 0 0,0 0 0 0 0,0 0 0 0 0,1 0 0 0 0,-1 0 0 0 0,0-1 0 0 0,0 1 0 0 0,0-1 0 0 0,1 1 0 0 0,-1-1 0 0 0,0 1 1 0 0,1-1-1 0 0,-1 0 0 0 0,0 1 0 0 0,1-1 0 0 0,-1 0 0 0 0,0 0 0 0 0,1 0 0 0 0,1 0 0 0 0,14-2-8 0 0,-1-1-1 0 0,0 0 0 0 0,0-1 1 0 0,0-1-1 0 0,-1 0 1 0 0,1-1-1 0 0,-1-1 0 0 0,-1 0 1 0 0,1-1-1 0 0,15-13 1 0 0,-13 10-49 0 0,-2-2 0 0 0,0 0 0 0 0,0 0 0 0 0,-1-2 0 0 0,-1 1 0 0 0,0-2 0 0 0,-1 0 0 0 0,13-24 0 0 0,-20 34 14 0 0,-1-1 1 0 0,-1-1-1 0 0,1 1 1 0 0,-1 0-1 0 0,-1-1 1 0 0,1 0-1 0 0,-2 1 1 0 0,1-1-1 0 0,-1 0 1 0 0,0 0-1 0 0,0-12 1 0 0,-1 20 24 0 0,0-1 0 0 0,0 0 1 0 0,0 1-1 0 0,0-1 0 0 0,0 0 1 0 0,0 1-1 0 0,0-1 0 0 0,-1 1 1 0 0,1-1-1 0 0,0 1 1 0 0,0-1-1 0 0,-1 0 0 0 0,1 1 1 0 0,0-1-1 0 0,-1 1 0 0 0,1-1 1 0 0,0 1-1 0 0,-1-1 0 0 0,1 1 1 0 0,-1 0-1 0 0,1-1 0 0 0,-1 1 1 0 0,1-1-1 0 0,-1 1 0 0 0,1 0 1 0 0,-1-1-1 0 0,1 1 0 0 0,-2 0 1 0 0,1 0 0 0 0,0 0 0 0 0,-1 0 0 0 0,1 0 0 0 0,0 0 1 0 0,-1 0-1 0 0,1 0 0 0 0,0 0 0 0 0,-1 1 1 0 0,1-1-1 0 0,0 0 0 0 0,0 1 0 0 0,-2 1 0 0 0,-3 0-8 0 0,1 1 0 0 0,0 1-1 0 0,0-1 1 0 0,-6 7 0 0 0,-2 4-14 0 0,1 0 0 0 0,0 1 0 0 0,1 0 0 0 0,1 1 0 0 0,-10 20 0 0 0,14-24 24 0 0,1 0 1 0 0,0 0-1 0 0,0 0 0 0 0,2 1 0 0 0,-1 0 0 0 0,2 0 0 0 0,0 0 1 0 0,-1 17-1 0 0,3-28 9 0 0,0 1-1 0 0,0-1 1 0 0,0 0 0 0 0,1 1 0 0 0,-1-1-1 0 0,1 0 1 0 0,-1 0 0 0 0,1 1 0 0 0,0-1-1 0 0,0 0 1 0 0,0 0 0 0 0,0 0 0 0 0,0 0-1 0 0,1 0 1 0 0,-1 0 0 0 0,0 0 0 0 0,1-1-1 0 0,-1 1 1 0 0,4 2 0 0 0,-1-1 14 0 0,0-1 0 0 0,0 0 0 0 0,0 0 0 0 0,0 0 1 0 0,0 0-1 0 0,0-1 0 0 0,0 0 0 0 0,1 0 0 0 0,7 1 0 0 0,5 0 36 0 0,1-2-1 0 0,-1 0 1 0 0,1-1-1 0 0,21-4 0 0 0,-16 0-41 0 0,0 0-1 0 0,0-2 0 0 0,0-1 1 0 0,-1 0-1 0 0,0-2 0 0 0,0 0 1 0 0,30-21-1 0 0,-29 15 4 0 0,0 0 0 0 0,-2-2 0 0 0,0 0 0 0 0,0-2 0 0 0,-2 0 0 0 0,19-26-1 0 0,-33 38-15 0 0,0 1 0 0 0,0-1 0 0 0,0 0-1 0 0,3-10 1 0 0,-7 16-7 0 0,0 0 1 0 0,-1 0-1 0 0,1 0 0 0 0,0 0 0 0 0,-1 0 0 0 0,1-1 1 0 0,-1 1-1 0 0,0 0 0 0 0,0 0 0 0 0,0 0 1 0 0,0-1-1 0 0,0 1 0 0 0,0 0 0 0 0,-1 0 0 0 0,1-1 1 0 0,-1 1-1 0 0,0 0 0 0 0,1 0 0 0 0,-1 0 0 0 0,0 0 1 0 0,-2-3-1 0 0,2 4-1 0 0,0 0-1 0 0,0 0 1 0 0,0 0 0 0 0,0 0-1 0 0,0 0 1 0 0,0 0 0 0 0,-1 0 0 0 0,1 0-1 0 0,0 0 1 0 0,-1 1 0 0 0,1-1-1 0 0,-1 1 1 0 0,1-1 0 0 0,-1 1 0 0 0,1-1-1 0 0,-1 1 1 0 0,1 0 0 0 0,-1 0 0 0 0,1 0-1 0 0,-1 0 1 0 0,1 0 0 0 0,-3 0-1 0 0,-29 9-94 0 0,32-9 97 0 0,0 0 6 0 0,0 1 0 0 0,0-1-1 0 0,0 0 1 0 0,0 1-1 0 0,1-1 1 0 0,-1 0-1 0 0,0 1 1 0 0,0-1-1 0 0,0 1 1 0 0,1-1-1 0 0,-1 1 1 0 0,0 0-1 0 0,0-1 1 0 0,1 1-1 0 0,-1 0 1 0 0,0-1 0 0 0,1 1-1 0 0,-1 0 1 0 0,1 0-1 0 0,-1 0 1 0 0,1-1-1 0 0,0 1 1 0 0,-1 0-1 0 0,1 0 1 0 0,0 0-1 0 0,-1 0 1 0 0,1 0-1 0 0,0 0 1 0 0,0 0 0 0 0,0 0-1 0 0,0 0 1 0 0,0-1-1 0 0,0 1 1 0 0,0 0-1 0 0,0 0 1 0 0,0 0-1 0 0,1 0 1 0 0,-1 0-1 0 0,0 0 1 0 0,1 0-1 0 0,-1 0 1 0 0,0 0-1 0 0,1-1 1 0 0,-1 1 0 0 0,1 0-1 0 0,-1 0 1 0 0,2 1-1 0 0,1 2-7 0 0,0-1 0 0 0,0 1-1 0 0,0 0 1 0 0,1-1 0 0 0,0 0-1 0 0,-1 0 1 0 0,7 4 0 0 0,20 8-56 0 0,-19-9 40 0 0,1 0 1 0 0,16 13 0 0 0,-25-17 20 0 0,1 1 0 0 0,-2 0 0 0 0,1 0 0 0 0,0 0 0 0 0,0 0 0 0 0,-1 0 0 0 0,0 1 0 0 0,0-1 0 0 0,0 1 0 0 0,0-1 1 0 0,0 1-1 0 0,1 5 0 0 0,0 6 136 0 0,0 0 0 0 0,-1 0 0 0 0,-1 0 0 0 0,0 1 0 0 0,-1-1 0 0 0,-4 29 0 0 0,0 18 229 0 0,4-59-336 0 0,0-1 1 0 0,1 1-1 0 0,-1-1 0 0 0,1 0 1 0 0,-1 1-1 0 0,1-1 0 0 0,0 0 0 0 0,0 1 1 0 0,0-1-1 0 0,0 0 0 0 0,0 0 0 0 0,1 0 1 0 0,-1 0-1 0 0,1 0 0 0 0,-1 0 0 0 0,1-1 1 0 0,0 1-1 0 0,-1 0 0 0 0,1-1 0 0 0,0 1 1 0 0,0-1-1 0 0,0 0 0 0 0,0 0 0 0 0,1 1 1 0 0,-1-1-1 0 0,0-1 0 0 0,0 1 0 0 0,1 0 1 0 0,-1-1-1 0 0,0 1 0 0 0,4 0 0 0 0,8 1 35 0 0,0 0 0 0 0,0-1 0 0 0,28-1 0 0 0,-39 0-44 0 0,13-1-387 0 0,1-1-1 0 0,-1 0 1 0 0,0-1-1 0 0,-1 0 1 0 0,1-2 0 0 0,-1 1-1 0 0,29-15 1 0 0,-33 14-1200 0 0,-1-1 0 0 0,0-1 0 0 0,0 0 0 0 0,0 0 0 0 0,-1-1 0 0 0,16-16 0 0 0,-3-4-7326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43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2 4056 0 0,'-30'7'2849'0'0,"8"0"-609"0"0,1-2-540 0 0,6 0-340 0 0,3 0 1940 0 0,33 0-2836 0 0,6-6-92 0 0,11-3-167 0 0,15 1-494 0 0,12-2-671 0 0,9 1-692 0 0,4-6-2604 0 0,14 1-2729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45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16 661 684 0 0,'-5'14'4281'0'0,"-3"20"-249"0"0,7-25-3573 0 0,0-1 1 0 0,1 1-1 0 0,-1 0 0 0 0,2-1 0 0 0,-1 1 0 0 0,1 0 0 0 0,4 14 0 0 0,-5-23-417 0 0,1 1 0 0 0,-1 0 0 0 0,1 0 0 0 0,-1-1-1 0 0,1 1 1 0 0,-1 0 0 0 0,1-1 0 0 0,-1 1 0 0 0,1 0-1 0 0,-1-1 1 0 0,1 1 0 0 0,0-1 0 0 0,-1 1-1 0 0,1-1 1 0 0,0 1 0 0 0,0-1 0 0 0,-1 1 0 0 0,1-1-1 0 0,0 0 1 0 0,0 1 0 0 0,0-1 0 0 0,-1 0-1 0 0,1 0 1 0 0,0 0 0 0 0,0 1 0 0 0,0-1 0 0 0,0 0-1 0 0,0 0 1 0 0,-1 0 0 0 0,1-1 0 0 0,0 1-1 0 0,0 0 1 0 0,0 0 0 0 0,0 0 0 0 0,-1-1 0 0 0,2 1-1 0 0,33-14 212 0 0,-31 12-147 0 0,16-9-77 0 0,0-1-1 0 0,-1 0 1 0 0,-1-1-1 0 0,0-1 0 0 0,-1-1 1 0 0,0-1-1 0 0,-1 0 1 0 0,-1-1-1 0 0,-1-1 1 0 0,0 0-1 0 0,-1-1 0 0 0,-1 0 1 0 0,9-21-1 0 0,-2 0-55 0 0,-2 0-1 0 0,-2-1 1 0 0,-2-1 0 0 0,-2 0-1 0 0,11-79 1 0 0,-4-100-231 0 0,-33 230 194 0 0,12-4 53 0 0,-1 0 0 0 0,0 0-1 0 0,1 1 1 0 0,0-1 0 0 0,0 1 0 0 0,1 0-1 0 0,0 0 1 0 0,0 0 0 0 0,0 0-1 0 0,-1 7 1 0 0,-1 2 5 0 0,-16 49 81 0 0,4 0-1 0 0,2 1 0 0 0,4 1 0 0 0,2 0 0 0 0,1 83 1 0 0,7-134-59 0 0,1 1 0 0 0,1 0 0 0 0,0-1 0 0 0,1 0 1 0 0,1 1-1 0 0,0-1 0 0 0,11 24 0 0 0,-12-33-8 0 0,0 1 0 0 0,1-2-1 0 0,-1 1 1 0 0,2 0 0 0 0,-1-1-1 0 0,0 1 1 0 0,1-1 0 0 0,0 0 0 0 0,0-1-1 0 0,1 1 1 0 0,-1-1 0 0 0,1 0 0 0 0,0-1-1 0 0,0 1 1 0 0,0-1 0 0 0,0 0 0 0 0,1-1-1 0 0,-1 1 1 0 0,12 1 0 0 0,-2-1-10 0 0,0-1 0 0 0,0 0 1 0 0,1-1-1 0 0,-1-1 0 0 0,0-1 0 0 0,0 0 1 0 0,0-1-1 0 0,0-1 0 0 0,0-1 1 0 0,0 0-1 0 0,-1-1 0 0 0,1 0 1 0 0,-1-1-1 0 0,-1-1 0 0 0,1-1 0 0 0,-1 0 1 0 0,14-10-1 0 0,-8 2-51 0 0,0 0 0 0 0,-1-1 0 0 0,-1-1 0 0 0,0-1 0 0 0,-2 0-1 0 0,0-1 1 0 0,-1-1 0 0 0,-1 0 0 0 0,-1-1 0 0 0,11-28 0 0 0,5-23-51 0 0,-3-1 0 0 0,-4-2-1 0 0,23-144 1 0 0,-45 212 77 0 0,-6 17 33 0 0,-6 17 11 0 0,-38 166 554 0 0,-27 219 0 0 0,63-321 334 0 0,14-90-892 0 0,0 0 1 0 0,1 0-1 0 0,-1-1 0 0 0,0 1 1 0 0,0 0-1 0 0,0 0 0 0 0,1 0 0 0 0,-1 0 1 0 0,0 0-1 0 0,0 0 0 0 0,0 0 1 0 0,1 0-1 0 0,-1 0 0 0 0,0 0 0 0 0,0 0 1 0 0,0-1-1 0 0,1 1 0 0 0,-1 0 1 0 0,0 0-1 0 0,0 1 0 0 0,1-1 0 0 0,-1 0 1 0 0,0 0-1 0 0,0 0 0 0 0,0 0 1 0 0,1 0-1 0 0,-1 0 0 0 0,0 0 0 0 0,0 0 1 0 0,0 0-1 0 0,1 0 0 0 0,-1 0 1 0 0,0 1-1 0 0,0-1 0 0 0,0 0 0 0 0,0 0 1 0 0,1 0-1 0 0,-1 0 0 0 0,0 1 1 0 0,0-1-1 0 0,0 0 0 0 0,0 0 0 0 0,0 0 1 0 0,0 1-1 0 0,1-1 0 0 0,-1 0 1 0 0,0 0-1 0 0,0 0 0 0 0,0 1 0 0 0,0-1 1 0 0,0 0-1 0 0,0 0 0 0 0,0 0 1 0 0,0 1-1 0 0,0-1 0 0 0,0 0 1 0 0,0 0-1 0 0,0 1 0 0 0,0-1 0 0 0,0 0 1 0 0,0 0-1 0 0,14-14 32 0 0,20-38 37 0 0,-13 20-80 0 0,36-43 0 0 0,-51 67-18 0 0,1 1 1 0 0,0 1-1 0 0,0-1 0 0 0,0 1 1 0 0,1 0-1 0 0,0 1 0 0 0,0 0 1 0 0,1 0-1 0 0,-1 0 1 0 0,19-5-1 0 0,-25 9 14 0 0,1 1 0 0 0,-1 0 0 0 0,1-1 1 0 0,0 1-1 0 0,-1 0 0 0 0,1 0 0 0 0,-1 1 0 0 0,1-1 0 0 0,0 0 1 0 0,-1 1-1 0 0,1 0 0 0 0,-1 0 0 0 0,1-1 0 0 0,-1 1 0 0 0,0 1 1 0 0,1-1-1 0 0,-1 0 0 0 0,0 1 0 0 0,0-1 0 0 0,0 1 0 0 0,0-1 1 0 0,0 1-1 0 0,0 0 0 0 0,0 0 0 0 0,0 0 0 0 0,-1 0 1 0 0,3 4-1 0 0,0 1 26 0 0,1 0 0 0 0,-1 0 1 0 0,0 1-1 0 0,-1 0 0 0 0,0 0 1 0 0,4 15-1 0 0,-2 11 166 0 0,3 62-1 0 0,0 3 2 0 0,-8-97-175 0 0,0 0 0 0 0,1-1 0 0 0,-1 1 0 0 0,0 0 0 0 0,1 0 0 0 0,0 0 0 0 0,-1 0 0 0 0,1-1 0 0 0,0 1 0 0 0,0 0 0 0 0,0-1 0 0 0,0 1 0 0 0,0 0 0 0 0,1-1 0 0 0,-1 1-1 0 0,0-1 1 0 0,1 0 0 0 0,-1 0 0 0 0,1 1 0 0 0,-1-1 0 0 0,1 0 0 0 0,2 1 0 0 0,0-1 7 0 0,-1 0-1 0 0,1 0 1 0 0,0 0 0 0 0,-1 0-1 0 0,1-1 1 0 0,0 0 0 0 0,-1 0-1 0 0,1 0 1 0 0,0 0 0 0 0,0 0-1 0 0,3-2 1 0 0,7-1 20 0 0,0-1-1 0 0,0 0 1 0 0,-1-1 0 0 0,1-1-1 0 0,14-8 1 0 0,-1-1-19 0 0,-2-2 0 0 0,0-1 0 0 0,-1 0 0 0 0,-1-2 0 0 0,-1-1 0 0 0,-1 0 0 0 0,0-2 0 0 0,-2 0 1 0 0,-1-2-1 0 0,0 0 0 0 0,-2 0 0 0 0,13-29 0 0 0,-28 50-12 0 0,1 0 0 0 0,0 1 1 0 0,-1-1-1 0 0,0 0 0 0 0,0 0 0 0 0,0-7 1 0 0,0 10-10 0 0,-2 0-1 0 0,1-1 1 0 0,0 1 0 0 0,0 0 0 0 0,0 0-1 0 0,0 0 1 0 0,-1-1 0 0 0,1 1 0 0 0,-1 0 0 0 0,1 0-1 0 0,-1 0 1 0 0,1 0 0 0 0,-1 0 0 0 0,0-1-1 0 0,0 1 1 0 0,1 0 0 0 0,-1 1 0 0 0,0-1 0 0 0,0 0-1 0 0,0 0 1 0 0,0 0 0 0 0,0 0 0 0 0,-2 0-1 0 0,2 0-1 0 0,1 1-1 0 0,-1 0 0 0 0,0 0 1 0 0,0 0-1 0 0,0 0 0 0 0,1 0 1 0 0,-1 0-1 0 0,0 0 0 0 0,0 0 1 0 0,0 0-1 0 0,0 0 0 0 0,1 0 1 0 0,-1 0-1 0 0,0 1 1 0 0,0-1-1 0 0,1 0 0 0 0,-1 1 1 0 0,0-1-1 0 0,0 0 0 0 0,0 1 1 0 0,-1 0-1 0 0,-5 2 6 0 0,-1 1-1 0 0,1-1 1 0 0,0 1-1 0 0,0 1 1 0 0,1-1-1 0 0,0 1 1 0 0,-1 0-1 0 0,1 1 1 0 0,1-1-1 0 0,-8 10 1 0 0,1 0 15 0 0,1 0 1 0 0,1 1 0 0 0,-12 22-1 0 0,18-30-6 0 0,1 0 0 0 0,-1 0 0 0 0,1 1-1 0 0,1-1 1 0 0,-1 1 0 0 0,2-1 0 0 0,-1 1 0 0 0,1 0 0 0 0,0 17-1 0 0,1-22-2 0 0,1 0 0 0 0,-1 0 0 0 0,1 0 0 0 0,0 0 1 0 0,0 0-1 0 0,1 0 0 0 0,-1 0 0 0 0,1-1 0 0 0,0 1 0 0 0,0 0 0 0 0,0-1 0 0 0,0 1 0 0 0,0-1 0 0 0,1 0 0 0 0,0 0 0 0 0,0 0 0 0 0,0 0 0 0 0,0 0 0 0 0,0-1 0 0 0,0 1 0 0 0,1-1 0 0 0,-1 0 0 0 0,5 2 0 0 0,5 2-54 0 0,-1-2 0 0 0,1 0 0 0 0,0 0 0 0 0,0-1 0 0 0,1-1 0 0 0,-1 0 0 0 0,0-1 0 0 0,1 0 0 0 0,-1-1 0 0 0,1 0 0 0 0,26-5 0 0 0,-19 1-909 0 0,1-1-1 0 0,29-11 0 0 0,-31 8-1450 0 0,0 0-1 0 0,23-15 1 0 0,-9 2-4150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45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1 1308 0 0,'-40'2'1832'0'0,"-2"-1"251"0"0,0 2-1 0 0,0 2 1 0 0,-53 13-1 0 0,76-10-936 0 0,19-7-1133 0 0,-1-1 0 0 0,1 0 0 0 0,0 0-1 0 0,0 0 1 0 0,0 0 0 0 0,0 0 0 0 0,0 1-1 0 0,0-1 1 0 0,0 0 0 0 0,0 0 0 0 0,0 0 0 0 0,0 0-1 0 0,0 1 1 0 0,0-1 0 0 0,0 0 0 0 0,0 0-1 0 0,0 0 1 0 0,0 1 0 0 0,0-1 0 0 0,0 0 0 0 0,0 0-1 0 0,0 0 1 0 0,0 0 0 0 0,0 0 0 0 0,1 1-1 0 0,-1-1 1 0 0,0 0 0 0 0,0 0 0 0 0,0 0 0 0 0,0 0-1 0 0,0 0 1 0 0,0 1 0 0 0,0-1 0 0 0,1 0-1 0 0,-1 0 1 0 0,0 0 0 0 0,0 0 0 0 0,0 0 0 0 0,0 0-1 0 0,1 0 1 0 0,-1 0 0 0 0,0 0 0 0 0,0 0-1 0 0,0 0 1 0 0,0 0 0 0 0,1 0 0 0 0,-1 1 0 0 0,0-1-1 0 0,37 5 410 0 0,167-3-948 0 0,-66-8-3719 0 0,-117 5 3069 0 0,56-2-4137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46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109 475 704 0 0,'-109'41'13845'0'0,"112"-43"-13347"0"0,8-8-240 0 0,2 1-1 0 0,-1 1 1 0 0,1 0-1 0 0,19-9 1 0 0,14-8-35 0 0,54-43 17 0 0,-4-4 0 0 0,116-111 0 0 0,-205 177-215 0 0,-2 2-12 0 0,-1 0 1 0 0,1 0-1 0 0,-1-1 0 0 0,4-6 1 0 0,-6 9-36 0 0,-3 2 19 0 0,0-1 1 0 0,1 1-1 0 0,-1-1 0 0 0,0 1 0 0 0,0 0 0 0 0,1-1 0 0 0,-1 1 0 0 0,0 0 0 0 0,0-1 1 0 0,1 1-1 0 0,-1 0 0 0 0,0 0 0 0 0,0 0 0 0 0,1 0 0 0 0,-1 0 0 0 0,0 0 0 0 0,0 0 1 0 0,0 0-1 0 0,1 0 0 0 0,-1 0 0 0 0,0 0 0 0 0,-1 1 0 0 0,-18 8-30 0 0,17-8 30 0 0,-4 2-5 0 0,0 1 0 0 0,0 0-1 0 0,1 1 1 0 0,0 0 0 0 0,-1 0 0 0 0,1 0-1 0 0,1 0 1 0 0,-1 1 0 0 0,-7 10-1 0 0,11-12 12 0 0,0-1-1 0 0,0 0 0 0 0,0 1 0 0 0,1 0 0 0 0,-1-1 0 0 0,1 1 0 0 0,0 0 0 0 0,0 0 0 0 0,0 0 0 0 0,0 0 0 0 0,1 0 0 0 0,-1 0 0 0 0,1-1 0 0 0,0 1 0 0 0,1 0 1 0 0,-1 0-1 0 0,1 0 0 0 0,-1 0 0 0 0,1 0 0 0 0,3 6 0 0 0,2 3 7 0 0,1-1-1 0 0,0 1 1 0 0,1-2 0 0 0,0 1 0 0 0,1-1-1 0 0,0 0 1 0 0,1-1 0 0 0,12 10-1 0 0,-9-8 11 0 0,-1 0-1 0 0,-1 0 0 0 0,0 1 1 0 0,18 28-1 0 0,-27-38 50 0 0,-1 1 0 0 0,0-1-1 0 0,1 1 1 0 0,-1-1 0 0 0,0 0 0 0 0,-1 1 0 0 0,1 0 0 0 0,-1-1-1 0 0,1 1 1 0 0,-1-1 0 0 0,0 1 0 0 0,-1 0 0 0 0,1-1 0 0 0,0 1-1 0 0,-1-1 1 0 0,0 1 0 0 0,0-1 0 0 0,0 1 0 0 0,0-1 0 0 0,-1 0-1 0 0,1 1 1 0 0,-1-1 0 0 0,0 0 0 0 0,0 0 0 0 0,0 0 0 0 0,0 0-1 0 0,0 0 1 0 0,-5 3 0 0 0,-1 2 285 0 0,0-1-1 0 0,-1 0 1 0 0,0 0-1 0 0,0-1 1 0 0,-1 0-1 0 0,1-1 1 0 0,-21 9-1 0 0,4-4 435 0 0,24-9-652 0 0,2-3-124 0 0,1 1-1 0 0,0 0 1 0 0,1 0-1 0 0,-1 0 0 0 0,0 0 1 0 0,0 0-1 0 0,0 0 1 0 0,1 0-1 0 0,-1 0 1 0 0,0 0-1 0 0,3-1 1 0 0,0 0 0 0 0,151-93 115 0 0,28-18-96 0 0,-176 108-32 0 0,170-131-79 0 0,-158 120 71 0 0,-2-1 0 0 0,-1-1 0 0 0,0 0 0 0 0,-1-1 0 0 0,-1-1 0 0 0,-1 0 0 0 0,13-26 0 0 0,-25 43 6 0 0,0 1-8 0 0,1-1 0 0 0,-1 1 0 0 0,0-1 0 0 0,0 1 0 0 0,0-1 0 0 0,0 1 0 0 0,-1-1 1 0 0,1 0-1 0 0,-1 1 0 0 0,1-1 0 0 0,-1 0 0 0 0,0 1 0 0 0,0-1 0 0 0,-1 0 0 0 0,1-3 0 0 0,-1 5 4 0 0,1 1-1 0 0,0-1 1 0 0,-1 0 0 0 0,1 0-1 0 0,0 0 1 0 0,-1 0-1 0 0,1 0 1 0 0,-1 1-1 0 0,0-1 1 0 0,1 0-1 0 0,-1 0 1 0 0,1 1-1 0 0,-1-1 1 0 0,0 0-1 0 0,0 1 1 0 0,1-1-1 0 0,-1 1 1 0 0,0-1-1 0 0,0 1 1 0 0,0-1-1 0 0,0 1 1 0 0,0 0-1 0 0,0-1 1 0 0,1 1-1 0 0,-1 0 1 0 0,0 0-1 0 0,0 0 1 0 0,0-1-1 0 0,0 1 1 0 0,0 0-1 0 0,0 0 1 0 0,0 1 0 0 0,0-1-1 0 0,-2 0 1 0 0,0 1 0 0 0,0 0 0 0 0,0 0 0 0 0,0 1 0 0 0,1-1 1 0 0,-1 0-1 0 0,0 1 0 0 0,-2 2 0 0 0,-6 4-17 0 0,1 2-1 0 0,0-1 1 0 0,1 1-1 0 0,0 1 1 0 0,1 0 0 0 0,0 0-1 0 0,0 0 1 0 0,1 1-1 0 0,-6 16 1 0 0,4-7-1 0 0,1 0 0 0 0,0 0 0 0 0,2 1 0 0 0,-7 43-1 0 0,12-55 28 0 0,0 0 0 0 0,1 1 0 0 0,0-1 0 0 0,0 1 0 0 0,1-1 0 0 0,0 1 0 0 0,1-1 0 0 0,0 0 0 0 0,1 0 0 0 0,0 0 0 0 0,1 0 0 0 0,6 12 0 0 0,-6-15-1 0 0,0 0 0 0 0,1-1 0 0 0,-1 1 0 0 0,2-1 0 0 0,-1-1 0 0 0,0 1 0 0 0,1-1 0 0 0,0 0-1 0 0,1 0 1 0 0,-1 0 0 0 0,1-1 0 0 0,0 0 0 0 0,0 0 0 0 0,0-1 0 0 0,0 0 0 0 0,1 0 0 0 0,7 1 0 0 0,13 2-366 0 0,1-1-1 0 0,-1-1 1 0 0,1-2-1 0 0,-1-1 0 0 0,1-1 1 0 0,0-1-1 0 0,-1-2 1 0 0,37-7-1 0 0,-27 1-833 0 0,-1-1 0 0 0,0-1 0 0 0,-1-2 0 0 0,0-2 0 0 0,58-33 0 0 0,-68 32-544 0 0,0-2 0 0 0,29-28 0 0 0,-4-2-2410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46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124 240 1112 0 0,'19'-49'3486'0'0,"-3"-1"0"0"0,14-77 0 0 0,-29 127-3450 0 0,-1-1-1 0 0,0 0 0 0 0,0 0 0 0 0,0 1 1 0 0,0-1-1 0 0,1 0 0 0 0,-1 1 0 0 0,0-1 1 0 0,0 0-1 0 0,0 1 0 0 0,-1-1 1 0 0,1 0-1 0 0,0 0 0 0 0,0 1 0 0 0,0-1 1 0 0,0 0-1 0 0,-1 1 0 0 0,1-2 0 0 0,-8 5 657 0 0,-11 20 229 0 0,9-2-357 0 0,1 0 0 0 0,1 0 0 0 0,-6 27 0 0 0,2-8 139 0 0,-67 295 3059 0 0,77-326-3707 0 0,-4 20 111 0 0,-12 78 284 0 0,16-94-382 0 0,1 0 0 0 0,1 0 0 0 0,0 1 1 0 0,1-1-1 0 0,5 25 0 0 0,-4-32-60 0 0,0 0 1 0 0,1-1-1 0 0,0 1 0 0 0,0-1 1 0 0,0 1-1 0 0,0-1 0 0 0,1 0 1 0 0,0 0-1 0 0,0-1 0 0 0,0 1 1 0 0,1-1-1 0 0,-1 0 0 0 0,1 0 0 0 0,0 0 1 0 0,0-1-1 0 0,1 0 0 0 0,-1 0 1 0 0,1 0-1 0 0,-1-1 0 0 0,1 0 1 0 0,9 3-1 0 0,2 0-401 0 0,0-1 1 0 0,0-1-1 0 0,1 0 0 0 0,-1-2 0 0 0,1 0 1 0 0,25-1-1 0 0,-28-2-826 0 0,0 0 1 0 0,27-7-1 0 0,4-7-4271 0 0,-6-1-2048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46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26 2432 0 0,'-43'-5'2920'0'0,"-84"-4"5139"0"0,194 2-6915 0 0,309 2-2981 0 0,-273 6-3058 0 0,-50 0-524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47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1660 0 0,'7'-15'6941'0'0,"-5"14"-6478"0"0,2 4-280 0 0,0 0-1 0 0,-1 0 0 0 0,1 1 1 0 0,0-1-1 0 0,-1 1 1 0 0,0 0-1 0 0,0 0 0 0 0,0 0 1 0 0,3 5-1 0 0,23 48 569 0 0,-18-34-434 0 0,81 196 1232 0 0,-62-138-1084 0 0,57 106 1 0 0,-52-125 4134 0 0,-32-63-4164 0 0,1-1-353 0 0,0-1-1 0 0,0 0 0 0 0,0 0 1 0 0,0 0-1 0 0,-1 0 0 0 0,1 0 1 0 0,-1-1-1 0 0,0 0 0 0 0,0 1 1 0 0,0-1-1 0 0,-1 0 0 0 0,1-1 1 0 0,-1 1-1 0 0,3-8 0 0 0,7-15 33 0 0,8-33 0 0 0,-16 47-65 0 0,137-480-209 0 0,-141 492 64 0 0,0 0 0 0 0,0 0-1 0 0,0 0 1 0 0,1 0 0 0 0,-1 0 0 0 0,0 0 0 0 0,0 0-1 0 0,1 0 1 0 0,-1 0 0 0 0,0 0 0 0 0,1 0 0 0 0,-1 0-1 0 0,1 0 1 0 0,0 1 0 0 0,-1-1 0 0 0,1 0 0 0 0,0 0-1 0 0,-1 0 1 0 0,1 1 0 0 0,0-1 0 0 0,0 0 0 0 0,-1 1 0 0 0,1-1-1 0 0,0 1 1 0 0,0-1 0 0 0,0 1 0 0 0,0 0 0 0 0,0-1-1 0 0,0 1 1 0 0,0 0 0 0 0,0-1 0 0 0,0 1 0 0 0,0 0-1 0 0,0 0 1 0 0,0 0 0 0 0,0 0 0 0 0,0 0 0 0 0,0 0-1 0 0,0 0 1 0 0,0 0 0 0 0,0 1 0 0 0,1-1 0 0 0,4 3-1235 0 0,-1-1 1 0 0,0 1 0 0 0,1 1-1 0 0,-1-1 1 0 0,9 8 0 0 0,-9-7-161 0 0,8 6-3375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47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2672 0 0,'12'18'10441'0'0,"-6"-14"-9185"0"0,51-14-455 0 0,-43 6-2041 0 0,-1 1 0 0 0,1 1 0 0 0,15-1 0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47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12 1692 0 0,'-13'10'2902'0'0,"0"1"-1"0"0,-20 20 1 0 0,33-31-2868 0 0,0 0 0 0 0,0 0 0 0 0,0 1 0 0 0,-1-1 0 0 0,1 0 0 0 0,0 0 0 0 0,0 1 0 0 0,0-1 0 0 0,0 0 0 0 0,0 1 0 0 0,-1-1 0 0 0,1 0 0 0 0,0 0 0 0 0,0 1 0 0 0,0-1 0 0 0,0 0 0 0 0,0 1 0 0 0,0-1 0 0 0,0 0 0 0 0,0 1 0 0 0,0-1 0 0 0,0 0 0 0 0,0 0 0 0 0,0 1 0 0 0,0-1 0 0 0,0 0 0 0 0,1 1 0 0 0,-1-1 0 0 0,0 0 0 0 0,0 0-1 0 0,0 1 1 0 0,0-1 0 0 0,0 0 0 0 0,1 0 0 0 0,-1 1 0 0 0,0-1 0 0 0,0 0 0 0 0,1 0 0 0 0,-1 0 0 0 0,0 1 0 0 0,1-1 0 0 0,15 4 657 0 0,25-8-890 0 0,0-2 0 0 0,50-13 0 0 0,25-13-4800 0 0,-51 14 484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4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12 226 1720 0 0,'-1'-2'343'0'0,"-1"0"0"0"0,1 0 0 0 0,0-1-1 0 0,0 1 1 0 0,0 0 0 0 0,0-1 0 0 0,0 0 0 0 0,0 1-1 0 0,1-1 1 0 0,-1 1 0 0 0,1-1 0 0 0,0 1 0 0 0,0-1-1 0 0,0 0 1 0 0,0 1 0 0 0,0-1 0 0 0,1 0 0 0 0,-1 1-1 0 0,2-3 1 0 0,-1 0-65 0 0,1 0 0 0 0,1 1 1 0 0,-1-1-1 0 0,1 1 0 0 0,-1 0 0 0 0,1-1 0 0 0,0 1 0 0 0,1 1 0 0 0,5-7 1 0 0,0 3-80 0 0,0-1 0 0 0,1 1 0 0 0,0 0 0 0 0,0 1 0 0 0,0 0 0 0 0,1 1 0 0 0,0 0 0 0 0,12-3 0 0 0,-17 6-150 0 0,0 0 1 0 0,0 1-1 0 0,0 0 0 0 0,0 0 0 0 0,0 1 0 0 0,0 0 0 0 0,1 0 0 0 0,-1 0 1 0 0,0 1-1 0 0,0 0 0 0 0,9 2 0 0 0,-13-2-32 0 0,1 0 0 0 0,-1 0 0 0 0,1 0 0 0 0,-1 1 0 0 0,0-1 1 0 0,0 1-1 0 0,0-1 0 0 0,1 1 0 0 0,-1 0 0 0 0,-1-1 0 0 0,1 1 0 0 0,0 0 0 0 0,0 0 0 0 0,-1 1 0 0 0,1-1 0 0 0,-1 0 1 0 0,0 0-1 0 0,0 1 0 0 0,1-1 0 0 0,-2 1 0 0 0,1-1 0 0 0,0 1 0 0 0,0-1 0 0 0,-1 1 0 0 0,1-1 0 0 0,-1 1 0 0 0,0 0 1 0 0,0 4-1 0 0,-1 3 50 0 0,0 1 0 0 0,-1-1 1 0 0,0 0-1 0 0,-1 1 0 0 0,0-1 1 0 0,-1-1-1 0 0,1 1 0 0 0,-2 0 1 0 0,0-1-1 0 0,0 0 0 0 0,0 0 1 0 0,-13 15-1 0 0,-9 7 286 0 0,-55 52-1 0 0,76-78-315 0 0,-42 40 476 0 0,46-44-263 0 0,3-2-206 0 0,13-14-34 0 0,1 1 0 0 0,0 1 0 0 0,30-21 0 0 0,-12 9-6 0 0,10-8-1 0 0,7-4 10 0 0,-2-1 0 0 0,-2-3 0 0 0,46-52 0 0 0,-87 87-8 0 0,0-1-1 0 0,0 1 1 0 0,6-14 0 0 0,-10 18-4 0 0,0-1-1 0 0,0 1 1 0 0,0-1 0 0 0,0 0 0 0 0,0 1 0 0 0,-1-1-1 0 0,1 0 1 0 0,-1 1 0 0 0,0-1 0 0 0,0 0 0 0 0,0 0 0 0 0,0 1-1 0 0,-1-6 1 0 0,0 7-1 0 0,1 1-1 0 0,-1-1 1 0 0,1 0-1 0 0,0 1 1 0 0,-1-1-1 0 0,0 1 1 0 0,1-1-1 0 0,-1 1 1 0 0,1-1-1 0 0,-1 1 1 0 0,0-1-1 0 0,1 1 0 0 0,-1 0 1 0 0,0-1-1 0 0,1 1 1 0 0,-1 0-1 0 0,0 0 1 0 0,1 0-1 0 0,-1-1 1 0 0,0 1-1 0 0,0 0 1 0 0,1 0-1 0 0,-1 0 1 0 0,0 0-1 0 0,0 0 1 0 0,1 0-1 0 0,-1 0 1 0 0,0 1-1 0 0,-1-1 1 0 0,-21 6-19 0 0,12 0 21 0 0,0 1-1 0 0,1 0 1 0 0,0 1-1 0 0,0 1 1 0 0,0-1 0 0 0,1 1-1 0 0,1 1 1 0 0,-1 0-1 0 0,2 0 1 0 0,-1 0-1 0 0,1 1 1 0 0,-5 12 0 0 0,8-15 6 0 0,-1 0 0 0 0,2 1 1 0 0,-1 0-1 0 0,1-1 1 0 0,1 1-1 0 0,0 1 1 0 0,0-1-1 0 0,0 0 1 0 0,1 0-1 0 0,1 1 1 0 0,0-1-1 0 0,0 0 1 0 0,1 1-1 0 0,0-1 1 0 0,0 0-1 0 0,1 0 0 0 0,3 10 1 0 0,-1-11 10 0 0,0-1 0 0 0,0 0 0 0 0,0-1 1 0 0,1 1-1 0 0,0-1 0 0 0,0 0 0 0 0,1 0 0 0 0,-1-1 1 0 0,1 1-1 0 0,1-1 0 0 0,-1-1 0 0 0,1 1 0 0 0,0-1 0 0 0,0 0 1 0 0,0-1-1 0 0,0 1 0 0 0,8 1 0 0 0,9 3-67 0 0,0-1-1 0 0,-1-1 1 0 0,2-1 0 0 0,30 2-1 0 0,66-3-2667 0 0,-41-9-3215 0 0,-35 1-48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4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40 504 0 0,'-65'-15'9601'0'0,"33"9"-5168"0"0,35 7-4323 0 0,0 0 0 0 0,0-1 1 0 0,0 1-1 0 0,0-1 0 0 0,0 0 0 0 0,0 0 0 0 0,6-1 0 0 0,-9 1-70 0 0,158-6 955 0 0,18-2-5424 0 0,-147 4-879 0 0,-18 1 995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5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25 2244 0 0,'-38'-24'10955'0'0,"36"24"-10843"0"0,1 1 0 0 0,0-1-1 0 0,-1 0 1 0 0,1 1 0 0 0,0-1 0 0 0,-1 1-1 0 0,1 0 1 0 0,0 0 0 0 0,-1-1-1 0 0,1 1 1 0 0,0 0 0 0 0,0 0 0 0 0,0 0-1 0 0,0 0 1 0 0,0 0 0 0 0,0 0-1 0 0,0 0 1 0 0,0 1 0 0 0,1-1 0 0 0,-1 0-1 0 0,0 0 1 0 0,1 1 0 0 0,-1-1 0 0 0,1 1-1 0 0,-1-1 1 0 0,1 2 0 0 0,-12 49 737 0 0,9-33-553 0 0,-4 10-174 0 0,-9 39-155 0 0,3 0-1 0 0,-8 136 1 0 0,21-199-367 0 0,0 1 0 0 0,0 0 0 0 0,1-1 1 0 0,0 1-1 0 0,0-1 0 0 0,1 1 0 0 0,2 5 0 0 0,-3-8-169 0 0,0-1-1 0 0,0 1 1 0 0,1-1-1 0 0,-1 1 1 0 0,1-1-1 0 0,0 0 1 0 0,0 0-1 0 0,0 0 0 0 0,0 0 1 0 0,2 2-1 0 0,11 5-4945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5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90 1788 0 0,'38'-89'12842'0'0,"-37"105"-11925"0"0,-6 55 789 0 0,2-50-1420 0 0,1 0 1 0 0,1 28-1 0 0,2-42-244 0 0,-1-1-1 0 0,1 1 0 0 0,1-1 1 0 0,-1 1-1 0 0,1-1 1 0 0,0 1-1 0 0,1-1 0 0 0,-1 0 1 0 0,1 0-1 0 0,1 0 1 0 0,5 8-1 0 0,-5-9-19 0 0,1 0 1 0 0,0-1-1 0 0,0 1 0 0 0,0-1 0 0 0,1 0 1 0 0,0 0-1 0 0,-1-1 0 0 0,1 0 1 0 0,1 0-1 0 0,-1 0 0 0 0,0-1 0 0 0,1 0 1 0 0,-1 0-1 0 0,1 0 0 0 0,-1-1 0 0 0,1 0 1 0 0,12 0-1 0 0,-11-1-11 0 0,1 0-1 0 0,-1 0 1 0 0,0-1-1 0 0,0 0 1 0 0,0 0 0 0 0,0-1-1 0 0,0 0 1 0 0,0 0-1 0 0,0-1 1 0 0,0 0 0 0 0,-1 0-1 0 0,1-1 1 0 0,-1 0-1 0 0,8-7 1 0 0,-5 2-9 0 0,-1-1-1 0 0,-1 0 1 0 0,0-1-1 0 0,0 0 1 0 0,-1 0-1 0 0,9-21 1 0 0,-6 13-7 0 0,11-36 0 0 0,-31 109 685 0 0,2 1 0 0 0,-1 80 0 0 0,5-60-136 0 0,-1 7 50 0 0,-19 209 1251 0 0,15-232-1264 0 0,-1 0-1 0 0,-35 106 1 0 0,39-149-388 0 0,0 0-1 0 0,-1 0 1 0 0,-1-1 0 0 0,-1 0-1 0 0,0 0 1 0 0,0-1 0 0 0,-19 20-1 0 0,24-30-149 0 0,0 0-1 0 0,0 0 0 0 0,0 0 0 0 0,-1 0 0 0 0,1-1 1 0 0,-1 0-1 0 0,0 0 0 0 0,0 0 0 0 0,0-1 0 0 0,-1 0 1 0 0,1 0-1 0 0,0 0 0 0 0,-1 0 0 0 0,1-1 0 0 0,-1 0 1 0 0,0 0-1 0 0,1-1 0 0 0,-1 1 0 0 0,0-1 0 0 0,1 0 1 0 0,-1-1-1 0 0,0 0 0 0 0,1 0 0 0 0,-1 0 1 0 0,1 0-1 0 0,-8-3 0 0 0,5 1-62 0 0,-1-1 0 0 0,1 0 0 0 0,0 0 0 0 0,0-1 0 0 0,1 0-1 0 0,-1-1 1 0 0,1 1 0 0 0,0-1 0 0 0,1 0 0 0 0,-1-1 0 0 0,1 0 0 0 0,1 0 0 0 0,-1 0 0 0 0,1-1 0 0 0,0 0 0 0 0,1 0 0 0 0,0 0 0 0 0,0 0-1 0 0,1-1 1 0 0,0 1 0 0 0,0-1 0 0 0,1 0 0 0 0,0 0 0 0 0,1 0 0 0 0,0 0 0 0 0,0 0 0 0 0,1 0 0 0 0,0 0 0 0 0,1 0 0 0 0,0 0 0 0 0,0 0-1 0 0,1 0 1 0 0,0 0 0 0 0,6-15 0 0 0,1 2-413 0 0,2 1 0 0 0,1 0 1 0 0,0 0-1 0 0,2 1 0 0 0,0 1 0 0 0,1 0 0 0 0,1 1 0 0 0,1 1 0 0 0,31-26 0 0 0,10-2-4861 0 0,118-68 0 0 0,-132 88 966 0 0,2 2-1936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5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86 1464 0 0,'-4'-19'11816'0'0,"28"16"-9610"0"0,-21 3-2335 0 0,188-18 1931 0 0,-68-7-4057 0 0,-118 23 1376 0 0,0 1 1 0 0,0-1-1 0 0,-1 0 0 0 0,1 0 0 0 0,-1 0 1 0 0,1 0-1 0 0,6-6 0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6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12 888 0 0,'-14'-8'5671'0'0,"13"7"-5466"0"0,0 1 0 0 0,0 0-1 0 0,0-1 1 0 0,0 1-1 0 0,0 0 1 0 0,-1-1 0 0 0,1 1-1 0 0,0 0 1 0 0,0 0-1 0 0,0 0 1 0 0,0 0 0 0 0,0 0-1 0 0,-1 0 1 0 0,1 0 0 0 0,0 0-1 0 0,0 1 1 0 0,0-1-1 0 0,0 0 1 0 0,0 1 0 0 0,0-1-1 0 0,0 1 1 0 0,0-1 0 0 0,0 1-1 0 0,0-1 1 0 0,0 1-1 0 0,0 0 1 0 0,0-1 0 0 0,0 1-1 0 0,0 0 1 0 0,1 0 0 0 0,-1 0-1 0 0,0 0 1 0 0,0 0-1 0 0,1-1 1 0 0,-1 1 0 0 0,1 0-1 0 0,-1 1 1 0 0,1-1-1 0 0,-1 0 1 0 0,1 0 0 0 0,-1 2-1 0 0,-2 7 235 0 0,0 0 0 0 0,0 1-1 0 0,-1 17 1 0 0,1-14 286 0 0,-41 342 1559 0 0,44-353-2432 0 0,-1 11-297 0 0,0-1-1 0 0,3 24 0 0 0,7-6-2472 0 0,-8-29 2390 0 0,0 0-1 0 0,0 0 0 0 0,0-1 0 0 0,0 1 0 0 0,1 0 1 0 0,-1-1-1 0 0,1 1 0 0 0,-1-1 0 0 0,1 1 1 0 0,-1-1-1 0 0,1 0 0 0 0,2 2 0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6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92 1112 0 0,'2'-69'11875'0'0,"-2"68"-11817"0"0,1 0 1 0 0,-1 0 0 0 0,1 0 0 0 0,-1 0 0 0 0,1 1 0 0 0,0-1 0 0 0,0 0 0 0 0,-1 0 0 0 0,1 0 0 0 0,0 1 0 0 0,0-1-1 0 0,0 0 1 0 0,0 1 0 0 0,0-1 0 0 0,0 1 0 0 0,0-1 0 0 0,0 1 0 0 0,0 0 0 0 0,0-1 0 0 0,0 1 0 0 0,0 0 0 0 0,0 0-1 0 0,1-1 1 0 0,1 1 0 0 0,-1 0-35 0 0,25-4 195 0 0,0 2 0 0 0,0 0-1 0 0,0 2 1 0 0,33 4 0 0 0,-5-1-87 0 0,16-2-41 0 0,35 2 114 0 0,-103-3-201 0 0,2 0 4 0 0,-4 0-8 0 0,-1 0 0 0 0,1 0 0 0 0,-1 0 1 0 0,1 0-1 0 0,0 0 0 0 0,-1 0 0 0 0,1 0 1 0 0,-1 0-1 0 0,1 0 0 0 0,-1 0 0 0 0,1 1 0 0 0,0-1 1 0 0,-1 0-1 0 0,1 0 0 0 0,-1 0 0 0 0,1 1 1 0 0,-1-1-1 0 0,1 0 0 0 0,-1 1 0 0 0,1 0 0 0 0,-2 1 2 0 0,0 1 0 0 0,0-1 0 0 0,0 1 0 0 0,0-1 0 0 0,-1 1 0 0 0,1-1 0 0 0,-1 0 0 0 0,1 1-1 0 0,-1-1 1 0 0,0 0 0 0 0,-4 3 0 0 0,-30 25 17 0 0,21-18-7 0 0,-117 94 277 0 0,-124 111 1725 0 0,254-215-1939 0 0,0 0-1 0 0,0-1 1 0 0,0 2 0 0 0,0-1 0 0 0,0 0 0 0 0,0 0-1 0 0,1 1 1 0 0,-1-1 0 0 0,1 1 0 0 0,0-1 0 0 0,-1 1 0 0 0,1-1-1 0 0,0 1 1 0 0,1 0 0 0 0,-1 0 0 0 0,0-1 0 0 0,0 6-1 0 0,2-7-47 0 0,-1 0 0 0 0,0 0 0 0 0,1 0-1 0 0,-1-1 1 0 0,0 1 0 0 0,1 0-1 0 0,-1 0 1 0 0,1 0 0 0 0,0 0-1 0 0,-1 0 1 0 0,1-1 0 0 0,0 1-1 0 0,-1 0 1 0 0,1-1 0 0 0,0 1-1 0 0,0 0 1 0 0,0-1 0 0 0,0 1 0 0 0,-1-1-1 0 0,1 1 1 0 0,0-1 0 0 0,0 0-1 0 0,2 1 1 0 0,26 7 234 0 0,-25-7-200 0 0,27 4 53 0 0,0-2 0 0 0,1-1 0 0 0,-1-1 0 0 0,58-7 0 0 0,-33 2 17 0 0,-38 3-943 0 0,0-1-1 0 0,25-6 1 0 0,-34 6-1816 0 0,0-1 1 0 0,-1 0-1 0 0,14-7 1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6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1812 0 0,'17'-16'12135'0'0,"-3"4"-6373"0"0,0 7-4404 0 0,186-9 515 0 0,-68 11-5150 0 0,-90 7-4306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6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0 656 0 0,'-22'11'2299'0'0,"-95"51"8345"0"0,105-51-8595 0 0,13-2-2 0 0,1-8-1947 0 0,-1 0 1 0 0,0 0-1 0 0,0 0 1 0 0,1 0-1 0 0,-1-1 1 0 0,0 1-1 0 0,1 0 1 0 0,-1-1 0 0 0,1 1-1 0 0,-1-1 1 0 0,0 1-1 0 0,1-1 1 0 0,2 0-1 0 0,38 4 358 0 0,0-3 0 0 0,51-5 0 0 0,-15 1-602 0 0,-8 2-598 0 0,63-1-2457 0 0,-1-6-4339 0 0,-70 0 1089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7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99 184 0 0,'11'-39'11281'0'0,"-2"8"-4843"0"0,-8 17-832 0 0,-15 38-3993 0 0,8-13-1593 0 0,5-9 3 0 0,-121 216 1411 0 0,110-192-1398 0 0,1 1 1 0 0,2-1-1 0 0,0 2 0 0 0,2-1 1 0 0,1 1-1 0 0,-5 50 0 0 0,11-74-7 0 0,-1 1-1 0 0,1 0 0 0 0,1-1 1 0 0,-1 1-1 0 0,1-1 0 0 0,-1 1 1 0 0,1-1-1 0 0,1 1 1 0 0,-1-1-1 0 0,1 1 0 0 0,-1-1 1 0 0,1 0-1 0 0,1 0 0 0 0,-1 0 1 0 0,0 0-1 0 0,1 0 1 0 0,0-1-1 0 0,0 1 0 0 0,0-1 1 0 0,0 1-1 0 0,1-1 0 0 0,-1 0 1 0 0,1 0-1 0 0,0-1 1 0 0,4 3-1 0 0,-1-2 48 0 0,0 0-1 0 0,1 0 1 0 0,-1-1 0 0 0,1 0-1 0 0,-1 0 1 0 0,1-1 0 0 0,0 0-1 0 0,0 0 1 0 0,-1-1 0 0 0,1 0-1 0 0,0 0 1 0 0,0-1 0 0 0,0 0-1 0 0,9-2 1 0 0,4-3 55 0 0,0-1-1 0 0,-1-1 1 0 0,-1 0 0 0 0,1-2 0 0 0,-1 0-1 0 0,-1-1 1 0 0,22-16 0 0 0,-11 4-48 0 0,-1-1 0 0 0,-1-1 0 0 0,32-41 0 0 0,-49 55-59 0 0,-1 0 0 0 0,-1-1 0 0 0,0 0 0 0 0,-1-1 0 0 0,0 1 0 0 0,-1-2 0 0 0,0 1 0 0 0,5-22 0 0 0,-9 28-21 0 0,-1 1 1 0 0,0 0 0 0 0,-1 0 0 0 0,1 0 0 0 0,-1 0 0 0 0,0-1-1 0 0,-1 1 1 0 0,1 0 0 0 0,-1 0 0 0 0,-1 0 0 0 0,1 0-1 0 0,-1 0 1 0 0,0 0 0 0 0,0 0 0 0 0,-1 1 0 0 0,0-1 0 0 0,0 1-1 0 0,0-1 1 0 0,0 1 0 0 0,-1 0 0 0 0,0 1 0 0 0,-6-7-1 0 0,-4-2-56 0 0,-1 1 0 0 0,0 1 0 0 0,0 0-1 0 0,-1 1 1 0 0,-23-11 0 0 0,-26-8-3060 0 0,2 7-6071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8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1040 82 1276 0 0,'-4'-77'12561'0'0,"5"76"-12541"0"0,-1 1 0 0 0,0 0-1 0 0,1-1 1 0 0,-1 1 0 0 0,1 0-1 0 0,-1-1 1 0 0,1 1 0 0 0,-1 0-1 0 0,1-1 1 0 0,-1 1 0 0 0,1 0-1 0 0,-1 0 1 0 0,1 0 0 0 0,0-1-1 0 0,-1 1 1 0 0,1 0 0 0 0,-1 0-1 0 0,1 0 1 0 0,-1 0 0 0 0,1 0-1 0 0,0 0 1 0 0,-1 0 0 0 0,1 0-1 0 0,-1 1 1 0 0,1-1 0 0 0,0 0-1 0 0,-1 0 1 0 0,1 1 0 0 0,18 2 107 0 0,-19-3-123 0 0,11 3 25 0 0,0 1-1 0 0,0 0 0 0 0,-1 1 0 0 0,0 0 0 0 0,0 0 0 0 0,0 1 1 0 0,0 0-1 0 0,-1 1 0 0 0,0 0 0 0 0,-1 1 0 0 0,1 0 0 0 0,-2 0 1 0 0,1 1-1 0 0,-1 0 0 0 0,0 0 0 0 0,-1 0 0 0 0,0 1 0 0 0,0 0 1 0 0,-1 0-1 0 0,-1 1 0 0 0,0 0 0 0 0,0-1 0 0 0,-1 1 1 0 0,0 1-1 0 0,-1-1 0 0 0,0 0 0 0 0,-1 0 0 0 0,0 1 0 0 0,-1-1 1 0 0,-1 14-1 0 0,-2-6 1 0 0,-1-1 1 0 0,-1 0-1 0 0,-1 0 0 0 0,0 0 1 0 0,-1-1-1 0 0,-1 0 1 0 0,-13 21-1 0 0,-82 104 217 0 0,61-87-216 0 0,41-54-23 0 0,0 1-1 0 0,-1 0 0 0 0,1-1 1 0 0,0 1-1 0 0,0 0 1 0 0,0 0-1 0 0,1 0 0 0 0,-1 0 1 0 0,0 0-1 0 0,1 0 1 0 0,-1-1-1 0 0,1 2 0 0 0,-1-1 1 0 0,1 0-1 0 0,0 0 1 0 0,0 0-1 0 0,0 0 0 0 0,0 0 1 0 0,1 0-1 0 0,0 3 1 0 0,0-3 5 0 0,0 1 1 0 0,0-1-1 0 0,0 1 1 0 0,1-1-1 0 0,-1 0 1 0 0,1 1-1 0 0,0-1 1 0 0,0 0-1 0 0,0 0 1 0 0,0 0-1 0 0,0-1 1 0 0,0 1-1 0 0,3 2 1 0 0,5 1 21 0 0,-1 0 1 0 0,1 0-1 0 0,-1-1 0 0 0,1-1 1 0 0,0 1-1 0 0,19 2 0 0 0,9 0 26 0 0,-1-2-1 0 0,1-1 1 0 0,0-2-1 0 0,0-2 1 0 0,0-1-1 0 0,-1-2 1 0 0,1-2-1 0 0,46-13 1 0 0,-77 17-35 0 0,120-38 2911 0 0,-125 39-2802 0 0,-2 1-130 0 0,1 0 1 0 0,-1 0 0 0 0,1 0-1 0 0,-1 0 1 0 0,0 0 0 0 0,1 0 0 0 0,-1 1-1 0 0,1-1 1 0 0,-1 0 0 0 0,0 0-1 0 0,1 0 1 0 0,-1 1 0 0 0,1-1 0 0 0,-1 0-1 0 0,0 1 1 0 0,1-1 0 0 0,-1 0-1 0 0,0 1 1 0 0,0-1 0 0 0,1 0 0 0 0,-1 1-1 0 0,0-1 1 0 0,0 0 0 0 0,1 2 0 0 0,-26 32 53 0 0,1 2 1 0 0,-32 66 0 0 0,25-36-18 0 0,2 1 1 0 0,4 2-1 0 0,-24 103 1 0 0,-24 221 783 0 0,30-142 144 0 0,36-210-585 0 0,-3-1 1 0 0,0-1-1 0 0,-3 0 0 0 0,-2 0 1 0 0,-23 44-1 0 0,31-68-209 0 0,-2-2 0 0 0,0 1-1 0 0,0-1 1 0 0,-1 0 0 0 0,-1-1-1 0 0,0 0 1 0 0,-1-1 0 0 0,0 0-1 0 0,-1-1 1 0 0,0 0 0 0 0,0-1-1 0 0,-1 0 1 0 0,0-1 0 0 0,-1-1-1 0 0,0-1 1 0 0,-18 7 0 0 0,7-7-96 0 0,0-1 0 0 0,0-1 0 0 0,-1-1 0 0 0,1-1 0 0 0,-1-1 0 0 0,0-2 0 0 0,1-1 0 0 0,-1-1 0 0 0,-39-9 0 0 0,1-5-948 0 0,1-2 0 0 0,-98-45 0 0 0,-52-39-4235 0 0,77 25-3364 0 0,58 30-1374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9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97 1628 0 0,'17'-85'11205'0'0,"-17"83"-10709"0"0,3-8 1956 0 0,-5 18-1937 0 0,-47 284 1021 0 0,46-274-1908 0 0,-1 32-1 0 0,4-46-57 0 0,0 0 1 0 0,0 0-1 0 0,0-1 0 0 0,0 1 0 0 0,1 0 0 0 0,0 0 0 0 0,0-1 0 0 0,0 1 1 0 0,0-1-1 0 0,0 1 0 0 0,1-1 0 0 0,-1 1 0 0 0,1-1 0 0 0,0 0 0 0 0,3 5 1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00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167 131 844 0 0,'69'-130'15279'0'0,"-70"133"-15202"0"0,0 1 0 0 0,0-1-1 0 0,-1 1 1 0 0,1-1-1 0 0,-1 0 1 0 0,0 1 0 0 0,-2 2-1 0 0,-5 10 67 0 0,2 0-68 0 0,4-11-60 0 0,1 0-1 0 0,-1 0 0 0 0,1 0 1 0 0,0 1-1 0 0,1-1 0 0 0,-1 1 1 0 0,1-1-1 0 0,0 1 0 0 0,1-1 1 0 0,-1 10-1 0 0,1-12-11 0 0,1 1-1 0 0,-1-1 0 0 0,1 1 0 0 0,0-1 1 0 0,0 1-1 0 0,0-1 0 0 0,0 1 0 0 0,1-1 1 0 0,-1 0-1 0 0,1 0 0 0 0,0 0 0 0 0,0 0 1 0 0,0 0-1 0 0,0 0 0 0 0,1 0 0 0 0,-1 0 1 0 0,1-1-1 0 0,-1 0 0 0 0,5 4 1 0 0,1-2-3 0 0,0 0 1 0 0,0 0-1 0 0,1-1 1 0 0,-1 0-1 0 0,17 3 1 0 0,4 2 0 0 0,-25-8-3 0 0,18 10-12 0 0,-20-10 21 0 0,-1 1-1 0 0,0 0 0 0 0,0-1 0 0 0,0 1 1 0 0,1 0-1 0 0,-1 0 0 0 0,0 0 1 0 0,0 0-1 0 0,0-1 0 0 0,0 1 1 0 0,-1 1-1 0 0,1-1 0 0 0,0 0 1 0 0,0 0-1 0 0,0 0 0 0 0,-1 0 1 0 0,1 1-1 0 0,-1-1 0 0 0,1 0 0 0 0,-1 0 1 0 0,0 1-1 0 0,1-1 0 0 0,-1 3 1 0 0,0-1 32 0 0,0-1 0 0 0,0 1 0 0 0,-1 0 0 0 0,1-1 0 0 0,-1 1 0 0 0,0 0 0 0 0,0-1 0 0 0,0 1 0 0 0,0-1 0 0 0,0 1 0 0 0,-3 2 0 0 0,-2 5 97 0 0,-2-1 1 0 0,1 0 0 0 0,-1 0 0 0 0,-13 11 0 0 0,11-12-85 0 0,0 0 0 0 0,-1-1 0 0 0,0 0 0 0 0,0 0 0 0 0,-1-1 1 0 0,0 0-1 0 0,0-1 0 0 0,0-1 0 0 0,-23 6 0 0 0,26-9-399 0 0,0 0-1 0 0,0 0 1 0 0,0 0-1 0 0,0-1 1 0 0,0-1-1 0 0,-12-1 1 0 0,14 1-540 0 0,0-1 0 0 0,0 0 1 0 0,0 0-1 0 0,0-1 1 0 0,1 0-1 0 0,-1 0 1 0 0,1 0-1 0 0,-10-8 0 0 0,-6-5-5268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00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1 129 852 0 0,'0'-75'12938'0'0,"0"45"-10057"0"0,0 28-2553 0 0,0 0-417 0 0,0 0 0 0 0,0 0 0 0 0,0 0 1 0 0,0 0-1 0 0,0 0 0 0 0,0 0 0 0 0,0 0 0 0 0,1 0 1 0 0,0-2-1 0 0,2 6-751 0 0,-1 0 0 0 0,1-1 1 0 0,0 1-1 0 0,-1 0 0 0 0,0 0 1 0 0,1 0-1 0 0,-1 0 0 0 0,0 1 1 0 0,2 2-1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00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334 261 756 0 0,'-2'-5'557'0'0,"0"0"0"0"0,0 0 0 0 0,1 0-1 0 0,0 0 1 0 0,0-1 0 0 0,0 1 0 0 0,0-1 0 0 0,1-7 0 0 0,5-48 2457 0 0,-1 9-188 0 0,-3 46-2362 0 0,-2-1 1 0 0,1 1-1 0 0,-1-1 1 0 0,0 1 0 0 0,0 0-1 0 0,-1 0 1 0 0,-4-11-1 0 0,6 15-384 0 0,-2 0 0 0 0,1 0 0 0 0,0 0-1 0 0,0 0 1 0 0,-1 0 0 0 0,1 1 0 0 0,-1-1 0 0 0,1 0-1 0 0,-1 1 1 0 0,0-1 0 0 0,1 1 0 0 0,-1-1-1 0 0,0 1 1 0 0,0 0 0 0 0,0 0 0 0 0,0 0 0 0 0,0 0-1 0 0,0 0 1 0 0,-1 0 0 0 0,1 1 0 0 0,0-1 0 0 0,0 1-1 0 0,-1 0 1 0 0,1-1 0 0 0,0 1 0 0 0,-1 0-1 0 0,-2 0 1 0 0,-6 2-34 0 0,0 0 1 0 0,1 0-1 0 0,-1 1 0 0 0,1 1 0 0 0,0-1 0 0 0,0 2 0 0 0,0-1 1 0 0,0 2-1 0 0,1-1 0 0 0,-1 1 0 0 0,2 0 0 0 0,-17 15 0 0 0,12-9-26 0 0,0 1-1 0 0,1 1 1 0 0,0-1-1 0 0,1 2 0 0 0,0 0 1 0 0,2 0-1 0 0,-12 23 1 0 0,18-30-13 0 0,-1 0 1 0 0,1 1-1 0 0,1-1 1 0 0,0 0 0 0 0,0 1-1 0 0,0 0 1 0 0,1-1-1 0 0,1 1 1 0 0,0 15 0 0 0,0-20-1 0 0,0 0 0 0 0,1-1 0 0 0,0 1 0 0 0,0 0 0 0 0,0-1 0 0 0,0 1 0 0 0,0-1 0 0 0,1 0 0 0 0,0 1 1 0 0,0-1-1 0 0,0 0 0 0 0,0 0 0 0 0,0 0 0 0 0,0 0 0 0 0,1 0 0 0 0,-1-1 0 0 0,1 1 0 0 0,0-1 1 0 0,0 0-1 0 0,0 0 0 0 0,0 0 0 0 0,0 0 0 0 0,0 0 0 0 0,1 0 0 0 0,3 1 0 0 0,3-1-2 0 0,-1 1-1 0 0,1-1 0 0 0,0-1 1 0 0,-1 0-1 0 0,1 0 0 0 0,0-1 1 0 0,0 0-1 0 0,-1 0 0 0 0,1-1 1 0 0,0-1-1 0 0,-1 0 0 0 0,1 0 1 0 0,-1 0-1 0 0,1-2 0 0 0,-1 1 1 0 0,0-1-1 0 0,0 0 0 0 0,-1-1 1 0 0,1 0-1 0 0,-1 0 0 0 0,0-1 1 0 0,0 0-1 0 0,-1-1 0 0 0,0 1 1 0 0,0-1-1 0 0,-1-1 0 0 0,8-9 1 0 0,50-88 1296 0 0,-56 97-1143 0 0,-2 11-25 0 0,-2 13-64 0 0,-4 28-71 0 0,2 76 263 0 0,-1-104-377 0 0,1 1-1 0 0,1 0 1 0 0,1-1-1 0 0,10 31 1 0 0,-12-42-224 0 0,0-1 0 0 0,0 1 0 0 0,1-1 1 0 0,-1 1-1 0 0,1-1 0 0 0,0 0 0 0 0,0 0 1 0 0,1-1-1 0 0,6 7 0 0 0,-7-7-617 0 0,1-1 1 0 0,-1 0-1 0 0,0 0 0 0 0,1 0 1 0 0,0 0-1 0 0,0-1 0 0 0,6 3 1 0 0,7 0-5623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01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75 564 0 0,'2'-15'4294'0'0,"1"-1"0"0"0,5-18 0 0 0,-7 32-3729 0 0,2 3-355 0 0,1 0 0 0 0,-1 0-1 0 0,0 0 1 0 0,1 1-1 0 0,-1-1 1 0 0,0 1 0 0 0,0 0-1 0 0,0-1 1 0 0,0 1 0 0 0,0 1-1 0 0,0-1 1 0 0,0 0-1 0 0,-1 1 1 0 0,1-1 0 0 0,-1 1-1 0 0,0 0 1 0 0,0 0 0 0 0,3 5-1 0 0,8 12 336 0 0,15 34 0 0 0,-26-49-432 0 0,30 60 379 0 0,40 88 208 0 0,-61-131-360 0 0,-11-21-329 0 0,0-1 0 0 0,1 1-1 0 0,-1 0 1 0 0,0-1 0 0 0,0 1 0 0 0,1-1 0 0 0,-1 1 0 0 0,1 0 0 0 0,-1-1 0 0 0,0 1 0 0 0,1-1-1 0 0,-1 1 1 0 0,1-1 0 0 0,-1 0 0 0 0,1 1 0 0 0,-1-1 0 0 0,1 1 0 0 0,0-1 0 0 0,-1 0 0 0 0,1 1-1 0 0,-1-1 1 0 0,1 0 0 0 0,0 0 0 0 0,-1 0 0 0 0,1 0 0 0 0,0 1 0 0 0,-1-1 0 0 0,1 0 0 0 0,0 0-1 0 0,-1 0 1 0 0,2 0 0 0 0,4-4 0 0 0,-1 0 1 0 0,0-1-1 0 0,0 1 0 0 0,-1-1 0 0 0,1 0 0 0 0,-1 0 0 0 0,4-7 0 0 0,26-45 91 0 0,-14 22-76 0 0,-14 25-27 0 0,9-16-29 0 0,25-30-1 0 0,-35 50 25 0 0,0 0 1 0 0,0 1-1 0 0,0-1 0 0 0,1 1 0 0 0,0 1 0 0 0,-1-1 1 0 0,2 1-1 0 0,-1 0 0 0 0,0 0 0 0 0,13-4 1 0 0,-15 7 1 0 0,0 0 1 0 0,0 1 0 0 0,0-1-1 0 0,0 1 1 0 0,0 0 0 0 0,0 0-1 0 0,0 1 1 0 0,0-1 0 0 0,6 2-1 0 0,36 13-17 0 0,-17-5 27 0 0,-2 2 33 0 0,1-2 0 0 0,56 11 1 0 0,-76-19-34 0 0,0-1-1 0 0,1 0 1 0 0,-1-1 0 0 0,0 0 0 0 0,0 0 0 0 0,1-1 0 0 0,-1 0 0 0 0,0 0-1 0 0,0-1 1 0 0,0 0 0 0 0,0-1 0 0 0,-1 1 0 0 0,1-1 0 0 0,-1-1-1 0 0,11-6 1 0 0,-15 8-7 0 0,0 0 1 0 0,0-1-1 0 0,-1 0 0 0 0,1 1 0 0 0,-1-1 0 0 0,1 0 0 0 0,-1 0 0 0 0,0 0 0 0 0,0 0 1 0 0,-1-1-1 0 0,1 1 0 0 0,-1-1 0 0 0,1 1 0 0 0,-1-1 0 0 0,0 1 0 0 0,0-1 0 0 0,-1 1 1 0 0,1-1-1 0 0,-1-5 0 0 0,0 6-4 0 0,1 0 0 0 0,-2 0 0 0 0,1 0 0 0 0,0-1 0 0 0,-1 1 0 0 0,1 0 0 0 0,-1 0 0 0 0,0 0 0 0 0,0 0 0 0 0,0 0 0 0 0,0 0 0 0 0,-1 1 0 0 0,1-1 1 0 0,-1 0-1 0 0,0 0 0 0 0,1 1 0 0 0,-1-1 0 0 0,-1 1 0 0 0,1 0 0 0 0,0 0 0 0 0,0 0 0 0 0,-5-3 0 0 0,5 4-2 0 0,-1 0 1 0 0,1 0-1 0 0,-1 0 1 0 0,0 1-1 0 0,1-1 1 0 0,-1 1-1 0 0,0 0 0 0 0,0-1 1 0 0,1 1-1 0 0,-1 0 1 0 0,0 1-1 0 0,1-1 1 0 0,-1 0-1 0 0,0 1 1 0 0,0 0-1 0 0,1-1 0 0 0,-1 1 1 0 0,-4 3-1 0 0,-1 0 1 0 0,0 1 0 0 0,0 0-1 0 0,1 0 1 0 0,-1 1-1 0 0,1 0 1 0 0,1 1 0 0 0,-12 12-1 0 0,0 4 10 0 0,-19 30 1 0 0,23-30 2 0 0,1 0 0 0 0,-12 29 0 0 0,22-46 6 0 0,1 1 0 0 0,-1 0-1 0 0,1-1 1 0 0,1 1 0 0 0,-1 0 0 0 0,1 0-1 0 0,0 0 1 0 0,1 0 0 0 0,-1 0-1 0 0,2 0 1 0 0,-1 0 0 0 0,1 0 0 0 0,2 11-1 0 0,-1-15-39 0 0,-1 1-1 0 0,1-1 1 0 0,0 0-1 0 0,1 0 1 0 0,-1 0-1 0 0,1 0 1 0 0,-1-1-1 0 0,1 1 1 0 0,0 0-1 0 0,0-1 1 0 0,0 0-1 0 0,0 0 1 0 0,0 0-1 0 0,0 0 1 0 0,1-1-1 0 0,-1 1 1 0 0,1-1-1 0 0,-1 1 1 0 0,1-1-1 0 0,0-1 1 0 0,5 2-1 0 0,8 1-704 0 0,0-1 0 0 0,0-1-1 0 0,23 0 1 0 0,-4-3-2538 0 0,-1-1 0 0 0,53-11 1 0 0,-45 4-2167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01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67 2528 0 0,'-1'-3'1891'0'0,"1"0"-1534"0"0,0 0-1 0 0,0 1 1 0 0,-1-1-1 0 0,1 0 1 0 0,-1 0-1 0 0,1 1 1 0 0,-1-1 0 0 0,0 0-1 0 0,0 1 1 0 0,-1-1-1 0 0,1 1 1 0 0,0-1-1 0 0,-1 1 1 0 0,0-1-1 0 0,1 1 1 0 0,-1 0 0 0 0,0 0-1 0 0,0 0 1 0 0,0 0-1 0 0,-1 0 1 0 0,1 1-1 0 0,0-1 1 0 0,-1 1-1 0 0,1-1 1 0 0,-1 1 0 0 0,1 0-1 0 0,-6-2 1 0 0,7 3-291 0 0,-1 0 0 0 0,0-1 0 0 0,0 1 0 0 0,0 0 0 0 0,0 1 0 0 0,0-1 0 0 0,1 0 0 0 0,-1 0 0 0 0,0 1 0 0 0,0-1 0 0 0,0 1 0 0 0,1-1 0 0 0,-1 1 0 0 0,0 0 0 0 0,1 0 0 0 0,-1 0 0 0 0,-1 1 0 0 0,-23 19 632 0 0,10-6-394 0 0,1 1-1 0 0,1 1 0 0 0,1 0 0 0 0,1 1 1 0 0,-20 36-1 0 0,25-39-213 0 0,0 0 0 0 0,1 0 0 0 0,1 0 0 0 0,0 1 0 0 0,1 0 0 0 0,1 0 1 0 0,0 0-1 0 0,0 25 0 0 0,3-38-70 0 0,0 0 1 0 0,0 0-1 0 0,0 0 1 0 0,0 0-1 0 0,1 0 1 0 0,-1 0-1 0 0,1 0 1 0 0,0-1-1 0 0,0 1 1 0 0,0 0-1 0 0,1 0 1 0 0,-1 0-1 0 0,0-1 0 0 0,1 1 1 0 0,0-1-1 0 0,0 1 1 0 0,0-1-1 0 0,0 0 1 0 0,0 1-1 0 0,3 1 1 0 0,-1-2-37 0 0,0 1 1 0 0,0-1-1 0 0,1 0 1 0 0,-1 0 0 0 0,1 0-1 0 0,0-1 1 0 0,-1 1-1 0 0,1-1 1 0 0,0-1-1 0 0,0 1 1 0 0,7 0-1 0 0,7-1-429 0 0,0-2 0 0 0,-1 0 0 0 0,1 0-1 0 0,0-2 1 0 0,25-8 0 0 0,-18 4-1343 0 0,-1-2 1 0 0,0 0-1 0 0,0-2 0 0 0,40-26 1 0 0,-23 8-3364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02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167 179 2144 0 0,'-4'-54'6863'0'0,"-12"-68"0"0"0,15 120-6047 0 0,0 4-479 0 0,-2 10 37 0 0,0 1 1 0 0,0 0-1 0 0,1 1 1 0 0,1-1-1 0 0,0 16 0 0 0,0 1 127 0 0,-84 673 5108 0 0,73-645-5641 0 0,1-12-705 0 0,2 0 1 0 0,-4 88-1 0 0,12-132 567 0 0,1-1 0 0 0,0 1 0 0 0,0-1 0 0 0,0 1 0 0 0,1 0-1 0 0,-1-1 1 0 0,0 1 0 0 0,1-1 0 0 0,-1 1 0 0 0,1-1 0 0 0,-1 1-1 0 0,1-1 1 0 0,0 1 0 0 0,-1-1 0 0 0,1 1 0 0 0,2 1 0 0 0,-3-2 1 0 0,1-1 1 0 0,0 0 0 0 0,0 1 0 0 0,-1-1-1 0 0,1 1 1 0 0,0-1 0 0 0,0 0-1 0 0,-1 0 1 0 0,1 1 0 0 0,0-1 0 0 0,0 0-1 0 0,0 0 1 0 0,-1 0 0 0 0,1 0-1 0 0,0 0 1 0 0,0 0 0 0 0,0 0 0 0 0,0 0-1 0 0,-1-1 1 0 0,1 1 0 0 0,0 0-1 0 0,1-1 1 0 0,3-1-413 0 0,0-1 1 0 0,-1 1-1 0 0,1-1 1 0 0,-1 0-1 0 0,0-1 0 0 0,0 1 1 0 0,0-1-1 0 0,6-6 0 0 0,105-145-3114 0 0,-15-9 11663 0 0,-100 164-7939 0 0,0 0-1 0 0,0-1 1 0 0,0 1-1 0 0,0 0 1 0 0,0 0 0 0 0,0-1-1 0 0,0 1 1 0 0,0 0-1 0 0,1 0 1 0 0,-1 0-1 0 0,0-1 1 0 0,0 1-1 0 0,0 0 1 0 0,0 0-1 0 0,1 0 1 0 0,-1-1-1 0 0,0 1 1 0 0,0 0-1 0 0,1 0 1 0 0,-1 0-1 0 0,0 0 1 0 0,0 0-1 0 0,0 0 1 0 0,1-1-1 0 0,-1 1 1 0 0,0 0-1 0 0,0 0 1 0 0,1 0-1 0 0,-1 0 1 0 0,0 0 0 0 0,1 0-1 0 0,-1 0 1 0 0,0 0-1 0 0,5 8 535 0 0,0 18 122 0 0,-5-23-536 0 0,5 45 1177 0 0,-4-27-952 0 0,2-1 0 0 0,0 1 0 0 0,1-1 0 0 0,8 26 0 0 0,-10-41-336 0 0,0 0 1 0 0,0 1-1 0 0,1-1 1 0 0,0-1-1 0 0,0 1 1 0 0,0 0-1 0 0,1-1 1 0 0,-1 1-1 0 0,1-1 1 0 0,0 0-1 0 0,0 0 1 0 0,1-1-1 0 0,-1 1 1 0 0,1-1-1 0 0,-1 0 1 0 0,1 0-1 0 0,0 0 1 0 0,1-1-1 0 0,-1 0 0 0 0,8 2 1 0 0,2 0 13 0 0,1 0 0 0 0,-1-1 0 0 0,1-1 0 0 0,-1-1 0 0 0,1 0 0 0 0,0-1 0 0 0,-1-1 0 0 0,20-3 0 0 0,-26 2-36 0 0,1 0 0 0 0,-1 0 1 0 0,0-1-1 0 0,0 0 0 0 0,0-1 1 0 0,0 0-1 0 0,-1 0 0 0 0,1-1 1 0 0,-1 0-1 0 0,-1 0 0 0 0,1-1 1 0 0,-1 0-1 0 0,1-1 0 0 0,9-11 1 0 0,-12 11-16 0 0,-1 0 0 0 0,0 0 0 0 0,0-1 1 0 0,0 0-1 0 0,-1 0 0 0 0,0 0 1 0 0,-1 0-1 0 0,0 0 0 0 0,0 0 0 0 0,-1 0 1 0 0,0-1-1 0 0,0 1 0 0 0,-1-1 0 0 0,0 1 1 0 0,0 0-1 0 0,-1-1 0 0 0,0 1 0 0 0,-1-1 1 0 0,0 1-1 0 0,0 0 0 0 0,-1 0 0 0 0,-4-10 1 0 0,4 11-5 0 0,0 0 0 0 0,0 0 0 0 0,-1 0 0 0 0,0 1 0 0 0,0 0 1 0 0,0-1-1 0 0,-1 2 0 0 0,0-1 0 0 0,0 0 0 0 0,-1 1 0 0 0,1 0 1 0 0,-1 1-1 0 0,0-1 0 0 0,0 1 0 0 0,-1 0 0 0 0,1 0 0 0 0,-1 1 1 0 0,0 0-1 0 0,0 0 0 0 0,0 1 0 0 0,0 0 0 0 0,-1 0 0 0 0,1 0 1 0 0,-15 0-1 0 0,12 2 1 0 0,1 1 0 0 0,0 1 0 0 0,-1-1 1 0 0,1 2-1 0 0,0-1 0 0 0,0 1 0 0 0,0 0 0 0 0,1 1 1 0 0,-1 0-1 0 0,1 1 0 0 0,0 0 0 0 0,0 0 0 0 0,0 0 1 0 0,1 1-1 0 0,0 0 0 0 0,0 1 0 0 0,-8 9 0 0 0,10-10 5 0 0,0 0 0 0 0,0 1 0 0 0,0 0 0 0 0,1 0 0 0 0,0 0 0 0 0,0 1 0 0 0,0 0 0 0 0,1-1 0 0 0,1 1 0 0 0,-1 0-1 0 0,1 0 1 0 0,1 0 0 0 0,-1 1 0 0 0,1-1 0 0 0,1 0 0 0 0,0 1 0 0 0,0-1 0 0 0,0 0 0 0 0,4 17 0 0 0,-3-21-8 0 0,0-1 1 0 0,0 1-1 0 0,1 0 0 0 0,0 0 1 0 0,-1-1-1 0 0,1 1 1 0 0,0-1-1 0 0,1 0 1 0 0,-1 1-1 0 0,1-1 1 0 0,-1 0-1 0 0,1 0 0 0 0,0-1 1 0 0,0 1-1 0 0,3 2 1 0 0,0-2-52 0 0,0 1 1 0 0,0-1 0 0 0,0-1-1 0 0,0 1 1 0 0,1-1 0 0 0,-1 0-1 0 0,0-1 1 0 0,10 2 0 0 0,7-1-185 0 0,0-1 1 0 0,0-1-1 0 0,0-1 0 0 0,25-5 1 0 0,-25 3 48 0 0,-1-2 1 0 0,0 0-1 0 0,0-2 1 0 0,-1-1-1 0 0,0 0 1 0 0,0-1-1 0 0,34-22 1 0 0,-21 9 44 0 0,-1-3 1 0 0,-1 0-1 0 0,40-41 1 0 0,-62 60 261 0 0,-9 5-108 0 0,1 0 0 0 0,-1 1-1 0 0,0-1 1 0 0,0 0 0 0 0,1 1 0 0 0,-1-1 0 0 0,0 0 0 0 0,0 0 0 0 0,0 0 0 0 0,0 0 0 0 0,0 0 0 0 0,0-1-1 0 0,1-1 1 0 0,3 4 81 0 0,-5-1-76 0 0,1 0 0 0 0,0 0 0 0 0,-1 0-1 0 0,1 0 1 0 0,0 0 0 0 0,0 0 0 0 0,-1 0-1 0 0,1 0 1 0 0,0 0 0 0 0,-1 1 0 0 0,1-1 0 0 0,0 0-1 0 0,-1 0 1 0 0,1 1 0 0 0,0-1 0 0 0,-1 0-1 0 0,2 1 1 0 0,7 13 289 0 0,0 1-1 0 0,-1 0 1 0 0,-1 0-1 0 0,0 0 1 0 0,-1 1-1 0 0,7 27 1 0 0,0-5-43 0 0,-1-2 224 0 0,9 40 1 0 0,-14-54 848 0 0,-4-15-666 0 0,-5-12 262 0 0,2 1-895 0 0,0 0 0 0 0,0 0 0 0 0,0 0 0 0 0,1 0 0 0 0,-1 0 0 0 0,1 0 0 0 0,1-4 0 0 0,-1 4 7 0 0,2-6-30 0 0,-1 1 0 0 0,2 0 1 0 0,-1 0-1 0 0,1 0 0 0 0,0 1 0 0 0,1-1 1 0 0,0 1-1 0 0,0 0 0 0 0,1 0 1 0 0,0 1-1 0 0,1 0 0 0 0,-1 0 1 0 0,1 0-1 0 0,1 1 0 0 0,-1 0 0 0 0,1 0 1 0 0,12-6-1 0 0,11-4-977 0 0,0 1 1 0 0,1 2-1 0 0,50-14 0 0 0,-35 12-2127 0 0,-29 11 1099 0 0,6-3-5110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02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67 2488 0 0,'-37'1'3319'0'0,"-34"-2"3607"0"0,93-8-5052 0 0,71-8-1025 0 0,185-10-1 0 0,9 16-2160 0 0,-95 8-5333 0 0,-113 3 702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03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19 378 828 0 0,'-19'22'15332'0'0,"27"-28"-15133"0"0,20-17 63 0 0,0 1 1 0 0,33-18 0 0 0,3-3-176 0 0,-21 12-33 0 0,70-53 51 0 0,-92 67-66 0 0,-2-1 1 0 0,0 0 0 0 0,20-27 0 0 0,-23 21-10 0 0,-16 22-30 0 0,1 1 1 0 0,-1 0-1 0 0,0 0 1 0 0,1 0-1 0 0,-1 0 1 0 0,0 0 0 0 0,0 0-1 0 0,0 0 1 0 0,0-1-1 0 0,0 1 1 0 0,0 0-1 0 0,0 0 1 0 0,0 0-1 0 0,-1 0 1 0 0,1 0-1 0 0,0-1 1 0 0,-1 1-1 0 0,1 0 1 0 0,-1 0 0 0 0,1 0-1 0 0,-1-1 1 0 0,-1 0-19 0 0,-17 1-39 0 0,15 3 51 0 0,1-1-1 0 0,0 0 1 0 0,0 1 0 0 0,0-1 0 0 0,0 1 0 0 0,1 0-1 0 0,-1 0 1 0 0,0 0 0 0 0,1 0 0 0 0,-1 0-1 0 0,1 1 1 0 0,0-1 0 0 0,0 1 0 0 0,0 0-1 0 0,0-1 1 0 0,0 1 0 0 0,0 0 0 0 0,1 0 0 0 0,-2 5-1 0 0,1-4 7 0 0,1 0 0 0 0,1 0-1 0 0,-1 0 1 0 0,1 1-1 0 0,-1-1 1 0 0,1 0 0 0 0,0 0-1 0 0,1 0 1 0 0,-1 1-1 0 0,1-1 1 0 0,0 0 0 0 0,0 0-1 0 0,0 0 1 0 0,0 0-1 0 0,1 0 1 0 0,2 4 0 0 0,8 14 7 0 0,1-2 0 0 0,31 37 0 0 0,11 18 391 0 0,-52-72-262 0 0,-1 1 0 0 0,0-1 0 0 0,1 1 1 0 0,-1 0-1 0 0,-1 0 0 0 0,1-1 0 0 0,-1 1 0 0 0,1 1 0 0 0,-1-1 0 0 0,0 0 1 0 0,-1 0-1 0 0,1 0 0 0 0,-1 0 0 0 0,0 1 0 0 0,0-1 0 0 0,0 0 1 0 0,0 0-1 0 0,-1 0 0 0 0,0 1 0 0 0,0-1 0 0 0,0 0 0 0 0,0 0 0 0 0,0 0 1 0 0,-1 0-1 0 0,0 0 0 0 0,0-1 0 0 0,0 1 0 0 0,0 0 0 0 0,-1-1 0 0 0,1 0 1 0 0,-1 1-1 0 0,0-1 0 0 0,-3 3 0 0 0,-7 5 85 0 0,-1-1 0 0 0,1 0 0 0 0,-2-1 0 0 0,1 0 0 0 0,-1-1 0 0 0,-1-1 0 0 0,1 0 0 0 0,-27 7 0 0 0,41-14-266 0 0,1 1 0 0 0,-1-1 0 0 0,0 0 0 0 0,0 1 0 0 0,0-1 0 0 0,0 0 0 0 0,0 0 0 0 0,0 0 0 0 0,0 0 0 0 0,1 0 0 0 0,-1 0 0 0 0,0 0 0 0 0,0 0 0 0 0,0 0 0 0 0,0 0 0 0 0,0 0 0 0 0,0-1 0 0 0,0 1 0 0 0,0 0 0 0 0,1-1 0 0 0,-1 1 0 0 0,0-1 0 0 0,0 1 0 0 0,0-1 0 0 0,1 1 0 0 0,-1-1 0 0 0,0 1 0 0 0,0-2 0 0 0,1 1-145 0 0,1-1-1 0 0,-1 1 1 0 0,1 0-1 0 0,0-1 1 0 0,0 1 0 0 0,0 0-1 0 0,-1 0 1 0 0,1-1-1 0 0,0 1 1 0 0,0 0-1 0 0,1 0 1 0 0,1-2 0 0 0,-2 2-246 0 0,16-13-3283 0 0,32-24-1 0 0,-12 11-1629 0 0,-13 9 332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03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90 2268 0 0,'22'-33'4928'0'0,"-14"20"-2191"0"0,1 1 1 0 0,17-20 991 0 0,-25 32-3649 0 0,-1 0 0 0 0,1 1 1 0 0,-1-1-1 0 0,1 0 0 0 0,0 0 0 0 0,-1 0 0 0 0,1 1 0 0 0,-1-1 0 0 0,1 0 0 0 0,0 0 0 0 0,-1 1 1 0 0,1-1-1 0 0,-1 1 0 0 0,1-1 0 0 0,-1 0 0 0 0,1 1 0 0 0,-1-1 0 0 0,0 1 0 0 0,1-1 0 0 0,-1 1 1 0 0,1-1-1 0 0,-1 1 0 0 0,0-1 0 0 0,0 1 0 0 0,1 0 0 0 0,-1-1 0 0 0,0 2 0 0 0,5 20 1197 0 0,-4-16-931 0 0,4 31 964 0 0,-2 1 1 0 0,-2-1 0 0 0,-4 53-1 0 0,-22 113 241 0 0,21-173-1321 0 0,-110 591 1191 0 0,65-377-3382 0 0,48-239 1546 0 0,-8 54-2349 0 0,9-22-5289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04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0 134 1040 0 0,'2'-9'1118'0'0,"-1"-4"611"0"0,1-1 0 0 0,1 0-1 0 0,0 1 1 0 0,9-23 0 0 0,-10 33-1588 0 0,0 0 1 0 0,0 1 0 0 0,0-1 0 0 0,0 1-1 0 0,1 0 1 0 0,-1 0 0 0 0,1 0 0 0 0,-1 0-1 0 0,1 0 1 0 0,0 0 0 0 0,0 1 0 0 0,-1-1-1 0 0,1 1 1 0 0,0 0 0 0 0,0 0 0 0 0,1 0-1 0 0,-1 0 1 0 0,0 1 0 0 0,0-1 0 0 0,0 1-1 0 0,0 0 1 0 0,1-1 0 0 0,-1 2 0 0 0,5-1-1 0 0,5 1 91 0 0,0 1 0 0 0,0 0 0 0 0,0 1 0 0 0,21 7 0 0 0,-13-2-60 0 0,-1 1 0 0 0,0 0-1 0 0,0 2 1 0 0,-1 0 0 0 0,20 16 0 0 0,-31-21-40 0 0,0 0 0 0 0,-1 1 0 0 0,0-1 0 0 0,0 2-1 0 0,0-1 1 0 0,-1 1 0 0 0,0 0 0 0 0,0 1 0 0 0,-1-1 0 0 0,0 1 0 0 0,-1 0 0 0 0,0 0-1 0 0,5 17 1 0 0,-8-22-45 0 0,0 0 0 0 0,-1 0 0 0 0,0 1 0 0 0,1-1 0 0 0,-1 0 0 0 0,-1 0 0 0 0,1 0 0 0 0,-1 0 0 0 0,1 1 0 0 0,-1-1 0 0 0,0 0 0 0 0,-1 0 0 0 0,1 0 0 0 0,-4 5 0 0 0,2-3-17 0 0,-1-1 0 0 0,0 1 0 0 0,0-1 0 0 0,0 0 0 0 0,-1 0 0 0 0,0 0 0 0 0,0 0 0 0 0,-7 4 0 0 0,-2 0-12 0 0,0 0 0 0 0,0-1 0 0 0,-1-1 0 0 0,-1 0 0 0 0,1-1 0 0 0,-26 6 0 0 0,13-6-403 0 0,0-2-1 0 0,-1-2 1 0 0,-39 0 0 0 0,46-5-1941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04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78 1608 0 0,'4'-2'847'0'0,"1"-1"0"0"0,-1 0 0 0 0,0 0 0 0 0,0 0 0 0 0,0-1 0 0 0,0 1 0 0 0,-1-1 0 0 0,1 0 0 0 0,3-6 0 0 0,-6 9-766 0 0,-1 1-1 0 0,0-1 0 0 0,0 0 1 0 0,0 1-1 0 0,1-1 0 0 0,-1 0 1 0 0,0 1-1 0 0,0-1 0 0 0,0 0 1 0 0,0 0-1 0 0,0 1 1 0 0,0-1-1 0 0,0 0 0 0 0,0 1 1 0 0,-1-1-1 0 0,1 0 0 0 0,0 1 1 0 0,0-1-1 0 0,0 0 0 0 0,-1 1 1 0 0,1-1-1 0 0,0 0 0 0 0,-1 1 1 0 0,1-1-1 0 0,-1 1 1 0 0,1-1-1 0 0,0 1 0 0 0,-1-1 1 0 0,1 1-1 0 0,-1-1 0 0 0,0 1 1 0 0,0-1-1 0 0,-18-10 1128 0 0,13 9-1058 0 0,1 1 0 0 0,0 0 0 0 0,-1 0 0 0 0,1 0 1 0 0,-1 0-1 0 0,1 1 0 0 0,-1 0 0 0 0,1 0 0 0 0,-1 1 0 0 0,1 0 0 0 0,-7 1 1 0 0,-9 3 241 0 0,-28 11 0 0 0,49-16-389 0 0,-21 9 87 0 0,0 0 1 0 0,0 2-1 0 0,1 0 1 0 0,1 1-1 0 0,0 1 1 0 0,1 1-1 0 0,0 0 1 0 0,1 2-1 0 0,1 0 1 0 0,0 0-1 0 0,1 2 0 0 0,-13 20 1 0 0,26-34-74 0 0,-1-1-1 0 0,1 1 1 0 0,0-1 0 0 0,1 1-1 0 0,-1 0 1 0 0,1 0 0 0 0,0 0 0 0 0,0 0-1 0 0,0 0 1 0 0,0 0 0 0 0,0 0-1 0 0,1 8 1 0 0,0-9-6 0 0,1-1 1 0 0,-1 0-1 0 0,1 1 0 0 0,0-1 0 0 0,0 0 1 0 0,0 0-1 0 0,0 0 0 0 0,0 0 0 0 0,0 1 1 0 0,1-1-1 0 0,-1-1 0 0 0,1 1 0 0 0,-1 0 1 0 0,1 0-1 0 0,0 0 0 0 0,0-1 0 0 0,-1 1 1 0 0,1-1-1 0 0,0 0 0 0 0,0 1 1 0 0,1-1-1 0 0,-1 0 0 0 0,3 1 0 0 0,5 1 0 0 0,-1 0 0 0 0,0 0-1 0 0,1-1 1 0 0,0 0 0 0 0,-1-1-1 0 0,1 0 1 0 0,0-1-1 0 0,0 0 1 0 0,0 0 0 0 0,-1-1-1 0 0,1 0 1 0 0,0-1 0 0 0,-1 0-1 0 0,1-1 1 0 0,9-3 0 0 0,-5 1-14 0 0,-1-1 1 0 0,0 0 0 0 0,-1 0 0 0 0,0-1 0 0 0,0-1 0 0 0,0 0 0 0 0,-1-1 0 0 0,0 0 0 0 0,17-19 0 0 0,-12 7 227 0 0,-1-1-1 0 0,19-36 0 0 0,3-4 1528 0 0,-36 60-1374 0 0,-6 26 446 0 0,-34 60 321 0 0,22-51-1146 0 0,2 1 0 0 0,-22 71 0 0 0,36-99-381 0 0,0-1 1 0 0,0 1-1 0 0,0-1 0 0 0,1 1 1 0 0,0 0-1 0 0,0 6 1 0 0,0-10-29 0 0,1 0 1 0 0,-1 0-1 0 0,1 0 1 0 0,-1-1-1 0 0,1 1 0 0 0,0 0 1 0 0,-1 0-1 0 0,1 0 1 0 0,2 1-1 0 0,16 11-7303 0 0,-4-10 1488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05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434 45 1428 0 0,'4'-16'3837'0'0,"-3"14"-3369"0"0,-1 0 1 0 0,1 0-1 0 0,-1 1 1 0 0,0-1 0 0 0,1 0-1 0 0,-1 0 1 0 0,0 0-1 0 0,0 1 1 0 0,0-1 0 0 0,0 0-1 0 0,0 0 1 0 0,-2-4 933 0 0,-1 6-471 0 0,-5 0-504 0 0,-1 2-1 0 0,0-1 1 0 0,1 1-1 0 0,-1 1 1 0 0,1-1-1 0 0,0 2 1 0 0,0-1-1 0 0,0 1 1 0 0,-14 9 0 0 0,-69 53 1070 0 0,81-58-1307 0 0,-31 24 407 0 0,-55 58-1 0 0,83-77-534 0 0,2 0 1 0 0,0 1 0 0 0,1 0 0 0 0,0 1 0 0 0,1 0 0 0 0,0 0 0 0 0,2 1 0 0 0,-9 23 0 0 0,15-36-42 0 0,0 0 0 0 0,0 0 0 0 0,0 1 1 0 0,1-1-1 0 0,-1 0 0 0 0,1 1 1 0 0,0-1-1 0 0,0 0 0 0 0,0 1 0 0 0,1-1 1 0 0,-1 0-1 0 0,1 1 0 0 0,-1-1 1 0 0,1 0-1 0 0,0 0 0 0 0,0 0 1 0 0,1 0-1 0 0,-1 1 0 0 0,1-2 0 0 0,-1 1 1 0 0,1 0-1 0 0,0 0 0 0 0,0 0 1 0 0,5 4-1 0 0,-2-3 1 0 0,-1-1 1 0 0,1 0-1 0 0,1 1 0 0 0,-1-2 1 0 0,0 1-1 0 0,1 0 0 0 0,-1-1 1 0 0,1 0-1 0 0,0-1 1 0 0,0 1-1 0 0,0-1 0 0 0,-1 0 1 0 0,9 0-1 0 0,17 0 7 0 0,0-2 0 0 0,0-1 0 0 0,-1-1 0 0 0,0-1 0 0 0,1-2 0 0 0,36-12 0 0 0,-14 0-45 0 0,-1-2 1 0 0,75-41 0 0 0,-86 39-41 0 0,67-49 0 0 0,-94 60 41 0 0,-1 0-1 0 0,0-1 0 0 0,-1 0 1 0 0,-1-1-1 0 0,0 0 0 0 0,0 0 0 0 0,-1-1 1 0 0,9-19-1 0 0,-18 31 7 0 0,0 0 0 0 0,0 1 0 0 0,0-1 0 0 0,0 0 0 0 0,-1 0 0 0 0,1-1 0 0 0,-1 1 0 0 0,1 0 0 0 0,-1 0 0 0 0,0 0 0 0 0,0 0 0 0 0,0 0 0 0 0,0 0 0 0 0,0-1 0 0 0,0 1 1 0 0,0 0-1 0 0,-1 0 0 0 0,1 0 0 0 0,-1 0 0 0 0,0 0 0 0 0,1 0 0 0 0,-1 0 0 0 0,0 0 0 0 0,0 0 0 0 0,0 0 0 0 0,-1 1 0 0 0,1-1 0 0 0,0 0 0 0 0,-3-2 0 0 0,1 2 1 0 0,1 0 0 0 0,-1 1 0 0 0,0-1 0 0 0,0 0 1 0 0,0 1-1 0 0,0 0 0 0 0,0-1 0 0 0,0 1 0 0 0,0 0 0 0 0,0 1 0 0 0,0-1 0 0 0,-1 0 1 0 0,1 1-1 0 0,0 0 0 0 0,0 0 0 0 0,-1 0 0 0 0,1 0 0 0 0,-6 1 0 0 0,-9 4 17 0 0,-1 0 1 0 0,1 1-1 0 0,0 1 0 0 0,1 1 0 0 0,0 1 0 0 0,0 0 0 0 0,1 1 0 0 0,0 0 0 0 0,1 2 1 0 0,0 0-1 0 0,1 0 0 0 0,0 2 0 0 0,1-1 0 0 0,0 2 0 0 0,1 0 0 0 0,1 0 0 0 0,0 1 1 0 0,-11 24-1 0 0,20-37 6 0 0,0 1 1 0 0,1-1 0 0 0,0 1 0 0 0,-1 0 0 0 0,1 0-1 0 0,1-1 1 0 0,-1 1 0 0 0,0 0 0 0 0,1 0 0 0 0,0 0-1 0 0,0 0 1 0 0,0 0 0 0 0,1 0 0 0 0,-1-1 0 0 0,1 1-1 0 0,0 0 1 0 0,0 0 0 0 0,0 0 0 0 0,2 4 0 0 0,0-4 0 0 0,0 1 0 0 0,1 0 0 0 0,-1-1 0 0 0,1 1 0 0 0,0-1 0 0 0,0 0 0 0 0,1-1 0 0 0,-1 1 0 0 0,1-1 0 0 0,0 1 0 0 0,0-2 0 0 0,8 5 0 0 0,23 9-283 0 0,1-1 1 0 0,0-2 0 0 0,46 10-1 0 0,121 16-5744 0 0,-182-36 4906 0 0,47 8-3527 0 0,4-2-2111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05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1404 0 0,'3'-9'5333'0'0,"-1"-4"-2133"0"0,3-1-1236 0 0,-5 4-1168 0 0,0-6-1296 0 0,-3-1-4344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09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53 168 108 0 0,'-3'-2'511'0'0,"0"0"1"0"0,0 1-1 0 0,1-2 1 0 0,-1 1-1 0 0,0 0 0 0 0,1 0 1 0 0,0-1-1 0 0,-1 1 0 0 0,1-1 1 0 0,0 0-1 0 0,0 0 1 0 0,-2-4-1 0 0,4 6-319 0 0,-2 0-122 0 0,1 0-1 0 0,0 0 1 0 0,0-1 0 0 0,0 1-1 0 0,1 0 1 0 0,-1 0 0 0 0,0-1 0 0 0,0 1-1 0 0,1-1 1 0 0,-1 1 0 0 0,1 0-1 0 0,-1-1 1 0 0,1 1 0 0 0,-1-1-1 0 0,1 1 1 0 0,0-4 0 0 0,0 3 56 0 0,-6-8 432 0 0,6 8-536 0 0,0-1-1 0 0,0 1 0 0 0,0-1 1 0 0,0 1-1 0 0,1 0 0 0 0,-1-1 1 0 0,1 1-1 0 0,-1 0 0 0 0,1 0 1 0 0,0-1-1 0 0,0 1 0 0 0,0 0 1 0 0,0 0-1 0 0,0 0 0 0 0,1 0 1 0 0,-1 0-1 0 0,1 0 0 0 0,-1 0 1 0 0,1 1-1 0 0,2-3 0 0 0,0 1-2 0 0,0-1 0 0 0,0 1 0 0 0,0 0 0 0 0,1 0 0 0 0,-1 1 0 0 0,1-1 0 0 0,0 1 0 0 0,-1 0 0 0 0,10-2 1 0 0,62-10 10 0 0,-69 11-19 0 0,-5 3-12 0 0,24 0 17 0 0,-18 0-18 0 0,2 0 1 0 0,-1 0 0 0 0,1 1 0 0 0,0 0 0 0 0,0 1 0 0 0,-1 0 0 0 0,1 0 0 0 0,14 6 0 0 0,-21-7 7 0 0,0 0 0 0 0,0 0-1 0 0,0 1 1 0 0,0-1 0 0 0,0 1 0 0 0,-1 0 0 0 0,1 0 0 0 0,-1 0 0 0 0,1 0 0 0 0,-1 0 0 0 0,1 1 0 0 0,-1-1 0 0 0,0 1 0 0 0,0-1 0 0 0,0 1 0 0 0,-1 0 0 0 0,1 0 0 0 0,-1-1 0 0 0,1 1 0 0 0,-1 0 0 0 0,1 5 0 0 0,-1-2 8 0 0,0 0 0 0 0,0 0 0 0 0,-1 0 0 0 0,0 0 0 0 0,0 0 0 0 0,0 0 0 0 0,-1 0 0 0 0,0 0 0 0 0,0 0 1 0 0,-2 6-1 0 0,-1 1-5 0 0,-1 0 1 0 0,0 0 0 0 0,0-1 0 0 0,-10 16 0 0 0,11-22-1 0 0,1-2 0 0 0,-1 1 1 0 0,0 0-1 0 0,0-1 0 0 0,-8 7 0 0 0,11-10-9 0 0,-12 6-69 0 0,-4 1 1270 0 0,26-6-1187 0 0,-1 0 0 0 0,0 0 0 0 0,0 0 0 0 0,17 0 0 0 0,23 5 155 0 0,-41-6-170 0 0,0 1-1 0 0,-1 0 1 0 0,1 0 0 0 0,-1 0-1 0 0,10 7 1 0 0,-13-8 5 0 0,-1 1 1 0 0,0-1-1 0 0,1 1 1 0 0,-1 0-1 0 0,0 0 0 0 0,0 0 1 0 0,-1 0-1 0 0,1 0 0 0 0,0 0 1 0 0,-1 1-1 0 0,1-1 1 0 0,-1 1-1 0 0,0-1 0 0 0,0 1 1 0 0,0-1-1 0 0,0 1 1 0 0,0 0-1 0 0,1 5 0 0 0,-2-1-22 0 0,-1 1 0 0 0,1-1 0 0 0,-1 1-1 0 0,0-1 1 0 0,-1 1 0 0 0,0-1 0 0 0,0 0 0 0 0,-1 0-1 0 0,0 0 1 0 0,-4 9 0 0 0,-2 5-1 0 0,6-15 16 0 0,-1 1-1 0 0,1-1 1 0 0,-1 0 0 0 0,-8 10-1 0 0,-21 15 7 0 0,-3-4 31 0 0,34-25-51 0 0,-10 5 13 0 0,-8 2 51 0 0,18-8-8 0 0,-23 6 263 0 0,-32-5 146 0 0,55-2-394 0 0,-1-1-3 0 0,-6-3-18 0 0,7 3-63 0 0,-1 1 45 0 0,-46-14-362 0 0,-9-3-6604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48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362 69 744 0 0,'31'-59'11362'0'0,"-30"57"-10788"0"0,0 0 52 0 0,-1 2-605 0 0,0 0 0 0 0,0 0 1 0 0,1 0-1 0 0,-1 0 0 0 0,0 0 0 0 0,0 0 0 0 0,0 0 0 0 0,0 0 0 0 0,0-1 0 0 0,0 1 0 0 0,0 0 0 0 0,0 0 0 0 0,0 0 0 0 0,1 0 0 0 0,-1 0 0 0 0,0 0 0 0 0,0 0 0 0 0,0-1 1 0 0,0 1-1 0 0,0 0 0 0 0,0 0 0 0 0,0 0 0 0 0,0 0 0 0 0,0 0 0 0 0,0-1 0 0 0,0 1 0 0 0,0 0 0 0 0,0 0 0 0 0,0 0 0 0 0,0 0 0 0 0,0 0 0 0 0,0 0 0 0 0,0-1 1 0 0,0 1-1 0 0,0 0 0 0 0,0 0 0 0 0,-1 0 0 0 0,1 0 0 0 0,0 0 0 0 0,0 0 0 0 0,0-1 0 0 0,0 1 0 0 0,0 0 0 0 0,0 0 0 0 0,0 0 0 0 0,0 0 0 0 0,0 0 0 0 0,-1 0 1 0 0,1 0-1 0 0,0 0 0 0 0,0 0 0 0 0,0 0 0 0 0,0 0 0 0 0,0-1 0 0 0,-1 1 0 0 0,-6 2 32 0 0,0 0 1 0 0,-1 1-1 0 0,1 0 0 0 0,0 0 1 0 0,0 0-1 0 0,1 1 1 0 0,-12 8-1 0 0,-45 39 144 0 0,48-38-157 0 0,-17 13 8 0 0,2 2-1 0 0,2 1 1 0 0,0 1 0 0 0,2 2 0 0 0,1 0-1 0 0,-38 69 1 0 0,60-96-46 0 0,1-1 0 0 0,0 1-1 0 0,0 1 1 0 0,0-1 0 0 0,1 0-1 0 0,-1 0 1 0 0,1 1 0 0 0,1-1 0 0 0,-1 0-1 0 0,1 1 1 0 0,0-1 0 0 0,0 1 0 0 0,0-1-1 0 0,1 0 1 0 0,0 1 0 0 0,0-1-1 0 0,1 0 1 0 0,2 8 0 0 0,-1-6 4 0 0,1 0 0 0 0,0-1 0 0 0,1 1-1 0 0,-1-1 1 0 0,1 1 0 0 0,1-1 0 0 0,-1-1 0 0 0,1 1 0 0 0,0-1 0 0 0,0 0 0 0 0,1 0 0 0 0,7 3-1 0 0,16 9-4 0 0,42 17 0 0 0,-49-25-14 0 0,-1 2-1 0 0,0 0 1 0 0,-1 1 0 0 0,34 25 0 0 0,-52-34 21 0 0,0-1-1 0 0,-1 1 1 0 0,1-1 0 0 0,-1 1 0 0 0,0 0 0 0 0,0 0 0 0 0,0 0-1 0 0,0 0 1 0 0,0 0 0 0 0,-1 1 0 0 0,1-1 0 0 0,-1 0-1 0 0,0 1 1 0 0,0-1 0 0 0,0 1 0 0 0,0 5 0 0 0,-1-3 57 0 0,0 0 0 0 0,0-1 0 0 0,-1 1 1 0 0,0 0-1 0 0,0-1 0 0 0,0 1 0 0 0,-1-1 0 0 0,0 1 1 0 0,-4 8-1 0 0,-2 1 196 0 0,-1 0 1 0 0,-1-1 0 0 0,0 0-1 0 0,-1 0 1 0 0,-24 23 0 0 0,-25 16 1244 0 0,-83 56 1 0 0,143-109-1500 0 0,-1 0 0 0 0,1 0 1 0 0,0 0-1 0 0,-1 1 1 0 0,1-1-1 0 0,-1 0 1 0 0,1 0-1 0 0,0 0 1 0 0,-1 1-1 0 0,1-1 0 0 0,0 0 1 0 0,-1 1-1 0 0,1-1 1 0 0,0 0-1 0 0,0 0 1 0 0,-1 1-1 0 0,1-1 1 0 0,0 1-1 0 0,0-1 0 0 0,-1 0 1 0 0,1 1-1 0 0,0-1 1 0 0,0 1-1 0 0,0-1 1 0 0,0 0-1 0 0,0 1 0 0 0,0-1 1 0 0,0 1-1 0 0,-1-1 1 0 0,1 0-1 0 0,0 1 1 0 0,0-1-1 0 0,1 1 1 0 0,-1-1-1 0 0,0 1 0 0 0,0-1 1 0 0,0 0-1 0 0,0 1 1 0 0,0-1-1 0 0,0 1 1 0 0,1 0-1 0 0,16 8 3 0 0,-3-2-18 0 0,-5 0 6 0 0,-1 1 0 0 0,1 0 1 0 0,-2 0-1 0 0,1 1 0 0 0,-1 0 1 0 0,0 1-1 0 0,-1-1 0 0 0,9 20 1 0 0,-8-13 11 0 0,0 1 0 0 0,-2 0 1 0 0,0 1-1 0 0,0 0 0 0 0,1 18 0 0 0,-3 3 9 0 0,-1 1 0 0 0,-2-1 0 0 0,-2 1 0 0 0,-10 60 0 0 0,-2-30 22 0 0,-39 122 0 0 0,-43 61 436 0 0,94-248-453 0 0,0 1 0 0 0,0-1-1 0 0,0 0 1 0 0,1 1 0 0 0,-1 0-1 0 0,2-1 1 0 0,-1 1 0 0 0,0 8-1 0 0,2-12-14 0 0,-1 0-1 0 0,0-1 0 0 0,1 1 0 0 0,-1-1 0 0 0,1 1 1 0 0,-1 0-1 0 0,1-1 0 0 0,0 1 0 0 0,0-1 1 0 0,0 1-1 0 0,0-1 0 0 0,0 0 0 0 0,0 1 1 0 0,0-1-1 0 0,0 0 0 0 0,0 0 0 0 0,1 0 1 0 0,-1 0-1 0 0,0 0 0 0 0,1 0 0 0 0,-1 0 1 0 0,1 0-1 0 0,-1 0 0 0 0,1-1 0 0 0,0 1 1 0 0,-1-1-1 0 0,1 1 0 0 0,-1-1 0 0 0,1 1 1 0 0,0-1-1 0 0,2 0 0 0 0,11 1-158 0 0,-1 0 0 0 0,0-1 0 0 0,1 0 1 0 0,-1-2-1 0 0,0 1 0 0 0,24-8 0 0 0,83-29-2686 0 0,-111 34 2550 0 0,46-18-4324 0 0,73-39 0 0 0,-59 21-1983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49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292 143 1608 0 0,'-57'-136'11917'0'0,"57"136"-11892"0"0,-1 0 1 0 0,1-1 0 0 0,0 1 0 0 0,0 0 0 0 0,0 0 0 0 0,0-1-1 0 0,0 1 1 0 0,0 0 0 0 0,0-1 0 0 0,0 1 0 0 0,-1 0-1 0 0,1-1 1 0 0,0 1 0 0 0,0 0 0 0 0,0 0 0 0 0,-1-1 0 0 0,1 1-1 0 0,0 0 1 0 0,0 0 0 0 0,-1 0 0 0 0,1-1 0 0 0,0 1 0 0 0,0 0-1 0 0,-1 0 1 0 0,1 0 0 0 0,0 0 0 0 0,-1-1 0 0 0,1 1 0 0 0,0 0-1 0 0,-1 0 1 0 0,1 0 0 0 0,0 0 0 0 0,-1 0 0 0 0,1 0-1 0 0,0 0 1 0 0,0 0 0 0 0,-1 0 0 0 0,1 0 0 0 0,0 0 0 0 0,-1 0-1 0 0,1 0 1 0 0,0 0 0 0 0,-1 1 0 0 0,-12 14 572 0 0,-5 26 178 0 0,-46 155 642 0 0,-41 217 1 0 0,97-374-1302 0 0,1-1 0 0 0,-1 76 0 0 0,8-98-88 0 0,0-1 0 0 0,2 0 0 0 0,0 0 0 0 0,0 0 0 0 0,1 0 0 0 0,1 0 0 0 0,1-1 0 0 0,0 1 0 0 0,1-1 0 0 0,12 22 0 0 0,-14-30-152 0 0,1 0 0 0 0,0 0-1 0 0,0 0 1 0 0,1-1-1 0 0,-1 0 1 0 0,1 0 0 0 0,1 0-1 0 0,-1 0 1 0 0,1-1-1 0 0,-1-1 1 0 0,1 1 0 0 0,0-1-1 0 0,1 0 1 0 0,-1 0-1 0 0,13 2 1 0 0,-3-1-1214 0 0,-1-2 1 0 0,0 0 0 0 0,1-1-1 0 0,0 0 1 0 0,-1-1-1 0 0,24-4 1 0 0,1-2-4473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49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50 109 744 0 0,'-48'-70'10375'0'0,"46"68"-9967"0"0,2 1-383 0 0,0 1 1 0 0,0-1-1 0 0,0 1 0 0 0,1-1 1 0 0,-1 1-1 0 0,0-1 1 0 0,0 0-1 0 0,0 1 0 0 0,0-1 1 0 0,1 1-1 0 0,-1-1 0 0 0,0 1 1 0 0,1-1-1 0 0,-1 1 0 0 0,0-1 1 0 0,1 1-1 0 0,-1 0 0 0 0,0-1 1 0 0,1 1-1 0 0,-1 0 1 0 0,1-1-1 0 0,-1 1 0 0 0,1 0 1 0 0,-1-1-1 0 0,1 1 0 0 0,-1 0 1 0 0,1 0-1 0 0,-1-1 0 0 0,1 1 1 0 0,-1 0-1 0 0,1 0 0 0 0,0 0 1 0 0,-1 0-1 0 0,1 0 1 0 0,-1 0-1 0 0,1 0 0 0 0,1 0 1 0 0,22 4 288 0 0,-22-4-311 0 0,4 1 25 0 0,0 1 1 0 0,0 0-1 0 0,-1 0 1 0 0,1 1-1 0 0,0-1 0 0 0,-1 1 1 0 0,0 0-1 0 0,0 1 1 0 0,0-1-1 0 0,0 1 0 0 0,0 0 1 0 0,-1 0-1 0 0,1 1 1 0 0,-1-1-1 0 0,0 1 1 0 0,-1 0-1 0 0,1 0 0 0 0,-1 0 1 0 0,0 1-1 0 0,4 7 1 0 0,-5-5 80 0 0,1-1 0 0 0,-1 1 0 0 0,-1 0 1 0 0,1 0-1 0 0,-1 0 0 0 0,-1 0 0 0 0,0 0 1 0 0,0-1-1 0 0,0 1 0 0 0,-1 0 0 0 0,0 0 1 0 0,0 0-1 0 0,-1 0 0 0 0,0-1 0 0 0,-4 10 1 0 0,0-4 150 0 0,0 0 1 0 0,-1 0-1 0 0,0-1 0 0 0,-1 0 1 0 0,-1 0-1 0 0,0 0 0 0 0,0-1 1 0 0,-22 18-1 0 0,30-27-223 0 0,0-1-1 0 0,0 0 1 0 0,0 0-1 0 0,0 0 1 0 0,0-1 0 0 0,0 1-1 0 0,0 0 1 0 0,-1 0-1 0 0,1-1 1 0 0,0 1-1 0 0,-1 0 1 0 0,1-1-1 0 0,0 1 1 0 0,-1-1 0 0 0,1 0-1 0 0,-1 1 1 0 0,1-1-1 0 0,-1 0 1 0 0,1 0-1 0 0,0 0 1 0 0,-4 0-1 0 0,6-2-31 0 0,-1 0 0 0 0,1 1-1 0 0,-1-1 1 0 0,1 1-1 0 0,0-1 1 0 0,-1 1 0 0 0,1-1-1 0 0,0 1 1 0 0,1-3-1 0 0,23-29-22 0 0,1 1 0 0 0,1 2 0 0 0,62-55-1 0 0,-14 14-26 0 0,-70 66 44 0 0,11-10-16 0 0,0-1 0 0 0,-2-1 0 0 0,19-27 0 0 0,-32 44 14 0 0,-1-1 0 0 0,1 0 0 0 0,-1 1 1 0 0,1-1-1 0 0,-1 1 0 0 0,0-1 0 0 0,1 0 0 0 0,-1 1 0 0 0,0-1 0 0 0,0 0 0 0 0,1 1 1 0 0,-1-1-1 0 0,0 0 0 0 0,0 0 0 0 0,0 1 0 0 0,0-1 0 0 0,0 0 0 0 0,0 1 0 0 0,0-1 1 0 0,0 0-1 0 0,0 0 0 0 0,0 1 0 0 0,-1-2 0 0 0,1 2-1 0 0,-1-1 0 0 0,1 1 1 0 0,-1 0-1 0 0,1 0 0 0 0,-1-1 0 0 0,1 1 0 0 0,-1 0 0 0 0,1 0 0 0 0,-1-1 1 0 0,0 1-1 0 0,1 0 0 0 0,-1 0 0 0 0,1 0 0 0 0,-1 0 0 0 0,0 0 0 0 0,1 0 1 0 0,-1 0-1 0 0,1 0 0 0 0,-1 0 0 0 0,0 0 0 0 0,-28 10-71 0 0,21-5 72 0 0,0 1 0 0 0,1 0 0 0 0,0 1 0 0 0,0 0 0 0 0,0 0 0 0 0,1 0 0 0 0,0 1 0 0 0,0 0 0 0 0,-6 13-1 0 0,3-5 11 0 0,2 1 0 0 0,0-1 0 0 0,1 1-1 0 0,-5 21 1 0 0,8-24 69 0 0,1-1 0 0 0,1 1 0 0 0,0 0 0 0 0,1 0 0 0 0,0-1 0 0 0,1 1 1 0 0,1 0-1 0 0,0 0 0 0 0,1-1 0 0 0,7 22 0 0 0,-7-28-259 0 0,0 0 1 0 0,0 0 0 0 0,1 0-1 0 0,-1-1 1 0 0,2 1-1 0 0,-1-1 1 0 0,1 0-1 0 0,0 0 1 0 0,7 6 0 0 0,-9-9-451 0 0,2 1 0 0 0,-1-1 0 0 0,0-1 0 0 0,0 1 0 0 0,1-1 0 0 0,-1 0 1 0 0,1 0-1 0 0,0 0 0 0 0,0 0 0 0 0,0-1 0 0 0,0 0 0 0 0,0 0 0 0 0,0 0 1 0 0,9-1-1 0 0,0-1-4420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49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21 452 0 0,'17'-17'10044'0'0,"-17"17"-9978"0"0,0 0 0 0 0,0-1 0 0 0,0 1 0 0 0,0 0 0 0 0,0 0 0 0 0,0 0 0 0 0,1 0 0 0 0,-1-1 0 0 0,0 1 0 0 0,0 0 0 0 0,0 0 0 0 0,0 0 0 0 0,1 0 0 0 0,-1 0 0 0 0,0-1 0 0 0,0 1 0 0 0,0 0 0 0 0,1 0 0 0 0,-1 0 0 0 0,0 0 0 0 0,0 0 0 0 0,1 0 0 0 0,-1 0 0 0 0,0 0 0 0 0,0 0 0 0 0,0 0 0 0 0,1 0 0 0 0,-1 0 0 0 0,0 0 0 0 0,0 0 0 0 0,0 0 0 0 0,1 0 0 0 0,-1 0 0 0 0,0 0 0 0 0,0 0 0 0 0,1 0 0 0 0,-1 1 0 0 0,0-1 0 0 0,0 0 0 0 0,0 0 0 0 0,0 0 0 0 0,1 0 0 0 0,-1 0 0 0 0,0 1 0 0 0,0-1 0 0 0,0 0 0 0 0,0 0 0 0 0,1 1 0 0 0,-1 14 1739 0 0,-8 21-24 0 0,-6 1-1391 0 0,-2-1-1 0 0,-1-1 1 0 0,-1-1-1 0 0,-33 45 0 0 0,21-32-1252 0 0,5-8-1783 0 0,6-15-4071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0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167 105 1264 0 0,'12'-47'10468'0'0,"-12"45"-9846"0"0,2-4 1787 0 0,-6 16-2111 0 0,1 0-1 0 0,-1 1 0 0 0,2-1 0 0 0,-1 1 0 0 0,1 0 1 0 0,1 0-1 0 0,0 0 0 0 0,1 0 0 0 0,0-1 0 0 0,0 1 0 0 0,4 19 1 0 0,-3-26-269 0 0,0 0 1 0 0,0 0-1 0 0,0-1 1 0 0,1 1-1 0 0,0 0 0 0 0,0-1 1 0 0,0 1-1 0 0,0-1 1 0 0,0 0-1 0 0,0 0 1 0 0,1 0-1 0 0,0 0 1 0 0,0 0-1 0 0,0 0 1 0 0,0-1-1 0 0,0 1 1 0 0,7 3-1 0 0,-5-4-7 0 0,0 0 1 0 0,1 0-1 0 0,0 0 0 0 0,0 0 1 0 0,-1-1-1 0 0,1 0 0 0 0,0-1 1 0 0,0 1-1 0 0,0-1 0 0 0,0 0 0 0 0,6-1 1 0 0,0 0-13 0 0,-1-1 0 0 0,0 0 1 0 0,0-1-1 0 0,0-1 0 0 0,0 1 1 0 0,0-2-1 0 0,-1 1 0 0 0,1-1 1 0 0,-1-1-1 0 0,-1 0 0 0 0,1-1 0 0 0,9-7 1 0 0,-12 6-13 0 0,1 0-1 0 0,-1-1 1 0 0,0 0 0 0 0,-1 0 0 0 0,0 0 0 0 0,-1-1-1 0 0,8-17 1 0 0,-6 7-8 0 0,0-2-1 0 0,7-39 0 0 0,-14 60 10 0 0,1 1 0 0 0,-1-1 0 0 0,0 0-1 0 0,0 0 1 0 0,0 1 0 0 0,1-1 0 0 0,-1 0-1 0 0,0 0 1 0 0,0 0 0 0 0,0 1 0 0 0,0-1-1 0 0,0 0 1 0 0,-1 0 0 0 0,1 0 0 0 0,0 1-1 0 0,0-1 1 0 0,0 0 0 0 0,-1 0 0 0 0,0 0-1 0 0,-8 8 6 0 0,-10 25 66 0 0,-6 40 1055 0 0,-26 132 1 0 0,37-139-749 0 0,0-3-23 0 0,-2 17 138 0 0,-4 0 0 0 0,-37 90 1 0 0,52-157-440 0 0,0 0 1 0 0,-1-1-1 0 0,-1 1 1 0 0,0-2-1 0 0,0 1 1 0 0,-1-1 0 0 0,-1 0-1 0 0,1-1 1 0 0,-14 11-1 0 0,19-16-52 0 0,-1-1 0 0 0,-1-1 0 0 0,1 1-1 0 0,0 0 1 0 0,-1-1 0 0 0,1 0-1 0 0,-1 0 1 0 0,0-1 0 0 0,0 1 0 0 0,0-1-1 0 0,1 0 1 0 0,-1 0 0 0 0,0 0 0 0 0,0-1-1 0 0,-1 0 1 0 0,1 0 0 0 0,0 0-1 0 0,0-1 1 0 0,0 1 0 0 0,0-1 0 0 0,1 0-1 0 0,-1-1 1 0 0,0 1 0 0 0,0-1-1 0 0,1 0 1 0 0,-6-3 0 0 0,5 2-192 0 0,-1 0 1 0 0,1 0 0 0 0,0-1-1 0 0,0 1 1 0 0,0-1-1 0 0,0 0 1 0 0,1-1-1 0 0,-1 1 1 0 0,1-1 0 0 0,0 0-1 0 0,1 0 1 0 0,-1 0-1 0 0,1 0 1 0 0,-4-9-1 0 0,5 8-348 0 0,1 0 0 0 0,-1 1-1 0 0,1-1 1 0 0,0 0-1 0 0,1 0 1 0 0,-1 0 0 0 0,1 0-1 0 0,0 0 1 0 0,1 0-1 0 0,-1 0 1 0 0,1 0-1 0 0,0 0 1 0 0,1 0 0 0 0,0 0-1 0 0,2-5 1 0 0,6-13-3674 0 0,4-3-1958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0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21 1324 0 0,'17'-6'3550'0'0,"0"1"0"0"0,22-4 0 0 0,-38 9-3407 0 0,1 0 0 0 0,-1 0 0 0 0,0 0 0 0 0,1 0 0 0 0,-1 0 0 0 0,0 0 0 0 0,1 0 0 0 0,-1 0 0 0 0,1 1 0 0 0,-1-1 0 0 0,0 1-1 0 0,1-1 1 0 0,-1 1 0 0 0,0-1 0 0 0,0 1 0 0 0,0 0 0 0 0,1 0 0 0 0,-1-1 0 0 0,0 1 0 0 0,0 0 0 0 0,0 0 0 0 0,0 0 0 0 0,0 0 0 0 0,0 0-1 0 0,-1 1 1 0 0,1-1 0 0 0,0 0 0 0 0,0 0 0 0 0,-1 0 0 0 0,1 3 0 0 0,1 0 145 0 0,0 0 0 0 0,-1 0 0 0 0,1 1 0 0 0,-1-1 0 0 0,0 1 0 0 0,-1-1-1 0 0,1 8 1 0 0,-2-2-46 0 0,0 1-1 0 0,0-1 1 0 0,-1 1-1 0 0,0-1 0 0 0,-1 0 1 0 0,0 0-1 0 0,-5 11 1 0 0,-37 66 328 0 0,31-62-414 0 0,-17 27-788 0 0,10-21-5057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0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1 124 2068 0 0,'13'-33'8467'0'0,"17"-34"-1"0"0,-29 66-8413 0 0,0 0 1 0 0,0 0-1 0 0,0 0 0 0 0,0 0 1 0 0,0 0-1 0 0,0 0 0 0 0,0 0 1 0 0,0 0-1 0 0,0 0 0 0 0,0 0 1 0 0,1 1-1 0 0,-1-1 0 0 0,0 1 1 0 0,0-1-1 0 0,1 0 0 0 0,-1 1 1 0 0,0 0-1 0 0,3-1 0 0 0,27-2 101 0 0,-18 3-57 0 0,27-4 20 0 0,1 3 0 0 0,57 4 0 0 0,-82-1-110 0 0,5 2 3 0 0,-18 1-12 0 0,-3-4 3 0 0,0 0-1 0 0,1-1 1 0 0,-1 1-1 0 0,0 0 0 0 0,1 0 1 0 0,-1 0-1 0 0,0 0 1 0 0,0 0-1 0 0,0 0 0 0 0,1-1 1 0 0,-1 1-1 0 0,0 0 0 0 0,0 0 1 0 0,0 0-1 0 0,-1 0 1 0 0,1 0-1 0 0,0 0 0 0 0,0 0 1 0 0,0 0-1 0 0,-1-1 0 0 0,1 1 1 0 0,0 0-1 0 0,-1 0 1 0 0,1 0-1 0 0,-1 1 0 0 0,-14 19 10 0 0,14-20-8 0 0,-35 40 13 0 0,-44 40 0 0 0,38-39 27 0 0,25-26 15 0 0,8-8-8 0 0,1 0 0 0 0,-1 0 0 0 0,1 1 0 0 0,1 0 0 0 0,0 1 0 0 0,0 0 0 0 0,-10 21 1 0 0,16-30-16 0 0,1 0 0 0 0,-1 0 0 0 0,1 0 1 0 0,0 1-1 0 0,0-1 0 0 0,0 0 0 0 0,0 0 0 0 0,0 1 1 0 0,0-1-1 0 0,0 0 0 0 0,0 0 0 0 0,1 1 1 0 0,-1-1-1 0 0,0 0 0 0 0,1 0 0 0 0,-1 0 1 0 0,1 0-1 0 0,-1 1 0 0 0,1-1 0 0 0,-1 0 1 0 0,1 0-1 0 0,0 0 0 0 0,0 0 0 0 0,-1 0 0 0 0,1 0 1 0 0,0-1-1 0 0,0 1 0 0 0,0 0 0 0 0,0 0 1 0 0,0-1-1 0 0,0 1 0 0 0,0 0 0 0 0,0-1 1 0 0,1 1-1 0 0,-1-1 0 0 0,0 1 0 0 0,0-1 1 0 0,0 0-1 0 0,2 1 0 0 0,7 1 26 0 0,0 0 0 0 0,0 0 0 0 0,19 0 1 0 0,-20-2-6 0 0,29 1-341 0 0,0-1-1 0 0,0-2 1 0 0,0-2-1 0 0,44-9 1 0 0,-53 6-1420 0 0,-1-1-1 0 0,1-1 1 0 0,31-15 0 0 0,-17 0-3227 0 0,-1-3-2313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1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41 1704 0 0,'-1'-2'499'0'0,"0"1"-188"0"0,1 0-1 0 0,-1 0 1 0 0,0 0-1 0 0,1 0 1 0 0,-1-1 0 0 0,1 1-1 0 0,0 0 1 0 0,-1 0-1 0 0,1-1 1 0 0,0 1 0 0 0,0 0-1 0 0,0 0 1 0 0,0-1-1 0 0,0 1 1 0 0,0 0 0 0 0,0-1-1 0 0,0 1 1 0 0,1 0-1 0 0,-1 0 1 0 0,0-1 0 0 0,1 1-1 0 0,-1 0 1 0 0,1 0-1 0 0,-1 0 1 0 0,1 0 0 0 0,-1 0-1 0 0,1-1 1 0 0,2 0-1 0 0,-3 1-202 0 0,1 1 0 0 0,0 0 0 0 0,0-1 0 0 0,0 1-1 0 0,0 0 1 0 0,0 0 0 0 0,0 0 0 0 0,0 0-1 0 0,0 0 1 0 0,0 0 0 0 0,0 0 0 0 0,0 0 0 0 0,0 0-1 0 0,0 0 1 0 0,0 1 0 0 0,0-1 0 0 0,1 1 0 0 0,0-1 186 0 0,7 2 151 0 0,-1 0-1 0 0,0 1 1 0 0,0 0-1 0 0,0 0 1 0 0,-1 1-1 0 0,1-1 1 0 0,-1 2-1 0 0,0-1 1 0 0,9 8-1 0 0,1 2 242 0 0,0 2 1 0 0,17 18-1 0 0,-20-17-322 0 0,0 1 0 0 0,-2 1 0 0 0,0 0 1 0 0,-1 0-1 0 0,-1 1 0 0 0,-1 0 0 0 0,0 1 0 0 0,9 38 0 0 0,-7-10 106 0 0,-2 0 0 0 0,6 91 0 0 0,-13-87-345 0 0,-3-1 1 0 0,-2 1-1 0 0,-2-1 1 0 0,-2 0-1 0 0,-24 86 1 0 0,18-94-130 0 0,-3-2 0 0 0,-1 1 0 0 0,-2-2 0 0 0,-2-1 0 0 0,-2 0 0 0 0,-51 67 0 0 0,42-67-1012 0 0,-69 65 0 0 0,24-44-2340 0 0,53-45-646 0 0,-37 18-1 0 0,9-9-5561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16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0 656 0 0,'8'7'3600'0'0,"-1"-2"-3416"0"0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17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1 152 0 0,'0'0'1880'0'0,"12"5"72"0"0,-1-4-1668 0 0,7-1-2148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1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570 100 1992 0 0,'4'-10'1616'0'0,"0"1"-228"0"0,0 0-1 0 0,-1 0 0 0 0,3-10 0 0 0,-6 18-1244 0 0,1-1 1 0 0,-1 0-1 0 0,0 0 0 0 0,0 0 0 0 0,0 0 0 0 0,1 0 1 0 0,-2 0-1 0 0,1 1 0 0 0,0-1 0 0 0,0 0 0 0 0,-1 0 1 0 0,1 0-1 0 0,-1 0 0 0 0,1 0 0 0 0,-1 1 1 0 0,0-1-1 0 0,0 0 0 0 0,0 1 0 0 0,0-1 0 0 0,0 0 1 0 0,-1-1-1 0 0,0 3-117 0 0,0-1 0 0 0,1 1 0 0 0,-1-1 0 0 0,0 1 1 0 0,1 0-1 0 0,-1 0 0 0 0,0 0 0 0 0,0 0 0 0 0,1 0 0 0 0,-1 0 1 0 0,0 1-1 0 0,1-1 0 0 0,-1 0 0 0 0,0 1 0 0 0,1-1 0 0 0,-1 1 1 0 0,1 0-1 0 0,-3 1 0 0 0,3-2 12 0 0,-15 7 137 0 0,0 1 1 0 0,1 1-1 0 0,0 0 1 0 0,0 1-1 0 0,-21 18 1 0 0,-60 66 757 0 0,41-34-408 0 0,3 3 1 0 0,3 2-1 0 0,-57 98 1 0 0,90-135-388 0 0,1 1 1 0 0,-12 34 0 0 0,23-53-97 0 0,1 0 0 0 0,0 0 0 0 0,1 0 0 0 0,0 0 0 0 0,0 1 1 0 0,1-1-1 0 0,0 1 0 0 0,1-1 0 0 0,1 1 0 0 0,1 14 0 0 0,0-21-15 0 0,-1 1 0 0 0,1 0 1 0 0,0-1-1 0 0,0 1 0 0 0,0-1 0 0 0,1 0 0 0 0,0 0 0 0 0,0 0 0 0 0,0 0 0 0 0,0 0 0 0 0,0 0 0 0 0,1-1 0 0 0,0 0 1 0 0,-1 0-1 0 0,1 0 0 0 0,0 0 0 0 0,1 0 0 0 0,-1-1 0 0 0,0 0 0 0 0,1 0 0 0 0,0 0 0 0 0,-1 0 0 0 0,7 0 0 0 0,9 3 7 0 0,-1-1-1 0 0,1 0 1 0 0,0-2-1 0 0,26 0 1 0 0,-20-2-397 0 0,0-1 1 0 0,1-1-1 0 0,-2-2 1 0 0,45-10-1 0 0,-53 9-1419 0 0,0-1 0 0 0,0-1 0 0 0,0 0 0 0 0,21-14 0 0 0,-14 6-3719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2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65 2488 0 0,'-86'-7'11400'0'0,"119"-1"-10151"0"0,161-16-1058 0 0,-27 5-7950 0 0,-124 12 2594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2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25 348 0 0,'-3'-24'18428'0'0,"-1"39"-15820"0"0,-4 31-2122 0 0,6-33 499 0 0,-108 432 2148 0 0,89-372-3120 0 0,-13 40-4976 0 0,32-104 3220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2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3 189 2392 0 0,'3'-12'1049'0'0,"0"0"-1"0"0,0 1 0 0 0,1-1 1 0 0,1 1-1 0 0,0 0 1 0 0,1 0-1 0 0,12-18 0 0 0,-13 23-848 0 0,1-1 0 0 0,-1 1-1 0 0,1 1 1 0 0,0-1-1 0 0,1 1 1 0 0,0 0 0 0 0,-1 1-1 0 0,1 0 1 0 0,1 0 0 0 0,-1 0-1 0 0,1 1 1 0 0,12-4 0 0 0,-8 3-93 0 0,1 1 1 0 0,0 1-1 0 0,0 0 1 0 0,0 0-1 0 0,0 1 1 0 0,0 1-1 0 0,0 0 1 0 0,15 3-1 0 0,-21-2-83 0 0,-1 0-1 0 0,1 1 0 0 0,0-1 1 0 0,-1 1-1 0 0,1 1 0 0 0,-1-1 0 0 0,0 1 1 0 0,0 1-1 0 0,0-1 0 0 0,0 1 0 0 0,0 0 1 0 0,-1 0-1 0 0,1 0 0 0 0,-1 1 0 0 0,-1 0 1 0 0,10 11-1 0 0,-13-13-1 0 0,1 0-1 0 0,-1 0 1 0 0,0 0 0 0 0,0 1 0 0 0,0-1-1 0 0,0 0 1 0 0,0 1 0 0 0,-1-1 0 0 0,1 1-1 0 0,-1-1 1 0 0,0 1 0 0 0,0-1-1 0 0,-1 1 1 0 0,1-1 0 0 0,-1 1 0 0 0,1-1-1 0 0,-1 0 1 0 0,0 1 0 0 0,-1-1 0 0 0,1 0-1 0 0,0 1 1 0 0,-3 2 0 0 0,-1 5 34 0 0,-2 0 0 0 0,1-1 0 0 0,-1 0 0 0 0,-16 17 0 0 0,1-5 14 0 0,0 0-1 0 0,-2-2 1 0 0,-1-1-1 0 0,0-1 1 0 0,-2-1-1 0 0,1-2 1 0 0,-2 0-1 0 0,-35 12 0 0 0,-1-3 1340 0 0,63-23-1306 0 0,-11 4 193 0 0,17 0-187 0 0,1 1 0 0 0,-1-1-1 0 0,1 0 1 0 0,-1 0 0 0 0,14 8 0 0 0,10 9 255 0 0,91 105 248 0 0,-87-89-352 0 0,1-1 0 0 0,55 46 1 0 0,-74-72-1167 0 0,0 0 0 0 0,0-2 0 0 0,33 16 0 0 0,-35-20-532 0 0,1 0 0 0 0,0-1 0 0 0,0-1 0 0 0,0 0-1 0 0,26 2 1 0 0,-13-4-4266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3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141 165 1528 0 0,'-6'-23'3889'0'0,"2"-1"1"0"0,-2-34-1 0 0,1 15-1378 0 0,5 43-2498 0 0,0-1-1 0 0,0 0 0 0 0,0 1 1 0 0,0-1-1 0 0,0 0 1 0 0,0 1-1 0 0,1-1 0 0 0,-1 1 1 0 0,0-1-1 0 0,0 0 0 0 0,0 1 1 0 0,1-1-1 0 0,-1 1 0 0 0,0-1 1 0 0,1 0-1 0 0,-1 1 0 0 0,0-1 1 0 0,1 1-1 0 0,-1-1 0 0 0,1 1 1 0 0,-1-1-1 0 0,1 1 1 0 0,-1 0-1 0 0,1-1 0 0 0,-1 1 1 0 0,1 0-1 0 0,0-1 0 0 0,-1 1 1 0 0,1 0-1 0 0,-1-1 0 0 0,1 1 1 0 0,0 0-1 0 0,-1 0 0 0 0,1 0 1 0 0,0 0-1 0 0,-1 0 0 0 0,1 0 1 0 0,0 0-1 0 0,-1 0 1 0 0,1 0-1 0 0,0 0 0 0 0,-1 0 1 0 0,1 0-1 0 0,-1 0 0 0 0,1 0 1 0 0,0 1-1 0 0,-1-1 0 0 0,1 0 1 0 0,-1 1-1 0 0,1-1 0 0 0,0 0 1 0 0,-1 1-1 0 0,1-1 1 0 0,0 1-1 0 0,0 0 3 0 0,1 0 0 0 0,-1 1-1 0 0,1-1 1 0 0,-1 0 0 0 0,0 1 0 0 0,0-1 0 0 0,1 1 0 0 0,-1-1 0 0 0,0 1 0 0 0,0 0-1 0 0,-1 0 1 0 0,1-1 0 0 0,0 1 0 0 0,0 0 0 0 0,-1 0 0 0 0,1 0 0 0 0,-1 0 0 0 0,0 0-1 0 0,0 0 1 0 0,0 0 0 0 0,1 0 0 0 0,-2-1 0 0 0,1 1 0 0 0,0 0 0 0 0,0 0 0 0 0,-1 0-1 0 0,1 0 1 0 0,-1 2 0 0 0,-3 4 117 0 0,1 0 1 0 0,-2 0-1 0 0,1 0 0 0 0,-1 0 1 0 0,-5 6-1 0 0,-5 8 253 0 0,14-21-332 0 0,-7 18 456 0 0,9-18-504 0 0,0 1 1 0 0,0-1-1 0 0,0 0 0 0 0,-1 0 1 0 0,2 0-1 0 0,-1 0 0 0 0,0 0 1 0 0,0 0-1 0 0,0-1 1 0 0,0 1-1 0 0,1 0 0 0 0,-1 0 1 0 0,0-1-1 0 0,3 2 0 0 0,29 9 41 0 0,-12-4-31 0 0,-5 0 24 0 0,1 1-1 0 0,-2 1 0 0 0,25 17 0 0 0,-31-20 203 0 0,-1 1-1 0 0,-1 0 0 0 0,1 0 0 0 0,-1 0 1 0 0,0 1-1 0 0,-1 0 0 0 0,10 16 0 0 0,-15-22-83 0 0,0 1 0 0 0,1 0 0 0 0,-1 0 0 0 0,0-1 0 0 0,-1 1 0 0 0,1 0 0 0 0,0 0 0 0 0,-1 0 0 0 0,0 0 0 0 0,0 0 0 0 0,0 0 0 0 0,0 0 0 0 0,0 0 0 0 0,0 0 0 0 0,-1 0 0 0 0,0 3 0 0 0,-1-1 47 0 0,0 0-1 0 0,0 0 1 0 0,-1 0 0 0 0,1 0-1 0 0,-1-1 1 0 0,0 1-1 0 0,-1-1 1 0 0,-4 6-1 0 0,-3 1 169 0 0,-1-1-1 0 0,0 1 1 0 0,0-2-1 0 0,-1 0 1 0 0,-17 9-1 0 0,17-12-158 0 0,0 1 0 0 0,-1-2 0 0 0,1 1 0 0 0,-18 3 0 0 0,25-8-179 0 0,0 0 0 0 0,0 0-1 0 0,0 0 1 0 0,0 0-1 0 0,0-1 1 0 0,0 0 0 0 0,0 0-1 0 0,-1-1 1 0 0,1 0-1 0 0,0 0 1 0 0,0 0 0 0 0,-10-4-1 0 0,13 3-153 0 0,-1 0 0 0 0,1 1 1 0 0,0-1-1 0 0,0 0 0 0 0,0 0 0 0 0,0-1 0 0 0,1 1 0 0 0,-1 0 0 0 0,0-1 0 0 0,1 0 0 0 0,0 0 0 0 0,0 1 0 0 0,-1-1 0 0 0,2-1 0 0 0,-1 1 1 0 0,0 0-1 0 0,1 0 0 0 0,-2-6 0 0 0,2 6-345 0 0,1 1 0 0 0,0-1 1 0 0,-1 0-1 0 0,1 0 0 0 0,1 1 1 0 0,-1-1-1 0 0,0 0 0 0 0,1 1 0 0 0,-1-1 1 0 0,1 1-1 0 0,0-1 0 0 0,0 0 1 0 0,0 1-1 0 0,0-1 0 0 0,0 1 1 0 0,0 0-1 0 0,1-1 0 0 0,-1 1 1 0 0,1 0-1 0 0,0 0 0 0 0,0 0 0 0 0,-1 0 1 0 0,1 0-1 0 0,1 1 0 0 0,3-4 1 0 0,5-3-4410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4:53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88 1500 0 0,'-7'-15'2783'0'0,"2"7"-395"0"0,1 0 1 0 0,0 0-1 0 0,-16-41 11489 0 0,20 49-13844 0 0,-1 1-1 0 0,1-1 0 0 0,0 0 1 0 0,-1 0-1 0 0,1 0 0 0 0,-1 0 0 0 0,1 0 1 0 0,0 1-1 0 0,-1-1 0 0 0,1 0 1 0 0,0 0-1 0 0,0 1 0 0 0,-1-1 1 0 0,1 0-1 0 0,0 1 0 0 0,0-1 1 0 0,-1 0-1 0 0,1 0 0 0 0,0 1 0 0 0,0-1 1 0 0,0 1-1 0 0,-1-1 0 0 0,1 0 1 0 0,0 1-1 0 0,0-1 0 0 0,0 0 1 0 0,0 1-1 0 0,0-1 0 0 0,0 1 1 0 0,0-1-1 0 0,0 0 0 0 0,0 1 0 0 0,0 0 1 0 0,-3 11 360 0 0,1 0 1 0 0,-2 23 0 0 0,0 2 53 0 0,-135 700 2801 0 0,51-293-3031 0 0,60-303-329 0 0,-17 97-2030 0 0,35-170-2128 0 0,-1 104 0 0 0,16-98-5383 0 0,-1-47 987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17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0 556 0 0,'0'0'784'0'0,"9"7"-120"0"0,4-10-1920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18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4 848 0 0,'0'0'5185'0'0,"-1"-1"-5185"0"0,-6-1-9 0 0,5 1 8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18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0 408 0 0,'0'0'3128'0'0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19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1 200 0 0,'0'0'2472'0'0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21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72 2320 0 0,'0'-12'6967'0'0,"-8"-41"3516"0"0,7 49-10156 0 0,0 2 55 0 0,7 7-234 0 0,1 3-142 0 0,-1 0-1 0 0,0 0 1 0 0,0 1 0 0 0,-1 0-1 0 0,0 0 1 0 0,6 15-1 0 0,20 65 73 0 0,-21-57-28 0 0,72 236 321 0 0,59 171 217 0 0,-109-353 3417 0 0,-32-86-3908 0 0,0 1 0 0 0,0-1 0 0 0,0 1 0 0 0,1-1 0 0 0,-1 1 0 0 0,0-1 0 0 0,1 1 0 0 0,-1-1 0 0 0,0 0 0 0 0,1 1 0 0 0,-1-1 0 0 0,0 1 0 0 0,1-1 0 0 0,-1 0 0 0 0,1 0 0 0 0,-1 1 0 0 0,0-1 0 0 0,1 0 0 0 0,-1 1 0 0 0,1-1 0 0 0,-1 0 0 0 0,1 0 0 0 0,-1 0 0 0 0,1 0 0 0 0,-1 0 0 0 0,1 0 0 0 0,-1 0 0 0 0,1 1 0 0 0,-1-1 0 0 0,2-1 0 0 0,-1 1-19 0 0,0 0-1 0 0,0-1 0 0 0,0 0 0 0 0,1 1 0 0 0,-1-1 0 0 0,0 0 0 0 0,0 1 0 0 0,0-1 0 0 0,0 0 0 0 0,0 0 0 0 0,1-2 1 0 0,21-29 237 0 0,-23 31-228 0 0,29-53 255 0 0,-3-1-1 0 0,30-95 1 0 0,20-122 0 0 0,-69 246-331 0 0,18-81-61 0 0,-16 63-2042 0 0,2 1-3891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23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676 89 964 0 0,'2'-1'1936'0'0,"20"-10"3587"0"0,17-6 10564 0 0,-47 9-15755 0 0,-5 0-280 0 0,-1 1-1 0 0,1 1 0 0 0,-2 0 0 0 0,1 1 1 0 0,0 0-1 0 0,-1 1 0 0 0,0 1 0 0 0,0 0 1 0 0,0 1-1 0 0,0 1 0 0 0,-1 0 0 0 0,1 1 1 0 0,0 0-1 0 0,0 2 0 0 0,0 0 1 0 0,0 0-1 0 0,-18 6 0 0 0,12-1-51 0 0,0 1-1 0 0,1 1 1 0 0,0 1 0 0 0,1 0-1 0 0,0 2 1 0 0,-32 24 0 0 0,-92 95-7 0 0,128-115-5 0 0,2 1 0 0 0,0 0-1 0 0,1 0 1 0 0,0 2-1 0 0,2-1 1 0 0,0 1 0 0 0,1 1-1 0 0,1 0 1 0 0,1 0-1 0 0,0 0 1 0 0,2 1 0 0 0,0 0-1 0 0,2 0 1 0 0,-2 42-1 0 0,5-55 11 0 0,0 0-1 0 0,1 0 1 0 0,0 0 0 0 0,0 0-1 0 0,1 0 1 0 0,0 0-1 0 0,0 0 1 0 0,1-1-1 0 0,0 1 1 0 0,0-1 0 0 0,1 0-1 0 0,0 0 1 0 0,10 13-1 0 0,-7-12 7 0 0,2 1 0 0 0,-1-1 0 0 0,1-1 0 0 0,0 0 0 0 0,0 0 0 0 0,1-1 0 0 0,0 0 0 0 0,0 0 0 0 0,13 4 0 0 0,6 2 21 0 0,1-2-1 0 0,1-2 0 0 0,-1 0 1 0 0,50 5-1 0 0,127 0 100 0 0,-177-12-110 0 0,151-1 242 0 0,-179 0-242 0 0,1 0 3 0 0,24 2 104 0 0,-24-2-34 0 0,15-1-866 0 0,-17 0 676 0 0,4-6-2227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26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73 109 848 0 0,'12'0'18810'0'0,"-9"16"-18903"0"0,-2-7 81 0 0,0-7 9 0 0,-1-4 1 0 0,0 4 7 0 0,0 3 315 0 0,0 1 0 0 0,1-1-1 0 0,0 0 1 0 0,0 1 0 0 0,3 7-1 0 0,-4 12-55 0 0,0-9-201 0 0,-5 81 1351 0 0,-26 142 0 0 0,9-94-828 0 0,-7 100 44 0 0,21-178 1047 0 0,8-65-1207 0 0,-2-15-71 0 0,23-582-564 0 0,-18 566 54 0 0,1 1 1 0 0,2-1 0 0 0,0 1 0 0 0,2 0-1 0 0,1 0 1 0 0,1 1 0 0 0,2 0 0 0 0,23-39-1 0 0,-29 56 55 0 0,1 1 0 0 0,0 0-1 0 0,0 0 1 0 0,1 1-1 0 0,0 0 1 0 0,1 0-1 0 0,0 1 1 0 0,0 0-1 0 0,0 1 1 0 0,15-8-1 0 0,-18 11 47 0 0,0 0-1 0 0,1 0 1 0 0,0 1-1 0 0,0 0 1 0 0,-1 0-1 0 0,1 1 1 0 0,0 0 0 0 0,0 0-1 0 0,0 1 1 0 0,1 0-1 0 0,-1 0 1 0 0,0 0-1 0 0,0 1 1 0 0,0 0-1 0 0,0 0 1 0 0,0 1 0 0 0,12 5-1 0 0,-10-4 5 0 0,0 1 1 0 0,0 1-1 0 0,0 0 0 0 0,0 0 0 0 0,-1 1 1 0 0,0 0-1 0 0,0 0 0 0 0,6 8 0 0 0,-10-10 2 0 0,-1-1 0 0 0,-1 1-1 0 0,1 0 1 0 0,0 0 0 0 0,-1 0-1 0 0,0 0 1 0 0,0 0-1 0 0,0 1 1 0 0,-1-1 0 0 0,1 0-1 0 0,-1 1 1 0 0,0-1-1 0 0,0 1 1 0 0,-1 0 0 0 0,1-1-1 0 0,-1 1 1 0 0,0 0 0 0 0,0-1-1 0 0,-2 8 1 0 0,-1 0 4 0 0,0 0 0 0 0,-1-1 0 0 0,0 0 0 0 0,0 1 1 0 0,-2-1-1 0 0,1-1 0 0 0,-1 1 0 0 0,-1-1 0 0 0,0 0 0 0 0,0-1 1 0 0,-1 1-1 0 0,0-1 0 0 0,-1-1 0 0 0,-12 11 0 0 0,2-5 1 0 0,-1 0-1 0 0,0-1 1 0 0,0-1-1 0 0,-1-1 1 0 0,-1-1-1 0 0,-31 10 1 0 0,-36-1-5 0 0,88-19 24 0 0,-19 4-130 0 0,20-4 104 0 0,0 0-1 0 0,-1 1 0 0 0,1-1 0 0 0,-1 0 1 0 0,1 0-1 0 0,-1 0 0 0 0,1 0 0 0 0,-1 0 1 0 0,1 1-1 0 0,-1-1 0 0 0,1 0 1 0 0,0 0-1 0 0,-1 1 0 0 0,1-1 0 0 0,0 0 1 0 0,-1 1-1 0 0,1-1 0 0 0,0 0 0 0 0,-1 1 1 0 0,1-1-1 0 0,0 1 0 0 0,-1-1 0 0 0,1 0 1 0 0,0 1-1 0 0,0-1 0 0 0,0 1 0 0 0,0-1 1 0 0,-1 1-1 0 0,1-1 0 0 0,0 1 0 0 0,0-1 1 0 0,0 0-1 0 0,0 1 0 0 0,0 1 1 0 0,1-1-1 0 0,-1 1 0 0 0,1-1 1 0 0,0 0-1 0 0,-1 1 1 0 0,1-1-1 0 0,0 0 0 0 0,0 1 1 0 0,0-1-1 0 0,-1 0 1 0 0,3 2-1 0 0,42 34 15 0 0,-29-25-50 0 0,403 346-32 0 0,-396-340 86 0 0,-15-13 9 0 0,-1 1 0 0 0,0 0 0 0 0,0 0 0 0 0,6 7 0 0 0,-10-10 45 0 0,1 0 0 0 0,-1 0 0 0 0,1 0 0 0 0,0 0 0 0 0,0-1-1 0 0,8 4 1 0 0,-10-7-217 0 0,-1 1-1 0 0,1-1 1 0 0,0 0 0 0 0,-1 0-1 0 0,1 0 1 0 0,-1 0-1 0 0,0 0 1 0 0,1 0-1 0 0,-1-1 1 0 0,0 1-1 0 0,0 0 1 0 0,0-1-1 0 0,0 1 1 0 0,0-1-1 0 0,0 1 1 0 0,0-1 0 0 0,0 1-1 0 0,0-1 1 0 0,-1 0-1 0 0,1 1 1 0 0,-1-1-1 0 0,1 0 1 0 0,-1 1-1 0 0,0-1 1 0 0,0 0-1 0 0,0 0 1 0 0,0 1-1 0 0,0-3 1 0 0,3-17-4017 0 0,-1 5-2196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27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193 160 432 0 0,'-27'-100'15189'0'0,"26"99"-14720"0"0,-1-30 2164 0 0,5 29-2621 0 0,-1-1-1 0 0,1 0 1 0 0,0 1 0 0 0,0 0-1 0 0,1 0 1 0 0,-1 0 0 0 0,0 0-1 0 0,1 0 1 0 0,-1 1 0 0 0,1-1-1 0 0,-1 1 1 0 0,1 0 0 0 0,0 0-1 0 0,-1 1 1 0 0,1-1 0 0 0,0 1-1 0 0,0-1 1 0 0,0 1 0 0 0,5 1-1 0 0,-4-1-5 0 0,0 1-1 0 0,0-1 1 0 0,0 1-1 0 0,0 1 1 0 0,0-1-1 0 0,-1 1 1 0 0,1-1-1 0 0,0 2 1 0 0,-1-1-1 0 0,1 0 1 0 0,-1 1-1 0 0,1 0 1 0 0,-1 0-1 0 0,0 0 1 0 0,0 0-1 0 0,-1 1 1 0 0,4 3-1 0 0,-4-4 7 0 0,-1 0-1 0 0,0 0 1 0 0,1 1-1 0 0,-1-1 1 0 0,-1 0-1 0 0,1 1 1 0 0,0-1-1 0 0,-1 1 1 0 0,0-1-1 0 0,0 1 1 0 0,0 0-1 0 0,0 0 1 0 0,-1-1 0 0 0,1 1-1 0 0,-1 5 1 0 0,0-3 1 0 0,-1 0-1 0 0,0 0 1 0 0,0 1 0 0 0,-1-1 0 0 0,1 0 0 0 0,-1 0 0 0 0,-1 0 0 0 0,-3 8 0 0 0,-5 3 11 0 0,0 0 0 0 0,0-1 1 0 0,-2 0-1 0 0,-25 26 0 0 0,-39 30 132 0 0,76-70-157 0 0,-7 6 427 0 0,3-4 364 0 0,17-7-579 0 0,-1 0-71 0 0,1 0 1 0 0,0 0 0 0 0,-1 1 0 0 0,1 1 0 0 0,0 0 0 0 0,0 1 0 0 0,0 0 0 0 0,0 0 0 0 0,0 2-1 0 0,-1-1 1 0 0,1 2 0 0 0,0-1 0 0 0,-1 1 0 0 0,0 1 0 0 0,1 0 0 0 0,-1 1 0 0 0,-1 0 0 0 0,1 1-1 0 0,-1 0 1 0 0,0 0 0 0 0,0 1 0 0 0,-1 1 0 0 0,0 0 0 0 0,0 0 0 0 0,-1 0 0 0 0,0 1 0 0 0,-1 0-1 0 0,13 19 1 0 0,-18-24-10 0 0,-1 0 0 0 0,1 0-1 0 0,-1 0 1 0 0,1 0-1 0 0,-1 0 1 0 0,0 0 0 0 0,-1 0-1 0 0,1 1 1 0 0,-1-1-1 0 0,0 0 1 0 0,0 0 0 0 0,0 0-1 0 0,0 1 1 0 0,-1-1-1 0 0,0 0 1 0 0,0 0 0 0 0,0 0-1 0 0,0 0 1 0 0,-1 0 0 0 0,1 0-1 0 0,-1 0 1 0 0,0-1-1 0 0,0 1 1 0 0,-5 6 0 0 0,2-3 60 0 0,0 0 1 0 0,-1-1 0 0 0,0 1 0 0 0,0-1 0 0 0,-1 0 0 0 0,0-1 0 0 0,0 0 0 0 0,0 0 0 0 0,-1 0 0 0 0,-14 6 0 0 0,10-7-127 0 0,1 0 0 0 0,0-1 1 0 0,-1 0-1 0 0,0-1 1 0 0,0-1-1 0 0,1 0 0 0 0,-1 0 1 0 0,0-1-1 0 0,-17-3 0 0 0,-7-2-812 0 0,-61-19 0 0 0,54 12-1346 0 0,-3 6-2834 0 0,15 7-4199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28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577 109 1336 0 0,'38'-107'9724'0'0,"-38"106"-9344"0"0,-8 27 929 0 0,-1-4-1023 0 0,-1-1 0 0 0,-1 0-1 0 0,-15 20 1 0 0,-45 59 22 0 0,51-73-218 0 0,-208 252-1100 0 0,63-103-5091 0 0,98-109 1326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33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124 557 1540 0 0,'-14'4'3153'0'0,"8"-1"-2765"0"0,1 0 0 0 0,-1 1-1 0 0,1 0 1 0 0,0 0 0 0 0,0 0-1 0 0,0 1 1 0 0,1-1 0 0 0,-1 1 0 0 0,1 0-1 0 0,1 1 1 0 0,-1-1 0 0 0,1 1 0 0 0,-1-1-1 0 0,-2 8 1 0 0,-4 12 556 0 0,-15 52 0 0 0,22-69-743 0 0,3-8-176 0 0,0 1-1 0 0,0-1 1 0 0,-1 1 0 0 0,1-1-1 0 0,0 1 1 0 0,0-1 0 0 0,0 1 0 0 0,0-1-1 0 0,0 1 1 0 0,0 0 0 0 0,0-1-1 0 0,0 1 1 0 0,0-1 0 0 0,0 1 0 0 0,0-1-1 0 0,0 1 1 0 0,0-1 0 0 0,0 1-1 0 0,0-1 1 0 0,0 1 0 0 0,0-1 0 0 0,1 1-1 0 0,-1-1 1 0 0,0 1 0 0 0,0-1-1 0 0,1 1 1 0 0,-1-1 0 0 0,0 1 0 0 0,1-1-1 0 0,0 1 1 0 0,-1-1-4 0 0,1 0 0 0 0,0 0 0 0 0,0 0 0 0 0,0 0 0 0 0,0 0 0 0 0,0 0 0 0 0,0 0 1 0 0,0 0-1 0 0,0 0 0 0 0,0 0 0 0 0,-1 0 0 0 0,1-1 0 0 0,0 1 0 0 0,0 0 0 0 0,1-1 0 0 0,30-19 186 0 0,23-30-157 0 0,-2-2-1 0 0,51-64 1 0 0,-53 56-36 0 0,379-389-110 0 0,-416 436 111 0 0,-29 28-5 0 0,-12 14 17 0 0,-25 31-12 0 0,11-14 17 0 0,-69 100 1 0 0,108-143-32 0 0,1-1 0 0 0,-1 0 0 0 0,1-1 0 0 0,0 1 0 0 0,0 0 1 0 0,0 0-1 0 0,0 0 0 0 0,1 0 0 0 0,-1 0 1 0 0,0 0-1 0 0,1 0 0 0 0,-1 0 0 0 0,1 0 0 0 0,0 4 1 0 0,0-4-3 0 0,0 0 0 0 0,1 0 0 0 0,-1 0 0 0 0,1 0 0 0 0,0 0 1 0 0,-1 0-1 0 0,1 0 0 0 0,0 0 0 0 0,0 0 0 0 0,0 0 0 0 0,1-1 1 0 0,-1 1-1 0 0,0 0 0 0 0,1-1 0 0 0,-1 1 0 0 0,1-1 0 0 0,-1 1 0 0 0,1-1 1 0 0,0 0-1 0 0,-1 1 0 0 0,1-1 0 0 0,0 0 0 0 0,0 0 0 0 0,4 1 1 0 0,1 1 4 0 0,65 26 22 0 0,-53-22-25 0 0,-1 0 1 0 0,-1 0-1 0 0,1 2 0 0 0,18 11 1 0 0,-34-18 15 0 0,-1-1 1 0 0,1 0-1 0 0,-1 0 1 0 0,1 1-1 0 0,-1-1 1 0 0,1 1-1 0 0,-1-1 1 0 0,1 1-1 0 0,-1 0 1 0 0,0-1-1 0 0,0 1 1 0 0,0 0-1 0 0,0 0 1 0 0,0 0-1 0 0,-1 0 1 0 0,1 0-1 0 0,-1-1 1 0 0,1 2-1 0 0,-1-1 1 0 0,1 0-1 0 0,-1 2 1 0 0,0 0 52 0 0,-1-1 1 0 0,1 1 0 0 0,-1-1 0 0 0,0 0 0 0 0,0 1-1 0 0,0-1 1 0 0,-1 0 0 0 0,1 1 0 0 0,-1-1 0 0 0,0 0 0 0 0,-2 4-1 0 0,-4 3 150 0 0,-1 0-1 0 0,0 0 0 0 0,0-1 0 0 0,-1 0 1 0 0,-16 12-1 0 0,17-16-113 0 0,0 1 0 0 0,0-1 0 0 0,-1-1 0 0 0,0 1 0 0 0,0-2 0 0 0,0 1 0 0 0,0-2 0 0 0,0 1 0 0 0,-1-1 0 0 0,1-1 0 0 0,-1 0 0 0 0,-17 0 0 0 0,19-1-81 0 0,1-1 1 0 0,0 0 0 0 0,0 0 0 0 0,0-1 0 0 0,0 0-1 0 0,0-1 1 0 0,0 1 0 0 0,0-1 0 0 0,0-1-1 0 0,1 0 1 0 0,0 0 0 0 0,0 0 0 0 0,0-1 0 0 0,0 0-1 0 0,1 0 1 0 0,-9-10 0 0 0,13 15-82 0 0,1-1 0 0 0,0 0 0 0 0,0-1 0 0 0,0 1 0 0 0,0 0 0 0 0,1 0 0 0 0,-1 0 0 0 0,0-1 0 0 0,0 1 0 0 0,1 0 0 0 0,-1-1 0 0 0,1 1 0 0 0,-1 0-1 0 0,1-1 1 0 0,0 1 0 0 0,-1-1 0 0 0,1 1 0 0 0,0-1 0 0 0,0 1 0 0 0,0-1 0 0 0,0 1 0 0 0,0 0 0 0 0,0-1 0 0 0,1 1 0 0 0,-1-1 0 0 0,0 1 0 0 0,1-1 0 0 0,-1 1 0 0 0,1 0 0 0 0,-1-1 0 0 0,1 1 0 0 0,0 0 0 0 0,0-1 0 0 0,-1 1 0 0 0,1 0 0 0 0,0 0 0 0 0,0 0 0 0 0,2-2 0 0 0,2-1-1223 0 0,1 0 1 0 0,-1 0 0 0 0,1 1 0 0 0,0 0 0 0 0,0 0 0 0 0,12-5 0 0 0,-5 3-3693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34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23 544 876 0 0,'19'-40'12559'0'0,"-26"72"-10100"0"0,4-21-2010 0 0,-3 21 553 0 0,-16 88 911 0 0,20-101-1780 0 0,1 0 0 0 0,0 0 0 0 0,2 0 0 0 0,3 24-1 0 0,-4-39-119 0 0,1 0 0 0 0,0 1-1 0 0,0-1 1 0 0,0-1-1 0 0,0 1 1 0 0,1 0-1 0 0,0 0 1 0 0,0 0 0 0 0,0-1-1 0 0,0 1 1 0 0,0-1-1 0 0,1 0 1 0 0,-1 1-1 0 0,1-1 1 0 0,0 0-1 0 0,0-1 1 0 0,0 1 0 0 0,1 0-1 0 0,-1-1 1 0 0,0 0-1 0 0,1 0 1 0 0,0 0-1 0 0,-1 0 1 0 0,1 0-1 0 0,0-1 1 0 0,0 0 0 0 0,0 0-1 0 0,0 0 1 0 0,0 0-1 0 0,0-1 1 0 0,0 1-1 0 0,1-1 1 0 0,-1 0 0 0 0,0 0-1 0 0,0 0 1 0 0,7-2-1 0 0,1 0-9 0 0,0-1 0 0 0,1 0 0 0 0,-1-1 0 0 0,0 0 0 0 0,-1-1-1 0 0,1 0 1 0 0,-1-1 0 0 0,0 0 0 0 0,-1 0 0 0 0,1-1 0 0 0,-1-1 0 0 0,0 0 0 0 0,-1 0 0 0 0,0-1-1 0 0,0 0 1 0 0,-1-1 0 0 0,-1 0 0 0 0,1 0 0 0 0,5-12 0 0 0,2-5-18 0 0,-2 0-1 0 0,-1 0 1 0 0,-1-1 0 0 0,-1-1 0 0 0,-2 1 0 0 0,9-57 0 0 0,-14 35-30 0 0,-4 36-6 0 0,-2 14 33 0 0,2 0 17 0 0,1 0 0 0 0,-1 0 0 0 0,0 0 0 0 0,1 0 0 0 0,-1 0 0 0 0,1 0 0 0 0,-1 0 0 0 0,1 0 0 0 0,-1 0 0 0 0,0 1 0 0 0,1-1 0 0 0,-1 0 1 0 0,1 0-1 0 0,-1 0 0 0 0,1 1 0 0 0,-1-1 0 0 0,1 0 0 0 0,-1 1 0 0 0,1-1 0 0 0,-1 1 0 0 0,-12 18 8 0 0,1 0-1 0 0,1 1 0 0 0,0 0 1 0 0,2 1-1 0 0,0 0 1 0 0,2 0-1 0 0,0 1 1 0 0,2 0-1 0 0,0 0 0 0 0,-2 24 1 0 0,7-38 1 0 0,-1 1 0 0 0,1-1 0 0 0,0 1 0 0 0,1-1 1 0 0,0 0-1 0 0,0 1 0 0 0,1-1 0 0 0,0 0 0 0 0,1 0 0 0 0,3 9 1 0 0,-5-14-42 0 0,1 0 0 0 0,0 1 0 0 0,0-1-1 0 0,1 0 1 0 0,-1 0 0 0 0,0 0 0 0 0,1-1 0 0 0,0 1 0 0 0,0-1 0 0 0,0 1 0 0 0,0-1 0 0 0,0 0 0 0 0,0 0 0 0 0,0 0 0 0 0,1-1 0 0 0,-1 1 0 0 0,1-1 0 0 0,-1 1 0 0 0,1-1 0 0 0,0 0 0 0 0,0-1 0 0 0,-1 1 0 0 0,1-1 0 0 0,5 0 0 0 0,5 1-286 0 0,0-2 1 0 0,0 0-1 0 0,0-1 1 0 0,0 0-1 0 0,0-1 0 0 0,0-1 1 0 0,0 0-1 0 0,-1-1 1 0 0,0 0-1 0 0,0-1 1 0 0,0-1-1 0 0,-1 0 1 0 0,0-1-1 0 0,0 0 0 0 0,-1 0 1 0 0,0-1-1 0 0,13-14 1 0 0,-4 1-4 0 0,-1-2 1 0 0,0 0 0 0 0,-2 0-1 0 0,-1-2 1 0 0,0 0 0 0 0,-2-1-1 0 0,11-31 1 0 0,12-46 457 0 0,37-175 0 0 0,-59 216 673 0 0,0-2-38 0 0,-14 63-675 0 0,0 14 172 0 0,1 14 105 0 0,-2 0 0 0 0,-1 0 0 0 0,-1 0-1 0 0,-1 0 1 0 0,-11 43 0 0 0,8-39-154 0 0,-98 342 1098 0 0,93-345-835 0 0,8-19-147 0 0,5-18-309 0 0,1 3-19 0 0,0-1 1 0 0,0 1-1 0 0,1 0 0 0 0,0 1 1 0 0,0-1-1 0 0,1 0 0 0 0,7-7 0 0 0,41-37-31 0 0,-41 41 19 0 0,0 1 1 0 0,1 0-1 0 0,0 1 1 0 0,0 0-1 0 0,1 1 1 0 0,0 1-1 0 0,1 0 1 0 0,-1 1-1 0 0,1 0 1 0 0,20-3-1 0 0,-28 7 7 0 0,0 0 1 0 0,0 0-1 0 0,0 0 0 0 0,0 1 0 0 0,0 0 0 0 0,0 1 1 0 0,0 0-1 0 0,0 0 0 0 0,0 0 0 0 0,0 1 0 0 0,0 0 1 0 0,0 0-1 0 0,-1 1 0 0 0,1 0 0 0 0,-1 0 0 0 0,1 0 1 0 0,-1 1-1 0 0,0 0 0 0 0,-1 0 0 0 0,1 0 0 0 0,-1 1 1 0 0,0 0-1 0 0,0 0 0 0 0,7 10 0 0 0,-9-11 35 0 0,-1-1 0 0 0,1 1-1 0 0,-1 1 1 0 0,0-1 0 0 0,0 0-1 0 0,-1 0 1 0 0,1 1 0 0 0,-1-1 0 0 0,0 0-1 0 0,0 1 1 0 0,-1 0 0 0 0,1-1-1 0 0,-1 1 1 0 0,0-1 0 0 0,-1 6-1 0 0,0-3 37 0 0,0 0-1 0 0,-1-1 0 0 0,0 1 0 0 0,0-1 0 0 0,-1 1 1 0 0,0-1-1 0 0,0 0 0 0 0,0 0 0 0 0,-6 7 1 0 0,-2 1 55 0 0,0-1 0 0 0,0-1 1 0 0,-2 0-1 0 0,0 0 1 0 0,0-1-1 0 0,-1-1 1 0 0,-18 11-1 0 0,22-16-70 0 0,0 1 0 0 0,-1-2 0 0 0,1 1 0 0 0,-1-2 0 0 0,0 1 0 0 0,0-1 0 0 0,0-1 0 0 0,0 0 0 0 0,-15 0 0 0 0,21-1-51 0 0,-1-1-1 0 0,1-1 1 0 0,0 1-1 0 0,0-1 1 0 0,0 1 0 0 0,0-2-1 0 0,0 1 1 0 0,0 0 0 0 0,0-1-1 0 0,0 0 1 0 0,0 0 0 0 0,1-1-1 0 0,-1 1 1 0 0,1-1 0 0 0,0 0-1 0 0,-1 0 1 0 0,1 0 0 0 0,1-1-1 0 0,-1 1 1 0 0,0-1 0 0 0,1 0-1 0 0,-4-6 1 0 0,6 8-135 0 0,-1 0-1 0 0,1 0 1 0 0,1 1 0 0 0,-1-1 0 0 0,0 0-1 0 0,0-1 1 0 0,1 1 0 0 0,-1 0 0 0 0,1 0-1 0 0,0 0 1 0 0,-1 0 0 0 0,1 0 0 0 0,0 0-1 0 0,0 0 1 0 0,1-1 0 0 0,-1 1 0 0 0,0 0-1 0 0,1 0 1 0 0,-1 0 0 0 0,1 0-1 0 0,0 0 1 0 0,-1 0 0 0 0,1 0 0 0 0,0 0-1 0 0,0 0 1 0 0,0 0 0 0 0,1 1 0 0 0,-1-1-1 0 0,0 0 1 0 0,1 1 0 0 0,-1-1 0 0 0,1 1-1 0 0,1-2 1 0 0,6-4-1797 0 0,0 0 0 0 0,0 1 0 0 0,0 0 0 0 0,20-8 0 0 0,-12 6-2861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35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67 1500 0 0,'1'-1'414'0'0,"1"-2"334"0"0,0 0 0 0 0,-1-1 0 0 0,1 1 1 0 0,-1 0-1 0 0,0-1 0 0 0,0 1 0 0 0,0-1 0 0 0,0 1 1 0 0,0-1-1 0 0,-1 1 0 0 0,0-1 0 0 0,1 1 0 0 0,-2-6 0 0 0,1 8-675 0 0,0 0-1 0 0,-1 1 1 0 0,1-1-1 0 0,-1 0 1 0 0,1 1-1 0 0,0-1 1 0 0,-1 0-1 0 0,1 1 1 0 0,-1-1-1 0 0,0 1 1 0 0,1-1-1 0 0,-1 0 1 0 0,1 1-1 0 0,-1 0 1 0 0,0-1-1 0 0,0 1 1 0 0,1-1-1 0 0,-1 1 1 0 0,0 0-1 0 0,1-1 1 0 0,-1 1-1 0 0,0 0 1 0 0,0 0-1 0 0,0 0 1 0 0,1 0-1 0 0,-1-1 1 0 0,0 1-1 0 0,0 0 1 0 0,0 1-1 0 0,0-1 1 0 0,-23 1 759 0 0,24-1-832 0 0,-6 2 99 0 0,0-1 0 0 0,1 1 0 0 0,-1 0 0 0 0,1 1 0 0 0,0-1 0 0 0,0 1 0 0 0,0 0 0 0 0,0 0 0 0 0,0 1 0 0 0,-5 4 0 0 0,-1 3 42 0 0,0 0 0 0 0,-15 18 0 0 0,20-21-98 0 0,0 1 1 0 0,0-1 0 0 0,1 1-1 0 0,0 1 1 0 0,0-1 0 0 0,1 0-1 0 0,1 1 1 0 0,-6 20 0 0 0,8-25-26 0 0,1 0 0 0 0,-1 0 0 0 0,1 1 0 0 0,0-1 1 0 0,0 0-1 0 0,1 0 0 0 0,-1 1 0 0 0,1-1 0 0 0,0 0 0 0 0,1 0 1 0 0,-1 0-1 0 0,1 0 0 0 0,0 0 0 0 0,0 0 0 0 0,1-1 1 0 0,-1 1-1 0 0,1-1 0 0 0,0 1 0 0 0,5 4 0 0 0,4 3 5 0 0,1 0-1 0 0,-1-1 1 0 0,25 15-1 0 0,-23-17-2 0 0,-1 1-1 0 0,1 1 0 0 0,16 17 1 0 0,-29-27 46 0 0,1 1 0 0 0,-1-1 1 0 0,0 0-1 0 0,0 1 0 0 0,0-1 1 0 0,0 1-1 0 0,0-1 0 0 0,-1 1 1 0 0,1-1-1 0 0,0 1 0 0 0,-1-1 1 0 0,1 1-1 0 0,-1 0 0 0 0,1-1 1 0 0,-1 1-1 0 0,0 0 0 0 0,0-1 1 0 0,0 1-1 0 0,0 0 0 0 0,0 0 1 0 0,0-1-1 0 0,-1 4 0 0 0,0-3-9 0 0,0 1-1 0 0,0-1 1 0 0,-1 0-1 0 0,1 1 1 0 0,-1-1 0 0 0,1 0-1 0 0,-1 0 1 0 0,0 0-1 0 0,0 0 1 0 0,0-1-1 0 0,0 1 1 0 0,0 0 0 0 0,-3 1-1 0 0,-4 2 10 0 0,1 0 0 0 0,-1-1 0 0 0,0-1-1 0 0,-1 1 1 0 0,1-1 0 0 0,-1-1 0 0 0,-9 2 0 0 0,-1-1-129 0 0,-1-2-1 0 0,1 0 1 0 0,0-2 0 0 0,-34-4-1 0 0,54 5-28 0 0,-1 0 0 0 0,0 0 0 0 0,0 0 0 0 0,0 0 0 0 0,1 0 0 0 0,-1 0 0 0 0,0 0 1 0 0,0-1-1 0 0,1 1 0 0 0,-1 0 0 0 0,0-1 0 0 0,1 1 0 0 0,-1 0 0 0 0,0-1 0 0 0,1 1 0 0 0,-1-1 0 0 0,0 1 0 0 0,1-1 0 0 0,-1 1 0 0 0,1-1 0 0 0,-1 0 0 0 0,1 1 0 0 0,-1-1 0 0 0,1 0 0 0 0,-1 1 0 0 0,1-1 0 0 0,0 0 0 0 0,-1 0 0 0 0,1-1-85 0 0,0 1 0 0 0,1 0 0 0 0,-1-1-1 0 0,0 1 1 0 0,0 0 0 0 0,1-1 0 0 0,-1 1-1 0 0,1 0 1 0 0,-1 0 0 0 0,1 0 0 0 0,0-1-1 0 0,-1 1 1 0 0,1 0 0 0 0,2-2 0 0 0,4-5-1475 0 0,0 1 1 0 0,0 0-1 0 0,10-7 1 0 0,-15 13 786 0 0,14-12-4366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35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76 1112 0 0,'84'-74'13712'0'0,"-82"73"-13228"0"0,1 2 523 0 0,-2-1-954 0 0,-1 0 0 0 0,1 0 1 0 0,-1 0-1 0 0,1 0 0 0 0,-1 0 0 0 0,0 0 0 0 0,1 0 1 0 0,-1 1-1 0 0,1-1 0 0 0,-1 0 0 0 0,0 0 0 0 0,1 0 0 0 0,-1 0 1 0 0,0 0-1 0 0,1 1 0 0 0,-1-1 0 0 0,1 0 0 0 0,-1 0 1 0 0,0 1-1 0 0,1-1 0 0 0,-1 0 0 0 0,0 1 0 0 0,1 0 1 0 0,3 8 578 0 0,-1 0 0 0 0,0 0 1 0 0,0 1-1 0 0,-1 0 1 0 0,2 15-1 0 0,1 56 1608 0 0,-3-45-1504 0 0,3 352 3015 0 0,-6-236-2898 0 0,-10 265 240 0 0,-35-3-693 0 0,44-404-433 0 0,-17 80 209 0 0,17-82-267 0 0,-1 0 1 0 0,0 0-1 0 0,0 0 0 0 0,-1-1 0 0 0,0 1 1 0 0,0-1-1 0 0,0 0 0 0 0,-8 9 0 0 0,10-14-122 0 0,0-1-1 0 0,0 1 0 0 0,1-1 0 0 0,-1 1 0 0 0,0-1 1 0 0,-1 0-1 0 0,1 0 0 0 0,0 0 0 0 0,0 0 0 0 0,0 0 0 0 0,-1 0 1 0 0,1 0-1 0 0,0-1 0 0 0,-1 0 0 0 0,1 1 0 0 0,0-1 1 0 0,-1 0-1 0 0,1 0 0 0 0,-1 0 0 0 0,1 0 0 0 0,-1 0 0 0 0,1-1 1 0 0,0 1-1 0 0,-1-1 0 0 0,1 0 0 0 0,0 1 0 0 0,0-1 1 0 0,-1 0-1 0 0,1 0 0 0 0,0-1 0 0 0,0 1 0 0 0,0 0 0 0 0,-2-3 1 0 0,-5-2-1399 0 0,1-1 0 0 0,0 0 0 0 0,0-1 0 0 0,0 1 0 0 0,1-2 0 0 0,-7-10 0 0 0,-10-20-7216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35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1 189 1324 0 0,'12'-17'1041'0'0,"2"0"0"0"0,0 1 0 0 0,1 1 0 0 0,0 0-1 0 0,1 1 1 0 0,1 1 0 0 0,0 0 0 0 0,31-17 0 0 0,-35 24-831 0 0,0 0 0 0 0,0 1 0 0 0,1 0 0 0 0,-1 1 0 0 0,1 0 0 0 0,0 1 1 0 0,0 1-1 0 0,0 0 0 0 0,1 1 0 0 0,-1 1 0 0 0,0 0 0 0 0,1 1 0 0 0,25 4 0 0 0,-27-2-93 0 0,-1 0 0 0 0,0 1 0 0 0,1 0 1 0 0,-1 1-1 0 0,-1 0 0 0 0,1 1 0 0 0,-1 0 0 0 0,0 1 0 0 0,0 0 0 0 0,11 10 0 0 0,-18-13-13 0 0,0 0-1 0 0,-1 0 1 0 0,1 0 0 0 0,-1 0 0 0 0,0 0-1 0 0,0 1 1 0 0,0 0 0 0 0,-1-1-1 0 0,1 1 1 0 0,-1 0 0 0 0,0 0-1 0 0,-1 0 1 0 0,1 1 0 0 0,-1-1 0 0 0,0 0-1 0 0,0 1 1 0 0,-1-1 0 0 0,0 0-1 0 0,0 1 1 0 0,0-1 0 0 0,0 0-1 0 0,-1 1 1 0 0,0-1 0 0 0,0 0 0 0 0,0 1-1 0 0,-4 7 1 0 0,0-1-14 0 0,-1 0 1 0 0,0-1-1 0 0,0 0 0 0 0,-2 0 0 0 0,1 0 1 0 0,-1-1-1 0 0,-1 0 0 0 0,0-1 0 0 0,0 0 1 0 0,-13 10-1 0 0,6-7-54 0 0,0 0-1 0 0,-1-1 1 0 0,0-1-1 0 0,-1-1 1 0 0,0-1-1 0 0,-20 7 1 0 0,26-11-246 0 0,0-1-1 0 0,-18 3 0 0 0,27-6-300 0 0,-1 1-1 0 0,0-1 0 0 0,0 0 1 0 0,1 0-1 0 0,-1 0 0 0 0,0 0 1 0 0,1-1-1 0 0,-1 0 0 0 0,0 1 1 0 0,1-1-1 0 0,-7-3 0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36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88 1036 0 0,'3'-3'816'0'0,"2"-1"324"0"0,-1-1 0 0 0,1 0 1 0 0,-1 0-1 0 0,0 0 0 0 0,4-7 0 0 0,-8 11-1001 0 0,1 0 1 0 0,-1 0-1 0 0,1 0 0 0 0,-1-1 0 0 0,1 1 0 0 0,-1 0 0 0 0,0 0 0 0 0,0 0 0 0 0,1-1 0 0 0,-1 1 0 0 0,0 0 0 0 0,0 0 0 0 0,0-1 0 0 0,0 1 0 0 0,0 0 0 0 0,-1 0 0 0 0,1 0 1 0 0,0-1-1 0 0,-1 1 0 0 0,1 0 0 0 0,0 0 0 0 0,-1 0 0 0 0,0 0 0 0 0,1 0 0 0 0,-1 0 0 0 0,1-1 0 0 0,-1 2 0 0 0,0-1 0 0 0,0 0 0 0 0,0 0 0 0 0,0 0 0 0 0,0 0 0 0 0,1 0 1 0 0,-3 0-1 0 0,0-1-16 0 0,0 1 1 0 0,-1 0 0 0 0,1-1 0 0 0,-1 2 0 0 0,1-1 0 0 0,-1 0-1 0 0,1 0 1 0 0,-1 1 0 0 0,1 0 0 0 0,-1 0 0 0 0,0 0 0 0 0,1 0 0 0 0,-1 1-1 0 0,0-1 1 0 0,-4 2 0 0 0,-5 2 48 0 0,0 0 1 0 0,1 0-1 0 0,0 1 0 0 0,0 1 0 0 0,0 0 1 0 0,1 0-1 0 0,0 1 0 0 0,-20 17 0 0 0,9-5 10 0 0,0 2 1 0 0,-34 43-1 0 0,47-54-148 0 0,2 1 0 0 0,0 0 0 0 0,0 0 0 0 0,1 0 0 0 0,0 1 0 0 0,1 0 0 0 0,1 0 0 0 0,-5 19 0 0 0,8-27-23 0 0,0-1 1 0 0,0 1-1 0 0,1 0 0 0 0,0 1 1 0 0,-1-1-1 0 0,1 0 0 0 0,1 0 0 0 0,-1 0 1 0 0,1 0-1 0 0,-1 0 0 0 0,1 0 0 0 0,0 0 1 0 0,1-1-1 0 0,-1 1 0 0 0,1 0 0 0 0,-1 0 1 0 0,1-1-1 0 0,0 1 0 0 0,0-1 0 0 0,1 0 1 0 0,-1 0-1 0 0,1 1 0 0 0,0-1 0 0 0,0-1 1 0 0,0 1-1 0 0,0 0 0 0 0,0-1 1 0 0,0 0-1 0 0,1 1 0 0 0,5 1 0 0 0,-1 0-4 0 0,0-1 0 0 0,1 0 0 0 0,0 0-1 0 0,0-1 1 0 0,0 0 0 0 0,0 0 0 0 0,0-1-1 0 0,0-1 1 0 0,0 1 0 0 0,0-2 0 0 0,0 1-1 0 0,0-1 1 0 0,0 0 0 0 0,0-1 0 0 0,0 0-1 0 0,0-1 1 0 0,14-5 0 0 0,-11 3-8 0 0,-1-1 0 0 0,0 0-1 0 0,0-1 1 0 0,0 0 0 0 0,-1 0 0 0 0,0-1 0 0 0,0-1 0 0 0,-1 0 0 0 0,0 0-1 0 0,0 0 1 0 0,-1-1 0 0 0,7-12 0 0 0,-1-4 140 0 0,-1-1 0 0 0,-1 0-1 0 0,16-56 1 0 0,-15 43 530 0 0,-12 38-522 0 0,-1 5-120 0 0,-2 21 86 0 0,-1 1 0 0 0,-1 0 0 0 0,-7 25-1 0 0,-5 26-16 0 0,14-67-44 0 0,-1 8-168 0 0,1-1 0 0 0,0 1 0 0 0,2 0 1 0 0,1 27-1 0 0,-1-41-147 0 0,0 1 0 0 0,1-1 0 0 0,0 1 0 0 0,0-1 0 0 0,-1 0 0 0 0,2 0 0 0 0,-1 1 0 0 0,0-1 0 0 0,1 0 0 0 0,0 0 0 0 0,-1 0 0 0 0,1 0 0 0 0,0-1 0 0 0,1 1 0 0 0,-1 0 0 0 0,0-1 0 0 0,1 1 0 0 0,-1-1 0 0 0,1 0 0 0 0,0 0 0 0 0,0 0 0 0 0,0 0 0 0 0,0-1 0 0 0,0 1 0 0 0,0-1 0 0 0,0 0 0 0 0,1 0 0 0 0,4 2 0 0 0,14 0-3683 0 0,3-3-1896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36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97 3008 0 0,'9'-25'3245'0'0,"10"-31"4353"0"0,-19 56-7547 0 0,1-1 1 0 0,-1 1 0 0 0,0-1 0 0 0,0 1 0 0 0,0-1 0 0 0,0 1 0 0 0,0-1 0 0 0,0 1-1 0 0,0-1 1 0 0,0 1 0 0 0,0-1 0 0 0,0 1 0 0 0,0-1 0 0 0,0 1 0 0 0,-1-1 0 0 0,1 1 0 0 0,0-1-1 0 0,0 1 1 0 0,0-1 0 0 0,-1 1 0 0 0,1 0 0 0 0,0-1 0 0 0,-1 1 0 0 0,1-1 0 0 0,0 1-1 0 0,-1 0 1 0 0,1-1 0 0 0,0 1 0 0 0,-1 0 0 0 0,1-1 0 0 0,-1 1 0 0 0,1 0 0 0 0,0 0-1 0 0,-1 0 1 0 0,1-1 0 0 0,-1 1 0 0 0,1 0 0 0 0,-1 0 0 0 0,1 0 0 0 0,-1 0 0 0 0,1 0-1 0 0,-1 0 1 0 0,1 0 0 0 0,-1 0 0 0 0,1 0 0 0 0,-1 0 0 0 0,1 0 0 0 0,-1 0 0 0 0,-21 5 1053 0 0,8 2-827 0 0,1 1 0 0 0,0 1 0 0 0,1 0 0 0 0,0 0 0 0 0,1 1 0 0 0,-1 0 1 0 0,-9 13-1 0 0,-4 2 17 0 0,5-5-166 0 0,0 2 1 0 0,1 0-1 0 0,1 0 1 0 0,1 2-1 0 0,2 0 1 0 0,0 1 0 0 0,1 1-1 0 0,2 0 1 0 0,0 0-1 0 0,-13 50 1 0 0,24-70-109 0 0,0 0 1 0 0,0 0 0 0 0,0 1 0 0 0,0-1-1 0 0,1 1 1 0 0,1-1 0 0 0,-1 0-1 0 0,1 1 1 0 0,0-1 0 0 0,0 0 0 0 0,0 0-1 0 0,1 1 1 0 0,0-1 0 0 0,5 8-1 0 0,-5-10-7 0 0,1 0-1 0 0,0 0 0 0 0,0 0 0 0 0,0 0 1 0 0,0-1-1 0 0,1 1 0 0 0,-1-1 0 0 0,1 0 0 0 0,0 0 1 0 0,0 0-1 0 0,0-1 0 0 0,1 0 0 0 0,-1 1 0 0 0,0-1 1 0 0,1-1-1 0 0,0 1 0 0 0,-1-1 0 0 0,1 0 0 0 0,7 1 1 0 0,0 0-2 0 0,1-2 0 0 0,-1 0 1 0 0,1 0-1 0 0,-1-1 0 0 0,0-1 1 0 0,0 0-1 0 0,1-1 1 0 0,-1 0-1 0 0,17-7 0 0 0,1-2-11 0 0,-1-2-1 0 0,40-24 1 0 0,-27 11-17 0 0,-1-1-1 0 0,50-45 0 0 0,-70 53 17 0 0,-1 0 0 0 0,-1-2-1 0 0,0 0 1 0 0,-2-1-1 0 0,22-37 1 0 0,-37 55 1 0 0,1 0 0 0 0,-1-1 0 0 0,0 1 0 0 0,0 0 0 0 0,0-1 0 0 0,1-10 0 0 0,-3 15-2 0 0,0-1 1 0 0,1 1 0 0 0,-1 0 0 0 0,0-1 0 0 0,0 1-1 0 0,0 0 1 0 0,-1-1 0 0 0,1 1 0 0 0,0 0 0 0 0,0-1-1 0 0,-1 1 1 0 0,1 0 0 0 0,-1-1 0 0 0,1 1-1 0 0,-1 0 1 0 0,0 0 0 0 0,1 0 0 0 0,-1-1 0 0 0,0 1-1 0 0,0 0 1 0 0,0 0 0 0 0,0 0 0 0 0,0 0 0 0 0,0 0-1 0 0,0 1 1 0 0,0-1 0 0 0,0 0 0 0 0,0 0-1 0 0,0 1 1 0 0,0-1 0 0 0,-1 0 0 0 0,1 1 0 0 0,-2-1-1 0 0,-3 0 3 0 0,1 0 0 0 0,-1 1-1 0 0,0 0 1 0 0,0 0 0 0 0,1 0 0 0 0,-1 0-1 0 0,0 1 1 0 0,0 0 0 0 0,1 1-1 0 0,-1-1 1 0 0,1 1 0 0 0,-1 0-1 0 0,1 0 1 0 0,0 1 0 0 0,-6 2 0 0 0,-7 6 90 0 0,0 0 0 0 0,-28 24 0 0 0,25-18-15 0 0,1 1 1 0 0,1 1-1 0 0,-31 38 0 0 0,45-50-52 0 0,0 0 1 0 0,0 0 0 0 0,1 1 0 0 0,0-1-1 0 0,0 1 1 0 0,1 0 0 0 0,0 0 0 0 0,0 0-1 0 0,1 1 1 0 0,0-1 0 0 0,0 1 0 0 0,1-1-1 0 0,0 1 1 0 0,1 0 0 0 0,0 16-1 0 0,1-21-15 0 0,0-1 0 0 0,0 1 0 0 0,0-1 0 0 0,0 1 0 0 0,0-1 0 0 0,1 1 0 0 0,0-1 0 0 0,-1 0 0 0 0,1 0 0 0 0,0 0 0 0 0,1 0 0 0 0,-1 0 0 0 0,1 0 0 0 0,4 4 0 0 0,-1-3 5 0 0,-1 0 0 0 0,1 0 0 0 0,0-1 0 0 0,0 0 0 0 0,0 0 0 0 0,1 0 0 0 0,9 2 0 0 0,3 0-57 0 0,1-1 0 0 0,0-1 0 0 0,1-1 0 0 0,27-1 0 0 0,0-2-1181 0 0,0-2 0 0 0,62-13 0 0 0,22-17-8061 0 0,-90 20 1452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38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92 1940 0 0,'0'-5'1156'0'0,"1"-1"-1"0"0,0 0 1 0 0,-1 0 0 0 0,0 1-1 0 0,-1-1 1 0 0,-1-8-1 0 0,2 11-976 0 0,-1 0 0 0 0,1 0 0 0 0,-1 0-1 0 0,0 0 1 0 0,0 0 0 0 0,-1 0 0 0 0,1 0 0 0 0,-1 1-1 0 0,1-1 1 0 0,-1 0 0 0 0,0 1 0 0 0,0 0 0 0 0,-2-3-1 0 0,2 4-159 0 0,1 1-1 0 0,0-1 1 0 0,-1 1-1 0 0,1 0 1 0 0,-1-1-1 0 0,1 1 0 0 0,-1 0 1 0 0,0 0-1 0 0,1 0 1 0 0,-1 0-1 0 0,1 0 1 0 0,-1 1-1 0 0,1-1 0 0 0,-1 0 1 0 0,1 1-1 0 0,-1-1 1 0 0,1 1-1 0 0,0-1 0 0 0,-1 1 1 0 0,1 0-1 0 0,0 0 1 0 0,-1 0-1 0 0,1-1 1 0 0,0 1-1 0 0,0 0 0 0 0,-2 2 1 0 0,-15 15 46 0 0,1 1 0 0 0,0 1 1 0 0,2 0-1 0 0,0 1 0 0 0,-11 24 1 0 0,3-3 60 0 0,-29 80 0 0 0,45-103-85 0 0,1 0 0 0 0,0 1 0 0 0,2 0 0 0 0,-3 28 0 0 0,6-43-26 0 0,0 0 0 0 0,1 0-1 0 0,0 0 1 0 0,0 0 0 0 0,1 1-1 0 0,0-1 1 0 0,-1 0 0 0 0,1 0-1 0 0,1 0 1 0 0,-1 0 0 0 0,1-1-1 0 0,0 1 1 0 0,0 0 0 0 0,0-1-1 0 0,1 1 1 0 0,0-1 0 0 0,0 0-1 0 0,0 0 1 0 0,0 0 0 0 0,0 0-1 0 0,1 0 1 0 0,7 5 0 0 0,-6-6-3 0 0,0-1 0 0 0,-1 0 0 0 0,1 0 0 0 0,0-1 0 0 0,0 1 0 0 0,0-1 0 0 0,0 0 0 0 0,0-1 0 0 0,0 1 0 0 0,1-1 0 0 0,-1 0 0 0 0,8-1 0 0 0,2 0 0 0 0,-1-2-1 0 0,0 1 1 0 0,18-7-1 0 0,-10 1-13 0 0,0-1-1 0 0,-1-1 1 0 0,0-1 0 0 0,-1-1-1 0 0,0-1 1 0 0,-1 0-1 0 0,0-2 1 0 0,-1 0-1 0 0,-1-1 1 0 0,0-1-1 0 0,-2 0 1 0 0,0-1 0 0 0,0-1-1 0 0,-2 0 1 0 0,0-1-1 0 0,-2-1 1 0 0,14-30-1 0 0,-25 50 4 0 0,14-30 36 0 0,-1-1 0 0 0,-2 0-1 0 0,10-47 1 0 0,-18 66 68 0 0,-1 1 119 0 0,-3 12-221 0 0,0 0 1 0 0,1 0-1 0 0,-1 0 1 0 0,1 0-1 0 0,-1 0 1 0 0,1 0-1 0 0,-1 0 1 0 0,0 0-1 0 0,1 0 1 0 0,-1 1-1 0 0,1-1 1 0 0,-1 0-1 0 0,1 0 1 0 0,-1 1-1 0 0,1-1 1 0 0,-1 0-1 0 0,1 1 1 0 0,-1-1-1 0 0,1 1 1 0 0,0-1 0 0 0,-1 0-1 0 0,1 1 1 0 0,-1 0-1 0 0,-4 5 35 0 0,0 0 1 0 0,0 0-1 0 0,1 0 0 0 0,0 1 1 0 0,0 0-1 0 0,0 0 0 0 0,1 0 1 0 0,-5 14-1 0 0,4-10 36 0 0,-7 16 128 0 0,2 1 0 0 0,-12 52 1 0 0,19-72-161 0 0,1 0 0 0 0,0 0 0 0 0,0 0 0 0 0,1 0-1 0 0,0 0 1 0 0,0 0 0 0 0,1 1 0 0 0,0-1 0 0 0,1 0 0 0 0,0 0 0 0 0,0-1 0 0 0,0 1 0 0 0,1 0 0 0 0,0-1 0 0 0,5 9 0 0 0,-4-11-11 0 0,1 0 0 0 0,-1 0 1 0 0,1-1-1 0 0,0 0 0 0 0,1 0 0 0 0,-1 0 0 0 0,0 0 1 0 0,1-1-1 0 0,0 0 0 0 0,0 0 0 0 0,0 0 1 0 0,0-1-1 0 0,0 0 0 0 0,1 0 0 0 0,-1-1 0 0 0,1 0 1 0 0,-1 0-1 0 0,12 0 0 0 0,-3 0-7 0 0,0-1 0 0 0,0-1 0 0 0,0 0 0 0 0,0-1 0 0 0,0-1 0 0 0,-1 0 0 0 0,18-6 0 0 0,-20 4-12 0 0,0 0 1 0 0,-1-1 0 0 0,0 0 0 0 0,0-1 0 0 0,0 0-1 0 0,-1-1 1 0 0,0 0 0 0 0,0 0 0 0 0,-1-1 0 0 0,0 0-1 0 0,-1-1 1 0 0,12-17 0 0 0,-14 18-9 0 0,-1-1-1 0 0,0 1 1 0 0,0-1 0 0 0,-1 1-1 0 0,0-1 1 0 0,-1-1 0 0 0,0 1-1 0 0,-1 0 1 0 0,0-1 0 0 0,-1 1 0 0 0,0-1-1 0 0,0 0 1 0 0,-1 1 0 0 0,-1-1-1 0 0,-2-17 1 0 0,2 22-3 0 0,-1 0-1 0 0,0 0 1 0 0,0 0 0 0 0,0 0-1 0 0,-1 0 1 0 0,0 0 0 0 0,0 1-1 0 0,0-1 1 0 0,-1 1 0 0 0,1 0-1 0 0,-1 0 1 0 0,-1 0 0 0 0,1 1 0 0 0,-1-1-1 0 0,1 1 1 0 0,-1 0 0 0 0,-1 0-1 0 0,1 1 1 0 0,0 0 0 0 0,-1 0-1 0 0,0 0 1 0 0,0 0 0 0 0,0 1-1 0 0,0 0 1 0 0,0 0 0 0 0,0 1-1 0 0,0-1 1 0 0,0 1 0 0 0,-1 1-1 0 0,1-1 1 0 0,-1 1 0 0 0,1 0 0 0 0,0 1-1 0 0,-1 0 1 0 0,1 0 0 0 0,-7 2-1 0 0,-6 1-1 0 0,1 2 0 0 0,0 0-1 0 0,1 2 1 0 0,0 0 0 0 0,0 0-1 0 0,1 2 1 0 0,-17 11 0 0 0,24-14 4 0 0,0 0 1 0 0,0 0-1 0 0,0 1 1 0 0,1 0 0 0 0,1 0-1 0 0,-1 1 1 0 0,1 0-1 0 0,1 1 1 0 0,0-1-1 0 0,0 1 1 0 0,1 0 0 0 0,0 1-1 0 0,-4 11 1 0 0,9-20 0 0 0,-1 0 0 0 0,0 0-1 0 0,1 0 1 0 0,0 1 0 0 0,-1-1 0 0 0,1 0 0 0 0,0 0 0 0 0,0 1 0 0 0,0-1 0 0 0,0 0 0 0 0,1 0 0 0 0,-1 1 0 0 0,1-1 0 0 0,-1 0 0 0 0,1 0 0 0 0,0 0 0 0 0,0 0 0 0 0,0 0 0 0 0,0 1 0 0 0,0-2 0 0 0,2 3 0 0 0,-1-1 1 0 0,1-1 1 0 0,-1 0-1 0 0,1 1 0 0 0,0-1 1 0 0,0-1-1 0 0,0 1 1 0 0,0 0-1 0 0,0-1 1 0 0,0 0-1 0 0,0 1 0 0 0,0-1 1 0 0,6 1-1 0 0,6 0 4 0 0,-1 0 0 0 0,1-1 0 0 0,-1-1 0 0 0,1 0 0 0 0,21-4 0 0 0,-11 0 0 0 0,-1-1 0 0 0,1-1 0 0 0,30-13 0 0 0,69-36-5 0 0,-23 10 12 0 0,-83 38-17 0 0,-4 0-7 0 0,1 2 0 0 0,-1-1 0 0 0,1 2 0 0 0,21-4 0 0 0,-32 7 6 0 0,0 1 1 0 0,0 0-1 0 0,1 0 1 0 0,-1 0-1 0 0,0 0 1 0 0,0 1-1 0 0,0 0 1 0 0,1 0-1 0 0,-1 0 1 0 0,0 0-1 0 0,0 0 1 0 0,0 1-1 0 0,0 0 0 0 0,-1 0 1 0 0,1 0-1 0 0,0 0 1 0 0,-1 1-1 0 0,1-1 1 0 0,-1 1-1 0 0,5 5 1 0 0,-1 1 55 0 0,0 0 0 0 0,0 0 0 0 0,-1 1 0 0 0,-1 0 0 0 0,1 0 0 0 0,-2 0 0 0 0,1 1 0 0 0,-2-1 0 0 0,1 1 0 0 0,2 18 0 0 0,-4-19 6 0 0,0 1-1 0 0,-1-1 1 0 0,-1 1 0 0 0,1-1 0 0 0,-2 1-1 0 0,0-1 1 0 0,0 0 0 0 0,0 1 0 0 0,-2-1 0 0 0,1 0-1 0 0,-7 17 1 0 0,7-24 43 0 0,1 1 0 0 0,-1-1 0 0 0,1 0 0 0 0,-1 0 0 0 0,0 0 0 0 0,0 0 0 0 0,-1 0 0 0 0,1-1 0 0 0,0 1 0 0 0,-1 0 0 0 0,0-1 0 0 0,1 0 0 0 0,-5 3 0 0 0,2-8 48 0 0,5 3-147 0 0,-1 0 0 0 0,1 0 0 0 0,-1 0 0 0 0,1 0 0 0 0,0 0 0 0 0,-1 0 0 0 0,1 0 0 0 0,-1 0 0 0 0,1 0 0 0 0,-1 0 0 0 0,1 0 1 0 0,0-1-1 0 0,-1 1 0 0 0,1 0 0 0 0,0 0 0 0 0,-1 0 0 0 0,1-1 0 0 0,0 1 0 0 0,-1 0 0 0 0,1-1 0 0 0,0 1 0 0 0,-1 0 0 0 0,1-1 0 0 0,0 1 0 0 0,-1-1 0 0 0,0-4 7 0 0,0 0 0 0 0,0-1 0 0 0,0 1 0 0 0,1-1-1 0 0,0 1 1 0 0,0 0 0 0 0,0-1 0 0 0,0 1 0 0 0,1-1 0 0 0,0 1-1 0 0,2-6 1 0 0,4-14 2 0 0,11-24 0 0 0,-12 32-9 0 0,0 1-12 0 0,1 1 1 0 0,1-1-1 0 0,0 1 0 0 0,1 1 1 0 0,1-1-1 0 0,0 1 1 0 0,1 1-1 0 0,0 0 1 0 0,1 1-1 0 0,1 0 1 0 0,0 1-1 0 0,0 0 1 0 0,1 1-1 0 0,0 0 1 0 0,1 2-1 0 0,30-14 1 0 0,-39 19 4 0 0,0 1 0 0 0,0 1 0 0 0,0-1 0 0 0,1 1 0 0 0,-1 0 1 0 0,0 1-1 0 0,1 0 0 0 0,-1-1 0 0 0,1 2 0 0 0,-1-1 0 0 0,1 1 1 0 0,-1 0-1 0 0,0 1 0 0 0,0-1 0 0 0,1 1 0 0 0,-1 0 0 0 0,9 5 0 0 0,-11-4 6 0 0,0-1 0 0 0,1 1-1 0 0,-1 0 1 0 0,-1 0 0 0 0,1 0-1 0 0,0 1 1 0 0,-1-1 0 0 0,0 1-1 0 0,1 0 1 0 0,-2 0-1 0 0,1 0 1 0 0,0 0 0 0 0,-1 0-1 0 0,0 1 1 0 0,0-1 0 0 0,0 1-1 0 0,0 0 1 0 0,-1-1-1 0 0,0 1 1 0 0,0 0 0 0 0,0 0-1 0 0,0 0 1 0 0,-1 7 0 0 0,-1 4 29 0 0,-1 0 0 0 0,-1 0 1 0 0,0 0-1 0 0,-1-1 0 0 0,-1 1 1 0 0,0-1-1 0 0,-10 19 0 0 0,6-13-1104 0 0,1 1 0 0 0,-9 34 0 0 0,17-54 816 0 0,-1-1 1 0 0,1 1-1 0 0,0-1 1 0 0,0 1-1 0 0,0-1 0 0 0,0 0 1 0 0,0 1-1 0 0,0-1 0 0 0,0 1 1 0 0,0-1-1 0 0,1 1 1 0 0,-1-1-1 0 0,0 0 0 0 0,1 1 1 0 0,-1-1-1 0 0,1 0 1 0 0,-1 1-1 0 0,1-1 0 0 0,0 0 1 0 0,0 0-1 0 0,0 1 0 0 0,0-1 1 0 0,-1 0-1 0 0,1 0 1 0 0,1 0-1 0 0,-1 0 0 0 0,0 0 1 0 0,0 0-1 0 0,0-1 1 0 0,0 1-1 0 0,1 0 0 0 0,-1 0 1 0 0,0-1-1 0 0,1 1 1 0 0,-1-1-1 0 0,0 0 0 0 0,1 1 1 0 0,1-1-1 0 0,14 4-5368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39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394 851 908 0 0,'12'-11'3695'0'0,"22"-26"0"0"0,-31 33-3250 0 0,0 1 0 0 0,-1-1 0 0 0,1 0 1 0 0,-1 0-1 0 0,0 0 0 0 0,0 0 0 0 0,0 0 0 0 0,0 0 0 0 0,-1-1 0 0 0,0 1 0 0 0,0 0 1 0 0,1-6-1 0 0,-2 9-375 0 0,0-1 0 0 0,0 1 0 0 0,0 0 0 0 0,0 0 0 0 0,0 0 1 0 0,0 0-1 0 0,-1 0 0 0 0,1-1 0 0 0,0 1 0 0 0,-1 0 0 0 0,1 0 1 0 0,-1 0-1 0 0,1 0 0 0 0,-1 0 0 0 0,1 0 0 0 0,-1 0 0 0 0,0 0 1 0 0,1 0-1 0 0,-1 0 0 0 0,0 1 0 0 0,0-1 0 0 0,0 0 0 0 0,1 0 0 0 0,-1 1 1 0 0,0-1-1 0 0,0 0 0 0 0,0 1 0 0 0,0-1 0 0 0,0 1 0 0 0,-1 0 1 0 0,1-1-1 0 0,0 1 0 0 0,0 0 0 0 0,0-1 0 0 0,0 1 0 0 0,0 0 1 0 0,0 0-1 0 0,-1 0 0 0 0,1 0 0 0 0,0 0 0 0 0,0 0 0 0 0,0 0 1 0 0,-2 1-1 0 0,-4 0 51 0 0,0 1-1 0 0,0 0 1 0 0,0 0 0 0 0,0 0 0 0 0,-11 7 0 0 0,-11 7 166 0 0,0 1 0 0 0,1 1 0 0 0,-42 38 0 0 0,24-14 48 0 0,-43 52-1 0 0,74-76-245 0 0,0 1-1 0 0,-14 23 1 0 0,25-35-61 0 0,0-1 0 0 0,1 0 0 0 0,0 1 0 0 0,0 0 0 0 0,1 0 0 0 0,-1 0 0 0 0,1 0 0 0 0,1 0 0 0 0,-1 1 0 0 0,2-1 0 0 0,-1 9 0 0 0,1-14-18 0 0,0 1 0 0 0,0-1 0 0 0,1 0 0 0 0,-1 0 1 0 0,1 1-1 0 0,0-1 0 0 0,0 0 0 0 0,0 0 0 0 0,0 0 0 0 0,0 0 0 0 0,0 0 0 0 0,0 0 1 0 0,1 0-1 0 0,-1 0 0 0 0,1-1 0 0 0,-1 1 0 0 0,1 0 0 0 0,0-1 0 0 0,-1 1 1 0 0,1-1-1 0 0,0 0 0 0 0,0 0 0 0 0,0 0 0 0 0,0 0 0 0 0,0 0 0 0 0,1 0 0 0 0,-1 0 1 0 0,0 0-1 0 0,0-1 0 0 0,1 1 0 0 0,-1-1 0 0 0,0 0 0 0 0,4 0 0 0 0,4 1 5 0 0,0-1 0 0 0,0-1 0 0 0,-1 0 0 0 0,1 0 0 0 0,0-1 0 0 0,16-5 0 0 0,7-5-55 0 0,0-2 0 0 0,-1-1 0 0 0,-1-1 0 0 0,0-2 0 0 0,-1-1 0 0 0,-1-2 0 0 0,-1-1 0 0 0,-1-1 0 0 0,-1-1 0 0 0,34-40 0 0 0,-9 1-326 0 0,-3-2-1 0 0,-3-3 1 0 0,54-105 0 0 0,-63 101 86 0 0,36-102 0 0 0,-57 130 175 0 0,-2-1 0 0 0,-2-1 0 0 0,9-80 0 0 0,-19 122 101 0 0,-1 0 0 0 0,0 0 1 0 0,0 0-1 0 0,0 0 1 0 0,0 0-1 0 0,-1 0 0 0 0,1 0 1 0 0,-1 0-1 0 0,0 0 1 0 0,-1 1-1 0 0,1-1 1 0 0,-3-5-1 0 0,4 9 3 0 0,-1-1 0 0 0,1 1 0 0 0,-1-1 0 0 0,0 0 0 0 0,1 1 0 0 0,-1 0 0 0 0,0-1 0 0 0,0 1 0 0 0,1-1 0 0 0,-1 1 0 0 0,0 0 0 0 0,0-1 0 0 0,0 1 0 0 0,0 0 0 0 0,1 0 0 0 0,-1 0 0 0 0,0 0 0 0 0,0-1 0 0 0,0 1 0 0 0,0 0 0 0 0,1 1 0 0 0,-1-1 0 0 0,0 0 0 0 0,0 0 1 0 0,0 0-1 0 0,0 0 0 0 0,0 1 0 0 0,-1 0 0 0 0,-21 10 13 0 0,11-1 13 0 0,1 1 0 0 0,0 0-1 0 0,0 0 1 0 0,2 1 0 0 0,-1 0 0 0 0,2 1 0 0 0,-10 17-1 0 0,-44 102 459 0 0,56-119-421 0 0,-92 257 736 0 0,84-221-690 0 0,3-1-1 0 0,2 2 1 0 0,-5 86-1 0 0,14-123-79 0 0,0 1 0 0 0,1 0 0 0 0,0-1 0 0 0,1 1 0 0 0,0-1 0 0 0,7 19 0 0 0,-6-24-16 0 0,0 0 1 0 0,1-1 0 0 0,-1 1-1 0 0,2-1 1 0 0,-1 0-1 0 0,1-1 1 0 0,0 1 0 0 0,1-1-1 0 0,-1 0 1 0 0,1 0 0 0 0,12 9-1 0 0,-7-7-105 0 0,1-1 0 0 0,0 0-1 0 0,0 0 1 0 0,1-1 0 0 0,0-1-1 0 0,0 0 1 0 0,1-1 0 0 0,-1 0-1 0 0,1-1 1 0 0,0-1 0 0 0,0 0-1 0 0,0-1 1 0 0,0 0 0 0 0,24-2-1 0 0,-20-1-180 0 0,1-1-1 0 0,-1-1 0 0 0,0 0 1 0 0,0-1-1 0 0,0-1 1 0 0,-1-1-1 0 0,0 0 1 0 0,0-1-1 0 0,-1-1 0 0 0,26-18 1 0 0,-19 8 74 0 0,1-1 0 0 0,-2-1 0 0 0,-1-1 0 0 0,33-44 0 0 0,-29 31 1337 0 0,24-47 1 0 0,-48 80-1095 0 0,15-26 1042 0 0,-14 25-836 0 0,-2 5-54 0 0,-7 15-55 0 0,-9 20 263 0 0,2 2-1 0 0,1-1 0 0 0,3 1 0 0 0,1 1 1 0 0,-4 41-1 0 0,12-74-366 0 0,1-1-1 0 0,-1 0 1 0 0,1 0 0 0 0,1 0 0 0 0,-1 1 0 0 0,1-1-1 0 0,0 0 1 0 0,1 0 0 0 0,-1 0 0 0 0,5 9-1 0 0,-4-11-23 0 0,0 0 0 0 0,1-1 0 0 0,-1 0 1 0 0,1 1-1 0 0,0-1 0 0 0,0 0 0 0 0,0-1 0 0 0,0 1 0 0 0,1 0 0 0 0,-1-1 0 0 0,1 0 0 0 0,-1 0 0 0 0,1 0 0 0 0,0 0 0 0 0,0 0 0 0 0,6 1 0 0 0,0 0-299 0 0,0 0 0 0 0,0-1 1 0 0,1 0-1 0 0,-1-1 0 0 0,1 0 0 0 0,-1-1 0 0 0,1 0 0 0 0,-1-1 1 0 0,0 0-1 0 0,20-5 0 0 0,-16 3-916 0 0,-1-2 0 0 0,-1 1 0 0 0,1-2 0 0 0,-1 0-1 0 0,1 0 1 0 0,-2-1 0 0 0,21-15 0 0 0,5-10-5327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39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69 2056 0 0,'-1'-1'275'0'0,"-11"-11"2368"0"0,0 1 0 0 0,-17-12 0 0 0,26 20-2349 0 0,-1 1 0 0 0,-1-1 0 0 0,1 1 0 0 0,0 0 1 0 0,-1 0-1 0 0,1 0 0 0 0,-1 1 0 0 0,1 0 0 0 0,-1 0 0 0 0,0 0 0 0 0,1 0 0 0 0,-6 1 0 0 0,9 0-339 0 0,0 0-1 0 0,0 0 0 0 0,0 1 0 0 0,0-1 1 0 0,0 1-1 0 0,0-1 0 0 0,0 1 1 0 0,0-1-1 0 0,1 1 0 0 0,-1 0 1 0 0,0-1-1 0 0,0 1 0 0 0,1 0 0 0 0,-1 0 1 0 0,0 0-1 0 0,1-1 0 0 0,-1 1 1 0 0,1 0-1 0 0,-1 0 0 0 0,1 0 1 0 0,-1 0-1 0 0,1 0 0 0 0,0 0 0 0 0,-1 2 1 0 0,1-3-299 0 0,-1 1 0 0 0,1 0 1 0 0,0 0-1 0 0,0 0 1 0 0,0 0-1 0 0,0 0 0 0 0,0 0 1 0 0,0 0-1 0 0,0 0 0 0 0,0-1 1 0 0,0 1-1 0 0,0 0 0 0 0,0 0 1 0 0,1 0-1 0 0,-1 0 1 0 0,0 0-1 0 0,1 1 0 0 0,6 8-4007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39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30 3500 0 0,'7'-30'15765'0'0,"-12"44"-15330"0"0,-65 207 5304 0 0,-37 105-3522 0 0,58-198-1923 0 0,-22 65 225 0 0,56-144-1106 0 0,-18 100 0 0 0,32-144 306 0 0,0 0-1 0 0,1 0 0 0 0,0 0 1 0 0,0 0-1 0 0,0 0 0 0 0,1 0 1 0 0,0 0-1 0 0,0 0 1 0 0,0 0-1 0 0,0-1 0 0 0,1 1 1 0 0,0 0-1 0 0,0-1 1 0 0,0 1-1 0 0,1-1 0 0 0,4 7 1 0 0,-5-8-325 0 0,1 0 1 0 0,0 0 0 0 0,0-1-1 0 0,0 1 1 0 0,0 0-1 0 0,0-1 1 0 0,1 0-1 0 0,-1 0 1 0 0,1 0 0 0 0,0-1-1 0 0,-1 1 1 0 0,1-1-1 0 0,0 1 1 0 0,0-1 0 0 0,0-1-1 0 0,0 1 1 0 0,0 0-1 0 0,0-1 1 0 0,0 0 0 0 0,8 0-1 0 0,12-3-6784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39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19 114 1096 0 0,'57'-113'19188'0'0,"-59"133"-18153"0"0,0 0 0 0 0,-2 0 0 0 0,0 0 0 0 0,-9 25 0 0 0,0 0-428 0 0,9-28-508 0 0,-6 19-154 0 0,2 0 0 0 0,1 0 0 0 0,-2 53 1 0 0,9-86-127 0 0,0 0 1 0 0,0-1-1 0 0,0 1 1 0 0,1 0-1 0 0,-1-1 0 0 0,0 1 1 0 0,1-1-1 0 0,0 1 1 0 0,0-1-1 0 0,0 1 1 0 0,0-1-1 0 0,0 1 1 0 0,0-1-1 0 0,1 0 1 0 0,-1 1-1 0 0,1-1 1 0 0,-1 0-1 0 0,1 0 0 0 0,0 0 1 0 0,0-1-1 0 0,0 1 1 0 0,0 0-1 0 0,0-1 1 0 0,0 1-1 0 0,1-1 1 0 0,-1 1-1 0 0,0-1 1 0 0,1 0-1 0 0,-1 0 1 0 0,1 0-1 0 0,-1-1 0 0 0,1 1 1 0 0,-1-1-1 0 0,1 1 1 0 0,4-1-1 0 0,2 1-1042 0 0,1-1-1 0 0,-1-1 0 0 0,1 1 1 0 0,-1-1-1 0 0,0-1 0 0 0,1 0 1 0 0,-1 0-1 0 0,17-8 0 0 0,6-4-4805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40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0 451 2364 0 0,'102'-127'14292'0'0,"-90"116"-12546"0"0,-12 11-1716 0 0,0 0-1 0 0,0 0 1 0 0,0 0-1 0 0,0 0 1 0 0,0 0-1 0 0,0 0 1 0 0,0 0-1 0 0,0 0 1 0 0,0 0-1 0 0,1 0 1 0 0,-1 0-1 0 0,0 0 1 0 0,0 0-1 0 0,0 0 1 0 0,0 0-1 0 0,0 0 1 0 0,0 0-1 0 0,0 0 1 0 0,0 1-1 0 0,0-1 1 0 0,0 0-1 0 0,1 0 1 0 0,-1 0 117 0 0,0 0-117 0 0,0 0-1 0 0,0 0 1 0 0,0 0-1 0 0,0 0 1 0 0,0 0-1 0 0,0 0 1 0 0,0 1-1 0 0,0-1 1 0 0,0 0-1 0 0,0 0 1 0 0,0 0-1 0 0,0 0 1 0 0,0 0 0 0 0,0 0-1 0 0,0 0 1 0 0,0 0-1 0 0,0 0 1 0 0,0 1-1 0 0,0-1 1 0 0,0 0-1 0 0,0 0 1 0 0,0 0-1 0 0,0 0 1 0 0,0 0-1 0 0,0 0 1 0 0,0 0-1 0 0,0 0 1 0 0,0 0-1 0 0,0 0 1 0 0,0 1-1 0 0,0-1 1 0 0,0 0-1 0 0,-10 28 2505 0 0,6-17-2348 0 0,-2 4 170 0 0,2 1 0 0 0,0 0 0 0 0,1 0 0 0 0,0 0 0 0 0,1 0-1 0 0,1 0 1 0 0,0 1 0 0 0,3 22 0 0 0,-1-36-327 0 0,-1 0 1 0 0,1 1-1 0 0,0-1 1 0 0,0 0-1 0 0,0 0 1 0 0,1 1-1 0 0,-1-1 0 0 0,1 0 1 0 0,0 0-1 0 0,-1 0 1 0 0,1-1-1 0 0,1 1 1 0 0,-1 0-1 0 0,0-1 0 0 0,1 1 1 0 0,-1-1-1 0 0,1 0 1 0 0,0 0-1 0 0,-1 0 1 0 0,1 0-1 0 0,0 0 0 0 0,0-1 1 0 0,1 0-1 0 0,-1 1 1 0 0,0-1-1 0 0,0 0 0 0 0,1 0 1 0 0,-1-1-1 0 0,0 1 1 0 0,1-1-1 0 0,-1 1 1 0 0,6-1-1 0 0,0 0-16 0 0,-1-1 0 0 0,1 1 0 0 0,-1-1 0 0 0,1 0 0 0 0,-1-1 1 0 0,1 0-1 0 0,-1-1 0 0 0,0 1 0 0 0,0-2 0 0 0,0 1 0 0 0,14-9 0 0 0,-11 3-172 0 0,0 0 1 0 0,-1 0-1 0 0,-1-1 0 0 0,1 0 0 0 0,-2-1 0 0 0,1 0 1 0 0,-2 0-1 0 0,1-1 0 0 0,-2 0 0 0 0,1 0 0 0 0,-2-1 0 0 0,0 1 1 0 0,0-1-1 0 0,-1-1 0 0 0,4-23 0 0 0,-3 9 7 0 0,-2 1 0 0 0,-2-1-1 0 0,0 1 1 0 0,-1-1 0 0 0,-2 1-1 0 0,-10-54 1 0 0,7 58 113 0 0,2 1-1 0 0,-1-26 1 0 0,4 47 34 0 0,0 1 1 0 0,0-1-1 0 0,0 0 0 0 0,1 0 0 0 0,-1 0 1 0 0,0 1-1 0 0,1-1 0 0 0,-1 0 0 0 0,1 0 0 0 0,-1 1 1 0 0,1-1-1 0 0,-1 0 0 0 0,1 1 0 0 0,-1-1 1 0 0,1 1-1 0 0,0-1 0 0 0,-1 1 0 0 0,1-1 0 0 0,0 1 1 0 0,-1-1-1 0 0,1 1 0 0 0,0-1 0 0 0,0 1 1 0 0,0 0-1 0 0,-1 0 0 0 0,1-1 0 0 0,0 1 1 0 0,0 0-1 0 0,0 0 0 0 0,0 0 0 0 0,-1 0 0 0 0,1 0 1 0 0,0 0-1 0 0,0 0 0 0 0,0 0 0 0 0,0 0 1 0 0,1 1-1 0 0,11 1-7 0 0,-1 2-1 0 0,1-1 1 0 0,0 2 0 0 0,-1 0 0 0 0,0 0 0 0 0,0 1 0 0 0,0 0 0 0 0,-1 1-1 0 0,0 1 1 0 0,0 0 0 0 0,18 18 0 0 0,-10-8 16 0 0,-2 1 1 0 0,0 1 0 0 0,-1 0-1 0 0,-1 1 1 0 0,16 32-1 0 0,-23-38-7 0 0,0 0-1 0 0,-2 1 0 0 0,0-1 1 0 0,7 30-1 0 0,-11-40 11 0 0,-1 0-1 0 0,-1-1 1 0 0,1 1-1 0 0,-1 0 1 0 0,0 0-1 0 0,0 0 0 0 0,0 0 1 0 0,-1 0-1 0 0,1 0 1 0 0,-1-1-1 0 0,0 1 1 0 0,-1 0-1 0 0,1-1 1 0 0,-1 1-1 0 0,0-1 0 0 0,0 1 1 0 0,-1-1-1 0 0,1 0 1 0 0,-1 0-1 0 0,0 0 1 0 0,-3 4-1 0 0,3-5 6 0 0,0 0 1 0 0,0-1-1 0 0,0 0 0 0 0,0 0 1 0 0,0 0-1 0 0,0 0 0 0 0,-1 0 1 0 0,-3 1-1 0 0,6-2-8 0 0,0-1 1 0 0,0 0-1 0 0,0 1 0 0 0,0-1 1 0 0,0 0-1 0 0,0 0 0 0 0,0 0 1 0 0,0 0-1 0 0,0 0 0 0 0,0 0 1 0 0,0 0-1 0 0,0 0 0 0 0,0 0 1 0 0,0 0-1 0 0,0 0 0 0 0,0-1 0 0 0,0 1 1 0 0,0 0-1 0 0,0-1 0 0 0,1 1 1 0 0,-1-1-1 0 0,0 1 0 0 0,0-1 1 0 0,0 1-1 0 0,0-1 0 0 0,1 0 1 0 0,-1 1-1 0 0,0-1 0 0 0,1 0 1 0 0,-1 0-1 0 0,0 0 0 0 0,0-1 1 0 0,0 1-8 0 0,1-1 1 0 0,-1 0 0 0 0,1 1-1 0 0,-1-1 1 0 0,1 0 0 0 0,0 1 0 0 0,0-1-1 0 0,0 0 1 0 0,0 1 0 0 0,0-1-1 0 0,0 0 1 0 0,0 1 0 0 0,0-1 0 0 0,1 0-1 0 0,-1 1 1 0 0,1-1 0 0 0,0-2-1 0 0,15-28-11 0 0,-10 23 0 0 0,11-24 7 0 0,3 1 0 0 0,0 1 0 0 0,2 1 0 0 0,2 1 0 0 0,29-29 0 0 0,-35 40-8 0 0,0 1 0 0 0,2 2-1 0 0,0 0 1 0 0,0 0 0 0 0,2 2-1 0 0,0 1 1 0 0,0 1-1 0 0,39-14 1 0 0,-53 22 3 0 0,0 2 0 0 0,-1-1 0 0 0,1 1 0 0 0,0 0 0 0 0,0 1-1 0 0,0 0 1 0 0,0 0 0 0 0,0 0 0 0 0,0 1 0 0 0,-1 1 0 0 0,1-1 0 0 0,0 1 0 0 0,-1 0-1 0 0,1 1 1 0 0,-1 0 0 0 0,1 0 0 0 0,8 6 0 0 0,-11-6 14 0 0,-1 0 0 0 0,1 0 0 0 0,0 1 0 0 0,-1 0 0 0 0,0 0 0 0 0,0 0 1 0 0,0 0-1 0 0,0 1 0 0 0,-1-1 0 0 0,0 1 0 0 0,1 0 0 0 0,-2 0 0 0 0,1 0 0 0 0,-1 1 0 0 0,0-1 0 0 0,0 1 0 0 0,0-1 1 0 0,-1 1-1 0 0,1 0 0 0 0,-2-1 0 0 0,1 1 0 0 0,-1 0 0 0 0,1 0 0 0 0,-2 6 0 0 0,-2 8-184 0 0,0-1-1 0 0,-10 28 1 0 0,8-31-1398 0 0,1-1 0 0 0,1 1 0 0 0,0 0 0 0 0,-1 22 0 0 0,4-36 855 0 0,0 2 36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40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179 196 1660 0 0,'16'-16'2240'0'0,"0"-1"-1"0"0,-1-1 0 0 0,-1 0 1 0 0,-1 0-1 0 0,0-2 1 0 0,18-39-1 0 0,-30 59-2201 0 0,-1-1 0 0 0,0 0 1 0 0,1 1-1 0 0,-1-1 0 0 0,0 0 0 0 0,0 0 0 0 0,1 0 0 0 0,-1 1 0 0 0,0-1 0 0 0,0 0 0 0 0,0 0 1 0 0,0 0-1 0 0,0 1 0 0 0,0-1 0 0 0,0 0 0 0 0,0 0 0 0 0,0 0 0 0 0,0 0 0 0 0,-1 1 0 0 0,1-1 0 0 0,0 0 1 0 0,-1 0-1 0 0,1 1 0 0 0,0-1 0 0 0,-1 0 0 0 0,1 0 0 0 0,-1 1 0 0 0,1-1 0 0 0,-1 1 0 0 0,1-1 1 0 0,-1 0-1 0 0,1 1 0 0 0,-1-1 0 0 0,0 1 0 0 0,1-1 0 0 0,-1 1 0 0 0,0-1 0 0 0,0 1 0 0 0,0-1 1 0 0,-1 1-23 0 0,1 0 0 0 0,0-1 0 0 0,0 1 0 0 0,0 0 0 0 0,0 0 0 0 0,0 0 0 0 0,-1 0 0 0 0,1 0 0 0 0,0 0 1 0 0,0 0-1 0 0,0 0 0 0 0,-1 1 0 0 0,1-1 0 0 0,0 0 0 0 0,0 1 0 0 0,0-1 0 0 0,0 1 0 0 0,0-1 0 0 0,0 1 1 0 0,0 0-1 0 0,0-1 0 0 0,0 1 0 0 0,0 0 0 0 0,-1 1 0 0 0,-1 2 37 0 0,1 1 0 0 0,0-1 0 0 0,0 1 0 0 0,0-1 0 0 0,0 1 1 0 0,1 0-1 0 0,0-1 0 0 0,0 1 0 0 0,0 0 0 0 0,0 0 0 0 0,1 0 0 0 0,0 0 0 0 0,0 0 0 0 0,0 0 0 0 0,1-1 0 0 0,1 9 0 0 0,2 4 343 0 0,0 1 0 0 0,1-1 0 0 0,8 20 0 0 0,26 70 842 0 0,-38-106-1199 0 0,0 1-1 0 0,-1 0 1 0 0,1 0-1 0 0,-1-1 1 0 0,0 1-1 0 0,1 0 1 0 0,-1 0-1 0 0,0-1 0 0 0,0 1 1 0 0,0 0-1 0 0,0 0 1 0 0,0-1-1 0 0,-1 1 1 0 0,1 0-1 0 0,0 0 0 0 0,-1-1 1 0 0,1 1-1 0 0,-1 0 1 0 0,0-1-1 0 0,1 1 1 0 0,-1-1-1 0 0,0 1 1 0 0,0-1-1 0 0,0 1 0 0 0,0-1 1 0 0,-1 1-1 0 0,1-1 1 0 0,0 0-1 0 0,0 0 1 0 0,-1 0-1 0 0,1 1 1 0 0,-1-1-1 0 0,1-1 0 0 0,-1 1 1 0 0,1 0-1 0 0,-1 0 1 0 0,0-1-1 0 0,-2 2 1 0 0,-2 0-82 0 0,0 0 1 0 0,-1 0-1 0 0,1-1 1 0 0,-1 0 0 0 0,1 0-1 0 0,-1 0 1 0 0,0-1-1 0 0,-12-1 1 0 0,3-1-1079 0 0,0-1-1 0 0,1-1 1 0 0,-1-1 0 0 0,-27-12 0 0 0,23 7-2946 0 0,-26-17-1 0 0,7 1-3892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41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95 147 360 0 0,'8'-27'7278'0'0,"2"-9"2206"0"0,-7 11-6930 0 0,-3 24-2688 0 0,0-1-1 0 0,-1 1 1 0 0,1 0 0 0 0,-1-1 0 0 0,1 1-1 0 0,-1-1 1 0 0,1 1 0 0 0,-1 0 0 0 0,0 0-1 0 0,0-1 1 0 0,0 1 0 0 0,1 0 0 0 0,-1 0-1 0 0,0 0 1 0 0,0 0 0 0 0,-1 0-1 0 0,1 0 1 0 0,0 0 0 0 0,0 0 0 0 0,0 1-1 0 0,-3-2 1 0 0,-30-12-3810 0 0,32 13 3572 0 0,-25-8-3687 0 0,-5 1-1884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41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0 3240 0 0,'-83'37'11315'0'0,"83"-37"-11265"0"0,0 0 0 0 0,-1 0 1 0 0,1 0-1 0 0,0 0 0 0 0,0 0 1 0 0,-1 1-1 0 0,1-1 0 0 0,0 0 1 0 0,-1 0-1 0 0,1 0 0 0 0,0 0 1 0 0,0 0-1 0 0,-1 1 0 0 0,1-1 1 0 0,0 0-1 0 0,0 0 0 0 0,0 1 1 0 0,-1-1-1 0 0,1 0 0 0 0,0 0 1 0 0,0 1-1 0 0,0-1 0 0 0,0 0 1 0 0,0 0-1 0 0,-1 1 0 0 0,1-1 1 0 0,0 0-1 0 0,0 1 0 0 0,0-1 1 0 0,0 0-1 0 0,0 0 0 0 0,0 1 1 0 0,0-1-1 0 0,0 0 0 0 0,0 1 0 0 0,0-1 1 0 0,0 0-1 0 0,0 1 0 0 0,0-1 1 0 0,0 0-1 0 0,0 1 0 0 0,1-1 1 0 0,-1 0-1 0 0,0 0 0 0 0,0 1 1 0 0,0-1-1 0 0,0 0 0 0 0,1 0 1 0 0,-1 1-1 0 0,0-1 0 0 0,0 0 1 0 0,0 0-1 0 0,1 0 0 0 0,-1 1 1 0 0,1-1-1 0 0,13 8 569 0 0,18 1-423 0 0,2-2 1 0 0,-1-1-1 0 0,1-2 1 0 0,46 0-1 0 0,-34-1-808 0 0,82 2-2902 0 0,-42-5-1801 0 0,-12-1-1814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42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54 1396 0 0,'1'-16'7302'0'0,"1"-14"5129"0"0,-2 29-12355 0 0,0 1 1 0 0,0 0-1 0 0,0 0 0 0 0,0-1 0 0 0,0 1 0 0 0,0 0 1 0 0,0 0-1 0 0,0-1 0 0 0,0 1 0 0 0,0 0 0 0 0,0 0 0 0 0,0-1 1 0 0,0 1-1 0 0,0 0 0 0 0,0 0 0 0 0,0 0 0 0 0,0-1 1 0 0,0 1-1 0 0,0 0 0 0 0,-1 0 0 0 0,1-1 0 0 0,0 1 1 0 0,0 0 151 0 0,-1 0-152 0 0,1-1 0 0 0,0 1 1 0 0,0 0-1 0 0,-6 17 124 0 0,1 1 1 0 0,1 0-1 0 0,0 0 1 0 0,0 20-1 0 0,-3 11-5 0 0,-57 299 520 0 0,49-296-2963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42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445 112 1484 0 0,'-4'-18'3657'0'0,"-1"0"-1"0"0,0 0 1 0 0,-16-33-1 0 0,20 50-3288 0 0,-1-4 1102 0 0,5 4-789 0 0,4 6-206 0 0,7 6-71 0 0,0 2 0 0 0,-1-1 0 0 0,-1 2 0 0 0,0 0 0 0 0,18 28 0 0 0,44 87 589 0 0,-52-84-866 0 0,-2 2 0 0 0,-2 0-1 0 0,-2 0 1 0 0,-2 2 0 0 0,-2 0 0 0 0,-2 0 0 0 0,-3 1 0 0 0,-1 0 0 0 0,-3 0 0 0 0,-2 0 0 0 0,-7 66 0 0 0,-5-39-37 0 0,-2 0 0 0 0,-48 147 0 0 0,19-108-398 0 0,-66 127 0 0 0,-122 168-4007 0 0,51-155-4968 0 0,114-178 1587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44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413 221 952 0 0,'18'-32'7966'0'0,"-15"26"-7234"0"0,-1 0 0 0 0,-1 1 0 0 0,1-1 0 0 0,1-10 0 0 0,-3 13-631 0 0,0 1 0 0 0,1-1 0 0 0,-1 1 0 0 0,0-1 0 0 0,0 0-1 0 0,-1 1 1 0 0,1-1 0 0 0,0 1 0 0 0,-1-1 0 0 0,0 1 0 0 0,1-1 0 0 0,-1 1 0 0 0,0-1-1 0 0,0 1 1 0 0,-1 0 0 0 0,1-1 0 0 0,0 1 0 0 0,-1 0 0 0 0,1 0 0 0 0,-1 0 0 0 0,0 0-1 0 0,0 0 1 0 0,0 1 0 0 0,0-1 0 0 0,0 0 0 0 0,0 1 0 0 0,-4-3 0 0 0,4 3-82 0 0,-1 0 0 0 0,0 0 0 0 0,1 0 0 0 0,-1 1 0 0 0,0-1 0 0 0,0 0 0 0 0,0 1 0 0 0,0 0 0 0 0,1 0 0 0 0,-1 0 1 0 0,0 0-1 0 0,0 0 0 0 0,0 0 0 0 0,-3 2 0 0 0,0 0-3 0 0,0-1 0 0 0,0 2-1 0 0,1-1 1 0 0,-1 1 0 0 0,1 0 0 0 0,-8 5 0 0 0,-5 6 8 0 0,1 0 1 0 0,-27 31-1 0 0,39-40-10 0 0,-23 26 0 0 0,2 1-1 0 0,1 2 1 0 0,2 0 0 0 0,1 2-1 0 0,2 0 1 0 0,1 1 0 0 0,2 1 0 0 0,1 1-1 0 0,-12 51 1 0 0,25-79-11 0 0,1 0-1 0 0,0 1 1 0 0,1-1 0 0 0,0 1-1 0 0,0-1 1 0 0,1 1-1 0 0,1-1 1 0 0,0 1 0 0 0,5 19-1 0 0,-5-26 0 0 0,1 0-1 0 0,0 0 0 0 0,0 0 1 0 0,0-1-1 0 0,1 1 1 0 0,-1-1-1 0 0,1 1 0 0 0,0-1 1 0 0,1 0-1 0 0,-1 0 1 0 0,1 0-1 0 0,-1 0 0 0 0,1-1 1 0 0,0 1-1 0 0,1-1 0 0 0,-1 0 1 0 0,0 0-1 0 0,1-1 1 0 0,0 1-1 0 0,0-1 0 0 0,0 0 1 0 0,-1-1-1 0 0,8 3 0 0 0,4-2-37 0 0,0 1-1 0 0,0-2 1 0 0,0 0-1 0 0,-1-1 0 0 0,1 0 1 0 0,0-2-1 0 0,0 1 0 0 0,20-6 1 0 0,5-4-647 0 0,75-29 0 0 0,-89 29 438 0 0,-1-1 0 0 0,0-2 0 0 0,-1 0 0 0 0,0-2 0 0 0,-2-1 0 0 0,1-1 0 0 0,-2 0 0 0 0,-1-2 0 0 0,0-1 0 0 0,-1 0 0 0 0,-2-2 0 0 0,0 0 0 0 0,-1-1 0 0 0,-2-1 0 0 0,0 0 0 0 0,-2-1 0 0 0,13-34 0 0 0,-4-3 805 0 0,-3-2 0 0 0,-3 0 1 0 0,7-68-1 0 0,-21 127-447 0 0,-1 3-50 0 0,0 0-1 0 0,0 0 1 0 0,-1 0-1 0 0,1 1 1 0 0,-1-1-1 0 0,1 0 0 0 0,-1 0 1 0 0,0 0-1 0 0,0 0 1 0 0,-1-3-1 0 0,-9 19 52 0 0,5-4-76 0 0,1 0 0 0 0,1 0 0 0 0,-1 0 0 0 0,2 0 0 0 0,-4 15 0 0 0,-1 4 22 0 0,-94 363 315 0 0,63-186 539 0 0,38-203-658 0 0,2-5-217 0 0,0 0 1 0 0,0 0-1 0 0,-1 0 1 0 0,1 0-1 0 0,-1 0 1 0 0,2-6-1 0 0,-2 6-16 0 0,9-23 4 0 0,2 0 0 0 0,0 1 0 0 0,2 0 0 0 0,1 1 0 0 0,20-25 0 0 0,-24 35-32 0 0,1 0-1 0 0,0 1 1 0 0,1 1-1 0 0,1 0 1 0 0,0 1-1 0 0,0 0 1 0 0,1 1-1 0 0,0 1 1 0 0,21-10-1 0 0,-30 17 6 0 0,0 0-1 0 0,-1 0 1 0 0,1 0 0 0 0,0 0-1 0 0,0 1 1 0 0,0 0 0 0 0,0 1-1 0 0,0-1 1 0 0,0 1 0 0 0,1 0-1 0 0,-1 1 1 0 0,0-1 0 0 0,0 1-1 0 0,0 0 1 0 0,0 1 0 0 0,9 3-1 0 0,-10-3 4 0 0,-1 1 0 0 0,0-1 0 0 0,0 1-1 0 0,0 0 1 0 0,0 0 0 0 0,0 0 0 0 0,0 0-1 0 0,-1 1 1 0 0,0-1 0 0 0,0 1 0 0 0,0 0-1 0 0,0 0 1 0 0,0 0 0 0 0,-1 1 0 0 0,0-1-1 0 0,0 1 1 0 0,0-1 0 0 0,0 1 0 0 0,-1 0-1 0 0,1-1 1 0 0,-1 7 0 0 0,2 12 19 0 0,-2 0 1 0 0,-1 1 0 0 0,0-1-1 0 0,-2 1 1 0 0,-1-1 0 0 0,-6 26-1 0 0,-4 43 29 0 0,12-90-40 0 0,1 1-1 0 0,0 0 1 0 0,0-1 0 0 0,0 1-1 0 0,0 0 1 0 0,1 0 0 0 0,-1-1-1 0 0,2 5 1 0 0,-2-6-8 0 0,1 0 1 0 0,-1-1-1 0 0,1 1 1 0 0,-1 0-1 0 0,1 0 1 0 0,-1 0-1 0 0,1-1 1 0 0,0 1-1 0 0,0 0 1 0 0,-1-1 0 0 0,1 1-1 0 0,0-1 1 0 0,0 1-1 0 0,-1-1 1 0 0,1 1-1 0 0,0-1 1 0 0,0 1-1 0 0,0-1 1 0 0,0 0-1 0 0,0 1 1 0 0,0-1-1 0 0,0 0 1 0 0,0 0-1 0 0,-1 0 1 0 0,1 0-1 0 0,0 0 1 0 0,0 0-1 0 0,0 0 1 0 0,2 0-1 0 0,17-3 22 0 0,0 0-1 0 0,0-1 0 0 0,-1-1 0 0 0,1-1 0 0 0,-1-1 0 0 0,33-16 1 0 0,-27 10-9 0 0,-2-1 0 0 0,1-1 1 0 0,-2 0-1 0 0,36-34 0 0 0,-44 35-3 0 0,1-1 0 0 0,-2-1-1 0 0,13-19 1 0 0,-20 26-8 0 0,-1-1 0 0 0,1 1 0 0 0,-2-1 0 0 0,1 0 0 0 0,-1 0 0 0 0,-1-1 0 0 0,4-14 0 0 0,-7 23 4 0 0,0 0-1 0 0,0 1 1 0 0,0-1-1 0 0,0 1 0 0 0,0-1 1 0 0,0 1-1 0 0,0-1 1 0 0,-1 1-1 0 0,1-1 0 0 0,0 1 1 0 0,-1-1-1 0 0,1 1 1 0 0,-1-1-1 0 0,0 1 0 0 0,1-1 1 0 0,-1 1-1 0 0,0 0 0 0 0,-2-3 1 0 0,2 4-5 0 0,-1-1 0 0 0,1 1 0 0 0,-1 0 1 0 0,1-1-1 0 0,-1 1 0 0 0,1 0 0 0 0,-1 0 1 0 0,1 0-1 0 0,-1 0 0 0 0,0 0 0 0 0,1 1 1 0 0,-1-1-1 0 0,1 0 0 0 0,-1 1 0 0 0,1-1 0 0 0,-1 1 1 0 0,1-1-1 0 0,-1 1 0 0 0,1 0 0 0 0,0 0 1 0 0,-1-1-1 0 0,1 1 0 0 0,0 0 0 0 0,0 0 0 0 0,-1 0 1 0 0,1 0-1 0 0,0 1 0 0 0,0-1 0 0 0,0 0 1 0 0,1 0-1 0 0,-1 1 0 0 0,0-1 0 0 0,0 1 0 0 0,0 0 1 0 0,-2 3 0 0 0,-8 11-6 0 0,1 0-1 0 0,1 0 1 0 0,1 1-1 0 0,0 0 1 0 0,1 0 0 0 0,1 1-1 0 0,1 0 1 0 0,0 0-1 0 0,1 0 1 0 0,1 1-1 0 0,0 22 1 0 0,2-34 12 0 0,1 0-1 0 0,0 0 1 0 0,1-1 0 0 0,0 1-1 0 0,0 0 1 0 0,0 0 0 0 0,1 0-1 0 0,0-1 1 0 0,4 11 0 0 0,-5-14-36 0 0,1 0 1 0 0,0 0-1 0 0,0 0 0 0 0,1 0 1 0 0,-1-1-1 0 0,0 1 0 0 0,1 0 1 0 0,0-1-1 0 0,0 0 0 0 0,-1 1 1 0 0,1-1-1 0 0,1-1 0 0 0,-1 1 1 0 0,0 0-1 0 0,0-1 0 0 0,1 1 1 0 0,-1-1-1 0 0,1 0 0 0 0,5 1 1 0 0,8 1-490 0 0,-1-2 0 0 0,1 1 0 0 0,0-2-1 0 0,0 0 1 0 0,0-2 0 0 0,22-3 0 0 0,-7-1-877 0 0,-1-2-1 0 0,41-15 1 0 0,-32 6-1210 0 0,-2-2-710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44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253 105 3184 0 0,'4'-5'592'0'0,"-1"0"0"0"0,1 0 0 0 0,-1 0 0 0 0,0 0 0 0 0,-1 0 0 0 0,1-1 0 0 0,-1 1 0 0 0,0-1 0 0 0,0 1 0 0 0,-1-1 0 0 0,0 0 0 0 0,1-10 0 0 0,-1 15-526 0 0,-1 0-1 0 0,0 0 1 0 0,0 0 0 0 0,0 0 0 0 0,-1 0 0 0 0,1 1 0 0 0,0-1 0 0 0,0 0 0 0 0,0 0 0 0 0,-1 0 0 0 0,1 0 0 0 0,0 0 0 0 0,-1 0-1 0 0,1 0 1 0 0,-1 1 0 0 0,1-1 0 0 0,-1 0 0 0 0,1 0 0 0 0,-1 1 0 0 0,0-1 0 0 0,1 0 0 0 0,-1 1 0 0 0,0-1 0 0 0,0 0-1 0 0,1 1 1 0 0,-1-1 0 0 0,0 1 0 0 0,0 0 0 0 0,0-1 0 0 0,0 1 0 0 0,0 0 0 0 0,1-1 0 0 0,-1 1 0 0 0,0 0 0 0 0,0 0-1 0 0,0 0 1 0 0,0 0 0 0 0,0 0 0 0 0,0 0 0 0 0,0 0 0 0 0,0 0 0 0 0,0 0 0 0 0,0 0 0 0 0,0 0 0 0 0,0 1 0 0 0,0-1-1 0 0,-1 1 1 0 0,-4 1 94 0 0,-1 0 0 0 0,1 0-1 0 0,0 1 1 0 0,0 0 0 0 0,-6 4-1 0 0,-3 3 6 0 0,1 2 0 0 0,-1 0-1 0 0,2 0 1 0 0,0 1-1 0 0,0 1 1 0 0,2 0 0 0 0,-1 1-1 0 0,-10 19 1 0 0,7-8-88 0 0,1 0-1 0 0,1 1 1 0 0,2 1 0 0 0,-12 38 0 0 0,21-59-55 0 0,1-1 0 0 0,-1 1 0 0 0,1-1 0 0 0,1 1 0 0 0,-1 0 1 0 0,1 0-1 0 0,0-1 0 0 0,1 1 0 0 0,-1 0 0 0 0,1-1 0 0 0,2 7 0 0 0,-2-10-14 0 0,0 0 0 0 0,1 0-1 0 0,-1 0 1 0 0,0 0 0 0 0,1 0 0 0 0,0-1-1 0 0,0 1 1 0 0,0-1 0 0 0,0 1 0 0 0,0-1-1 0 0,0 0 1 0 0,1 0 0 0 0,-1 0 0 0 0,1 0-1 0 0,-1 0 1 0 0,1 0 0 0 0,0-1 0 0 0,0 1-1 0 0,0-1 1 0 0,0 0 0 0 0,0 0 0 0 0,0 0-1 0 0,0 0 1 0 0,0 0 0 0 0,3-1 0 0 0,10 2-154 0 0,0-1 1 0 0,0-1-1 0 0,0 0 1 0 0,0-2-1 0 0,0 0 1 0 0,0 0 0 0 0,24-8-1 0 0,-9 0-700 0 0,-1-1 1 0 0,51-26-1 0 0,-56 24-127 0 0,-2-2 1 0 0,0 0-1 0 0,-1-1 0 0 0,0-2 0 0 0,-1 0 0 0 0,-1-1 0 0 0,23-30 1 0 0,-11 7-2475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45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205 293 4232 0 0,'6'-38'1183'0'0,"10"-87"2483"0"0,-15 105-2873 0 0,-1-1 0 0 0,0 1 0 0 0,-1 0 0 0 0,-5-22 0 0 0,6 42-783 0 0,0 0 0 0 0,0 0 0 0 0,0-1 0 0 0,0 1 0 0 0,0 0 0 0 0,0 0 0 0 0,0-1 0 0 0,0 1 0 0 0,0 0 0 0 0,0 0 1 0 0,0-1-1 0 0,0 1 0 0 0,0 0 0 0 0,0 0 0 0 0,-1-1 0 0 0,1 1 0 0 0,0 0 0 0 0,0 0 0 0 0,0 0 0 0 0,0-1 0 0 0,-1 1 0 0 0,1 0 0 0 0,0 0 0 0 0,0 0 0 0 0,0-1 0 0 0,-1 1 1 0 0,1 0-1 0 0,0 0 0 0 0,0 0 0 0 0,0 0 0 0 0,-1 0 0 0 0,1 0 0 0 0,0 0 0 0 0,0 0 0 0 0,-1-1 0 0 0,1 1 0 0 0,0 0 0 0 0,-1 0 0 0 0,1 0 0 0 0,0 0 0 0 0,0 0 0 0 0,-1 0 1 0 0,1 0-1 0 0,0 1 0 0 0,0-1 0 0 0,-1 0 0 0 0,1 0 0 0 0,0 0 0 0 0,0 0 0 0 0,-1 0 0 0 0,1 0 0 0 0,0 0 0 0 0,0 0 0 0 0,0 1 0 0 0,-1-1 0 0 0,1 0 0 0 0,0 0 0 0 0,0 0 1 0 0,0 1-1 0 0,-1-1 0 0 0,1 0 0 0 0,0 0 0 0 0,0 0 0 0 0,0 1 0 0 0,0-1 0 0 0,-1 1 0 0 0,-9 15 302 0 0,-2 18 612 0 0,2 0 0 0 0,-10 65 0 0 0,8-36-206 0 0,-30 152 993 0 0,-34 153-65 0 0,68-330-1509 0 0,-9 34 396 0 0,16-70-442 0 0,10-31-49 0 0,79-213-302 0 0,-74 211 222 0 0,1 1-1 0 0,1 0 1 0 0,2 1-1 0 0,1 1 1 0 0,36-41-1 0 0,-33 45-24 0 0,49-39-1 0 0,-63 56 49 0 0,0 2 0 0 0,0-1 0 0 0,1 1 1 0 0,0 0-1 0 0,0 1 0 0 0,0 0 0 0 0,1 0 0 0 0,-1 1 0 0 0,1 0 0 0 0,13-1 1 0 0,-20 3 15 0 0,-1 1 0 0 0,1-1 0 0 0,0 1 0 0 0,0 0-1 0 0,0 0 1 0 0,-1 0 0 0 0,1 0 0 0 0,0 0 0 0 0,0 1 0 0 0,0-1 0 0 0,-1 1 0 0 0,1 0 0 0 0,0 0 0 0 0,-1 0 0 0 0,1 0 0 0 0,-1 0 0 0 0,1 1 0 0 0,-1-1 0 0 0,0 1 0 0 0,1-1 0 0 0,-1 1 0 0 0,0 0 0 0 0,0 0 0 0 0,0 0 0 0 0,0 0 0 0 0,-1 1 0 0 0,1-1 0 0 0,0 0 0 0 0,1 5 0 0 0,-2-4 1 0 0,0 1-1 0 0,0 0 1 0 0,0 0-1 0 0,-1 0 1 0 0,0 0-1 0 0,1 0 1 0 0,-2 0-1 0 0,1 0 1 0 0,0 0-1 0 0,-1-1 1 0 0,1 1-1 0 0,-1 0 1 0 0,0 0-1 0 0,-1 0 1 0 0,1-1 0 0 0,-1 1-1 0 0,1 0 1 0 0,-1-1-1 0 0,-4 6 1 0 0,-3 3-4 0 0,0 0 0 0 0,-1-1 0 0 0,0 0 0 0 0,-1-1 0 0 0,0 0 0 0 0,-1-1 0 0 0,0 0 0 0 0,-19 10 0 0 0,20-13 2 0 0,0 0 0 0 0,0-1-1 0 0,-1 0 1 0 0,1-1 0 0 0,-1-1-1 0 0,0 0 1 0 0,0 0-1 0 0,0-1 1 0 0,0-1 0 0 0,-21 1-1 0 0,27-2 1 0 0,1 0 0 0 0,0-1 0 0 0,0 1-1 0 0,0-1 1 0 0,0 0 0 0 0,0-1 0 0 0,-9-2-1 0 0,9 2 2 0 0,4 2-1 0 0,1 0 0 0 0,-1-1 0 0 0,0 1 1 0 0,0 0-1 0 0,0-1 0 0 0,0 1 0 0 0,0-1 0 0 0,0 1 1 0 0,0-1-1 0 0,0 1 0 0 0,1-1 0 0 0,-1 0 0 0 0,0 1 1 0 0,0-1-1 0 0,1 0 0 0 0,-1 0 0 0 0,1 0 0 0 0,-1 1 1 0 0,1-1-1 0 0,-1 0 0 0 0,1 0 0 0 0,-1 0 0 0 0,1 0 1 0 0,-1 0-1 0 0,1 0 0 0 0,0 0 0 0 0,0 0 0 0 0,0 0 0 0 0,0 0 1 0 0,-1 0-1 0 0,1 0 0 0 0,0 0 0 0 0,1 0 0 0 0,-1-1 1 0 0,0 1-2 0 0,1 1 0 0 0,-1 0 1 0 0,1 0-1 0 0,-1-1 1 0 0,0 1-1 0 0,1 0 0 0 0,-1 0 1 0 0,1-1-1 0 0,-1 1 0 0 0,1 0 1 0 0,-1 0-1 0 0,1 0 1 0 0,-1 0-1 0 0,1 0 0 0 0,-1 0 1 0 0,1 0-1 0 0,-1 0 1 0 0,1 0-1 0 0,-1 0 0 0 0,1 0 1 0 0,0 0-1 0 0,-1 0 0 0 0,1 0 1 0 0,-1 0-1 0 0,1 0 1 0 0,-1 1-1 0 0,0-1 0 0 0,1 0 1 0 0,-1 0-1 0 0,1 1 1 0 0,17 6-8 0 0,-18-6 9 0 0,10 5 3 0 0,-1 0 1 0 0,-1 1-1 0 0,1 0 0 0 0,-1 0 0 0 0,0 1 0 0 0,-1 0 1 0 0,11 14-1 0 0,38 69 44 0 0,-45-73-30 0 0,-2-1-121 0 0,1 0-1 0 0,1-1 0 0 0,1-1 1 0 0,19 21-1 0 0,-25-30-466 0 0,0-1 0 0 0,1 0 0 0 0,-1 0 0 0 0,1-1 0 0 0,10 6 1 0 0,-10-7-675 0 0,0-1 1 0 0,0 1 0 0 0,0-1 0 0 0,0 0 0 0 0,1-1 0 0 0,12 2 0 0 0,8-2-4733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46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579 967 1056 0 0,'-71'26'6993'0'0,"-41"13"1774"0"0,110-39-8452 0 0,2-2-42 0 0,1-6-199 0 0,1 0-1 0 0,0 1 1 0 0,1-1-1 0 0,0 1 1 0 0,0-1-1 0 0,0 1 1 0 0,1 0-1 0 0,0 0 1 0 0,7-8-1 0 0,6-13 2 0 0,30-60 22 0 0,68-185-1 0 0,-94 209-151 0 0,-4 0 0 0 0,-2-1 0 0 0,12-129-1 0 0,-23 154 18 0 0,-1 17 0 0 0,-2-1 0 0 0,0 0-1 0 0,-4-31 1 0 0,3 55 35 0 0,0 0 0 0 0,0 0-1 0 0,1 0 1 0 0,-1-1 0 0 0,0 1 0 0 0,-1 0-1 0 0,1 0 1 0 0,0 0 0 0 0,0-1 0 0 0,0 1-1 0 0,0 0 1 0 0,0 0 0 0 0,0 0 0 0 0,0-1 0 0 0,0 1-1 0 0,0 0 1 0 0,0 0 0 0 0,0 0 0 0 0,0 0-1 0 0,-1-1 1 0 0,1 1 0 0 0,0 0 0 0 0,0 0 0 0 0,0 0-1 0 0,0 0 1 0 0,0 0 0 0 0,-1-1 0 0 0,1 1-1 0 0,0 0 1 0 0,0 0 0 0 0,0 0 0 0 0,0 0 0 0 0,-1 0-1 0 0,1 0 1 0 0,0 0 0 0 0,0 0 0 0 0,0 0-1 0 0,-1 0 1 0 0,1 0 0 0 0,0 0 0 0 0,-8 6-21 0 0,-5 17 37 0 0,-7 57 48 0 0,-14 147-1 0 0,21-127-52 0 0,-125 777 1300 0 0,89-636-883 0 0,-129 375 0 0 0,149-540 78 0 0,-3-2 1 0 0,-78 133-1 0 0,90-182 84 0 0,16-23-232 0 0,14-15-222 0 0,235-297-24 0 0,36-46-99 0 0,-255 321-2 0 0,-1-2 0 0 0,-2 0 0 0 0,36-77 0 0 0,-55 104-6 0 0,-1 0 0 0 0,0 0 0 0 0,-1 0 0 0 0,0-1 0 0 0,-1 1 0 0 0,0 0 0 0 0,0-1 0 0 0,-1 1-1 0 0,-1-1 1 0 0,1 1 0 0 0,-2 0 0 0 0,0-1 0 0 0,0 1 0 0 0,0 0 0 0 0,-1 0 0 0 0,-7-15 0 0 0,2 11-10 0 0,0-1 0 0 0,-1 1 1 0 0,0 1-1 0 0,-1 0 0 0 0,0 0 0 0 0,-1 1 1 0 0,-1 0-1 0 0,0 1 0 0 0,-24-18 1 0 0,3 7 8 0 0,-1 1 1 0 0,-1 1 0 0 0,-39-15-1 0 0,-114-36 27 0 0,36 16-32 0 0,140 51 9 0 0,4 1-99 0 0,0-1 1 0 0,0 1-1 0 0,0-1 1 0 0,-11-8-1 0 0,19 12 74 0 0,0 0-1 0 0,-1-1 1 0 0,1 1-1 0 0,0 0 1 0 0,0-1-1 0 0,-1 1 1 0 0,1-1-1 0 0,0 1 1 0 0,0-1-1 0 0,0 1 1 0 0,0 0 0 0 0,0-1-1 0 0,-1 1 1 0 0,1-1-1 0 0,0 1 1 0 0,0-1-1 0 0,0 1 1 0 0,0-1-1 0 0,0 1 1 0 0,0-1-1 0 0,0 1 1 0 0,1-1-1 0 0,-1 1 1 0 0,0 0 0 0 0,0-1-1 0 0,0 1 1 0 0,0-1-1 0 0,1 1 1 0 0,-1-1-1 0 0,0 1 1 0 0,9-12-439 0 0,15-6-357 0 0,0 1 0 0 0,0 1 0 0 0,2 1 0 0 0,51-21 0 0 0,-32 15 77 0 0,203-90-2662 0 0,104-53 1286 0 0,-256 108 2447 0 0,-84 47 164 0 0,-1 1 0 0 0,1-2-1 0 0,-2 1 1 0 0,1-2 0 0 0,12-16 0 0 0,-22 26-86 0 0,-21 15 177 0 0,-13 28 347 0 0,-49 78 0 0 0,69-98-828 0 0,1 0 0 0 0,1 1 0 0 0,1 1 0 0 0,1 0 0 0 0,-10 44 0 0 0,18-65-85 0 0,0 1 0 0 0,1-1-1 0 0,-1 1 1 0 0,1 0 0 0 0,0-1 0 0 0,0 1 0 0 0,0 0 0 0 0,1-1 0 0 0,-1 1 0 0 0,1-1 0 0 0,0 1 0 0 0,0-1 0 0 0,0 1 0 0 0,0-1 0 0 0,1 1 0 0 0,-1-1 0 0 0,5 6 0 0 0,-4-6-3 0 0,1-1 0 0 0,0 1 0 0 0,0-1 0 0 0,0 1 0 0 0,0-1 0 0 0,0 0 0 0 0,0-1 0 0 0,1 1 0 0 0,-1 0 1 0 0,0-1-1 0 0,1 0 0 0 0,0 0 0 0 0,-1 0 0 0 0,1 0 0 0 0,0 0 0 0 0,-1-1 0 0 0,5 0 0 0 0,8 1 2 0 0,0-1 0 0 0,-1-1 0 0 0,1-1 0 0 0,-1 0 0 0 0,0-1-1 0 0,0-1 1 0 0,0 0 0 0 0,0-1 0 0 0,22-11 0 0 0,-18 7-4 0 0,-1-1 1 0 0,0-1-1 0 0,-1 0 0 0 0,0-2 1 0 0,-1 0-1 0 0,25-24 1 0 0,-30 23-12 0 0,1 1 1 0 0,-2-1-1 0 0,0-1 1 0 0,-1 0-1 0 0,11-22 1 0 0,-16 27-3 0 0,1 0 0 0 0,-2-1 0 0 0,0 1 0 0 0,0 0 0 0 0,-1-1-1 0 0,0 0 1 0 0,-1 1 0 0 0,0-1 0 0 0,-1-21 0 0 0,0 27-3 0 0,-1 1-1 0 0,0 0 1 0 0,0 0-1 0 0,0 0 0 0 0,0 0 1 0 0,0 0-1 0 0,-1 0 1 0 0,1 0-1 0 0,-1 1 1 0 0,0-1-1 0 0,-1 1 0 0 0,1-1 1 0 0,-1 1-1 0 0,1 0 1 0 0,-1-1-1 0 0,0 1 0 0 0,0 1 1 0 0,0-1-1 0 0,0 0 1 0 0,-1 1-1 0 0,1 0 0 0 0,-1-1 1 0 0,0 1-1 0 0,1 1 1 0 0,-1-1-1 0 0,0 1 1 0 0,0-1-1 0 0,-5 0 0 0 0,2 1-1 0 0,0 0-1 0 0,0 0 0 0 0,0 1 0 0 0,0 0 1 0 0,0 0-1 0 0,0 0 0 0 0,0 1 0 0 0,0 0 0 0 0,0 1 1 0 0,0 0-1 0 0,1 0 0 0 0,-1 0 0 0 0,0 1 1 0 0,1 0-1 0 0,-11 6 0 0 0,6-1-2 0 0,0-1 0 0 0,0 2-1 0 0,1-1 1 0 0,-15 17 0 0 0,23-22 4 0 0,0-1-1 0 0,0 0 1 0 0,0 0 0 0 0,0 1 0 0 0,0-1-1 0 0,1 1 1 0 0,-1 0 0 0 0,1 0 0 0 0,0-1-1 0 0,0 1 1 0 0,0 0 0 0 0,0 0 0 0 0,0 0-1 0 0,1 0 1 0 0,-1 0 0 0 0,1 0 0 0 0,0 0-1 0 0,0 0 1 0 0,0 0 0 0 0,0 0 0 0 0,0 0-1 0 0,1 0 1 0 0,0 0 0 0 0,-1 0 0 0 0,1 0-1 0 0,2 5 1 0 0,-1-6 3 0 0,0 0-1 0 0,0 0 1 0 0,-1 0 0 0 0,1 0-1 0 0,1 0 1 0 0,-1-1 0 0 0,0 1-1 0 0,0 0 1 0 0,1-1 0 0 0,-1 0-1 0 0,1 1 1 0 0,-1-1 0 0 0,1 0-1 0 0,-1-1 1 0 0,1 1 0 0 0,0 0-1 0 0,0-1 1 0 0,-1 1 0 0 0,7-1-1 0 0,0 1 8 0 0,0-1-1 0 0,0 0 1 0 0,0-1-1 0 0,17-3 0 0 0,7-6 5 0 0,-2-1 0 0 0,1-1-1 0 0,33-19 1 0 0,-33 15-10 0 0,0 2 1 0 0,59-18-1 0 0,-88 31-4 0 0,0 0 0 0 0,0 0-1 0 0,0 1 1 0 0,0 0 0 0 0,0-1 0 0 0,0 1-1 0 0,0 0 1 0 0,0 0 0 0 0,0 1 0 0 0,0-1-1 0 0,0 1 1 0 0,0-1 0 0 0,0 1 0 0 0,0 0-1 0 0,-1 0 1 0 0,1 1 0 0 0,0-1 0 0 0,0 0-1 0 0,-1 1 1 0 0,1-1 0 0 0,-1 1 0 0 0,1 0-1 0 0,-1 0 1 0 0,0 0 0 0 0,0 0 0 0 0,4 5-1 0 0,-2-1 14 0 0,-1 0-1 0 0,1 0 0 0 0,-1 1 1 0 0,0 0-1 0 0,-1-1 1 0 0,0 1-1 0 0,0 0 0 0 0,0 0 1 0 0,-1 0-1 0 0,1 11 0 0 0,-2 3 271 0 0,0-1-1 0 0,-1 1 0 0 0,-2 0 0 0 0,0 0 1 0 0,-1-1-1 0 0,-1 0 0 0 0,0 0 0 0 0,-2 0 0 0 0,-17 35 1 0 0,23-54-259 0 0,1-1 0 0 0,0 1 0 0 0,-1-1 0 0 0,1 1 0 0 0,0-1 1 0 0,-1 1-1 0 0,1-1 0 0 0,0 0 0 0 0,-1 1 0 0 0,1-1 0 0 0,-1 0 1 0 0,1 0-1 0 0,-1 1 0 0 0,1-1 0 0 0,-1 0 0 0 0,1 0 0 0 0,-1 0 0 0 0,1 1 1 0 0,-1-1-1 0 0,1 0 0 0 0,-1 0 0 0 0,1 0 0 0 0,-1 0 0 0 0,0 0 1 0 0,1 0-1 0 0,-1 0 0 0 0,1 0 0 0 0,-1 0 0 0 0,1 0 0 0 0,-1-1 0 0 0,1 1 1 0 0,-1 0-1 0 0,1 0 0 0 0,-1 0 0 0 0,1-1 0 0 0,-1 1 0 0 0,1 0 1 0 0,-1 0-1 0 0,1-1 0 0 0,-1 1 0 0 0,1-1 0 0 0,0 1 0 0 0,-1 0 1 0 0,1-1-1 0 0,0 1 0 0 0,-1-1 0 0 0,1 1 0 0 0,0-1 0 0 0,0 1 0 0 0,-1-1 1 0 0,1 0-1 0 0,1-14-6 0 0,0-1 1 0 0,1 1 0 0 0,1 0-1 0 0,1 0 1 0 0,0 0 0 0 0,1 0 0 0 0,0 0-1 0 0,1 1 1 0 0,1 0 0 0 0,15-22-1 0 0,-9 16-33 0 0,1 0-1 0 0,1 2 0 0 0,1-1 1 0 0,0 2-1 0 0,2 0 0 0 0,27-20 1 0 0,-33 29-375 0 0,0 0 0 0 0,1 1 0 0 0,0 1 0 0 0,1 0 0 0 0,0 0 0 0 0,-1 1 0 0 0,18-3 0 0 0,14-1-3731 0 0,0 5-3606 0 0,-28 4 2053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48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105 158 1392 0 0,'-88'-24'13379'0'0,"86"23"-12798"0"0,-4-1 163 0 0,6 2-723 0 0,0 1-1 0 0,0-1 0 0 0,-1 0 1 0 0,1 0-1 0 0,0 0 0 0 0,0 0 1 0 0,-1 0-1 0 0,1 0 0 0 0,0 0 1 0 0,0 0-1 0 0,-1 0 0 0 0,1 0 1 0 0,0 0-1 0 0,0 0 0 0 0,-1 0 1 0 0,1 0-1 0 0,0 0 0 0 0,0 0 1 0 0,-1 0-1 0 0,1 0 0 0 0,0-1 1 0 0,0 1-1 0 0,-1 0 0 0 0,1 0 1 0 0,0 0-1 0 0,0 0 0 0 0,0 0 1 0 0,-1-1-1 0 0,1 1 0 0 0,0 0 1 0 0,0 0-1 0 0,0 0 0 0 0,0 0 0 0 0,0-1 1 0 0,-1 1-1 0 0,1 0 0 0 0,0 0 1 0 0,0-1-1 0 0,0 1 0 0 0,0 0 1 0 0,0 0-1 0 0,0-1 0 0 0,0 1 1 0 0,0 0-1 0 0,0 0 0 0 0,0-1 1 0 0,0 1-1 0 0,0 0 0 0 0,0 0 1 0 0,0-1-1 0 0,0 1 0 0 0,0 0 1 0 0,0 0-1 0 0,0 0 0 0 0,0-1 1 0 0,0 1-1 0 0,0 0 0 0 0,0 0 1 0 0,0-1-1 0 0,1 1 0 0 0,-1 0 1 0 0,0 0-1 0 0,0 0 0 0 0,1-1 1 0 0,1-1 27 0 0,1-1 0 0 0,0 1 0 0 0,0 0 0 0 0,0 0 0 0 0,0 0 0 0 0,0 0 0 0 0,0 0 0 0 0,1 1 0 0 0,-1 0 0 0 0,1-1 0 0 0,5 0 0 0 0,6-3 44 0 0,51-18 71 0 0,1 3 0 0 0,127-21-1 0 0,-193 41-161 0 0,-1 0-1 0 0,1 0 0 0 0,0 0 1 0 0,-1 0-1 0 0,1 0 0 0 0,0 0 1 0 0,-1 0-1 0 0,1 0 0 0 0,-1 0 1 0 0,1 0-1 0 0,0 0 0 0 0,-1 1 1 0 0,1-1-1 0 0,-1 0 0 0 0,1 0 1 0 0,0 1-1 0 0,-1-1 0 0 0,1 0 1 0 0,-1 1-1 0 0,1-1 0 0 0,-1 0 1 0 0,1 1-1 0 0,-1-1 0 0 0,1 1 1 0 0,-1-1-1 0 0,0 1 0 0 0,1-1 1 0 0,-1 1-1 0 0,0-1 0 0 0,1 1 1 0 0,-1-1-1 0 0,0 1 0 0 0,0-1 1 0 0,1 1-1 0 0,-1 0 0 0 0,0-1 1 0 0,0 1-1 0 0,0 0 0 0 0,0-1 1 0 0,0 2-1 0 0,-3 23-2 0 0,-3-8-5 0 0,-1-1-1 0 0,-1-1 1 0 0,-1 0-1 0 0,-20 27 0 0 0,-50 53 2 0 0,48-61 18 0 0,-37 41 55 0 0,-42 50 57 0 0,109-124-119 0 0,0 0-1 0 0,0 0 1 0 0,0 1-1 0 0,1-1 0 0 0,-1 0 1 0 0,0 1-1 0 0,0-1 1 0 0,1 1-1 0 0,-1-1 1 0 0,1 0-1 0 0,-1 1 1 0 0,1-1-1 0 0,0 1 1 0 0,0 0-1 0 0,-1-1 1 0 0,1 1-1 0 0,0-1 1 0 0,0 1-1 0 0,1-1 1 0 0,-1 2-1 0 0,1-1 6 0 0,0 0 0 0 0,0 0 0 0 0,0-1-1 0 0,0 1 1 0 0,0-1 0 0 0,0 1 0 0 0,1-1-1 0 0,-1 1 1 0 0,1-1 0 0 0,-1 0 0 0 0,1 0-1 0 0,-1 0 1 0 0,1 0 0 0 0,0 0 0 0 0,-1 0-1 0 0,3 1 1 0 0,27 12 198 0 0,34 10-1 0 0,-42-17-110 0 0,-1 1-1 0 0,0 2 0 0 0,0 0 1 0 0,23 15-1 0 0,-33-17-26 0 0,0 1 1 0 0,-1 0 0 0 0,0 1-1 0 0,0 0 1 0 0,-2 0 0 0 0,1 1-1 0 0,-1 1 1 0 0,-1 0-1 0 0,0 0 1 0 0,9 18 0 0 0,-12-20 44 0 0,-1 1 0 0 0,-1-1 0 0 0,0 1 0 0 0,0 0 0 0 0,-1 0 0 0 0,0 0 0 0 0,-1 0 0 0 0,0 0 0 0 0,-1 0 0 0 0,0 0 0 0 0,-1 0 0 0 0,0 0 1 0 0,-1 0-1 0 0,-4 13 0 0 0,2-9 142 0 0,-1 0 1 0 0,-1-1-1 0 0,0 1 1 0 0,-1-1-1 0 0,-1-1 1 0 0,0 0-1 0 0,-1 0 1 0 0,0 0-1 0 0,-18 18 1 0 0,20-24-154 0 0,1-1 0 0 0,-1 1 0 0 0,-1-2 1 0 0,1 1-1 0 0,-1-1 0 0 0,0 0 0 0 0,0 0 0 0 0,-1-1 0 0 0,1 0 1 0 0,-1-1-1 0 0,0 0 0 0 0,0 0 0 0 0,0-1 0 0 0,0 0 1 0 0,0-1-1 0 0,0 0 0 0 0,-13 0 0 0 0,18-1-86 0 0,1 0 0 0 0,-1 0-1 0 0,0-1 1 0 0,1 1 0 0 0,-1-1 0 0 0,0 0-1 0 0,1 0 1 0 0,-1-1 0 0 0,1 1 0 0 0,-1 0-1 0 0,1-1 1 0 0,0 0 0 0 0,0 0 0 0 0,0 0-1 0 0,0 0 1 0 0,0-1 0 0 0,0 1 0 0 0,0-1-1 0 0,1 0 1 0 0,-1 1 0 0 0,1-1 0 0 0,0 0-1 0 0,0-1 1 0 0,0 1 0 0 0,0 0 0 0 0,1 0-1 0 0,-1-1 1 0 0,-1-6 0 0 0,1 2-10 0 0,1 1 0 0 0,0-1 0 0 0,0 0 1 0 0,1 1-1 0 0,0-1 0 0 0,1 0 0 0 0,-1 1 0 0 0,2-1 1 0 0,-1 1-1 0 0,1-1 0 0 0,0 1 0 0 0,0 0 0 0 0,5-9 1 0 0,8-15 28 0 0,2 1 0 0 0,1 1 0 0 0,2 0 0 0 0,0 2 0 0 0,42-43 1 0 0,134-111-339 0 0,-189 175 275 0 0,78-65-351 0 0,108-101-814 0 0,-174 152 1027 0 0,-1 0 0 0 0,-1-2 0 0 0,-1 0 1 0 0,0-1-1 0 0,-2 0 0 0 0,-1-1 1 0 0,13-34-1 0 0,-22 48 101 0 0,0 0 0 0 0,0 0 0 0 0,-1 0 0 0 0,-1 0 0 0 0,0-1-1 0 0,0 1 1 0 0,-1-1 0 0 0,0 1 0 0 0,-1-21 0 0 0,0 30 56 0 0,0 1 1 0 0,0-1-1 0 0,0 1 0 0 0,-1-1 1 0 0,1 1-1 0 0,0-1 0 0 0,0 1 1 0 0,0-1-1 0 0,0 1 0 0 0,-1-1 1 0 0,1 1-1 0 0,0-1 0 0 0,0 1 1 0 0,-1 0-1 0 0,1-1 0 0 0,0 1 0 0 0,-1-1 1 0 0,1 1-1 0 0,0 0 0 0 0,-1-1 1 0 0,1 1-1 0 0,-1 0 0 0 0,1-1 1 0 0,-1 1-1 0 0,1 0 0 0 0,-1 0 1 0 0,1 0-1 0 0,0-1 0 0 0,-1 1 1 0 0,1 0-1 0 0,-2 0 0 0 0,1 0 1 0 0,0 0 0 0 0,0 0 0 0 0,-1 1 1 0 0,1-1-1 0 0,0 1 0 0 0,0-1 0 0 0,-1 1 0 0 0,1-1 0 0 0,0 1 0 0 0,0-1 0 0 0,0 1 0 0 0,-1 1 1 0 0,-28 28-39 0 0,29-30 38 0 0,-9 14-2 0 0,1-1-1 0 0,0 1 1 0 0,0 1-1 0 0,-9 22 1 0 0,-21 67 43 0 0,34-89-35 0 0,-9 26-5 0 0,-10 46 0 0 0,21-72-11 0 0,1 0-1 0 0,0 0 1 0 0,1 0 0 0 0,1 0-1 0 0,0 1 1 0 0,4 25-1 0 0,-4-38 20 0 0,1 1-1 0 0,0-1 0 0 0,0 1 1 0 0,0-1-1 0 0,0 0 1 0 0,1 1-1 0 0,-1-1 0 0 0,1 0 1 0 0,0 0-1 0 0,0 0 1 0 0,0 0-1 0 0,0 0 1 0 0,1 0-1 0 0,-1-1 0 0 0,1 1 1 0 0,-1-1-1 0 0,1 0 1 0 0,4 3-1 0 0,-2-3 3 0 0,0 1-1 0 0,0-1 1 0 0,1 0 0 0 0,-1 0-1 0 0,1-1 1 0 0,-1 0-1 0 0,1 0 1 0 0,0 0 0 0 0,0 0-1 0 0,7-1 1 0 0,8-2 2 0 0,0 0 0 0 0,-1-1 0 0 0,0-2 0 0 0,0 0 0 0 0,25-9 0 0 0,-23 5-17 0 0,0-1-1 0 0,-1-1 0 0 0,0 0 0 0 0,-1-2 1 0 0,0 0-1 0 0,-1-2 0 0 0,-1 0 0 0 0,0-1 1 0 0,-1 0-1 0 0,-1-2 0 0 0,0 0 0 0 0,-2-1 1 0 0,0 0-1 0 0,-1-1 0 0 0,-1 0 0 0 0,0-1 0 0 0,-2-1 1 0 0,-1 0-1 0 0,12-39 0 0 0,-19 54 6 0 0,-1-1 0 0 0,0 0 0 0 0,0 1-1 0 0,-1-1 1 0 0,0 0 0 0 0,0 0 0 0 0,-1 1 0 0 0,0-1 0 0 0,-2-11 0 0 0,2 16-3 0 0,-1-1 1 0 0,1 1-1 0 0,0-1 1 0 0,-1 1 0 0 0,0 0-1 0 0,1 0 1 0 0,-1 0-1 0 0,-1 0 1 0 0,1 0 0 0 0,0 0-1 0 0,-1 0 1 0 0,1 1 0 0 0,-1-1-1 0 0,0 1 1 0 0,0 0-1 0 0,0 0 1 0 0,0 0 0 0 0,0 0-1 0 0,0 0 1 0 0,-7-2-1 0 0,4 4-3 0 0,5 0 11 0 0,-1 0-1 0 0,0 1 1 0 0,0-1-1 0 0,0 0 1 0 0,0 1-1 0 0,1 0 1 0 0,-1-1-1 0 0,0 1 1 0 0,1 0-1 0 0,-1 0 1 0 0,0 0-1 0 0,1 0 1 0 0,-1 0-1 0 0,1 0 1 0 0,0 0-1 0 0,-1 1 1 0 0,1-1-1 0 0,0 0 1 0 0,0 1-1 0 0,0-1 1 0 0,0 1-1 0 0,0 0 1 0 0,0-1-1 0 0,0 1 1 0 0,0 0-1 0 0,1-1 1 0 0,-1 1-1 0 0,1 0 1 0 0,-1 0-1 0 0,1 0 1 0 0,0-1-1 0 0,-1 1 1 0 0,1 4-1 0 0,1-2 4 0 0,-1 0 0 0 0,1 0 0 0 0,0 0 1 0 0,1 0-1 0 0,-1 0 0 0 0,0 0 0 0 0,1 0 0 0 0,0 0 0 0 0,0 0 0 0 0,4 5 0 0 0,0-3-1 0 0,0-1-1 0 0,0 1 0 0 0,0-1 1 0 0,1 0-1 0 0,-1-1 0 0 0,1 0 1 0 0,0 0-1 0 0,0 0 0 0 0,1-1 1 0 0,-1 0-1 0 0,1 0 0 0 0,-1-1 1 0 0,1 0-1 0 0,13 1 0 0 0,3 1-81 0 0,1-2 0 0 0,-1-1-1 0 0,38-3 1 0 0,-49 2 42 0 0,0-2 0 0 0,0 0 1 0 0,-1-1-1 0 0,1 0 0 0 0,19-7 0 0 0,-27 7 30 0 0,1 1-1 0 0,-1-1 1 0 0,1 0-1 0 0,-1-1 1 0 0,0 1-1 0 0,0-1 1 0 0,0 0-1 0 0,-1 0 1 0 0,1-1 0 0 0,-1 1-1 0 0,0-1 1 0 0,-1 0-1 0 0,6-9 1 0 0,-5 7 34 0 0,-3 5-28 0 0,0 1 1 0 0,0 0 0 0 0,0 0 0 0 0,0 0-1 0 0,-1 0 1 0 0,1-1 0 0 0,-1 1 0 0 0,1 0 0 0 0,-1-1-1 0 0,1 1 1 0 0,-1 0 0 0 0,0-1 0 0 0,1 1-1 0 0,-1 0 1 0 0,0-1 0 0 0,0 1 0 0 0,0-1-1 0 0,0 1 1 0 0,0 0 0 0 0,-1-1 0 0 0,1 1 0 0 0,0 0-1 0 0,-1-1 1 0 0,1 1 0 0 0,-1-2 0 0 0,0 1-5 0 0,-2 3 6 0 0,1-1-1 0 0,0 1 0 0 0,0-1 0 0 0,0 1 0 0 0,0 0 1 0 0,0 0-1 0 0,-1 0 0 0 0,2 0 0 0 0,-1 1 0 0 0,0-1 0 0 0,0 0 1 0 0,0 1-1 0 0,1-1 0 0 0,-4 4 0 0 0,-19 26-6 0 0,-6 18 8 0 0,-30 66-1 0 0,50-92 12 0 0,1 1 0 0 0,1-1-1 0 0,1 1 1 0 0,1 1-1 0 0,-4 35 1 0 0,9-56-3 0 0,1 1 0 0 0,0-1 0 0 0,0 0 0 0 0,0 1 0 0 0,0-1 0 0 0,1 0 0 0 0,-1 0 0 0 0,1 1 0 0 0,0-1 0 0 0,1 0 0 0 0,-1 0 0 0 0,1 0 0 0 0,0 0 0 0 0,0 0 0 0 0,2 3 0 0 0,-1-4-1 0 0,-1 0 0 0 0,1-1 1 0 0,0 1-1 0 0,0-1 0 0 0,0 1 0 0 0,0-1 0 0 0,1 0 0 0 0,-1 0 0 0 0,0-1 0 0 0,1 1 0 0 0,0-1 0 0 0,-1 1 0 0 0,1-1 0 0 0,0 0 0 0 0,-1-1 0 0 0,9 2 0 0 0,2-1-10 0 0,0 0 0 0 0,0-1 0 0 0,0-1 0 0 0,0 0 0 0 0,0-1 0 0 0,0 0 0 0 0,0-1 0 0 0,-1-1 0 0 0,16-5 0 0 0,-12 2-5 0 0,0-2 1 0 0,0 1 0 0 0,-1-2-1 0 0,0 0 1 0 0,0-1-1 0 0,16-15 1 0 0,-8 3-3 0 0,-1-1 0 0 0,-2-1 1 0 0,0-1-1 0 0,-1-1 0 0 0,-2-1 0 0 0,-1 0 1 0 0,20-46-1 0 0,-31 62 9 0 0,-2-2 0 0 0,1 1 0 0 0,3-20 0 0 0,-9 30-14 0 0,-4-3 10 0 0,5 6 4 0 0,-1 0 0 0 0,1 0 0 0 0,0 0 1 0 0,-1-1-1 0 0,1 1 0 0 0,-1 0 0 0 0,1 0 0 0 0,0 0 1 0 0,-1 0-1 0 0,1 0 0 0 0,-1 0 0 0 0,1 0 0 0 0,0 0 1 0 0,-1 0-1 0 0,1 0 0 0 0,-1 0 0 0 0,1 0 0 0 0,0 0 1 0 0,-1 0-1 0 0,1 0 0 0 0,-1 1 0 0 0,1-1 0 0 0,0 0 1 0 0,-1 0-1 0 0,1 0 0 0 0,0 1 0 0 0,-1-1 0 0 0,1 0 1 0 0,-1 1-1 0 0,-9 7-8 0 0,2 2 14 0 0,0 1-1 0 0,0 1 0 0 0,1-1 0 0 0,0 1 0 0 0,-7 20 1 0 0,-19 66 130 0 0,26-72-84 0 0,-4 27-1 0 0,10-45-24 0 0,0 0 1 0 0,0 0-1 0 0,1 1 0 0 0,0-1 0 0 0,1 0 0 0 0,0 0 0 0 0,3 15 0 0 0,-3-21-15 0 0,0 1-1 0 0,0-1 1 0 0,0 1-1 0 0,1 0 1 0 0,-1-1-1 0 0,1 0 1 0 0,-1 1-1 0 0,1-1 0 0 0,0 0 1 0 0,0 0-1 0 0,0 0 1 0 0,0 0-1 0 0,0 0 1 0 0,5 2-1 0 0,-2-1 1 0 0,1 0 0 0 0,-1-1-1 0 0,0 0 1 0 0,1 0 0 0 0,-1-1 0 0 0,12 3 0 0 0,2-3 15 0 0,-1 0 0 0 0,1-1 0 0 0,28-3 0 0 0,-26 1-5 0 0,0-2-1 0 0,0 0 1 0 0,0-1-1 0 0,-1-1 0 0 0,1-1 1 0 0,-1-1-1 0 0,-1-1 1 0 0,0-1-1 0 0,31-20 1 0 0,-38 22-23 0 0,0-2 0 0 0,-1 1 1 0 0,0-1-1 0 0,0-1 0 0 0,-1 0 1 0 0,-1 0-1 0 0,0-1 0 0 0,-1 0 1 0 0,0-1-1 0 0,0 0 1 0 0,-2 0-1 0 0,1 0 0 0 0,-2-1 1 0 0,8-27-1 0 0,-12 37-3 0 0,0-1 1 0 0,0 1-1 0 0,-1-1 1 0 0,1 1-1 0 0,-1-1 1 0 0,0 0-1 0 0,-1 1 1 0 0,1-1-1 0 0,-1 0 1 0 0,0 1-1 0 0,0-1 1 0 0,0 1-1 0 0,-1-1 1 0 0,1 1-1 0 0,-1 0 1 0 0,0 0-1 0 0,0-1 1 0 0,-1 1-1 0 0,1 1 1 0 0,-5-6-1 0 0,3 5 3 0 0,-1-1 0 0 0,0 1-1 0 0,1 0 1 0 0,-2 1 0 0 0,1-1-1 0 0,0 1 1 0 0,-1 0 0 0 0,1 0-1 0 0,-1 1 1 0 0,0-1 0 0 0,0 1-1 0 0,0 1 1 0 0,0-1 0 0 0,-10 0-1 0 0,-4 0-53 0 0,0 1 0 0 0,1 1 0 0 0,-1 1 0 0 0,1 1 0 0 0,-36 7 0 0 0,39-6-491 0 0,1 2-1 0 0,0-1 0 0 0,0 2 0 0 0,1 0 0 0 0,0 1 1 0 0,0 0-1 0 0,-21 15 0 0 0,30-18 80 0 0,1 0 0 0 0,-1 0 0 0 0,1 0 1 0 0,-6 8-1 0 0,9-10 19 0 0,-1-1 0 0 0,1 1 0 0 0,0 0 0 0 0,0 0 0 0 0,1-1 0 0 0,-1 1 0 0 0,0 0-1 0 0,1 0 1 0 0,-1 0 0 0 0,1 0 0 0 0,-1 0 0 0 0,1 0 0 0 0,0 0 0 0 0,0 0 0 0 0,0 0 0 0 0,0 0 0 0 0,1 3 0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49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0 139 2568 0 0,'4'-21'2640'0'0,"-1"3"642"0"0,0 0 0 0 0,10-30 1 0 0,-12 48-3260 0 0,-1-1 0 0 0,0 1 0 0 0,0 0 0 0 0,1-1-1 0 0,-1 1 1 0 0,0-1 0 0 0,1 1 0 0 0,-1 0 0 0 0,0-1 0 0 0,1 1 0 0 0,-1 0 0 0 0,0 0 0 0 0,1-1 0 0 0,-1 1 0 0 0,1 0 0 0 0,-1 0 0 0 0,0-1 0 0 0,1 1 0 0 0,-1 0 0 0 0,1 0 0 0 0,-1 0 0 0 0,1 0 0 0 0,-1 0-1 0 0,1 0 1 0 0,-1 0 0 0 0,1 0 0 0 0,-1 0 0 0 0,1 0 0 0 0,-1 0 0 0 0,1 0 0 0 0,-1 0 0 0 0,1 0 0 0 0,-1 0 0 0 0,1 0 0 0 0,-1 1 0 0 0,0-1 0 0 0,2 0 0 0 0,13 11 213 0 0,-7-2-157 0 0,-1 1 0 0 0,-1-1-1 0 0,0 1 1 0 0,0 1-1 0 0,-1-1 1 0 0,6 17-1 0 0,19 72 171 0 0,-20-61-179 0 0,35 139 380 0 0,-45-176-442 0 0,0 0 1 0 0,0-1-1 0 0,0 1 0 0 0,0 0 0 0 0,1 0 1 0 0,-1-1-1 0 0,0 1 0 0 0,0 0 0 0 0,1-1 1 0 0,-1 1-1 0 0,0 0 0 0 0,1-1 0 0 0,-1 1 0 0 0,1-1 1 0 0,-1 1-1 0 0,1 0 0 0 0,-1-1 0 0 0,1 1 1 0 0,-1-1-1 0 0,1 1 0 0 0,0-1 0 0 0,-1 0 0 0 0,1 1 1 0 0,0-1-1 0 0,-1 0 0 0 0,1 1 0 0 0,1-1 1 0 0,-1 0-5 0 0,0 0 1 0 0,0 0 0 0 0,0 0 0 0 0,0-1-1 0 0,0 1 1 0 0,0 0 0 0 0,1-1-1 0 0,-1 1 1 0 0,0-1 0 0 0,0 1 0 0 0,0-1-1 0 0,0 0 1 0 0,0 1 0 0 0,-1-1 0 0 0,2-1-1 0 0,4-3 9 0 0,-1-1-1 0 0,0 0 0 0 0,8-11 1 0 0,33-65 6 0 0,-37 62-15 0 0,2 0 1 0 0,0 1-1 0 0,1 0 1 0 0,1 1-1 0 0,0 1 1 0 0,26-26-1 0 0,-33 38-4 0 0,-1 1 0 0 0,1 0 0 0 0,0 0 0 0 0,0 1 0 0 0,1 0 0 0 0,-1 0 0 0 0,1 1 0 0 0,-1-1 0 0 0,1 2 0 0 0,0-1 0 0 0,0 1 0 0 0,12-2 0 0 0,5 3 0 0 0,-1 0 0 0 0,36 6 0 0 0,-39-4 1 0 0,1 0-1 0 0,-1-1 1 0 0,38-3 0 0 0,-45 0 0 0 0,0 0 0 0 0,1-1 1 0 0,-1 0-1 0 0,-1-1 0 0 0,20-9 0 0 0,-27 10 2 0 0,-1 1-1 0 0,1-1 0 0 0,-1 0 1 0 0,0 0-1 0 0,0-1 0 0 0,0 1 0 0 0,0-1 1 0 0,0 0-1 0 0,-1 0 0 0 0,0 0 1 0 0,0-1-1 0 0,0 1 0 0 0,0-1 0 0 0,-1 1 1 0 0,0-1-1 0 0,0 0 0 0 0,2-6 1 0 0,-4 9-6 0 0,1 0 1 0 0,-1 0-1 0 0,1 0 1 0 0,-1 0 0 0 0,0 0-1 0 0,0 0 1 0 0,0 0-1 0 0,0 0 1 0 0,0 0 0 0 0,0 0-1 0 0,0-1 1 0 0,-2-1-1 0 0,2 3 1 0 0,-1 0 0 0 0,1 0 1 0 0,-1 0-1 0 0,1 0 0 0 0,-1 0 0 0 0,0 0 0 0 0,0 1 0 0 0,1-1 0 0 0,-1 0 0 0 0,0 1 0 0 0,0-1 0 0 0,0 0 0 0 0,0 1 0 0 0,0-1 0 0 0,0 1 0 0 0,0-1 0 0 0,0 1 0 0 0,0 0 1 0 0,0-1-1 0 0,0 1 0 0 0,0 0 0 0 0,0 0 0 0 0,0 0 0 0 0,0 0 0 0 0,0 0 0 0 0,0 0 0 0 0,0 0 0 0 0,0 0 0 0 0,-1 0 0 0 0,1 0 0 0 0,-1 1 0 0 0,-11 2 1 0 0,0 1 0 0 0,0 0 0 0 0,1 1 0 0 0,-1 0 0 0 0,1 1-1 0 0,1 0 1 0 0,-1 1 0 0 0,1 0 0 0 0,0 1 0 0 0,0 0 0 0 0,1 1-1 0 0,-15 17 1 0 0,9-9-4 0 0,1 1 0 0 0,0 1 1 0 0,2 0-1 0 0,0 0 0 0 0,1 2 0 0 0,-15 35 0 0 0,25-51 13 0 0,0 0-1 0 0,1 1 1 0 0,-1-1-1 0 0,1 0 1 0 0,0 1 0 0 0,1-1-1 0 0,-1 1 1 0 0,1-1-1 0 0,0 1 1 0 0,1-1 0 0 0,-1 1-1 0 0,1-1 1 0 0,1 6 0 0 0,-1-8-17 0 0,1 1 1 0 0,-1-1-1 0 0,0 0 1 0 0,1 0-1 0 0,0 0 1 0 0,0 0 0 0 0,0 0-1 0 0,0 0 1 0 0,0 0-1 0 0,1-1 1 0 0,-1 1-1 0 0,1-1 1 0 0,0 0 0 0 0,-1 0-1 0 0,1 0 1 0 0,0 0-1 0 0,0 0 1 0 0,1 0 0 0 0,-1-1-1 0 0,0 0 1 0 0,4 2-1 0 0,9 1-621 0 0,0 0-1 0 0,0-2 0 0 0,0 1 0 0 0,1-2 1 0 0,-1 0-1 0 0,27-3 0 0 0,-12-1-2530 0 0,31-7-1 0 0,-20 0-1414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50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259 791 1884 0 0,'0'-7'1650'0'0,"0"2"-637"0"0,0 0 0 0 0,0 0 0 0 0,0 0 0 0 0,-1 0 1 0 0,-1-7-1 0 0,2 11-907 0 0,-1 0 0 0 0,1 0 0 0 0,0 0 0 0 0,-1 0 1 0 0,1 0-1 0 0,-1 0 0 0 0,0 0 0 0 0,1 0 0 0 0,-1 0 0 0 0,1 0 1 0 0,-1 0-1 0 0,0 1 0 0 0,0-1 0 0 0,0 0 0 0 0,1 0 0 0 0,-1 1 1 0 0,0-1-1 0 0,0 1 0 0 0,0-1 0 0 0,0 1 0 0 0,0-1 0 0 0,0 1 1 0 0,0-1-1 0 0,0 1 0 0 0,0 0 0 0 0,0 0 0 0 0,0-1 1 0 0,-1 1-1 0 0,1 0 0 0 0,0 0 0 0 0,0 0 0 0 0,0 0 0 0 0,-1 1 1 0 0,-4-1 106 0 0,1 1 1 0 0,-1 1 0 0 0,1-1 0 0 0,0 1 0 0 0,-1 0 0 0 0,1 0 0 0 0,0 1 0 0 0,0-1 0 0 0,0 1 0 0 0,-6 5-1 0 0,2-1 85 0 0,0 1-1 0 0,1 0 1 0 0,0 1-1 0 0,-11 14 1 0 0,4 0 74 0 0,1 0 0 0 0,1 0 0 0 0,-17 42 0 0 0,26-56-309 0 0,-5 13 151 0 0,-10 39 1 0 0,17-55-182 0 0,1-1 0 0 0,0 1 0 0 0,0 0-1 0 0,1-1 1 0 0,0 1 0 0 0,0 0 0 0 0,0 0 0 0 0,0-1 0 0 0,1 1 0 0 0,0 0 0 0 0,0-1 0 0 0,4 11 0 0 0,-3-14-22 0 0,-1 1-1 0 0,1 0 1 0 0,0-1-1 0 0,0 1 1 0 0,1-1 0 0 0,-1 0-1 0 0,0 0 1 0 0,1 0-1 0 0,-1 0 1 0 0,1 0 0 0 0,0 0-1 0 0,0-1 1 0 0,-1 0-1 0 0,1 1 1 0 0,0-1-1 0 0,0 0 1 0 0,0 0 0 0 0,1 0-1 0 0,-1-1 1 0 0,0 1-1 0 0,0-1 1 0 0,0 0 0 0 0,0 0-1 0 0,1 0 1 0 0,4-1-1 0 0,7 0-67 0 0,-1-1-1 0 0,0 0 1 0 0,0-1-1 0 0,19-7 0 0 0,-7 0-394 0 0,0 0 0 0 0,-1-2 0 0 0,0-1 0 0 0,-1-1 0 0 0,-1 0-1 0 0,35-30 1 0 0,-29 18-557 0 0,-1-1-1 0 0,-2-1 1 0 0,0-1-1 0 0,25-40 1 0 0,-17 16-515 0 0,-2-1 0 0 0,41-98 0 0 0,-8-26 1633 0 0,-47 122 1018 0 0,13-75 1 0 0,-27 109-432 0 0,-1-1 1 0 0,-2 1-1 0 0,0-1 0 0 0,-1 1 0 0 0,-1 0 1 0 0,-6-36-1 0 0,7 56-659 0 0,0 1-1 0 0,-1 0 1 0 0,1 0-1 0 0,0 0 1 0 0,0 0 0 0 0,0 0-1 0 0,-1 0 1 0 0,1 0-1 0 0,0 0 1 0 0,-1 0-1 0 0,1 0 1 0 0,-1 0 0 0 0,1 1-1 0 0,-1-1 1 0 0,0 0-1 0 0,1 0 1 0 0,-1 0 0 0 0,0 1-1 0 0,0-1 1 0 0,1 0-1 0 0,-1 1 1 0 0,0-1 0 0 0,0 0-1 0 0,0 1 1 0 0,-1-1-1 0 0,1 1 9 0 0,0 0 0 0 0,-1 0 0 0 0,1 0 0 0 0,0 1 0 0 0,0-1 0 0 0,0 0 0 0 0,0 1 0 0 0,0-1 0 0 0,0 1 0 0 0,0-1 0 0 0,0 1 0 0 0,0 0 0 0 0,0-1 0 0 0,0 1 0 0 0,0 0 0 0 0,0 0 0 0 0,0 0 0 0 0,0 1 0 0 0,-5 5 200 0 0,0 0 0 0 0,1 0 0 0 0,0 1 0 0 0,-5 11 0 0 0,-12 32 791 0 0,2 1 0 0 0,-16 71-1 0 0,-14 113 1125 0 0,29-128-1377 0 0,12-63-513 0 0,-12 52 230 0 0,-7 111-1 0 0,27-199-488 0 0,1-1 0 0 0,0 1 0 0 0,0 0-1 0 0,1 0 1 0 0,0-1 0 0 0,0 1 0 0 0,1-1-1 0 0,1 1 1 0 0,4 11 0 0 0,-5-16-52 0 0,0 0 0 0 0,0 0 0 0 0,1 0 0 0 0,0 0 0 0 0,0 0 0 0 0,0-1 0 0 0,0 0 0 0 0,1 1 0 0 0,-1-1 0 0 0,1 0 0 0 0,0 0 0 0 0,0-1 0 0 0,0 1 0 0 0,0-1 0 0 0,0 0 0 0 0,0 0 0 0 0,1 0 0 0 0,-1-1 0 0 0,6 2-1 0 0,-1-1-177 0 0,0-1 0 0 0,0 1 0 0 0,0-1 0 0 0,0-1-1 0 0,0 0 1 0 0,0 0 0 0 0,0-1 0 0 0,0 0-1 0 0,0 0 1 0 0,15-5 0 0 0,-10 1-70 0 0,-1 0 1 0 0,0-1 0 0 0,-1 0-1 0 0,1-1 1 0 0,-1 0 0 0 0,15-13-1 0 0,-5 2-21 0 0,-1-2 0 0 0,-1 0 0 0 0,-1-2 0 0 0,-1 0 1 0 0,-1-1-1 0 0,19-31 0 0 0,-19 24 627 0 0,-2 0 1 0 0,-1-2 0 0 0,-1 1 0 0 0,15-56 0 0 0,-28 85-223 0 0,-6 1 82 0 0,5 1-172 0 0,1 0-1 0 0,0 0 1 0 0,-1 0-1 0 0,1 0 0 0 0,0 0 1 0 0,0 0-1 0 0,-1 0 0 0 0,1 0 1 0 0,0 0-1 0 0,-1 0 0 0 0,1 0 1 0 0,0 0-1 0 0,0 1 1 0 0,-1-1-1 0 0,1 0 0 0 0,0 0 1 0 0,-1 0-1 0 0,1 0 0 0 0,0 0 1 0 0,0 1-1 0 0,-1-1 0 0 0,1 0 1 0 0,0 0-1 0 0,0 0 0 0 0,0 1 1 0 0,-1-1-1 0 0,1 0 1 0 0,0 0-1 0 0,0 1 0 0 0,0-1 1 0 0,0 0-1 0 0,0 0 0 0 0,-1 1 1 0 0,1-1-1 0 0,0 1 0 0 0,-5 8 171 0 0,0 0 1 0 0,1 1-1 0 0,0 0 0 0 0,0 0 0 0 0,1 0 0 0 0,-2 11 0 0 0,0-2 88 0 0,-18 81 713 0 0,22-90-880 0 0,0 1 0 0 0,0-1 0 0 0,0 1 0 0 0,2 0 0 0 0,-1-1-1 0 0,1 1 1 0 0,4 15 0 0 0,-4-23-66 0 0,0 0 1 0 0,0 0-1 0 0,0 0 1 0 0,1 0-1 0 0,-1 0 0 0 0,1 0 1 0 0,0-1-1 0 0,0 1 1 0 0,0-1-1 0 0,0 1 1 0 0,0-1-1 0 0,1 0 0 0 0,-1 0 1 0 0,1 0-1 0 0,-1 0 1 0 0,4 2-1 0 0,-1-2-3 0 0,0 0 0 0 0,0 1 0 0 0,0-2 0 0 0,1 1-1 0 0,-1-1 1 0 0,1 1 0 0 0,-1-1 0 0 0,10 0 0 0 0,1-1 6 0 0,0-1 1 0 0,0 0-1 0 0,0-1 1 0 0,1-1-1 0 0,19-6 0 0 0,-20 4-27 0 0,-1-1-1 0 0,0-1 0 0 0,0 0 0 0 0,0 0 1 0 0,-1-2-1 0 0,0 0 0 0 0,-1 0 0 0 0,0-2 1 0 0,0 1-1 0 0,-1-2 0 0 0,-1 1 0 0 0,0-2 1 0 0,0 1-1 0 0,-1-2 0 0 0,-1 1 0 0 0,0-1 1 0 0,-1-1-1 0 0,-1 1 0 0 0,0-1 0 0 0,-1-1 1 0 0,7-25-1 0 0,-11 36-2 0 0,-1 0 0 0 0,0-1 0 0 0,-1 1-1 0 0,1 0 1 0 0,-1 0 0 0 0,0-1 0 0 0,-1 1 0 0 0,1 0 0 0 0,-1-1 0 0 0,0 1 0 0 0,0 0 0 0 0,-1 0 0 0 0,1 0-1 0 0,-1 0 1 0 0,0 0 0 0 0,-1 0 0 0 0,1 0 0 0 0,-6-7 0 0 0,3 7-5 0 0,1 0 0 0 0,-2-1 0 0 0,1 2 0 0 0,0-1 1 0 0,-1 1-1 0 0,0 0 0 0 0,0 0 0 0 0,0 0 0 0 0,-1 1 0 0 0,1 0 0 0 0,-1 0 0 0 0,0 1 0 0 0,-9-2 0 0 0,-2 0 0 0 0,0 1 0 0 0,0 1 0 0 0,0 1-1 0 0,0 1 1 0 0,0 0 0 0 0,0 1 0 0 0,0 1-1 0 0,0 1 1 0 0,0 0 0 0 0,1 1 0 0 0,-1 1-1 0 0,-30 14 1 0 0,45-18 0 0 0,1 0 0 0 0,-1 0 1 0 0,1 0-1 0 0,0 0 0 0 0,0 0 0 0 0,-1 1 0 0 0,1-1 1 0 0,0 1-1 0 0,0-1 0 0 0,0 1 0 0 0,1 0 0 0 0,-1 0 0 0 0,0 0 1 0 0,1 0-1 0 0,-1 0 0 0 0,1 0 0 0 0,-1 0 0 0 0,1 1 1 0 0,0-1-1 0 0,0 0 0 0 0,-1 4 0 0 0,3-5 3 0 0,0 0 0 0 0,0 1 0 0 0,0-1 1 0 0,-1 0-1 0 0,1 0 0 0 0,0 0 0 0 0,0 0 0 0 0,1 0 0 0 0,-1 0 0 0 0,0 0 0 0 0,0 0 1 0 0,0-1-1 0 0,1 1 0 0 0,-1 0 0 0 0,0-1 0 0 0,1 1 0 0 0,-1-1 0 0 0,2 1 0 0 0,9 2 2 0 0,0 0 0 0 0,0-1 0 0 0,0-1 0 0 0,0 0 0 0 0,1 0 0 0 0,-1-1-1 0 0,0-1 1 0 0,19-3 0 0 0,3-2-34 0 0,58-20 0 0 0,-54 14 55 0 0,0-2 0 0 0,-2-1 0 0 0,1-2 0 0 0,-2-2 0 0 0,-1-1 0 0 0,55-42 0 0 0,-84 58-31 0 0,-1-1 0 0 0,1 0 0 0 0,-1 0-1 0 0,-1 0 1 0 0,1-1 0 0 0,-1 1 0 0 0,4-9-1 0 0,-7 13 7 0 0,1 0-1 0 0,-1 1 0 0 0,0-1 1 0 0,0 1-1 0 0,0-1 0 0 0,0 0 1 0 0,0 1-1 0 0,0-1 0 0 0,0 0 0 0 0,0 1 1 0 0,0-1-1 0 0,0 0 0 0 0,0 1 1 0 0,0-1-1 0 0,-1 0 0 0 0,1 1 0 0 0,0-1 1 0 0,0 0-1 0 0,-1 1 0 0 0,1-1 1 0 0,0 1-1 0 0,-1-1 0 0 0,1 1 1 0 0,-1-1-1 0 0,1 1 0 0 0,0-1 0 0 0,-1 1 1 0 0,1-1-1 0 0,-1 1 0 0 0,0-1 1 0 0,0 0-3 0 0,0 0 1 0 0,-1 1-1 0 0,1-1 1 0 0,0 0-1 0 0,0 1 1 0 0,0-1-1 0 0,-1 1 1 0 0,1-1-1 0 0,0 1 1 0 0,-1-1-1 0 0,1 1 1 0 0,0 0-1 0 0,-1 0 1 0 0,-1 0-1 0 0,-2 0-3 0 0,0 1 1 0 0,1 0-1 0 0,-1 0 0 0 0,0 1 0 0 0,0-1 0 0 0,1 1 1 0 0,-1 0-1 0 0,1 0 0 0 0,0 0 0 0 0,0 1 0 0 0,-1 0 1 0 0,2 0-1 0 0,-1 0 0 0 0,0 0 0 0 0,1 0 1 0 0,-1 1-1 0 0,1 0 0 0 0,0 0 0 0 0,0-1 0 0 0,-4 9 1 0 0,4-7 3 0 0,1 1 0 0 0,-1 0 1 0 0,1 1-1 0 0,1-1 0 0 0,-1 0 1 0 0,1 0-1 0 0,0 1 0 0 0,0-1 1 0 0,1 1-1 0 0,0-1 0 0 0,0 1 1 0 0,0-1-1 0 0,1 0 0 0 0,0 1 0 0 0,3 9 1 0 0,6 12-3 0 0,1-1 1 0 0,19 34 0 0 0,-18-36 36 0 0,0 0 0 0 0,11 33 1 0 0,-23-56-27 0 0,1-1 0 0 0,0 1 1 0 0,0 0-1 0 0,0 0 0 0 0,0 0 0 0 0,1-1 1 0 0,-1 1-1 0 0,0 0 0 0 0,1-1 1 0 0,-1 1-1 0 0,1-1 0 0 0,-1 0 0 0 0,1 1 1 0 0,0-1-1 0 0,0 0 0 0 0,-1 0 0 0 0,1 0 1 0 0,0 0-1 0 0,0-1 0 0 0,0 1 1 0 0,0 0-1 0 0,0-1 0 0 0,0 1 0 0 0,0-1 1 0 0,0 0-1 0 0,1 0 0 0 0,-1 0 0 0 0,0 0 1 0 0,0 0-1 0 0,0 0 0 0 0,2-1 1 0 0,10 0-111 0 0,-1-1 0 0 0,0-1 0 0 0,21-7 0 0 0,-30 9 25 0 0,20-7-1290 0 0,0-2 0 0 0,41-21 1 0 0,6-15-7027 0 0,-36 20 471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50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0 2812 0 0,'-46'0'3309'0'0,"6"0"-653"0"0,8 0-612 0 0,4 0-444 0 0,2 0-316 0 0,6 0-240 0 0,4 2 496 0 0,3 3-319 0 0,33 2-1441 0 0,1-5-688 0 0,5 1-817 0 0,4-3-2875 0 0,8 0-3053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51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7929 0 0,'2'-10'12665'0'0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57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18 568 0 0,'0'0'2227'0'0,"-3"0"-1602"0"0,-10 0 2172 0 0,11 0-2476 0 0,-23 5 2470 0 0,18-3-346 0 0,23-4-2399 0 0,120-11 24 0 0,155 6 1 0 0,-172 6-90 0 0,521 0 27 0 0,-636 1-8 0 0,6 4-680 0 0,-25 3-1060 0 0,-1-1 1 0 0,0-1 0 0 0,-17 3-1 0 0,17-6-168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57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50 432 0 0,'-51'10'5557'0'0,"49"-10"-4795"0"0,-21 1 3524 0 0,35-7-3885 0 0,25-6-480 0 0,244-21 253 0 0,3 23-128 0 0,-281 10-46 0 0,491 4-272 0 0,-138 2-6661 0 0,-334-6 4963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59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687 38 96 0 0,'1'-3'2061'0'0,"11"-24"4419"0"0,-14 20-4113 0 0,-4 12-2244 0 0,4-4-205 0 0,-29 32 243 0 0,0 2-1 0 0,-38 57 1 0 0,19-25 0 0 0,-31 41 133 0 0,4 3 1 0 0,-91 176 0 0 0,136-221-272 0 0,2 1 1 0 0,3 1 0 0 0,4 2-1 0 0,2 0 1 0 0,4 1 0 0 0,-10 88-1 0 0,24-130 0 0 0,1 0 1 0 0,2-1-1 0 0,1 1 0 0 0,1 0 0 0 0,1-1 1 0 0,2 1-1 0 0,13 44 0 0 0,-11-54-83 0 0,0-1 1 0 0,0 0-1 0 0,2-1 0 0 0,0 0 0 0 0,1 0 1 0 0,1-1-1 0 0,1-1 0 0 0,0 1 0 0 0,0-2 1 0 0,2 0-1 0 0,0 0 0 0 0,18 13 0 0 0,-6-10-745 0 0,1 0 0 0 0,0-2-1 0 0,1 0 1 0 0,1-2-1 0 0,0-2 1 0 0,1 0 0 0 0,31 6-1 0 0,7-1-2493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59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184 208 408 0 0,'-5'-96'9290'0'0,"5"94"-8998"0"0,-1 2-275 0 0,1-1 1 0 0,0 1 0 0 0,0 0 0 0 0,0 0 0 0 0,0-1 0 0 0,0 1-1 0 0,0 0 1 0 0,0 0 0 0 0,-1-1 0 0 0,1 1 0 0 0,0 0 0 0 0,0 0-1 0 0,0-1 1 0 0,-1 1 0 0 0,1 0 0 0 0,0 0 0 0 0,0 0 0 0 0,0-1-1 0 0,-1 1 1 0 0,1 0 0 0 0,0 0 0 0 0,-1 0 0 0 0,1 0 0 0 0,0 0-1 0 0,0 0 1 0 0,-1 0 0 0 0,1 0 0 0 0,0 0 0 0 0,0 0 0 0 0,-1-1-1 0 0,1 1 1 0 0,-7 7 72 0 0,1-1-1 0 0,0 1 0 0 0,1 0 0 0 0,-1 0 0 0 0,1 0 1 0 0,-4 9-1 0 0,-25 54 134 0 0,21-40-157 0 0,-7 13-41 0 0,-15 50 1 0 0,28-73-21 0 0,2 1 0 0 0,0-1-1 0 0,2 1 1 0 0,-3 41 0 0 0,6-57 29 0 0,0-1 0 0 0,0 1 0 0 0,1 0 1 0 0,-1-1-1 0 0,1 1 0 0 0,0 0 0 0 0,1-1 0 0 0,-1 1 0 0 0,1-1 0 0 0,-1 0 0 0 0,1 1 1 0 0,1-1-1 0 0,-1 0 0 0 0,1 0 0 0 0,-1 0 0 0 0,1 0 0 0 0,0-1 0 0 0,0 1 0 0 0,5 3 1 0 0,-3-4 14 0 0,0 0 1 0 0,0 0-1 0 0,0 0 1 0 0,0-1-1 0 0,1 0 0 0 0,-1 0 1 0 0,1 0-1 0 0,-1-1 1 0 0,1 1-1 0 0,0-1 1 0 0,0-1-1 0 0,0 1 1 0 0,-1-1-1 0 0,1 0 1 0 0,6-1-1 0 0,6-1 54 0 0,-1-1-1 0 0,0-1 1 0 0,1 0-1 0 0,-2-1 1 0 0,1-1-1 0 0,0-1 1 0 0,-1 0-1 0 0,-1-1 1 0 0,1-1-1 0 0,-1 0 1 0 0,-1-2-1 0 0,0 1 1 0 0,0-1-1 0 0,-1-1 0 0 0,0-1 1 0 0,-1 0-1 0 0,-1 0 1 0 0,0-1-1 0 0,-1 0 1 0 0,0-1-1 0 0,-1-1 1 0 0,-1 1-1 0 0,0-1 1 0 0,-1 0-1 0 0,-1-1 1 0 0,0 0-1 0 0,3-24 1 0 0,-5 20-93 0 0,-2-1 1 0 0,-1 0-1 0 0,-1 0 1 0 0,-1 0-1 0 0,-4-22 0 0 0,4 32-13 0 0,-2 0-1 0 0,1 0 1 0 0,-2 1-1 0 0,1-1 0 0 0,-2 1 1 0 0,1 0-1 0 0,-2 0 0 0 0,1 1 1 0 0,-2-1-1 0 0,-12-16 0 0 0,17 24 2 0 0,-1 1-1 0 0,1-1 0 0 0,-1 0 0 0 0,1 1 0 0 0,-1 0 0 0 0,0 0 1 0 0,0 0-1 0 0,0 0 0 0 0,0 0 0 0 0,0 0 0 0 0,-1 1 0 0 0,1-1 0 0 0,-1 1 1 0 0,1 0-1 0 0,-1 0 0 0 0,1 1 0 0 0,-1-1 0 0 0,1 1 0 0 0,-1-1 0 0 0,0 1 1 0 0,1 0-1 0 0,-1 0 0 0 0,1 1 0 0 0,-1-1 0 0 0,0 1 0 0 0,1 0 0 0 0,-1 0 1 0 0,-5 2-1 0 0,4 0-99 0 0,0-1 1 0 0,1 1 0 0 0,0 0-1 0 0,-1 0 1 0 0,1 1 0 0 0,0-1-1 0 0,1 1 1 0 0,-1 0-1 0 0,1 0 1 0 0,-1 0 0 0 0,1 0-1 0 0,1 1 1 0 0,-1-1 0 0 0,0 1-1 0 0,1-1 1 0 0,0 1-1 0 0,0 0 1 0 0,1 0 0 0 0,-2 7-1 0 0,1-4-707 0 0,1 0 0 0 0,0 1 0 0 0,1-1 0 0 0,0 1 0 0 0,0-1 0 0 0,1 1 1 0 0,0-1-1 0 0,4 12 0 0 0,0 3-3312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5:59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 2552 0 0,'5'0'743'0'0,"-1"1"0"0"0,1 0-1 0 0,-1 0 1 0 0,1 0 0 0 0,-1 1 0 0 0,1-1-1 0 0,-1 1 1 0 0,0 0 0 0 0,0 1 0 0 0,4 2-1 0 0,-7-4-679 0 0,-1 0-1 0 0,1 0 1 0 0,-1 1-1 0 0,0-1 1 0 0,1 0-1 0 0,-1 0 1 0 0,0 1-1 0 0,0-1 1 0 0,0 0-1 0 0,0 1 1 0 0,0-1-1 0 0,0 0 1 0 0,0 1-1 0 0,0-1 1 0 0,-1 0-1 0 0,1 0 0 0 0,0 1 1 0 0,-2 0-1 0 0,-7 24 242 0 0,9-26-301 0 0,-15 32 172 0 0,-2-2 0 0 0,-26 38 0 0 0,-8 12-178 0 0,38-57-196 0 0,-24 43-938 0 0,14-21-3708 0 0,16-30 692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00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33 241 1700 0 0,'14'-34'2746'0'0,"38"-100"6644"0"0,-48 119-8144 0 0,-14 35-564 0 0,1-1-461 0 0,-10 17 437 0 0,-28 75 1 0 0,43-100-624 0 0,1-1-1 0 0,0 1 1 0 0,1 0 0 0 0,0 0-1 0 0,0 0 1 0 0,1 0 0 0 0,1 0-1 0 0,0 0 1 0 0,0 0-1 0 0,1 1 1 0 0,1-1 0 0 0,4 15-1 0 0,-5-21-14 0 0,1 1 0 0 0,1-1 0 0 0,-1 0 0 0 0,1 0 1 0 0,0 0-1 0 0,0 0 0 0 0,0-1 0 0 0,1 1 0 0 0,0-1 0 0 0,0 0 0 0 0,0 0 0 0 0,0 0 0 0 0,1 0 0 0 0,-1-1 0 0 0,8 4 0 0 0,-5-3 1 0 0,1 0 0 0 0,0-1 0 0 0,0-1 0 0 0,0 1 0 0 0,0-1 0 0 0,0-1-1 0 0,1 1 1 0 0,-1-1 0 0 0,15-1 0 0 0,-9 0 18 0 0,1-1 0 0 0,-1-1 0 0 0,1 0 0 0 0,-1-1-1 0 0,0-1 1 0 0,0 0 0 0 0,0-1 0 0 0,-1 0 0 0 0,1-1 0 0 0,-1-1 0 0 0,21-14-1 0 0,-24 12-21 0 0,0 0 0 0 0,-1 0-1 0 0,-1-1 1 0 0,1 0-1 0 0,-1-1 1 0 0,-1 0 0 0 0,0 0-1 0 0,-1-1 1 0 0,0 1-1 0 0,0-1 1 0 0,-2-1 0 0 0,1 1-1 0 0,-1-1 1 0 0,-1 1-1 0 0,-1-1 1 0 0,0 0 0 0 0,0 0-1 0 0,-1 0 1 0 0,-1-1-1 0 0,0 1 1 0 0,-1 0 0 0 0,0 0-1 0 0,-1 0 1 0 0,0 0-1 0 0,-1 0 1 0 0,-1 1 0 0 0,-8-21-1 0 0,9 27-36 0 0,0 0 0 0 0,0 1-1 0 0,-1 0 1 0 0,0 0 0 0 0,0 0-1 0 0,0 0 1 0 0,0 0 0 0 0,-1 1 0 0 0,1 0-1 0 0,-1 0 1 0 0,0 0 0 0 0,-1 1-1 0 0,1-1 1 0 0,-1 1 0 0 0,1 1 0 0 0,-1-1-1 0 0,0 1 1 0 0,0 0 0 0 0,0 0-1 0 0,0 0 1 0 0,0 1 0 0 0,-1 0 0 0 0,1 0-1 0 0,-11 1 1 0 0,11 0-285 0 0,-1 0 0 0 0,1 1 0 0 0,-1 0-1 0 0,1 0 1 0 0,-1 1 0 0 0,1-1 0 0 0,0 1 0 0 0,0 1 0 0 0,0-1 0 0 0,0 1 0 0 0,0 0-1 0 0,0 1 1 0 0,1-1 0 0 0,0 1 0 0 0,-1 0 0 0 0,1 0 0 0 0,1 1 0 0 0,-1-1 0 0 0,1 1 0 0 0,0 0-1 0 0,0 1 1 0 0,0-1 0 0 0,-5 11 0 0 0,0 5-3360 0 0,0-1-1649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00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2 2584 0 0,'83'-2'8456'0'0,"-82"2"-8368"0"0,0 0 0 0 0,0 0 0 0 0,0 1 0 0 0,0-1 0 0 0,0 0 0 0 0,0 0 0 0 0,0 1 0 0 0,0-1 0 0 0,0 0 0 0 0,0 1 0 0 0,0-1 0 0 0,0 1 0 0 0,0-1 0 0 0,0 1 0 0 0,-1 0 0 0 0,1-1 0 0 0,0 1 0 0 0,0 0 0 0 0,0 0 0 0 0,-1-1 0 0 0,1 1 0 0 0,0 0 0 0 0,-1 0 0 0 0,1 0 0 0 0,-1 0 0 0 0,1 0 0 0 0,-1 1 0 0 0,1 0 37 0 0,0 0-1 0 0,-1 0 1 0 0,1 0-1 0 0,-1 0 1 0 0,0 0 0 0 0,0 1-1 0 0,1-1 1 0 0,-1 0 0 0 0,-1 0-1 0 0,1 0 1 0 0,-1 3-1 0 0,-6 17 211 0 0,-2 0-1 0 0,-1-1 1 0 0,0-1-1 0 0,-2 0 1 0 0,-21 30-1 0 0,-16 27-106 0 0,38-58-629 0 0,-24 48-1058 0 0,18-23-5778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0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167 183 760 0 0,'52'-102'12586'0'0,"-67"116"-11029"0"0,-16 18-405 0 0,2 1-1 0 0,-38 57 0 0 0,58-77-995 0 0,-2 2-34 0 0,1 1 1 0 0,1 0-1 0 0,1 0 0 0 0,-10 26 1 0 0,16-37-92 0 0,0 1 0 0 0,0-1 0 0 0,1 0 0 0 0,-1 1-1 0 0,1-1 1 0 0,1 1 0 0 0,-1-1 0 0 0,1 1 0 0 0,0 0 0 0 0,0-1 0 0 0,1 1 0 0 0,-1-1 0 0 0,1 1 0 0 0,1-1 0 0 0,-1 0-1 0 0,1 1 1 0 0,0-1 0 0 0,0 0 0 0 0,3 5 0 0 0,-3-6-7 0 0,1-1 1 0 0,0 0-1 0 0,0 0 0 0 0,1 0 1 0 0,-1 0-1 0 0,1-1 0 0 0,-1 1 1 0 0,1-1-1 0 0,0 0 0 0 0,0 0 1 0 0,0 0-1 0 0,0-1 0 0 0,0 1 1 0 0,0-1-1 0 0,0 0 0 0 0,0 0 1 0 0,1-1-1 0 0,-1 1 0 0 0,9-1 1 0 0,0 0 36 0 0,0 0 0 0 0,0-2 0 0 0,0 1 0 0 0,0-2 0 0 0,17-4 1 0 0,-16 2-19 0 0,0-1 0 0 0,-1 0 0 0 0,0-1 0 0 0,-1 0 0 0 0,1-1 0 0 0,-1 0 0 0 0,-1-1 0 0 0,0 0 1 0 0,0-1-1 0 0,0 0 0 0 0,-2-1 0 0 0,1 0 0 0 0,-1-1 0 0 0,12-20 0 0 0,-14 20-30 0 0,0 0 1 0 0,-1-1-1 0 0,0 0 0 0 0,-1 0 0 0 0,-1-1 0 0 0,0 1 0 0 0,-1-1 1 0 0,0 0-1 0 0,-1 0 0 0 0,0 0 0 0 0,-1 0 0 0 0,-1 0 0 0 0,0 0 1 0 0,-1 0-1 0 0,-4-17 0 0 0,4 25-33 0 0,-1-1 0 0 0,0 1 1 0 0,0 0-1 0 0,0 0 0 0 0,-1 0 0 0 0,0 1 0 0 0,0-1 1 0 0,-1 1-1 0 0,0-1 0 0 0,0 1 0 0 0,0 0 0 0 0,0 1 1 0 0,-1-1-1 0 0,1 1 0 0 0,-1 0 0 0 0,-1 0 0 0 0,1 0 1 0 0,0 1-1 0 0,-1 0 0 0 0,0 0 0 0 0,1 0 0 0 0,-1 1 1 0 0,-9-3-1 0 0,3 2-484 0 0,0 0 1 0 0,0 2-1 0 0,0-1 1 0 0,0 1-1 0 0,0 1 0 0 0,-1 0 1 0 0,1 1-1 0 0,0 0 1 0 0,0 1-1 0 0,0 1 1 0 0,-20 6-1 0 0,-23 12-4431 0 0,2 3-2662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01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770 56 2252 0 0,'-55'-55'11296'0'0,"59"56"-10949"0"0,2 2-192 0 0,-1-1 1 0 0,1 2-1 0 0,-1-1 0 0 0,1 0 0 0 0,-1 1 1 0 0,0 0-1 0 0,-1 0 0 0 0,1 1 0 0 0,-1-1 0 0 0,0 1 1 0 0,7 9-1 0 0,5 10 521 0 0,16 31 1 0 0,-12-16-354 0 0,-1 0 0 0 0,-3 1 0 0 0,-1 1 0 0 0,-2 0-1 0 0,-2 1 1 0 0,-2 0 0 0 0,6 58 0 0 0,-12-49-215 0 0,-2-1-1 0 0,-2 1 0 0 0,-2-1 1 0 0,-2 1-1 0 0,-3-1 0 0 0,-15 52 1 0 0,-7-3-79 0 0,-4-2 1 0 0,-4-2-1 0 0,-86 155 1 0 0,-194 251-3166 0 0,43-128-5621 0 0,179-255 2490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01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4252 0 0,'3'-21'2777'0'0,"0"5"-597"0"0,1 3-580 0 0,-2-1-592 0 0,1 4-644 0 0,-1 1-660 0 0,-2-6-4128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04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92 1840 0 0,'-14'41'16157'0'0,"13"-33"-14560"0"0,68-34-1135 0 0,-5 0-374 0 0,52-8-31 0 0,-89 29-103 0 0,-23 4 18 0 0,1 1 5 0 0,-2 0 21 0 0,-1 0 1 0 0,1 0 0 0 0,0 0-1 0 0,0 0 1 0 0,0 0-1 0 0,0 1 1 0 0,0-1 0 0 0,-1 0-1 0 0,1 0 1 0 0,0 0-1 0 0,0 1 1 0 0,0-1 0 0 0,-1 1-1 0 0,1-1 1 0 0,0 0-1 0 0,0 1 1 0 0,-1-1-1 0 0,1 1 1 0 0,0 0 0 0 0,-1-1-1 0 0,1 1 1 0 0,-1-1-1 0 0,2 2 1 0 0,-2 0-2 0 0,1-1 1 0 0,-1 1-1 0 0,1 0 0 0 0,-1-1 1 0 0,0 1-1 0 0,1 0 1 0 0,-1-1-1 0 0,0 1 0 0 0,0 0 1 0 0,0 0-1 0 0,0-1 0 0 0,-1 4 1 0 0,-6 24 0 0 0,-1-1 0 0 0,-1 1 0 0 0,-1-2 0 0 0,-24 46 0 0 0,0-1 17 0 0,14-25-23 0 0,5-15 4 0 0,2 0-1 0 0,1 1 0 0 0,-12 55 1 0 0,24-85 4 0 0,0-1 1 0 0,0 1-1 0 0,0-1 1 0 0,0 1-1 0 0,0-1 1 0 0,0 1-1 0 0,1-1 1 0 0,0 1-1 0 0,-1-1 1 0 0,1 1 0 0 0,0-1-1 0 0,0 0 1 0 0,0 1-1 0 0,0-1 1 0 0,0 0-1 0 0,1 0 1 0 0,-1 0-1 0 0,1 0 1 0 0,0 0 0 0 0,3 3-1 0 0,3 3 1 0 0,1-1 0 0 0,0-1 0 0 0,16 9-1 0 0,5 5-11 0 0,-24-15 10 0 0,0 0 1 0 0,-1 0 0 0 0,1 0-1 0 0,-1 1 1 0 0,0-1 0 0 0,-1 1-1 0 0,1 1 1 0 0,-1-1 0 0 0,4 9-1 0 0,-7-10 7 0 0,1-1-1 0 0,-1 0 1 0 0,0 0-1 0 0,-1 0 1 0 0,1 1-1 0 0,-1-1 1 0 0,1 0-1 0 0,-2 1 1 0 0,1-1 0 0 0,0 0-1 0 0,-1 1 1 0 0,1-1-1 0 0,-1 0 1 0 0,-1 0-1 0 0,1 0 1 0 0,0 1-1 0 0,-5 6 1 0 0,2-2 38 0 0,-2 1 1 0 0,0-1-1 0 0,0 0 0 0 0,0-1 1 0 0,-1 1-1 0 0,-1-1 1 0 0,1-1-1 0 0,-1 1 0 0 0,0-1 1 0 0,-18 11-1 0 0,14-11 128 0 0,0-1 0 0 0,0 1 0 0 0,-1-2 0 0 0,0 0 0 0 0,0 0 1 0 0,-1-1-1 0 0,-22 3 0 0 0,33-6-140 0 0,0-1 0 0 0,0 0-1 0 0,0 0 1 0 0,0 0 0 0 0,0 0 0 0 0,1 0 0 0 0,-1 0 0 0 0,0-1 0 0 0,0 1 0 0 0,0-1 0 0 0,0 0 0 0 0,1 0 0 0 0,-4-1 0 0 0,4 1-19 0 0,1 0 0 0 0,-1-1 1 0 0,1 1-1 0 0,-1 0 1 0 0,1 0-1 0 0,0-1 1 0 0,0 1-1 0 0,-1 0 1 0 0,1-1-1 0 0,0 1 0 0 0,0-1 1 0 0,0 0-1 0 0,1 1 1 0 0,-1-1-1 0 0,-1-3 1 0 0,1 1-10 0 0,1 0 0 0 0,-1 0 1 0 0,1 0-1 0 0,0 0 1 0 0,0 0-1 0 0,0 0 0 0 0,0 0 1 0 0,1 0-1 0 0,0 0 1 0 0,0 0-1 0 0,0 0 0 0 0,0 0 1 0 0,1 0-1 0 0,-1 1 1 0 0,1-1-1 0 0,3-5 0 0 0,7-8-18 0 0,1 1-1 0 0,0-1 1 0 0,1 2-1 0 0,21-18 1 0 0,70-51-27 0 0,-79 65-1 0 0,-11 7 1 0 0,60-46-448 0 0,82-79 0 0 0,-136 116 408 0 0,0-2 0 0 0,-2 0 1 0 0,-1-2-1 0 0,0 0 0 0 0,-2 0 1 0 0,-1-2-1 0 0,22-52 0 0 0,-33 65 7 0 0,0 0-1 0 0,0 1 1 0 0,1-19-1 0 0,-5 32 71 0 0,0-1-1 0 0,0 1 0 0 0,0 0 0 0 0,0-1 1 0 0,1 1-1 0 0,-1 0 0 0 0,0-1 1 0 0,0 1-1 0 0,0 0 0 0 0,0-1 0 0 0,0 1 1 0 0,0 0-1 0 0,0-1 0 0 0,-1 1 1 0 0,1 0-1 0 0,0 0 0 0 0,0-1 0 0 0,0 1 1 0 0,0 0-1 0 0,0-1 0 0 0,0 1 1 0 0,-1 0-1 0 0,1-1 0 0 0,0 1 1 0 0,0 0-1 0 0,0 0 0 0 0,-1-1 0 0 0,1 1 1 0 0,0 0-1 0 0,0 0 0 0 0,-1-1 1 0 0,1 1-1 0 0,0 0 0 0 0,0 0 0 0 0,-1 0 1 0 0,1 0-1 0 0,0 0 0 0 0,-1-1 1 0 0,1 1-1 0 0,0 0 0 0 0,-1 0 1 0 0,1 0-1 0 0,0 0 0 0 0,-1 0 0 0 0,1 0 1 0 0,0 0-1 0 0,-1 0 0 0 0,1 0 1 0 0,0 0-1 0 0,-1 0 0 0 0,1 0 0 0 0,0 0 1 0 0,-1 0-1 0 0,1 1 0 0 0,0-1 1 0 0,-1 0-1 0 0,1 0 0 0 0,-18 12-86 0 0,10-2 69 0 0,0 1 0 0 0,1 0 0 0 0,0 0 0 0 0,1 1 0 0 0,0 0 0 0 0,1 0 0 0 0,0 0 0 0 0,-5 20 0 0 0,5-8 18 0 0,0-1-1 0 0,2 1 1 0 0,-1 44 0 0 0,4-62 2 0 0,0-1 0 0 0,0 1 1 0 0,1 0-1 0 0,0-1 0 0 0,0 1 0 0 0,0-1 0 0 0,1 1 1 0 0,-1-1-1 0 0,1 0 0 0 0,1 1 0 0 0,-1-1 1 0 0,1 0-1 0 0,0-1 0 0 0,4 6 0 0 0,-5-7 3 0 0,1 0 1 0 0,0-1-1 0 0,0 1 0 0 0,1-1 0 0 0,-1 1 0 0 0,0-1 0 0 0,1 0 1 0 0,-1 0-1 0 0,1-1 0 0 0,0 1 0 0 0,0-1 0 0 0,-1 0 0 0 0,1 0 1 0 0,0 0-1 0 0,0 0 0 0 0,0-1 0 0 0,0 0 0 0 0,0 1 0 0 0,0-1 1 0 0,7-1-1 0 0,6-2 4 0 0,1 0 0 0 0,0 0 0 0 0,-1-2 1 0 0,0 0-1 0 0,0-1 0 0 0,-1-1 0 0 0,0 0 0 0 0,0-2 1 0 0,0 1-1 0 0,-1-2 0 0 0,0 0 0 0 0,-1-1 0 0 0,14-14 1 0 0,-11 10-7 0 0,-1-2 1 0 0,-1 0 0 0 0,-1-1 0 0 0,0-1 0 0 0,-2 0-1 0 0,0-1 1 0 0,-1 0 0 0 0,-1 0 0 0 0,13-39-1 0 0,-15 36-6 0 0,-5 16-14 0 0,0-1 0 0 0,0 1 0 0 0,-1 0-1 0 0,0-1 1 0 0,-1 1 0 0 0,0-1-1 0 0,0 0 1 0 0,-1-14 0 0 0,0 20-21 0 0,-1 2-40 0 0,0 1 78 0 0,0-1-1 0 0,-1 0 1 0 0,1 1 0 0 0,0-1-1 0 0,0 1 1 0 0,0 0 0 0 0,0-1-1 0 0,0 1 1 0 0,0 0 0 0 0,0 0-1 0 0,0 0 1 0 0,0-1 0 0 0,1 1-1 0 0,-1 0 1 0 0,0 0 0 0 0,0 0-1 0 0,1 0 1 0 0,-1 0 0 0 0,1 1-1 0 0,-1-1 1 0 0,1 0 0 0 0,-1 2-1 0 0,-7 27-34 0 0,7-26 39 0 0,1 0 0 0 0,0-1 0 0 0,0 1 0 0 0,0 0 0 0 0,1 0 0 0 0,-1 0 0 0 0,1-1 0 0 0,0 1 0 0 0,0 0 0 0 0,0-1 0 0 0,1 1 0 0 0,-1-1 0 0 0,1 1 0 0 0,0-1 0 0 0,0 0 0 0 0,0 0 0 0 0,0 1 0 0 0,0-1 0 0 0,1-1 0 0 0,0 1 0 0 0,-1 0 0 0 0,1-1 0 0 0,0 1 0 0 0,0-1 0 0 0,0 0 0 0 0,1 0 0 0 0,-1 0 0 0 0,0 0 0 0 0,1-1 0 0 0,0 0 0 0 0,-1 1 0 0 0,1-1 0 0 0,6 1 0 0 0,8 0 0 0 0,1 0 0 0 0,-1-1 0 0 0,1-1 0 0 0,-1 0 0 0 0,0-2 0 0 0,1 0 0 0 0,-1-1 0 0 0,0-1 0 0 0,0 0 0 0 0,0-2 0 0 0,-1 0 0 0 0,0-1 0 0 0,0 0 0 0 0,-1-2 0 0 0,0 0 0 0 0,0-1 0 0 0,-1 0-1 0 0,27-24 1 0 0,-38 30-31 0 0,0 0 0 0 0,0 0 0 0 0,-1-1 0 0 0,1 1 0 0 0,-1-1 0 0 0,0 0 0 0 0,0 0 0 0 0,0 0 0 0 0,-1-1 0 0 0,3-7 0 0 0,-25 30-70 0 0,3 17 91 0 0,1 1 1 0 0,2 0-1 0 0,1 1 1 0 0,-12 57-1 0 0,22-82 24 0 0,-1 4-15 0 0,1 1 0 0 0,1 0 0 0 0,-1 28 0 0 0,2-39 0 0 0,1 0 0 0 0,1-1 1 0 0,-1 1-1 0 0,0-1 0 0 0,1 1 1 0 0,0-1-1 0 0,0 1 0 0 0,0-1 1 0 0,1 0-1 0 0,0 1 0 0 0,-1-1 1 0 0,1 0-1 0 0,1 0 0 0 0,-1 0 1 0 0,1 0-1 0 0,-1-1 0 0 0,6 6 1 0 0,-4-6-21 0 0,-1-1 0 0 0,1-1 0 0 0,-1 1 0 0 0,1 0 0 0 0,0-1 0 0 0,0 0-1 0 0,0 0 1 0 0,0 0 0 0 0,0 0 0 0 0,0-1 0 0 0,0 1 0 0 0,0-1 0 0 0,0 0 0 0 0,0 0 0 0 0,0-1 0 0 0,0 1 0 0 0,5-2 0 0 0,2 0-158 0 0,0-1 1 0 0,0 0-1 0 0,-1-1 0 0 0,0 0 1 0 0,12-6-1 0 0,-8 1 59 0 0,1 0 1 0 0,-2-1-1 0 0,1-1 0 0 0,-1 0 0 0 0,-1 0 1 0 0,0-2-1 0 0,-1 1 0 0 0,0-1 1 0 0,13-21-1 0 0,-8 7 81 0 0,-1 0 0 0 0,-1-2 0 0 0,-2 1 0 0 0,12-39 0 0 0,-5 14 258 0 0,-18 51-128 0 0,-1 4-86 0 0,-5 60 38 0 0,3-50-25 0 0,1 1 0 0 0,0 0 0 0 0,0-1 0 0 0,1 1 0 0 0,1 0 0 0 0,0-1 0 0 0,1 1 1 0 0,5 21-1 0 0,-6-32-8 0 0,0 1 42 0 0,1 1 0 0 0,-1 0 1 0 0,1 0-1 0 0,0-1 0 0 0,0 1 1 0 0,0-1-1 0 0,3 4 0 0 0,-3-6-13 0 0,-1 1 0 0 0,1-1 0 0 0,0 0 0 0 0,-1 0 0 0 0,1 0 0 0 0,0 0 0 0 0,0 0 0 0 0,0 0 0 0 0,0-1 0 0 0,0 1 0 0 0,0 0 0 0 0,0-1 0 0 0,0 0 0 0 0,0 1 0 0 0,0-1 0 0 0,0 0 0 0 0,0 0 0 0 0,0 0 0 0 0,2-1 0 0 0,5 0 65 0 0,0-1-1 0 0,-1 0 0 0 0,1 0 0 0 0,-1-1 1 0 0,1 0-1 0 0,-1 0 0 0 0,0-1 0 0 0,0-1 1 0 0,-1 1-1 0 0,1-1 0 0 0,-1 0 0 0 0,0-1 0 0 0,-1 1 1 0 0,1-2-1 0 0,-1 1 0 0 0,0-1 0 0 0,9-13 1 0 0,-9 12-49 0 0,-1 0 0 0 0,0 0 0 0 0,-1 0 1 0 0,1-1-1 0 0,-2 1 0 0 0,1-1 0 0 0,-1 0 1 0 0,-1 0-1 0 0,0 0 0 0 0,0 0 0 0 0,-1-1 1 0 0,0 1-1 0 0,0-1 0 0 0,-1 1 0 0 0,0 0 1 0 0,-1-1-1 0 0,-2-13 0 0 0,1 17-41 0 0,0 1 0 0 0,-1-1 0 0 0,1 1 0 0 0,-1 0-1 0 0,0 0 1 0 0,0 0 0 0 0,0 0 0 0 0,-1 0 0 0 0,0 1-1 0 0,0-1 1 0 0,0 1 0 0 0,0 0 0 0 0,-1 0 0 0 0,1 1-1 0 0,-1-1 1 0 0,0 1 0 0 0,0 0 0 0 0,-1 0 0 0 0,1 1-1 0 0,0 0 1 0 0,-1 0 0 0 0,0 0 0 0 0,1 0 0 0 0,-1 1 0 0 0,-12-1-1 0 0,11 1-326 0 0,0 0 0 0 0,0 1 0 0 0,-1 1 0 0 0,1-1-1 0 0,0 1 1 0 0,0 0 0 0 0,0 1 0 0 0,0-1 0 0 0,-10 5-1 0 0,11-4-527 0 0,1 1-1 0 0,0-1 1 0 0,1 1-1 0 0,-1 0 0 0 0,0 0 1 0 0,1 1-1 0 0,0-1 0 0 0,-1 1 1 0 0,1 0-1 0 0,1 0 1 0 0,-1 1-1 0 0,-5 8 0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05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0 146 1700 0 0,'21'-128'12602'0'0,"-21"127"-12034"0"0,5 2-382 0 0,-4-1-176 0 0,-1 0-1 0 0,1 0 1 0 0,0 0-1 0 0,-1 0 1 0 0,1 0-1 0 0,0 0 1 0 0,-1 1-1 0 0,1-1 1 0 0,-1 0-1 0 0,1 0 1 0 0,0 0-1 0 0,-1 1 0 0 0,1-1 1 0 0,-1 0-1 0 0,1 1 1 0 0,0-1-1 0 0,0 1 1 0 0,10 18 79 0 0,-1-1 1 0 0,-1 1 0 0 0,0 1-1 0 0,5 21 1 0 0,9 19-16 0 0,8 10 136 0 0,-30-69-199 0 0,0 0 0 0 0,0 0 0 0 0,-1 0 0 0 0,1 0-1 0 0,0 0 1 0 0,0 0 0 0 0,0 0 0 0 0,0 0 0 0 0,0 0 0 0 0,0 0 0 0 0,0-1 0 0 0,0 1 0 0 0,1 0 0 0 0,-1-1 0 0 0,0 1 0 0 0,0-1 0 0 0,1 0 0 0 0,-1 1 0 0 0,0-1-1 0 0,0 0 1 0 0,1 0 0 0 0,-1 1 0 0 0,0-1 0 0 0,1 0 0 0 0,-1-1 0 0 0,0 1 0 0 0,1 0 0 0 0,-1 0 0 0 0,0 0 0 0 0,1-1 0 0 0,-1 1 0 0 0,0-1 0 0 0,0 1-1 0 0,0-1 1 0 0,3-1 0 0 0,2-1 7 0 0,0-1 0 0 0,0 1-1 0 0,0-1 1 0 0,-1-1 0 0 0,6-4-1 0 0,35-36 44 0 0,-31 28-65 0 0,1 1 0 0 0,0 1 0 0 0,1 0 0 0 0,1 2 1 0 0,35-21-1 0 0,-48 32 0 0 0,0 0 0 0 0,0 0 0 0 0,0 1 0 0 0,0 0 0 0 0,0 0 0 0 0,0 0 1 0 0,0 0-1 0 0,0 1 0 0 0,1 0 0 0 0,-1 0 0 0 0,0 1 0 0 0,0-1 0 0 0,0 1 1 0 0,8 2-1 0 0,-8-2 2 0 0,78 20 8 0 0,-53-13 9 0 0,0-1-1 0 0,61 7 1 0 0,-90-14-14 0 0,8 1 3 0 0,0-1 1 0 0,0 0-1 0 0,-1 0 1 0 0,1-1 0 0 0,0 0-1 0 0,-1 0 1 0 0,10-3 0 0 0,-16 3-5 0 0,0 0 0 0 0,0 0 0 0 0,0 0 1 0 0,-1 1-1 0 0,1-1 0 0 0,0-1 1 0 0,-1 1-1 0 0,1 0 0 0 0,-1 0 1 0 0,1-1-1 0 0,-1 1 0 0 0,0-1 0 0 0,0 1 1 0 0,0-1-1 0 0,1 1 0 0 0,-1-1 1 0 0,-1 0-1 0 0,1 0 0 0 0,0 1 1 0 0,0-1-1 0 0,-1 0 0 0 0,1 0 0 0 0,-1 0 1 0 0,1-3-1 0 0,0-1 0 0 0,0 0 1 0 0,-1 0-1 0 0,0-1 1 0 0,0 1-1 0 0,-2-11 1 0 0,2 14-2 0 0,0 1 0 0 0,-1 0 0 0 0,1-1 0 0 0,-1 1 0 0 0,1 0 0 0 0,-1 0 0 0 0,0-1 0 0 0,0 1 0 0 0,0 0 0 0 0,0 0 0 0 0,0 0 0 0 0,-1 0 0 0 0,1 0 0 0 0,-1 0 0 0 0,1 1 0 0 0,-1-1 0 0 0,-2-2 1 0 0,2 3-1 0 0,1 0-1 0 0,0 0 1 0 0,-1 0 0 0 0,1 1 0 0 0,0-1-1 0 0,0 1 1 0 0,-1-1 0 0 0,1 1 0 0 0,0 0 0 0 0,-1-1-1 0 0,1 1 1 0 0,-1 0 0 0 0,1 0 0 0 0,0 0-1 0 0,-1 0 1 0 0,1 0 0 0 0,-1 0 0 0 0,1 0 0 0 0,-3 1-1 0 0,1 0-1 0 0,0 0 1 0 0,0 0-1 0 0,0 0 0 0 0,0 0 0 0 0,0 1 0 0 0,-5 3 0 0 0,-2 3 4 0 0,0 2 1 0 0,0-1-1 0 0,0 1 0 0 0,1 1 1 0 0,1 0-1 0 0,0 0 0 0 0,0 0 1 0 0,-6 15-1 0 0,11-20 0 0 0,0 0-1 0 0,0 0 1 0 0,0 1 0 0 0,1-1 0 0 0,0 1-1 0 0,0 0 1 0 0,1-1 0 0 0,0 1 0 0 0,0 0-1 0 0,0 0 1 0 0,1 0 0 0 0,0 0 0 0 0,0 0-1 0 0,1 0 1 0 0,0 0 0 0 0,0-1 0 0 0,5 14 0 0 0,-3-15-81 0 0,-1-1 0 0 0,1 1 1 0 0,0-1-1 0 0,1 0 1 0 0,-1 0-1 0 0,1 0 1 0 0,0-1-1 0 0,0 1 1 0 0,0-1-1 0 0,0 0 0 0 0,1 0 1 0 0,-1 0-1 0 0,1 0 1 0 0,0-1-1 0 0,-1 0 1 0 0,1 0-1 0 0,0 0 1 0 0,0-1-1 0 0,10 2 0 0 0,3 0-818 0 0,0 0-1 0 0,0-2 1 0 0,0 0-1 0 0,28-3 1 0 0,-29 1-627 0 0,-1-2 0 0 0,20-4 1 0 0,3-4-1912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06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150 663 1508 0 0,'4'-7'1385'0'0,"-1"-1"-1"0"0,0 1 1 0 0,0-1 0 0 0,-1 1-1 0 0,0-1 1 0 0,0 0 0 0 0,-1 0-1 0 0,1-10 1 0 0,-17 20-736 0 0,9 2-538 0 0,0 0 0 0 0,0 0 0 0 0,0 0 1 0 0,1 1-1 0 0,0 0 0 0 0,0 0 0 0 0,0 0 0 0 0,1 1 1 0 0,-7 10-1 0 0,6-10-49 0 0,-14 20 164 0 0,-23 43 0 0 0,37-60-194 0 0,0 0 0 0 0,1 0 0 0 0,1 1 0 0 0,-1 0 1 0 0,1 0-1 0 0,1 0 0 0 0,0 0 0 0 0,-1 20 0 0 0,3-27-17 0 0,0-1 0 0 0,0 1-1 0 0,0 0 1 0 0,1-1 0 0 0,-1 1-1 0 0,1 0 1 0 0,-1-1 0 0 0,1 1 0 0 0,0-1-1 0 0,0 1 1 0 0,0-1 0 0 0,0 1 0 0 0,1-1-1 0 0,-1 0 1 0 0,1 0 0 0 0,-1 1-1 0 0,1-1 1 0 0,0 0 0 0 0,0-1 0 0 0,0 1-1 0 0,0 0 1 0 0,0 0 0 0 0,0-1-1 0 0,0 1 1 0 0,1-1 0 0 0,-1 0 0 0 0,0 0-1 0 0,1 0 1 0 0,-1 0 0 0 0,1 0-1 0 0,0 0 1 0 0,-1-1 0 0 0,1 1 0 0 0,-1-1-1 0 0,1 1 1 0 0,5-1 0 0 0,6 0-76 0 0,1-1 0 0 0,-1 0 0 0 0,0-1 0 0 0,1 0 0 0 0,20-7 0 0 0,-12 3-430 0 0,-1-2-1 0 0,0-1 1 0 0,-1 0 0 0 0,1-2 0 0 0,-2 0 0 0 0,0-1 0 0 0,0-1-1 0 0,-1-1 1 0 0,-1-1 0 0 0,17-17 0 0 0,-13 9-277 0 0,-2-1 1 0 0,-1 0 0 0 0,-1-1-1 0 0,-1-1 1 0 0,-1-1 0 0 0,-2 0-1 0 0,14-35 1 0 0,-13 22 959 0 0,-1 0-1 0 0,-3-1 1 0 0,12-79-1 0 0,-17 63 2170 0 0,-2 1-1 0 0,-7-83 1 0 0,3 137-2271 0 0,0 0 0 0 0,0-1 1 0 0,-1 1-1 0 0,1 0 0 0 0,-1 0 1 0 0,1 0-1 0 0,-1 0 0 0 0,0 0 1 0 0,0 0-1 0 0,0 0 0 0 0,-1-3 1 0 0,1 5-72 0 0,1 0 0 0 0,0 0 1 0 0,0-1-1 0 0,-1 1 0 0 0,1 0 0 0 0,0 0 0 0 0,-1-1 1 0 0,1 1-1 0 0,0 0 0 0 0,0 0 0 0 0,-1 0 1 0 0,1-1-1 0 0,-1 1 0 0 0,1 0 0 0 0,0 0 1 0 0,-1 0-1 0 0,1 0 0 0 0,0 0 0 0 0,-1 0 1 0 0,1 0-1 0 0,-1 0 0 0 0,1 0 0 0 0,0 0 1 0 0,-1 0-1 0 0,0 0 0 0 0,0 1 2 0 0,0-1 0 0 0,0 1 0 0 0,0-1-1 0 0,0 1 1 0 0,1 0 0 0 0,-1-1 0 0 0,0 1 0 0 0,0 0 0 0 0,0 0-1 0 0,1 0 1 0 0,-1-1 0 0 0,0 1 0 0 0,0 1 0 0 0,-9 16 425 0 0,2-1 1 0 0,0 1-1 0 0,1 0 1 0 0,1 1-1 0 0,0-1 1 0 0,-5 39-1 0 0,3-19-80 0 0,-21 90 720 0 0,-19 203 1 0 0,46-316-1137 0 0,2 0 1 0 0,0 0-1 0 0,0 0 0 0 0,2 0 0 0 0,3 17 0 0 0,-4-28-117 0 0,0 0 0 0 0,0-1-1 0 0,0 1 1 0 0,1 0 0 0 0,-1-1-1 0 0,1 1 1 0 0,0-1-1 0 0,0 0 1 0 0,0 0 0 0 0,1 1-1 0 0,-1-2 1 0 0,1 1 0 0 0,0 0-1 0 0,0 0 1 0 0,0-1-1 0 0,0 1 1 0 0,0-1 0 0 0,0 0-1 0 0,0 0 1 0 0,1 0 0 0 0,-1-1-1 0 0,1 1 1 0 0,0-1 0 0 0,6 2-1 0 0,0-1-730 0 0,0-1-1 0 0,1 0 1 0 0,-1-1 0 0 0,0 0-1 0 0,0 0 1 0 0,0-1 0 0 0,0-1-1 0 0,0 0 1 0 0,15-4 0 0 0,12-5-3791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06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97 2424 0 0,'37'-62'10578'0'0,"-40"84"-8964"0"0,-17 48 980 0 0,10-40-2035 0 0,1 0 0 0 0,2 0 1 0 0,1 1-1 0 0,-4 56 0 0 0,10-83-529 0 0,0 0 0 0 0,0-1 0 0 0,0 1 0 0 0,1-1 0 0 0,-1 1 0 0 0,1-1 0 0 0,0 1 0 0 0,0-1 0 0 0,0 1 0 0 0,0-1 0 0 0,1 0 0 0 0,-1 1 0 0 0,1-1 0 0 0,0 0 0 0 0,0 0 0 0 0,0 0 0 0 0,0 0 0 0 0,1-1 0 0 0,-1 1 0 0 0,6 4 0 0 0,-5-6-13 0 0,0 1 1 0 0,1-1 0 0 0,-1 1 0 0 0,1-1 0 0 0,-1 0 0 0 0,1 0 0 0 0,-1-1 0 0 0,1 1 0 0 0,-1-1-1 0 0,1 0 1 0 0,0 0 0 0 0,-1 0 0 0 0,1 0 0 0 0,0 0 0 0 0,-1-1 0 0 0,1 0 0 0 0,-1 0 0 0 0,1 0-1 0 0,-1 0 1 0 0,7-3 0 0 0,-2-1-5 0 0,1 1 0 0 0,-2-1 1 0 0,1-1-1 0 0,-1 1 0 0 0,1-1 0 0 0,-1 0 0 0 0,-1-1 0 0 0,1 0 0 0 0,-1 0 0 0 0,-1 0 0 0 0,1-1 1 0 0,-1 0-1 0 0,-1 0 0 0 0,1 0 0 0 0,5-15 0 0 0,-4 7-7 0 0,-1-1 0 0 0,0 1 1 0 0,-1-1-1 0 0,-1 1 0 0 0,0-1 0 0 0,-1 0 0 0 0,-1-30 1 0 0,-1 40-8 0 0,-1 1 1 0 0,0-1 0 0 0,0 0 0 0 0,0 1 0 0 0,-1-1 0 0 0,0 1-1 0 0,0-1 1 0 0,0 1 0 0 0,-1 0 0 0 0,0 0 0 0 0,-1 0-1 0 0,1 0 1 0 0,-5-5 0 0 0,5 8-4 0 0,0 0 0 0 0,0 0 1 0 0,0 1-1 0 0,0-1 0 0 0,0 1 0 0 0,0 0 0 0 0,-1 0 1 0 0,1 0-1 0 0,-1 0 0 0 0,1 1 0 0 0,-1 0 0 0 0,0-1 1 0 0,0 1-1 0 0,1 0 0 0 0,-1 1 0 0 0,0-1 0 0 0,0 1 0 0 0,0 0 1 0 0,0 0-1 0 0,0 0 0 0 0,0 0 0 0 0,0 1 0 0 0,-6 1 1 0 0,-1 1-16 0 0,0 0 1 0 0,1 1-1 0 0,0 1 1 0 0,0-1-1 0 0,0 2 1 0 0,0-1 0 0 0,1 1-1 0 0,0 1 1 0 0,-14 12-1 0 0,17-14-242 0 0,1 0 0 0 0,0 0 0 0 0,0 1 0 0 0,0 0 0 0 0,1 0 0 0 0,-1 0-1 0 0,1 1 1 0 0,1-1 0 0 0,-1 1 0 0 0,1 0 0 0 0,1 0 0 0 0,-1 0 0 0 0,1 0-1 0 0,0 1 1 0 0,0 8 0 0 0,1-13-142 0 0,1 0 0 0 0,1 1 1 0 0,-1-1-1 0 0,0 0 0 0 0,1 0 0 0 0,-1 0 0 0 0,3 6 0 0 0,8 8-5283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07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49 1156 0 0,'2'-7'2071'0'0,"0"1"0"0"0,1-1 0 0 0,0 1 0 0 0,0 0-1 0 0,7-9 1 0 0,-9 14-1659 0 0,22 13 1322 0 0,-14-5-1462 0 0,-1 1 0 0 0,0 1 0 0 0,0-1 0 0 0,-1 1 0 0 0,0 0 0 0 0,0 1 0 0 0,-1 0 0 0 0,0 0 0 0 0,-1 0 0 0 0,0 0 0 0 0,-1 1 0 0 0,0 0 0 0 0,-1 0 0 0 0,0 0 0 0 0,-1 0 0 0 0,0 1 0 0 0,0-1 0 0 0,-2 1 0 0 0,1-1-1 0 0,-1 1 1 0 0,-1-1 0 0 0,0 1 0 0 0,-1-1 0 0 0,0 0 0 0 0,0 1 0 0 0,-2-1 0 0 0,-7 19 0 0 0,1-8 92 0 0,-2-1-1 0 0,-1 0 1 0 0,-20 26 0 0 0,-23 16 3428 0 0,56-62-3704 0 0,-1-1 0 0 0,1 1 0 0 0,-1 0 0 0 0,1-1 0 0 0,-1 1 0 0 0,1-1 0 0 0,-1 1 0 0 0,0-1 0 0 0,1 1 0 0 0,-1-1 0 0 0,0 1 0 0 0,1-1 0 0 0,-1 0 0 0 0,0 0 0 0 0,0 1 0 0 0,1-1 0 0 0,-1 0 0 0 0,0 0 0 0 0,0 0 0 0 0,-1 1 0 0 0,1-2-58 0 0,1 1-1 0 0,0 0 0 0 0,-1-1 1 0 0,1 1-1 0 0,0 0 0 0 0,-1-1 1 0 0,1 1-1 0 0,0-1 0 0 0,-1 1 1 0 0,1-1-1 0 0,0 1 1 0 0,0-1-1 0 0,-1 1 0 0 0,1-1 1 0 0,0 1-1 0 0,0 0 0 0 0,0-1 1 0 0,0 1-1 0 0,0-1 0 0 0,0 0 1 0 0,0 1-1 0 0,0-1 0 0 0,0 0 1 0 0,0-4 36 0 0,0 0 0 0 0,1 0 1 0 0,0 0-1 0 0,0 0 0 0 0,2-7 1 0 0,7-12-192 0 0,1 0 0 0 0,2 1 0 0 0,0 0 1 0 0,1 1-1 0 0,1 0 0 0 0,23-24 0 0 0,118-111-5408 0 0,-115 119 2940 0 0,-26 24 814 0 0,12-11-2277 0 0,-15 5-3167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07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176 121 512 0 0,'-171'5'12375'0'0,"167"-5"-11845"0"0,4-1-483 0 0,0 0 1 0 0,1 0 0 0 0,-1 0 0 0 0,1 0-1 0 0,-1 0 1 0 0,1 1 0 0 0,-1-1 0 0 0,1 0 0 0 0,-1 0-1 0 0,1 1 1 0 0,0-1 0 0 0,0 0 0 0 0,-1 1-1 0 0,1-1 1 0 0,0 0 0 0 0,0 1 0 0 0,0-1 0 0 0,-1 1-1 0 0,1 0 1 0 0,0-1 0 0 0,0 1 0 0 0,1-1-1 0 0,26-7 75 0 0,-24 6-37 0 0,232-47 279 0 0,5 20-3943 0 0,-154 19 57 0 0,3-2-2059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07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74 2556 0 0,'2'-8'2190'0'0,"0"0"0"0"0,0 0 0 0 0,7-15-1 0 0,2-4 2780 0 0,-13 37-4848 0 0,1 0 0 0 0,-1 1 0 0 0,-1-1-1 0 0,1-1 1 0 0,-2 1 0 0 0,-4 10 0 0 0,-3 9-11 0 0,7-18-128 0 0,-22 80 34 0 0,24-83-474 0 0,1 0 0 0 0,0 0-1 0 0,0 0 1 0 0,1-1 0 0 0,0 1 0 0 0,0 0 0 0 0,1 0-1 0 0,0 0 1 0 0,3 12 0 0 0,6-2-4881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08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1324 0 0,'16'-32'8860'0'0,"-16"31"-8751"0"0,0 1 0 0 0,0-1-1 0 0,0 1 1 0 0,0 0 0 0 0,0-1 0 0 0,0 1 0 0 0,1 0 0 0 0,-1-1 0 0 0,0 1 0 0 0,0 0 0 0 0,1-1 0 0 0,-1 1 0 0 0,0 0 0 0 0,0-1 0 0 0,1 1 0 0 0,-1 0 0 0 0,0 0 0 0 0,1-1 0 0 0,-1 1 0 0 0,0 0 0 0 0,1 0 0 0 0,-1 0 0 0 0,1-1 0 0 0,1 7 63 0 0,0 0 0 0 0,-1 0 0 0 0,1 1 0 0 0,-1-1 0 0 0,-1 0 0 0 0,1 0 0 0 0,-1 0 0 0 0,0 1 1 0 0,-1 9-1 0 0,0 0-39 0 0,1 5 133 0 0,-1 0 1 0 0,-4 27 0 0 0,4-47 218 0 0,15-19-369 0 0,-10 11-104 0 0,67-112 83 0 0,-62 107-99 0 0,-1 0-1 0 0,2 1 1 0 0,0 0-1 0 0,0 1 1 0 0,1 0-1 0 0,0 1 1 0 0,18-12-1 0 0,-27 20 4 0 0,-1 0-1 0 0,1 0 0 0 0,0 0 0 0 0,0 0 0 0 0,0 0 0 0 0,-1 1 1 0 0,1-1-1 0 0,0 1 0 0 0,0-1 0 0 0,0 1 0 0 0,0 0 0 0 0,0 0 1 0 0,0 0-1 0 0,0 0 0 0 0,0 0 0 0 0,0 0 0 0 0,0 0 0 0 0,0 1 1 0 0,0-1-1 0 0,-1 1 0 0 0,5 1 0 0 0,-3 0 2 0 0,0 0 1 0 0,0 0-1 0 0,0 0 1 0 0,0 0-1 0 0,0 1 0 0 0,-1 0 1 0 0,1-1-1 0 0,-1 1 1 0 0,0 0-1 0 0,4 6 0 0 0,1 4 20 0 0,-1 0-1 0 0,0 1 1 0 0,-1-1-1 0 0,6 27 1 0 0,5 45-52 0 0,-12-28-5211 0 0,-5-47 1676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08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87 3344 0 0,'-76'-83'14219'0'0,"75"82"-14008"0"0,0 1-292 0 0,1-1 0 0 0,0 1 0 0 0,-1 0 0 0 0,1 0 0 0 0,-1-1 0 0 0,1 1 0 0 0,0 0 0 0 0,-1 0 0 0 0,1 0 0 0 0,-1 0 0 0 0,1 0 0 0 0,-1 0 0 0 0,1 0 0 0 0,-1 0 0 0 0,1 0 0 0 0,-1 0 0 0 0,1 0 0 0 0,0 0 1 0 0,-1 0-1 0 0,1 0 0 0 0,-1 0 0 0 0,1 0 0 0 0,-1 0 0 0 0,1 2-239 0 0,0 0 1 0 0,0-1-1 0 0,0 1 1 0 0,0-1 0 0 0,0 1-1 0 0,0-1 1 0 0,1 1-1 0 0,-1-1 1 0 0,0 0-1 0 0,1 1 1 0 0,0-1 0 0 0,-1 1-1 0 0,1-1 1 0 0,0 0-1 0 0,-1 1 1 0 0,1-1-1 0 0,0 0 1 0 0,0 0-1 0 0,0 0 1 0 0,0 0 0 0 0,0 0-1 0 0,1 0 1 0 0,-1 0-1 0 0,0 0 1 0 0,2 1-1 0 0,12 10-4801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09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48 996 0 0,'15'-47'12600'0'0,"-15"50"-11418"0"0,0 4-1417 0 0,-2 40 1255 0 0,-3 0 0 0 0,-10 46 0 0 0,-5 34-89 0 0,14-75-684 0 0,-16 53 0 0 0,21-97-522 0 0,-1 1-234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09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54 172 0 0,'7'-24'10129'0'0,"-6"3"-4559"0"0,-3 13-2166 0 0,2 8-3365 0 0,-11 14 32 0 0,1 1 1 0 0,0 0-1 0 0,1 1 1 0 0,1 0-1 0 0,0 1 1 0 0,-7 21-1 0 0,4-9 15 0 0,-112 345 232 0 0,111-332-379 0 0,10-35-603 0 0,1-1-1 0 0,-1 0 0 0 0,1 1 1 0 0,0 9-1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10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46 452 1580 0 0,'-5'-4'1650'0'0,"0"0"-1"0"0,0-1 1 0 0,0 0-1 0 0,-3-6 1 0 0,5 8-1181 0 0,1 0 0 0 0,0 0 0 0 0,0-1 0 0 0,1 1 0 0 0,-1-1 0 0 0,1 1 0 0 0,-1-5 0 0 0,1 4-371 0 0,0 0 0 0 0,1 0 0 0 0,0-1 0 0 0,0 1 0 0 0,0 0 0 0 0,0 0 0 0 0,1 0 1 0 0,0 0-1 0 0,0 0 0 0 0,0 0 0 0 0,0 0 0 0 0,0 0 0 0 0,1 0 0 0 0,0 0 0 0 0,0 1 0 0 0,3-5 0 0 0,6-9-35 0 0,1 1 1 0 0,0 0-1 0 0,1 1 0 0 0,1 0 1 0 0,1 2-1 0 0,19-16 1 0 0,103-64 48 0 0,-111 77-102 0 0,1 1-1 0 0,0 2 0 0 0,1 0 0 0 0,0 2 0 0 0,1 1 0 0 0,0 2 0 0 0,38-7 0 0 0,-51 13-12 0 0,0 1-1 0 0,-1 0 0 0 0,1 1 0 0 0,0 1 0 0 0,0 0 1 0 0,26 6-1 0 0,-30-4-4 0 0,-1 1 1 0 0,0 0-1 0 0,0 0 1 0 0,-1 1-1 0 0,1 0 0 0 0,-1 1 1 0 0,0 1-1 0 0,0-1 1 0 0,16 16-1 0 0,-21-17 9 0 0,-1-1-1 0 0,0 0 1 0 0,-1 1-1 0 0,1 0 1 0 0,-1 0-1 0 0,0 0 1 0 0,0 0-1 0 0,0 1 1 0 0,-1-1 0 0 0,1 1-1 0 0,-1-1 1 0 0,-1 1-1 0 0,3 12 1 0 0,-3-10 4 0 0,-1 1-1 0 0,0 0 1 0 0,0-1 0 0 0,-1 1 0 0 0,0-1-1 0 0,-1 1 1 0 0,0-1 0 0 0,-5 16 0 0 0,-1-6-2 0 0,0-1 1 0 0,0-1 0 0 0,-2 1 0 0 0,0-2-1 0 0,-1 1 1 0 0,-1-1 0 0 0,0-1-1 0 0,-18 17 1 0 0,9-12 33 0 0,-2 0 0 0 0,0-1-1 0 0,-1-2 1 0 0,-1 0 0 0 0,0-2 0 0 0,-1-1 0 0 0,0-1-1 0 0,-1-1 1 0 0,-1-1 0 0 0,1-1 0 0 0,-53 8-1 0 0,36-9 418 0 0,41-8-395 0 0,-1 1 6 0 0,3-1-61 0 0,1 0 0 0 0,0 0 0 0 0,-1 0 0 0 0,1 0 0 0 0,-1 0 0 0 0,1 0 1 0 0,-1 0-1 0 0,1 0 0 0 0,-1 0 0 0 0,1 0 0 0 0,-1 0 0 0 0,1 0 1 0 0,0 0-1 0 0,-1 0 0 0 0,1 1 0 0 0,-1-1 0 0 0,1 0 0 0 0,-1 0 0 0 0,1 0 1 0 0,0 1-1 0 0,-1-1 0 0 0,1 0 0 0 0,-1 1 0 0 0,2 1 1 0 0,0 0-1 0 0,0 0 1 0 0,0 0 0 0 0,0 0-1 0 0,0-1 1 0 0,0 1-1 0 0,0 0 1 0 0,1-1-1 0 0,-1 1 1 0 0,1 0 0 0 0,-1-1-1 0 0,1 0 1 0 0,3 3-1 0 0,31 20 144 0 0,-19-14-67 0 0,-1 2-159 0 0,196 126 905 0 0,-163-110-1927 0 0,1-2 1 0 0,78 30 0 0 0,-47-29-6019 0 0,-54-20 1920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11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84 1920 0 0,'2'-10'7079'0'0,"-2"5"-6941"0"0,-1 3 585 0 0,1 0 1 0 0,0 0-1 0 0,0 0 0 0 0,0 0 0 0 0,0 0 0 0 0,0 0 0 0 0,1 1 0 0 0,-1-1 0 0 0,0 0 0 0 0,1 0 0 0 0,-1 0 0 0 0,1 0 0 0 0,0 1 0 0 0,0-1 0 0 0,1-2 0 0 0,-1 3-712 0 0,2-2-6 0 0,0 1 0 0 0,1-1 0 0 0,-1 1 0 0 0,1 0 0 0 0,0 0 0 0 0,0 0 0 0 0,7-2 0 0 0,-9 4-5 0 0,8-8-11 0 0,-10 7 8 0 0,1 1-1 0 0,-1-1 1 0 0,1 0-1 0 0,0 1 1 0 0,-1-1 0 0 0,1 1-1 0 0,0-1 1 0 0,-1 1 0 0 0,1 0-1 0 0,0-1 1 0 0,-1 1-1 0 0,1 0 1 0 0,0-1 0 0 0,0 1-1 0 0,-1 0 1 0 0,1 0 0 0 0,0 0-1 0 0,0 0 1 0 0,0-1 0 0 0,-1 1-1 0 0,1 0 1 0 0,0 1-1 0 0,0-1 1 0 0,0 0 0 0 0,-1 0-1 0 0,1 0 1 0 0,0 0 0 0 0,0 0-1 0 0,0 1 1 0 0,-1-1-1 0 0,1 0 1 0 0,0 1 0 0 0,-1-1-1 0 0,1 1 1 0 0,0-1 0 0 0,0 2-1 0 0,3-1 1 0 0,11 11 6 0 0,27 27-34 0 0,-41-38 16 0 0,9 11 19 0 0,-9-10-2 0 0,-1 0 0 0 0,1 1-1 0 0,0-1 1 0 0,-1 0-1 0 0,1 1 1 0 0,-1-1 0 0 0,0 0-1 0 0,0 1 1 0 0,0-1 0 0 0,0 1-1 0 0,0-1 1 0 0,0 0 0 0 0,-1 1-1 0 0,1-1 1 0 0,-1 1 0 0 0,1-1-1 0 0,-1 0 1 0 0,0 0 0 0 0,0 0-1 0 0,-2 4 1 0 0,-3 2-5 0 0,0 0 1 0 0,0-1-1 0 0,0 0 1 0 0,-8 7-1 0 0,7-7 7 0 0,-16 14 8 0 0,12-12-5 0 0,1 1 0 0 0,-14 15 1 0 0,23-23 3 0 0,-2 2-7 0 0,5-4-11 0 0,6-1 6 0 0,3 0-9 0 0,0 0 1 0 0,0 1-1 0 0,0 0 0 0 0,0 1 0 0 0,0 0 1 0 0,0 1-1 0 0,-1 0 0 0 0,1 1 1 0 0,0 0-1 0 0,-1 0 0 0 0,0 1 1 0 0,0 1-1 0 0,0 0 0 0 0,-1 0 1 0 0,1 1-1 0 0,-1 0 0 0 0,0 1 1 0 0,11 11-1 0 0,-14-14 13 0 0,0 1 1 0 0,0 1-1 0 0,-1-1 1 0 0,0 1-1 0 0,0 0 0 0 0,7 11 1 0 0,-11-14 6 0 0,0-1 1 0 0,0 0-1 0 0,0 1 1 0 0,0-1-1 0 0,-1 0 1 0 0,1 1-1 0 0,-1-1 1 0 0,1 1-1 0 0,-1-1 1 0 0,0 1-1 0 0,0-1 1 0 0,0 1-1 0 0,0 0 1 0 0,-1-1-1 0 0,1 1 1 0 0,0-1-1 0 0,-1 1 1 0 0,0-1-1 0 0,0 0 1 0 0,0 1-1 0 0,0-1 1 0 0,0 0-1 0 0,-2 4 1 0 0,-1-1 16 0 0,1 0 1 0 0,-1 0-1 0 0,0-1 0 0 0,0 1 0 0 0,0-1 1 0 0,-1 0-1 0 0,1-1 0 0 0,-1 1 1 0 0,0-1-1 0 0,0 0 0 0 0,-1 0 1 0 0,1 0-1 0 0,0-1 0 0 0,-1 1 0 0 0,0-1 1 0 0,1-1-1 0 0,-1 1 0 0 0,0-1 1 0 0,-10 1-1 0 0,6-2-201 0 0,1 0 1 0 0,0 0-1 0 0,0-1 0 0 0,-1 0 1 0 0,1-1-1 0 0,0 0 1 0 0,0 0-1 0 0,0-1 0 0 0,0 0 1 0 0,1-1-1 0 0,-13-6 0 0 0,15 5-1684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12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44 2504 0 0,'-13'-32'13928'0'0,"13"31"-13783"0"0,0 0 1 0 0,0 1-1 0 0,0-1 1 0 0,-1 1-1 0 0,1-1 1 0 0,0 0 0 0 0,-1 1-1 0 0,1-1 1 0 0,0 1-1 0 0,-1-1 1 0 0,1 1 0 0 0,-1-1-1 0 0,1 1 1 0 0,-1 0-1 0 0,1-1 1 0 0,-1 1 0 0 0,1-1-1 0 0,-1 1 1 0 0,1 0-1 0 0,-1-1 1 0 0,0 1 0 0 0,1 0-1 0 0,-1 0 1 0 0,1 0-1 0 0,-1-1 1 0 0,0 1 0 0 0,1 0-1 0 0,-2 0 1 0 0,1 1-84 0 0,0 0 0 0 0,0 0 0 0 0,0 0 0 0 0,0 0 0 0 0,0 1 0 0 0,1-1 0 0 0,-1 0 0 0 0,0 0 0 0 0,1 1 0 0 0,-1-1 0 0 0,1 0 0 0 0,-1 1 0 0 0,1-1 1 0 0,0 0-1 0 0,-1 4 0 0 0,-10 32 1056 0 0,-21 51 1 0 0,1-3-651 0 0,25-67-425 0 0,-2 5 70 0 0,-6 34 1 0 0,13-51-68 0 0,0 0 1 0 0,0 0 0 0 0,1 0 0 0 0,0 1 0 0 0,0-1-1 0 0,0 0 1 0 0,1 0 0 0 0,0 0 0 0 0,0 0-1 0 0,4 11 1 0 0,-4-14-32 0 0,1-1 0 0 0,-1 0 0 0 0,1 0 0 0 0,-1 0 0 0 0,1 0-1 0 0,0 0 1 0 0,0 0 0 0 0,0 0 0 0 0,0-1 0 0 0,0 1 0 0 0,0-1-1 0 0,0 1 1 0 0,1-1 0 0 0,-1 0 0 0 0,0 0 0 0 0,1 0 0 0 0,-1 0-1 0 0,1 0 1 0 0,-1-1 0 0 0,1 1 0 0 0,0-1 0 0 0,-1 0 0 0 0,1 1 0 0 0,-1-1-1 0 0,4-1 1 0 0,5 1-18 0 0,-1-1 0 0 0,1 0 0 0 0,-1 0 0 0 0,19-6-1 0 0,-3-2 12 0 0,0-1 0 0 0,-1-1 1 0 0,0-1-1 0 0,-1-1 0 0 0,34-25 0 0 0,102-93 73 0 0,-106 84-72 0 0,-46 40-27 0 0,-1 1-69 0 0,0-1 0 0 0,1 1 1 0 0,0 1-1 0 0,15-9 0 0 0,-21 13 50 0 0,13 4-44 0 0,-11-1 76 0 0,0 0-1 0 0,0 1 1 0 0,-1-1 0 0 0,1 1 0 0 0,-1-1 0 0 0,0 1-1 0 0,0 0 1 0 0,0 0 0 0 0,0 0 0 0 0,0 1-1 0 0,-1-1 1 0 0,1 1 0 0 0,1 4 0 0 0,11 16-122 0 0,-6-12 149 0 0,-1 0-1 0 0,-1 1 1 0 0,0 0 0 0 0,9 27 0 0 0,-15-36 15 0 0,0-1-1 0 0,0 1 1 0 0,-1-1-1 0 0,1 1 1 0 0,-1 0-1 0 0,0-1 1 0 0,0 1-1 0 0,0 0 0 0 0,-1-1 1 0 0,1 1-1 0 0,-1 0 1 0 0,0-1-1 0 0,0 1 1 0 0,0-1-1 0 0,0 1 1 0 0,-1-1-1 0 0,1 0 1 0 0,-1 1-1 0 0,0-1 1 0 0,0 0-1 0 0,0 0 1 0 0,-1 0-1 0 0,1-1 1 0 0,-5 6-1 0 0,-2-1-14 0 0,-1 0 1 0 0,1 0-1 0 0,-1-1 0 0 0,0 0 0 0 0,0-1 0 0 0,-1 0 0 0 0,0-1 0 0 0,0 0 0 0 0,0 0 0 0 0,0-1 0 0 0,0-1 0 0 0,-1 0 0 0 0,-20 1 0 0 0,3-2-860 0 0,0-2 0 0 0,0-1-1 0 0,1-1 1 0 0,-40-9-1 0 0,46 7-1505 0 0,-40-16-1 0 0,10-2-3835 0 0,9-1-2560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12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19 140 668 0 0,'112'-123'19911'0'0,"-111"122"-19963"0"0,-1 1 0 0 0,0 0-1 0 0,1 0 1 0 0,-1-1 0 0 0,0 1-1 0 0,1-1 1 0 0,-1 1 0 0 0,0 0 0 0 0,1-1-1 0 0,-1 1 1 0 0,0-1 0 0 0,1 1-1 0 0,-1-1 1 0 0,0 1 0 0 0,0 0-1 0 0,0-1 1 0 0,0 1 0 0 0,1-1-1 0 0,-1 1 1 0 0,0-1 0 0 0,0 1 0 0 0,0-1-1 0 0,0 1 1 0 0,0-1 0 0 0,0 1-1 0 0,0-1 1 0 0,0 1 0 0 0,-1-1-1 0 0,1 1 1 0 0,0-1 0 0 0,-1 0-82 0 0,1 1 0 0 0,-1 0 0 0 0,0-1 0 0 0,0 1 0 0 0,0 0 0 0 0,0 0 0 0 0,1 0-1 0 0,-1-1 1 0 0,0 1 0 0 0,0 0 0 0 0,0 0 0 0 0,0 0 0 0 0,0 1 0 0 0,1-1 0 0 0,-3 0 0 0 0,-37 11-3796 0 0,37-10 3551 0 0,-33 10-3778 0 0,-6 4-1786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12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1340 0 0,'0'0'3400'0'0,"7"-6"-5272"0"0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12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1880 0 0,'0'0'1576'0'0,"24"-4"256"0"0,-9 2-1603 0 0,-1 1-2138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17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0 184 0 0,'0'0'2414'0'0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19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38 1140 0 0,'-12'-38'11402'0'0,"0"41"-10958"0"0,7 0-340 0 0,1 0 0 0 0,0 0 0 0 0,1 1 1 0 0,-1 0-1 0 0,1 0 0 0 0,-1 0 0 0 0,1 0 0 0 0,0 0 1 0 0,1 0-1 0 0,-1 1 0 0 0,-2 5 0 0 0,-2 3 117 0 0,-11 20 13 0 0,1 0 0 0 0,2 1 0 0 0,1 1 1 0 0,2 0-1 0 0,2 1 0 0 0,1 0 1 0 0,1 1-1 0 0,2-1 0 0 0,2 1 0 0 0,1 60 1 0 0,3-84-181 0 0,1 0 1 0 0,1-1 0 0 0,0 1 0 0 0,1-1 0 0 0,0 1-1 0 0,0-1 1 0 0,2 0 0 0 0,-1 0 0 0 0,11 18-1 0 0,-11-25-20 0 0,-1 1 0 0 0,1-1 0 0 0,0 1 0 0 0,1-1 0 0 0,-1-1 0 0 0,1 1 0 0 0,0 0 0 0 0,0-1 0 0 0,1 0 0 0 0,-1-1-1 0 0,1 1 1 0 0,0-1 0 0 0,0 0 0 0 0,0 0 0 0 0,0-1 0 0 0,0 1 0 0 0,1-1 0 0 0,-1-1 0 0 0,13 2 0 0 0,-3-2 32 0 0,-1 0-1 0 0,1-2 1 0 0,0 0 0 0 0,-1-1 0 0 0,1 0 0 0 0,-1-1 0 0 0,0-1 0 0 0,0 0-1 0 0,0-1 1 0 0,0-1 0 0 0,-1 0 0 0 0,0-1 0 0 0,0-1 0 0 0,-1 0 0 0 0,25-19-1 0 0,-21 13 3 0 0,-1-1-1 0 0,-1-1 1 0 0,0 0-1 0 0,-2 0 0 0 0,1-2 1 0 0,-2 1-1 0 0,0-2 0 0 0,-2 0 1 0 0,0 0-1 0 0,15-40 1 0 0,-18 38-40 0 0,-1-1 0 0 0,-1 1 1 0 0,-1-1-1 0 0,0 0 0 0 0,-2 0 1 0 0,-1 0-1 0 0,-2-37 1 0 0,0 49-20 0 0,0 1 1 0 0,-1 0 0 0 0,0 0 0 0 0,0 0-1 0 0,-1 0 1 0 0,0 0 0 0 0,-1 1-1 0 0,0-1 1 0 0,0 1 0 0 0,0 0 0 0 0,-1 0-1 0 0,-1 0 1 0 0,1 1 0 0 0,-1 0 0 0 0,-1 0-1 0 0,1 1 1 0 0,-1-1 0 0 0,0 1-1 0 0,-1 1 1 0 0,-13-9 0 0 0,11 8-377 0 0,0 1-1 0 0,-1 1 1 0 0,0-1 0 0 0,0 2 0 0 0,-1-1-1 0 0,1 2 1 0 0,-19-3 0 0 0,22 4 59 0 0,0 1 1 0 0,0 0 0 0 0,1 0-1 0 0,-1 1 1 0 0,0 0 0 0 0,0 1 0 0 0,0-1-1 0 0,1 1 1 0 0,-1 1 0 0 0,1-1-1 0 0,-1 2 1 0 0,-8 4 0 0 0,-5 6-2033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20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14 244 0 0,'-17'1'6793'0'0,"-74"-10"8115"0"0,115 12-14791 0 0,0 0-1 0 0,0-2 1 0 0,30-2 0 0 0,-20 1-60 0 0,61 2-14 0 0,103-4 44 0 0,-185 1-75 0 0,37 4 78 0 0,-50-3-90 0 0,40 1 162 0 0,-19-1-2724 0 0,-52-14-10394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20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43 2352 0 0,'-6'-11'5404'0'0,"-12"-18"5284"0"0,17 29-10189 0 0,0-1 0 0 0,-2-1 0 0 0,0 8-199 0 0,0 1 1 0 0,1 0-1 0 0,-1-1 0 0 0,2 1 1 0 0,-1 0-1 0 0,1 0 0 0 0,0 0 1 0 0,0 8-1 0 0,-3 11 155 0 0,-12 70 423 0 0,-40 208-237 0 0,28-168-2872 0 0,11-52-1918 0 0,-2-1-5620 0 0,14-62 3704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21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56 1604 0 0,'-5'-24'5391'0'0,"5"23"-5212"0"0,0-1 130 0 0,-1 0 0 0 0,0-1 0 0 0,0 1 0 0 0,0 0 0 0 0,0 0 0 0 0,0-1 0 0 0,-1 1-1 0 0,1 0 1 0 0,-1 0 0 0 0,1 0 0 0 0,-1 1 0 0 0,-3-4 0 0 0,2 5-272 0 0,0 0 0 0 0,-1 1 0 0 0,2 0 1 0 0,-1-1-1 0 0,0 1 0 0 0,0 0 0 0 0,0 1 1 0 0,0-1-1 0 0,1 0 0 0 0,-1 1 0 0 0,0 0 1 0 0,1-1-1 0 0,-1 1 0 0 0,1 0 0 0 0,0 0 1 0 0,0 1-1 0 0,-2 1 0 0 0,-6 8 96 0 0,1 0 0 0 0,-9 16 0 0 0,10-15-51 0 0,-12 20 83 0 0,2 0 1 0 0,1 1-1 0 0,-21 61 0 0 0,29-68-70 0 0,2-1 0 0 0,1 1 0 0 0,1 1 0 0 0,1-1 0 0 0,0 51 1 0 0,5-64-30 0 0,0-1 1 0 0,0 1 0 0 0,2-1-1 0 0,-1 0 1 0 0,2 0 0 0 0,0 0 0 0 0,0 0-1 0 0,1 0 1 0 0,9 14 0 0 0,-10-19 2 0 0,1-1-1 0 0,0 0 1 0 0,0 0 0 0 0,1 0 0 0 0,0-1 0 0 0,0 0 0 0 0,1 0 0 0 0,-1-1 0 0 0,1 1 0 0 0,0-2 0 0 0,1 1-1 0 0,-1-1 1 0 0,1 0 0 0 0,0 0 0 0 0,12 3 0 0 0,-5-3 105 0 0,0 0 0 0 0,1-1 1 0 0,-1-1-1 0 0,1-1 0 0 0,0 0 0 0 0,-1-1 1 0 0,1 0-1 0 0,0-2 0 0 0,0 0 0 0 0,-1 0 0 0 0,1-2 1 0 0,-1 0-1 0 0,20-8 0 0 0,-24 8-31 0 0,0-1 0 0 0,0 0 0 0 0,-1-1 0 0 0,0 0 0 0 0,0-1 0 0 0,-1 0-1 0 0,1 0 1 0 0,-2-1 0 0 0,1 0 0 0 0,-1-1 0 0 0,0 0 0 0 0,-1 0 0 0 0,0-1 0 0 0,0 0 0 0 0,-1 0 0 0 0,0 0 0 0 0,-1-1 0 0 0,5-14 0 0 0,-3 1-80 0 0,-1-1 1 0 0,-1 1 0 0 0,-1-1 0 0 0,-2 0 0 0 0,0 0 0 0 0,-3-44 0 0 0,-1 50-55 0 0,0 0 1 0 0,-1 0 0 0 0,-1 0-1 0 0,-1 0 1 0 0,-1 1-1 0 0,0 0 1 0 0,-1 0 0 0 0,-1 0-1 0 0,-14-21 1 0 0,18 32-67 0 0,-1 1 1 0 0,0-1-1 0 0,0 1 1 0 0,0 1-1 0 0,-1-1 1 0 0,0 1-1 0 0,0 0 1 0 0,0 0-1 0 0,-1 1 0 0 0,1 0 1 0 0,-1 0-1 0 0,0 0 1 0 0,0 1-1 0 0,-1 0 1 0 0,1 0-1 0 0,-1 1 1 0 0,1 0-1 0 0,-1 0 0 0 0,0 1 1 0 0,-12-1-1 0 0,4 3-461 0 0,0-1 1 0 0,0 2-1 0 0,0 0 0 0 0,1 1 0 0 0,-1 0 0 0 0,1 2 0 0 0,0 0 0 0 0,0 0 0 0 0,-22 12 0 0 0,-33 22-4312 0 0,-5 4-2609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23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41 101 1428 0 0,'-2'-1'2924'0'0,"-9"-3"-704"0"0,0 0 2233 0 0,-6-2-798 0 0,34 6-3055 0 0,18 1-413 0 0,86-10 152 0 0,182-39-1 0 0,-298 47-360 0 0,4-1-811 0 0,0 0-1 0 0,1-1 0 0 0,12-5 0 0 0,-21 8 490 0 0,-1-1 0 0 0,1 1 0 0 0,8-13-4817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23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35 1672 0 0,'-41'-33'9220'0'0,"39"32"-8696"0"0,-1 3-115 0 0,3-2-386 0 0,-1 0 0 0 0,1 0 0 0 0,0 0 0 0 0,-1 0-1 0 0,1 0 1 0 0,-1 0 0 0 0,1 1 0 0 0,0-1 0 0 0,-1 0 0 0 0,1 0 0 0 0,0 0-1 0 0,-1 1 1 0 0,1-1 0 0 0,0 0 0 0 0,-1 0 0 0 0,1 1 0 0 0,0-1 0 0 0,-1 0-1 0 0,1 0 1 0 0,0 1 0 0 0,0-1 0 0 0,-1 0 0 0 0,1 2 0 0 0,-6 16 465 0 0,0 1 0 0 0,2 0 0 0 0,0 1 0 0 0,1-1 0 0 0,0 24 1 0 0,-5 25 113 0 0,-30 221 263 0 0,34-253-741 0 0,3-22-461 0 0,0-1 0 0 0,-1 1 0 0 0,-4 13-1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24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499 146 1068 0 0,'10'-21'3619'0'0,"-6"13"-2136"0"0,0 1-1 0 0,-1-1 0 0 0,0 0 1 0 0,2-8-1 0 0,-5 14-1007 0 0,4-6 669 0 0,-8 11-1075 0 0,0-1 0 0 0,1 1 0 0 0,0 0 1 0 0,-1-1-1 0 0,1 2 0 0 0,0-1 0 0 0,0 0 0 0 0,1 1 0 0 0,-4 4 1 0 0,-22 40 200 0 0,17-26-135 0 0,-22 35 159 0 0,-35 90-1 0 0,59-124-262 0 0,2 0 0 0 0,0 0 0 0 0,1 1 0 0 0,2 0 1 0 0,0 0-1 0 0,1 0 0 0 0,2 33 0 0 0,1-51 2 0 0,0 0 1 0 0,1 0 0 0 0,0 0 0 0 0,0-1-1 0 0,0 1 1 0 0,1 0 0 0 0,-1-1-1 0 0,1 0 1 0 0,1 1 0 0 0,-1-1-1 0 0,1 0 1 0 0,0 0 0 0 0,0 0-1 0 0,1 0 1 0 0,-1-1 0 0 0,9 9-1 0 0,-8-10 59 0 0,0 0 0 0 0,1 0 0 0 0,-1-1-1 0 0,1 1 1 0 0,0-1 0 0 0,0 0-1 0 0,0 0 1 0 0,0-1 0 0 0,0 0-1 0 0,0 0 1 0 0,0 0 0 0 0,0 0-1 0 0,0-1 1 0 0,0 1 0 0 0,1-2 0 0 0,-1 1-1 0 0,0 0 1 0 0,10-3 0 0 0,-1 0 82 0 0,0-1 0 0 0,0 0 1 0 0,-1-1-1 0 0,0 0 1 0 0,0-1-1 0 0,0-1 1 0 0,-1 0-1 0 0,0-1 0 0 0,0 0 1 0 0,14-13-1 0 0,-12 8-86 0 0,-1-1 0 0 0,0 0 0 0 0,-1-1 0 0 0,-1 0 0 0 0,0-1 0 0 0,-1 0 0 0 0,11-25 0 0 0,-13 22-76 0 0,0-1 0 0 0,-1 0 1 0 0,-1-1-1 0 0,-1 1 0 0 0,0-1 1 0 0,-2 0-1 0 0,-1-1 0 0 0,0 1 1 0 0,-2 0-1 0 0,0 0 0 0 0,-1-1 1 0 0,-1 1-1 0 0,-2 0 0 0 0,-9-36 1 0 0,10 48-15 0 0,0 0 0 0 0,-1 1 0 0 0,0 0 0 0 0,0 0 1 0 0,-1 0-1 0 0,0 0 0 0 0,0 1 0 0 0,-1-1 0 0 0,0 1 1 0 0,0 1-1 0 0,-1-1 0 0 0,0 1 0 0 0,0 1 0 0 0,-8-6 0 0 0,6 6-105 0 0,0 0-1 0 0,-1 1 1 0 0,0 0-1 0 0,0 0 1 0 0,0 1-1 0 0,0 0 1 0 0,0 1-1 0 0,-1 0 0 0 0,1 1 1 0 0,0 0-1 0 0,-1 1 1 0 0,-13 0-1 0 0,-11 4-807 0 0,0 1-1 0 0,0 2 1 0 0,-54 17-1 0 0,-98 45-5343 0 0,52-14-763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25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7 1836 0 0,'-47'-5'5652'0'0,"45"5"-5237"0"0,-8-2-124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25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1 420 0 0,'0'0'5605'0'0,"-8"5"-5505"0"0,4 4-1865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26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1408 0 0,'0'0'3036'0'0,"3"-9"-1887"0"0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26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17 116 284 0 0,'-10'-5'6949'0'0,"9"5"-6855"0"0,1 0-1 0 0,0 0 1 0 0,-1 0 0 0 0,1 0-1 0 0,0 0 1 0 0,0 0-1 0 0,-1-1 1 0 0,1 1-1 0 0,0 0 1 0 0,0 0-1 0 0,-1 0 1 0 0,1 0 0 0 0,0-1-1 0 0,0 1 1 0 0,-1 0-1 0 0,1 0 1 0 0,0-1-1 0 0,0 1 1 0 0,0 0-1 0 0,0 0 1 0 0,-1-1 0 0 0,1 1-1 0 0,0 0 1 0 0,0-1-1 0 0,0 1 1 0 0,0 0-1 0 0,0 0 1 0 0,0-1-1 0 0,0 1 1 0 0,0 0 0 0 0,0-1-1 0 0,0 1 1 0 0,0 0-1 0 0,0 0 1 0 0,0-1-1 0 0,0 1 1 0 0,0 0-1 0 0,0-1 1 0 0,0 1-1 0 0,0 0 1 0 0,1 0 0 0 0,-1-1-1 0 0,16-9 1202 0 0,37-4-1704 0 0,-39 11 854 0 0,40-10-559 0 0,107-26 833 0 0,-55 19-4013 0 0,-87 19-881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27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44 660 0 0,'-82'45'12036'0'0,"84"-43"-11455"0"0,-2-2-570 0 0,0 0 1 0 0,0 1-1 0 0,0-1 0 0 0,0 0 1 0 0,0 0-1 0 0,0 0 1 0 0,0 1-1 0 0,0-1 0 0 0,0 0 1 0 0,0 0-1 0 0,0 0 1 0 0,1 1-1 0 0,-1-1 0 0 0,0 0 1 0 0,0 0-1 0 0,0 0 1 0 0,0 0-1 0 0,0 1 1 0 0,1-1-1 0 0,-1 0 0 0 0,0 0 1 0 0,0 0-1 0 0,0 0 1 0 0,0 0-1 0 0,1 0 0 0 0,-1 0 1 0 0,0 0-1 0 0,0 1 1 0 0,0-1-1 0 0,1 0 0 0 0,-1 0 1 0 0,0 0-1 0 0,0 0 1 0 0,1 0-1 0 0,-1 0 1 0 0,0 0-1 0 0,0 0 0 0 0,0 0 1 0 0,1 0-1 0 0,-1-1 1 0 0,64-2 514 0 0,97-18 1 0 0,-63 6-441 0 0,91-12-1561 0 0,-63 6-4812 0 0,-85 14 1569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27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620 120 240 0 0,'11'-39'9299'0'0,"-11"36"-9101"0"0,0 0 0 0 0,-1 0 1 0 0,1 0-1 0 0,-1 1 0 0 0,1-1 0 0 0,-1 0 0 0 0,0 1 1 0 0,0-1-1 0 0,0 0 0 0 0,0 1 0 0 0,-1-1 1 0 0,1 1-1 0 0,-1 0 0 0 0,1-1 0 0 0,-1 1 1 0 0,0 0-1 0 0,-4-4 0 0 0,-1 1-25 0 0,0 0 0 0 0,0 0 0 0 0,0 0-1 0 0,-11-4 1 0 0,15 9-162 0 0,0-1-1 0 0,1 1 0 0 0,-1 0 1 0 0,0 0-1 0 0,0 0 0 0 0,0 0 1 0 0,0 0-1 0 0,0 0 1 0 0,1 1-1 0 0,-1 0 0 0 0,0-1 1 0 0,0 1-1 0 0,1 0 0 0 0,-1 0 1 0 0,-2 2-1 0 0,0-1 4 0 0,-7 3-9 0 0,0 1-1 0 0,0 0 1 0 0,1 1-1 0 0,0 0 1 0 0,1 1-1 0 0,-1 0 1 0 0,-16 18-1 0 0,-57 75-19 0 0,80-97 19 0 0,-27 38 57 0 0,1 2 0 0 0,2 0-1 0 0,2 2 1 0 0,3 0 0 0 0,1 2 0 0 0,-30 99-1 0 0,48-133-18 0 0,1 1 0 0 0,1-1 0 0 0,0 1 0 0 0,1 0 0 0 0,0 0 0 0 0,2-1 0 0 0,-1 1 0 0 0,2 0-1 0 0,0 0 1 0 0,5 15 0 0 0,-6-24 68 0 0,2 1 1 0 0,-1 0-1 0 0,1-1 0 0 0,0 1 0 0 0,0-1 0 0 0,1 0 0 0 0,0 0 1 0 0,0 0-1 0 0,0-1 0 0 0,1 1 0 0 0,0-1 0 0 0,0 0 1 0 0,0-1-1 0 0,1 1 0 0 0,-1-1 0 0 0,1 0 0 0 0,0 0 0 0 0,1-1 1 0 0,-1 0-1 0 0,0 0 0 0 0,1 0 0 0 0,13 3 0 0 0,-2-3 119 0 0,0 0 1 0 0,1-1-1 0 0,-1-1 0 0 0,0-1 0 0 0,1-1 0 0 0,-1 0 0 0 0,0-2 0 0 0,0 0 1 0 0,0-1-1 0 0,0 0 0 0 0,24-10 0 0 0,-1-3 8 0 0,0-1-1 0 0,-2-2 1 0 0,59-40 0 0 0,-73 44-143 0 0,-2-2-1 0 0,0-1 1 0 0,-1-1 0 0 0,0-1 0 0 0,26-35 0 0 0,-38 43-70 0 0,0 0 0 0 0,-1-1-1 0 0,-1 0 1 0 0,-1-1 0 0 0,0 1 0 0 0,0-1 0 0 0,-2-1 0 0 0,0 1 0 0 0,-1-1-1 0 0,0 0 1 0 0,2-26 0 0 0,-6 33-28 0 0,0 0 1 0 0,0 0-1 0 0,-1 1 0 0 0,0-1 1 0 0,0 0-1 0 0,-1 1 0 0 0,-1-1 1 0 0,1 1-1 0 0,-1 0 0 0 0,-1 0 1 0 0,1 0-1 0 0,-7-10 0 0 0,2 7 9 0 0,0 1-1 0 0,0 0 0 0 0,-1 0 0 0 0,0 0 0 0 0,0 1 0 0 0,-1 1 1 0 0,-17-12-1 0 0,1 4-138 0 0,0 2 0 0 0,-1 1 0 0 0,-1 0 0 0 0,0 2 0 0 0,0 2 0 0 0,-44-10 0 0 0,22 10-945 0 0,0 2 0 0 0,-80-1 0 0 0,-101 18-6774 0 0,116 4 157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30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593 92 1560 0 0,'2'-4'688'0'0,"-1"-1"0"0"0,1-1 0 0 0,-1 1 0 0 0,0 0 0 0 0,0 0 0 0 0,-1 0 0 0 0,0-1 0 0 0,0 1 0 0 0,-1-7 1 0 0,1 10-634 0 0,0 1 0 0 0,0-1 1 0 0,-1 1-1 0 0,1-1 0 0 0,-1 1 1 0 0,0-1-1 0 0,1 1 0 0 0,-1-1 1 0 0,0 1-1 0 0,0-1 0 0 0,0 1 1 0 0,0 0-1 0 0,0-1 0 0 0,0 1 1 0 0,0 0-1 0 0,0 0 0 0 0,-1 0 1 0 0,1 0-1 0 0,0 0 0 0 0,-1 0 1 0 0,1 0-1 0 0,0 1 0 0 0,-1-1 1 0 0,1 0-1 0 0,-1 1 0 0 0,0-1 1 0 0,1 1-1 0 0,-1-1 1 0 0,1 1-1 0 0,-1 0 0 0 0,0 0 1 0 0,1 0-1 0 0,-1 0 0 0 0,0 0 1 0 0,1 0-1 0 0,-3 1 0 0 0,-8 1 20 0 0,-1 0-1 0 0,1 1 0 0 0,0 1 1 0 0,0 0-1 0 0,1 1 0 0 0,-1 0 0 0 0,1 1 1 0 0,0 0-1 0 0,-19 14 0 0 0,-1 4 31 0 0,-54 53 0 0 0,42-33 111 0 0,2 2-1 0 0,-60 87 1 0 0,84-106-88 0 0,0 0 1 0 0,2 1-1 0 0,1 1 0 0 0,2 1 1 0 0,1 0-1 0 0,1 0 0 0 0,-6 33 1 0 0,14-52-40 0 0,0-1 0 0 0,1 1 0 0 0,1-1 1 0 0,0 1-1 0 0,0-1 0 0 0,1 1 1 0 0,0 0-1 0 0,1-1 0 0 0,0 0 0 0 0,6 19 1 0 0,-5-22-35 0 0,1 0 0 0 0,-1 0 0 0 0,1-1 1 0 0,0 0-1 0 0,0 1 0 0 0,1-2 0 0 0,0 1 0 0 0,0 0 1 0 0,0-1-1 0 0,1 0 0 0 0,0 0 0 0 0,0-1 0 0 0,0 1 1 0 0,0-1-1 0 0,1-1 0 0 0,6 4 0 0 0,1-2-16 0 0,1 0-1 0 0,-1 0 1 0 0,0-2-1 0 0,1 0 0 0 0,0 0 1 0 0,0-2-1 0 0,26 1 1 0 0,-18-3-47 0 0,0-1 0 0 0,0 0 0 0 0,-1-2 1 0 0,32-9-1 0 0,-47 11-419 0 0,1-1-1 0 0,-1 0 1 0 0,0 0-1 0 0,11-7 1 0 0,7-12-5705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31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74 1944 0 0,'-2'-1'1612'0'0,"-21"-6"1790"0"0,13 2-836 0 0,10 4-2503 0 0,0 1 0 0 0,0 0 0 0 0,1 0 0 0 0,-1-1 0 0 0,0 1 0 0 0,0 0 0 0 0,0 0 0 0 0,0-1-1 0 0,1 1 1 0 0,-1 0 0 0 0,0 0 0 0 0,0 0 0 0 0,1-1 0 0 0,-1 1 0 0 0,0 0 0 0 0,0 0 0 0 0,1 0 0 0 0,-1 0 0 0 0,0 0 0 0 0,0 0 0 0 0,1 0 0 0 0,-1-1 0 0 0,0 1 0 0 0,0 0 0 0 0,1 0 0 0 0,-1 0 0 0 0,0 0 0 0 0,1 0 0 0 0,-1 0 0 0 0,0 0 0 0 0,0 0 0 0 0,1 0 0 0 0,-1 0 0 0 0,0 1 0 0 0,1-1 0 0 0,-1 0 0 0 0,115-10 1112 0 0,184-19-557 0 0,-205 17-518 0 0,-91 12-99 0 0,-1-1-204 0 0,4 0 664 0 0,13-2-8701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31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0 134 188 0 0,'26'-32'9913'0'0,"-9"12"-5951"0"0,-17 20-3892 0 0,0 0 0 0 0,1-1 0 0 0,-1 1 0 0 0,0-1 0 0 0,0 1-1 0 0,1-1 1 0 0,-1 1 0 0 0,0-1 0 0 0,1 1 0 0 0,-1 0 0 0 0,0-1 0 0 0,1 1 0 0 0,-1 0-1 0 0,1-1 1 0 0,-1 1 0 0 0,1 0 0 0 0,-1 0 0 0 0,1-1 0 0 0,-1 1 0 0 0,1 0 0 0 0,-1 0-1 0 0,1 0 1 0 0,0-1 0 0 0,3 3 97 0 0,0 0 0 0 0,0 0 1 0 0,-1 0-1 0 0,1 1 0 0 0,0-1 0 0 0,-1 1 0 0 0,1 0 0 0 0,-1 0 0 0 0,0 0 1 0 0,0 1-1 0 0,0-1 0 0 0,-1 0 0 0 0,1 1 0 0 0,3 8 0 0 0,6 8 670 0 0,13 33-1 0 0,93 211 2143 0 0,-67-156-2003 0 0,-14-41 3573 0 0,-23-69-3956 0 0,-11 1-539 0 0,0-1 1 0 0,1 1-1 0 0,-1-1 1 0 0,-1 0-1 0 0,1 0 1 0 0,0 0-1 0 0,0 0 1 0 0,-1 0-1 0 0,1-1 1 0 0,-1 1-1 0 0,3-5 1 0 0,23-34 107 0 0,-19 27-98 0 0,43-75-144 0 0,67-159-1 0 0,-92 188-64 0 0,0 0 264 0 0,-1 2-1559 0 0,-9 21-6985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48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0 172 0 0,'0'0'-60'0'0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49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1 672 0 0,'0'0'4095'0'0,"-10"9"-6632"0"0,6-3 1799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50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0 452 0 0,'12'4'1084'0'0,"-8"2"-1596"0"0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50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0 888 0 0,'0'0'1172'0'0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51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1012 0 0,'0'0'1544'0'0,"-10"7"-1304"0"0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52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1304 0 0,'0'0'1828'0'0,"12"-3"312"0"0,0-3-2264 0 0,0 1-2072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53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1 372 0 0,'0'0'4964'0'0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1:58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4 612 0 0,'-12'-3'8806'0'0,"0"5"-7267"0"0,7-2-2330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11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1 376 0 0,'0'0'2224'0'0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11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1 888 0 0,'0'0'784'0'0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13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14 388 0 0,'0'0'1164'0'0,"-16"0"72"0"0,-1 0-884 0 0,29-9-672 0 0,4 4-1184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13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36 1744 0 0,'0'0'2413'0'0,"2"-1"-2032"0"0,-1 0 0 0 0,0 0 0 0 0,1 0 0 0 0,-1 0 0 0 0,0-1 0 0 0,0 1 0 0 0,0 0 0 0 0,0-1 0 0 0,1-1 0 0 0,-2 0-338 0 0,-18-8 204 0 0,13 9-739 0 0,0 1 0 0 0,0-1 0 0 0,0 1 0 0 0,0 0 0 0 0,-1 1-1 0 0,1 0 1 0 0,-9 0 0 0 0,-3 1-1424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13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21 496 0 0,'-48'-3'1832'0'0,"5"-1"-412"0"0,4 1-428 0 0,4-1-107 0 0,8 1-345 0 0,1 1-156 0 0,4 1-360 0 0,3 1-8 0 0,3 0-304 0 0,2 3-24 0 0,4 0-345 0 0,0 4-1035 0 0,3-2 456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14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1228 0 0,'30'-4'912'0'0,"-6"3"-232"0"0,0-1-168 0 0,-7 0-104 0 0,2 1-140 0 0,-6-1-324 0 0,3-2-1180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18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1 312 0 0,'0'0'1868'0'0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19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1 596 0 0,'0'0'2168'0'0,"-4"10"-2480"0"0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19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1 764 0 0,'-16'2'2360'0'0,"-20"6"-778"0"0,33-8-1556 0 0,-9 2-2354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20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0 616 0 0,'0'0'1752'0'0,"13"0"180"0"0,-30 4-2400 0 0,-2-3-960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21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9 372 0 0,'0'0'1324'0'0,"22"-3"40"0"0,-8 3-752 0 0,1-2-800 0 0,-3-1-2016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21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0 296 0 0,'11'19'6636'0'0,"-9"-12"-7803"0"0,-3-2-506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22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 1024 0 0,'-7'7'4725'0'0,"-6"3"-4671"0"0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22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1 288 0 0,'1'1'136'0'0,"5"9"3905"0"0,-5-6-5702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25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2 448 0 0,'3'-1'440'0'0,"19"5"7814"0"0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26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0 120 0 0,'0'0'592'0'0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27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0 524 0 0,'0'0'2656'0'0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27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0 828 0 0,'-20'15'6045'0'0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34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0 372 0 0,'0'0'1904'0'0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37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160 142 476 0 0,'-57'-7'4372'0'0,"54"7"-3908"0"0,-16-2 917 0 0,8-1-364 0 0,1 0 0 0 0,-1 1 0 0 0,0 0 0 0 0,0 1 0 0 0,-16 0 0 0 0,191-21-139 0 0,-44 8-624 0 0,58-9-40 0 0,80-12-100 0 0,-111 13-88 0 0,-144 21-26 0 0,17-2 54 0 0,-48 15-8226 0 0,13-9 4413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38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585 112 1884 0 0,'0'-3'1692'0'0,"-5"-106"10474"0"0,4 118-12127 0 0,0-1 1 0 0,-1 1-1 0 0,0-1 0 0 0,-3 11 0 0 0,-1-2-22 0 0,-19 59 59 0 0,-3-2 0 0 0,-40 72 0 0 0,41-89-26 0 0,-183 377-934 0 0,64-145-6122 0 0,88-174 1067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38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3 1188 0 0,'-14'-2'2212'0'0,"-2"5"-4012"0"0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44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89 1672 0 0,'-5'-2'1140'0'0,"1"1"-1"0"0,-1 0 0 0 0,1 1 1 0 0,-1-1-1 0 0,0 1 0 0 0,1 0 1 0 0,-1 0-1 0 0,0 0 0 0 0,-8 3 1399 0 0,12-3-2369 0 0,1 0 0 0 0,-1 0 0 0 0,1 0 0 0 0,-1 1 0 0 0,1-1 0 0 0,-1 0 0 0 0,0 1 0 0 0,1-1 0 0 0,-1 0 0 0 0,1 1 0 0 0,0-1 0 0 0,-1 0 0 0 0,1 1 0 0 0,-1-1 0 0 0,1 1 0 0 0,-1-1 0 0 0,1 1 0 0 0,1 1-108 0 0,0-1 1 0 0,0 0 0 0 0,1 0 0 0 0,-1 0-1 0 0,0 0 1 0 0,1 0 0 0 0,-1 0 0 0 0,1-1-1 0 0,-1 1 1 0 0,1 0 0 0 0,0-1 0 0 0,-1 1-1 0 0,1-1 1 0 0,0 0 0 0 0,-1 1 0 0 0,1-1-1 0 0,2 0 1 0 0,38 0 225 0 0,-28 0-178 0 0,353-20 475 0 0,-3-21-505 0 0,-331 36-59 0 0,173-22 131 0 0,-184 21-361 0 0,-21 3-375 0 0,-9 0 13 0 0,5 3-195 0 0,-7 1-872 0 0,-4 3-3035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44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68 968 0 0,'0'-16'4114'0'0,"0"10"-2906"0"0,0 0-1 0 0,0 0 0 0 0,1 1 0 0 0,0-1 0 0 0,0 0 0 0 0,4-9 0 0 0,-5 14-870 0 0,1 3-2 0 0,0 5-222 0 0,-1 1 0 0 0,0 0 0 0 0,0-1 1 0 0,-1 1-1 0 0,0-1 0 0 0,0 1 0 0 0,-1 0 0 0 0,-3 9 0 0 0,0 2-19 0 0,-85 285 141 0 0,38-142-1464 0 0,-36 125-5017 0 0,45-138 574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51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7 400 0 0,'0'0'4656'0'0,"6"-6"-7112"0"0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53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0 996 0 0,'0'0'6885'0'0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53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9 1176 0 0,'0'0'596'0'0,"-7"-9"-1168"0"0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56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96 0 0,'0'0'4464'0'0,"-12"4"-5722"0"0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58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0 184 0 0,'0'0'545'0'0,"2"9"1729"0"0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01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83 1912 0 0,'-63'12'10758'0'0,"61"-12"-10004"0"0,-20 9 3302 0 0,51-12-3518 0 0,-1 0 0 0 0,0-2 0 0 0,34-11 0 0 0,-22 7-352 0 0,17-5-186 0 0,61-14 29 0 0,-43 8-4571 0 0,-69 19 2560 0 0,4-4 425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01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31 120 0 0,'-33'-22'13913'0'0,"23"17"-10544"0"0,9 4-3247 0 0,1 1-1 0 0,0 0 1 0 0,-1-1-1 0 0,1 1 1 0 0,-1 0-1 0 0,1 0 0 0 0,-1-1 1 0 0,1 1-1 0 0,-1 0 1 0 0,1 0-1 0 0,-1 0 1 0 0,1 0-1 0 0,0-1 1 0 0,-1 1-1 0 0,1 0 1 0 0,-1 0-1 0 0,1 0 1 0 0,-1 0-1 0 0,1 0 0 0 0,-1 0 1 0 0,1 0-1 0 0,-2 1 1 0 0,0 4 185 0 0,1 0 1 0 0,-1 0-1 0 0,1 1 1 0 0,0-1 0 0 0,0 0-1 0 0,1 1 1 0 0,0 9-1 0 0,3 46 486 0 0,-1-45-601 0 0,27 295 633 0 0,-27-293-935 0 0,8 50-1757 0 0,-8-62 712 0 0,0 0 0 0 0,0 0 0 0 0,0 0 1 0 0,6 9-1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02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83 2872 0 0,'-15'-25'12411'0'0,"1"14"-9142"0"0,2 1-1406 0 0,-7 0-183 0 0,14 3-311 0 0,5 7-1364 0 0,0-1-1 0 0,1 1 1 0 0,-1-1 0 0 0,1 1-1 0 0,-1 0 1 0 0,1-1 0 0 0,-1 1-1 0 0,1 0 1 0 0,-1 0 0 0 0,1-1-1 0 0,-1 1 1 0 0,1 0 0 0 0,-1 0-1 0 0,1 0 1 0 0,0 0 0 0 0,-1-1-1 0 0,1 1 1 0 0,-1 0 0 0 0,1 0 0 0 0,0 0-1 0 0,-1 0 1 0 0,1 1 0 0 0,56-6-10 0 0,180-6-183 0 0,-234 11 174 0 0,3 1-13 0 0,-5-1 26 0 0,0 0 0 0 0,-1 0 0 0 0,1 0 0 0 0,-1 0 0 0 0,1 0 0 0 0,0 0 0 0 0,-1 0 0 0 0,1 0 0 0 0,0 0 0 0 0,-1 0 0 0 0,1 0 0 0 0,-1 0 0 0 0,1 1 0 0 0,0-1 0 0 0,-1 0 0 0 0,1 0 0 0 0,-1 1 0 0 0,1-1 0 0 0,0 1-1 0 0,-2 2 2 0 0,1-1 0 0 0,-1 1 1 0 0,0 0-1 0 0,0-1 0 0 0,-1 1 0 0 0,1-1 0 0 0,-1 1 0 0 0,1-1 0 0 0,-1 1 0 0 0,0-1 0 0 0,1 0 0 0 0,-4 3 0 0 0,-32 30-9 0 0,26-24 7 0 0,-276 298 0 0 0,280-300 5 0 0,0 0 0 0 0,1 1 0 0 0,0 0 0 0 0,1 1 0 0 0,-9 21 0 0 0,14-31 1 0 0,-1 0 0 0 0,1 1 0 0 0,-1-1 0 0 0,1 1 0 0 0,0-1 1 0 0,-1 1-1 0 0,1-1 0 0 0,0 1 0 0 0,0-1 0 0 0,0 1 0 0 0,0-1 0 0 0,0 0 0 0 0,1 1 1 0 0,-1-1-1 0 0,0 1 0 0 0,1-1 0 0 0,-1 1 0 0 0,1-1 0 0 0,-1 0 0 0 0,1 1 0 0 0,0-1 1 0 0,1 2-1 0 0,-1-2 9 0 0,1 1 1 0 0,0-1 0 0 0,-1 1 0 0 0,1-1-1 0 0,0 0 1 0 0,0 0 0 0 0,0 0-1 0 0,0 0 1 0 0,0 0 0 0 0,0 0 0 0 0,0 0-1 0 0,0-1 1 0 0,3 1 0 0 0,4 0 31 0 0,0 0 1 0 0,1 0 0 0 0,-1-1-1 0 0,0 0 1 0 0,15-3 0 0 0,45-12-1709 0 0,68-24 1 0 0,-41 11-63 0 0,91-31-7601 0 0,-109 34 2222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02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30 1532 0 0,'-140'19'14985'0'0,"138"-19"-14512"0"0,-10-3 961 0 0,29-4-1007 0 0,-17 6-444 0 0,30-9-306 0 0,54-10 0 0 0,-46 15-3067 0 0,-2 3-3947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02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52 2140 0 0,'-123'75'13127'0'0,"114"-67"-11376"0"0,14-2-1006 0 0,12-1-218 0 0,4-6-325 0 0,0 0 0 0 0,0-2 0 0 0,-1 0 0 0 0,36-11 1 0 0,-14 4-136 0 0,168-43-3193 0 0,-72 10-5197 0 0,-90 26 2808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03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646 154 624 0 0,'-4'-12'7286'0'0,"3"10"-6730"0"0,0 0 0 0 0,-1 0 1 0 0,1 0-1 0 0,0 1 0 0 0,-1-1 0 0 0,1 0 0 0 0,-1 1 0 0 0,0-1 1 0 0,1 1-1 0 0,-1-1 0 0 0,0 1 0 0 0,-3-2 0 0 0,-25-8 2526 0 0,25 10-2790 0 0,0 0-149 0 0,-1 0 0 0 0,1 0 0 0 0,0 1 1 0 0,0 0-1 0 0,-1 0 0 0 0,1 0 0 0 0,0 1 1 0 0,0-1-1 0 0,0 1 0 0 0,-1 0 0 0 0,1 1 1 0 0,0 0-1 0 0,0-1 0 0 0,1 1 0 0 0,-1 1 1 0 0,-6 3-1 0 0,-3 2-55 0 0,1 1 1 0 0,1 1 0 0 0,0 0-1 0 0,-12 12 1 0 0,1 2 68 0 0,1 1 1 0 0,1 1-1 0 0,1 1 0 0 0,-28 52 1 0 0,38-61-102 0 0,2 0 0 0 0,0 1 1 0 0,0 1-1 0 0,2-1 0 0 0,1 1 1 0 0,0 0-1 0 0,1 0 0 0 0,-2 41 0 0 0,6-55-29 0 0,0 0 0 0 0,0-1 0 0 0,1 1 0 0 0,0-1 0 0 0,0 1 0 0 0,0-1 0 0 0,0 1 0 0 0,1-1 0 0 0,0 1 0 0 0,0-1 0 0 0,0 0 0 0 0,1 0 0 0 0,0 0 0 0 0,0 0 0 0 0,0-1-1 0 0,1 1 1 0 0,-1-1 0 0 0,1 0 0 0 0,0 0 0 0 0,0 0 0 0 0,0 0 0 0 0,1-1 0 0 0,-1 0 0 0 0,1 0 0 0 0,0 0 0 0 0,0 0 0 0 0,0-1 0 0 0,0 0 0 0 0,1 0 0 0 0,-1 0 0 0 0,7 1-1 0 0,7-1 43 0 0,-1-1 0 0 0,1-1 0 0 0,0 0 0 0 0,0-1 0 0 0,-1-1-1 0 0,1-1 1 0 0,-1-1 0 0 0,0-1 0 0 0,0 0 0 0 0,0-1 0 0 0,-1-1-1 0 0,1 0 1 0 0,19-13 0 0 0,-2-1 54 0 0,-2-1 0 0 0,0-1 0 0 0,-1-2 0 0 0,-1-1 1 0 0,29-33-1 0 0,-38 35-40 0 0,0-1 1 0 0,-2-1-1 0 0,19-32 0 0 0,-31 45 55 0 0,-1 0 0 0 0,-1-1 1 0 0,0 1-1 0 0,-1-1 0 0 0,0 0 0 0 0,-1-1 0 0 0,0 1 0 0 0,-2-1 0 0 0,2-18 0 0 0,-3 27-99 0 0,-2 0 1 0 0,1 0-1 0 0,-1 0 1 0 0,1 0 0 0 0,-2 0-1 0 0,1 0 1 0 0,-1 0-1 0 0,0 0 1 0 0,0 0-1 0 0,0 1 1 0 0,-1-1 0 0 0,0 1-1 0 0,-5-8 1 0 0,2 6-8 0 0,0 0 0 0 0,0 1 1 0 0,0 0-1 0 0,-1 0 0 0 0,0 0 1 0 0,0 1-1 0 0,0 0 0 0 0,-13-7 0 0 0,4 5-65 0 0,-1 0 0 0 0,1 1 0 0 0,-1 1-1 0 0,0 0 1 0 0,0 2 0 0 0,-1 0 0 0 0,1 0-1 0 0,-34 1 1 0 0,21 4-493 0 0,0 2 0 0 0,0 1 1 0 0,0 1-1 0 0,1 1 0 0 0,0 2 0 0 0,0 1 0 0 0,1 1 0 0 0,0 1 0 0 0,1 2 0 0 0,-35 23 0 0 0,-5 10-3803 0 0,1 2 0 0 0,-91 91 0 0 0,103-88-2004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03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1 460 0 0,'0'0'-84'0'0,"-10"5"-48"0"0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04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0 712 0 0,'0'0'8561'0'0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05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24 0 0,'0'0'6980'0'0,"-1"1"-6944"0"0,1-1 1 0 0,0 0-1 0 0,0 1 0 0 0,0-1 0 0 0,0 0 1 0 0,0 0-1 0 0,0 1 0 0 0,0-1 1 0 0,0 0-1 0 0,0 1 0 0 0,0-1 1 0 0,0 0-1 0 0,0 1 0 0 0,1-1 1 0 0,-1 0-1 0 0,0 0 0 0 0,0 1 0 0 0,0-1 1 0 0,0 0-1 0 0,0 1 0 0 0,1-1 1 0 0,-1 0-1 0 0,0 0 0 0 0,0 1 1 0 0,0-1-1 0 0,1 0 0 0 0,-1 0 1 0 0,0 0-1 0 0,0 1 0 0 0,1-1 0 0 0,12-16-3343 0 0,-11 6 889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06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1220 0 0,'0'0'4916'0'0,"5"-13"-683"0"0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06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4 616 0 0,'0'0'2143'0'0,"19"5"4388"0"0,-13-6-7822 0 0,-1-6-1189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07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9 468 0 0,'0'0'5925'0'0,"12"-6"-2511"0"0,-5 4-3451 0 0,-5 2-13 0 0,-10 19-5064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07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1620 0 0,'9'27'9110'0'0,"-1"-13"-6039"0"0,-2 3 317 0 0,-14-6-6009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08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0 760 0 0,'0'0'8094'0'0,"-3"0"-7594"0"0,-5 0-126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09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1380 0 0,'0'0'6553'0'0,"-11"6"-5413"0"0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09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14 1584 0 0,'0'0'5777'0'0,"5"-5"-5089"0"0,-17-3-3681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10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77 536 0 0,'1'-3'1788'0'0,"13"-53"7348"0"0,-13 55-8533 0 0,0-16 3641 0 0,-25 183-2951 0 0,-64 233 1 0 0,77-357-1196 0 0,-35 123 1613 0 0,45-163-1614 0 0,1 4 56 0 0,-3 8 39 0 0,3-13-190 0 0,1 0 1 0 0,-1-1-1 0 0,0 1 1 0 0,1-1 0 0 0,-1 1-1 0 0,1-1 1 0 0,-1 1-1 0 0,1-1 1 0 0,0 1 0 0 0,-1-1-1 0 0,1 0 1 0 0,-1 1-1 0 0,1-1 1 0 0,0 0 0 0 0,-1 0-1 0 0,1 1 1 0 0,0-1-1 0 0,-1 0 1 0 0,1 0 0 0 0,0 0-1 0 0,-1 0 1 0 0,1 0-1 0 0,0 0 1 0 0,-1 0 0 0 0,1 0-1 0 0,0 0 1 0 0,0 0-1 0 0,-1 0 1 0 0,2-1 0 0 0,165-21-385 0 0,-91 10-1191 0 0,21-3-2847 0 0,-34 1-2949 0 0,-45 9 2294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11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90 2452 0 0,'3'-50'8393'0'0,"2"22"-5955"0"0,-5 26-2094 0 0,1-7 1857 0 0,1 12-2108 0 0,0 0-1 0 0,0 1 1 0 0,-1-1 0 0 0,0 1-1 0 0,1-1 1 0 0,-1 1 0 0 0,-1-1-1 0 0,1 1 1 0 0,0 0 0 0 0,-1 0-1 0 0,0 4 1 0 0,-1 49 169 0 0,0-40-183 0 0,-21 296-536 0 0,21-308 362 0 0,1-2 18 0 0,0 0 0 0 0,-1-1 1 0 0,1 1-1 0 0,-1 0 0 0 0,1 0 1 0 0,-1-1-1 0 0,-2 4 0 0 0,3-4-87 0 0,-7-7-268 0 0,-1-17 231 0 0,7-4 175 0 0,1 13-96 0 0,18 10 153 0 0,-15 3-9 0 0,24-1-17 0 0,-1 0-1 0 0,0-2 1 0 0,28-7 0 0 0,-39 7-279 0 0,-1-1 1 0 0,1-1-1 0 0,-1 0 1 0 0,0-1 0 0 0,-1 0-1 0 0,1-1 1 0 0,13-11 0 0 0,-21 14 124 0 0,0-1 0 0 0,-1-1 1 0 0,0 1-1 0 0,0-1 0 0 0,-1 0 1 0 0,1 0-1 0 0,-1-1 0 0 0,-1 1 1 0 0,1-1-1 0 0,-1 0 0 0 0,0 0 1 0 0,0 0-1 0 0,-1 0 0 0 0,0 0 1 0 0,1-9-1 0 0,-1 3 722 0 0,-1 0-1 0 0,0 0 1 0 0,0 0-1 0 0,-1 0 1 0 0,-1 0-1 0 0,0 0 1 0 0,-6-22-1 0 0,3 22 727 0 0,2 11-577 0 0,0 21-302 0 0,2-9-385 0 0,-7 102 152 0 0,13 174 0 0 0,3-235-1882 0 0,1-19-2969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11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79 120 0 0,'28'-61'14326'0'0,"-21"45"-11316"0"0,-7 16-2987 0 0,0 0 0 0 0,-1 0 0 0 0,1 0 0 0 0,0 0 1 0 0,0 0-1 0 0,0 0 0 0 0,0 0 0 0 0,0-1 0 0 0,0 1 1 0 0,0 0-1 0 0,0 0 0 0 0,0 0 0 0 0,0 0 0 0 0,0 0 0 0 0,0 0 1 0 0,0 0-1 0 0,0 0 0 0 0,0 0 0 0 0,0 0 0 0 0,0 0 0 0 0,0-1 1 0 0,0 1-1 0 0,-1 0 0 0 0,1 0 0 0 0,0 0 0 0 0,0 0 0 0 0,0 0 1 0 0,0 0-1 0 0,0 0 0 0 0,0 0 0 0 0,0 0 0 0 0,0 0 0 0 0,0 0 1 0 0,0 0-1 0 0,-1 0 0 0 0,1 0 0 0 0,0 0 0 0 0,0 0 0 0 0,0 0 1 0 0,0 0-1 0 0,0 0 0 0 0,0 0 0 0 0,0 0 0 0 0,0 0 0 0 0,0 0 1 0 0,-1 0-1 0 0,1 0 0 0 0,0 0 0 0 0,0 0 0 0 0,0 0 0 0 0,0 1 1 0 0,0-1-1 0 0,0 0 0 0 0,0 0 0 0 0,0 0 0 0 0,0 0 0 0 0,0 0 1 0 0,0 0-1 0 0,0 0 0 0 0,0 0 0 0 0,-1 0 0 0 0,1 0 0 0 0,-18 19 506 0 0,4-1-485 0 0,1 0 0 0 0,1 1 0 0 0,1 1 0 0 0,0 0-1 0 0,2 1 1 0 0,0 0 0 0 0,1 0 0 0 0,-5 26 0 0 0,12-42-44 0 0,1 0-1 0 0,0 0 1 0 0,0-1-1 0 0,0 1 0 0 0,0 0 1 0 0,0 0-1 0 0,1-1 1 0 0,0 1-1 0 0,0 0 1 0 0,1-1-1 0 0,-1 1 1 0 0,1-1-1 0 0,0 1 1 0 0,0-1-1 0 0,0 0 1 0 0,1 0-1 0 0,-1 0 1 0 0,1 0-1 0 0,0 0 0 0 0,0-1 1 0 0,1 1-1 0 0,-1-1 1 0 0,1 0-1 0 0,7 6 1 0 0,8 3 5 0 0,0-1 0 0 0,1-1 0 0 0,0-1 0 0 0,27 9 1 0 0,14 7-19 0 0,-59-24 17 0 0,0 0-1 0 0,0 0 1 0 0,0 0-1 0 0,0 0 1 0 0,0 0-1 0 0,0 0 1 0 0,-1 0-1 0 0,1 1 1 0 0,0-1-1 0 0,-1 1 0 0 0,1-1 1 0 0,-1 1-1 0 0,0 0 1 0 0,1 0-1 0 0,-1-1 1 0 0,0 1-1 0 0,0 0 1 0 0,0 0-1 0 0,0 0 1 0 0,0 3-1 0 0,-1-2 7 0 0,0 0 0 0 0,0 1 0 0 0,0-1-1 0 0,-1 0 1 0 0,1 0 0 0 0,-1 1 0 0 0,0-1-1 0 0,0 0 1 0 0,0 0 0 0 0,0 0 0 0 0,-1 0-1 0 0,-1 3 1 0 0,-3 4 6 0 0,-1 0-1 0 0,1-1 1 0 0,-2 0 0 0 0,1 0-1 0 0,-1-1 1 0 0,0 0-1 0 0,-1 0 1 0 0,0-1 0 0 0,0 0-1 0 0,-15 8 1 0 0,3-3-8 0 0,-1 0 1 0 0,0-2-1 0 0,-43 14 1 0 0,46-19-475 0 0,-31 6 1 0 0,45-10 2 0 0,0 0 1 0 0,-1-1-1 0 0,1 0 0 0 0,0 0 0 0 0,0 0 1 0 0,0-1-1 0 0,-1 0 0 0 0,1 0 0 0 0,0 0 1 0 0,0 0-1 0 0,-6-3 0 0 0,10 3 74 0 0,-1 0 0 0 0,1 0-1 0 0,0 0 1 0 0,-1 0 0 0 0,1 0 0 0 0,0 0-1 0 0,0 0 1 0 0,0 0 0 0 0,0 0-1 0 0,0 0 1 0 0,0-1 0 0 0,0 1 0 0 0,0-1-1 0 0,0 1 1 0 0,0-3 0 0 0,-5-9-4740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13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22 892 0 0,'0'0'3712'0'0,"16"-1"-3148"0"0,-8-4-568 0 0,1-1-1116 0 0,0-4-520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2:59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52 1656 0 0,'-12'-4'4265'0'0,"-27"-14"2352"0"0,38 17-6605 0 0,1 1-1 0 0,0 0 0 0 0,0-1 0 0 0,0 1 1 0 0,0-1-1 0 0,0 1 0 0 0,0 0 0 0 0,0-1 0 0 0,0 1 1 0 0,0 0-1 0 0,0-1 0 0 0,0 1 0 0 0,1 0 1 0 0,-1-1-1 0 0,0 1 0 0 0,0-1 0 0 0,0 1 0 0 0,0 0 1 0 0,0-1-1 0 0,1 1 0 0 0,-1 0 0 0 0,0 0 0 0 0,0-1 1 0 0,1 1-1 0 0,-1 0 0 0 0,0 0 0 0 0,0-1 1 0 0,1 1-1 0 0,-1 0 0 0 0,0 0 0 0 0,1-1 0 0 0,-1 1 1 0 0,0 0-1 0 0,1 0 0 0 0,-1 0 0 0 0,0 0 1 0 0,1 0-1 0 0,0 0 0 0 0,15-10 134 0 0,-16 9-139 0 0,6 0 1 0 0,-1-1 0 0 0,1 1 1 0 0,0 0-1 0 0,0 0 0 0 0,0 0 1 0 0,-1 1-1 0 0,1 0 0 0 0,0 0 1 0 0,7 1-1 0 0,-7 0-11 0 0,0 0 0 0 0,0 1 0 0 0,0-1 0 0 0,0 1 0 0 0,-1 0 0 0 0,1 0 1 0 0,-1 1-1 0 0,0 0 0 0 0,1 0 0 0 0,-1 0 0 0 0,0 0 0 0 0,-1 1 0 0 0,1 0 0 0 0,-1 0 0 0 0,1 0 0 0 0,-1 0 1 0 0,-1 1-1 0 0,1 0 0 0 0,0 0 0 0 0,-1 0 0 0 0,0 0 0 0 0,0 0 0 0 0,-1 1 0 0 0,0-1 0 0 0,0 1 0 0 0,2 8 1 0 0,-1-2-5 0 0,-1 0 0 0 0,0 0 0 0 0,-1 0 0 0 0,-1 0 1 0 0,0 0-1 0 0,0 0 0 0 0,-2 0 0 0 0,1 0 0 0 0,-1 0 1 0 0,-1 0-1 0 0,0-1 0 0 0,-6 14 0 0 0,-1 2 110 0 0,-2-1 0 0 0,-1 0 0 0 0,-1-1 0 0 0,-33 46 0 0 0,46-69-46 0 0,0-2-50 0 0,1 0-1 0 0,-1 0 1 0 0,1-1 0 0 0,-1 1 0 0 0,1 0 0 0 0,-1 0 0 0 0,1-1 0 0 0,-1 1 0 0 0,1 0 0 0 0,0 0 0 0 0,-1-1 0 0 0,1 1 0 0 0,0 0 0 0 0,-1-1 0 0 0,1 1 0 0 0,0-1 0 0 0,-1 1 0 0 0,1 0-1 0 0,0-1 1 0 0,0 1 0 0 0,-1-1 0 0 0,3-9 8 0 0,0 1-1 0 0,1-1 0 0 0,0 1 1 0 0,1 0-1 0 0,0 0 0 0 0,0 0 1 0 0,6-8-1 0 0,44-62 29 0 0,-35 53-21 0 0,-8 10-18 0 0,127-162 134 0 0,-131 169-146 0 0,0 0 1 0 0,11-18-1 0 0,-17 25 7 0 0,-1 2-20 0 0,0 0 21 0 0,0 0 0 0 0,0 0 1 0 0,0 0-1 0 0,0-1 0 0 0,0 1 1 0 0,0 0-1 0 0,0 0 0 0 0,0 0 1 0 0,0 0-1 0 0,0 0 0 0 0,0-1 1 0 0,0 1-1 0 0,0 0 0 0 0,0 0 0 0 0,0 0 1 0 0,0 0-1 0 0,0 0 0 0 0,-1-1 1 0 0,1 1-1 0 0,0 0 0 0 0,0 0 1 0 0,0 0-1 0 0,0 0 0 0 0,0 0 1 0 0,0 0-1 0 0,0 0 0 0 0,0-1 1 0 0,-1 1-1 0 0,1 0 0 0 0,0 0 1 0 0,0 0-1 0 0,0 0 0 0 0,0 0 1 0 0,0 0-1 0 0,-1 0 0 0 0,1 0 1 0 0,0 0-1 0 0,0 0 0 0 0,0 0 1 0 0,0 0-1 0 0,0 0 0 0 0,-1 0 1 0 0,-7 4-27 0 0,-6 8-12 0 0,13-12 38 0 0,-17 21-31 0 0,0 0-1 0 0,2 1 1 0 0,0 1 0 0 0,-23 45-1 0 0,32-55 22 0 0,1 0 1 0 0,0 0-1 0 0,2 1 0 0 0,-1 0 0 0 0,-3 20 0 0 0,7-31 14 0 0,1 0-1 0 0,0 0 1 0 0,-1 0-1 0 0,1 0 1 0 0,0 1-1 0 0,1-1 1 0 0,-1 0 0 0 0,0 0-1 0 0,1 0 1 0 0,0 1-1 0 0,0-1 1 0 0,0 0-1 0 0,0 0 1 0 0,0 0-1 0 0,0 0 1 0 0,1-1 0 0 0,0 1-1 0 0,-1 0 1 0 0,1-1-1 0 0,0 1 1 0 0,0-1-1 0 0,0 1 1 0 0,1-1-1 0 0,-1 0 1 0 0,1 0-1 0 0,-1 0 1 0 0,1 0 0 0 0,0-1-1 0 0,-1 1 1 0 0,6 2-1 0 0,3 0 29 0 0,1-1-1 0 0,0 0 0 0 0,0 0 1 0 0,0-1-1 0 0,0-1 1 0 0,0 0-1 0 0,0 0 0 0 0,0-1 1 0 0,0-1-1 0 0,0 0 0 0 0,0-1 1 0 0,0 0-1 0 0,16-5 1 0 0,-4 0-880 0 0,42-19 0 0 0,16-17-5355 0 0,-60 28 2379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00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6 716 0 0,'-4'0'2181'0'0,"-17"0"1985"0"0,1 1 0 0 0,-36 6 0 0 0,54-6-3924 0 0,-9 2 917 0 0,12-2-1113 0 0,1 0 1 0 0,-1 0 0 0 0,1 0 0 0 0,0 0-1 0 0,0 0 1 0 0,0 0 0 0 0,0 0 0 0 0,0-1-1 0 0,0 1 1 0 0,0-1 0 0 0,0 1 0 0 0,0-1-1 0 0,0 0 1 0 0,0 0 0 0 0,0 1 0 0 0,0-2-1 0 0,2 1 1 0 0,45-3 322 0 0,-48 3-366 0 0,187-24-1377 0 0,-185 24 385 0 0,2 0-734 0 0,2 0 1472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00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32 1184 0 0,'-2'-2'2528'0'0,"-35"-24"11501"0"0,37 26-13957 0 0,-1 0 0 0 0,1-1 1 0 0,0 1-1 0 0,0 0 0 0 0,-1 0 1 0 0,1-1-1 0 0,0 1 0 0 0,-1 0 0 0 0,1 0 1 0 0,0 0-1 0 0,-1-1 0 0 0,1 1 0 0 0,0 0 1 0 0,-1 0-1 0 0,1 0 0 0 0,0 0 1 0 0,-1 0-1 0 0,1 0 0 0 0,0 0 0 0 0,-1 0 1 0 0,1 0-1 0 0,-1 0 0 0 0,1 0 0 0 0,0 0 1 0 0,-1 0-1 0 0,1 0 0 0 0,-1 0 0 0 0,-1 4-6 0 0,1 0-1 0 0,0-1 0 0 0,0 1 0 0 0,0 0 0 0 0,0 0 0 0 0,0 0 0 0 0,1 0 0 0 0,0 0 0 0 0,0 7 0 0 0,5 45 463 0 0,0-15-210 0 0,1 85 249 0 0,3 117 311 0 0,-9-241-949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01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36 1360 0 0,'-28'-16'10190'0'0,"-1"-3"-3315"0"0,28 18-6696 0 0,-1 39-109 0 0,5-19-61 0 0,1 8-19 0 0,14 51 1 0 0,-16-70 16 0 0,1-1 1 0 0,0 1-1 0 0,0-1 1 0 0,1 0 0 0 0,-1 0-1 0 0,2 0 1 0 0,-1-1 0 0 0,1 0-1 0 0,0 1 1 0 0,0-2-1 0 0,9 9 1 0 0,-12-13 5 0 0,0 1 0 0 0,1 0 0 0 0,-1 0 0 0 0,1-1 0 0 0,-1 0 0 0 0,1 1 0 0 0,-1-1 0 0 0,1 0 0 0 0,0 0 0 0 0,-1-1 0 0 0,1 1 0 0 0,0 0 0 0 0,0-1 0 0 0,0 0 0 0 0,0 1 0 0 0,-1-1 0 0 0,1 0 0 0 0,5-1 0 0 0,-4 0-2 0 0,0-1 0 0 0,0 1 1 0 0,0-1-1 0 0,0 1 0 0 0,-1-1 0 0 0,1-1 0 0 0,0 1 0 0 0,-1 0 0 0 0,1-1 1 0 0,-1 0-1 0 0,4-3 0 0 0,4-6 11 0 0,-1-1 0 0 0,0 0-1 0 0,-1 0 1 0 0,-1-1 0 0 0,9-18 0 0 0,2-20 30 0 0,-16 41-54 0 0,1 0-1 0 0,0 0 0 0 0,8-15 0 0 0,-11 25-47 0 0,3-8-146 0 0,-2 33 182 0 0,-2 1 0 0 0,0-1-1 0 0,-5 28 1 0 0,1 2 85 0 0,0 40-28 0 0,-6 88 413 0 0,6-149 2 0 0,-1 1 1 0 0,-2 0 0 0 0,-14 40-1 0 0,18-63-79 0 0,-1 0 1 0 0,-1-1-1 0 0,0 0 0 0 0,-11 17 0 0 0,13-24-248 0 0,0 1 1 0 0,1-1-1 0 0,-1 0 1 0 0,0 1-1 0 0,-1-1 1 0 0,1-1 0 0 0,-1 1-1 0 0,1-1 1 0 0,-1 1-1 0 0,0-1 1 0 0,0 0-1 0 0,0 0 1 0 0,0 0-1 0 0,-5 1 1 0 0,4-3-92 0 0,1 0 1 0 0,0 0-1 0 0,-1-1 1 0 0,1 1-1 0 0,-1-1 1 0 0,1 0-1 0 0,0 0 1 0 0,-1 0-1 0 0,1-1 1 0 0,0 1-1 0 0,0-1 0 0 0,0 0 1 0 0,0-1-1 0 0,0 1 1 0 0,0 0-1 0 0,1-1 1 0 0,-5-4-1 0 0,5 4-27 0 0,0 1-1 0 0,0-1 0 0 0,0 0 1 0 0,1 0-1 0 0,0-1 0 0 0,-1 1 0 0 0,1 0 1 0 0,0-1-1 0 0,0 1 0 0 0,1-1 0 0 0,-1 0 1 0 0,1 0-1 0 0,0 1 0 0 0,0-1 1 0 0,0 0-1 0 0,0 0 0 0 0,0-6 0 0 0,2 4-56 0 0,-1 0 0 0 0,1 0-1 0 0,0-1 1 0 0,0 2 0 0 0,1-1-1 0 0,0 0 1 0 0,0 0 0 0 0,0 0-1 0 0,1 1 1 0 0,4-8-1 0 0,5-4-732 0 0,0 0 0 0 0,1 1 0 0 0,1 1-1 0 0,0 0 1 0 0,29-22 0 0 0,14-4-3451 0 0,-18 16-2512 0 0,-15 10-964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12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1680 0 0,'0'0'6456'0'0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12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0 644 0 0,'0'0'368'0'0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13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1 700 0 0,'0'0'5609'0'0,"2"0"-5047"0"0,0 0 1 0 0,-1 1-1 0 0,1-1 0 0 0,0 1 1 0 0,-1 0-1 0 0,1-1 1 0 0,0 1-1 0 0,-1 0 1 0 0,1 0-1 0 0,1 1 1 0 0,-11 11-1641 0 0,0 0 1 0 0,-17 19 0 0 0,1-3-3057 0 0,12-11 1408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14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1104 0 0,'-4'26'6563'0'0,"-3"25"2714"0"0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14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 1740 0 0,'-14'2'7550'0'0,"13"1"-7691"0"0,0-1 0 0 0,0 0 0 0 0,1 0 0 0 0,0 0 0 0 0,-1 0 0 0 0,1 1 0 0 0,0-1 0 0 0,0 0 0 0 0,0 0 0 0 0,0 0 0 0 0,1 5 1 0 0,-1 18-1738 0 0,-3-9 205 0 0,-2 4 29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15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80 0 0,'0'0'8462'0'0,"3"0"-8473"0"0,-2 0 73 0 0,1 0 7 0 0,0 0 0 0 0,-1-1 1 0 0,1 2-1 0 0,0-1 0 0 0,0 0 1 0 0,-1 0-1 0 0,1 0 0 0 0,0 1 1 0 0,-1-1-1 0 0,1 1 0 0 0,0 0 1 0 0,-1-1-1 0 0,1 1 1 0 0,-1 0-1 0 0,4 2 963 0 0,3 6-1898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17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16 640 0 0,'0'0'4512'0'0,"-5"-6"-2495"0"0,2-3-1985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17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1104 0 0,'-7'5'3124'0'0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18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0 924 0 0,'0'0'1396'0'0,"-9"7"1600"0"0,2 0-3176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18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71 896 0 0,'0'0'4759'0'0,"0"0"-4578"0"0,-1 0 0 0 0,0 0 0 0 0,1 0 0 0 0,-1 0 0 0 0,1 0 0 0 0,-1 0 0 0 0,1-1 0 0 0,-1 1 0 0 0,1 0 0 0 0,-1 0 1 0 0,1 0-1 0 0,-1-1 0 0 0,1 1 0 0 0,-1 0 0 0 0,-1-2 724 0 0,1 1-723 0 0,4-2-73 0 0,0 0 1 0 0,0 0 0 0 0,0 0 0 0 0,0 1 0 0 0,0 0 0 0 0,1-1 0 0 0,-1 1 0 0 0,1 0 0 0 0,0 1 0 0 0,-1-1 0 0 0,6-1 0 0 0,50-14-16 0 0,-48 15-143 0 0,36-8-1335 0 0,-14 5-2355 0 0,-16 3 444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18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64 716 0 0,'-24'18'3555'0'0,"19"-14"-2231"0"0,0 0 0 0 0,0 0 0 0 0,-1 0 0 0 0,-10 4 0 0 0,67-26-2578 0 0,63-33 0 0 0,-70 31-1657 0 0,-9 4-157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1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80 1912 0 0,'-12'-14'8137'0'0,"8"12"-7323"0"0,3 3-676 0 0,-1 1 0 0 0,1 0 0 0 0,0-1 0 0 0,0 1 0 0 0,-1 0 0 0 0,1 0 1 0 0,0 0-1 0 0,1 0 0 0 0,-1 0 0 0 0,0 0 0 0 0,0 0 0 0 0,1 0 0 0 0,-1 0 0 0 0,1 4 0 0 0,-5 40 790 0 0,4-25-583 0 0,-35 430 1800 0 0,26-376-1697 0 0,10-75-446 0 0,0 1 1 0 0,0-1 0 0 0,0 0-1 0 0,0 0 1 0 0,0 1 0 0 0,0-1-1 0 0,0 0 1 0 0,0 1 0 0 0,0-1-1 0 0,0 0 1 0 0,-1 0 0 0 0,1 1 0 0 0,0-1-1 0 0,0 0 1 0 0,0 1 0 0 0,0-1-1 0 0,0 0 1 0 0,-1 0 0 0 0,1 1-1 0 0,0-1 1 0 0,0 0 0 0 0,0 0-1 0 0,-1 0 1 0 0,1 1 0 0 0,0-1 0 0 0,0 0-1 0 0,-1 0 1 0 0,1 0 0 0 0,0 0-1 0 0,0 0 1 0 0,-1 0 0 0 0,1 1-1 0 0,0-1 1 0 0,0 0 0 0 0,-1 0-1 0 0,1 0 1 0 0,0 0 0 0 0,-1 0 0 0 0,1 0-1 0 0,0 0 1 0 0,-1 0 0 0 0,1 0-1 0 0,0 0 1 0 0,0 0 0 0 0,-1 0-1 0 0,1 0 1 0 0,0-1 0 0 0,-1 1 0 0 0,1 0-1 0 0,0 0 1 0 0,0 0 0 0 0,-1 0-1 0 0,1 0 1 0 0,0-1 0 0 0,0 1-1 0 0,-1 0 1 0 0,1 0 0 0 0,0 0-1 0 0,0-1 1 0 0,0 1 0 0 0,-1-1-1 0 0,-11-15 40 0 0,6 2-39 0 0,1 1 0 0 0,1-1 0 0 0,0 0 1 0 0,1 0-1 0 0,0-1 0 0 0,-1-24 0 0 0,5-89-17 0 0,0 99 15 0 0,3 0 0 0 0,0 0 0 0 0,2 1 0 0 0,1 0 0 0 0,1 0 0 0 0,17-39 0 0 0,-19 54-1 0 0,0-1 1 0 0,1 1-1 0 0,1 1 1 0 0,0 0-1 0 0,1 0 1 0 0,0 0-1 0 0,0 1 1 0 0,2 0 0 0 0,-1 1-1 0 0,1 0 1 0 0,1 1-1 0 0,-1 0 1 0 0,2 1-1 0 0,19-11 1 0 0,-26 17-7 0 0,0 0-1 0 0,0 0 1 0 0,0 0 0 0 0,0 1 0 0 0,0 0-1 0 0,0 0 1 0 0,1 0 0 0 0,-1 1 0 0 0,0 0-1 0 0,0 0 1 0 0,1 1 0 0 0,-1 0 0 0 0,0 0 0 0 0,0 0-1 0 0,8 3 1 0 0,-10-3 2 0 0,-1 1 0 0 0,1 0 0 0 0,-1-1 1 0 0,1 1-1 0 0,-1 0 0 0 0,0 0 0 0 0,0 1 0 0 0,0-1 0 0 0,0 1 0 0 0,0-1 0 0 0,-1 1 1 0 0,1 0-1 0 0,-1 0 0 0 0,0 0 0 0 0,1 1 0 0 0,-2-1 0 0 0,1 0 0 0 0,0 1 0 0 0,-1-1 0 0 0,1 1 1 0 0,-1 0-1 0 0,0-1 0 0 0,0 1 0 0 0,0 0 0 0 0,0 7 0 0 0,-2-1 6 0 0,1 0-1 0 0,-1 0 0 0 0,-1 1 1 0 0,0-1-1 0 0,0-1 0 0 0,-1 1 1 0 0,0 0-1 0 0,-1-1 0 0 0,0 1 1 0 0,0-1-1 0 0,-1 0 0 0 0,0 0 1 0 0,-11 12-1 0 0,4-5 7 0 0,0-2 1 0 0,-1 0 0 0 0,-1 0-1 0 0,-1-1 1 0 0,0-1-1 0 0,-21 14 1 0 0,25-19-7 0 0,-1-1 0 0 0,-1 0 0 0 0,1 0-1 0 0,-1-2 1 0 0,0 1 0 0 0,0-2 0 0 0,-1 0 0 0 0,1 0 0 0 0,-1-1 0 0 0,1-1 0 0 0,-1 0 0 0 0,-17-1 0 0 0,-26 0-58 0 0,71 18 74 0 0,123 100 125 0 0,-25-20-1153 0 0,-100-88 280 0 0,0-2 0 0 0,1 0 0 0 0,0 0 0 0 0,26 10 0 0 0,-24-13-1181 0 0,0 0 1 0 0,21 4 0 0 0,-4-3-2334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20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81 908 0 0,'-31'-76'12793'0'0,"28"80"-12598"0"0,3-4-190 0 0,-1 0-1 0 0,1 0 1 0 0,0 0 0 0 0,0 0-1 0 0,-1 0 1 0 0,1 1 0 0 0,0-1-1 0 0,0 0 1 0 0,0 0 0 0 0,-1 0 0 0 0,1 1-1 0 0,0-1 1 0 0,0 0 0 0 0,0 0-1 0 0,-1 0 1 0 0,1 1 0 0 0,0-1 0 0 0,0 0-1 0 0,0 1 1 0 0,0-1 0 0 0,0 0-1 0 0,0 0 1 0 0,0 1 0 0 0,0-1 0 0 0,0 0-1 0 0,0 1 1 0 0,0-1 0 0 0,0 0-1 0 0,0 0 1 0 0,0 1 0 0 0,0-1 0 0 0,0 0-1 0 0,0 1 1 0 0,-4 103 312 0 0,-35 200-1 0 0,38-296-398 0 0,0-1 0 0 0,-1 0 0 0 0,1 0 0 0 0,-2 1 0 0 0,1-1 0 0 0,-1-1 0 0 0,0 1 0 0 0,0 0 0 0 0,-1-1 0 0 0,-4 8 0 0 0,6-13-138 0 0,-2-3 4 0 0,3 2 206 0 0,1 0 1 0 0,-1 0-1 0 0,0 0 1 0 0,1-1-1 0 0,-1 1 1 0 0,1 0-1 0 0,-1 0 1 0 0,1 0 0 0 0,-1 0-1 0 0,0-1 1 0 0,1 1-1 0 0,-1 0 1 0 0,1-1-1 0 0,-1 1 1 0 0,1 0 0 0 0,0-1-1 0 0,-1 1 1 0 0,0-1-1 0 0,-5-11-50 0 0,0 1 0 0 0,0-1 0 0 0,1 0 0 0 0,1 0-1 0 0,0 0 1 0 0,0-1 0 0 0,2 0 0 0 0,-2-14 0 0 0,4 26 65 0 0,1 0 0 0 0,0 0 0 0 0,0-1 0 0 0,0 1 0 0 0,0 0 0 0 0,0 0 0 0 0,0 0 0 0 0,0 0 0 0 0,0 0-1 0 0,0 0 1 0 0,1 0 0 0 0,-1 0 0 0 0,0 1 0 0 0,1-1 0 0 0,-1 0 0 0 0,0 1 0 0 0,1-1 0 0 0,-1 1 0 0 0,4-1 0 0 0,26-7 46 0 0,40-5 0 0 0,-36 8-431 0 0,40-12 1 0 0,-66 14 145 0 0,0 0 1 0 0,0 0 0 0 0,0-1-1 0 0,-1 0 1 0 0,0-1 0 0 0,0 0-1 0 0,0 0 1 0 0,14-13-1 0 0,-17 14 139 0 0,-1-1-1 0 0,0 0 1 0 0,0 0-1 0 0,-1 0 0 0 0,0 0 1 0 0,0-1-1 0 0,0 1 1 0 0,0-1-1 0 0,-1 0 0 0 0,0 0 1 0 0,0 0-1 0 0,-1 0 1 0 0,1 0-1 0 0,0-9 0 0 0,-1-8 312 0 0,-1 0 0 0 0,-4-32 0 0 0,0-11 1760 0 0,3 57-694 0 0,-2 17-695 0 0,-2 16-6 0 0,-9 143 1366 0 0,1-36-1537 0 0,12-118-421 0 0,-2 66-149 0 0,4-69-309 0 0,-1-1 1 0 0,1 1-1 0 0,1-1 0 0 0,0 0 1 0 0,0 0-1 0 0,4 11 0 0 0,3-8-1166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20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505 112 2044 0 0,'5'-15'1554'0'0,"-1"5"-45"0"0,-1 0 0 0 0,-1 1 1 0 0,1-1-1 0 0,-1 0 0 0 0,-1 0 0 0 0,0-17 1 0 0,-1 26-1476 0 0,0 1 1 0 0,0-1 0 0 0,-1 1-1 0 0,1-1 1 0 0,0 0 0 0 0,0 1-1 0 0,-1-1 1 0 0,1 1 0 0 0,-1-1-1 0 0,1 1 1 0 0,0 0-1 0 0,-1-1 1 0 0,1 1 0 0 0,-1-1-1 0 0,1 1 1 0 0,-1 0 0 0 0,1-1-1 0 0,-1 1 1 0 0,0 0 0 0 0,1-1-1 0 0,-1 1 1 0 0,1 0 0 0 0,-1 0-1 0 0,0 0 1 0 0,1 0 0 0 0,-1-1-1 0 0,1 1 1 0 0,-1 0 0 0 0,0 0-1 0 0,1 0 1 0 0,-1 0 0 0 0,0 1-1 0 0,1-1 1 0 0,-1 0-1 0 0,0 0 1 0 0,1 0 0 0 0,-1 0-1 0 0,1 1 1 0 0,-1-1 0 0 0,1 0-1 0 0,-1 0 1 0 0,0 1 0 0 0,-1 0-55 0 0,-3 1 79 0 0,1 0-1 0 0,-1 0 1 0 0,1 0 0 0 0,0 1 0 0 0,-1-1 0 0 0,1 1-1 0 0,0 0 1 0 0,0 1 0 0 0,1-1 0 0 0,-7 8 0 0 0,2-2 0 0 0,1 1 0 0 0,0 0 0 0 0,-7 13 0 0 0,12-18-41 0 0,-1 0 0 0 0,1 0 1 0 0,0 1-1 0 0,0-1 1 0 0,0 1-1 0 0,1-1 1 0 0,-1 1-1 0 0,2-1 1 0 0,-1 1-1 0 0,0 0 1 0 0,1-1-1 0 0,0 1 1 0 0,1 0-1 0 0,-1-1 0 0 0,1 1 1 0 0,0 0-1 0 0,0-1 1 0 0,1 1-1 0 0,0-1 1 0 0,3 9-1 0 0,4 2 47 0 0,1 0-1 0 0,1-1 1 0 0,0 0-1 0 0,26 26 1 0 0,-22-25 127 0 0,0 1-1 0 0,22 33 1 0 0,-35-47-60 0 0,-1 0-1 0 0,1 0 1 0 0,-1 1 0 0 0,1-1-1 0 0,-1 1 1 0 0,0-1 0 0 0,-1 1-1 0 0,1-1 1 0 0,0 1-1 0 0,-1-1 1 0 0,0 1 0 0 0,0 0-1 0 0,0-1 1 0 0,0 1 0 0 0,-1 0-1 0 0,-1 5 1 0 0,0-3-13 0 0,0 0 0 0 0,-1 0 0 0 0,1 0 0 0 0,-1-1 1 0 0,-1 1-1 0 0,1-1 0 0 0,-1 0 0 0 0,0 0 0 0 0,-4 5 0 0 0,-3 0-19 0 0,0 0 1 0 0,-1-1 0 0 0,1 0-1 0 0,-2 0 1 0 0,1-2-1 0 0,-1 1 1 0 0,-22 8-1 0 0,22-11-170 0 0,-1-1 0 0 0,1-1 0 0 0,-1 0 0 0 0,1-1 1 0 0,-1 0-1 0 0,0-1 0 0 0,0 0 0 0 0,0-1 0 0 0,0-1 0 0 0,0 0 0 0 0,0-1 0 0 0,1-1 0 0 0,-1 0 0 0 0,1-1 1 0 0,0 0-1 0 0,-1-1 0 0 0,-14-8 0 0 0,17 7-601 0 0,-1-1 0 0 0,1 0 0 0 0,0-1 0 0 0,1 0 0 0 0,0-1 0 0 0,0 0 0 0 0,1 0 0 0 0,0-1 0 0 0,1 0 0 0 0,0-1 0 0 0,-10-17 0 0 0,13 19-975 0 0,1 0-1 0 0,1-1 0 0 0,-4-10 0 0 0,3 5-2086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20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0 784 0 0,'0'0'1368'0'0,"3"9"408"0"0,-1 1-1224 0 0,-4-1-1192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21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1144 0 0,'0'0'2826'0'0,"-5"7"-1799"0"0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21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1096 0 0,'0'0'1480'0'0,"-9"6"1925"0"0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21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1 800 0 0,'0'0'2432'0'0,"-9"7"-1696"0"0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21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0 360 0 0,'0'0'5052'0'0,"3"9"-4503"0"0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22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1392 0 0,'0'0'5385'0'0,"12"-3"-5109"0"0,1-1-4925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23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19 508 0 0,'0'0'432'0'0,"5"-10"-476"0"0,-2 1-464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25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0 828 0 0,'0'0'3144'0'0,"16"2"-555"0"0,-7 1-4932 0 0,-15 4 529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37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0 188 0 0,'0'1'79'0'0,"0"-1"0"0"0,1 1 0 0 0,-1-1 0 0 0,0 1 0 0 0,0-1 0 0 0,0 1 0 0 0,1-1 0 0 0,-1 1 0 0 0,0-1 0 0 0,1 0 0 0 0,-1 1 0 0 0,0-1 0 0 0,1 1 0 0 0,-1-1 0 0 0,0 0 0 0 0,1 1 0 0 0,-1-1 0 0 0,1 0 0 0 0,-1 1 0 0 0,1-1 0 0 0,-1 0 0 0 0,1 0 0 0 0,-1 1 0 0 0,1-1 0 0 0,-1 0 0 0 0,1 0 0 0 0,-1 0 0 0 0,1 0 0 0 0,-1 0 0 0 0,1 0 0 0 0,-1 0 0 0 0,1 0 0 0 0,-1 0 0 0 0,1 0-1 0 0,0 0 1 0 0,-1 0 0 0 0,1 0 0 0 0,-1 0 0 0 0,1-1 0 0 0,-1 1 0 0 0,1 0 0 0 0,-1 0 0 0 0,1 0 0 0 0,0-1 0 0 0,0 0-155 0 0,4-5-1155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4 0 0,'0'0'3796'0'0,"6"-8"-1301"0"0,-5 7-2342 0 0,8-7 579 0 0,-9 8-914 0 0,1 0 122 0 0,-1 0 0 0 0,0-1-1 0 0,0 1 1 0 0,0 0-1 0 0,0 0 1 0 0,0 0-1 0 0,1 0 1 0 0,-1 0 0 0 0,0 0-1 0 0,0 0 1 0 0,0 0-1 0 0,1 0 1 0 0,-1 0-1 0 0,0 0 1 0 0,0 0 0 0 0,0 0-1 0 0,0 0 1 0 0,1 0-1 0 0,-1 0 1 0 0,0 0 0 0 0,0 0-1 0 0,0 0 1 0 0,0 0-1 0 0,1 0 1 0 0,-1 1-1 0 0,0-1 1 0 0,0 0 0 0 0,0 0-1 0 0,0 0 1 0 0,1 1-484 0 0,-1-1 484 0 0,1 1-1 0 0,-1-1 1 0 0,0 0-1 0 0,0 0 1 0 0,0 0-1 0 0,0 0 1 0 0,0 1 0 0 0,0-1-1 0 0,0 0 1 0 0,0 0-1 0 0,0 0 1 0 0,0 1 0 0 0,0-1-1 0 0,0 0 1 0 0,0 0-1 0 0,0 0 1 0 0,0 0-1 0 0,0 1 1 0 0,-1-1 0 0 0,1 0-1 0 0,0 0 1 0 0,0 0-1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39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96 0 0,'0'0'4616'0'0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39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1 948 0 0,'0'0'2488'0'0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40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1392 0 0,'0'0'3108'0'0,"-3"9"-3832"0"0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40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1452 0 0,'0'0'4049'0'0,"-2"10"-4122"0"0,-7-3-2951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45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42 328 0 0,'-12'-22'7598'0'0,"10"18"-7034"0"0,-8-10 3155 0 0,10 14-3612 0 0,0 0 0 0 0,-1-1 0 0 0,1 1 0 0 0,0 0 0 0 0,-1 0 0 0 0,1 0 0 0 0,0 0 0 0 0,0-1 0 0 0,-1 1 0 0 0,1 0 0 0 0,0 0 0 0 0,-1 0 0 0 0,1 0 0 0 0,0 0 0 0 0,-1 0 0 0 0,1 0 0 0 0,0 0 0 0 0,-1 0 0 0 0,1 0 0 0 0,0 0 0 0 0,-1 0 0 0 0,1 0 0 0 0,0 0 0 0 0,-1 1 0 0 0,1-1 0 0 0,0 0 0 0 0,0 0 0 0 0,-1 0 0 0 0,1 0 0 0 0,0 1 0 0 0,-1-1 214 0 0,1 1-214 0 0,-1 0-54 0 0,0 1 1 0 0,1-1-1 0 0,0 1 0 0 0,-1 0 0 0 0,1-1 1 0 0,0 1-1 0 0,0-1 0 0 0,0 1 0 0 0,0 0 1 0 0,0-1-1 0 0,0 1 0 0 0,1 2 0 0 0,-1 4 121 0 0,-2 45 567 0 0,-16 88 0 0 0,2-30-1645 0 0,13-81-1946 0 0,1 51 1 0 0,4-65-923 0 0,0-1-1751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45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37 128 172 0 0,'18'-41'5258'0'0,"-7"17"703"0"0,15-39 2887 0 0,-24 72-7835 0 0,-3 18-467 0 0,-40 148 1002 0 0,16-78-2183 0 0,5 1-4238 0 0,18-82 3130 0 0,-3 11-5198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46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95 1624 0 0,'-32'-95'12816'0'0,"37"95"-11860"0"0,-4 0-853 0 0,0 0-1 0 0,1 0 1 0 0,-1 0 0 0 0,0 0-1 0 0,1 1 1 0 0,-1-1 0 0 0,0 0-1 0 0,0 0 1 0 0,1 1-1 0 0,-1-1 1 0 0,0 1 0 0 0,0-1-1 0 0,0 1 1 0 0,0 0 0 0 0,0-1-1 0 0,0 1 1 0 0,2 1 0 0 0,18 14 227 0 0,-1 1 0 0 0,-1 0 0 0 0,-1 1 0 0 0,0 2 1 0 0,-1-1-1 0 0,22 36 0 0 0,-10-8-156 0 0,-1 1 0 0 0,21 56 0 0 0,-21-37-60 0 0,-3 2 1 0 0,-3 1 0 0 0,-4 0 0 0 0,13 93-1 0 0,-23-100-319 0 0,-4-1-1 0 0,-2 1 0 0 0,-3-1 0 0 0,-2 1 1 0 0,-16 81-1 0 0,-1-47-1913 0 0,-49 141 0 0 0,-19-26-4979 0 0,44-130 1422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46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2720 0 0,'41'-64'13872'0'0,"-14"26"-10054"0"0,-27 37-3953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50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59 1760 0 0,'1'-25'5203'0'0,"-1"23"-5068"0"0,-1 0 0 0 0,0 1 0 0 0,1-1 0 0 0,-1 0 0 0 0,0 0 0 0 0,0 0 0 0 0,-1 1 0 0 0,1-1 0 0 0,0 1 0 0 0,0-1 1 0 0,-1 1-1 0 0,1-1 0 0 0,-1 1 0 0 0,1 0 0 0 0,-1 0 0 0 0,0-1 0 0 0,1 1 0 0 0,-1 1 0 0 0,0-1 0 0 0,0 0 0 0 0,0 0 0 0 0,0 1 1 0 0,0-1-1 0 0,0 1 0 0 0,0-1 0 0 0,0 1 0 0 0,-2 0 0 0 0,1 0-76 0 0,-1 1 0 0 0,1 0 0 0 0,0 0-1 0 0,-1 1 1 0 0,1-1 0 0 0,0 1 0 0 0,0-1 0 0 0,0 1 0 0 0,0 0 0 0 0,0 0-1 0 0,1 0 1 0 0,-1 1 0 0 0,-4 4 0 0 0,-18 21 321 0 0,0 0 1 0 0,2 2-1 0 0,-33 54 0 0 0,-42 106 293 0 0,86-164-543 0 0,0 1 0 0 0,-14 53 0 0 0,24-70-103 0 0,0 0-1 0 0,0 0 1 0 0,1 1-1 0 0,0-1 1 0 0,1 0-1 0 0,0 1 1 0 0,1-1-1 0 0,0 1 1 0 0,0-1-1 0 0,1 0 1 0 0,5 16-1 0 0,-5-22-15 0 0,0 0 0 0 0,0 0 0 0 0,0 0 0 0 0,1 0-1 0 0,-1 0 1 0 0,1 0 0 0 0,0-1 0 0 0,0 1 0 0 0,0-1 0 0 0,0 0-1 0 0,1 0 1 0 0,0 0 0 0 0,5 3 0 0 0,-2-2-37 0 0,0-1 0 0 0,-1 0 0 0 0,1 0 0 0 0,1-1 0 0 0,-1 0 0 0 0,0 0 0 0 0,12 1 0 0 0,1-2-382 0 0,0 0 1 0 0,0-1-1 0 0,0-2 0 0 0,0 0 1 0 0,25-6-1 0 0,-17 2-2413 0 0,47-15-1 0 0,-39 7-1100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51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193 129 804 0 0,'-15'-53'7290'0'0,"10"32"-3849"0"0,-12-30 0 0 0,16 49-3102 0 0,1 2-308 0 0,0 0 0 0 0,0 0 0 0 0,0 0 0 0 0,0 0 0 0 0,0 0 0 0 0,0 0 0 0 0,-1 1 0 0 0,1-1 0 0 0,0 0 0 0 0,0 0 0 0 0,0 0-1 0 0,0 0 1 0 0,0 0 0 0 0,0 0 0 0 0,-1 0 0 0 0,1 0 0 0 0,0 0 0 0 0,0 0 0 0 0,0 0 0 0 0,0 0 0 0 0,0 0 0 0 0,-1 0 0 0 0,1 0 0 0 0,0 0-1 0 0,0 0 1 0 0,0 0 0 0 0,0 0 0 0 0,0 0 0 0 0,0-1 0 0 0,-1 1 0 0 0,1 0 0 0 0,0 0 0 0 0,0 0 0 0 0,0 0 0 0 0,0 0 0 0 0,0 0-1 0 0,0 0 1 0 0,0 0 0 0 0,0 0 0 0 0,-1-1 0 0 0,1 1 0 0 0,0 0 0 0 0,0 0 0 0 0,0 0 0 0 0,0 0 0 0 0,0 0 0 0 0,0 0 0 0 0,0-1 0 0 0,-7 16 862 0 0,-33 171 1412 0 0,10-41-1933 0 0,21-108-474 0 0,-39 189 692 0 0,41-182-1248 0 0,2-1 0 0 0,2 1-1 0 0,3 54 1 0 0,1-85-143 0 0,1 0 1 0 0,0 1-1 0 0,5 17 0 0 0,-6-27 245 0 0,1 0-1 0 0,-1 0 0 0 0,1 0 1 0 0,0 0-1 0 0,0 0 1 0 0,0-1-1 0 0,0 1 1 0 0,1-1-1 0 0,-1 1 1 0 0,1-1-1 0 0,0 0 1 0 0,0 0-1 0 0,0 0 1 0 0,5 3-1 0 0,3 0-3744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51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13 235 848 0 0,'20'-75'7160'0'0,"-4"12"-1879"0"0,-14 52-3058 0 0,-6 18-1583 0 0,-8 17-206 0 0,3 3-93 0 0,2 1 0 0 0,-9 48 1 0 0,15-67-318 0 0,0-1 0 0 0,1 1 0 0 0,-1-1 1 0 0,2 1-1 0 0,-1 0 0 0 0,1-1 1 0 0,1 1-1 0 0,-1-1 0 0 0,1 0 0 0 0,1 1 1 0 0,0-1-1 0 0,0 0 0 0 0,7 12 1 0 0,-8-17-17 0 0,0 1 0 0 0,1-1 0 0 0,0 0 1 0 0,-1 0-1 0 0,1 0 0 0 0,0 0 0 0 0,0-1 1 0 0,1 1-1 0 0,-1-1 0 0 0,1 0 0 0 0,-1 0 0 0 0,1 0 1 0 0,0 0-1 0 0,-1-1 0 0 0,6 2 0 0 0,-3-1-1 0 0,1-1 0 0 0,-1-1 0 0 0,0 1 0 0 0,1-1 0 0 0,-1 0-1 0 0,0 0 1 0 0,1-1 0 0 0,-1 1 0 0 0,7-3 0 0 0,-1 0-7 0 0,0-1 0 0 0,0 0 0 0 0,-1-1 1 0 0,1 0-1 0 0,-1-1 0 0 0,-1 0 1 0 0,1 0-1 0 0,-1-1 0 0 0,15-14 0 0 0,-15 11-8 0 0,0 0 0 0 0,-1 0-1 0 0,-1-1 1 0 0,0 0 0 0 0,0-1-1 0 0,-1 0 1 0 0,-1 0 0 0 0,0 0-1 0 0,-1-1 1 0 0,0 0 0 0 0,6-24-1 0 0,-10 30 6 0 0,0 0 0 0 0,0 0-1 0 0,0 0 1 0 0,-1 0 0 0 0,0 0-1 0 0,-1 0 1 0 0,0 0-1 0 0,0 0 1 0 0,0 0 0 0 0,-1 0-1 0 0,0 0 1 0 0,0 0-1 0 0,0 1 1 0 0,-1-1 0 0 0,0 1-1 0 0,-1 0 1 0 0,1-1-1 0 0,-1 2 1 0 0,-1-1 0 0 0,1 0-1 0 0,-1 1 1 0 0,1 0-1 0 0,-2 0 1 0 0,-8-7 0 0 0,10 9-65 0 0,0 1 0 0 0,0-1 1 0 0,0 1-1 0 0,0 0 0 0 0,0 0 1 0 0,0 1-1 0 0,0-1 1 0 0,-1 1-1 0 0,1 0 0 0 0,-1 0 1 0 0,1 0-1 0 0,-1 1 0 0 0,0-1 1 0 0,1 1-1 0 0,-1 0 0 0 0,1 1 1 0 0,-1-1-1 0 0,1 1 1 0 0,-1 0-1 0 0,1 0 0 0 0,-1 0 1 0 0,1 1-1 0 0,0-1 0 0 0,-1 1 1 0 0,1 0-1 0 0,0 0 0 0 0,0 1 1 0 0,1-1-1 0 0,-1 1 1 0 0,0 0-1 0 0,1 0 0 0 0,0 0 1 0 0,-1 0-1 0 0,1 1 0 0 0,0-1 1 0 0,1 1-1 0 0,-5 8 0 0 0,5-10-196 0 0,1 1-1 0 0,0 0 1 0 0,0 0-1 0 0,0 0 0 0 0,0 0 1 0 0,1 0-1 0 0,-1 0 1 0 0,1 0-1 0 0,0 0 0 0 0,0 0 1 0 0,0 0-1 0 0,0 0 1 0 0,0 0-1 0 0,1 0 0 0 0,-1 0 1 0 0,1 0-1 0 0,0 0 1 0 0,0 0-1 0 0,0 0 0 0 0,0-1 1 0 0,0 1-1 0 0,1 0 1 0 0,-1-1-1 0 0,1 1 0 0 0,0-1 1 0 0,0 1-1 0 0,0-1 1 0 0,0 0-1 0 0,0 0 0 0 0,0 0 1 0 0,1 0-1 0 0,-1 0 1 0 0,1 0-1 0 0,-1-1 0 0 0,1 1 1 0 0,4 1-1 0 0,8 3-2938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52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71 1680 0 0,'6'-4'1031'0'0,"0"0"-1"0"0,-1-1 1 0 0,1 1 0 0 0,-1-1-1 0 0,1 0 1 0 0,-2-1-1 0 0,1 1 1 0 0,7-12 0 0 0,-11 15-421 0 0,-1 1-562 0 0,0 1-1 0 0,0-1 0 0 0,0 0 0 0 0,-1 1 1 0 0,1-1-1 0 0,0 0 0 0 0,0 1 1 0 0,-1-1-1 0 0,1 1 0 0 0,0-1 0 0 0,-1 1 1 0 0,1-1-1 0 0,-1 1 0 0 0,1-1 0 0 0,-1 1 1 0 0,1-1-1 0 0,-1 1 0 0 0,1-1 1 0 0,-1 1-1 0 0,1 0 0 0 0,-1-1 0 0 0,0 1 1 0 0,1 0-1 0 0,-1 0 0 0 0,0-1 0 0 0,1 1 1 0 0,-1 0-1 0 0,0 0 0 0 0,1 0 1 0 0,-1 0-1 0 0,0 0 0 0 0,1 0 0 0 0,-1 0 1 0 0,0 0-1 0 0,1 0 0 0 0,-1 0 0 0 0,0 0 1 0 0,1 0-1 0 0,-1 0 0 0 0,1 1 1 0 0,-1-1-1 0 0,0 0 0 0 0,0 1 0 0 0,-31 10 345 0 0,24-6-337 0 0,0-1 1 0 0,1 1-1 0 0,-1 1 1 0 0,1-1-1 0 0,0 1 1 0 0,1 0-1 0 0,-1 1 1 0 0,1-1-1 0 0,-10 16 1 0 0,13-18-44 0 0,1 1 1 0 0,0 0 0 0 0,-1-1 0 0 0,2 1-1 0 0,-1 0 1 0 0,0 0 0 0 0,1 0 0 0 0,0 0-1 0 0,0 0 1 0 0,1 1 0 0 0,-1-1 0 0 0,1 0-1 0 0,0 0 1 0 0,1 0 0 0 0,-1 1-1 0 0,1-1 1 0 0,0 0 0 0 0,3 8 0 0 0,1 0 2 0 0,1 0 0 0 0,1-1 0 0 0,0 0 0 0 0,0 0 0 0 0,2-1 1 0 0,9 12-1 0 0,-8-10 11 0 0,1 0 1 0 0,-2 1 0 0 0,13 24-1 0 0,-21-35 0 0 0,1 0 0 0 0,-1-1 0 0 0,0 1 0 0 0,-1 0 0 0 0,1 0-1 0 0,0 0 1 0 0,-1 0 0 0 0,1 0 0 0 0,-1 0 0 0 0,0 1-1 0 0,0-1 1 0 0,-1 0 0 0 0,1 0 0 0 0,0 0 0 0 0,-1 0 0 0 0,0 0-1 0 0,0 0 1 0 0,-1 3 0 0 0,0-2 27 0 0,-1 0 0 0 0,1 0 0 0 0,-1 0 1 0 0,0 0-1 0 0,0 0 0 0 0,0-1 0 0 0,0 0 0 0 0,-1 0 0 0 0,0 1 0 0 0,-7 3 1 0 0,-1 0 15 0 0,0 0 0 0 0,-1-2 0 0 0,1 1 0 0 0,-2-1 0 0 0,1-1 0 0 0,0 0 0 0 0,-15 1 1 0 0,11-3-11 0 0,-32 0 1 0 0,40-2-61 0 0,7 0-84 0 0,0 0-1 0 0,0 0 0 0 0,0 0 1 0 0,0 0-1 0 0,0 0 0 0 0,0 0 1 0 0,0 0-1 0 0,0-1 0 0 0,0 1 1 0 0,0-1-1 0 0,0 1 0 0 0,1-1 1 0 0,-1 0-1 0 0,0 0 0 0 0,0 0 1 0 0,0 0-1 0 0,1 0 0 0 0,-1 0 1 0 0,1 0-1 0 0,-1-1 0 0 0,1 1 1 0 0,-1-1-1 0 0,-1-2 0 0 0,2 2-175 0 0,1 0 0 0 0,-1 0-1 0 0,1 0 1 0 0,0 0 0 0 0,0 0 0 0 0,0 0-1 0 0,0 0 1 0 0,0 1 0 0 0,0-1 0 0 0,0 0-1 0 0,1 0 1 0 0,-1 0 0 0 0,1 0-1 0 0,-1 0 1 0 0,1 0 0 0 0,0 0 0 0 0,0 1-1 0 0,0-1 1 0 0,0 0 0 0 0,0 0-1 0 0,2-1 1 0 0,7-11-2624 0 0,3-1-816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52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4 0 0,'34'-29'12640'0'0,"-31"27"-11819"0"0,-3 2-772 0 0,0-1-1 0 0,0 1 1 0 0,0 0-1 0 0,0 0 1 0 0,1 0 0 0 0,-1-1-1 0 0,0 1 1 0 0,0 0-1 0 0,0 0 1 0 0,1 0 0 0 0,-1-1-1 0 0,0 1 1 0 0,0 0 0 0 0,0 0-1 0 0,1 0 1 0 0,-1 0-1 0 0,0 0 1 0 0,1 0 0 0 0,-1-1-1 0 0,0 1 1 0 0,0 0-1 0 0,1 0 1 0 0,-1 0 0 0 0,0 0-1 0 0,0 0 1 0 0,1 0-1 0 0,-1 0 1 0 0,1 0 0 0 0,0 3 43 0 0,1 1 0 0 0,-1-1 0 0 0,1 0 0 0 0,-1 0 0 0 0,0 0 0 0 0,0 1 0 0 0,-1-1 0 0 0,1 1 0 0 0,-1-1 0 0 0,1 5 0 0 0,-1 44 615 0 0,0-34-591 0 0,0-5-41 0 0,-1 9 36 0 0,1 0-1 0 0,2 1 1 0 0,0-1-1 0 0,6 25 0 0 0,-6-41-94 0 0,-1-1-1 0 0,1 0 1 0 0,0 1 0 0 0,0-1-1 0 0,1 0 1 0 0,0 0-1 0 0,0 0 1 0 0,0 0 0 0 0,0-1-1 0 0,1 1 1 0 0,-1-1-1 0 0,1 0 1 0 0,0 0 0 0 0,1 0-1 0 0,-1 0 1 0 0,1-1-1 0 0,-1 0 1 0 0,1 0 0 0 0,0 0-1 0 0,0 0 1 0 0,8 2-1 0 0,-4-2-50 0 0,0-1-1 0 0,0 0 0 0 0,1 0 1 0 0,-1-1-1 0 0,0 0 0 0 0,1-1 0 0 0,-1 0 1 0 0,1-1-1 0 0,-1 1 0 0 0,0-2 1 0 0,1 1-1 0 0,-1-1 0 0 0,0-1 1 0 0,0 0-1 0 0,0 0 0 0 0,-1-1 1 0 0,1 0-1 0 0,-1 0 0 0 0,0-1 1 0 0,0 0-1 0 0,0 0 0 0 0,-1-1 0 0 0,8-7 1 0 0,-2 0-14 0 0,0 0-1 0 0,-1 0 1 0 0,-1-2 0 0 0,0 1 0 0 0,-1-1-1 0 0,0-1 1 0 0,-1 0 0 0 0,-1 0 0 0 0,-1 0-1 0 0,0-1 1 0 0,4-20 0 0 0,12-71 2759 0 0,-23 107-2380 0 0,-3 21 318 0 0,-13 68 293 0 0,7-38-786 0 0,1 0-1 0 0,-1 62 1 0 0,9-101-450 0 0,1-1 0 0 0,0 1 0 0 0,0 0 0 0 0,1-1 1 0 0,5 19-1 0 0,-6-26-154 0 0,0 1 0 0 0,1-1 0 0 0,0 1 0 0 0,-1-1 0 0 0,1 0 0 0 0,1 1 0 0 0,-1-1 0 0 0,0 0 0 0 0,1 0 0 0 0,-1-1 0 0 0,1 1 0 0 0,0 0 0 0 0,0-1 0 0 0,0 0 0 0 0,0 0 0 0 0,0 0 0 0 0,0 0 0 0 0,6 2 0 0 0,16-3-8173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53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2212 0 0,'21'-83'9354'0'0,"-21"82"-9271"0"0,0 0 0 0 0,0 0 0 0 0,1 0 0 0 0,-1 0 0 0 0,0 0 0 0 0,1 0 0 0 0,-1 0 0 0 0,1 0-1 0 0,0 0 1 0 0,-1 0 0 0 0,1 1 0 0 0,0-1 0 0 0,-1 0 0 0 0,1 0 0 0 0,0 0 0 0 0,0 1 0 0 0,0-1 0 0 0,-1 0-1 0 0,1 1 1 0 0,0-1 0 0 0,0 1 0 0 0,0-1 0 0 0,0 1 0 0 0,0 0 0 0 0,0-1 0 0 0,0 1 0 0 0,0 0 0 0 0,0 0-1 0 0,0-1 1 0 0,1 1 0 0 0,-1 0 0 0 0,0 0 0 0 0,0 0 0 0 0,0 0 0 0 0,0 1 0 0 0,0-1 0 0 0,0 0 0 0 0,0 0-1 0 0,0 1 1 0 0,0-1 0 0 0,2 1 0 0 0,2 1 154 0 0,0 0 0 0 0,0 0 1 0 0,0 0-1 0 0,0 1 0 0 0,-1 0 0 0 0,8 5 0 0 0,6 8 109 0 0,0 1 0 0 0,-2 0 0 0 0,0 2 0 0 0,-1-1 0 0 0,19 31 1 0 0,-27-37-278 0 0,-1-1 0 0 0,0 1 0 0 0,0 0 1 0 0,-1 0-1 0 0,-1 1 0 0 0,0-1 0 0 0,0 1 1 0 0,-2 0-1 0 0,0 0 0 0 0,0 0 1 0 0,0 20-1 0 0,-2-30-25 0 0,0 1-1 0 0,-1-1 1 0 0,1 1 0 0 0,0-1 0 0 0,-1 1-1 0 0,0-1 1 0 0,0 1 0 0 0,0-1 0 0 0,0 0 0 0 0,-1 1-1 0 0,1-1 1 0 0,-1 0 0 0 0,0 0 0 0 0,0 0 0 0 0,0 0-1 0 0,0-1 1 0 0,-3 4 0 0 0,-3-8 29 0 0,8 2-72 0 0,-1 0 0 0 0,1 0 0 0 0,0 0 0 0 0,-1 0 0 0 0,1 0 0 0 0,-1 0 0 0 0,1 0 0 0 0,0 0 0 0 0,-1 0 0 0 0,1 0 0 0 0,-1 0 0 0 0,1 0 0 0 0,0 0 0 0 0,-1-1 0 0 0,1 1 0 0 0,0 0 0 0 0,-1 0 0 0 0,1 0 1 0 0,0-1-1 0 0,-1 1 0 0 0,1 0 0 0 0,0 0 0 0 0,0-1 0 0 0,-1 1 0 0 0,1 0 0 0 0,0 0 0 0 0,0-1 0 0 0,-1 1 0 0 0,1 0 0 0 0,0-1 0 0 0,0 1 0 0 0,0-1 0 0 0,-3-4 0 0 0,1-1 0 0 0,0 0 0 0 0,1 0 0 0 0,0 0 0 0 0,0 0 0 0 0,0 0 0 0 0,0 0 0 0 0,1 0 1 0 0,0 0-1 0 0,1 0 0 0 0,-1 0 0 0 0,1 0 0 0 0,0 0 0 0 0,0 0 0 0 0,1 0 0 0 0,0 0 0 0 0,0 1 0 0 0,0-1 0 0 0,1 1 0 0 0,0-1 0 0 0,0 1 0 0 0,0 0 0 0 0,1 0 0 0 0,-1 0 0 0 0,1 1 0 0 0,0-1 0 0 0,7-5 0 0 0,-3 3-9 0 0,1 0 0 0 0,0 0 1 0 0,0 1-1 0 0,0 0 0 0 0,1 1 0 0 0,-1 0 0 0 0,1 0 0 0 0,1 1 0 0 0,-1 0 0 0 0,0 1 0 0 0,1 0 1 0 0,0 1-1 0 0,0 0 0 0 0,19-1 0 0 0,4 5 7 0 0,52 8 1 0 0,-65-5 21 0 0,0-2 1 0 0,0-1 0 0 0,0 0 0 0 0,1-2 0 0 0,-1 0-1 0 0,42-7 1 0 0,-59 6-19 0 0,1-1 1 0 0,-1 1-1 0 0,0-1 0 0 0,1 0 1 0 0,-1 0-1 0 0,0-1 0 0 0,0 0 0 0 0,-1 1 1 0 0,1-1-1 0 0,0 0 0 0 0,-1-1 1 0 0,0 1-1 0 0,0-1 0 0 0,4-4 0 0 0,-5 6-5 0 0,-1-1 0 0 0,1 0 0 0 0,0 0-1 0 0,-1 0 1 0 0,1 0 0 0 0,-1 0-1 0 0,0 0 1 0 0,0 0 0 0 0,0 0 0 0 0,-1 0-1 0 0,1 0 1 0 0,-1-1 0 0 0,0 1-1 0 0,0 0 1 0 0,0 0 0 0 0,0-1 0 0 0,0 1-1 0 0,-1 0 1 0 0,1 0 0 0 0,-3-6 0 0 0,1 5-4 0 0,0 2 5 0 0,1 0 0 0 0,-1 1-1 0 0,1-1 1 0 0,-1 1 0 0 0,1-1 0 0 0,-1 1-1 0 0,0 0 1 0 0,0 0 0 0 0,1-1 0 0 0,-1 1-1 0 0,0 1 1 0 0,0-1 0 0 0,0 0 0 0 0,0 0-1 0 0,0 1 1 0 0,0-1 0 0 0,-1 1 0 0 0,1-1-1 0 0,0 1 1 0 0,0 0 0 0 0,0 0 0 0 0,0 0-1 0 0,0 0 1 0 0,-1 0 0 0 0,1 1 0 0 0,0-1-1 0 0,0 1 1 0 0,0-1 0 0 0,-3 2 0 0 0,-1 0-3 0 0,-6 2 6 0 0,0 1-1 0 0,0 0 1 0 0,1 0 0 0 0,0 1-1 0 0,0 1 1 0 0,0 0 0 0 0,1 0-1 0 0,0 1 1 0 0,0 0 0 0 0,1 1-1 0 0,-9 10 1 0 0,9-8 5 0 0,0-1-1 0 0,1 1 1 0 0,1 1 0 0 0,0-1-1 0 0,0 1 1 0 0,1 1 0 0 0,0-1-1 0 0,1 1 1 0 0,1 0 0 0 0,-3 14-1 0 0,5-21 6 0 0,1 1 0 0 0,1-1 1 0 0,-1 0-1 0 0,1 1 0 0 0,1-1 0 0 0,-1 1 0 0 0,1-1 0 0 0,0 0 0 0 0,0 0 0 0 0,1 1 1 0 0,-1-1-1 0 0,1 0 0 0 0,1 0 0 0 0,-1 0 0 0 0,1-1 0 0 0,0 1 0 0 0,1-1 1 0 0,-1 1-1 0 0,1-1 0 0 0,0 0 0 0 0,7 6 0 0 0,-3-4 0 0 0,0-1 1 0 0,0 1-1 0 0,1-2 0 0 0,0 1 0 0 0,0-2 1 0 0,0 1-1 0 0,0-1 0 0 0,1 0 0 0 0,0-1 1 0 0,0 0-1 0 0,0-1 0 0 0,17 3 0 0 0,1-3-622 0 0,0 0 0 0 0,0-2 0 0 0,0-1 0 0 0,47-7-1 0 0,-47 2-2315 0 0,0 0-1 0 0,37-15 1 0 0,-30 6-3887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54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1340 0 0,'1'-3'1814'0'0,"5"-18"1321"0"0,-2 4-1524 0 0,1 0 1 0 0,1 1-1 0 0,11-22 0 0 0,-17 36-1397 0 0,14 8-99 0 0,-12-5-94 0 0,-1 1 0 0 0,1 0 0 0 0,-1-1 0 0 0,1 1 0 0 0,-1 0 0 0 0,0 0 0 0 0,1 0 0 0 0,-1 0 0 0 0,0 1 0 0 0,0-1 0 0 0,-1 0 0 0 0,1 0 0 0 0,0 0 0 0 0,0 5 0 0 0,3 33 215 0 0,-7 67 211 0 0,1-81-355 0 0,0 1-1 0 0,2-1 1 0 0,1 0-1 0 0,6 36 1 0 0,-7-60-83 0 0,0 1-1 0 0,1-1 1 0 0,-1 0 0 0 0,1 0 0 0 0,0 0 0 0 0,-1 0 0 0 0,1 0 0 0 0,0 0-1 0 0,0 0 1 0 0,1 0 0 0 0,-1 0 0 0 0,0 0 0 0 0,0-1 0 0 0,1 1 0 0 0,-1 0 0 0 0,1-1-1 0 0,0 1 1 0 0,-1-1 0 0 0,1 0 0 0 0,0 1 0 0 0,0-1 0 0 0,0 0 0 0 0,0 0 0 0 0,0 0-1 0 0,0-1 1 0 0,0 1 0 0 0,0 0 0 0 0,0-1 0 0 0,0 1 0 0 0,1-1 0 0 0,-1 0-1 0 0,4 1 1 0 0,1-2-4 0 0,1 1-1 0 0,-1-1 1 0 0,0 0-1 0 0,0-1 1 0 0,0 1-1 0 0,0-1 1 0 0,0-1-1 0 0,-1 1 1 0 0,1-1 0 0 0,0 0-1 0 0,7-6 1 0 0,-4 2-16 0 0,-1 0 1 0 0,1-1 0 0 0,-2 0-1 0 0,1-1 1 0 0,-1 0 0 0 0,9-13 0 0 0,-1-2 59 0 0,-1-2 0 0 0,-1 0 0 0 0,-1-1 0 0 0,17-52 0 0 0,-12 28 683 0 0,-17 48-592 0 0,-2 23-18 0 0,-4 7-63 0 0,-11 92 135 0 0,16-106-167 0 0,-1 0 0 0 0,2 0 0 0 0,0-1 0 0 0,0 1 0 0 0,2 0 0 0 0,-1-1 0 0 0,7 17 0 0 0,-8-26-124 0 0,0 1 1 0 0,1-1-1 0 0,0 0 1 0 0,0 0-1 0 0,0 0 0 0 0,0 0 1 0 0,0 0-1 0 0,1 0 1 0 0,-1 0-1 0 0,1-1 1 0 0,0 1-1 0 0,0-1 1 0 0,0 0-1 0 0,0 0 1 0 0,0 0-1 0 0,0 0 1 0 0,1 0-1 0 0,-1-1 1 0 0,1 1-1 0 0,-1-1 1 0 0,1 0-1 0 0,-1 0 1 0 0,1-1-1 0 0,0 1 1 0 0,-1-1-1 0 0,1 1 1 0 0,0-1-1 0 0,-1 0 1 0 0,1-1-1 0 0,5 0 1 0 0,-2 0-180 0 0,1 0 0 0 0,-1-1 0 0 0,1 0 0 0 0,-1 0 0 0 0,0-1 0 0 0,1 0 0 0 0,-1 0 0 0 0,-1-1 0 0 0,1 0 0 0 0,0 0 0 0 0,-1 0 0 0 0,0-1 0 0 0,10-10 0 0 0,0-6 369 0 0,-1 0 0 0 0,-1-1-1 0 0,-2 0 1 0 0,0-1-1 0 0,15-42 1 0 0,9-14 2104 0 0,-36 78-2176 0 0,0 0 1 0 0,0 0-1 0 0,1 1 0 0 0,-1-1 0 0 0,1 0 1 0 0,-1 0-1 0 0,1 1 0 0 0,-1-1 0 0 0,1 1 1 0 0,-1-1-1 0 0,1 0 0 0 0,-1 1 0 0 0,1-1 1 0 0,0 1-1 0 0,-1-1 0 0 0,1 1 0 0 0,0-1 0 0 0,0 1 1 0 0,-1 0-1 0 0,1-1 0 0 0,0 1 0 0 0,0 0 1 0 0,0 0-1 0 0,-1 0 0 0 0,1-1 0 0 0,1 1 1 0 0,-1 0 25 0 0,1 1 1 0 0,-1-1-1 0 0,0 1 1 0 0,1-1-1 0 0,-1 1 1 0 0,0-1-1 0 0,0 1 1 0 0,1 0-1 0 0,-1-1 1 0 0,0 1-1 0 0,0 0 1 0 0,0 0-1 0 0,0 0 1 0 0,1 1-1 0 0,2 3 101 0 0,0 0-1 0 0,0-1 0 0 0,-1 2 1 0 0,1-1-1 0 0,4 10 0 0 0,-4-4-36 0 0,0 0-1 0 0,0 0 1 0 0,0 0-1 0 0,-2 0 1 0 0,1 0-1 0 0,-2 1 1 0 0,1-1-1 0 0,-2 1 1 0 0,1 0-1 0 0,-1-1 1 0 0,-1 1-1 0 0,0-1 1 0 0,-1 1-1 0 0,0-1 1 0 0,-5 13-1 0 0,1-15 189 0 0,-1-10-78 0 0,6 0-214 0 0,1 0 0 0 0,-1 0 1 0 0,0 0-1 0 0,1 0 0 0 0,-1 0 1 0 0,0 0-1 0 0,1 0 0 0 0,0 0 1 0 0,-1 0-1 0 0,1 0 1 0 0,-1 0-1 0 0,1 0 0 0 0,0-2 1 0 0,0-4-14 0 0,0-1 0 0 0,1 1 0 0 0,0-1 0 0 0,0 1 0 0 0,1 0 0 0 0,0-1 0 0 0,0 1 0 0 0,1 0 0 0 0,-1 0 0 0 0,6-7 0 0 0,1-3-27 0 0,2 0 1 0 0,18-24 0 0 0,-20 30 16 0 0,0 1-1 0 0,1 0 1 0 0,0 0-1 0 0,1 1 1 0 0,0 0 0 0 0,0 1-1 0 0,1 0 1 0 0,0 1 0 0 0,16-7-1 0 0,-24 12 18 0 0,1 0 0 0 0,-1 0 0 0 0,1 1 0 0 0,0-1 0 0 0,0 1 0 0 0,0 0 0 0 0,0 1 0 0 0,0-1 0 0 0,0 1 0 0 0,-1 0-1 0 0,1 0 1 0 0,0 0 0 0 0,0 1 0 0 0,0 0 0 0 0,0 0 0 0 0,0 0 0 0 0,0 0 0 0 0,0 1 0 0 0,-1 0 0 0 0,1 0 0 0 0,-1 0 0 0 0,1 1 0 0 0,-1-1 0 0 0,0 1-1 0 0,0 0 1 0 0,0 0 0 0 0,0 1 0 0 0,5 6 0 0 0,-5-6 16 0 0,-1 1-1 0 0,0-1 1 0 0,0 1 0 0 0,-1-1-1 0 0,1 1 1 0 0,-1 0-1 0 0,0 0 1 0 0,0 0 0 0 0,-1 0-1 0 0,1 1 1 0 0,-1-1 0 0 0,0 0-1 0 0,0 8 1 0 0,-1 4 123 0 0,-1 1-1 0 0,-5 30 1 0 0,3-34-495 0 0,1 0 1 0 0,1 1-1 0 0,0-1 0 0 0,2 23 1 0 0,-1-35 197 0 0,1 0 0 0 0,-1 0 0 0 0,1-1 1 0 0,0 1-1 0 0,-1 0 0 0 0,1 0 0 0 0,0 0 1 0 0,0 0-1 0 0,0-1 0 0 0,0 1 0 0 0,0 0 1 0 0,1-1-1 0 0,-1 1 0 0 0,1-1 0 0 0,-1 1 1 0 0,1-1-1 0 0,-1 0 0 0 0,1 1 0 0 0,0-1 0 0 0,-1 0 1 0 0,1 0-1 0 0,0 0 0 0 0,0-1 0 0 0,0 1 1 0 0,0 0-1 0 0,0-1 0 0 0,3 1 0 0 0,2 0-651 0 0,0 0-1 0 0,-1 0 1 0 0,1-1-1 0 0,0 0 1 0 0,0 0-1 0 0,13-3 1 0 0,2-2-2278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55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255 623 1348 0 0,'6'-12'1486'0'0,"0"1"0"0"0,-1-1 0 0 0,0 0 1 0 0,4-16-1 0 0,-8 25-1266 0 0,-1 0 0 0 0,1-1 0 0 0,0 1 0 0 0,-1 0 0 0 0,0-1 0 0 0,0 1 0 0 0,0 0 0 0 0,0-1 0 0 0,0 1 1 0 0,0 0-1 0 0,-1-1 0 0 0,0 1 0 0 0,0 0 0 0 0,0 0 0 0 0,0 0 0 0 0,0 0 0 0 0,-1 0 0 0 0,1 0 0 0 0,-1 0 0 0 0,0 0 1 0 0,-3-4-1 0 0,3 6-163 0 0,0 0 0 0 0,0 0 0 0 0,-1 0 0 0 0,1 0 1 0 0,0 1-1 0 0,0-1 0 0 0,-1 0 0 0 0,1 1 1 0 0,-1 0-1 0 0,1 0 0 0 0,0 0 0 0 0,-1 0 0 0 0,1 0 1 0 0,-1 0-1 0 0,1 0 0 0 0,0 1 0 0 0,-1-1 0 0 0,1 1 1 0 0,0 0-1 0 0,-1 0 0 0 0,-2 2 0 0 0,-8 2 85 0 0,1 2 1 0 0,0 0-1 0 0,0 0 0 0 0,1 1 0 0 0,0 0 0 0 0,0 1 0 0 0,1 0 0 0 0,0 1 0 0 0,-13 17 0 0 0,9-9-42 0 0,1 0 0 0 0,1 1 0 0 0,1 0-1 0 0,1 1 1 0 0,-10 25 0 0 0,18-39-74 0 0,-1 0-1 0 0,2 0 1 0 0,-1 0-1 0 0,1 0 1 0 0,0 0 0 0 0,0 1-1 0 0,1-1 1 0 0,0 0 0 0 0,0 0-1 0 0,0 1 1 0 0,1-1-1 0 0,1 6 1 0 0,-1-8-14 0 0,0-1 0 0 0,0 1 0 0 0,1-1-1 0 0,0 0 1 0 0,-1 0 0 0 0,1 0 0 0 0,0 0 0 0 0,0 0-1 0 0,1 0 1 0 0,-1 0 0 0 0,1-1 0 0 0,-1 1 0 0 0,1-1-1 0 0,0 0 1 0 0,0 0 0 0 0,0 0 0 0 0,0 0 0 0 0,0 0-1 0 0,0 0 1 0 0,1-1 0 0 0,-1 0 0 0 0,4 1 0 0 0,3 1-16 0 0,0-1 1 0 0,1 0-1 0 0,-1-1 0 0 0,0 0 1 0 0,1 0-1 0 0,-1-2 1 0 0,1 1-1 0 0,-1-1 1 0 0,1 0-1 0 0,-1-1 1 0 0,0-1-1 0 0,0 1 1 0 0,0-2-1 0 0,0 1 0 0 0,16-9 1 0 0,-12 4-124 0 0,1-1 0 0 0,-1 0 0 0 0,0-1 0 0 0,-1 0 0 0 0,0-1-1 0 0,-1-1 1 0 0,0 0 0 0 0,-1 0 0 0 0,10-15 0 0 0,-7 5-126 0 0,0-1 0 0 0,-2 0 0 0 0,-1-1 0 0 0,-1 0 0 0 0,-1-1 0 0 0,-1 0 0 0 0,-1-1 0 0 0,5-38 0 0 0,-3-11-136 0 0,-2-125 0 0 0,-19 31 2086 0 0,10 154-1516 0 0,-5 22 190 0 0,-2 24 352 0 0,-2 105 1126 0 0,7 0 0 0 0,15 160-1 0 0,-9-285-1820 0 0,-1 1 0 0 0,2 0 0 0 0,-1-1 0 0 0,1 1-1 0 0,1-1 1 0 0,0 0 0 0 0,1 0 0 0 0,0 0 0 0 0,1-1 0 0 0,12 18-1 0 0,-15-24-21 0 0,1 1-1 0 0,0-1 1 0 0,0 0-1 0 0,1 0 1 0 0,-1 0-1 0 0,1-1 1 0 0,0 1-1 0 0,0-1 1 0 0,0 0-1 0 0,0-1 1 0 0,1 1-1 0 0,-1-1 1 0 0,1 0-1 0 0,-1 0 0 0 0,1-1 1 0 0,0 0-1 0 0,0 0 1 0 0,-1 0-1 0 0,1 0 1 0 0,0-1-1 0 0,0 0 1 0 0,0-1-1 0 0,9-1 1 0 0,-3 0-91 0 0,0-1-1 0 0,-1-1 1 0 0,1 0 0 0 0,-1-1 0 0 0,0 0 0 0 0,0-1-1 0 0,-1 0 1 0 0,1 0 0 0 0,-1-1 0 0 0,-1-1 0 0 0,1 1 0 0 0,-1-2-1 0 0,-1 1 1 0 0,1-1 0 0 0,7-12 0 0 0,-3 3-36 0 0,-1 0 1 0 0,0 0-1 0 0,-2-1 1 0 0,0-1-1 0 0,-1 0 1 0 0,-1 0-1 0 0,8-36 1 0 0,-13 48 120 0 0,-2 1 0 0 0,1-1-1 0 0,-1 0 1 0 0,0 0 0 0 0,0 0 0 0 0,-1 0 0 0 0,0 0 0 0 0,-1 0 0 0 0,1 0 0 0 0,-5-16-1 0 0,4 22 6 0 0,-2 2-13 0 0,2-1 8 0 0,0 1 0 0 0,1 0 0 0 0,-1 0 0 0 0,0 0 0 0 0,0 0 0 0 0,1 0 0 0 0,-1 0 0 0 0,0 0 0 0 0,0 0 0 0 0,1 0 0 0 0,-1 0 0 0 0,0 1 0 0 0,1-1 0 0 0,-1 0 0 0 0,0 0 0 0 0,0 1 0 0 0,1-1 0 0 0,-2 1-1 0 0,-6 9 21 0 0,0 0 0 0 0,1 0 0 0 0,0 1 0 0 0,1-1 0 0 0,0 2 0 0 0,0-1 0 0 0,1 1 0 0 0,-4 15 0 0 0,0 2 74 0 0,2 0 0 0 0,-5 45 0 0 0,10-62-61 0 0,1 1 0 0 0,0-1 0 0 0,1 1 0 0 0,1 0 0 0 0,0-1 0 0 0,3 16 0 0 0,-3-24-22 0 0,0 0 1 0 0,0-1 0 0 0,1 1 0 0 0,-1 0 0 0 0,1 0-1 0 0,0-1 1 0 0,0 1 0 0 0,0-1 0 0 0,1 0 0 0 0,-1 0-1 0 0,1 1 1 0 0,0-2 0 0 0,0 1 0 0 0,0 0 0 0 0,0 0-1 0 0,0-1 1 0 0,0 0 0 0 0,1 0 0 0 0,-1 0 0 0 0,1 0-1 0 0,0 0 1 0 0,-1-1 0 0 0,6 2 0 0 0,5 1 2 0 0,0-1 0 0 0,-1-1 0 0 0,1-1 0 0 0,0 1 0 0 0,0-2 1 0 0,0 0-1 0 0,0-1 0 0 0,0 0 0 0 0,0-1 0 0 0,0-1 0 0 0,0 0 0 0 0,-1-1 0 0 0,1 0 1 0 0,-1-1-1 0 0,0-1 0 0 0,-1 0 0 0 0,1 0 0 0 0,-1-1 0 0 0,12-10 0 0 0,-7 4-7 0 0,-1 0-1 0 0,0-2 1 0 0,-1 0 0 0 0,-1 0-1 0 0,0-1 1 0 0,-1-1-1 0 0,-1-1 1 0 0,0 1-1 0 0,-1-2 1 0 0,-2 0 0 0 0,15-37-1 0 0,-14 24-35 0 0,-1 1 0 0 0,5-50 0 0 0,-14 80 27 0 0,1 0-1 0 0,-1 0 1 0 0,0 0 0 0 0,0 1 0 0 0,0-1-1 0 0,1 0 1 0 0,-1 0 0 0 0,0 1 0 0 0,1-1 0 0 0,-1 0-1 0 0,1 0 1 0 0,-1 1 0 0 0,1-1 0 0 0,-1 0-1 0 0,1 1 1 0 0,0-1 0 0 0,-1 1 0 0 0,1-1-1 0 0,0 1 1 0 0,-1-1 0 0 0,1 1 0 0 0,0-1-1 0 0,-1 1 1 0 0,1-1 0 0 0,0 1 0 0 0,0 0-1 0 0,0 0 1 0 0,-1-1 0 0 0,1 1 0 0 0,0 0 0 0 0,0 0-1 0 0,0 0 1 0 0,0 0 0 0 0,0 0 0 0 0,-1 0-1 0 0,1 0 1 0 0,0 0 0 0 0,0 0 0 0 0,0 1-1 0 0,0-1 1 0 0,-1 0 0 0 0,2 1 0 0 0,4 1-1 0 0,0 0 1 0 0,0 0 0 0 0,-1 0 0 0 0,8 5 0 0 0,-8-4 18 0 0,0 1 1 0 0,0-1-1 0 0,0 0 1 0 0,-1 1-1 0 0,0 0 1 0 0,1 0-1 0 0,-1 0 1 0 0,-1 1-1 0 0,1 0 1 0 0,-1-1 0 0 0,0 1-1 0 0,0 0 1 0 0,0 0-1 0 0,0 1 1 0 0,-1-1-1 0 0,0 1 1 0 0,0-1-1 0 0,-1 1 1 0 0,0-1-1 0 0,1 1 1 0 0,-1 7 0 0 0,-1-2 181 0 0,0 0 1 0 0,-1 0 0 0 0,0 0 0 0 0,-1 0-1 0 0,0 0 1 0 0,-1 0 0 0 0,0 0 0 0 0,-1-1-1 0 0,0 1 1 0 0,-6 11 0 0 0,-4 4 309 0 0,-50 97 989 0 0,63-122-1487 0 0,1 0-1 0 0,-1-1 0 0 0,1 1 1 0 0,0 0-1 0 0,0 0 1 0 0,-1-1-1 0 0,1 1 0 0 0,0 0 1 0 0,0 0-1 0 0,0-1 1 0 0,0 1-1 0 0,0 0 0 0 0,0 0 1 0 0,0-1-1 0 0,0 1 1 0 0,0 0-1 0 0,0 0 0 0 0,0-1 1 0 0,1 1-1 0 0,-1 0 0 0 0,0-1 1 0 0,0 1-1 0 0,1 0 1 0 0,-1 0-1 0 0,1-1 0 0 0,-1 1 1 0 0,0-1-1 0 0,1 1 1 0 0,-1 0-1 0 0,1-1 0 0 0,-1 1 1 0 0,1-1-1 0 0,0 1 0 0 0,-1-1 1 0 0,1 0-1 0 0,0 1 1 0 0,-1-1-1 0 0,1 1 0 0 0,0-1 1 0 0,-1 0-1 0 0,1 0 1 0 0,1 1-1 0 0,2 1 10 0 0,1-1 1 0 0,-1 0-1 0 0,1 0 1 0 0,-1 0-1 0 0,9 1 0 0 0,34-3-1036 0 0,-1-2-1 0 0,81-16 1 0 0,-67 9-246 0 0,147-25-3589 0 0,-70 10-1792 0 0,-44 6-1103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56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367 520 452 0 0,'-3'-3'1114'0'0,"0"0"0"0"0,0-1 0 0 0,0 0 0 0 0,0 1 0 0 0,1-1 0 0 0,-1 0 0 0 0,1 0 0 0 0,0 0 0 0 0,-3-9 0 0 0,4 8-418 0 0,-1 1 0 0 0,0-1 0 0 0,0 1 0 0 0,-1 0 0 0 0,1 0 0 0 0,-1 0 0 0 0,-3-5 0 0 0,3 9-642 0 0,1-1 1 0 0,0 1 0 0 0,0-1 0 0 0,0 1 0 0 0,0 0 0 0 0,0 0 0 0 0,-1 0-1 0 0,1 0 1 0 0,0 0 0 0 0,0 0 0 0 0,0 1 0 0 0,0-1 0 0 0,0 1 0 0 0,0-1-1 0 0,-4 3 1 0 0,5-3-42 0 0,-10 4 46 0 0,1 0-1 0 0,0 0 0 0 0,0 2 1 0 0,1-1-1 0 0,-1 1 0 0 0,-10 9 1 0 0,-48 46 74 0 0,56-50-108 0 0,-9 10 23 0 0,-31 39 1 0 0,46-53-40 0 0,1-1-1 0 0,1 1 1 0 0,-1 1-1 0 0,1-1 1 0 0,0 1 0 0 0,1 0-1 0 0,0 0 1 0 0,0 0 0 0 0,1 0-1 0 0,-3 15 1 0 0,5-21-3 0 0,0 1 0 0 0,0-1 0 0 0,0 1 0 0 0,0-1 0 0 0,0 1 0 0 0,1-1 1 0 0,-1 0-1 0 0,1 1 0 0 0,-1-1 0 0 0,1 1 0 0 0,0-1 0 0 0,0 0 0 0 0,0 0 0 0 0,0 0 0 0 0,0 1 0 0 0,1-1 0 0 0,-1 0 0 0 0,1 0 0 0 0,2 2 0 0 0,-2-2-6 0 0,1 0 0 0 0,0 0-1 0 0,0-1 1 0 0,0 1 0 0 0,0-1-1 0 0,0 1 1 0 0,0-1 0 0 0,0 0-1 0 0,0 0 1 0 0,1 0 0 0 0,-1-1-1 0 0,6 1 1 0 0,0 0-27 0 0,0-1-1 0 0,0 0 1 0 0,0-1 0 0 0,0 0-1 0 0,0-1 1 0 0,0 0-1 0 0,0 0 1 0 0,-1-1 0 0 0,15-6-1 0 0,-14 5-8 0 0,-1-1 0 0 0,1-1 0 0 0,-1 1 0 0 0,-1-1 0 0 0,1-1 0 0 0,-1 0 0 0 0,10-10 0 0 0,-1-4-53 0 0,19-33 0 0 0,25-34 210 0 0,-59 87-83 0 0,1 31 63 0 0,-12 35 4 0 0,6-42 1 0 0,-3 36 1 0 0,6-52-192 0 0,1 0 1 0 0,0 0 0 0 0,1 1-1 0 0,0-1 1 0 0,0 0 0 0 0,1 0-1 0 0,0 0 1 0 0,0 0 0 0 0,3 8-1 0 0,-3-12-106 0 0,1 0-1 0 0,-1 0 1 0 0,0 0 0 0 0,1 0-1 0 0,-1-1 1 0 0,1 1-1 0 0,0-1 1 0 0,0 1-1 0 0,0-1 1 0 0,0 0 0 0 0,1 0-1 0 0,-1 0 1 0 0,0-1-1 0 0,1 1 1 0 0,-1-1-1 0 0,1 0 1 0 0,0 0-1 0 0,-1 0 1 0 0,1 0 0 0 0,7 0-1 0 0,1 0-496 0 0,1 0 0 0 0,-1-1 0 0 0,1 0 0 0 0,-1-1 0 0 0,14-3 0 0 0,-10 0-75 0 0,0 0-1 0 0,-1-1 1 0 0,1 0 0 0 0,-1-1-1 0 0,18-11 1 0 0,-16 7 652 0 0,1-1 1 0 0,-2-1-1 0 0,30-27 1 0 0,-31 24 805 0 0,0 0 0 0 0,-2-1 1 0 0,0-1-1 0 0,0 0 0 0 0,-2-1 1 0 0,0-1-1 0 0,-1 1 0 0 0,-1-1 1 0 0,9-28-1 0 0,-17 43-515 0 0,0 0 0 0 0,0 0 0 0 0,-1-1 0 0 0,1 1-1 0 0,-1 0 1 0 0,0 0 0 0 0,0 0 0 0 0,-1-1 0 0 0,1 1 0 0 0,-1 0 0 0 0,0 0-1 0 0,-3-8 1 0 0,4 11-154 0 0,-1 0 0 0 0,0 1-1 0 0,0-1 1 0 0,1 0 0 0 0,-1 0-1 0 0,0 1 1 0 0,0-1 0 0 0,0 1-1 0 0,0-1 1 0 0,0 1 0 0 0,0-1-1 0 0,0 1 1 0 0,0 0 0 0 0,0-1-1 0 0,0 1 1 0 0,0 0 0 0 0,0 0-1 0 0,0 0 1 0 0,0 0 0 0 0,0 0-1 0 0,0 0 1 0 0,0 0 0 0 0,0 0-1 0 0,0 0 1 0 0,-2 1 0 0 0,-27 6 392 0 0,14 1-222 0 0,0 1 0 0 0,0 0 0 0 0,0 1 0 0 0,1 1 0 0 0,1 0 0 0 0,-20 20 0 0 0,14-11-50 0 0,2 1 0 0 0,0 1 0 0 0,-23 36 0 0 0,36-49-108 0 0,0 0 0 0 0,0 0 0 0 0,1 0 0 0 0,0 0 0 0 0,1 1 0 0 0,0 0 0 0 0,0-1 0 0 0,-1 15 0 0 0,3-22-29 0 0,1 1-1 0 0,0-1 1 0 0,0 1-1 0 0,0 0 1 0 0,1-1 0 0 0,-1 1-1 0 0,0 0 1 0 0,1-1-1 0 0,0 1 1 0 0,0-1-1 0 0,-1 1 1 0 0,2-1-1 0 0,-1 1 1 0 0,0-1-1 0 0,0 0 1 0 0,1 0-1 0 0,-1 1 1 0 0,1-1-1 0 0,0 0 1 0 0,-1 0-1 0 0,1-1 1 0 0,0 1-1 0 0,0 0 1 0 0,0 0-1 0 0,1-1 1 0 0,-1 0 0 0 0,0 1-1 0 0,0-1 1 0 0,1 0-1 0 0,-1 0 1 0 0,1 0-1 0 0,-1 0 1 0 0,1-1-1 0 0,0 1 1 0 0,4 0-1 0 0,4 0-46 0 0,-1 0 0 0 0,1-1 0 0 0,-1 0 0 0 0,1 0 0 0 0,0-1 0 0 0,-1 0 0 0 0,1-1 0 0 0,-1-1 0 0 0,0 0 0 0 0,0 0 0 0 0,0 0 0 0 0,0-2-1 0 0,0 1 1 0 0,-1-1 0 0 0,0 0 0 0 0,0-1 0 0 0,15-12 0 0 0,-5 2-245 0 0,-1-1 0 0 0,-1-1 0 0 0,0 0-1 0 0,-2-1 1 0 0,0-1 0 0 0,20-33 0 0 0,1-19-229 0 0,-2-2 0 0 0,-4 0 0 0 0,29-113 0 0 0,-5-35 1706 0 0,-54 221-1148 0 0,0 1-43 0 0,0 0 0 0 0,0-1-1 0 0,0 1 1 0 0,0 0 0 0 0,0 0-1 0 0,0 0 1 0 0,0 0 0 0 0,0 0-1 0 0,0 0 1 0 0,0 0 0 0 0,0-1-1 0 0,0 1 1 0 0,0 0 0 0 0,0 0-1 0 0,0 0 1 0 0,0 0 0 0 0,0 0 0 0 0,0 0-1 0 0,0 0 1 0 0,0-1 0 0 0,0 1-1 0 0,0 0 1 0 0,0 0 0 0 0,0 0-1 0 0,0 0 1 0 0,0 0 0 0 0,0 0-1 0 0,0 0 1 0 0,0-1 0 0 0,0 1-1 0 0,0 0 1 0 0,0 0 0 0 0,0 0-1 0 0,0 0 1 0 0,0 0 0 0 0,-1 0-1 0 0,1 0 1 0 0,0 0 0 0 0,0 0-1 0 0,0 0 1 0 0,0 0 0 0 0,0 0-1 0 0,0 0 1 0 0,0-1 0 0 0,0 1 0 0 0,-1 0-1 0 0,1 0 1 0 0,0 0 0 0 0,0 0-1 0 0,0 0 1 0 0,0 0 0 0 0,0 0-1 0 0,0 0 1 0 0,0 0 0 0 0,-1 0-1 0 0,-5 8 42 0 0,-6 14 55 0 0,-16 46 607 0 0,-32 116-1 0 0,39-113-497 0 0,5-17-38 0 0,3 0-1 0 0,-11 99 1 0 0,23-144-309 0 0,1 0 0 0 0,0-1 0 0 0,0 1 0 0 0,1 0 0 0 0,0 0 1 0 0,0 0-1 0 0,1 0 0 0 0,1-1 0 0 0,-1 1 0 0 0,1-1 0 0 0,6 11 0 0 0,-6-13-218 0 0,1-1 0 0 0,-1 1 1 0 0,1-1-1 0 0,1 0 0 0 0,-1 0 0 0 0,1 0 0 0 0,0-1 1 0 0,0 1-1 0 0,0-1 0 0 0,1 0 0 0 0,-1-1 0 0 0,1 0 1 0 0,0 1-1 0 0,0-2 0 0 0,10 5 0 0 0,13 1-2626 0 0,2-1-932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57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362 651 932 0 0,'1'-5'884'0'0,"0"-1"1"0"0,-1 0-1 0 0,0 1 0 0 0,0-1 1 0 0,0 0-1 0 0,-1 1 0 0 0,-1-9 1 0 0,1 12-752 0 0,1 1 1 0 0,-1-1-1 0 0,0 1 0 0 0,0 0 1 0 0,0-1-1 0 0,0 1 0 0 0,0 0 1 0 0,0-1-1 0 0,-1 1 0 0 0,1 0 1 0 0,0 0-1 0 0,-1 0 0 0 0,1 0 1 0 0,0 0-1 0 0,-1 0 0 0 0,1 1 1 0 0,-1-1-1 0 0,1 0 0 0 0,-1 1 1 0 0,0-1-1 0 0,1 1 0 0 0,-1 0 1 0 0,0-1-1 0 0,1 1 0 0 0,-1 0 1 0 0,0 0-1 0 0,1 0 0 0 0,-1 0 1 0 0,-1 1-1 0 0,-5-1 59 0 0,0 1-1 0 0,1 0 1 0 0,-1 1-1 0 0,1 0 1 0 0,-1 0-1 0 0,1 0 0 0 0,0 1 1 0 0,0 0-1 0 0,0 1 1 0 0,0 0-1 0 0,-7 5 1 0 0,-7 7 405 0 0,-36 32 0 0 0,37-29-312 0 0,1 2-1 0 0,-27 36 0 0 0,37-45-195 0 0,0 2 0 0 0,1-1-1 0 0,1 1 1 0 0,0 1 0 0 0,1-1 0 0 0,-5 18 0 0 0,10-29-72 0 0,0 0 1 0 0,1 0 0 0 0,-1 0 0 0 0,1 0 0 0 0,-1 0 0 0 0,1-1 0 0 0,0 1 0 0 0,0 0 0 0 0,0 0 0 0 0,1 0 0 0 0,-1 0 0 0 0,1 0 0 0 0,-1 0 0 0 0,1-1-1 0 0,0 1 1 0 0,0 0 0 0 0,0 0 0 0 0,1-1 0 0 0,2 5 0 0 0,-2-4-3 0 0,1-1 0 0 0,-1 1 0 0 0,1-1 0 0 0,0 0 0 0 0,0 0 0 0 0,0 0 1 0 0,0 0-1 0 0,0-1 0 0 0,0 1 0 0 0,1-1 0 0 0,-1 0 0 0 0,0 1 0 0 0,1-2 0 0 0,3 2 0 0 0,4-1-29 0 0,0 1-1 0 0,0-2 1 0 0,0 0 0 0 0,0 0-1 0 0,0-1 1 0 0,0 0 0 0 0,0-1 0 0 0,0 0-1 0 0,15-6 1 0 0,-7 0-287 0 0,1 0 0 0 0,-2-2 0 0 0,1 0 0 0 0,-1-1-1 0 0,-1-1 1 0 0,28-24 0 0 0,-23 15-139 0 0,-2-1 0 0 0,0 0 0 0 0,-2-2 0 0 0,19-28 0 0 0,0-13-396 0 0,-3-2 0 0 0,49-136-1 0 0,-54 121 1531 0 0,-4-2 0 0 0,22-124-1 0 0,-46 196-517 0 0,-1 12-173 0 0,-1 1 1 0 0,1-1-1 0 0,0 0 0 0 0,0 0 1 0 0,0 0-1 0 0,0 0 1 0 0,0 0-1 0 0,-1 0 1 0 0,1 1-1 0 0,0-1 1 0 0,0 0-1 0 0,0 0 1 0 0,0 0-1 0 0,0 0 1 0 0,-1 0-1 0 0,1 0 1 0 0,0 0-1 0 0,0 0 1 0 0,0 0-1 0 0,-1 0 1 0 0,1 0-1 0 0,0 0 1 0 0,0 0-1 0 0,0 0 1 0 0,0 0-1 0 0,-1 0 1 0 0,1 0-1 0 0,0 0 1 0 0,0 0-1 0 0,0 0 1 0 0,-1 0-1 0 0,1 0 1 0 0,0 0-1 0 0,0 0 1 0 0,0-1-1 0 0,0 1 1 0 0,0 0-1 0 0,-1 0 1 0 0,1 0-1 0 0,0 0 1 0 0,0 0-1 0 0,0 0 1 0 0,0-1-1 0 0,0 1 1 0 0,0 0-1 0 0,0 0 1 0 0,-1 0-1 0 0,1 0 1 0 0,0-1-1 0 0,0 1 1 0 0,0 0-1 0 0,0 0 1 0 0,0 0-1 0 0,0 0 1 0 0,0-1-1 0 0,0 1 1 0 0,0 0-1 0 0,0 0 1 0 0,0 0-1 0 0,0 0 1 0 0,0-1-1 0 0,-8 13 48 0 0,-15 40 502 0 0,3 1-1 0 0,-26 111 1 0 0,32-108-362 0 0,0-3-30 0 0,3 1 1 0 0,1 1 0 0 0,4 0-1 0 0,1 0 1 0 0,4 59 0 0 0,1-105-186 0 0,1-1 0 0 0,0 1 0 0 0,1 0-1 0 0,0 0 1 0 0,1-1 0 0 0,0 0 0 0 0,0 1 0 0 0,0-1 0 0 0,1 0 0 0 0,1-1 0 0 0,-1 1 0 0 0,1-1 0 0 0,0 1 0 0 0,1-2 0 0 0,0 1-1 0 0,0 0 1 0 0,0-1 0 0 0,1-1 0 0 0,13 10 0 0 0,-9-8-373 0 0,1-1 1 0 0,0 0-1 0 0,0 0 0 0 0,1-1 1 0 0,0-1-1 0 0,0-1 0 0 0,0 1 1 0 0,0-2-1 0 0,0 0 0 0 0,1-1 1 0 0,-1 0-1 0 0,21-1 0 0 0,-21-1-704 0 0,1-1 0 0 0,-1 0 0 0 0,15-4 0 0 0,5-5-2393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57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0 114 2212 0 0,'14'-14'2285'0'0,"-2"1"1"0"0,0-2-1 0 0,11-18 0 0 0,6-6 3320 0 0,-30 49-5123 0 0,0 0 1 0 0,-1-1-1 0 0,0 1 1 0 0,-4 12 0 0 0,-4 19 265 0 0,4-11-413 0 0,2-10-107 0 0,-3 37 0 0 0,7-52-202 0 0,0-1 0 0 0,0 0 0 0 0,0 1 0 0 0,1-1 0 0 0,-1 1 0 0 0,1-1 0 0 0,0 0 0 0 0,1 0 0 0 0,-1 1 0 0 0,1-1 0 0 0,-1 0 0 0 0,1 0 0 0 0,0-1 1 0 0,3 6-1 0 0,-2-7-85 0 0,0 0 1 0 0,-1 0 0 0 0,1 0-1 0 0,0 0 1 0 0,0-1 0 0 0,0 1-1 0 0,0-1 1 0 0,1 0 0 0 0,-1 0-1 0 0,0 0 1 0 0,0 0 0 0 0,1 0-1 0 0,-1-1 1 0 0,0 0 0 0 0,1 1-1 0 0,-1-1 1 0 0,0 0 0 0 0,1-1-1 0 0,-1 1 1 0 0,6-2 0 0 0,-1 1-551 0 0,0-1 0 0 0,1 0 0 0 0,-1-1 0 0 0,-1 1 0 0 0,1-2 0 0 0,0 1 0 0 0,13-9 0 0 0,20-20-5456 0 0,-14 7-670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57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73 103 660 0 0,'-9'-15'2596'0'0,"1"3"-716"0"0,1 0-299 0 0,-2 3-389 0 0,2-3-164 0 0,0 3-320 0 0,2 3-72 0 0,0-3 200 0 0,-4-3-440 0 0,3 5-504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57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 2616 0 0,'13'11'7682'0'0,"-11"-8"-7026"0"0,-4 20 868 0 0,-1 0-1 0 0,-1 0 0 0 0,-1 0 0 0 0,-11 29 1 0 0,2-3-575 0 0,-8 32-233 0 0,-51 203 901 0 0,37-94-3309 0 0,36-188 1440 0 0,0 0 0 0 0,1-1 1 0 0,-1 1-1 0 0,0-1 1 0 0,0 1-1 0 0,1-1 0 0 0,-1 0 1 0 0,1 1-1 0 0,-1-1 1 0 0,1 1-1 0 0,0-1 0 0 0,-1 0 1 0 0,1 1-1 0 0,0-1 1 0 0,0 0-1 0 0,2 3 0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58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46 143 1936 0 0,'-43'-60'9941'0'0,"43"59"-9891"0"0,-1 0-1 0 0,1 0 0 0 0,0 0 1 0 0,-1 0-1 0 0,1 1 1 0 0,0-1-1 0 0,0 0 1 0 0,0 0-1 0 0,0 0 1 0 0,0 0-1 0 0,0 0 1 0 0,0 0-1 0 0,0 0 1 0 0,0 0-1 0 0,1 0 1 0 0,-1 0-1 0 0,0 0 0 0 0,1 0 1 0 0,-1 0-1 0 0,1 0 1 0 0,-1 0-1 0 0,1 0 1 0 0,-1 0-1 0 0,1 1 1 0 0,-1-1-1 0 0,1 0 1 0 0,0 0-1 0 0,-1 1 1 0 0,1-1-1 0 0,0 1 1 0 0,0-1-1 0 0,1 0 1 0 0,27-17 453 0 0,-13 11-447 0 0,-1 1 0 0 0,2 0 0 0 0,-1 2 0 0 0,1 0 0 0 0,-1 1-1 0 0,1 0 1 0 0,0 1 0 0 0,25 1 0 0 0,-33 1 36 0 0,0 1 0 0 0,0-1 0 0 0,-1 2 0 0 0,1-1 0 0 0,-1 1 0 0 0,1 0 0 0 0,-1 1 0 0 0,0 0 0 0 0,1 0 0 0 0,-1 1 0 0 0,-1 0 1 0 0,1 0-1 0 0,-1 1 0 0 0,0 0 0 0 0,0 0 0 0 0,0 1 0 0 0,0 0 0 0 0,7 9 0 0 0,-10-9 145 0 0,0 1 0 0 0,0 0-1 0 0,0 0 1 0 0,-1 0 0 0 0,0 1 0 0 0,-1-1 0 0 0,1 1 0 0 0,-1-1 0 0 0,-1 1 0 0 0,0 0 0 0 0,0-1-1 0 0,0 10 1 0 0,-1 14 609 0 0,-8 56-1 0 0,0 3-421 0 0,8-88-406 0 0,0 1 1 0 0,0 0 0 0 0,0-1-1 0 0,0 1 1 0 0,1 0-1 0 0,-1-1 1 0 0,1 1 0 0 0,0-1-1 0 0,0 1 1 0 0,0-1 0 0 0,0 1-1 0 0,0-1 1 0 0,1 0 0 0 0,-1 1-1 0 0,1-1 1 0 0,-1 0 0 0 0,1 0-1 0 0,0 0 1 0 0,0 0 0 0 0,0 0-1 0 0,0-1 1 0 0,0 1-1 0 0,3 2 1 0 0,0-2-168 0 0,0 0-1 0 0,0 0 1 0 0,0-1 0 0 0,-1 1 0 0 0,2-1-1 0 0,-1 0 1 0 0,0-1 0 0 0,0 1-1 0 0,0-1 1 0 0,0 0 0 0 0,8-1 0 0 0,-2 0-871 0 0,0-1 1 0 0,-1 0-1 0 0,20-6 1 0 0,9-10-5139 0 0,-10-2-1317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58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29 2508 0 0,'-7'-4'1103'0'0,"0"0"1"0"0,-1 0-1 0 0,1 1 0 0 0,-1 0 0 0 0,0 0 0 0 0,0 1 1 0 0,-11-2-1 0 0,16 4-1012 0 0,-1-1-1 0 0,1 0 1 0 0,-1 1 0 0 0,1 0 0 0 0,-1 0 0 0 0,1 0 0 0 0,0 1 0 0 0,-1-1-1 0 0,1 1 1 0 0,-1-1 0 0 0,1 1 0 0 0,0 0 0 0 0,-1 0 0 0 0,1 1 0 0 0,0-1 0 0 0,0 1-1 0 0,0 0 1 0 0,0-1 0 0 0,0 1 0 0 0,-4 5 0 0 0,5-5-600 0 0,1 1 1 0 0,0-1-1 0 0,0 0 0 0 0,0 1 1 0 0,1-1-1 0 0,-1 1 0 0 0,0-1 1 0 0,1 1-1 0 0,0-1 0 0 0,-1 1 1 0 0,1-1-1 0 0,1 5 0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58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1 788 0 0,'1'12'7521'0'0,"-17"34"-1664"0"0,-17 23-2241 0 0,1-2-1776 0 0,2-3-725 0 0,13-28-691 0 0,-16 44 0 0 0,30-70-369 0 0,0 1 1 0 0,0 0-1 0 0,1 0 1 0 0,0 0-1 0 0,1 0 1 0 0,0 1 0 0 0,1-1-1 0 0,2 20 1 0 0,-2-28-35 0 0,0-1 0 0 0,1 1 1 0 0,-1-1-1 0 0,1 0 1 0 0,-1 1-1 0 0,1-1 0 0 0,0 0 1 0 0,0 0-1 0 0,0 1 0 0 0,0-1 1 0 0,1 0-1 0 0,-1 0 1 0 0,0 0-1 0 0,1 0 0 0 0,0 0 1 0 0,-1-1-1 0 0,1 1 0 0 0,0 0 1 0 0,0-1-1 0 0,0 1 0 0 0,0-1 1 0 0,0 0-1 0 0,0 0 1 0 0,0 0-1 0 0,0 0 0 0 0,1 0 1 0 0,-1 0-1 0 0,0 0 0 0 0,1-1 1 0 0,-1 1-1 0 0,1-1 1 0 0,-1 0-1 0 0,0 1 0 0 0,1-1 1 0 0,-1 0-1 0 0,4-1 0 0 0,0 0 5 0 0,0 0 0 0 0,0 0 0 0 0,0-1 0 0 0,0 1-1 0 0,-1-1 1 0 0,1-1 0 0 0,-1 1 0 0 0,1-1 0 0 0,-1 0 0 0 0,0 0-1 0 0,0-1 1 0 0,0 0 0 0 0,7-7 0 0 0,-5 3-2 0 0,-1 0 1 0 0,0-1-1 0 0,0 0 0 0 0,-1 0 1 0 0,-1 0-1 0 0,1-1 0 0 0,-1 0 1 0 0,-1 0-1 0 0,0 0 0 0 0,2-12 1 0 0,2-16-6 0 0,2-53 1 0 0,-8 72-22 0 0,0 11 8 0 0,0-11-32 0 0,0 0 0 0 0,2 0 0 0 0,0 0 0 0 0,1 0 0 0 0,7-18 0 0 0,-9 32 14 0 0,0 0 1 0 0,1 0-1 0 0,-1 1 1 0 0,1-1-1 0 0,0 1 1 0 0,0-1-1 0 0,1 1 1 0 0,-1 0-1 0 0,1 1 1 0 0,0-1-1 0 0,0 1 1 0 0,0-1-1 0 0,0 1 1 0 0,1 0-1 0 0,-1 1 1 0 0,1-1-1 0 0,0 1 1 0 0,0 0 0 0 0,-1 0-1 0 0,2 0 1 0 0,-1 1-1 0 0,0-1 1 0 0,6 1-1 0 0,0 0 4 0 0,-1 0-1 0 0,1 1 1 0 0,0 1-1 0 0,-1 0 1 0 0,1 0-1 0 0,-1 1 0 0 0,1 0 1 0 0,-1 1-1 0 0,0 0 1 0 0,0 1-1 0 0,0 0 1 0 0,-1 0-1 0 0,1 1 1 0 0,10 7-1 0 0,-4-1 7 0 0,-1 0 0 0 0,0 1-1 0 0,-1 0 1 0 0,0 1 0 0 0,-1 1 0 0 0,0 0-1 0 0,12 18 1 0 0,-17-21-4 0 0,-1 1 1 0 0,0 1-1 0 0,0-1 0 0 0,-1 1 1 0 0,-1 0-1 0 0,0 1 1 0 0,5 20-1 0 0,-9-29 2 0 0,0 0-1 0 0,-1-1 1 0 0,1 1 0 0 0,-1 0 0 0 0,0 0 0 0 0,0-1-1 0 0,-1 1 1 0 0,1 0 0 0 0,-1-1 0 0 0,0 1 0 0 0,0 0-1 0 0,-1-1 1 0 0,1 1 0 0 0,-1-1 0 0 0,0 0 0 0 0,0 0-1 0 0,-1 0 1 0 0,1 0 0 0 0,-1 0 0 0 0,0 0-1 0 0,0 0 1 0 0,0-1 0 0 0,0 1 0 0 0,-1-1 0 0 0,-5 4-1 0 0,8-6 8 0 0,1-1-1 0 0,-1 1 0 0 0,0-1 1 0 0,0 1-1 0 0,1-1 0 0 0,-1 1 1 0 0,0-1-1 0 0,0 0 0 0 0,1 1 1 0 0,-1-1-1 0 0,0 0 0 0 0,0 1 1 0 0,0-1-1 0 0,0 0 0 0 0,1 0 1 0 0,-1 0-1 0 0,0 0 0 0 0,0 0 1 0 0,-2 0-1 0 0,3 0 0 0 0,-1-1 1 0 0,1 1-1 0 0,0 0 1 0 0,-1-1-1 0 0,1 1 1 0 0,-1-1-1 0 0,1 1 1 0 0,0 0-1 0 0,-1-1 1 0 0,1 1-1 0 0,0-1 1 0 0,0 1-1 0 0,-1-1 1 0 0,1 1-1 0 0,0-1 1 0 0,0 1-1 0 0,0-1 1 0 0,0 1-1 0 0,-1-1 0 0 0,1 1 1 0 0,0-1-1 0 0,0 0 1 0 0,0-3 11 0 0,0 1 1 0 0,0-1-1 0 0,1 1 1 0 0,-1-1-1 0 0,1 1 0 0 0,0 0 1 0 0,1-5-1 0 0,7-10-11 0 0,0 0 1 0 0,2 0-1 0 0,0 1 0 0 0,1 0 1 0 0,1 1-1 0 0,0 1 0 0 0,1 0 0 0 0,1 0 1 0 0,0 2-1 0 0,1 0 0 0 0,0 1 1 0 0,1 0-1 0 0,26-13 0 0 0,-36 22-12 0 0,0-1 0 0 0,0 2 1 0 0,1-1-1 0 0,-1 1 0 0 0,0 0 0 0 0,1 1 0 0 0,0-1 0 0 0,-1 1 0 0 0,1 1 0 0 0,-1 0 1 0 0,1 0-1 0 0,0 0 0 0 0,-1 1 0 0 0,11 2 0 0 0,-11-1 9 0 0,-1 0 1 0 0,0 1-1 0 0,0-1 0 0 0,0 1 0 0 0,-1 0 1 0 0,1 0-1 0 0,0 1 0 0 0,-1 0 1 0 0,0 0-1 0 0,0 0 0 0 0,0 1 0 0 0,-1-1 1 0 0,1 1-1 0 0,-1 0 0 0 0,0 1 1 0 0,-1-1-1 0 0,4 7 0 0 0,1 4-186 0 0,-1 0 0 0 0,0 0 0 0 0,-1 1 0 0 0,-1 0 0 0 0,0 0 0 0 0,1 19 0 0 0,-1 11-3480 0 0,-5 1-3847 0 0,-1-26-554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6:59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6369 0 0,'0'0'12873'0'0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00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34 1508 0 0,'-4'-30'10731'0'0,"4"30"-10692"0"0,0 0 0 0 0,0-1 0 0 0,0 1 0 0 0,0 0 0 0 0,0 0 0 0 0,1 0 0 0 0,-1 0 0 0 0,0-1 0 0 0,0 1 1 0 0,0 0-1 0 0,0 0 0 0 0,0 0 0 0 0,0 0 0 0 0,0 0 0 0 0,0-1 0 0 0,0 1 0 0 0,0 0 0 0 0,1 0 0 0 0,-1 0 0 0 0,0 0 1 0 0,0 0-1 0 0,0 0 0 0 0,0 0 0 0 0,0 0 0 0 0,1 0 0 0 0,-1 0 0 0 0,0-1 0 0 0,0 1 0 0 0,0 0 0 0 0,0 0 0 0 0,0 0 0 0 0,1 0 1 0 0,-1 0-1 0 0,0 0 0 0 0,0 0 0 0 0,0 0 0 0 0,0 0 0 0 0,1 0 0 0 0,-1 0 0 0 0,0 0 0 0 0,0 0 0 0 0,0 0 0 0 0,0 1 0 0 0,1-1 1 0 0,-1 0-1 0 0,0 0 0 0 0,14 12-372 0 0,-9-5 470 0 0,0 0 0 0 0,0 1 0 0 0,-1-1-1 0 0,0 1 1 0 0,0 0 0 0 0,-1 0 0 0 0,0 0-1 0 0,-1 0 1 0 0,1 0 0 0 0,-2 1 0 0 0,1-1-1 0 0,-1 1 1 0 0,0-1 0 0 0,-1 13 0 0 0,-2 14 446 0 0,0-1 1 0 0,-10 41-1 0 0,9-55-532 0 0,-47 241 591 0 0,49-259-634 0 0,1 0 1 0 0,0-1-1 0 0,0 1 1 0 0,0 0-1 0 0,0-1 1 0 0,0 1-1 0 0,0 0 1 0 0,0 0-1 0 0,0-1 1 0 0,1 1 0 0 0,-1 0-1 0 0,1-1 1 0 0,-1 1-1 0 0,1-1 1 0 0,0 1-1 0 0,0-1 1 0 0,0 1-1 0 0,0-1 1 0 0,0 1-1 0 0,0-1 1 0 0,0 0-1 0 0,2 3 1 0 0,-1-3-3 0 0,0 0-1 0 0,0 0 1 0 0,0 0 0 0 0,0 0 0 0 0,0 0 0 0 0,0 0-1 0 0,0 0 1 0 0,0-1 0 0 0,0 1 0 0 0,1-1-1 0 0,-1 0 1 0 0,0 1 0 0 0,0-1 0 0 0,1 0-1 0 0,-1 0 1 0 0,0 0 0 0 0,4-1 0 0 0,12-3 6 0 0,-1-1 1 0 0,0 0-1 0 0,1-2 1 0 0,-2 1-1 0 0,1-2 1 0 0,-1 0-1 0 0,-1-1 1 0 0,1-1-1 0 0,-1 0 1 0 0,-1-1-1 0 0,0-1 1 0 0,-1 0-1 0 0,0-1 1 0 0,14-18-1 0 0,-14 16 196 0 0,-1-1 1 0 0,-1 0-1 0 0,0-1 1 0 0,-1 0-1 0 0,-1-1 1 0 0,0 0-1 0 0,-2 0 1 0 0,0-1-1 0 0,-1 0 0 0 0,4-21 1 0 0,-7 13 577 0 0,-2 19-608 0 0,0-1 1 0 0,0 0-1 0 0,1 0 0 0 0,4-12 0 0 0,-12 38-160 0 0,1 0-1 0 0,1 1 0 0 0,0 0 0 0 0,1-1 0 0 0,0 35 0 0 0,0-18-12 0 0,0-6-3 0 0,-11 189 69 0 0,16-197-66 0 0,-3-19-1 0 0,1 0-1 0 0,0 0 1 0 0,0 1-1 0 0,1-1 1 0 0,-1 0-1 0 0,0 0 1 0 0,0 0-1 0 0,0 0 0 0 0,1 0 1 0 0,-1 0-1 0 0,0 1 1 0 0,1-1-1 0 0,-1 0 1 0 0,1 0-1 0 0,0 0 1 0 0,-1 0-1 0 0,1-1 0 0 0,0 1 1 0 0,-1 0-1 0 0,1 0 1 0 0,0 0-1 0 0,0 0 1 0 0,0-1-1 0 0,0 1 1 0 0,0 0-1 0 0,2 0 0 0 0,-1 0-37 0 0,0 0-1 0 0,0-1 0 0 0,1 1 1 0 0,-1-1-1 0 0,0 0 0 0 0,1 0 1 0 0,-1 0-1 0 0,0 0 0 0 0,5-1 0 0 0,25-3-2263 0 0,53-17 0 0 0,-67 15-1212 0 0,0 0 0 0 0,23-13 0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00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31 2392 0 0,'0'0'2023'0'0,"-24"-11"7947"0"0,6 0-3987 0 0,29 9-6086 0 0,34-1 273 0 0,2-1-1992 0 0,-17 6-3424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01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0 1552 0 0,'-83'49'13487'0'0,"81"-47"-12825"0"0,2-2-647 0 0,0 0 0 0 0,0 0 0 0 0,0 0-1 0 0,-1 0 1 0 0,1 0 0 0 0,0 1 0 0 0,0-1 0 0 0,0 0 0 0 0,0 0 0 0 0,0 0-1 0 0,0 0 1 0 0,-1 1 0 0 0,1-1 0 0 0,0 0 0 0 0,0 0 0 0 0,0 0 0 0 0,0 1 0 0 0,0-1-1 0 0,0 0 1 0 0,0 0 0 0 0,0 0 0 0 0,0 1 0 0 0,0-1 0 0 0,0 0 0 0 0,0 0 0 0 0,0 0-1 0 0,0 1 1 0 0,0-1 0 0 0,0 0 0 0 0,0 0 0 0 0,0 0 0 0 0,0 1 0 0 0,1-1-1 0 0,-1 0 1 0 0,0 0 0 0 0,0 0 0 0 0,0 0 0 0 0,0 1 0 0 0,0-1 0 0 0,0 0 0 0 0,1 0-1 0 0,-1 0 1 0 0,0 0 0 0 0,0 0 0 0 0,0 0 0 0 0,0 1 0 0 0,1-1 0 0 0,-1 0 0 0 0,0 0-1 0 0,0 0 1 0 0,1 0 0 0 0,190 3-251 0 0,-72-3-3247 0 0,-66 1-647 0 0,0 0-2091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02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15 848 0 0,'0'0'3827'0'0,"-25"7"2774"0"0,18-3-5775 0 0,15-3 818 0 0,17-1-863 0 0,233-23-537 0 0,-170 20-189 0 0,-85 3-51 0 0,-1 1-6 0 0,6 1 5 0 0,-6-2-7 0 0,5 5-294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1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52 540 0 0,'48'-52'15600'0'0,"-61"74"-15056"0"0,0-1 1 0 0,-31 35-1 0 0,-1 2-276 0 0,-44 85-1943 0 0,39-44-6304 0 0,37-70 1996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9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518 143 2012 0 0,'15'-24'2834'0'0,"-1"1"866"0"0,0 0 0 0 0,11-30 0 0 0,-24 52-3640 0 0,-1 1-1 0 0,0-1 0 0 0,1 1 1 0 0,-1-1-1 0 0,0 0 1 0 0,0 1-1 0 0,0-1 0 0 0,1 0 1 0 0,-1 1-1 0 0,0-1 1 0 0,0 0-1 0 0,0 1 0 0 0,0-1 1 0 0,0 0-1 0 0,0 0 1 0 0,0 1-1 0 0,-1-1 0 0 0,1 0 1 0 0,0 1-1 0 0,0-1 1 0 0,0 1-1 0 0,-1-1 0 0 0,1 0 1 0 0,-1 0-1 0 0,1 1-31 0 0,-1-1 0 0 0,0 1 1 0 0,1 0-1 0 0,-1-1 0 0 0,0 1 0 0 0,1 0 0 0 0,-1 0 0 0 0,0 0 0 0 0,1-1 0 0 0,-1 1 1 0 0,0 0-1 0 0,1 0 0 0 0,-1 0 0 0 0,0 0 0 0 0,0 0 0 0 0,1 0 0 0 0,-1 1 0 0 0,-1-1 1 0 0,-3 1-1 0 0,0 1 0 0 0,0 0 0 0 0,0 0 0 0 0,1 0 0 0 0,-6 3 0 0 0,-16 12 77 0 0,0 2 0 0 0,-39 37 0 0 0,-41 52 242 0 0,88-89-233 0 0,13-13-79 0 0,-147 165 903 0 0,129-141-799 0 0,0 0 1 0 0,3 2 0 0 0,0 0-1 0 0,-15 36 1 0 0,32-61-106 0 0,0 1 1 0 0,0-1-1 0 0,0 1 0 0 0,1 0 1 0 0,1 0-1 0 0,-1 0 0 0 0,1 0 0 0 0,0 0 1 0 0,1 13-1 0 0,1-17-21 0 0,-1 0-1 0 0,1 0 1 0 0,0 0-1 0 0,1 0 1 0 0,-1-1 0 0 0,1 1-1 0 0,-1 0 1 0 0,1-1-1 0 0,0 1 1 0 0,1-1 0 0 0,-1 0-1 0 0,0 1 1 0 0,1-1-1 0 0,0 0 1 0 0,0-1 0 0 0,0 1-1 0 0,0 0 1 0 0,0-1-1 0 0,0 0 1 0 0,1 0 0 0 0,3 2-1 0 0,6 2-44 0 0,-1 0-1 0 0,1-2 1 0 0,0 1-1 0 0,1-2 1 0 0,-1 0-1 0 0,1 0 1 0 0,0-1-1 0 0,-1-1 1 0 0,1 0-1 0 0,21-2 1 0 0,-11-1-770 0 0,0-1 1 0 0,0-1-1 0 0,0 0 1 0 0,0-2-1 0 0,27-11 1 0 0,-37 11-1173 0 0,0 0 1 0 0,0-1-1 0 0,24-17 1 0 0,-16 7-3764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9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76 388 0 0,'-65'-4'13338'0'0,"82"2"-11999"0"0,43-4-1447 0 0,-27 3 458 0 0,28-3-297 0 0,131-16-2287 0 0,-65 0-4324 0 0,-85 11 2394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20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9 355 92 0 0,'0'-3'2836'0'0,"-3"-18"2176"0"0,-2-15 6850 0 0,6 38-11641 0 0,0 0-1 0 0,1-1 0 0 0,-1 1 0 0 0,0 0 0 0 0,0 0 0 0 0,0 0 0 0 0,0 0 0 0 0,0 0 0 0 0,0 3 0 0 0,0-3 20 0 0,80 185 4084 0 0,-35-87-3469 0 0,122 259 2967 0 0,-168-357-3566 0 0,0-1-204 0 0,1-1 1 0 0,-1 1 0 0 0,0 0-1 0 0,0-1 1 0 0,0 1-1 0 0,1-1 1 0 0,-1 1 0 0 0,0 0-1 0 0,1-1 1 0 0,-1 1-1 0 0,0-1 1 0 0,1 1 0 0 0,-1-1-1 0 0,1 1 1 0 0,-1-1-1 0 0,1 0 1 0 0,-1 1 0 0 0,1-1-1 0 0,-1 1 1 0 0,1-1-1 0 0,0 1 1 0 0,0-1-50 0 0,-1 0-1 0 0,0 1 1 0 0,1-1-1 0 0,-1 0 1 0 0,0 1-1 0 0,1-1 1 0 0,-1 0-1 0 0,1 1 1 0 0,-1-1 0 0 0,1 0-1 0 0,-1 0 1 0 0,1 1-1 0 0,-1-1 1 0 0,0 0-1 0 0,1 0 1 0 0,-1 0-1 0 0,1 0 1 0 0,0 0 0 0 0,-1 0-1 0 0,1 0 1 0 0,-1 0-1 0 0,1 0 1 0 0,-1 0-1 0 0,1 0 1 0 0,-1 0 0 0 0,1 0-1 0 0,-1 0 1 0 0,1 0-1 0 0,-1 0 1 0 0,1 0-1 0 0,-1-1 1 0 0,1 1-1 0 0,-1 0 1 0 0,0 0 0 0 0,1-1-1 0 0,-1 1 1 0 0,1 0-1 0 0,-1-1 1 0 0,0 1-1 0 0,1-1 1 0 0,-1 1-1 0 0,1-1 1 0 0,4-4-3 0 0,0 0 0 0 0,0 0 0 0 0,0-1 0 0 0,-1 0 0 0 0,0 0 0 0 0,0 0 0 0 0,0 0 0 0 0,-1-1 0 0 0,5-12 0 0 0,1 0 0 0 0,158-345 0 0 0,29-59 0 0 0,-150 323-8177 0 0,-75 117-4103 0 0,6-1 2374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23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48 1564 0 0,'-54'-42'8280'0'0,"53"41"-8018"0"0,-4-1 0 0 0,3 0-187 0 0,4 2 391 0 0,4 2-448 0 0,0 0 0 0 0,-1 0 0 0 0,1 1 1 0 0,0 0-1 0 0,-1 0 0 0 0,1 1 0 0 0,-1-1 0 0 0,0 1 0 0 0,0 0 1 0 0,-1 1-1 0 0,1-1 0 0 0,-1 1 0 0 0,0 0 0 0 0,0 0 0 0 0,-1 0 1 0 0,7 11-1 0 0,-4-5 19 0 0,-1 0 0 0 0,0 0 0 0 0,0 1 0 0 0,-1 0 1 0 0,0 0-1 0 0,-1 0 0 0 0,3 23 0 0 0,-6-21-7 0 0,0 0 1 0 0,-1 0-1 0 0,-1 0 0 0 0,0 0 0 0 0,-1 0 1 0 0,0 0-1 0 0,-1-1 0 0 0,0 1 0 0 0,-10 18 1 0 0,5-14 31 0 0,0 0 0 0 0,-2-1 0 0 0,0 0 0 0 0,-1-1 0 0 0,-27 29 0 0 0,30-36 184 0 0,-1-1-1 0 0,0 0 0 0 0,-1-1 1 0 0,0 0-1 0 0,0-1 0 0 0,0 0 0 0 0,-13 4 1 0 0,23-10-226 0 0,0 1 1 0 0,0-1 0 0 0,0 0 0 0 0,0 1 0 0 0,0-1-1 0 0,0 0 1 0 0,0 0 0 0 0,1 1 0 0 0,-1-1 0 0 0,0 0 0 0 0,0 0-1 0 0,0 0 1 0 0,0 0 0 0 0,0 0 0 0 0,0 0 0 0 0,0-1-1 0 0,0 1 1 0 0,0 0 0 0 0,0 0 0 0 0,0-1 0 0 0,0 1-1 0 0,0 0 1 0 0,1-1 0 0 0,-1 1 0 0 0,0-1 0 0 0,-1 0-1 0 0,1 0-7 0 0,1-1 0 0 0,-1 1-1 0 0,1 0 1 0 0,-1 0 0 0 0,1-1-1 0 0,0 1 1 0 0,0 0 0 0 0,-1 0-1 0 0,1-1 1 0 0,0 1 0 0 0,0 0-1 0 0,0-1 1 0 0,0 1 0 0 0,1 0-1 0 0,-1 0 1 0 0,1-3 0 0 0,1-4 0 0 0,0-1 1 0 0,1 1-1 0 0,1-1 0 0 0,4-8 1 0 0,15-21-6 0 0,1 2 0 0 0,2 0 0 0 0,1 2 0 0 0,47-45 0 0 0,-51 56-9 0 0,-1 3-12 0 0,24-32 1 0 0,-45 50 0 0 0,-5 8-56 0 0,0-1 60 0 0,0 1 0 0 0,0 0 1 0 0,1 0-1 0 0,0 0 0 0 0,0 0 0 0 0,0 1 1 0 0,1-1-1 0 0,0 1 0 0 0,-2 10 0 0 0,1 1 13 0 0,1 0 0 0 0,-1 33-1 0 0,3-46-1 0 0,0 0 0 0 0,0 0 0 0 0,0 0 0 0 0,1 0 0 0 0,0 0 0 0 0,0 0-1 0 0,0 0 1 0 0,1-1 0 0 0,0 1 0 0 0,0 0 0 0 0,0-1 0 0 0,0 1 0 0 0,5 5 0 0 0,-4-6-3 0 0,0-1 1 0 0,0 0 0 0 0,1 0-1 0 0,-1 0 1 0 0,1-1 0 0 0,0 1-1 0 0,0-1 1 0 0,0 0 0 0 0,0 0 0 0 0,0 0-1 0 0,1-1 1 0 0,-1 1 0 0 0,0-1-1 0 0,1 0 1 0 0,4 1 0 0 0,14 1-579 0 0,0-1 0 0 0,0-1 0 0 0,0-1 1 0 0,32-4-1 0 0,41-13-5432 0 0,-65 9 2394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27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7 980 0 0,'2'-7'19678'0'0,"-4"9"-19414"0"0,0-1 0 0 0,0 0 0 0 0,1 1 0 0 0,-1-1 0 0 0,1 1-1 0 0,-1-1 1 0 0,1 1 0 0 0,0-1 0 0 0,-1 1 0 0 0,1 0 0 0 0,0 0 0 0 0,0 0 0 0 0,0 0 0 0 0,1 0 0 0 0,-1 0 0 0 0,0 0 0 0 0,1 0 0 0 0,-1 3 0 0 0,-11 53-927 0 0,8-32 823 0 0,-30 113-2521 0 0,-7 34-2738 0 0,17-57-2879 0 0,16-71 650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29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76 268 0 0,'-18'-16'10353'0'0,"12"10"-8926"0"0,1 3-1078 0 0,2 1 144 0 0,-1 0 0 0 0,1 0 0 0 0,-1 0 0 0 0,0 0 0 0 0,1 1 0 0 0,-6-2 0 0 0,8 2-362 0 0,17 3-79 0 0,7 1-18 0 0,0-2 1 0 0,0-1 0 0 0,31-4-1 0 0,75-16 35 0 0,-62 8-42 0 0,-35 7-1671 0 0,-30 4 684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29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51 452 0 0,'-37'-43'11906'0'0,"37"43"-11781"0"0,0-1 0 0 0,0 1 0 0 0,-1-1-1 0 0,1 1 1 0 0,-1-1 0 0 0,1 1 0 0 0,0-1 0 0 0,-1 1 0 0 0,1 0 0 0 0,-1-1 0 0 0,1 1 0 0 0,-1 0 0 0 0,1-1-1 0 0,-1 1 1 0 0,0 0 0 0 0,1 0 0 0 0,-1-1 0 0 0,1 1 0 0 0,-1 0 0 0 0,0 0 0 0 0,-1 1 34 0 0,0 1-1 0 0,0 0 1 0 0,1 0 0 0 0,-1 0 0 0 0,1 0 0 0 0,-1 0 0 0 0,1 0 0 0 0,-1 0 0 0 0,1 0 0 0 0,0 0 0 0 0,0 1-1 0 0,0-1 1 0 0,1 1 0 0 0,-2 4 0 0 0,-7 45 845 0 0,5-26-650 0 0,-44 272 541 0 0,46-287-1113 0 0,-1 30-2147 0 0,2-36 1221 0 0,1 0 1 0 0,0 0-1 0 0,1 1 1 0 0,-1-1-1 0 0,2 5 1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30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65 1588 0 0,'42'-65'12615'0'0,"-35"77"-10706"0"0,-7-8-1751 0 0,2 20 543 0 0,1 1 0 0 0,1 0 0 0 0,13 45 1 0 0,-15-63-676 0 0,1-1 1 0 0,-1 0-1 0 0,1 0 1 0 0,0-1 0 0 0,0 1-1 0 0,1 0 1 0 0,0-1 0 0 0,0 0-1 0 0,0 0 1 0 0,0 0-1 0 0,1-1 1 0 0,0 1 0 0 0,0-1-1 0 0,0 0 1 0 0,1-1 0 0 0,-1 1-1 0 0,1-1 1 0 0,0 0 0 0 0,-1 0-1 0 0,12 3 1 0 0,-10-4-10 0 0,0-1 0 0 0,-1 1 0 0 0,1-1 0 0 0,0 0 0 0 0,0-1 0 0 0,0 0 0 0 0,0 0 0 0 0,0 0 0 0 0,0-1 0 0 0,0 0 0 0 0,-1-1 0 0 0,1 1 1 0 0,10-5-1 0 0,-11 3-14 0 0,-1 1 1 0 0,0-1 0 0 0,0-1 0 0 0,0 1 0 0 0,0-1 0 0 0,0 0-1 0 0,-1 0 1 0 0,0 0 0 0 0,0-1 0 0 0,0 1 0 0 0,0-1-1 0 0,-1 0 1 0 0,1 0 0 0 0,-2-1 0 0 0,5-8 0 0 0,1-3-18 0 0,-2 0 0 0 0,0-1 1 0 0,-1 0-1 0 0,4-26 0 0 0,-8 41-24 0 0,-3 6-43 0 0,-8 15 117 0 0,1 1 0 0 0,1 0 1 0 0,-8 28-1 0 0,-14 66 507 0 0,13-45-302 0 0,-22 87 200 0 0,-85 272 248 0 0,58-272 2500 0 0,66-153-3115 0 0,-1 0 0 0 0,1-1 0 0 0,-1 1 1 0 0,0-1-1 0 0,0 1 0 0 0,0-1 0 0 0,0 1 1 0 0,0-1-1 0 0,0 0 0 0 0,0 1 0 0 0,-1-1 1 0 0,1 0-1 0 0,0 0 0 0 0,-1 0 0 0 0,1 0 1 0 0,-1 0-1 0 0,1 0 0 0 0,-1 0 1 0 0,1 0-1 0 0,-1-1 0 0 0,0 1 0 0 0,1-1 1 0 0,-1 1-1 0 0,0-1 0 0 0,1 1 0 0 0,-1-1 1 0 0,0 0-1 0 0,0 0 0 0 0,1 0 0 0 0,-1 0 1 0 0,-2-1-1 0 0,2 0-54 0 0,1 0 1 0 0,-1 0-1 0 0,1 0 0 0 0,-1 0 1 0 0,1 0-1 0 0,-1-1 0 0 0,1 1 1 0 0,0-1-1 0 0,0 1 0 0 0,0-1 1 0 0,0 1-1 0 0,0-1 1 0 0,0 0-1 0 0,0 1 0 0 0,0-1 1 0 0,0 0-1 0 0,1 0 0 0 0,-1-2 1 0 0,-8-33 79 0 0,8 20-75 0 0,0 0 0 0 0,0 0-1 0 0,2 0 1 0 0,0 0 0 0 0,1 1-1 0 0,1-1 1 0 0,0 0 0 0 0,1 1 0 0 0,1 0-1 0 0,11-25 1 0 0,-5 17-300 0 0,1 1-1 0 0,1-1 1 0 0,1 2 0 0 0,1 0-1 0 0,1 1 1 0 0,19-20 0 0 0,-27 33-356 0 0,0 0 1 0 0,1 1 0 0 0,0 1 0 0 0,0-1-1 0 0,0 1 1 0 0,13-5 0 0 0,20-8-3918 0 0,3 3-4004 0 0,-26 9 2266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30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33 2060 0 0,'21'-33'19506'0'0,"-21"48"-18832"0"0,0 0 0 0 0,-1 0 0 0 0,-1 0 0 0 0,-1 0 0 0 0,0 0 0 0 0,-9 26-1 0 0,0 7-173 0 0,-27 88 175 0 0,14-53-2347 0 0,16-57-184 0 0,-1 5-2056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37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67 208 0 0,'-41'-10'6274'0'0,"39"9"-5469"0"0,0 0-84 0 0,-7-2-60 0 0,7 2-72 0 0,-12-15 1730 0 0,14 15-2282 0 0,0 0 1 0 0,0-1-1 0 0,0 1 0 0 0,0 0 1 0 0,0-1-1 0 0,1 1 0 0 0,-1 0 1 0 0,0-1-1 0 0,1 1 0 0 0,-1 0 0 0 0,1 0 1 0 0,0-1-1 0 0,-1 1 0 0 0,1 0 1 0 0,0 0-1 0 0,0 0 0 0 0,0 0 1 0 0,0 0-1 0 0,-1 0 0 0 0,1 0 0 0 0,2-1 1 0 0,-1 1-13 0 0,0 0-1 0 0,0 0 1 0 0,1 0 0 0 0,-1 0 0 0 0,0 0-1 0 0,0 1 1 0 0,1-1 0 0 0,-1 1 0 0 0,1-1-1 0 0,-1 1 1 0 0,4 0 0 0 0,0 0-16 0 0,0 1-1 0 0,-1-1 1 0 0,1 1 0 0 0,0 0 0 0 0,-1 1 0 0 0,1 0 0 0 0,-1-1-1 0 0,1 2 1 0 0,-1-1 0 0 0,6 4 0 0 0,-5-2-2 0 0,0 0 1 0 0,-1 1-1 0 0,1 0 0 0 0,-1 0 1 0 0,0 0-1 0 0,-1 0 0 0 0,1 1 1 0 0,-1 0-1 0 0,0 0 0 0 0,0 0 1 0 0,-1 0-1 0 0,4 10 0 0 0,-4-6 8 0 0,0 0-1 0 0,-1 0 1 0 0,0 0 0 0 0,0 0-1 0 0,-1 0 1 0 0,0 1 0 0 0,-2 18-1 0 0,-1-7 27 0 0,-2 0 0 0 0,0-1 0 0 0,-1 0-1 0 0,-2 1 1 0 0,0-2 0 0 0,-1 1 0 0 0,-14 26 0 0 0,13-29-37 0 0,5-10 224 0 0,0 0-1 0 0,0 0 0 0 0,-1-1 0 0 0,-8 11 0 0 0,12-17-75 0 0,2-7-136 0 0,-1 0 1 0 0,1 0 0 0 0,0 0 0 0 0,1 1-1 0 0,-1-1 1 0 0,1 0 0 0 0,0 1-1 0 0,1-1 1 0 0,-1 1 0 0 0,1 0 0 0 0,6-9-1 0 0,7-7-15 0 0,23-26 1 0 0,-23 29 6 0 0,60-67 6 0 0,48-59 54 0 0,-123 143-67 0 0,0 0 0 0 0,-1 0-1 0 0,1 0 1 0 0,-1 0 0 0 0,1 0 0 0 0,-1 0 0 0 0,0 0-1 0 0,1 0 1 0 0,-1 0 0 0 0,0 0 0 0 0,0 0-1 0 0,0-1 1 0 0,0 1 0 0 0,0 0 0 0 0,0 0 0 0 0,0 0-1 0 0,0 0 1 0 0,0 0 0 0 0,-1 0 0 0 0,0-2 0 0 0,1 2-4 0 0,0 1 1 0 0,0-1 0 0 0,-1 1 0 0 0,1-1 0 0 0,-1 1 0 0 0,1 0 0 0 0,0-1 0 0 0,-1 1-1 0 0,1 0 1 0 0,-1-1 0 0 0,1 1 0 0 0,-1 0 0 0 0,1-1 0 0 0,-1 1 0 0 0,1 0-1 0 0,-1 0 1 0 0,1 0 0 0 0,-1-1 0 0 0,1 1 0 0 0,-1 0 0 0 0,1 0 0 0 0,-1 0 0 0 0,0 0-1 0 0,1 0 1 0 0,-1 0 0 0 0,1 0 0 0 0,-1 0 0 0 0,1 0 0 0 0,-1 1 0 0 0,1-1 0 0 0,-1 0-1 0 0,1 0 1 0 0,-1 0 0 0 0,1 1 0 0 0,-1-1 0 0 0,1 0 0 0 0,-1 0 0 0 0,1 1 0 0 0,-1-1-1 0 0,1 0 1 0 0,-1 1 0 0 0,1-1 0 0 0,0 1 0 0 0,-1-1 0 0 0,0 1 0 0 0,-7 7-11 0 0,-1 1 0 0 0,1-1 0 0 0,0 1 0 0 0,1 1 0 0 0,0-1 0 0 0,0 1 0 0 0,1 1 0 0 0,-7 15 0 0 0,3-4 14 0 0,1 1-1 0 0,2 0 0 0 0,-7 31 0 0 0,12-47 3 0 0,1-1-1 0 0,0 1 1 0 0,1 0 0 0 0,0 0-1 0 0,0 0 1 0 0,0 0-1 0 0,1-1 1 0 0,0 1-1 0 0,0 0 1 0 0,2 7 0 0 0,-1-10 1 0 0,-1 0 0 0 0,1-1 0 0 0,0 1 1 0 0,0 0-1 0 0,0-1 0 0 0,1 1 1 0 0,-1-1-1 0 0,1 0 0 0 0,-1 1 0 0 0,1-1 1 0 0,0-1-1 0 0,1 1 0 0 0,-1 0 1 0 0,0-1-1 0 0,1 1 0 0 0,-1-1 0 0 0,7 3 1 0 0,4 0-103 0 0,-1-1 0 0 0,1 0 1 0 0,-1-1-1 0 0,1 0 1 0 0,0-1-1 0 0,0 0 0 0 0,18-1 1 0 0,-10-2-3598 0 0,43-5 1 0 0,-45 2-557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38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19 2216 0 0,'-7'-8'6514'0'0,"-3"1"-3068"0"0,10 7-3372 0 0,0 0 1 0 0,0-1 0 0 0,0 1 0 0 0,1 0-1 0 0,-1 0 1 0 0,0 0 0 0 0,0-1 0 0 0,1 1-1 0 0,-1 0 1 0 0,0 0 0 0 0,0 0 0 0 0,1 0 0 0 0,-1-1-1 0 0,0 1 1 0 0,1 0 0 0 0,-1 0 0 0 0,0 0-1 0 0,1 0 1 0 0,-1 0 0 0 0,0 0 0 0 0,1 0-1 0 0,-1 0 1 0 0,0 0 0 0 0,1 0 0 0 0,-1 0-1 0 0,0 0 1 0 0,1 0 0 0 0,-1 0 0 0 0,0 0-1 0 0,1 0 1 0 0,-1 1 0 0 0,3-1-66 0 0,-1 1-1 0 0,0-1 1 0 0,0 1 0 0 0,0 0 0 0 0,0-1-1 0 0,0 1 1 0 0,0 0 0 0 0,0 0-1 0 0,0 1 1 0 0,0-1 0 0 0,0 0 0 0 0,0 1-1 0 0,-1-1 1 0 0,1 1 0 0 0,1 1-1 0 0,19 27 58 0 0,-20-24-10 0 0,0 0 1 0 0,0 1-1 0 0,0-1 1 0 0,-1 1 0 0 0,0-1-1 0 0,-1 1 1 0 0,1 0-1 0 0,-1-1 1 0 0,0 1 0 0 0,-1 0-1 0 0,0-1 1 0 0,0 1-1 0 0,0-1 1 0 0,-1 1-1 0 0,0-1 1 0 0,0 0 0 0 0,0 0-1 0 0,-4 7 1 0 0,-3 6 289 0 0,-1-1 1 0 0,-1 0-1 0 0,-1 0 0 0 0,-18 22 1 0 0,-116 115 2246 0 0,142-151-2525 0 0,1-2-23 0 0,-11 13 206 0 0,13-9-128 0 0,11-7-41 0 0,136-38-13 0 0,-51 13-2194 0 0,0 1-4525 0 0,-71 20 2694 0 0,0-2-1720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38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56 268 0 0,'-27'-10'7982'0'0,"-9"-5"-2585"0"0,34 14-4944 0 0,-7-2 1666 0 0,71 5-1406 0 0,114-8 0 0 0,-96 0-1828 0 0,-41 0-1907 0 0,-16-4-3343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38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28 1840 0 0,'-2'-1'2401'0'0,"-35"-25"9583"0"0,35 26-11903 0 0,0 0-1 0 0,1 1 1 0 0,-1-1-1 0 0,1 1 0 0 0,-1 0 1 0 0,1-1-1 0 0,-1 1 1 0 0,1 0-1 0 0,-1 0 0 0 0,1 0 1 0 0,0 0-1 0 0,-1 0 1 0 0,1 0-1 0 0,0 1 0 0 0,0-1 1 0 0,0 0-1 0 0,0 0 1 0 0,0 1-1 0 0,0-1 0 0 0,0 1 1 0 0,0-1-1 0 0,1 1 1 0 0,-2 2-1 0 0,-14 48 387 0 0,11-35-286 0 0,1-4-195 0 0,-43 151 848 0 0,38-126-1526 0 0,2 1 0 0 0,-3 52 1 0 0,10-87 261 0 0,0 0 0 0 0,0 1 0 0 0,1-1 1 0 0,0 0-1 0 0,-1 0 0 0 0,3 5 0 0 0,8 11-5828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39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67 2964 0 0,'23'-67'11992'0'0,"-23"70"-11645"0"0,-3 48 943 0 0,1-25-845 0 0,3 49 0 0 0,-1-69-408 0 0,1 1-1 0 0,0-1 1 0 0,0 0 0 0 0,0 1 0 0 0,1-1 0 0 0,0 0 0 0 0,1 0-1 0 0,-1 0 1 0 0,1 0 0 0 0,0-1 0 0 0,1 1 0 0 0,6 8 0 0 0,-7-11-22 0 0,0-1-1 0 0,0 1 1 0 0,0-1 0 0 0,1 0 0 0 0,-1 0 0 0 0,1 0 0 0 0,-1 0 0 0 0,1-1 0 0 0,0 1 0 0 0,-1-1 0 0 0,1 0 0 0 0,0 0-1 0 0,0 0 1 0 0,0-1 0 0 0,0 1 0 0 0,0-1 0 0 0,0 0 0 0 0,0 0 0 0 0,0 0 0 0 0,0-1 0 0 0,0 0 0 0 0,0 1 0 0 0,0-1 0 0 0,4-2-1 0 0,2 0-4 0 0,1-1-1 0 0,-1-1 0 0 0,0 1 0 0 0,0-1 0 0 0,0-1 0 0 0,-1 0 0 0 0,12-10 0 0 0,-10 7-9 0 0,-2-1-1 0 0,1 0 1 0 0,-1-1 0 0 0,-1 0 0 0 0,8-13-1 0 0,30-60 143 0 0,-40 71-69 0 0,-5 12-30 0 0,-2 9 45 0 0,0 1 0 0 0,-1-1-1 0 0,-5 16 1 0 0,0 2 241 0 0,-37 219 1448 0 0,-3 6-991 0 0,32-183-27 0 0,-41 107 0 0 0,48-154-421 0 0,-1-1-1 0 0,-1-1 1 0 0,-15 23 0 0 0,22-37-231 0 0,-1 0 0 0 0,0 0 0 0 0,0 0 1 0 0,0 0-1 0 0,0-1 0 0 0,-1 1 0 0 0,0-1 1 0 0,1 0-1 0 0,-2-1 0 0 0,1 1 0 0 0,0-1 1 0 0,-1 0-1 0 0,0 0 0 0 0,1-1 0 0 0,-11 3 0 0 0,12-4-72 0 0,1-1 0 0 0,-1 0 0 0 0,0 0-1 0 0,1 0 1 0 0,-1-1 0 0 0,0 1 0 0 0,1-1 0 0 0,-1 0-1 0 0,1 0 1 0 0,-1 0 0 0 0,1 0 0 0 0,-1-1-1 0 0,1 1 1 0 0,0-1 0 0 0,0 0 0 0 0,0 0-1 0 0,0 0 1 0 0,0 0 0 0 0,0-1 0 0 0,0 1-1 0 0,1-1 1 0 0,-1 0 0 0 0,-2-4 0 0 0,0 0-35 0 0,0 0 1 0 0,0 0-1 0 0,1 0 1 0 0,0-1 0 0 0,1 0-1 0 0,0 0 1 0 0,0 0-1 0 0,0 0 1 0 0,-1-8 0 0 0,3 6-21 0 0,0 0 1 0 0,0 0 0 0 0,1 0 0 0 0,0 1 0 0 0,0-1 0 0 0,1 0 0 0 0,1 0 0 0 0,0 1 0 0 0,0-1 0 0 0,1 1 0 0 0,4-11 0 0 0,-2 8-18 0 0,1 0 0 0 0,1 1 0 0 0,0 0 0 0 0,0 0 0 0 0,1 0-1 0 0,1 1 1 0 0,14-14 0 0 0,-6 9-1103 0 0,0 0 0 0 0,2 1 0 0 0,33-19 0 0 0,-23 18-5368 0 0,56-22-1 0 0,-64 28-315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39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32 1508 0 0,'6'-29'17649'0'0,"4"27"-19280"0"0,-6 2 1721 0 0,1 0-1 0 0,-1 0 1 0 0,0 0-1 0 0,1 1 1 0 0,-1 0 0 0 0,0 0-1 0 0,0 0 1 0 0,1 0-1 0 0,-1 1 1 0 0,0-1-1 0 0,0 1 1 0 0,5 3-1 0 0,-7-3-42 0 0,0 0 0 0 0,0 0 0 0 0,-1 0-1 0 0,1 0 1 0 0,-1 0 0 0 0,1 0-1 0 0,-1 0 1 0 0,0 0 0 0 0,1 1 0 0 0,-1-1-1 0 0,0 0 1 0 0,-1 1 0 0 0,1-1 0 0 0,0 1-1 0 0,-1-1 1 0 0,1 1 0 0 0,-1-1-1 0 0,0 1 1 0 0,0 0 0 0 0,0-1 0 0 0,0 1-1 0 0,0-1 1 0 0,-1 4 0 0 0,-1 5 94 0 0,-1 0 0 0 0,0 0 0 0 0,0-1 1 0 0,-1 1-1 0 0,-1-1 0 0 0,0 0 0 0 0,0 0 1 0 0,-1-1-1 0 0,-10 15 0 0 0,-8 5 319 0 0,-39 39 0 0 0,2-5-68 0 0,60-62-371 0 0,1-1-20 0 0,0 1 0 0 0,0-1 1 0 0,0 1-1 0 0,0-1 0 0 0,0 0 0 0 0,1 1 1 0 0,-1-1-1 0 0,0 0 0 0 0,0 1 0 0 0,0-1 1 0 0,1 0-1 0 0,-1 1 0 0 0,0-1 0 0 0,0 0 1 0 0,1 0-1 0 0,-1 1 0 0 0,0-1 0 0 0,1 0 1 0 0,-1 0-1 0 0,0 1 0 0 0,1-1 0 0 0,-1 0 1 0 0,0 0-1 0 0,1 0 0 0 0,-1 0 1 0 0,0 0-1 0 0,1 1 0 0 0,-1-1 0 0 0,1 0 1 0 0,-1 0-1 0 0,0 0 0 0 0,1 0 0 0 0,-1 0 1 0 0,0 0-1 0 0,1 0 0 0 0,-1 0 0 0 0,1 0 1 0 0,-1 0-1 0 0,0-1 0 0 0,1 1 0 0 0,-1 0 1 0 0,0 0-1 0 0,1-1 0 0 0,23-6-24 0 0,-19 5 13 0 0,89-32-1025 0 0,94-35-3520 0 0,-63 20-3555 0 0,-72 27 1635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39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74 1956 0 0,'-98'-15'14010'0'0,"94"14"-13216"0"0,-1 0 1243 0 0,13-1-1180 0 0,27-2-270 0 0,47-4-458 0 0,-35 4-202 0 0,107-9-663 0 0,-54-4-5640 0 0,-83 13 2048 0 0,-1-1-2125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39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25 2092 0 0,'-2'-2'2613'0'0,"-5"-3"178"0"0,1 1-36 0 0,-1 0 1 0 0,-13-5 893 0 0,17 48 108 0 0,6 39-2171 0 0,-12 147 1 0 0,7-215-2170 0 0,1-1 0 0 0,1 1-1 0 0,0-1 1 0 0,0 1 0 0 0,1-1-1 0 0,3 16 1 0 0,2-15-2740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40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61 3028 0 0,'-6'-14'7053'0'0,"2"-5"-1197"0"0,0 7-2735 0 0,4 11-3085 0 0,1 0-1 0 0,-1 0 0 0 0,0 0 0 0 0,1 0 0 0 0,-1 1 0 0 0,1-1 0 0 0,-1 0 0 0 0,1 0 1 0 0,0 1-1 0 0,-1-1 0 0 0,1 0 0 0 0,-1 1 0 0 0,1-1 0 0 0,0 1 0 0 0,0-1 1 0 0,-1 1-1 0 0,1-1 0 0 0,0 1 0 0 0,0-1 0 0 0,0 1 0 0 0,0 0 0 0 0,0-1 0 0 0,-1 1 1 0 0,1 0-1 0 0,0 0 0 0 0,0 0 0 0 0,0 0 0 0 0,0-1 0 0 0,0 1 0 0 0,2 1 1 0 0,40-2 104 0 0,-29 2-50 0 0,180 2 151 0 0,-193-3-240 0 0,1 0 0 0 0,-1 0 0 0 0,1 0 0 0 0,-1 0 0 0 0,1 0-1 0 0,0 0 1 0 0,-1 0 0 0 0,1 1 0 0 0,-1-1 0 0 0,1 1 0 0 0,-1-1 0 0 0,0 1 0 0 0,1-1 0 0 0,-1 1 0 0 0,1 0 0 0 0,-1 0 0 0 0,0 0 0 0 0,0 0 0 0 0,1 0 0 0 0,0 1 0 0 0,-1-1 1 0 0,-1 0 0 0 0,1 1-1 0 0,-1-1 1 0 0,0 0-1 0 0,1 0 1 0 0,-1 0 0 0 0,0 1-1 0 0,0-1 1 0 0,0 0-1 0 0,1 1 1 0 0,-1-1 0 0 0,-1 0-1 0 0,1 0 1 0 0,0 1 0 0 0,0-1-1 0 0,0 0 1 0 0,-1 0-1 0 0,0 3 1 0 0,-2 3 5 0 0,0-1-1 0 0,0 1 1 0 0,-1-1 0 0 0,0 0-1 0 0,0 0 1 0 0,-9 9 0 0 0,-242 217 977 0 0,130-125 352 0 0,124-106-1344 0 0,-1 1 75 0 0,-1 0 1 0 0,1 0 0 0 0,-1 1-1 0 0,1-1 1 0 0,0 1-1 0 0,0 0 1 0 0,-2 4 0 0 0,4-7-45 0 0,-1 1 0 0 0,1-1 0 0 0,0 1 1 0 0,0-1-1 0 0,0 1 0 0 0,0 0 1 0 0,0-1-1 0 0,0 1 0 0 0,0-1 0 0 0,0 1 1 0 0,0-1-1 0 0,0 1 0 0 0,0-1 1 0 0,0 1-1 0 0,0-1 0 0 0,0 1 0 0 0,0-1 1 0 0,0 1-1 0 0,1 0 0 0 0,-1-1 0 0 0,0 1 1 0 0,1 0-1 0 0,0 0 15 0 0,0 0 0 0 0,0 0 0 0 0,0-1-1 0 0,0 1 1 0 0,1 0 0 0 0,-1 0 0 0 0,0 0 0 0 0,0-1 0 0 0,1 1-1 0 0,-1-1 1 0 0,0 1 0 0 0,4 0 0 0 0,8 2 53 0 0,1-1 1 0 0,0 0-1 0 0,0-1 1 0 0,0 0 0 0 0,17-2-1 0 0,76-11-74 0 0,-50 4-888 0 0,-21 4-1040 0 0,17-2-2899 0 0,1 1-3926 0 0,-30 3 2305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40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18 1724 0 0,'-4'-1'2550'0'0,"-47"-10"8518"0"0,28 6-6464 0 0,36 4-4145 0 0,24 3-251 0 0,-32-2-193 0 0,0 1-1 0 0,-1 0 0 0 0,1 1 0 0 0,-1-1 1 0 0,1 1-1 0 0,-1 0 0 0 0,1 0 0 0 0,-1 0 1 0 0,0 1-1 0 0,0-1 0 0 0,4 5 1 0 0,-6-6-7 0 0,0 1 1 0 0,-1 0-1 0 0,1 0 0 0 0,0 0 1 0 0,-1 1-1 0 0,1-1 1 0 0,-1 0-1 0 0,0 1 1 0 0,0-1-1 0 0,0 0 1 0 0,0 1-1 0 0,0-1 1 0 0,-1 1-1 0 0,1 0 1 0 0,-1-1-1 0 0,1 1 1 0 0,-1-1-1 0 0,0 1 1 0 0,0 0-1 0 0,0-1 1 0 0,0 1-1 0 0,-1 0 0 0 0,0 2 1 0 0,-2 7 19 0 0,-1-1 0 0 0,0 0 0 0 0,-1 0 0 0 0,0 0 0 0 0,-1 0 0 0 0,0-1 0 0 0,0 0 0 0 0,-14 16 1 0 0,-9 6 357 0 0,-33 30 0 0 0,55-55-276 0 0,-111 99 2004 0 0,117-105-2033 0 0,5 1 132 0 0,-4-1-210 0 0,0-1 0 0 0,0 0-1 0 0,0 0 1 0 0,0 1-1 0 0,1-1 1 0 0,-1 0-1 0 0,0 0 1 0 0,0 0-1 0 0,0 0 1 0 0,1 1-1 0 0,-1-1 1 0 0,0 0-1 0 0,0 0 1 0 0,1 0 0 0 0,-1 0-1 0 0,0 0 1 0 0,0 0-1 0 0,1 1 1 0 0,-1-1-1 0 0,0 0 1 0 0,1 0-1 0 0,-1 0 1 0 0,0 0-1 0 0,0 0 1 0 0,1 0-1 0 0,-1 0 1 0 0,0 0 0 0 0,1 0-1 0 0,-1 0 1 0 0,0-1-1 0 0,0 1 1 0 0,1 0-1 0 0,-1 0 1 0 0,1 0-1 0 0,87-18-1060 0 0,165-56 0 0 0,-129 34-3627 0 0,-21 5-3317 0 0,-52 15 589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41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95 1908 0 0,'-111'-31'16393'0'0,"111"31"-16330"0"0,-1 0 1 0 0,1 0-1 0 0,-1 0 0 0 0,1 0 1 0 0,-1 0-1 0 0,1 0 0 0 0,-1 0 1 0 0,1 0-1 0 0,-1 0 0 0 0,1-1 1 0 0,-1 1-1 0 0,1 0 0 0 0,-1 0 0 0 0,1-1 1 0 0,-1 1-1 0 0,1 0 0 0 0,0-1 1 0 0,-1 1-1 0 0,1 0 0 0 0,-1-1 1 0 0,1 1-1 0 0,0-1 0 0 0,-1 1 1 0 0,1 0-1 0 0,-1-2 0 0 0,11-5 486 0 0,25-3-460 0 0,-33 10-17 0 0,186-30 338 0 0,-61 20-6005 0 0,-126 10 5263 0 0,10 0-1212 0 0,17 0-9648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41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6 2096 0 0,'-146'62'17969'0'0,"197"-60"-17160"0"0,188-33-3899 0 0,-79 3-5715 0 0,-101 18 2230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41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365 183 2156 0 0,'-42'-26'9437'0'0,"5"2"-2422"0"0,34 25-6844 0 0,1-1 0 0 0,-1 1-1 0 0,1-1 1 0 0,-1 1 0 0 0,1 0-1 0 0,0 0 1 0 0,0 0 0 0 0,-1 0-1 0 0,1 0 1 0 0,0 0 0 0 0,0 1-1 0 0,0-1 1 0 0,0 1 0 0 0,0 0-1 0 0,-2 2 1 0 0,-27 34 1204 0 0,22-26-1069 0 0,8-11-279 0 0,-101 137 1822 0 0,81-105-1637 0 0,0 1-1 0 0,-20 49 1 0 0,37-75-179 0 0,1 0 0 0 0,0 0 0 0 0,1 0 0 0 0,0 0 0 0 0,0 0 0 0 0,1 1-1 0 0,0-1 1 0 0,0 13 0 0 0,1-18-15 0 0,1 0 0 0 0,-1 0 0 0 0,1 1-1 0 0,-1-1 1 0 0,1 0 0 0 0,0 0-1 0 0,0 0 1 0 0,1 0 0 0 0,-1 0 0 0 0,1 0-1 0 0,-1 0 1 0 0,1 0 0 0 0,0 0 0 0 0,0-1-1 0 0,0 1 1 0 0,1-1 0 0 0,-1 1 0 0 0,0-1-1 0 0,1 0 1 0 0,0 0 0 0 0,-1 0 0 0 0,1 0-1 0 0,6 2 1 0 0,1 0 6 0 0,1 0-1 0 0,0 0 0 0 0,0-2 1 0 0,0 1-1 0 0,1-1 1 0 0,-1-1-1 0 0,1 0 1 0 0,-1-1-1 0 0,21-1 0 0 0,-6-2 15 0 0,1-1 1 0 0,-1-2-1 0 0,27-8 0 0 0,-21 3 40 0 0,0-1-1 0 0,0-2 1 0 0,-1-1 0 0 0,-1-1 0 0 0,-1-2-1 0 0,47-36 1 0 0,-53 35 30 0 0,-2-1 1 0 0,0 0-1 0 0,-1-2 0 0 0,-1 0 0 0 0,-1-1 1 0 0,-1-1-1 0 0,-1 0 0 0 0,15-34 1 0 0,-27 51-85 0 0,-1 1 1 0 0,-1 0-1 0 0,1-1 1 0 0,-1 0-1 0 0,0 0 1 0 0,-1 0-1 0 0,0 0 1 0 0,0 0-1 0 0,0 0 1 0 0,-1 0-1 0 0,0 0 1 0 0,0 0-1 0 0,-1 0 1 0 0,0 0-1 0 0,0 0 1 0 0,0 0-1 0 0,-1 0 1 0 0,0 1-1 0 0,-1-1 1 0 0,0 1-1 0 0,0-1 1 0 0,0 1-1 0 0,0 0 1 0 0,-1 0-1 0 0,0 0 1 0 0,-1 0-1 0 0,1 1 1 0 0,-1 0-1 0 0,0 0 1 0 0,0 0-1 0 0,0 1 1 0 0,-1-1-1 0 0,0 1 1 0 0,0 0-1 0 0,0 1 1 0 0,-8-4-1 0 0,-3 0-166 0 0,-1 0 0 0 0,1 1 0 0 0,-2 1 0 0 0,1 1-1 0 0,0 0 1 0 0,-1 2 0 0 0,0 0 0 0 0,0 1 0 0 0,1 1 0 0 0,-1 0-1 0 0,0 2 1 0 0,-20 3 0 0 0,-24 8-3059 0 0,-1 3 0 0 0,-68 28 0 0 0,68-22-1426 0 0,-37 10-5956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46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5 108 0 0,'-40'-2'2193'0'0,"24"0"-1235"0"0,-1 2-1 0 0,-17 0 0 0 0,31 1-777 0 0,0-1-30 0 0,-13 0 144 0 0,-32 4 0 0 0,45-3-243 0 0,6 10 28 0 0,8-6-452 0 0,0 0 1 0 0,-1 0 0 0 0,2-2 0 0 0,-1 1-1 0 0,0-1 1 0 0,16 2 0 0 0,1-3-839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2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1 305 1028 0 0,'10'-18'4609'0'0,"21"-29"1"0"0,1 2-414 0 0,-31 43-3919 0 0,1 0-89 0 0,0 1 0 0 0,0-1 0 0 0,0 0 0 0 0,-1 0 0 0 0,1 0 0 0 0,0 0 0 0 0,-1-1 0 0 0,2-2 0 0 0,1 0 330 0 0,-3 4-258 0 0,-1 0-255 0 0,0 1 0 0 0,1 0 0 0 0,-1-1 0 0 0,0 1 0 0 0,1 0 0 0 0,-1 0 0 0 0,0-1 0 0 0,1 1-1 0 0,-1 0 1 0 0,0 0 0 0 0,1 0 0 0 0,-1-1 0 0 0,0 1 0 0 0,1 0 0 0 0,-1 0 0 0 0,1 0 0 0 0,-1 0 0 0 0,0 0 0 0 0,1 0-1 0 0,-1 0 1 0 0,1 0 0 0 0,17 19 317 0 0,-1 1 0 0 0,0 1 0 0 0,-2 1 0 0 0,0 0 0 0 0,-2 1 0 0 0,21 48 0 0 0,28 106 1161 0 0,-39-104-1186 0 0,-22-71-278 0 0,0 0 1 0 0,0 0-1 0 0,-1 1 1 0 0,1-1-1 0 0,0 0 0 0 0,1 0 1 0 0,-1 0-1 0 0,0 0 0 0 0,0-1 1 0 0,1 1-1 0 0,0 0 1 0 0,-1 0-1 0 0,1-1 0 0 0,0 1 1 0 0,-1-1-1 0 0,1 0 1 0 0,0 1-1 0 0,0-1 0 0 0,4 1 1 0 0,-3-1-6 0 0,-1 0 0 0 0,1-1 0 0 0,0 1 0 0 0,0-1 1 0 0,0 0-1 0 0,0 0 0 0 0,0 0 0 0 0,0 0 0 0 0,0-1 0 0 0,0 1 1 0 0,0-1-1 0 0,0 0 0 0 0,3-1 0 0 0,6-3 10 0 0,0-1 0 0 0,-1 0 0 0 0,1 0 0 0 0,-2-1 1 0 0,18-14-1 0 0,-4 0-8 0 0,-1-1 0 0 0,-1 0 0 0 0,-1-2 1 0 0,-1-1-1 0 0,24-37 0 0 0,-32 41-7 0 0,0 1 1 0 0,-2-2-1 0 0,0 1 1 0 0,-1-1 0 0 0,-2-1-1 0 0,0 1 1 0 0,7-47-1 0 0,-13 56-12 0 0,0 0 0 0 0,-1-1 0 0 0,0 1 0 0 0,-1 0 0 0 0,-5-24-1 0 0,4 31 0 0 0,0-1 0 0 0,0 1 0 0 0,0-1 0 0 0,0 1 0 0 0,-1 0 0 0 0,0 0 0 0 0,-1 0 0 0 0,1 1-1 0 0,-1-1 1 0 0,0 1 0 0 0,-1 0 0 0 0,-9-9 0 0 0,13 13 3 0 0,-1 0 0 0 0,1 0 0 0 0,0 0 0 0 0,-1 0 1 0 0,1 1-1 0 0,-1-1 0 0 0,0 0 0 0 0,1 1 0 0 0,-1 0 0 0 0,1-1 0 0 0,-1 1 0 0 0,0 0 0 0 0,1 0 0 0 0,-1 0 1 0 0,0 0-1 0 0,0 0 0 0 0,1 0 0 0 0,-1 0 0 0 0,0 0 0 0 0,1 1 0 0 0,-1-1 0 0 0,1 1 0 0 0,-1-1 0 0 0,1 1 1 0 0,-1 0-1 0 0,1 0 0 0 0,-1-1 0 0 0,1 1 0 0 0,-1 0 0 0 0,-1 2 0 0 0,0 0 0 0 0,-1 0 1 0 0,1 0-1 0 0,0 0 0 0 0,0 0 0 0 0,0 1 1 0 0,1-1-1 0 0,-1 1 0 0 0,1 0 0 0 0,-4 7 1 0 0,5-8 1 0 0,0 1 0 0 0,0-1 1 0 0,0 1-1 0 0,0-1 0 0 0,0 1 1 0 0,1-1-1 0 0,-1 1 1 0 0,1 0-1 0 0,0-1 0 0 0,0 1 1 0 0,1 0-1 0 0,-1-1 0 0 0,1 1 1 0 0,-1-1-1 0 0,1 1 0 0 0,0-1 1 0 0,1 1-1 0 0,-1-1 1 0 0,1 0-1 0 0,-1 1 0 0 0,1-1 1 0 0,3 5-1 0 0,-1-4 3 0 0,1 0 1 0 0,-1 1-1 0 0,0-1 1 0 0,1-1-1 0 0,0 1 1 0 0,0-1-1 0 0,0 0 1 0 0,1 0-1 0 0,-1 0 1 0 0,1-1-1 0 0,-1 0 1 0 0,1 0-1 0 0,6 2 1 0 0,12 1-16 0 0,1-1 0 0 0,0-1 1 0 0,34 0-1 0 0,75-8-656 0 0,-51 0-2220 0 0,0 5-3303 0 0,-70 1 2145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3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11 244 0 0,'0'0'616'0'0,"-14"-3"-96"0"0,2-4-1108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3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26 1072 0 0,'-15'-18'8219'0'0,"4"10"-5539"0"0,42 14-1769 0 0,69 9 3 0 0,-59-10-1609 0 0,51 12 0 0 0,-87-16-10 0 0,7 3-111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4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0 20 0 0,'-7'3'1235'0'0,"-15"6"2172"0"0,0 1-1 0 0,-22 14 1 0 0,5-2 1417 0 0,37-21-4286 0 0,3 0-490 0 0,-1-1 0 0 0,1 1 1 0 0,-1-1-1 0 0,1 1 0 0 0,0 0 1 0 0,-1-1-1 0 0,1 0 0 0 0,0 1 0 0 0,-1-1 1 0 0,1 1-1 0 0,0-1 0 0 0,0 0 0 0 0,-1 0 1 0 0,1 1-1 0 0,0-1 0 0 0,0 0 1 0 0,-1 0-1 0 0,1 0 0 0 0,0 0 0 0 0,0 0 1 0 0,0 0-1 0 0,-1 0 0 0 0,2 0 0 0 0,21 0 176 0 0,-22 0-207 0 0,236-13 382 0 0,-79 0-4091 0 0,-71 1-2904 0 0,-46 5 653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45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13 224 0 0,'0'0'1264'0'0,"-12"-4"-1068"0"0,4-4-1200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46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0 760 0 0,'-22'15'3058'0'0,"-10"4"-1739"0"0,31-19-1240 0 0,-23-8-2509 0 0,5 1 2048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47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17 684 0 0,'0'0'2150'0'0,"4"4"-1612"0"0,-4-4-519 0 0,0 0 0 0 0,0 0-1 0 0,0 0 1 0 0,0 0-1 0 0,-1 0 1 0 0,1 0-1 0 0,0 0 1 0 0,0 0 0 0 0,0 0-1 0 0,0 0 1 0 0,0 0-1 0 0,0 0 1 0 0,0 0 0 0 0,0 0-1 0 0,0 0 1 0 0,0 0-1 0 0,0 0 1 0 0,0 0 0 0 0,0 0-1 0 0,0 0 1 0 0,-1 0-1 0 0,1 0 1 0 0,0 1-1 0 0,0-1 1 0 0,0 0 0 0 0,0 0-1 0 0,0 0 1 0 0,0 0-1 0 0,0 0 1 0 0,0 0 0 0 0,0 0-1 0 0,0 0 1 0 0,0 0-1 0 0,0 0 1 0 0,0 0-1 0 0,0 0 1 0 0,0 1 0 0 0,0-1-1 0 0,0 0 1 0 0,0 0-1 0 0,0 0 1 0 0,0 0 0 0 0,0 0-1 0 0,0 0 1 0 0,0 0-1 0 0,0 0 1 0 0,0 0-1 0 0,0 0 1 0 0,0 0 0 0 0,0 0-1 0 0,1 1 1 0 0,-1-1-1 0 0,0 0 1 0 0,0 0 0 0 0,0 0-1 0 0,0 0 1 0 0,0 0-1 0 0,0 0 1 0 0,0 0-1 0 0,0 0 1 0 0,0 0 0 0 0,0 0-1 0 0,0 0 1 0 0,0 0-1 0 0,-35-1-745 0 0,0-2 1 0 0,-53-12-1 0 0,61 10-69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48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95 908 0 0,'0'0'940'0'0,"-25"-20"2479"0"0,15 7-3272 0 0,9 12-145 0 0,-7-5 22 0 0,-6-3-525 0 0,-1 1 0 0 0,0 1 0 0 0,0 0 1 0 0,0 2-1 0 0,-1-1 0 0 0,-20-3 0 0 0,24 6-145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49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2 764 0 0,'0'0'1248'0'0,"-12"-1"-396"0"0,24 4-1072 0 0,-1 1-1204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52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6 1564 0 0,'-8'2'1131'0'0,"-22"5"6586"0"0,-51 20 1926 0 0,105-28-9428 0 0,1-2 0 0 0,-1 0 0 0 0,30-10 0 0 0,39-5-3221 0 0,-81 17 2049 0 0,12-1-2727 0 0,-6 2-2297 0 0,-7 2 1098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52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 1436 0 0,'-18'8'2318'0'0,"-9"4"1853"0"0,0 2-1 0 0,-28 17 0 0 0,55-31-4132 0 0,0 0-1 0 0,-1 0 1 0 0,1 1-1 0 0,0-1 1 0 0,0 0-1 0 0,-1 0 1 0 0,1 0-1 0 0,0 0 1 0 0,0 0-1 0 0,0 1 1 0 0,-1-1-1 0 0,1 0 1 0 0,0 0-1 0 0,0 0 1 0 0,0 0-1 0 0,-1 1 1 0 0,1-1-1 0 0,0 0 1 0 0,0 0-1 0 0,0 1 1 0 0,0-1-1 0 0,0 0 1 0 0,-1 0-1 0 0,1 1 1 0 0,0-1-1 0 0,0 0 1 0 0,0 0-1 0 0,0 1 1 0 0,0-1-1 0 0,0 0 1 0 0,0 1-1 0 0,0-1 1 0 0,0 0-1 0 0,0 0 1 0 0,0 1-1 0 0,0-1 1 0 0,0 0-1 0 0,0 0 1 0 0,1 1-1 0 0,-1-1 1 0 0,0 0-1 0 0,0 1 1 0 0,0-1-1 0 0,0 0 1 0 0,0 0-1 0 0,0 0 1 0 0,1 1-1 0 0,-1-1 1 0 0,0 0-1 0 0,0 0 1 0 0,0 0-1 0 0,1 1 1 0 0,11 4 420 0 0,-11-5-449 0 0,15 3 91 0 0,1-1 1 0 0,-1-1 0 0 0,1-1 0 0 0,-1 0-1 0 0,24-3 1 0 0,-7 0-567 0 0,103-7-3384 0 0,-46 1-1919 0 0,-23 1-1066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4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650 114 1608 0 0,'-7'-34'5731'0'0,"-13"-43"-1"0"0,19 75-5162 0 0,-2 4 116 0 0,-5 3-376 0 0,1 1 0 0 0,0 0 1 0 0,0 0-1 0 0,0 1 1 0 0,1 0-1 0 0,0 0 0 0 0,-6 9 1 0 0,-37 63 1060 0 0,40-63-1115 0 0,-162 320 2906 0 0,26 11-1360 0 0,141-337-1766 0 0,-118 351 770 0 0,104-291-680 0 0,4 1-1 0 0,2 0 0 0 0,-2 93 0 0 0,14-125-60 0 0,1 1 1 0 0,2 0-1 0 0,13 64 0 0 0,-11-81-215 0 0,2 0 0 0 0,0 0 1 0 0,2-1-1 0 0,0 0 0 0 0,1 0 1 0 0,2-1-1 0 0,16 25 1 0 0,-21-38-250 0 0,0 1 0 0 0,0-1 1 0 0,1 0-1 0 0,0-1 1 0 0,0 0-1 0 0,1 0 0 0 0,0-1 1 0 0,0 0-1 0 0,0 0 1 0 0,1-1-1 0 0,0 0 1 0 0,12 4-1 0 0,-12-6-783 0 0,0-1-1 0 0,0 1 1 0 0,0-1-1 0 0,1-1 1 0 0,-1 0 0 0 0,1-1-1 0 0,19-1 1 0 0,12-5-5471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5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46 225 992 0 0,'-11'-18'2799'0'0,"5"9"-1526"0"0,0-1 0 0 0,1 1 0 0 0,1-1 0 0 0,-6-15 0 0 0,9 23-1186 0 0,1 0 1 0 0,-1 0 0 0 0,1 0 0 0 0,-1 1-1 0 0,1-1 1 0 0,0 0 0 0 0,0 0 0 0 0,0 0-1 0 0,0 0 1 0 0,0 0 0 0 0,1 1 0 0 0,-1-1-1 0 0,0 0 1 0 0,1 0 0 0 0,-1 0 0 0 0,1 1-1 0 0,0-1 1 0 0,-1 0 0 0 0,1 0-1 0 0,0 1 1 0 0,0-1 0 0 0,0 1 0 0 0,1-1-1 0 0,-1 1 1 0 0,0-1 0 0 0,0 1 0 0 0,1 0-1 0 0,-1 0 1 0 0,1 0 0 0 0,-1-1 0 0 0,1 1-1 0 0,1 0 1 0 0,6-3-9 0 0,1 0-1 0 0,-1 1 1 0 0,1 0-1 0 0,0 0 0 0 0,-1 1 1 0 0,1 1-1 0 0,0 0 1 0 0,0 0-1 0 0,0 1 1 0 0,0 0-1 0 0,20 3 1 0 0,-15-1-50 0 0,0 1 1 0 0,0 1-1 0 0,-1 0 1 0 0,0 1 0 0 0,1 0-1 0 0,-2 1 1 0 0,18 11-1 0 0,-27-15 7 0 0,0 1-1 0 0,0-1 0 0 0,0 1 1 0 0,-1 0-1 0 0,1 1 0 0 0,-1-1 1 0 0,0 0-1 0 0,0 1 0 0 0,0 0 1 0 0,0 0-1 0 0,-1 0 1 0 0,0 0-1 0 0,0 0 0 0 0,0 0 1 0 0,0 0-1 0 0,0 1 0 0 0,-1-1 1 0 0,0 1-1 0 0,1 8 0 0 0,-1-7 56 0 0,-1 0-1 0 0,-1 0 0 0 0,1 1 0 0 0,-1-1 0 0 0,0 0 0 0 0,-1 0 1 0 0,1 0-1 0 0,-1 0 0 0 0,0-1 0 0 0,-1 1 0 0 0,1 0 0 0 0,-1-1 0 0 0,0 1 1 0 0,-7 7-1 0 0,-2 2 241 0 0,0 0 0 0 0,-29 26 0 0 0,33-34-206 0 0,-1 0-1 0 0,1-1 0 0 0,-1 0 0 0 0,-1 0 1 0 0,1-1-1 0 0,-18 7 0 0 0,25-12-101 0 0,1 1 0 0 0,-1 0-1 0 0,1-1 1 0 0,-1 0 0 0 0,1 1-1 0 0,-1-1 1 0 0,1 0 0 0 0,-1 0 0 0 0,1 0-1 0 0,-1 0 1 0 0,1 0 0 0 0,-1 0-1 0 0,-2-1 1 0 0,4 1-19 0 0,0 0 0 0 0,-1-1 0 0 0,1 1 0 0 0,-1 0 0 0 0,1 0 0 0 0,0-1 0 0 0,-1 1 0 0 0,1 0 0 0 0,0-1 0 0 0,-1 1 0 0 0,1 0 0 0 0,0-1 0 0 0,0 1 0 0 0,-1-1 0 0 0,1 1 0 0 0,0 0 0 0 0,0-1 0 0 0,0 1 0 0 0,0-1 0 0 0,-1 1 0 0 0,1-1 0 0 0,0 1 0 0 0,0-1 0 0 0,0 1 0 0 0,0 0 0 0 0,0-1 0 0 0,0 0 0 0 0,1-3-1 0 0,0 1 0 0 0,0 0 0 0 0,0 0 0 0 0,0 0 0 0 0,0 0 0 0 0,0 0 1 0 0,1 0-1 0 0,0 0 0 0 0,-1 1 0 0 0,4-4 0 0 0,34-39-11 0 0,2 1 1 0 0,64-51-1 0 0,10-10-1 0 0,-103 93 8 0 0,-5 5 1 0 0,1-1 0 0 0,-1 0-1 0 0,11-15 1 0 0,-16 21-6 0 0,-2 1 6 0 0,1 1-1 0 0,-1-1 1 0 0,0 0-1 0 0,1 1 1 0 0,-1-1-1 0 0,0 0 1 0 0,0 1-1 0 0,1-1 1 0 0,-1 0-1 0 0,0 1 1 0 0,0-1-1 0 0,0 0 1 0 0,0 1-1 0 0,0-1 1 0 0,0 0-1 0 0,0 0 1 0 0,0 1-1 0 0,0-1 0 0 0,0 0 1 0 0,-1 1-1 0 0,1-1 1 0 0,0 0-1 0 0,0 1 1 0 0,-1-1-1 0 0,1 0 1 0 0,0 1-1 0 0,-2-2 1 0 0,1 2-1 0 0,0 0 1 0 0,0 0 0 0 0,0 0 0 0 0,-1 0-1 0 0,1 0 1 0 0,0 0 0 0 0,0 0-1 0 0,-1 0 1 0 0,1 1 0 0 0,0-1 0 0 0,-2 1-1 0 0,-3 1 0 0 0,1 1-1 0 0,0-1 1 0 0,0 1-1 0 0,0 0 0 0 0,1 0 1 0 0,-1 0-1 0 0,1 0 1 0 0,-7 7-1 0 0,-32 38-9 0 0,28-30 16 0 0,3-5 1 0 0,1 0-1 0 0,1 1 0 0 0,0 1 0 0 0,1-1 0 0 0,0 1 1 0 0,-7 19-1 0 0,15-30 3 0 0,-1 1-1 0 0,0 0 1 0 0,1 0 0 0 0,0 0-1 0 0,0 0 1 0 0,0 0 0 0 0,1 0-1 0 0,-1 0 1 0 0,1 0 0 0 0,1 0-1 0 0,-1 0 1 0 0,1 0 0 0 0,-1 0-1 0 0,2 0 1 0 0,-1 0 0 0 0,0 0-1 0 0,1 0 1 0 0,0 0 0 0 0,0-1-1 0 0,0 1 1 0 0,1-1 0 0 0,0 0-1 0 0,-1 1 1 0 0,2-1 0 0 0,3 4-1 0 0,-1-2 17 0 0,1 0 0 0 0,1 0 0 0 0,-1-1 0 0 0,1 0 0 0 0,0 0 0 0 0,0-1-1 0 0,1 0 1 0 0,-1 0 0 0 0,1-1 0 0 0,0 0 0 0 0,16 2 0 0 0,9 1 90 0 0,61 2 1 0 0,-68-6-45 0 0,-19-2-290 0 0,-1 0 0 0 0,1-1 0 0 0,0 1 0 0 0,12-4 0 0 0,-18 4-629 0 0,3-5-1301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5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2056 0 0,'15'-17'11864'0'0,"-8"11"-10263"0"0,1 4-1387 0 0,1 0 0 0 0,-1 1 0 0 0,1 0 0 0 0,-1 0 0 0 0,1 1 0 0 0,0 1 0 0 0,-1-1 0 0 0,1 1 0 0 0,-1 0 0 0 0,1 1 0 0 0,-1 0 0 0 0,1 1 0 0 0,13 5 0 0 0,-17-5-129 0 0,0-1-1 0 0,0 1 1 0 0,0 0-1 0 0,0 1 1 0 0,0-1-1 0 0,0 1 1 0 0,-1 0-1 0 0,0 0 0 0 0,6 7 1 0 0,-8-8 34 0 0,1 0-1 0 0,-1 1 1 0 0,-1-1 0 0 0,1 0 0 0 0,0 1-1 0 0,-1 0 1 0 0,0-1 0 0 0,0 1 0 0 0,0 0-1 0 0,0-1 1 0 0,-1 1 0 0 0,1 0 0 0 0,-1 0-1 0 0,0-1 1 0 0,-1 8 0 0 0,0-1 78 0 0,-2 0 1 0 0,1 0-1 0 0,-1 0 1 0 0,0-1-1 0 0,-1 1 0 0 0,-1-1 1 0 0,-9 17-1 0 0,-48 60 657 0 0,29-43-576 0 0,26-34-242 0 0,5-8-31 0 0,1 0-1 0 0,0 0 0 0 0,-1 1 1 0 0,1-1-1 0 0,0 1 1 0 0,0-1-1 0 0,0 1 0 0 0,0-1 1 0 0,0 1-1 0 0,0-1 0 0 0,1 1 1 0 0,-1 0-1 0 0,0 0 1 0 0,1-1-1 0 0,0 1 0 0 0,-1 0 1 0 0,1 0-1 0 0,0-1 0 0 0,0 4 1 0 0,1-4-8 0 0,0 0 0 0 0,0-1 1 0 0,0 1-1 0 0,0-1 0 0 0,0 0 1 0 0,1 1-1 0 0,-1-1 0 0 0,0 0 0 0 0,0 0 1 0 0,0 0-1 0 0,1 1 0 0 0,-1-1 1 0 0,0 0-1 0 0,0-1 0 0 0,0 1 0 0 0,2 0 1 0 0,18-2-92 0 0,-21 2 87 0 0,57-6-2744 0 0,85-19-1 0 0,-15-12-6764 0 0,-91 24 2989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5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43 2048 0 0,'1'-3'2404'0'0,"12"-36"14107"0"0,-25 68-15499 0 0,-1 0 1 0 0,-2 0 0 0 0,-24 35 0 0 0,19-33-879 0 0,2 2 0 0 0,-19 41 0 0 0,29-55-308 0 0,-10 29-695 0 0,17-45 533 0 0,1 0-1 0 0,-1 0 1 0 0,0 0-1 0 0,1 0 1 0 0,0 0 0 0 0,0 1-1 0 0,0-1 1 0 0,0 0-1 0 0,0 0 1 0 0,1 0-1 0 0,-1 0 1 0 0,2 5-1 0 0,-1-7 57 0 0,-1-1 0 0 0,1 1-1 0 0,-1 0 1 0 0,1 0 0 0 0,0-1-1 0 0,0 1 1 0 0,-1-1 0 0 0,1 1-1 0 0,0 0 1 0 0,0-1 0 0 0,-1 0-1 0 0,1 1 1 0 0,0-1 0 0 0,0 1-1 0 0,0-1 1 0 0,0 0 0 0 0,0 0-1 0 0,0 1 1 0 0,-1-1 0 0 0,1 0-1 0 0,0 0 1 0 0,2 0 0 0 0,16-1-4282 0 0,-19 1 4470 0 0,17-4-6402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6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179 119 3008 0 0,'14'-33'4433'0'0,"-5"11"1431"0"0,25-42 1606 0 0,-34 65-7349 0 0,1-1 1 0 0,-1 0 0 0 0,1 0-1 0 0,-1 0 1 0 0,1 1 0 0 0,-1-1 0 0 0,1 0-1 0 0,-1 1 1 0 0,1-1 0 0 0,-1 0-1 0 0,1 1 1 0 0,-1-1 0 0 0,0 1 0 0 0,1-1-1 0 0,-1 0 1 0 0,0 1 0 0 0,1-1-1 0 0,-1 1 1 0 0,1 0 0 0 0,2 72 3051 0 0,-3-56-2958 0 0,0 1 1 0 0,1 0 0 0 0,1-1 0 0 0,0 1-1 0 0,2 0 1 0 0,10 32 0 0 0,-11-44-198 0 0,-1-2 1 0 0,1 1-1 0 0,0 0 1 0 0,0 0 0 0 0,0-1-1 0 0,1 0 1 0 0,-1 0-1 0 0,1 0 1 0 0,0 0-1 0 0,0 0 1 0 0,1-1-1 0 0,-1 1 1 0 0,1-1-1 0 0,-1-1 1 0 0,1 1-1 0 0,0 0 1 0 0,0-1-1 0 0,1 0 1 0 0,-1-1-1 0 0,0 1 1 0 0,0-1-1 0 0,1 0 1 0 0,7 1-1 0 0,-6-2-18 0 0,-1 0 0 0 0,1 0 0 0 0,0-1 0 0 0,0 1 0 0 0,0-2 1 0 0,0 1-1 0 0,0-1 0 0 0,-1 0 0 0 0,1 0 0 0 0,-1-1 0 0 0,1 0 0 0 0,-1 0 0 0 0,0 0 0 0 0,0-1 0 0 0,-1 0 0 0 0,1 0 0 0 0,-1 0 0 0 0,7-8 0 0 0,5-9-25 0 0,0-1 1 0 0,-2 0 0 0 0,-1-1 0 0 0,-1 0-1 0 0,15-38 1 0 0,-27 59 20 0 0,-2 5 4 0 0,1 0 3 0 0,-1-1 0 0 0,0 1 0 0 0,0 0 0 0 0,-1-1 0 0 0,1 0 0 0 0,0 1 0 0 0,-3 2 0 0 0,-2 4 10 0 0,-120 291 841 0 0,24 7-185 0 0,80-239-541 0 0,17-53-96 0 0,-48 134 368 0 0,45-134-362 0 0,0 1 0 0 0,0-1 1 0 0,-1 0-1 0 0,-1 0 0 0 0,-1-1 0 0 0,-22 23 1 0 0,29-34-32 0 0,1 0 1 0 0,-1 0 0 0 0,1-1-1 0 0,-1 0 1 0 0,0 1-1 0 0,0-2 1 0 0,0 1 0 0 0,0 0-1 0 0,0-1 1 0 0,0 0-1 0 0,-1 0 1 0 0,1 0-1 0 0,0 0 1 0 0,-1-1 0 0 0,1 1-1 0 0,0-1 1 0 0,-1 0-1 0 0,1-1 1 0 0,0 1 0 0 0,-1-1-1 0 0,1 0 1 0 0,0 0-1 0 0,-1 0 1 0 0,1 0-1 0 0,0-1 1 0 0,-6-3 0 0 0,4 2-48 0 0,1 0 1 0 0,-1 0 0 0 0,1-1 0 0 0,0 0-1 0 0,0 0 1 0 0,0 0 0 0 0,0 0-1 0 0,1-1 1 0 0,0 0 0 0 0,0 0 0 0 0,0 0-1 0 0,0 0 1 0 0,1-1 0 0 0,0 1 0 0 0,0-1-1 0 0,1 0 1 0 0,-1 0 0 0 0,0-6-1 0 0,2 5-292 0 0,0 1 0 0 0,1-1-1 0 0,0 1 1 0 0,0 0 0 0 0,0-1 0 0 0,1 1-1 0 0,0 0 1 0 0,1-1 0 0 0,-1 1-1 0 0,1 0 1 0 0,0 0 0 0 0,1 0-1 0 0,-1 0 1 0 0,1 0 0 0 0,0 1-1 0 0,1-1 1 0 0,-1 1 0 0 0,1 0 0 0 0,0 0-1 0 0,9-8 1 0 0,8-7-2603 0 0,1 0 0 0 0,1 2 0 0 0,31-19 0 0 0,-41 28 760 0 0,17-10-4561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6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3 1944 0 0,'4'0'2389'0'0,"3"-1"-1641"0"0,0 1 491 0 0,0-1 0 0 0,0 1 0 0 0,0 0 1 0 0,0 0-1 0 0,-1 1 0 0 0,13 3 0 0 0,-17-4-1023 0 0,0 1-1 0 0,0 0 1 0 0,-1 0-1 0 0,1 0 1 0 0,0 0-1 0 0,-1 0 1 0 0,1 0-1 0 0,-1 1 1 0 0,0-1-1 0 0,1 0 1 0 0,-1 1-1 0 0,0-1 1 0 0,0 1-1 0 0,0-1 0 0 0,0 1 1 0 0,0 0-1 0 0,0-1 1 0 0,0 1-1 0 0,0 0 1 0 0,-1 0-1 0 0,1-1 1 0 0,-1 1-1 0 0,1 0 1 0 0,-1 0-1 0 0,0 0 1 0 0,0 0-1 0 0,0 0 1 0 0,0 0-1 0 0,0 0 1 0 0,0-1-1 0 0,-1 3 1 0 0,0 6 83 0 0,-1 0 0 0 0,0 0 0 0 0,-1 0 0 0 0,0 0 0 0 0,0-1 0 0 0,-1 1 0 0 0,-1-1 0 0 0,0 0 0 0 0,-7 11 0 0 0,-10 12 102 0 0,-28 30-1 0 0,39-48-238 0 0,-110 125-178 0 0,34-53-6912 0 0,85-84 6243 0 0,-2 0-636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6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80 524 0 0,'-9'-31'13823'0'0,"9"11"-11226"0"0,0 18-2204 0 0,11-25 1228 0 0,-35 58-4648 0 0,9-10-5255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7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68 476 0 0,'0'0'3254'0'0,"-19"-12"3676"0"0,19 10-6792 0 0,0 1 0 0 0,0-1-1 0 0,0 0 1 0 0,1 1 0 0 0,-1-1-1 0 0,0 0 1 0 0,1 1-1 0 0,0-1 1 0 0,-1 1 0 0 0,1-1-1 0 0,0 1 1 0 0,0-1 0 0 0,-1 1-1 0 0,1-1 1 0 0,0 1 0 0 0,0 0-1 0 0,1-1 1 0 0,-1 1 0 0 0,0 0-1 0 0,0 0 1 0 0,1 0-1 0 0,-1 0 1 0 0,1 0 0 0 0,-1 0-1 0 0,3-1 1 0 0,1 0 5 0 0,0-1 1 0 0,0 1-1 0 0,0-1 1 0 0,1 1-1 0 0,-1 1 0 0 0,7-2 1 0 0,-10 3-66 0 0,-2 0-75 0 0,0 0 1 0 0,1 0-1 0 0,-1 0 1 0 0,0 0-1 0 0,1 1 1 0 0,-1-1-1 0 0,0 0 1 0 0,1 0 0 0 0,-1 0-1 0 0,0 0 1 0 0,0 0-1 0 0,1 0 1 0 0,-1 0-1 0 0,0 0 1 0 0,1 0-1 0 0,-1 0 1 0 0,0 0-1 0 0,1 0 1 0 0,-1 0-1 0 0,0 0 1 0 0,1 0 0 0 0,-1 0-1 0 0,0 0 1 0 0,1-1-1 0 0,-1 1 1 0 0,0 0-1 0 0,1 0 1 0 0,0-1-1 0 0,-1 1 0 0 0,1 0 1 0 0,0 0-1 0 0,0-1 0 0 0,0 1 0 0 0,0 0 1 0 0,-1 0-1 0 0,1 0 0 0 0,0 0 0 0 0,0 0 1 0 0,0 0-1 0 0,0 0 0 0 0,0 0 0 0 0,1 1 1 0 0,2 0 20 0 0,0 1 0 0 0,-1-1 0 0 0,1 1 0 0 0,-1 0 0 0 0,0 0 0 0 0,1 0 1 0 0,-1 1-1 0 0,0-1 0 0 0,0 1 0 0 0,0 0 0 0 0,-1 0 0 0 0,1 0 0 0 0,-1 0 0 0 0,1 0 0 0 0,1 4 0 0 0,-1 0 121 0 0,1 0 0 0 0,-2 0 0 0 0,1 0-1 0 0,-1 0 1 0 0,0 1 0 0 0,0-1-1 0 0,0 13 1 0 0,-1-5 149 0 0,-1-1 0 0 0,0 1 0 0 0,-1 0 0 0 0,-1 0 0 0 0,0 0 0 0 0,-1-1 0 0 0,-9 27 0 0 0,4-23 28 0 0,0-1-1 0 0,-1 0 1 0 0,0 0 0 0 0,-20 23 0 0 0,-53 54 1726 0 0,10-13 994 0 0,71-79-2575 0 0,2-2-456 0 0,-1 1-1 0 0,1-1 1 0 0,-1 1-1 0 0,1-1 0 0 0,-1 1 1 0 0,1-1-1 0 0,0 0 0 0 0,-1 1 1 0 0,1-1-1 0 0,0 0 0 0 0,-1 1 1 0 0,1-1-1 0 0,0 0 1 0 0,-1 0-1 0 0,1 0 0 0 0,0 1 1 0 0,0-1-1 0 0,-1 0 0 0 0,2 0 1 0 0,59-16-1260 0 0,100-38 0 0 0,-88 21-4012 0 0,-3-5-4361 0 0,-45 23 2669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7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38 3048 0 0,'-10'-38'19103'0'0,"9"50"-18802"0"0,0-1-1 0 0,-1 0 0 0 0,0 0 0 0 0,-1 0 0 0 0,0 0 0 0 0,-1 0 1 0 0,0-1-1 0 0,0 1 0 0 0,-1-1 0 0 0,-10 15 0 0 0,-9 10-492 0 0,-42 48 0 0 0,42-55-39 0 0,-1 1-1203 0 0,-15 20-2197 0 0,18-14-6421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8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18 154 1132 0 0,'-6'-30'9992'0'0,"-3"-45"0"0"0,8 65-8471 0 0,0 10-1472 0 0,1-1 0 0 0,0 1 1 0 0,0-1-1 0 0,0 0 0 0 0,-1 1 1 0 0,1-1-1 0 0,0 0 0 0 0,0 1 0 0 0,0-1 1 0 0,0 1-1 0 0,0-1 0 0 0,0 0 1 0 0,0 1-1 0 0,0-1 0 0 0,1 0 1 0 0,-1 1-1 0 0,0-1 0 0 0,0 1 1 0 0,0-1-1 0 0,1 1 0 0 0,-1-1 1 0 0,0 0-1 0 0,1 1 0 0 0,-1-1 1 0 0,0 1-1 0 0,1-1 0 0 0,-1 1 1 0 0,1-1-1 0 0,-1 1 0 0 0,0 0 1 0 0,1-1-1 0 0,-1 1 0 0 0,1 0 1 0 0,0-1-1 0 0,-1 1 0 0 0,1 0 1 0 0,-1-1-1 0 0,1 1 0 0 0,-1 0 1 0 0,1 0-1 0 0,0 0 0 0 0,-1 0 1 0 0,2-1-1 0 0,16-3 100 0 0,0 0-1 0 0,1 1 1 0 0,27-1-1 0 0,65 3 147 0 0,-66 1-199 0 0,14-1-20 0 0,51 1 27 0 0,-76 4-117 0 0,-33-4 14 0 0,0 1 1 0 0,-1-1-1 0 0,1 0 0 0 0,-1 0 0 0 0,1 1 1 0 0,0-1-1 0 0,-1 1 0 0 0,1-1 0 0 0,-1 0 1 0 0,1 1-1 0 0,-1-1 0 0 0,1 1 0 0 0,-1-1 1 0 0,1 1-1 0 0,-1-1 0 0 0,0 1 0 0 0,1 0 1 0 0,-1-1-1 0 0,0 1 0 0 0,1-1 1 0 0,-1 1-1 0 0,0 0 0 0 0,0-1 0 0 0,0 1 1 0 0,0 0-1 0 0,1-1 0 0 0,-1 1 0 0 0,0 0 1 0 0,0-1-1 0 0,0 1 0 0 0,0 0 0 0 0,0-1 1 0 0,-1 1-1 0 0,1 0 0 0 0,0-1 0 0 0,0 1 1 0 0,0 0-1 0 0,-1-1 0 0 0,1 2 1 0 0,-12 25 20 0 0,11-25-19 0 0,-19 30 19 0 0,-2 0-1 0 0,-1-1 1 0 0,-55 55-1 0 0,44-48 19 0 0,-28 26 225 0 0,27-28 523 0 0,1 1 0 0 0,-44 64 0 0 0,77-100-720 0 0,0 1 0 0 0,0-1 0 0 0,0 0 0 0 0,0 1 0 0 0,0-1 0 0 0,0 1 0 0 0,1-1 0 0 0,-1 1 0 0 0,1-1 0 0 0,-1 1-1 0 0,1 0 1 0 0,0-1 0 0 0,0 1 0 0 0,-1 0 0 0 0,1-1 0 0 0,0 1 0 0 0,0 0 0 0 0,1-1 0 0 0,-1 1 0 0 0,1 2 0 0 0,-1-3-25 0 0,1 0 1 0 0,0 0-1 0 0,0 0 1 0 0,0 0-1 0 0,0 0 1 0 0,0 0-1 0 0,0 0 1 0 0,0 0-1 0 0,0 0 1 0 0,0 0-1 0 0,0-1 1 0 0,0 1-1 0 0,1 0 1 0 0,-1-1 0 0 0,0 1-1 0 0,1-1 1 0 0,-1 1-1 0 0,2-1 1 0 0,8 2 114 0 0,-1-1 0 0 0,0 0 1 0 0,1 0-1 0 0,17-3 0 0 0,-25 2-118 0 0,51-5 307 0 0,97-23 1 0 0,50-27-1674 0 0,-153 36-1543 0 0,4-1-3464 0 0,-12 13-5340 0 0,-20 6 3814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8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61 1836 0 0,'-4'-16'7276'0'0,"-2"-2"-684"0"0,7 2-2930 0 0,-1 15-3596 0 0,1 1-1 0 0,0-1 0 0 0,-1 0 0 0 0,1 0 0 0 0,0 0 0 0 0,0 1 0 0 0,0-1 0 0 0,0 0 1 0 0,0 1-1 0 0,0-1 0 0 0,0 1 0 0 0,0-1 0 0 0,0 1 0 0 0,0 0 0 0 0,0-1 1 0 0,0 1-1 0 0,0 0 0 0 0,0 0 0 0 0,0 0 0 0 0,0 0 0 0 0,0-1 0 0 0,0 2 0 0 0,0-1 1 0 0,0 0-1 0 0,1 0 0 0 0,-1 0 0 0 0,0 0 0 0 0,0 1 0 0 0,0-1 0 0 0,0 0 0 0 0,0 1 1 0 0,0-1-1 0 0,0 1 0 0 0,0-1 0 0 0,0 1 0 0 0,0 0 0 0 0,0 0 0 0 0,3 1 58 0 0,0 1 0 0 0,0-1 0 0 0,0 1 0 0 0,-1 0-1 0 0,1 0 1 0 0,-1 0 0 0 0,0 1 0 0 0,5 6 0 0 0,-5-6 18 0 0,-1 1-1 0 0,1 0 1 0 0,-1-1 0 0 0,-1 1 0 0 0,1 0 0 0 0,-1 0-1 0 0,1 1 1 0 0,-2-1 0 0 0,1 0 0 0 0,0 0 0 0 0,-1 0 0 0 0,-1 11-1 0 0,0-6-7 0 0,-1-1-1 0 0,0 0 1 0 0,0 0-1 0 0,-1 0 1 0 0,0 0-1 0 0,-8 14 1 0 0,-1-2 171 0 0,-1 0 0 0 0,-1-2 0 0 0,-1 0 0 0 0,-31 32 0 0 0,-53 57 1042 0 0,99-108-1338 0 0,0 1 0 0 0,-1-1 0 0 0,1 0 1 0 0,0 0-1 0 0,0 1 0 0 0,0-1 1 0 0,-1 0-1 0 0,1 0 0 0 0,0 1 1 0 0,0-1-1 0 0,0 0 0 0 0,0 0 0 0 0,-1 1 1 0 0,1-1-1 0 0,0 0 0 0 0,0 1 1 0 0,0-1-1 0 0,0 0 0 0 0,0 1 0 0 0,0-1 1 0 0,0 0-1 0 0,0 1 0 0 0,0-1 1 0 0,0 0-1 0 0,0 1 0 0 0,0-1 0 0 0,0 0 1 0 0,0 1-1 0 0,1-1 0 0 0,-1 0 1 0 0,0 0-1 0 0,0 1 0 0 0,0-1 1 0 0,0 0-1 0 0,0 1 0 0 0,1-1 0 0 0,-1 0 1 0 0,0 0-1 0 0,0 1 0 0 0,1-1 1 0 0,14 6 175 0 0,13-7-262 0 0,1-1 0 0 0,-1-2 0 0 0,0-1 0 0 0,35-10 0 0 0,-35 9-432 0 0,184-55-4605 0 0,-108 20 426 0 0,-7-10-3353 0 0,-52 22 97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8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535 126 2788 0 0,'-41'-49'5138'0'0,"29"33"-2890"0"0,-1 0 0 0 0,0 1 0 0 0,-18-15 0 0 0,29 41-59 0 0,4 1-1597 0 0,2 0 0 0 0,-1 0 0 0 0,2-1 0 0 0,7 17 0 0 0,1 0-31 0 0,28 75 423 0 0,-4 1 0 0 0,27 125 0 0 0,-54-177-897 0 0,-1 0-1 0 0,-3 0 0 0 0,-2 1 1 0 0,-3-1-1 0 0,-2 1 1 0 0,-12 91-1 0 0,-3-65-33 0 0,-4-1 0 0 0,-54 140 0 0 0,32-121-1375 0 0,-92 156 1 0 0,95-192-1465 0 0,-84 101 0 0 0,83-118-1780 0 0,-48 41 0 0 0,45-48-2027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59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0 120 0 0,'0'0'629'0'0,"2"9"-901"0"0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02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540 24 640 0 0,'9'-22'12576'0'0,"-9"21"-12413"0"0,-5 3-59 0 0,-1-1 1 0 0,1 2 0 0 0,0-1 0 0 0,0 1 0 0 0,0-1 0 0 0,1 1 0 0 0,-1 1 0 0 0,0-1-1 0 0,1 1 1 0 0,0-1 0 0 0,0 1 0 0 0,0 1 0 0 0,-3 3 0 0 0,-12 16 389 0 0,-17 29 1 0 0,28-41-396 0 0,-41 68 803 0 0,-46 100 0 0 0,-23 93 246 0 0,79-171-626 0 0,-40 164 1 0 0,66-207-434 0 0,3 1 1 0 0,2 0-1 0 0,3 1 1 0 0,3 82-1 0 0,3-120-93 0 0,1 1 1 0 0,2-1-1 0 0,0 1 0 0 0,1-1 0 0 0,2 0 1 0 0,0-1-1 0 0,1 1 0 0 0,19 35 0 0 0,-20-46-280 0 0,1 0-1 0 0,0-1 0 0 0,1 0 0 0 0,0-1 0 0 0,0 1 0 0 0,1-2 0 0 0,1 1 0 0 0,-1-1 0 0 0,2-1 0 0 0,-1 0 1 0 0,1-1-1 0 0,0 0 0 0 0,0-1 0 0 0,1 0 0 0 0,0-1 0 0 0,16 4 0 0 0,-4-2-1970 0 0,0-1 0 0 0,28 2 0 0 0,2-5-4078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03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79 182 1516 0 0,'-13'-10'1918'0'0,"4"3"-620"0"0,1-1 0 0 0,0 1 1 0 0,-10-12-1 0 0,16 15-926 0 0,-1-1 0 0 0,0 1 0 0 0,1 0 0 0 0,0-1 1 0 0,0 1-1 0 0,0-1 0 0 0,1 1 0 0 0,-1-1 0 0 0,1 0 0 0 0,0 0 0 0 0,0-5 1 0 0,0 5-54 0 0,1-1 0 0 0,0 1 0 0 0,0-1 1 0 0,2-10-1 0 0,-2 14-294 0 0,1 1 0 0 0,-1-1 0 0 0,0 0 0 0 0,1 1 0 0 0,-1 0 0 0 0,1-1 0 0 0,0 1 0 0 0,-1-1 1 0 0,1 1-1 0 0,0 0 0 0 0,0-1 0 0 0,0 1 0 0 0,0 0 0 0 0,0 0 0 0 0,0 0 0 0 0,0 0 0 0 0,0 0 0 0 0,1 0 0 0 0,-1 0 0 0 0,0 0 1 0 0,1 0-1 0 0,-1 0 0 0 0,0 1 0 0 0,1-1 0 0 0,-1 1 0 0 0,3-2 0 0 0,2 2-11 0 0,0 0 0 0 0,1 0 0 0 0,-1 0 0 0 0,0 1 0 0 0,0 0 1 0 0,0 0-1 0 0,6 2 0 0 0,-6 0-4 0 0,1 0 1 0 0,-1 0-1 0 0,0 1 0 0 0,-1 0 1 0 0,1 0-1 0 0,-1 0 0 0 0,0 0 1 0 0,0 1-1 0 0,0 0 1 0 0,0 0-1 0 0,-1 1 0 0 0,0-1 1 0 0,0 1-1 0 0,0 0 0 0 0,-1 0 1 0 0,0 0-1 0 0,0 0 1 0 0,-1 1-1 0 0,1-1 0 0 0,-1 1 1 0 0,-1-1-1 0 0,2 8 1 0 0,-1 3 47 0 0,0 0 1 0 0,-1 0-1 0 0,-1 0 1 0 0,0 0-1 0 0,-1-1 1 0 0,-1 1 0 0 0,-7 29-1 0 0,1-21 145 0 0,-15 35-1 0 0,8-22 1215 0 0,14-36-1151 0 0,-6 2 434 0 0,8-11-668 0 0,0 1 0 0 0,0 0 0 0 0,0 0 0 0 0,1-1 0 0 0,0 1 0 0 0,0 0 0 0 0,1 1-1 0 0,-1-1 1 0 0,1 0 0 0 0,5-7 0 0 0,44-55-65 0 0,-34 44 39 0 0,34-36-33 0 0,62-57-1 0 0,-71 74-19 0 0,-30 29-130 0 0,-17 16 62 0 0,-21 23 45 0 0,15-13 72 0 0,0 1 0 0 0,1 0 1 0 0,0 0-1 0 0,1 1 0 0 0,1 0 1 0 0,0 1-1 0 0,1 0 0 0 0,0 0 1 0 0,2 0-1 0 0,-1 0 0 0 0,-1 20 1 0 0,5-32 2 0 0,1 0 0 0 0,0 0 1 0 0,0 1-1 0 0,1-1 1 0 0,-1 0-1 0 0,1 1 0 0 0,-1-1 1 0 0,1 0-1 0 0,0 0 1 0 0,0 0-1 0 0,0 0 0 0 0,1 0 1 0 0,-1 0-1 0 0,1 0 0 0 0,0 0 1 0 0,3 4-1 0 0,-2-4 12 0 0,1 1 0 0 0,-1-1 0 0 0,1 0 0 0 0,0 0 0 0 0,0 0 0 0 0,1-1 0 0 0,-1 1 0 0 0,0-1 0 0 0,10 3 0 0 0,5 0-58 0 0,1 0 0 0 0,-1-2 0 0 0,1 0 0 0 0,26 0 0 0 0,-30-2-159 0 0,-6-1-817 0 0,-1 1-1 0 0,1-2 0 0 0,12-1 0 0 0,11-8-6664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03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12 3272 0 0,'19'-12'19011'0'0,"-18"14"-18806"0"0,1-1-1 0 0,-1 1 1 0 0,0-1-1 0 0,0 1 1 0 0,0 0 0 0 0,0 0-1 0 0,-1-1 1 0 0,1 1-1 0 0,0 0 1 0 0,-1 0-1 0 0,1 0 1 0 0,-1 0-1 0 0,0 0 1 0 0,0 0-1 0 0,0 2 1 0 0,0 37 1365 0 0,-1-33-1445 0 0,1 0-14 0 0,-7 99 307 0 0,-21 121 1 0 0,24-215-1717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04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7 1500 0 0,'-4'0'3027'0'0,"-98"-7"15785"0"0,102 8-18765 0 0,1 0-1 0 0,-1 0 0 0 0,1 0 0 0 0,0-1 0 0 0,-1 1 0 0 0,1 0 0 0 0,0-1 0 0 0,-1 1 0 0 0,1 0 0 0 0,0-1 0 0 0,0 1 0 0 0,-1-1 0 0 0,1 1 0 0 0,0-1 0 0 0,0 1 0 0 0,0-1 0 0 0,0 0 0 0 0,0 0 1 0 0,0 1-1 0 0,0-1 0 0 0,0 0 0 0 0,0 0 0 0 0,1 0 0 0 0,27 5 568 0 0,-26-5-594 0 0,45 5 666 0 0,95-4 1 0 0,-20-10-3471 0 0,-93 2-2631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04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28 156 0 0,'-8'-9'6386'0'0,"-18"-6"3009"0"0,12 11-3673 0 0,12 7-5133 0 0,0 1 0 0 0,0-1 1 0 0,0 0-1 0 0,0 1 0 0 0,1 0 0 0 0,-1-1 1 0 0,1 1-1 0 0,0 0 0 0 0,0 0 1 0 0,0-1-1 0 0,0 9 0 0 0,-2 53 937 0 0,2-41-899 0 0,-1 104 375 0 0,-3 46-610 0 0,3-114-305 0 0,2-58-363 0 0,-3 6-1120 0 0,10-54-18303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05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60 512 0 0,'15'-45'15096'0'0,"-10"34"-12305"0"0,-3 10-2708 0 0,-1 1-1 0 0,1-1 1 0 0,0 0-1 0 0,0 1 1 0 0,0 0 0 0 0,-1-1-1 0 0,1 1 1 0 0,0 0-1 0 0,0 0 1 0 0,0 0 0 0 0,0 0-1 0 0,0 1 1 0 0,-1-1 0 0 0,1 0-1 0 0,0 1 1 0 0,0-1-1 0 0,0 1 1 0 0,-1 0 0 0 0,1 0-1 0 0,3 1 1 0 0,2 2 102 0 0,1 0 1 0 0,-1 0-1 0 0,13 10 1 0 0,-15-9-118 0 0,0 0 0 0 0,0 0 0 0 0,0 1 0 0 0,0-1-1 0 0,-1 1 1 0 0,0 0 0 0 0,0 0 0 0 0,0 1 0 0 0,-1-1 0 0 0,0 1 0 0 0,-1 0 0 0 0,1 0 0 0 0,-1 0 0 0 0,0 0 0 0 0,-1 0 0 0 0,0 0 0 0 0,0 0-1 0 0,-1 1 1 0 0,1-1 0 0 0,-2 0 0 0 0,1 0 0 0 0,-1 1 0 0 0,0-1 0 0 0,0 0 0 0 0,-1 0 0 0 0,0 0 0 0 0,0 0 0 0 0,-1 0 0 0 0,-6 12-1 0 0,-5 5 70 0 0,-1 0-1 0 0,-34 41 0 0 0,19-26 275 0 0,30-39-399 0 0,0 0 0 0 0,0 1 0 0 0,0-1 0 0 0,0 0 0 0 0,-1 1 0 0 0,1-1-1 0 0,0 0 1 0 0,0 1 0 0 0,0-1 0 0 0,-1 0 0 0 0,1 1 0 0 0,0-1 0 0 0,0 0 0 0 0,-1 1 0 0 0,1-1 0 0 0,0 0 0 0 0,0 0 0 0 0,-1 1 0 0 0,1-1 0 0 0,0 0 0 0 0,-1 0 0 0 0,1 0 0 0 0,-1 0 0 0 0,1 0 0 0 0,0 1 0 0 0,-1-1-1 0 0,1 0 1 0 0,0 0 0 0 0,-1 0 0 0 0,1 0 0 0 0,0 0 0 0 0,-1 0 0 0 0,1 0 0 0 0,-1 0 0 0 0,1 0 0 0 0,0 0 0 0 0,-1 0 0 0 0,1 0 0 0 0,0-1 0 0 0,-1 1 0 0 0,1 0 0 0 0,-1 0 0 0 0,1 0 0 0 0,0 0 0 0 0,-1-1-1 0 0,1 1 1 0 0,0 0 0 0 0,0 0 0 0 0,-1-1 0 0 0,1 1 0 0 0,0-2-6 0 0,0 1 1 0 0,1 0-1 0 0,0 0 0 0 0,-1-1 0 0 0,1 1 1 0 0,-1 0-1 0 0,1 0 0 0 0,0 0 0 0 0,0 0 1 0 0,1-2-1 0 0,27-32 58 0 0,2 0-1 0 0,1 2 1 0 0,48-38 0 0 0,17-18-16 0 0,2-5 246 0 0,-99 94-302 0 0,1 0 1 0 0,-1-1-1 0 0,1 1 0 0 0,-1-1 1 0 0,0 1-1 0 0,1-1 1 0 0,-1 1-1 0 0,0 0 1 0 0,1-1-1 0 0,-1 0 1 0 0,0 1-1 0 0,1-1 0 0 0,-1 1 1 0 0,0-1-1 0 0,0 1 1 0 0,0-1-1 0 0,0 1 1 0 0,1-1-1 0 0,-1 0 1 0 0,0 1-1 0 0,0-1 1 0 0,0 1-1 0 0,0-1 0 0 0,0 1 1 0 0,-1-1-1 0 0,1 0 1 0 0,0 1-1 0 0,0-1 1 0 0,0 1-1 0 0,0-1 1 0 0,-1 1-1 0 0,1-1 0 0 0,-1 0 1 0 0,0-1-70 0 0,-2 3 48 0 0,-4 2 16 0 0,-1 1-1 0 0,1-1 1 0 0,0 1-1 0 0,0 1 1 0 0,0-1-1 0 0,1 1 1 0 0,-1 0 0 0 0,-10 12-1 0 0,-3 4-14 0 0,-21 29-1 0 0,31-37 31 0 0,1-1-1 0 0,1 1 1 0 0,0 1-1 0 0,1 0 1 0 0,1 0 0 0 0,-8 21-1 0 0,13-31 20 0 0,0 0 0 0 0,0 0-1 0 0,0 0 1 0 0,1 0 0 0 0,-1 0 0 0 0,1 0-1 0 0,0 1 1 0 0,0-1 0 0 0,0 0-1 0 0,1 0 1 0 0,-1 0 0 0 0,1 0 0 0 0,0 0-1 0 0,1 0 1 0 0,-1 0 0 0 0,0 0-1 0 0,1 0 1 0 0,0 0 0 0 0,0 0 0 0 0,0-1-1 0 0,1 1 1 0 0,-1-1 0 0 0,1 0-1 0 0,0 0 1 0 0,-1 0 0 0 0,2 0 0 0 0,-1 0-1 0 0,6 4 1 0 0,3 0 10 0 0,1 0 0 0 0,0-1 0 0 0,1 0 0 0 0,-1-1 0 0 0,1 0 0 0 0,0-1 0 0 0,24 3 0 0 0,-2-2 31 0 0,69 1-1 0 0,-84-6-260 0 0,0-1 1 0 0,0-1-1 0 0,36-8 1 0 0,-44 6-1581 0 0,0 0 1 0 0,-1 0-1 0 0,23-13 1 0 0,-26 10-1081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05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20 3100 0 0,'0'-10'14769'0'0,"0"9"-14665"0"0,0 1 1 0 0,0-1-1 0 0,0 1 1 0 0,1-1-1 0 0,-1 1 1 0 0,0 0-1 0 0,0-1 1 0 0,1 1-1 0 0,-1-1 1 0 0,0 1-1 0 0,0-1 0 0 0,1 1 1 0 0,-1 0-1 0 0,1-1 1 0 0,-1 1-1 0 0,0 0 1 0 0,1-1-1 0 0,-1 1 1 0 0,1 0-1 0 0,-1 0 1 0 0,0-1-1 0 0,1 1 1 0 0,-1 0-1 0 0,1 0 0 0 0,-1 0 1 0 0,1 0-1 0 0,-1-1 1 0 0,1 1-1 0 0,-1 0 1 0 0,2 0-1 0 0,21 3 1372 0 0,-15 0-1250 0 0,1 1 0 0 0,-1-1-1 0 0,12 8 1 0 0,-17-9-127 0 0,0 0-1 0 0,0 0 1 0 0,0 0 0 0 0,-1 0-1 0 0,1 1 1 0 0,-1-1 0 0 0,1 1-1 0 0,-1 0 1 0 0,0-1-1 0 0,0 1 1 0 0,0 0 0 0 0,-1 0-1 0 0,1 1 1 0 0,-1-1 0 0 0,0 0-1 0 0,1 0 1 0 0,0 6-1 0 0,-1-3 83 0 0,-1-1-1 0 0,0 1 0 0 0,0-1 0 0 0,0 1 1 0 0,-1 0-1 0 0,0-1 0 0 0,0 0 0 0 0,0 1 1 0 0,-1-1-1 0 0,-2 7 0 0 0,-4 6 290 0 0,-1-1-1 0 0,-1 1 0 0 0,0-2 1 0 0,-1 1-1 0 0,-14 14 1 0 0,-6 4 90 0 0,-2-3 0 0 0,-1-1 0 0 0,-50 36 0 0 0,5-5-94 0 0,61-45-466 0 0,13-11 0 0 0,5-5 0 0 0,0-1 0 0 0,0 1 0 0 0,0-1 0 0 0,1 1 0 0 0,-1-1 0 0 0,0 0 0 0 0,0 1 0 0 0,0-1 0 0 0,1 1 0 0 0,-1-1 0 0 0,0 0 0 0 0,1 1 0 0 0,-1-1 0 0 0,0 0 0 0 0,1 1 0 0 0,-1-1 0 0 0,0 0 0 0 0,1 0 0 0 0,-1 1 0 0 0,1-1 0 0 0,-1 0 0 0 0,0 0 0 0 0,1 0 0 0 0,0 1 0 0 0,10 1 0 0 0,1-1 0 0 0,-1 0 0 0 0,0 0 0 0 0,1-1 0 0 0,-1 0 0 0 0,1-1 0 0 0,18-4 0 0 0,9 0 0 0 0,384-47 0 0 0,-387 47 0 0 0,-21 2 0 0 0,-4-1-8 0 0,-9 3-185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09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81 1500 0 0,'0'0'1397'0'0,"-4"-10"2835"0"0,1-9 53 0 0,-5-14 5229 0 0,8 33-9464 0 0,-2 13 776 0 0,-1 25-1425 0 0,2-30 913 0 0,0 5-295 0 0,1 1 0 0 0,0-1 0 0 0,1 0 0 0 0,0 0 0 0 0,1 1 0 0 0,7 23 0 0 0,-8-32-6 0 0,1-1-1 0 0,0 1 0 0 0,0 0 1 0 0,1 0-1 0 0,-1-1 0 0 0,1 1 1 0 0,0-1-1 0 0,0 0 0 0 0,1 0 1 0 0,-1 0-1 0 0,1 0 0 0 0,0 0 1 0 0,0-1-1 0 0,0 0 0 0 0,0 0 1 0 0,0 0-1 0 0,1 0 0 0 0,-1-1 1 0 0,1 0-1 0 0,5 2 0 0 0,5 0 2 0 0,-1 0 0 0 0,1-1-1 0 0,0-1 1 0 0,0-1-1 0 0,0 0 1 0 0,0-1 0 0 0,0 0-1 0 0,0-1 1 0 0,0-1 0 0 0,0-1-1 0 0,0 0 1 0 0,0 0 0 0 0,17-8-1 0 0,-22 7-7 0 0,0 0-1 0 0,-1 0 0 0 0,1-1 1 0 0,-1 0-1 0 0,0-1 1 0 0,0 0-1 0 0,-1 0 0 0 0,0-1 1 0 0,0 0-1 0 0,0 0 1 0 0,-1-1-1 0 0,0 0 0 0 0,-1 0 1 0 0,0-1-1 0 0,0 0 0 0 0,0 0 1 0 0,-2 0-1 0 0,1-1 1 0 0,5-15-1 0 0,-8 17-4 0 0,1-4-4 0 0,1-1 0 0 0,-2 1-1 0 0,0-1 1 0 0,0 0 0 0 0,-1-24-1 0 0,-1 35-1 0 0,-4 3 4 0 0,1 0 0 0 0,0 1 1 0 0,0 0 0 0 0,1 0 0 0 0,-1 0 0 0 0,0 0-1 0 0,1 0 1 0 0,-1 1 0 0 0,1-1 0 0 0,0 1 0 0 0,-1-1-1 0 0,1 1 1 0 0,1 0 0 0 0,-1 0 0 0 0,-2 4-1 0 0,-20 52-5 0 0,16-37 47 0 0,-16 49 192 0 0,-27 144 1 0 0,49-205-222 0 0,-31 194 209 0 0,-15 71 10 0 0,41-247-177 0 0,-2-1 1 0 0,0 0 0 0 0,-24 45 0 0 0,28-62 73 0 0,-1-1 1 0 0,0 1 0 0 0,0-1 0 0 0,-1 0 0 0 0,0 0 0 0 0,-1-1 0 0 0,0 0 0 0 0,0 0-1 0 0,-1-1 1 0 0,0 0 0 0 0,0-1 0 0 0,-14 8 0 0 0,21-13-100 0 0,-1 1 0 0 0,1-1 0 0 0,-1-1 0 0 0,1 1 0 0 0,-1 0 0 0 0,1 0-1 0 0,-1-1 1 0 0,0 0 0 0 0,1 1 0 0 0,-1-1 0 0 0,0 0 0 0 0,1 0 0 0 0,-1-1 0 0 0,1 1 0 0 0,-1-1 0 0 0,0 1 0 0 0,1-1 0 0 0,-1 0 0 0 0,-2-1 0 0 0,2 0-12 0 0,0 0 1 0 0,-1 0 0 0 0,1 0 0 0 0,0 0 0 0 0,1-1 0 0 0,-1 0-1 0 0,0 0 1 0 0,1 1 0 0 0,0-1 0 0 0,-1-1 0 0 0,1 1 0 0 0,-1-4-1 0 0,-2-2-9 0 0,1 0-1 0 0,0-1 0 0 0,1 1 0 0 0,0-1 0 0 0,1 0 0 0 0,0 0 1 0 0,1 0-1 0 0,-1 0 0 0 0,2-13 0 0 0,1 7-9 0 0,1 1 1 0 0,1-1-1 0 0,1 1 1 0 0,0-1-1 0 0,1 1 1 0 0,0 0-1 0 0,1 1 0 0 0,1-1 1 0 0,14-21-1 0 0,-2 7-154 0 0,2 0-1 0 0,0 2 1 0 0,35-34-1 0 0,-33 39-1143 0 0,1 1 0 0 0,49-33 0 0 0,-29 28-3330 0 0,2 3-3955 0 0,-31 16 2823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09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33 156 0 0,'21'-33'16823'0'0,"-21"55"-15101"0"0,1-13-1480 0 0,-1 1 0 0 0,0-1 0 0 0,-3 15 0 0 0,-21 82 57 0 0,6-29-2782 0 0,4 1-6197 0 0,12-59 2279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09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46 3168 0 0,'0'-2'2346'0'0,"0"-41"8061"0"0,0 43-10353 0 0,-3 11 1297 0 0,-48 105 269 0 0,28-68-4153 0 0,2 0-4704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0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90 162 1652 0 0,'-15'-19'6459'0'0,"-31"-30"0"0"0,38 41-4746 0 0,5 5-1064 0 0,1 2-240 0 0,0-1 1 0 0,0 0-1 0 0,1 0 1 0 0,-1 1-1 0 0,1-1 0 0 0,-1 0 1 0 0,1 0-1 0 0,-1-1 0 0 0,0-2 1 0 0,5-2 304 0 0,13 0-855 0 0,31-6 197 0 0,0 3 1 0 0,1 1 0 0 0,0 2 0 0 0,73 0 0 0 0,-99 7-64 0 0,-18 2 7 0 0,-2 0 1 0 0,-1-2 0 0 0,0 1 0 0 0,0-1 0 0 0,-1 1 0 0 0,1-1-1 0 0,-1 1 1 0 0,1-1 0 0 0,0 1 0 0 0,-1-1 0 0 0,1 1 0 0 0,-1 0 0 0 0,0-1 0 0 0,1 1 0 0 0,-1 0 0 0 0,1-1 0 0 0,-1 1 0 0 0,0 0 0 0 0,1 0 0 0 0,-1-1 0 0 0,0 1 0 0 0,0 0 0 0 0,0 0 0 0 0,0-1 0 0 0,0 1 0 0 0,0 0 0 0 0,0 0 0 0 0,0 0 0 0 0,0-1 0 0 0,0 2 0 0 0,-6 21 0 0 0,-7 0 4 0 0,0 0 1 0 0,-2-1-1 0 0,-21 26 0 0 0,-59 55-32 0 0,18-21 68 0 0,49-53-28 0 0,20-22 21 0 0,1 1 0 0 0,0 0 0 0 0,0 0 0 0 0,0 0 1 0 0,-7 14-1 0 0,14-22-24 0 0,0 1 0 0 0,0 0 0 0 0,0-1 0 0 0,0 1 0 0 0,0-1 0 0 0,0 1 0 0 0,0 0 0 0 0,0-1 0 0 0,0 1 0 0 0,0-1 0 0 0,0 1 0 0 0,0-1 0 0 0,1 1 0 0 0,-1-1 0 0 0,0 1 0 0 0,0 0 0 0 0,1-1 0 0 0,-1 1 0 0 0,0-1 0 0 0,1 0 0 0 0,-1 1 0 0 0,0-1 0 0 0,1 1 0 0 0,-1-1 0 0 0,1 1 0 0 0,-1-1 0 0 0,1 0 0 0 0,-1 1 0 0 0,1-1 0 0 0,-1 0 0 0 0,1 0 0 0 0,-1 1 0 0 0,1-1 0 0 0,-1 0 0 0 0,1 0 0 0 0,-1 0 0 0 0,2 1 0 0 0,21 6 194 0 0,-22-7-198 0 0,43 6 146 0 0,0-1 0 0 0,0-2 0 0 0,89-7 0 0 0,-97 2-85 0 0,-2 1 77 0 0,73-6 798 0 0,-105 7-1150 0 0,7-4-2501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0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23 2248 0 0,'20'-19'12562'0'0,"-19"19"-12343"0"0,-1-1 0 0 0,1 1 0 0 0,-1 0 0 0 0,1-1 0 0 0,-1 1-1 0 0,1 0 1 0 0,0 0 0 0 0,-1-1 0 0 0,1 1 0 0 0,0 0 0 0 0,-1 0 0 0 0,1 0-1 0 0,-1 0 1 0 0,1 0 0 0 0,0 0 0 0 0,-1 0 0 0 0,1 0 0 0 0,0 0 0 0 0,-1 0-1 0 0,1 0 1 0 0,0 0 0 0 0,-1 1 0 0 0,1-1 0 0 0,-1 0 0 0 0,1 0 0 0 0,0 1-1 0 0,-1-1 1 0 0,1 0 0 0 0,0 1 0 0 0,0 2 268 0 0,0 0-1 0 0,0-1 1 0 0,0 1 0 0 0,0 0 0 0 0,0 0-1 0 0,-1 0 1 0 0,1 6 0 0 0,0 16 98 0 0,0 1 0 0 0,-2-1 0 0 0,-2 1 0 0 0,0-1 1 0 0,-9 37-1 0 0,4-25-315 0 0,-45 193-4203 0 0,32-154-651 0 0,0-1-3620 0 0,17-62 6286 0 0,-2 14-6090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10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420 132 2284 0 0,'-16'-41'3701'0'0,"10"24"-1703"0"0,-1 0 0 0 0,-5-28-1 0 0,12 44-1933 0 0,0 1-1 0 0,0 0 1 0 0,-1-1-1 0 0,1 1 0 0 0,0 0 1 0 0,0-1-1 0 0,0 1 1 0 0,0 0-1 0 0,0-1 0 0 0,0 1 1 0 0,0 0-1 0 0,0-1 1 0 0,0 1-1 0 0,0 0 0 0 0,0 0 1 0 0,1-1-1 0 0,-1 1 1 0 0,0 0-1 0 0,0-1 0 0 0,0 1 1 0 0,0 0-1 0 0,0-1 1 0 0,0 1-1 0 0,1 0 0 0 0,-1 0 1 0 0,0-1-1 0 0,0 1 1 0 0,1 0-1 0 0,-1 0 0 0 0,0 0 1 0 0,0-1-1 0 0,1 1 1 0 0,-1 0-1 0 0,0 0 0 0 0,0 0 1 0 0,1 0-1 0 0,-1-1 1 0 0,0 1-1 0 0,1 0 0 0 0,-1 0 1 0 0,0 0-1 0 0,1 0 1 0 0,-1 0-1 0 0,0 0 0 0 0,1 0 1 0 0,12 3 899 0 0,-8-1-724 0 0,0 1-1 0 0,0 0 0 0 0,0 0 1 0 0,-1 1-1 0 0,1-1 0 0 0,-1 1 1 0 0,0 0-1 0 0,0 0 1 0 0,4 7-1 0 0,30 42 738 0 0,-38-52-960 0 0,20 33 343 0 0,-2 1 0 0 0,-1 1 0 0 0,-2 0 0 0 0,17 62 0 0 0,-14-24 23 0 0,13 109 0 0 0,-25-104-285 0 0,-3 0 0 0 0,-3 0 0 0 0,-4 1 0 0 0,-3-1 0 0 0,-4-1 0 0 0,-3 0 1 0 0,-33 106-1 0 0,5-58-1203 0 0,-6-2 0 0 0,-5-1 0 0 0,-109 184 0 0 0,-6-50-6684 0 0,79-132-162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03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650 93 1600 0 0,'-6'-14'3506'0'0,"-18"-32"2134"0"0,24 44-5224 0 0,-19-29 5326 0 0,18 31-5731 0 0,-1 0 0 0 0,1 1 0 0 0,0-1 0 0 0,0 0 0 0 0,0 1 1 0 0,0-1-1 0 0,0 1 0 0 0,0-1 0 0 0,0 1 0 0 0,0-1 0 0 0,0 1 0 0 0,0 0 0 0 0,0 0 0 0 0,0-1 0 0 0,0 1 0 0 0,1 0 0 0 0,-1 0 0 0 0,-1 1 0 0 0,-12 21 173 0 0,9-14-120 0 0,-357 646 2142 0 0,234-379-1737 0 0,113-235-406 0 0,1 0-1 0 0,2 1 0 0 0,2 0 0 0 0,-9 84 1 0 0,18-114-48 0 0,1 0 0 0 0,0-1 0 0 0,1 1 0 0 0,0 0 0 0 0,1-1 0 0 0,0 1 1 0 0,1-1-1 0 0,0 0 0 0 0,1 0 0 0 0,0 0 0 0 0,1 0 0 0 0,0-1 0 0 0,1 1 0 0 0,10 13 1 0 0,-10-16-4 0 0,1 0 1 0 0,1 0 0 0 0,-1-1 0 0 0,1 0-1 0 0,1-1 1 0 0,-1 1 0 0 0,1-2 0 0 0,0 1-1 0 0,1-1 1 0 0,-1-1 0 0 0,1 1 0 0 0,0-2 0 0 0,0 1-1 0 0,0-1 1 0 0,0-1 0 0 0,11 2 0 0 0,3-2-82 0 0,1 0 0 0 0,-1-2 1 0 0,0-1-1 0 0,0-1 1 0 0,45-8-1 0 0,-35 2-750 0 0,1-2 0 0 0,-2-1 0 0 0,45-21 0 0 0,-72 29 294 0 0,-1 1 0 0 0,0-1 0 0 0,0-1 0 0 0,0 1 0 0 0,8-8 0 0 0,-11 8-189 0 0,1 1 0 0 0,-1-1-1 0 0,0 1 1 0 0,0-1 0 0 0,-1 0 0 0 0,3-5 0 0 0,-5-9-5838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06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3 134 1968 0 0,'-3'-75'12403'0'0,"5"74"-12376"0"0,0 0 0 0 0,0 1 0 0 0,0-1 0 0 0,0 1 1 0 0,0 0-1 0 0,0 0 0 0 0,0-1 0 0 0,0 2 0 0 0,0-1 1 0 0,0 0-1 0 0,0 0 0 0 0,0 0 0 0 0,4 2 0 0 0,4 1-8 0 0,0 1-1 0 0,-1 1 1 0 0,1 0-1 0 0,-1 0 1 0 0,1 1-1 0 0,-2 0 1 0 0,1 0-1 0 0,-1 1 1 0 0,0 0-1 0 0,0 0 1 0 0,-1 1-1 0 0,0 0 0 0 0,0 1 1 0 0,-1-1-1 0 0,0 1 1 0 0,0 1-1 0 0,-1-1 1 0 0,0 1-1 0 0,-1 0 1 0 0,0 0-1 0 0,-1 0 1 0 0,0 0-1 0 0,-1 1 1 0 0,0-1-1 0 0,0 1 1 0 0,-1-1-1 0 0,0 1 0 0 0,-1 0 1 0 0,-2 20-1 0 0,-2-13 16 0 0,-1 1 1 0 0,-1-1-1 0 0,-1 1 0 0 0,0-2 0 0 0,-1 1 0 0 0,-1-1 0 0 0,-18 26 0 0 0,19-30 20 0 0,1-5 14 0 0,6-14-40 0 0,7-17-41 0 0,40-58-64 0 0,85-110 0 0 0,23-4 144 0 0,-143 178-97 0 0,-10 15 18 0 0,-15 18-50 0 0,-5 5 82 0 0,2 0 0 0 0,0 2-1 0 0,1 0 1 0 0,1 1 0 0 0,1 0 0 0 0,1 1 0 0 0,2 1-1 0 0,-17 51 1 0 0,27-73-15 0 0,0 0 0 0 0,1 0 0 0 0,-1 0 0 0 0,1-1-1 0 0,0 1 1 0 0,0 0 0 0 0,0 0 0 0 0,0 0 0 0 0,0 0 0 0 0,1 0 0 0 0,0-1-1 0 0,0 1 1 0 0,0 0 0 0 0,0-1 0 0 0,1 1 0 0 0,0 0 0 0 0,-1-1-1 0 0,1 0 1 0 0,0 1 0 0 0,3 2 0 0 0,-1-2 1 0 0,-1-1-1 0 0,1 0 1 0 0,0 1 0 0 0,0-2 0 0 0,0 1-1 0 0,0 0 1 0 0,0-1 0 0 0,1 0-1 0 0,-1 0 1 0 0,1 0 0 0 0,-1-1 0 0 0,1 1-1 0 0,0-1 1 0 0,0 0 0 0 0,8 0-1 0 0,24 1 157 0 0,1-2-1 0 0,-1-2 0 0 0,39-6 0 0 0,-44 4 736 0 0,-29 4-624 0 0,12-4 356 0 0,-14 4-602 0 0,-1 0 1 0 0,1 0 0 0 0,0 0-1 0 0,0-1 1 0 0,0 1 0 0 0,0 0 0 0 0,0 0-1 0 0,0-1 1 0 0,-1 1 0 0 0,1-1 0 0 0,0 1-1 0 0,0 0 1 0 0,0-1 0 0 0,-1 0-1 0 0,1 1 1 0 0,0-1 0 0 0,-1 1 0 0 0,1-1-1 0 0,0-1 1 0 0,0 1-10 0 0,-10-2-687 0 0,-4 5-2862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07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52 1556 0 0,'6'-9'5544'0'0,"8"-18"2604"0"0,-8 18-5550 0 0,-6 9-2535 0 0,0-1 0 0 0,0 1 0 0 0,0 0 1 0 0,0-1-1 0 0,0 1 0 0 0,0 0 0 0 0,0 0 1 0 0,0-1-1 0 0,0 1 0 0 0,0 0 0 0 0,0-1 0 0 0,1 1 1 0 0,-1 0-1 0 0,0 0 0 0 0,0-1 0 0 0,0 1 1 0 0,0 0-1 0 0,1 0 0 0 0,-1-1 0 0 0,0 1 1 0 0,0 0-1 0 0,1 0 0 0 0,-1 0 0 0 0,0-1 1 0 0,1 1-1 0 0,1 6-30 0 0,0-1 0 0 0,-1 1-1 0 0,0 0 1 0 0,0-1 0 0 0,0 1 0 0 0,-1 0 0 0 0,1 0 0 0 0,-1 0 0 0 0,-1-1 0 0 0,0 9 0 0 0,-14 63 151 0 0,13-70-171 0 0,-26 98 15 0 0,-6 25-2650 0 0,29-102-360 0 0,-3 32 0 0 0,8-35-813 0 0,2-2-1497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07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16 2100 0 0,'17'-14'9448'0'0,"-13"13"-8661"0"0,0 7 1267 0 0,-7 11-2438 0 0,-19 49 384 0 0,-2-1 0 0 0,-55 100 0 0 0,27-59-6822 0 0,39-78 2043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56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2 168 0 0,'0'0'937'0'0,"-13"-1"-1157"0"0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58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7 340 0 0,'0'0'823'0'0,"25"-6"-355"0"0,-16 7-948 0 0,-7-1 69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59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1 332 0 0,'0'0'708'0'0,"-17"5"516"0"0,13 2-796 0 0,14 1-520 0 0,6-2-296 0 0,6-1-564 0 0,-8-2 520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06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9 164 0 0,'0'0'3212'0'0,"4"-8"-4756"0"0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13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90 1720 0 0,'-7'-17'6068'0'0,"4"11"-4190"0"0,0 0-1 0 0,0 0 0 0 0,1 0 0 0 0,0-1 0 0 0,0 1 0 0 0,-1-14 1 0 0,3 20-1847 0 0,0-1 1 0 0,1 0 0 0 0,-1 0 0 0 0,0 0 0 0 0,1 0 0 0 0,-1 1 0 0 0,1-1-1 0 0,-1 0 1 0 0,1 1 0 0 0,-1-1 0 0 0,1 0 0 0 0,0 1 0 0 0,-1-1-1 0 0,1 0 1 0 0,0 1 0 0 0,-1-1 0 0 0,1 1 0 0 0,0 0 0 0 0,0-1 0 0 0,-1 1-1 0 0,1-1 1 0 0,0 1 0 0 0,0 0 0 0 0,0 0 0 0 0,0 0 0 0 0,0-1-1 0 0,-1 1 1 0 0,1 0 0 0 0,0 0 0 0 0,2 0 0 0 0,35 0 84 0 0,-29 0-35 0 0,271 12 190 0 0,-277-12-275 0 0,-1 0 1 0 0,0 0-1 0 0,0 0 0 0 0,0 1 1 0 0,1-1-1 0 0,-1 1 0 0 0,0-1 1 0 0,0 1-1 0 0,0 0 1 0 0,0 0-1 0 0,0 0 0 0 0,0 0 1 0 0,0 0-1 0 0,0 0 0 0 0,2 3 1 0 0,-3-3 3 0 0,0 0 0 0 0,0 0 1 0 0,-1 0-1 0 0,1 0 1 0 0,0 1-1 0 0,-1-1 1 0 0,0 0-1 0 0,1 0 0 0 0,-1 1 1 0 0,1-1-1 0 0,-1 0 1 0 0,0 1-1 0 0,0-1 0 0 0,0 0 1 0 0,0 1-1 0 0,0-1 1 0 0,0 0-1 0 0,0 0 1 0 0,-1 2-1 0 0,-1 4 5 0 0,0-1 0 0 0,0 0-1 0 0,-1 0 1 0 0,0-1 0 0 0,0 1 0 0 0,0 0 0 0 0,-1-1 0 0 0,-6 7-1 0 0,-18 19-14 0 0,-1-2-1 0 0,-66 49 0 0 0,32-27 21 0 0,-98 83 156 0 0,147-119 547 0 0,14-15-669 0 0,0 0-1 0 0,0 1 0 0 0,0-1 0 0 0,0 0 1 0 0,-1 0-1 0 0,1 1 0 0 0,0-1 0 0 0,0 0 1 0 0,0 1-1 0 0,0-1 0 0 0,0 0 0 0 0,0 1 1 0 0,0-1-1 0 0,0 0 0 0 0,0 1 0 0 0,0-1 1 0 0,0 0-1 0 0,0 1 0 0 0,0-1 0 0 0,0 0 1 0 0,0 1-1 0 0,1-1 0 0 0,-1 0 0 0 0,0 1 1 0 0,0-1-1 0 0,0 0 0 0 0,0 0 0 0 0,1 1 1 0 0,1 0 63 0 0,0 0 1 0 0,0 0 0 0 0,0 0 0 0 0,1 0-1 0 0,-1 0 1 0 0,0 0 0 0 0,1-1 0 0 0,-1 1-1 0 0,1-1 1 0 0,-1 0 0 0 0,3 1 0 0 0,40 1 229 0 0,-1-2 1 0 0,1-1 0 0 0,64-11-1 0 0,-56 6-631 0 0,-50 5-302 0 0,29-4-11054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14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81 288 0 0,'1'-16'9559'0'0,"-1"13"-8369"0"0,1 1-1 0 0,-1-1 1 0 0,2-8 3570 0 0,1 5-3570 0 0,-2 4-1048 0 0,0 0-1 0 0,0 1 1 0 0,0-1 0 0 0,0 1-1 0 0,1 0 1 0 0,-1-1 0 0 0,1 1-1 0 0,-1 0 1 0 0,1 0 0 0 0,-1 0 0 0 0,1 0-1 0 0,0 0 1 0 0,-1 0 0 0 0,5-1-1 0 0,7-3 71 0 0,1 1 0 0 0,-1 1 0 0 0,1 0 0 0 0,24-2 0 0 0,-34 5-205 0 0,0 0 0 0 0,0 1 1 0 0,0-1-1 0 0,0 0 0 0 0,0 1 1 0 0,0 0-1 0 0,0 0 0 0 0,-1 0 1 0 0,1 1-1 0 0,0-1 0 0 0,0 1 1 0 0,-1 0-1 0 0,5 3 0 0 0,-6-4-3 0 0,0 1 0 0 0,0-1 0 0 0,0 1 0 0 0,0-1 0 0 0,0 1 0 0 0,-1 0 0 0 0,1 0 0 0 0,-1 0 0 0 0,1 0 0 0 0,-1 0 0 0 0,0 0 0 0 0,0 0 0 0 0,0 0 0 0 0,0 0 0 0 0,0 1 0 0 0,0-1-1 0 0,0 0 1 0 0,-1 1 0 0 0,1-1 0 0 0,-1 0 0 0 0,0 1 0 0 0,0 2 0 0 0,-1 1 1 0 0,0 1-1 0 0,-1-1 1 0 0,1 1-1 0 0,-1-1 1 0 0,-1 0-1 0 0,1 0 1 0 0,-1 0-1 0 0,0 0 1 0 0,-1 0 0 0 0,-5 7-1 0 0,-7 7 25 0 0,-24 25 1 0 0,11-14-52 0 0,-46 52 508 0 0,74-82-346 0 0,9 3 198 0 0,-7-4-319 0 0,0 1 0 0 0,0 0 0 0 0,1-1 0 0 0,-1 1 0 0 0,0-1 0 0 0,0 1-1 0 0,1-1 1 0 0,-1 0 0 0 0,0 1 0 0 0,1-1 0 0 0,-1 0 0 0 0,3 0 0 0 0,399-22 669 0 0,-399 22-756 0 0,0 0 0 0 0,0-1 0 0 0,-1 1 0 0 0,1-1 0 0 0,0 0 0 0 0,0 0 0 0 0,0-1 0 0 0,-1 1 0 0 0,1-1 0 0 0,0 1 0 0 0,5-5 1 0 0,-7 5-370 0 0,7-10-1602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14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944 49 2876 0 0,'-15'-37'8120'0'0,"14"35"-7291"0"0,1 1-740 0 0,0 1 1 0 0,0-1-1 0 0,0 1 0 0 0,0 0 1 0 0,0-1-1 0 0,0 1 0 0 0,0 0 0 0 0,0-1 1 0 0,0 1-1 0 0,0-1 0 0 0,0 1 1 0 0,0 0-1 0 0,1-1 0 0 0,-1 1 0 0 0,0 0 1 0 0,0-1-1 0 0,0 1 0 0 0,0 0 1 0 0,1-1-1 0 0,-1 1 0 0 0,0 0 1 0 0,0-1-1 0 0,1 1 0 0 0,-1 0 0 0 0,0 0 1 0 0,1-1-1 0 0,4 4 200 0 0,1 0 0 0 0,-1 1-1 0 0,0-1 1 0 0,-1 1 0 0 0,1 0 0 0 0,-1 0-1 0 0,1 1 1 0 0,-1-1 0 0 0,5 9 0 0 0,32 52 989 0 0,-35-53-1019 0 0,28 47 442 0 0,-4 1-1 0 0,-2 2 1 0 0,-3 2 0 0 0,-3 0-1 0 0,21 98 1 0 0,-34-114-541 0 0,-2 0-1 0 0,-2 0 1 0 0,-3 0 0 0 0,-1 0 0 0 0,-3 1 0 0 0,-2-1-1 0 0,-1 0 1 0 0,-19 71 0 0 0,5-55-91 0 0,-3-1 1 0 0,-3-2-1 0 0,-2 0 0 0 0,-3-1 1 0 0,-68 101-1 0 0,33-73-623 0 0,-4-2 0 0 0,-140 134 0 0 0,-85 44-3341 0 0,89-99-3715 0 0,67-61-1538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20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99 2096 0 0,'19'-29'6652'0'0,"-16"25"-6120"0"0,1 0-1 0 0,-1 1 1 0 0,1-1 0 0 0,-1 1 0 0 0,6-3-1 0 0,-7 4-436 0 0,0 1-1 0 0,1 0 0 0 0,-1 0 0 0 0,0 0 0 0 0,1 0 0 0 0,-1 0 1 0 0,0 0-1 0 0,1 1 0 0 0,-1-1 0 0 0,1 1 0 0 0,-1-1 0 0 0,1 1 1 0 0,-1 0-1 0 0,1 0 0 0 0,-1 0 0 0 0,1 1 0 0 0,-1-1 0 0 0,1 0 0 0 0,-1 1 1 0 0,1 0-1 0 0,-1 0 0 0 0,0-1 0 0 0,1 1 0 0 0,-1 1 0 0 0,4 1 1 0 0,-2 0-20 0 0,0 0 0 0 0,0 0 0 0 0,0 0 0 0 0,-1 0 0 0 0,1 1 0 0 0,-1-1 0 0 0,0 1 1 0 0,0 0-1 0 0,0 0 0 0 0,-1 0 0 0 0,1 0 0 0 0,-1 1 0 0 0,0-1 0 0 0,1 6 0 0 0,0-2-15 0 0,-2-1 0 0 0,1 1 0 0 0,-1 0 0 0 0,-1 0-1 0 0,1 0 1 0 0,-1 0 0 0 0,0 0 0 0 0,-2 8 0 0 0,-2 3-14 0 0,0-1 1 0 0,-1 1 0 0 0,0-1 0 0 0,-2 0 0 0 0,0-1 0 0 0,-15 26-1 0 0,8-18 30 0 0,-2 0 0 0 0,0 0 0 0 0,-29 32-1 0 0,41-51 91 0 0,17-15-135 0 0,21-18-48 0 0,179-152-53 0 0,-2 1-64 0 0,-193 162 125 0 0,-2-1 0 0 0,16-21 0 0 0,-31 37 4 0 0,-4-8 29 0 0,-7 15 27 0 0,0 0 0 0 0,0 1 0 0 0,1 0 0 0 0,-1 1 0 0 0,2 0-1 0 0,-1 0 1 0 0,1 1 0 0 0,1 0 0 0 0,0 0 0 0 0,-8 14 0 0 0,9-14-32 0 0,1 0-1 0 0,1 0 1 0 0,0 0 0 0 0,0 0-1 0 0,0 1 1 0 0,1-1 0 0 0,1 1-1 0 0,0 0 1 0 0,0 0 0 0 0,1 0 0 0 0,0 0-1 0 0,1 17 1 0 0,1-23-11 0 0,0 1 0 0 0,0-1 0 0 0,0 0-1 0 0,1 0 1 0 0,-1 0 0 0 0,1 0 0 0 0,0 0 0 0 0,0 0 0 0 0,1-1 0 0 0,-1 1-1 0 0,1-1 1 0 0,0 1 0 0 0,0-1 0 0 0,0 0 0 0 0,0 0 0 0 0,0 0 0 0 0,1 0 0 0 0,-1-1-1 0 0,1 0 1 0 0,0 1 0 0 0,0-1 0 0 0,0-1 0 0 0,8 4 0 0 0,6 1-112 0 0,-1-1-1 0 0,2-1 1 0 0,-1 0 0 0 0,24 1 0 0 0,1-2-1424 0 0,83-4 0 0 0,-15-14-4744 0 0,-67 5 883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20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6 1316 0 0,'-3'-1'1890'0'0,"-2"0"-1481"0"0,2 0 148 0 0,1 0 1 0 0,-1 1 0 0 0,0-1-1 0 0,1 1 1 0 0,-1 0 0 0 0,0-1-1 0 0,0 1 1 0 0,1 1 0 0 0,-1-1 0 0 0,0 0-1 0 0,0 1 1 0 0,1-1 0 0 0,-1 1-1 0 0,0 0 1 0 0,-5 2 859 0 0,9-2-1316 0 0,-1 0 1 0 0,0 1 0 0 0,0-1-1 0 0,1 0 1 0 0,-1 0 0 0 0,1 0 0 0 0,-1 0-1 0 0,1 0 1 0 0,-1 0 0 0 0,1 0 0 0 0,0-1-1 0 0,-1 1 1 0 0,1 0 0 0 0,0 0-1 0 0,0 0 1 0 0,0-1 0 0 0,-1 1 0 0 0,1 0-1 0 0,0-1 1 0 0,0 1 0 0 0,0-1-1 0 0,0 1 1 0 0,0-1 0 0 0,0 1 0 0 0,0-1-1 0 0,0 0 1 0 0,0 1 0 0 0,2-1 0 0 0,36 6 392 0 0,-31-5-228 0 0,31 3-179 0 0,0-3 0 0 0,46-3 0 0 0,22-11-3644 0 0,-103 12 2851 0 0,1 1 1 0 0,-1-1-1 0 0,1-1 1 0 0,-1 1-1 0 0,1-1 0 0 0,-1 0 1 0 0,0 0-1 0 0,0 0 1 0 0,0 0-1 0 0,6-5 1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20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 1792 0 0,'-2'0'1953'0'0,"-1"0"-1419"0"0,0 0 0 0 0,0 0 0 0 0,0 1 0 0 0,1 0 0 0 0,-1-1-1 0 0,0 1 1 0 0,0 0 0 0 0,1 0 0 0 0,-1 0 0 0 0,0 0 0 0 0,1 1 0 0 0,-1-1 0 0 0,1 1 0 0 0,-5 3 0 0 0,3 0 109 0 0,0-1 1 0 0,0 1 0 0 0,0 0 0 0 0,0 0 0 0 0,1 0-1 0 0,-5 10 1 0 0,-1 7 412 0 0,0 0-1 0 0,-9 43 1 0 0,14-49-764 0 0,-1 4-173 0 0,-21 95 775 0 0,24-101-1239 0 0,0 0 0 0 0,1 0-1 0 0,1 1 1 0 0,0-1 0 0 0,1 0-1 0 0,3 17 1 0 0,-4-29 78 0 0,1 1-1 0 0,0 0 1 0 0,0 0-1 0 0,-1 0 1 0 0,2-1-1 0 0,-1 1 1 0 0,0 0-1 0 0,0-1 1 0 0,1 1-1 0 0,0-1 1 0 0,-1 1-1 0 0,1-1 1 0 0,0 0-1 0 0,0 0 1 0 0,0 0-1 0 0,1 0 1 0 0,-1 0-1 0 0,5 2 1 0 0,-5-2-233 0 0,1-1 1 0 0,0 0 0 0 0,0 0 0 0 0,-1-1 0 0 0,1 1-1 0 0,0-1 1 0 0,0 1 0 0 0,0-1 0 0 0,0 0-1 0 0,0 0 1 0 0,0 0 0 0 0,4-1 0 0 0,10-2-3840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21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169 100 1276 0 0,'73'-99'15057'0'0,"-80"111"-13408"0"0,5-7-1577 0 0,0-1 0 0 0,1 0 0 0 0,-1 1 0 0 0,1-1 0 0 0,0 1 0 0 0,0 0 0 0 0,0-1 0 0 0,1 1 0 0 0,0 0 0 0 0,0-1 0 0 0,0 1 0 0 0,0 0 0 0 0,1-1 0 0 0,0 1 0 0 0,0 0 0 0 0,0-1 0 0 0,0 1 0 0 0,1-1 0 0 0,-1 0 0 0 0,1 1 0 0 0,0-1 0 0 0,1 0 0 0 0,-1 0 0 0 0,1 0 1 0 0,0 0-1 0 0,0-1 0 0 0,0 1 0 0 0,0-1 0 0 0,1 0 0 0 0,-1 0 0 0 0,1 0 0 0 0,0 0 0 0 0,0 0 0 0 0,0-1 0 0 0,0 0 0 0 0,0 0 0 0 0,0 0 0 0 0,1 0 0 0 0,-1-1 0 0 0,1 0 0 0 0,8 2 0 0 0,-7-2-57 0 0,0 0 1 0 0,-1-1 0 0 0,1 0 0 0 0,0 0 0 0 0,0 0-1 0 0,-1 0 1 0 0,1-1 0 0 0,0 0 0 0 0,-1 0 0 0 0,1-1-1 0 0,-1 0 1 0 0,1 0 0 0 0,-1 0 0 0 0,0 0 0 0 0,0-1-1 0 0,0 0 1 0 0,0 0 0 0 0,0 0 0 0 0,-1-1 0 0 0,1 1-1 0 0,-1-1 1 0 0,0 0 0 0 0,0-1 0 0 0,-1 1 0 0 0,4-6-1 0 0,-5 9 19 0 0,-1 18 106 0 0,-16 46 1170 0 0,2 1-1 0 0,-6 91 0 0 0,13-103-745 0 0,-2 22 106 0 0,-20 147 621 0 0,20-177-875 0 0,-2 1 1 0 0,-29 79-1 0 0,28-97-77 0 0,-1-1 0 0 0,-29 46 0 0 0,36-64-249 0 0,0-1 1 0 0,-1 1-1 0 0,0-1 1 0 0,-1 0-1 0 0,1 0 1 0 0,-1-1-1 0 0,-1 0 1 0 0,1 0-1 0 0,-1 0 1 0 0,0-1-1 0 0,0 0 1 0 0,-15 6-1 0 0,19-10-42 0 0,0 0 1 0 0,0 0-1 0 0,-1 0 0 0 0,1-1 0 0 0,0 0 1 0 0,0 1-1 0 0,0-1 0 0 0,0-1 0 0 0,0 1 1 0 0,-1 0-1 0 0,1-1 0 0 0,0 0 0 0 0,0 0 1 0 0,0 0-1 0 0,0-1 0 0 0,1 0 0 0 0,-1 1 1 0 0,0-1-1 0 0,1 0 0 0 0,-1-1 0 0 0,1 1 0 0 0,-1 0 1 0 0,1-1-1 0 0,0 0 0 0 0,-5-6 0 0 0,4 4-117 0 0,0 0 0 0 0,0 0 0 0 0,1 0 0 0 0,0-1-1 0 0,0 0 1 0 0,0 1 0 0 0,1-1 0 0 0,0 0-1 0 0,0 0 1 0 0,0 0 0 0 0,1 0 0 0 0,-1-1-1 0 0,2 1 1 0 0,-1 0 0 0 0,1-1 0 0 0,0-8 0 0 0,3-2-745 0 0,1 1 0 0 0,0-1 1 0 0,1 0-1 0 0,0 1 1 0 0,2 0-1 0 0,0 0 1 0 0,12-20-1 0 0,6-4-2670 0 0,43-52 1 0 0,0 10-4678 0 0,-30 42 638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21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1880 0 0,'3'-4'793'0'0,"-1"2"-2"0"0,2-1 792 0 0,-3 1-792 0 0,1 0 0 0 0,0 1 0 0 0,0-1 0 0 0,1 1 1 0 0,-1 0-1 0 0,0 0 0 0 0,0 0 0 0 0,1 0 0 0 0,3-1 1 0 0,42-6 3358 0 0,31 4-2029 0 0,13-3-1442 0 0,-29 2-577 0 0,42-7-1565 0 0,-94 9-92 0 0,0 0 1 0 0,0 0 0 0 0,20-9 0 0 0,-18 5-4028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21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5 1324 0 0,'-3'-1'2359'0'0,"1"0"-1973"0"0,0 1 0 0 0,1-1 0 0 0,-1 1 1 0 0,0 0-1 0 0,1-1 0 0 0,-1 1 0 0 0,0 0 0 0 0,0 0 0 0 0,0 0 1 0 0,1 0-1 0 0,-1 0 0 0 0,0 0 0 0 0,0 1 0 0 0,1-1 0 0 0,-1 1 1 0 0,0-1-1 0 0,1 1 0 0 0,-1 0 0 0 0,0-1 0 0 0,1 1 0 0 0,-1 0 1 0 0,1 0-1 0 0,-1 0 0 0 0,-1 2 0 0 0,1-1-45 0 0,0 1 1 0 0,1 0-1 0 0,-1 0 1 0 0,0-1-1 0 0,1 1 1 0 0,0 0-1 0 0,0 1 0 0 0,0-1 1 0 0,0 0-1 0 0,0 0 1 0 0,0 0-1 0 0,1 0 1 0 0,0 1-1 0 0,-1 3 0 0 0,0 215 3166 0 0,-1-195-3464 0 0,1 56-2445 0 0,1-73 860 0 0,1-1 1 0 0,0 0-1 0 0,5 14 0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22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53 125 976 0 0,'6'-15'2327'0'0,"-1"2"-26"0"0,1 1 0 0 0,1-1-1 0 0,12-17 1 0 0,-17 27-1984 0 0,1-1 1 0 0,0 1 0 0 0,1 0 0 0 0,-1 0-1 0 0,1 0 1 0 0,-1 0 0 0 0,1 1-1 0 0,0-1 1 0 0,0 1 0 0 0,0 0-1 0 0,0 0 1 0 0,0 0 0 0 0,0 1 0 0 0,0-1-1 0 0,5 0 1 0 0,0 1-118 0 0,1 0 0 0 0,-1 1-1 0 0,0 0 1 0 0,0 1 0 0 0,0-1 0 0 0,0 2 0 0 0,0-1 0 0 0,0 1 0 0 0,9 4-1 0 0,-12-4-149 0 0,1 0 0 0 0,-1 0 0 0 0,0 1 0 0 0,1 0 0 0 0,-1 1 0 0 0,-1-1 0 0 0,1 1 0 0 0,0 0 0 0 0,-1 0 0 0 0,0 1 0 0 0,0 0 0 0 0,7 8 0 0 0,-11-11-37 0 0,0 1 1 0 0,0-1 0 0 0,0 1-1 0 0,0 0 1 0 0,0-1 0 0 0,-1 1 0 0 0,1 0-1 0 0,-1-1 1 0 0,0 1 0 0 0,0 0 0 0 0,0 0-1 0 0,0-1 1 0 0,0 1 0 0 0,0 0 0 0 0,-1 0-1 0 0,0-1 1 0 0,1 1 0 0 0,-1 0 0 0 0,0-1-1 0 0,0 1 1 0 0,0-1 0 0 0,-1 1 0 0 0,1-1-1 0 0,0 0 1 0 0,-3 3 0 0 0,-5 8 88 0 0,-1-1-1 0 0,0 0 1 0 0,-14 13 0 0 0,17-19-28 0 0,-149 128 1896 0 0,55-50-207 0 0,99-83-1681 0 0,1-1 1 0 0,0 1 0 0 0,0 0-1 0 0,0 0 1 0 0,0-1 0 0 0,0 1 0 0 0,0 0-1 0 0,0 0 1 0 0,1 0 0 0 0,-1 0-1 0 0,0 0 1 0 0,0 0 0 0 0,1 0-1 0 0,-1 1 1 0 0,1-1 0 0 0,-1 0 0 0 0,1 0-1 0 0,-1 0 1 0 0,1 1 0 0 0,0-1-1 0 0,0 0 1 0 0,0 0 0 0 0,-1 1-1 0 0,1-1 1 0 0,1 2 0 0 0,-1-2-46 0 0,1 0 0 0 0,0 0 0 0 0,-1-1 0 0 0,1 1 0 0 0,0 0 0 0 0,0-1 0 0 0,0 1 0 0 0,0-1 0 0 0,0 1 0 0 0,0-1 0 0 0,0 0 0 0 0,0 1 0 0 0,0-1 0 0 0,0 0 1 0 0,0 1-1 0 0,0-1 0 0 0,0 0 0 0 0,0 0 0 0 0,0 0 0 0 0,1 0 0 0 0,22 0 166 0 0,-22 0-196 0 0,48-3 221 0 0,57-9 1 0 0,-59 6-171 0 0,258-40 132 0 0,-286 45-165 0 0,-15 1-25 0 0,1-1 0 0 0,-1 0 0 0 0,0 0 0 0 0,0 0 0 0 0,1 0 0 0 0,-1-1 0 0 0,0 0-1 0 0,0 0 1 0 0,5-3 0 0 0,-8 4-195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22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3000 0 0,'19'-2'2352'0'0,"-4"2"613"0"0,7 0-1249 0 0,-4 2-1912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29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64 104 1696 0 0,'-19'0'8186'0'0,"13"0"-7760"0"0,-20 3 8976 0 0,14-2-5561 0 0,66-13-3617 0 0,1 2-1 0 0,79-3 0 0 0,-72 8-178 0 0,806-34 197 0 0,-167 14-1615 0 0,-660 23 1378 0 0,-21 2-1350 0 0,3-1-4552 0 0,-49 14-2222 0 0,11-9 2744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31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2100 0 0,'22'-62'23638'0'0,"-23"64"-23585"0"0,0 0 0 0 0,0 0-1 0 0,0 1 1 0 0,0-1-1 0 0,1 1 1 0 0,-1-1 0 0 0,1 0-1 0 0,-1 1 1 0 0,1-1-1 0 0,0 4 1 0 0,-1-2-75 0 0,-3 29 59 0 0,1 0-1 0 0,1 42 1 0 0,2-71-44 0 0,0 10 6 0 0,1-1 1 0 0,0 0-1 0 0,0 1 1 0 0,2-1-1 0 0,-1 0 1 0 0,2 0-1 0 0,6 18 1 0 0,-7-26 10 0 0,-1 0 0 0 0,0-1 0 0 0,1 1 0 0 0,0-1 0 0 0,0 0 0 0 0,0 0 0 0 0,0 0 0 0 0,1 0 0 0 0,0 0 0 0 0,0-1 1 0 0,0 1-1 0 0,0-1 0 0 0,0 0 0 0 0,1 0 0 0 0,-1-1 0 0 0,1 1 0 0 0,-1-1 0 0 0,1 0 0 0 0,0-1 0 0 0,0 1 0 0 0,10 1 0 0 0,1-1 0 0 0,1 0 0 0 0,0-2 0 0 0,0 0 0 0 0,0 0 0 0 0,0-2 0 0 0,27-5 0 0 0,-33 4-16 0 0,-1 0 0 0 0,1 0-1 0 0,-1-1 1 0 0,0 0 0 0 0,0 0-1 0 0,0-1 1 0 0,-1-1 0 0 0,0 0 0 0 0,0 0-1 0 0,0-1 1 0 0,10-9 0 0 0,-14 9-3 0 0,0 1 1 0 0,-1 0 0 0 0,1-1-1 0 0,-2 0 1 0 0,1 0 0 0 0,-1 0-1 0 0,0-1 1 0 0,4-13 0 0 0,-4 8-6 0 0,0 0 0 0 0,-1 0 0 0 0,0-1-1 0 0,-1-14 1 0 0,-4 14-44 0 0,3 14 57 0 0,0 0 0 0 0,-1 0 0 0 0,1 0 0 0 0,0 0 0 0 0,0 0 0 0 0,-1 0-1 0 0,1 0 1 0 0,0 0 0 0 0,0 0 0 0 0,-1 0 0 0 0,1 0 0 0 0,0 0 0 0 0,0 0 0 0 0,-1 0 0 0 0,1 0 0 0 0,0 1 0 0 0,0-1-1 0 0,-1 0 1 0 0,1 0 0 0 0,0 0 0 0 0,0 0 0 0 0,0 1 0 0 0,-1-1 0 0 0,1 0 0 0 0,0 0 0 0 0,0 0 0 0 0,0 1 0 0 0,0-1-1 0 0,-1 0 1 0 0,-12 25-56 0 0,4 10 69 0 0,1 1-1 0 0,-4 53 0 0 0,3 77 87 0 0,7-117-85 0 0,-9 407 436 0 0,10-407-389 0 0,-15 81 0 0 0,13-112 3 0 0,-1-1 0 0 0,-1 0 0 0 0,-1 0 0 0 0,0-1 1 0 0,-1 0-1 0 0,-1 0 0 0 0,0 0 0 0 0,-12 16 1 0 0,18-29-47 0 0,-1 1 1 0 0,0-1 0 0 0,0 0 0 0 0,0 0 0 0 0,0 0 0 0 0,0-1 0 0 0,0 1 0 0 0,-1-1 0 0 0,1 1 0 0 0,-1-1 0 0 0,0 0 0 0 0,1-1 0 0 0,-1 1 0 0 0,0-1 0 0 0,0 1 0 0 0,0-1 0 0 0,0 0 0 0 0,0-1 0 0 0,-1 1 0 0 0,1-1 0 0 0,0 1 0 0 0,0-1 0 0 0,0-1 0 0 0,-1 1 0 0 0,1-1 0 0 0,0 1 0 0 0,0-1 0 0 0,0 0-1 0 0,0-1 1 0 0,0 1 0 0 0,0-1 0 0 0,0 1 0 0 0,1-1 0 0 0,-1 0 0 0 0,-6-6 0 0 0,3 4-2 0 0,1-1-1 0 0,0 0 0 0 0,0 0 0 0 0,0-1 1 0 0,1 1-1 0 0,-1-2 0 0 0,2 1 0 0 0,-1 0 1 0 0,1-1-1 0 0,-1 0 0 0 0,2 0 0 0 0,-1 0 1 0 0,1 0-1 0 0,0-1 0 0 0,1 1 0 0 0,0-1 1 0 0,0 0-1 0 0,-1-11 0 0 0,3 4-166 0 0,1 0 0 0 0,1 1 0 0 0,0-1 0 0 0,1 1 0 0 0,1-1 0 0 0,0 1 0 0 0,1 0 0 0 0,0 1 0 0 0,1-1 0 0 0,1 1 0 0 0,0 0 0 0 0,1 1 0 0 0,0-1 0 0 0,16-17 0 0 0,-5 8-1504 0 0,2 0 1 0 0,28-23-1 0 0,48-27-9948 0 0,-76 58 4304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33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6 1124 0 0,'0'0'2992'0'0,"-12"-5"-547"0"0,25 7-6602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37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186 115 2188 0 0,'-67'-22'7088'0'0,"-49"-14"4270"0"0,114 36-10497 0 0,2-1-828 0 0,0 0 1 0 0,1 0 0 0 0,-1 0-1 0 0,0 1 1 0 0,1-1 0 0 0,-1 0-1 0 0,1 0 1 0 0,-1 0 0 0 0,1 1 0 0 0,-1-1-1 0 0,1 0 1 0 0,0 1 0 0 0,-1-1-1 0 0,1 0 1 0 0,0 1 0 0 0,0-1-1 0 0,-1 1 1 0 0,1-1 0 0 0,0 1-1 0 0,0 0 1 0 0,0-1 0 0 0,0 1-1 0 0,0 0 1 0 0,1-1 0 0 0,26-5 129 0 0,-26 6-128 0 0,195-28 908 0 0,-97 22-3624 0 0,-4 10-8718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37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 3076 0 0,'-81'31'16457'0'0,"125"-26"-14715"0"0,174-14-3987 0 0,-56 3-7862 0 0,-117 4 3588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38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539 110 476 0 0,'0'-27'7011'0'0,"0"-11"-686"0"0,-2 22-4012 0 0,2-3-668 0 0,0 17-1010 0 0,0 2-607 0 0,0 0 1 0 0,0 0-1 0 0,0 0 1 0 0,0-1-1 0 0,0 1 0 0 0,0 0 1 0 0,0 0-1 0 0,0-1 0 0 0,0 1 1 0 0,0 0-1 0 0,0-1 1 0 0,0 1-1 0 0,0 0 0 0 0,0 0 1 0 0,0 0-1 0 0,0-1 0 0 0,0 1 1 0 0,0 0-1 0 0,0 0 1 0 0,0-1-1 0 0,-1 1 0 0 0,1 0 1 0 0,0 0-1 0 0,0 0 0 0 0,0-1 1 0 0,0 1-1 0 0,-1 0 0 0 0,1 0 1 0 0,0 0-1 0 0,0-1 1 0 0,0 1-1 0 0,-1 0 0 0 0,1 0 1 0 0,0 0-1 0 0,0 0 0 0 0,-1 0 1 0 0,1 0-1 0 0,0 0 1 0 0,0 0-1 0 0,-1 0 0 0 0,1 0 1 0 0,0-1-1 0 0,-16 5 202 0 0,1 0-1 0 0,0 1 0 0 0,1 0 1 0 0,-27 15-1 0 0,-58 37 34 0 0,86-49-244 0 0,-12 9 134 0 0,1 0-1 0 0,1 2 1 0 0,1 1-1 0 0,0 0 1 0 0,2 2 0 0 0,-21 27-1 0 0,19-20 179 0 0,2 2 0 0 0,1 0 0 0 0,1 1-1 0 0,-22 55 1 0 0,36-74-216 0 0,-1 0-1 0 0,2 1 1 0 0,-1-1-1 0 0,2 0 1 0 0,0 1-1 0 0,1 0 0 0 0,0 24 1 0 0,2-29-13 0 0,0 0-1 0 0,0 0 1 0 0,1 0 0 0 0,0 0 0 0 0,1-1-1 0 0,0 1 1 0 0,0-1 0 0 0,1 0-1 0 0,0 0 1 0 0,0 0 0 0 0,1 0 0 0 0,10 12-1 0 0,-7-11 59 0 0,1 0-1 0 0,0 0 1 0 0,1-1-1 0 0,-1 0 0 0 0,2-1 1 0 0,-1 0-1 0 0,1-1 1 0 0,22 10-1 0 0,-15-9 85 0 0,0-1 0 0 0,0-1 0 0 0,1-1 0 0 0,-1 0 0 0 0,26 1 0 0 0,-4-4 411 0 0,0-2-1 0 0,0-1 1 0 0,0-2 0 0 0,75-18-1 0 0,-80 13-598 0 0,0-1 0 0 0,0-2 0 0 0,-2-2 0 0 0,0-1 0 0 0,0-1 0 0 0,-1-2 0 0 0,50-37 0 0 0,-65 41-39 0 0,0-1 0 0 0,-1-1 0 0 0,0 0 0 0 0,-2-1-1 0 0,23-33 1 0 0,-28 35-13 0 0,-1 1-1 0 0,-1-1 1 0 0,0-1-1 0 0,-1 1 1 0 0,0-1-1 0 0,-2 0 1 0 0,0 0-1 0 0,3-25 1 0 0,-6 30-4 0 0,0 0 0 0 0,-1 0 0 0 0,-1-1 0 0 0,0 1 0 0 0,0 0 0 0 0,-1 0 0 0 0,-1 0 0 0 0,1 1 0 0 0,-2-1 0 0 0,1 1 0 0 0,-2-1 0 0 0,1 1 0 0 0,-2 0 0 0 0,1 1 0 0 0,-1-1 0 0 0,0 1 0 0 0,-1 0 0 0 0,0 1 0 0 0,-1 0 0 0 0,0 0 0 0 0,0 0 0 0 0,0 1 0 0 0,-12-7 0 0 0,0 1 0 0 0,0 0 0 0 0,-1 2 0 0 0,0 1 0 0 0,-1 1 0 0 0,0 0 0 0 0,-1 2 0 0 0,0 0 0 0 0,0 2 0 0 0,-46-5 0 0 0,23 7-1759 0 0,-1 2-1 0 0,1 3 1 0 0,-73 11 0 0 0,-136 43-10091 0 0,153-28 374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40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52 16 0 0,'0'0'2553'0'0,"-9"-7"-3947"0"0,2-29 3073 0 0,7 27-2732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44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1 148 0 0,'0'0'2514'0'0,"1"23"6222"0"0,2-17-11515 0 0,7-4 109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44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1176 0 0,'0'0'5095'0'0,"17"12"-313"0"0,-16-10-4997 0 0,0 1 109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45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2548 0 0,'0'0'6841'0'0,"9"5"-5169"0"0,-14 7-3036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2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16 0 0,'-8'8'8934'0'0,"8"-8"-8935"0"0,0 0 0 0 0,-1 1 0 0 0,1-1 0 0 0,0 0 1 0 0,-1 1-1 0 0,1-1 0 0 0,0 0 0 0 0,0 0 0 0 0,-1 1 0 0 0,1-1 0 0 0,0 0 0 0 0,0 1 0 0 0,0-1 0 0 0,-1 1 0 0 0,1-1 0 0 0,0 0 0 0 0,0 1 1 0 0,0-1-1 0 0,0 0 0 0 0,0 1 0 0 0,0-1 0 0 0,0 1 0 0 0,0-1 0 0 0,0 0 0 0 0,0 1 0 0 0,0-1 0 0 0,0 1 0 0 0,0-1 0 0 0,0 0 0 0 0,0 1 1 0 0,0-1-1 0 0,0 1 0 0 0,1-1 0 0 0,-1 0 0 0 0,0 1 0 0 0,0-1 0 0 0,0 0 0 0 0,1 1 0 0 0,-1-1 0 0 0,0 0 0 0 0,0 1 0 0 0,1-1 0 0 0,-1 0 1 0 0,0 0-1 0 0,1 1 0 0 0,-1-1 0 0 0,0 0 0 0 0,1 0 0 0 0,-1 0 0 0 0,0 1 0 0 0,1-1 0 0 0,-1 0 0 0 0,1 0 0 0 0,-1 0 0 0 0,27 6-3794 0 0,-11-6 1095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8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61 6285 0 0,'-1'-18'4148'0'0,"-5"-16"9861"0"0,3 25-13405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02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50 488 0 0,'-16'-4'3475'0'0,"-9"2"266"0"0,-34 3 0 0 0,41 0-3162 0 0,43-13-349 0 0,-13 9-222 0 0,96-22 108 0 0,-96 23-549 0 0,1 0 1 0 0,-1 1 0 0 0,1 1 0 0 0,0 0 0 0 0,0 1 0 0 0,18 3 0 0 0,-28-4 133 0 0,-1 1 1 0 0,1-1 0 0 0,0 1-1 0 0,0 0 1 0 0,-1 0 0 0 0,1 1-1 0 0,-1-1 1 0 0,1 1-1 0 0,-1-1 1 0 0,1 1 0 0 0,-1 0-1 0 0,0-1 1 0 0,0 1 0 0 0,0 0-1 0 0,0 1 1 0 0,3 3-1 0 0,-2 4-1577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0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11 1580 0 0,'-53'48'9210'0'0,"57"-48"-9157"0"0,-1 0-1 0 0,1-1 1 0 0,-1 0 0 0 0,1 0-1 0 0,-1 0 1 0 0,5-2-1 0 0,-8 3-36 0 0,104-30-1187 0 0,-34 14-3624 0 0,-44 11 1991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04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1 178 512 0 0,'0'0'15385'0'0,"0"-1"-15317"0"0,0 1-1 0 0,1 0 0 0 0,-1-1 0 0 0,0 1 0 0 0,1-1 0 0 0,-1 1 1 0 0,1 0-1 0 0,-1 0 0 0 0,1-1 0 0 0,-1 1 0 0 0,1 0 0 0 0,-1 0 0 0 0,1-1 1 0 0,-1 1-1 0 0,1 0 0 0 0,-1 0 0 0 0,1 0 0 0 0,-1 0 0 0 0,1 0 0 0 0,0 0 1 0 0,51-3 680 0 0,0-3 0 0 0,65-15 1 0 0,-37 6-539 0 0,212-38 420 0 0,-46 8-1361 0 0,-82 18-4268 0 0,-133 25-212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04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61 1760 0 0,'-62'-60'11927'0'0,"56"73"-10219"0"0,4 0-902 0 0,0-1-1 0 0,1 1 1 0 0,0 0-1 0 0,2 23 1 0 0,-1-8-244 0 0,-9 147 833 0 0,0 13-998 0 0,9-158-998 0 0,2-1-1 0 0,1 1 1 0 0,2-1 0 0 0,10 40-1 0 0,-12-60 209 0 0,23 68-2984 0 0,-21-66 1285 0 0,0-1-1 0 0,12 17 1 0 0,0-4-4227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05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249 106 888 0 0,'-82'-78'13881'0'0,"67"87"-13561"0"0,11-3-269 0 0,-1-1-1 0 0,1 0 0 0 0,1 1 0 0 0,-1-1 1 0 0,1 1-1 0 0,-1 0 0 0 0,2 1 0 0 0,-4 7 1 0 0,-3 8 138 0 0,-14 33 408 0 0,3 1 1 0 0,3 0-1 0 0,-20 109 1 0 0,33-141-490 0 0,1 0 1 0 0,1 0-1 0 0,1 1 0 0 0,3 30 0 0 0,-2-47-56 0 0,1 1 0 0 0,0 0 0 0 0,1-1 0 0 0,0 1-1 0 0,1-1 1 0 0,0 0 0 0 0,0 1 0 0 0,0-1 0 0 0,1 0-1 0 0,0-1 1 0 0,1 1 0 0 0,0-1 0 0 0,0 0 0 0 0,0 0-1 0 0,8 7 1 0 0,-7-10 24 0 0,0 0-1 0 0,0 0 1 0 0,0-1 0 0 0,0 0-1 0 0,1 0 1 0 0,-1-1 0 0 0,1 1-1 0 0,0-2 1 0 0,-1 1 0 0 0,1-1-1 0 0,0 0 1 0 0,0 0 0 0 0,0 0-1 0 0,0-1 1 0 0,0 0-1 0 0,0-1 1 0 0,7-1 0 0 0,11-2 190 0 0,-1-1 0 0 0,0-1 0 0 0,33-12 0 0 0,-27 6 32 0 0,1-1 0 0 0,-1-1 0 0 0,-1-1 0 0 0,-1-2 0 0 0,0-1 0 0 0,-1-1 0 0 0,-1-2 0 0 0,-1 0 0 0 0,28-31 0 0 0,-41 37-172 0 0,0 0 1 0 0,0-1-1 0 0,-2 0 0 0 0,0-1 1 0 0,0 0-1 0 0,-2-1 0 0 0,8-23 1 0 0,-11 25-98 0 0,-1 1 0 0 0,-1 0 0 0 0,0-1-1 0 0,-2 0 1 0 0,1 1 0 0 0,-2-1 0 0 0,0 0 0 0 0,-1 0 0 0 0,-5-28 0 0 0,3 32-81 0 0,1 1 1 0 0,-2 0-1 0 0,1 0 1 0 0,-2 0-1 0 0,1 0 1 0 0,-1 1-1 0 0,-1 0 0 0 0,0 0 1 0 0,0 0-1 0 0,-1 1 1 0 0,-16-17-1 0 0,18 21-164 0 0,-1 0 0 0 0,-1 0 1 0 0,1 1-1 0 0,-1-1 0 0 0,0 2 0 0 0,0-1 1 0 0,0 1-1 0 0,0 0 0 0 0,0 0 0 0 0,-1 1 1 0 0,1 0-1 0 0,-1 0 0 0 0,0 0 0 0 0,0 1 1 0 0,0 1-1 0 0,1-1 0 0 0,-1 1 0 0 0,-14 2 1 0 0,-6 3-939 0 0,0 0 0 0 0,0 2 1 0 0,-37 15-1 0 0,-80 39-5852 0 0,144-60 6902 0 0,-94 43-7246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10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32 832 0 0,'-31'-28'9429'0'0,"47"27"-9214"0"0,46 1 134 0 0,-16 1-244 0 0,-15-2-224 0 0,43-2-164 0 0,-25 4-4104 0 0,-32 0 650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10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3 1504 0 0,'-99'30'9372'0'0,"97"-30"-9100"0"0,-5 6 648 0 0,40-5-788 0 0,1-2 1 0 0,50-7-1 0 0,-27 2-492 0 0,152-12-6490 0 0,-166 12 3999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11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451 209 496 0 0,'0'0'1544'0'0,"-1"-12"3107"0"0,-1 3-3044 0 0,2 8-1472 0 0,0 0-1 0 0,0 0 0 0 0,0 0 1 0 0,0 0-1 0 0,0 0 0 0 0,-1 1 0 0 0,1-1 1 0 0,0 0-1 0 0,0 0 0 0 0,-1 0 1 0 0,1 0-1 0 0,0 1 0 0 0,-1-1 1 0 0,1 0-1 0 0,-1 0 0 0 0,1 1 1 0 0,-1-1-1 0 0,1 0 0 0 0,-1 1 1 0 0,0-1-1 0 0,1 0 0 0 0,-1 1 0 0 0,0-1 1 0 0,1 1-1 0 0,-1-1 0 0 0,0 1 1 0 0,0-1-1 0 0,0 1 0 0 0,1 0 1 0 0,-1-1-1 0 0,0 1 0 0 0,0 0 1 0 0,0 0-1 0 0,-1-1 0 0 0,-2 3-140 0 0,1 0 0 0 0,0 1 0 0 0,0-1 1 0 0,0 1-1 0 0,0-1 0 0 0,0 1 0 0 0,1 0 0 0 0,-4 4 0 0 0,1-2 0 0 0,-6 10-10 0 0,0 0 1 0 0,0 0 0 0 0,1 1-1 0 0,1 1 1 0 0,1 0-1 0 0,-12 35 1 0 0,18-47 14 0 0,-4 11 9 0 0,1 0-1 0 0,1 1 1 0 0,0-1 0 0 0,1 1-1 0 0,1 0 1 0 0,1 0 0 0 0,0 1-1 0 0,1-1 1 0 0,1 0-1 0 0,0 0 1 0 0,7 29 0 0 0,-5-34 43 0 0,0-1 0 0 0,1 0 0 0 0,0 1 0 0 0,1-1 0 0 0,0-1 0 0 0,1 1 0 0 0,0-1 0 0 0,0 0 0 0 0,1 0 0 0 0,1-1 0 0 0,-1 0 0 0 0,2 0 1 0 0,-1-1-1 0 0,1 0 0 0 0,0-1 0 0 0,1 0 0 0 0,18 11 0 0 0,-17-13 190 0 0,1 0 0 0 0,0-1 0 0 0,0-1 0 0 0,0 0 0 0 0,1 0 1 0 0,-1-1-1 0 0,1-1 0 0 0,-1 0 0 0 0,1-1 0 0 0,0 0 0 0 0,-1-1 0 0 0,1 0 0 0 0,19-5 0 0 0,-12 1 208 0 0,0-1 0 0 0,-1 0 0 0 0,1-1 0 0 0,-1-1 0 0 0,-1-1 0 0 0,0-1 0 0 0,27-19 0 0 0,-28 15-267 0 0,-1 0-1 0 0,0 0 1 0 0,-2-2-1 0 0,0 0 1 0 0,0 0-1 0 0,-2-1 1 0 0,0-1-1 0 0,-1 0 1 0 0,0-1-1 0 0,-2 0 1 0 0,8-22-1 0 0,-8 18-140 0 0,-2-2 1 0 0,-1 1-1 0 0,-1-1 0 0 0,0 0 0 0 0,-2 0 1 0 0,-1 0-1 0 0,-2 0 0 0 0,0 0 0 0 0,-4-26 0 0 0,3 40-48 0 0,-1-1 0 0 0,-1 1 0 0 0,0 0-1 0 0,0 0 1 0 0,-1 1 0 0 0,0-1-1 0 0,-1 1 1 0 0,-1 0 0 0 0,-12-19 0 0 0,13 23-16 0 0,0-1 0 0 0,-1 1 0 0 0,0 0 0 0 0,0 1 1 0 0,-1-1-1 0 0,0 1 0 0 0,1 0 0 0 0,-2 1 0 0 0,1 0 1 0 0,0 0-1 0 0,-1 1 0 0 0,0-1 0 0 0,0 2 1 0 0,-10-3-1 0 0,1 1-178 0 0,-1 2 0 0 0,1 0 1 0 0,-1 1-1 0 0,1 1 0 0 0,-1 1 0 0 0,-30 5 1 0 0,3 3-960 0 0,-61 20 0 0 0,13 5-1973 0 0,-93 47 0 0 0,81-33-508 0 0,-45 18-3308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13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0 139 672 0 0,'7'-137'13306'0'0,"-4"137"-12984"0"0,-2 0-305 0 0,0-1 1 0 0,-1 1 0 0 0,1 0-1 0 0,-1 0 1 0 0,1 0-1 0 0,-1 0 1 0 0,1 0-1 0 0,0 0 1 0 0,-1 0 0 0 0,1 0-1 0 0,-1 0 1 0 0,1 0-1 0 0,-1 0 1 0 0,1 1-1 0 0,0-1 1 0 0,-1 0 0 0 0,1 0-1 0 0,-1 0 1 0 0,1 1-1 0 0,-1-1 1 0 0,1 0-1 0 0,0 1 1 0 0,7 15 288 0 0,-1 1 0 0 0,-1 0 0 0 0,0 0 0 0 0,-1 0 0 0 0,-1 0 0 0 0,3 25 0 0 0,4 114 388 0 0,-8-86-549 0 0,7 35-33 0 0,-8-93-102 0 0,1-1 1 0 0,-1 1 0 0 0,2-1 0 0 0,0 0 0 0 0,0-1 0 0 0,1 1 0 0 0,6 10 0 0 0,-9-18-4 0 0,0 0 0 0 0,0 0 0 0 0,0-1 0 0 0,0 1 0 0 0,1-1 0 0 0,-1 1 0 0 0,1-1 0 0 0,0 0 0 0 0,0 0 0 0 0,0 0 1 0 0,0 0-1 0 0,0-1 0 0 0,0 1 0 0 0,0-1 0 0 0,0 0 0 0 0,4 1 0 0 0,-1-1 1 0 0,-1 0-1 0 0,0-1 1 0 0,1 0 0 0 0,-1 0-1 0 0,1 0 1 0 0,-1 0 0 0 0,0-1 0 0 0,1 0-1 0 0,7-2 1 0 0,0-2 1 0 0,0 0 0 0 0,-1 0 0 0 0,0-1 0 0 0,0-1 0 0 0,0 0-1 0 0,-1-1 1 0 0,16-13 0 0 0,-13 7-1 0 0,0 0 0 0 0,0-2 0 0 0,-2 1 0 0 0,0-1 0 0 0,-1-1 0 0 0,17-34 0 0 0,-13 19-3 0 0,-3 0 1 0 0,0 0-1 0 0,8-41 1 0 0,-14 44-8 0 0,-1 0 0 0 0,-1 0 0 0 0,-2 0 0 0 0,-1-31 0 0 0,-1 57 90 0 0,-1 3-79 0 0,1 1 1 0 0,-1-1-1 0 0,1 0 1 0 0,-1 0-1 0 0,1 1 1 0 0,-1-1 0 0 0,1 1-1 0 0,0-1 1 0 0,-1 0-1 0 0,1 1 1 0 0,-1-1-1 0 0,1 1 1 0 0,0-1 0 0 0,0 1-1 0 0,-1-1 1 0 0,1 1-1 0 0,0-1 1 0 0,0 1-1 0 0,-1 0 1 0 0,1-1 0 0 0,0 1-1 0 0,0-1 1 0 0,0 2-1 0 0,-3 12 69 0 0,3-14-77 0 0,-7 63 181 0 0,3 1-1 0 0,3-1 0 0 0,7 66 1 0 0,-4-94-134 0 0,12 61 0 0 0,-12-86-92 0 0,1-1 1 0 0,0 0-1 0 0,0 1 0 0 0,0-1 1 0 0,1-1-1 0 0,1 1 0 0 0,0 0 1 0 0,0-1-1 0 0,0 0 0 0 0,1 0 0 0 0,9 9 1 0 0,-12-14-212 0 0,0-1 1 0 0,0 0 0 0 0,0 0 0 0 0,1 0-1 0 0,-1 0 1 0 0,1 0 0 0 0,-1-1-1 0 0,1 1 1 0 0,-1-1 0 0 0,1 0 0 0 0,0 0-1 0 0,-1-1 1 0 0,8 2 0 0 0,-5-2-778 0 0,0 0 0 0 0,0-1 1 0 0,0 1-1 0 0,0-1 0 0 0,0 0 0 0 0,0-1 1 0 0,11-3-1 0 0,3-4-3664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13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18 24 0 0,'-24'-11'9194'0'0,"9"5"-4712"0"0,42 11-2896 0 0,-3-1-1462 0 0,20 1 153 0 0,1-3 1 0 0,68-3-1 0 0,-23-2-4133 0 0,-74 0-1354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13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50 2464 0 0,'-57'-44'12239'0'0,"55"43"-11719"0"0,-7-2 554 0 0,9 3-1029 0 0,0 0-1 0 0,0-1 0 0 0,-1 1 1 0 0,1 0-1 0 0,0 0 1 0 0,0 0-1 0 0,0 0 0 0 0,-1 0 1 0 0,1 0-1 0 0,0 0 1 0 0,0 0-1 0 0,0 0 1 0 0,-1 0-1 0 0,1 0 0 0 0,0 0 1 0 0,0 0-1 0 0,0 0 1 0 0,-1 0-1 0 0,1 0 1 0 0,0 0-1 0 0,0 0 0 0 0,0 0 1 0 0,-1 0-1 0 0,1 0 1 0 0,0 0-1 0 0,0 0 0 0 0,0 1 1 0 0,0-1-1 0 0,-1 0 1 0 0,1 0-1 0 0,0 0 1 0 0,0 0-1 0 0,0 0 0 0 0,0 0 1 0 0,0 1-1 0 0,-1-1 1 0 0,1 0-1 0 0,0 0 1 0 0,0 0-1 0 0,0 1 0 0 0,0-1 1 0 0,0 0-1 0 0,0 0 1 0 0,0 0-1 0 0,0 1 0 0 0,0-1 1 0 0,0 0-1 0 0,0 0 1 0 0,0 0-1 0 0,0 1 1 0 0,0-1-1 0 0,0 0 0 0 0,0 0 1 0 0,0 0-1 0 0,0 1 1 0 0,0-1-1 0 0,0 0 1 0 0,0 0-1 0 0,0 1 0 0 0,51 162 3296 0 0,54 147-2656 0 0,-102-303-977 0 0,0 0-1 0 0,1 1 1 0 0,0-1 0 0 0,0-1-1 0 0,1 1 1 0 0,8 9 0 0 0,-11-13-270 0 0,1-1 0 0 0,0 1 1 0 0,0-1-1 0 0,1 0 1 0 0,-1 0-1 0 0,5 3 0 0 0,-4-4-412 0 0,-1 1 0 0 0,0-1-1 0 0,1 0 1 0 0,-1-1-1 0 0,1 1 1 0 0,-1 0-1 0 0,8-1 1 0 0,7 0-5812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14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2732 0 0,'0'-79'12936'0'0,"12"81"-11713"0"0,-8 1-976 0 0,0 0 0 0 0,-1 0 0 0 0,1 0-1 0 0,-1 0 1 0 0,0 1 0 0 0,0-1 0 0 0,5 8 0 0 0,-2-3 53 0 0,19 28 1045 0 0,35 66-1 0 0,14 21 136 0 0,-54-93-1061 0 0,-11-16 545 0 0,1 0 0 0 0,16 16 0 0 0,-25-29-834 0 0,1 0 0 0 0,-1 0 0 0 0,1 0 0 0 0,0 0 0 0 0,0-1 0 0 0,0 1 0 0 0,-1-1-1 0 0,1 1 1 0 0,0-1 0 0 0,0 1 0 0 0,0-1 0 0 0,0 0 0 0 0,0 0 0 0 0,0 0 0 0 0,0 0 0 0 0,0 0 0 0 0,0-1 0 0 0,0 1 0 0 0,-1 0 0 0 0,1-1 0 0 0,0 0 0 0 0,0 1 0 0 0,0-1 0 0 0,-1 0 0 0 0,1 0 0 0 0,3-2 0 0 0,0-1-18 0 0,0 0 0 0 0,-1 0 0 0 0,1 0 0 0 0,-1-1 0 0 0,0 1 1 0 0,0-1-1 0 0,0 0 0 0 0,4-8 0 0 0,21-48 358 0 0,-21 45-308 0 0,62-165 586 0 0,-56 143-4885 0 0,-1-1-4425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30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16 420 0 0,'6'-12'4170'0'0,"-4"9"-5301"0"0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23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4 184 0 0,'-14'-4'11511'0'0,"-1"7"-11140"0"0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25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1 904 0 0,'-30'7'13789'0'0,"24"-3"-12155"0"0,0 0-414 0 0,0 2-3471 0 0,5-5 2324 0 0,9 9 263 0 0,-2-7-286 0 0,-1-1 0 0 0,0 1 0 0 0,0-1 0 0 0,1-1 1 0 0,-1 1-1 0 0,1-1 0 0 0,0 1 0 0 0,-1-2 0 0 0,8 2 0 0 0,62-1 67 0 0,-56-1-77 0 0,268 0 106 0 0,910-5 37 0 0,-1020-4 290 0 0,-70 3-1633 0 0,-36 4-2837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30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8 268 0 0,'0'0'5166'0'0,"15"-4"-7424"0"0,-4 1 1486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31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0 1668 0 0,'0'0'3829'0'0,"-7"7"-2397"0"0,-3-2-1352 0 0,1 4-908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35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1068 0 0,'0'0'1820'0'0,"25"-4"-677"0"0,-18 10-2783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47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0 476 0 0,'0'0'4464'0'0,"2"11"-2235"0"0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48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1 908 0 0,'-4'8'7453'0'0,"-6"-4"-7949"0"0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51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1 788 0 0,'10'6'8497'0'0,"-37"2"-13166"0"0,13-3 2457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36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0 165 668 0 0,'3'-37'13439'0'0,"-1"5"-5079"0"0,-1 31-8197 0 0,0 0 0 0 0,0 0 0 0 0,0 0 0 0 0,0 1 0 0 0,0-1 0 0 0,0 0 0 0 0,0 0 0 0 0,0 1 0 0 0,0-1 0 0 0,0 1 0 0 0,0-1 0 0 0,0 1 0 0 0,1-1 0 0 0,-1 1 0 0 0,0-1 0 0 0,0 1 0 0 0,0 0 0 0 0,3 0 0 0 0,3-2 385 0 0,78-19-146 0 0,125-15 1 0 0,-150 28-2740 0 0,-35 5 512 0 0,18-4-3220 0 0,-18 0-3353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36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30 32 0 0,'-52'-30'20032'0'0,"51"32"-19701"0"0,-1 0 0 0 0,0 0 0 0 0,1 0 0 0 0,-1 0 0 0 0,1 0 0 0 0,-1 0 0 0 0,1 1 0 0 0,0-1 0 0 0,0 0 0 0 0,0 0 0 0 0,0 1 0 0 0,1-1 0 0 0,-1 1 0 0 0,0 3 0 0 0,-4 44 2440 0 0,3-28-2107 0 0,-22 140 1328 0 0,-7 78-2979 0 0,31-232 265 0 0,0 1 1 0 0,0 0-1 0 0,1 0 0 0 0,0-1 1 0 0,0 1-1 0 0,5 16 1 0 0,-4-22 166 0 0,-1 0 0 0 0,1 1 1 0 0,-1-1-1 0 0,1 0 0 0 0,0 0 0 0 0,1 0 1 0 0,-1 0-1 0 0,3 2 0 0 0,-3-2-335 0 0,1-1 1 0 0,0 0-1 0 0,-1 0 0 0 0,1 0 0 0 0,0 0 0 0 0,0-1 0 0 0,0 1 1 0 0,1-1-1 0 0,4 2 0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36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0 136 2472 0 0,'12'-85'16905'0'0,"-12"83"-16804"0"0,1 1 0 0 0,-1 0 0 0 0,1-1 0 0 0,-1 1 0 0 0,1 0 0 0 0,0 0 0 0 0,-1-1 0 0 0,1 1-1 0 0,0 0 1 0 0,0 0 0 0 0,0 0 0 0 0,0 0 0 0 0,0 0 0 0 0,0 0 0 0 0,0 1 0 0 0,0-1 0 0 0,1 0 0 0 0,-1 0 0 0 0,0 1 0 0 0,0-1 0 0 0,1 1 0 0 0,0-1-1 0 0,33-8 323 0 0,-26 7-175 0 0,26-4 52 0 0,1 1-1 0 0,67 0 0 0 0,74 13-138 0 0,-117-4-130 0 0,-57-4-29 0 0,-1 0 0 0 0,0 0 0 0 0,0 1 0 0 0,1-1 0 0 0,-1 1 0 0 0,0-1 0 0 0,0 1 0 0 0,0 0-1 0 0,0 0 1 0 0,0 0 0 0 0,0 0 0 0 0,0 0 0 0 0,0 0 0 0 0,0 1 0 0 0,0-1 0 0 0,2 3 0 0 0,-3-3 0 0 0,0 0-1 0 0,-1 1 1 0 0,1-1-1 0 0,0 0 1 0 0,-1 1-1 0 0,1-1 0 0 0,-1 1 1 0 0,1-1-1 0 0,-1 1 1 0 0,0-1-1 0 0,0 1 1 0 0,0-1-1 0 0,1 1 1 0 0,-1-1-1 0 0,-1 1 1 0 0,1-1-1 0 0,0 1 0 0 0,0-1 1 0 0,0 1-1 0 0,-1-1 1 0 0,1 1-1 0 0,-1-1 1 0 0,1 0-1 0 0,-1 1 1 0 0,0-1-1 0 0,-1 2 1 0 0,-8 14-5 0 0,-1-1 0 0 0,0 0 0 0 0,-1-1 0 0 0,-27 26 1 0 0,-64 48 166 0 0,82-71-68 0 0,-196 172 2554 0 0,216-189-2619 0 0,0 0-1 0 0,0 0 0 0 0,0 0 0 0 0,0 0 0 0 0,0 0 0 0 0,0 0 0 0 0,0 0 0 0 0,0 0 1 0 0,0 0-1 0 0,0 1 0 0 0,1-1 0 0 0,-1 0 0 0 0,0 1 0 0 0,1-1 0 0 0,-1 0 1 0 0,1 1-1 0 0,0-1 0 0 0,-1 1 0 0 0,1-1 0 0 0,0 1 0 0 0,0-1 0 0 0,0 0 0 0 0,0 1 1 0 0,0 2-1 0 0,1-3-7 0 0,0 0 1 0 0,0 1-1 0 0,0-1 1 0 0,0 0-1 0 0,0 0 1 0 0,1 0-1 0 0,-1 0 1 0 0,0 0-1 0 0,1 0 1 0 0,-1 0-1 0 0,0 0 1 0 0,1 0-1 0 0,-1-1 1 0 0,1 1-1 0 0,-1-1 1 0 0,1 1-1 0 0,2 0 1 0 0,10 2 51 0 0,0-1 0 0 0,0-1 0 0 0,23 1 0 0 0,194-17 223 0 0,-133 6-105 0 0,-64 4-1197 0 0,-32 4 216 0 0,1 1-153 0 0,5-4 453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37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75 164 0 0,'4'-14'12721'0'0,"-2"10"-11865"0"0,0 0 1 0 0,0 0-1 0 0,0 1 0 0 0,0-1 0 0 0,1 1 1 0 0,0-1-1 0 0,-1 1 0 0 0,6-4 0 0 0,-4 4-665 0 0,0 0 1 0 0,0 1-1 0 0,0-1 0 0 0,0 1 0 0 0,0 0 1 0 0,0 0-1 0 0,0 1 0 0 0,1-1 0 0 0,-1 1 0 0 0,1 0 1 0 0,-1 0-1 0 0,1 1 0 0 0,-1-1 0 0 0,8 1 0 0 0,-9 0-157 0 0,-1 0-1 0 0,1 0 0 0 0,-1 0 1 0 0,1 1-1 0 0,-1-1 0 0 0,1 0 0 0 0,-1 1 1 0 0,1 0-1 0 0,-1 0 0 0 0,0 0 0 0 0,1 0 1 0 0,-1 0-1 0 0,0 0 0 0 0,0 0 0 0 0,0 1 1 0 0,0-1-1 0 0,0 1 0 0 0,0 0 0 0 0,0-1 1 0 0,0 1-1 0 0,0 0 0 0 0,-1 0 0 0 0,1 0 1 0 0,-1 0-1 0 0,0 1 0 0 0,0-1 0 0 0,0 0 1 0 0,0 0-1 0 0,0 1 0 0 0,0-1 1 0 0,0 1-1 0 0,-1-1 0 0 0,1 1 0 0 0,-1-1 1 0 0,0 1-1 0 0,1-1 0 0 0,-1 1 0 0 0,0-1 1 0 0,-1 1-1 0 0,1-1 0 0 0,0 1 0 0 0,-2 4 1 0 0,-2 6 76 0 0,0 1 0 0 0,0-1 1 0 0,-1 0-1 0 0,-1-1 0 0 0,0 1 1 0 0,-13 17-1 0 0,-52 64 1244 0 0,-104 91 1571 0 0,158-168-2561 0 0,16-17-340 0 0,1 1-1 0 0,0-1 0 0 0,-1 0 0 0 0,1 1 0 0 0,0-1 0 0 0,-1 0 0 0 0,1 1 0 0 0,0-1 0 0 0,-1 1 0 0 0,1-1 0 0 0,0 0 1 0 0,0 1-1 0 0,0-1 0 0 0,-1 1 0 0 0,1-1 0 0 0,0 1 0 0 0,0-1 0 0 0,0 1 0 0 0,0-1 0 0 0,0 1 0 0 0,0-1 0 0 0,0 1 1 0 0,0 0-1 0 0,0-1-15 0 0,1 1 1 0 0,-1-1 0 0 0,1 1 0 0 0,-1-1 0 0 0,1 0-1 0 0,-1 1 1 0 0,1-1 0 0 0,0 0 0 0 0,-1 0 0 0 0,1 1-1 0 0,-1-1 1 0 0,1 0 0 0 0,0 0 0 0 0,-1 0 0 0 0,1 0-1 0 0,0 0 1 0 0,-1 0 0 0 0,1 0 0 0 0,0 0 0 0 0,-1 0-1 0 0,1 0 1 0 0,0 0 0 0 0,0 0 0 0 0,263-35 245 0 0,-81 8-200 0 0,-141 22-431 0 0,91-12-1661 0 0,-49 2-7210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2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0 244 0 0,'5'7'7877'0'0,"2"0"-8785"0"0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3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1 688 0 0,'0'0'8981'0'0,"-12"3"-7753"0"0,2 4-2408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57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37 848 0 0,'-43'-20'4054'0'0,"42"19"-3818"0"0,0 1-261 0 0,1 0-1 0 0,0 0 0 0 0,0 0 0 0 0,-1 0 1 0 0,1 0-1 0 0,0-1 0 0 0,0 1 0 0 0,-1 0 1 0 0,1 0-1 0 0,0 0 0 0 0,0-1 0 0 0,-1 1 0 0 0,1 0 1 0 0,0 0-1 0 0,0-1 0 0 0,0 1 0 0 0,0 0 1 0 0,-1 0-1 0 0,1-1 0 0 0,0 1 0 0 0,0 0 0 0 0,0-1 1 0 0,0 1-1 0 0,0 0 0 0 0,0-1 0 0 0,0 1 1 0 0,0 0-1 0 0,0 0 0 0 0,0-1 0 0 0,0 1 1 0 0,0-1-1 0 0,8-5-1098 0 0,-6 5 338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57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 0 0,'26'17'6621'0'0,"-25"-17"-6684"0"0,-1 0 0 0 0,1 0 1 0 0,-1 0-1 0 0,1 1 0 0 0,-1-1 1 0 0,1 0-1 0 0,-1 1 0 0 0,0-1 1 0 0,1 0-1 0 0,-1 1 0 0 0,1-1 1 0 0,-1 0-1 0 0,0 1 0 0 0,1-1 1 0 0,-1 1-1 0 0,0-1 0 0 0,1 1 1 0 0,-1-1-1 0 0,0 1 0 0 0,0-1 0 0 0,0 1 1 0 0,1-1-1 0 0,-1 1 0 0 0,0-1 1 0 0,0 1-1 0 0,0-1 0 0 0,0 1 1 0 0,0-1-1 0 0,0 1 0 0 0,0-1 1 0 0,0 1-1 0 0,0-1 0 0 0,0 1 1 0 0,0 0-1 0 0,0-1 0 0 0,0 1 1 0 0,-1-1-1 0 0,1 1 0 0 0,0-1 1 0 0,0 1-1 0 0,-1-1 0 0 0,1 1 1 0 0,-1-1-1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06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 1248 0 0,'0'0'4184'0'0,"-12"3"-2739"0"0,-5-5-1365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09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 4 0 0,'0'0'636'0'0,"10"-9"20"0"0,1 4-320 0 0,-1-2 68 0 0,4 2-212 0 0,0 0 52 0 0,3 0-376 0 0,3-2-608 0 0,1 2 212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08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45 1524 0 0,'8'-14'5627'0'0,"13"-17"1665"0"0,-28 48-6604 0 0,-13 20-291 0 0,-2 0-1 0 0,-37 46 0 0 0,14-19-258 0 0,-26 41-404 0 0,-17 26-2175 0 0,28-46-3846 0 0,44-63 1227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09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75 2792 0 0,'2'-14'3864'0'0,"0"0"-1"0"0,-1-29 0 0 0,-1 40-2919 0 0,4 14 73 0 0,7 51-80 0 0,-9-44-820 0 0,0-1 0 0 0,2 0 0 0 0,0 0-1 0 0,10 26 1 0 0,-12-39-102 0 0,0 0-1 0 0,0 1 0 0 0,1-1 1 0 0,0 0-1 0 0,0 0 0 0 0,0 0 1 0 0,0-1-1 0 0,0 1 0 0 0,1-1 1 0 0,0 1-1 0 0,0-1 0 0 0,0-1 1 0 0,0 1-1 0 0,0 0 0 0 0,0-1 1 0 0,1 0-1 0 0,-1 0 0 0 0,1 0 1 0 0,-1-1-1 0 0,1 1 0 0 0,5 0 1 0 0,-2 0-10 0 0,1-1 0 0 0,0 0 0 0 0,0 0 0 0 0,0-1 0 0 0,0 0-1 0 0,0-1 1 0 0,0 1 0 0 0,-1-2 0 0 0,1 1 0 0 0,0-1 0 0 0,0-1 0 0 0,-1 0 0 0 0,0 0 0 0 0,1 0 0 0 0,-1-1 0 0 0,-1 0 0 0 0,1-1 0 0 0,0 0 0 0 0,-1 0 0 0 0,0-1 0 0 0,0 1 0 0 0,-1-2 0 0 0,0 1 0 0 0,0-1 0 0 0,0 0 0 0 0,-1 0 0 0 0,0 0 0 0 0,0-1 0 0 0,-1 0 0 0 0,0 1 0 0 0,0-2 0 0 0,-1 1 0 0 0,0 0 0 0 0,2-10 0 0 0,1-7 102 0 0,-3 14-4 0 0,0-1 1 0 0,-1 1-1 0 0,1-18 0 0 0,-11 53 228 0 0,-31 384 3099 0 0,27-216-2812 0 0,7-130-441 0 0,-15 129 52 0 0,16-163-148 0 0,-2-1-1 0 0,-1-1 1 0 0,-1 1 0 0 0,-21 46 0 0 0,26-68-36 0 0,0 1-1 0 0,0-1 1 0 0,0 0 0 0 0,-1 0 0 0 0,0 0-1 0 0,0 0 1 0 0,0-1 0 0 0,0 1 0 0 0,-1-1-1 0 0,1 0 1 0 0,-1-1 0 0 0,0 1 0 0 0,0-1-1 0 0,-8 4 1 0 0,8-5-12 0 0,0-1-1 0 0,-1 1 1 0 0,1-1-1 0 0,-1 0 1 0 0,1 0 0 0 0,-1-1-1 0 0,0 1 1 0 0,1-1-1 0 0,-1-1 1 0 0,0 1 0 0 0,1-1-1 0 0,-1 0 1 0 0,1 0-1 0 0,-1 0 1 0 0,-7-4 0 0 0,2 1-4 0 0,1-1 1 0 0,0 1-1 0 0,1-2 1 0 0,-1 1 0 0 0,1-2-1 0 0,0 1 1 0 0,0-1-1 0 0,1 0 1 0 0,0-1 0 0 0,0 0-1 0 0,-8-11 1 0 0,12 14-45 0 0,1 0 1 0 0,-1-1-1 0 0,1 1 0 0 0,0-1 1 0 0,1 1-1 0 0,-1-1 1 0 0,1 0-1 0 0,0 0 0 0 0,1 0 1 0 0,-1 0-1 0 0,1-1 1 0 0,0 1-1 0 0,1 0 0 0 0,0 0 1 0 0,0-1-1 0 0,0 1 1 0 0,1 0-1 0 0,-1 0 1 0 0,1-1-1 0 0,4-11 0 0 0,1 4-388 0 0,1 0 0 0 0,0 1 0 0 0,0-1 0 0 0,2 2 0 0 0,-1-1 0 0 0,2 1 0 0 0,0 0 0 0 0,0 1 0 0 0,15-13 0 0 0,42-30-4051 0 0,3 6-4076 0 0,-68 47 8265 0 0,21-13-5356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09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1748 0 0,'9'-13'7517'0'0,"10"-17"3120"0"0,-18 31-10531 0 0,0 0-1 0 0,0-1 0 0 0,0 1 0 0 0,0 0 0 0 0,0 0 0 0 0,-1 0 1 0 0,1 1-1 0 0,0-1 0 0 0,0 0 0 0 0,-1 0 0 0 0,1 0 0 0 0,-1 1 1 0 0,1-1-1 0 0,-1 0 0 0 0,1 2 0 0 0,0-1-47 0 0,2 20 173 0 0,0 1-1 0 0,-1-1 0 0 0,-2 1 0 0 0,0-1 1 0 0,-1 0-1 0 0,-6 30 0 0 0,2-12-108 0 0,-3 20-246 0 0,0 5-1931 0 0,6-1-3670 0 0,7-40-1224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09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23 143 2028 0 0,'-5'-15'6162'0'0,"-12"-43"8137"0"0,17 56-13860 0 0,31-10 1109 0 0,150-9-445 0 0,-14 2-1154 0 0,-105 11-1905 0 0,-24 5-2801 0 0,-22-2 903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10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39 2488 0 0,'-41'-39'20040'0'0,"44"61"-18015"0"0,6 21-892 0 0,-2-1 1 0 0,-1 1-1 0 0,-1 70 1 0 0,-9 7-2487 0 0,-5 1-6508 0 0,9-98-2107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10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88 1184 0 0,'-4'-49'13867'0'0,"3"19"-9360"0"0,1 29-4077 0 0,-2-7 741 0 0,1 17-960 0 0,1-1-1 0 0,-1 0 0 0 0,1 0 0 0 0,1 0 0 0 0,2 17 1 0 0,1 7 116 0 0,-3-15-256 0 0,0 0-1 0 0,1 0 1 0 0,1 0 0 0 0,1-1-1 0 0,0 1 1 0 0,1-1-1 0 0,1 0 1 0 0,0-1 0 0 0,9 16-1 0 0,-12-26-53 0 0,1 0 0 0 0,0-1 0 0 0,0 1 0 0 0,0-1 0 0 0,1 0 0 0 0,-1-1 0 0 0,1 1 0 0 0,0-1 0 0 0,0 0 0 0 0,0 0 0 0 0,0 0 0 0 0,1-1 0 0 0,-1 0 0 0 0,1 0 0 0 0,-1 0 0 0 0,1 0 0 0 0,0-1 0 0 0,0 0 0 0 0,0-1 0 0 0,-1 1 0 0 0,12-1 0 0 0,-10-1-3 0 0,0 1 1 0 0,0-1-1 0 0,0 0 0 0 0,-1 0 0 0 0,1-1 0 0 0,-1 0 0 0 0,1 0 0 0 0,-1-1 0 0 0,0 0 0 0 0,1 0 0 0 0,-2 0 0 0 0,1-1 0 0 0,0 0 0 0 0,-1 0 0 0 0,1 0 0 0 0,-1-1 0 0 0,0 0 0 0 0,6-7 1 0 0,-2-4-18 0 0,0 0 0 0 0,0-1 0 0 0,-2 1 0 0 0,0-1 0 0 0,8-33 0 0 0,-12 41-1 0 0,2-6-58 0 0,0 2-6 0 0,-9 19-138 0 0,-1 9 222 0 0,1 1 0 0 0,0 0 0 0 0,1-1 0 0 0,-2 23 0 0 0,0 0 91 0 0,-25 200 842 0 0,17-115-462 0 0,-40 169 0 0 0,49-274-362 0 0,-2 1 0 0 0,0-1-1 0 0,-1-1 1 0 0,-1 1 0 0 0,0-1-1 0 0,-15 20 1 0 0,21-32-86 0 0,-2-1 0 0 0,1 0 0 0 0,0 1 0 0 0,-1-2 0 0 0,0 1 0 0 0,0 0 0 0 0,0-1 0 0 0,-1 1 0 0 0,1-1 0 0 0,-1 0 0 0 0,1-1 0 0 0,-1 1 0 0 0,0-1 0 0 0,0 0 0 0 0,0 0 0 0 0,0-1 0 0 0,-1 1 0 0 0,1-1 0 0 0,0 0 0 0 0,-1-1 0 0 0,1 1 0 0 0,-1-1 0 0 0,1 0 0 0 0,0 0 0 0 0,-1-1 1 0 0,-8-2-1 0 0,3 1 23 0 0,1-2 1 0 0,-1 1 0 0 0,1-1 0 0 0,0-1 0 0 0,0 0 0 0 0,0-1-1 0 0,1 1 1 0 0,0-2 0 0 0,0 1 0 0 0,0-1 0 0 0,1-1-1 0 0,0 0 1 0 0,-9-11 0 0 0,13 14-43 0 0,0-1-1 0 0,0 0 1 0 0,0 1-1 0 0,1-1 1 0 0,0 0-1 0 0,0-1 1 0 0,1 1-1 0 0,0 0 1 0 0,0-1-1 0 0,0 0 1 0 0,1 1-1 0 0,0-1 1 0 0,0 0-1 0 0,1 0 1 0 0,0 1-1 0 0,0-1 1 0 0,0 0-1 0 0,1 0 1 0 0,0 1-1 0 0,0-1 1 0 0,1 0-1 0 0,0 1 0 0 0,2-7 1 0 0,2 1-218 0 0,-1 1 0 0 0,2 0 0 0 0,-1 0 0 0 0,2 0 1 0 0,-1 1-1 0 0,1 0 0 0 0,1 0 0 0 0,0 1 0 0 0,0 0 0 0 0,1 1 0 0 0,15-11 0 0 0,-6 8-1455 0 0,0 0-1 0 0,1 1 1 0 0,0 1-1 0 0,0 1 0 0 0,41-11 1 0 0,-16 7-5794 0 0,-23 7 472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11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 2392 0 0,'5'-12'6933'0'0,"-1"7"-5763"0"0,1 0 1 0 0,0 0 0 0 0,1 0-1 0 0,-1 0 1 0 0,10-5 0 0 0,-8 6-752 0 0,0 0 1 0 0,0 1-1 0 0,0 0 1 0 0,0 0 0 0 0,10-2-1 0 0,-12 3-367 0 0,0 1 1 0 0,-1 1-1 0 0,1-1 0 0 0,-1 0 0 0 0,1 1 1 0 0,0 0-1 0 0,0 0 0 0 0,-1 1 0 0 0,1-1 1 0 0,0 1-1 0 0,-1 0 0 0 0,1 0 0 0 0,-1 0 1 0 0,1 1-1 0 0,-1 0 0 0 0,0 0 0 0 0,0 0 1 0 0,1 0-1 0 0,-1 0 0 0 0,-1 1 0 0 0,1 0 1 0 0,4 3-1 0 0,-6-2 54 0 0,0-1 0 0 0,1 0 0 0 0,-1 0-1 0 0,0 1 1 0 0,-1 0 0 0 0,1-1 0 0 0,-1 1 0 0 0,1 0 0 0 0,-1 0 0 0 0,0-1 0 0 0,-1 1 0 0 0,1 0 0 0 0,-1 0-1 0 0,1 0 1 0 0,-1 0 0 0 0,0 0 0 0 0,-1 0 0 0 0,1 0 0 0 0,-1 0 0 0 0,0 0 0 0 0,-2 7 0 0 0,-1 4 304 0 0,-1-1 1 0 0,-1 1 0 0 0,0-1 0 0 0,-11 17 0 0 0,-98 141 2622 0 0,103-153-2497 0 0,12-19-527 0 0,-1 1 1 0 0,1-1 0 0 0,0 0 0 0 0,0 0 0 0 0,-1 1 0 0 0,1-1 0 0 0,0 0 0 0 0,0 0 0 0 0,-1 1 0 0 0,1-1-1 0 0,0 0 1 0 0,0 1 0 0 0,0-1 0 0 0,0 0 0 0 0,0 1 0 0 0,0-1 0 0 0,0 0 0 0 0,-1 1 0 0 0,1-1 0 0 0,0 1-1 0 0,0-1 1 0 0,0 0 0 0 0,0 1 0 0 0,1-1 0 0 0,-1 0 0 0 0,0 1 0 0 0,0-1 0 0 0,0 0 0 0 0,0 1 0 0 0,0-1-1 0 0,0 0 1 0 0,0 1 0 0 0,1-1 0 0 0,-1 0 0 0 0,0 1 0 0 0,0-1 0 0 0,0 0 0 0 0,1 0 0 0 0,-1 1 0 0 0,0-1-1 0 0,0 0 1 0 0,1 0 0 0 0,-1 1 0 0 0,0-1 0 0 0,1 0 0 0 0,-1 0 0 0 0,0 0 0 0 0,1 0 0 0 0,-1 1 0 0 0,0-1-1 0 0,1 0 1 0 0,0 0 0 0 0,53-4-204 0 0,0-1 1 0 0,68-18-1 0 0,-84 16-648 0 0,56-15-2904 0 0,-48 5-582 0 0,-5-5-4341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11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26 1408 0 0,'-8'-25'16480'0'0,"4"34"-16960"0"0,-11 29 1259 0 0,-1 0 1 0 0,-2-1-1 0 0,-33 52 1 0 0,-17 32-804 0 0,36-53-1533 0 0,13-26-1333 0 0,-1-1-4888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09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5 432 0 0,'0'0'1096'0'0,"17"-2"804"0"0,-5-1-1824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10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1 640 0 0,'0'0'2020'0'0,"-5"10"-184"0"0,-2-3-1412 0 0,10 2-2440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10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19 2144 0 0,'0'0'4257'0'0,"-10"-5"-3289"0"0,15-4-1864 0 0,2 4-1921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12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88 2020 0 0,'-11'-10'4565'0'0,"0"0"-1"0"0,-13-18 897 0 0,15 17-1598 0 0,9 11-3738 0 0,-1 0 1 0 0,1 0-1 0 0,0-1 1 0 0,-1 1-1 0 0,1 0 0 0 0,0-1 1 0 0,0 1-1 0 0,-1 0 1 0 0,1-1-1 0 0,0 1 1 0 0,0 0-1 0 0,-1-1 1 0 0,1 1-1 0 0,0-1 1 0 0,0 1-1 0 0,0 0 1 0 0,0-1-1 0 0,0 1 1 0 0,0-1-1 0 0,0 1 1 0 0,-1 0-1 0 0,1-1 0 0 0,0 1 1 0 0,1-1-1 0 0,-1 1 1 0 0,0-1-1 0 0,0 1 1 0 0,0 0-1 0 0,0-1 1 0 0,0 0-1 0 0,66-7 642 0 0,0 3 0 0 0,68 4 0 0 0,-6-1-475 0 0,-15 2-161 0 0,-107 0-125 0 0,-5 0-5 0 0,0-1 0 0 0,0 1 1 0 0,0 0-1 0 0,0 0 0 0 0,0 1 1 0 0,0-1-1 0 0,-1 0 0 0 0,1 0 0 0 0,0 0 1 0 0,0 1-1 0 0,0-1 0 0 0,0 0 1 0 0,0 1-1 0 0,-1-1 0 0 0,1 0 1 0 0,0 1-1 0 0,1 0 0 0 0,-2 0-4 0 0,1-1 1 0 0,0 1-1 0 0,-1-1 0 0 0,1 1 1 0 0,0-1-1 0 0,-1 1 0 0 0,1 0 1 0 0,-1-1-1 0 0,1 1 0 0 0,-1 0 0 0 0,1-1 1 0 0,-1 1-1 0 0,0 0 0 0 0,1 0 1 0 0,-1-1-1 0 0,0 1 0 0 0,1 0 0 0 0,-1 0 1 0 0,0 0-1 0 0,0-1 0 0 0,0 1 1 0 0,0 0-1 0 0,0 0 0 0 0,0 0 1 0 0,0 0-1 0 0,0-1 0 0 0,0 1 0 0 0,0 0 1 0 0,0 0-1 0 0,-1 0 0 0 0,1-1 1 0 0,0 1-1 0 0,0 0 0 0 0,-1 0 1 0 0,1-1-1 0 0,-1 1 0 0 0,1 0 0 0 0,-1 0 1 0 0,1-1-1 0 0,-1 1 0 0 0,0 1 1 0 0,-14 19-27 0 0,0-1-1 0 0,-2 0 0 0 0,0-1 0 0 0,-1-1 0 0 0,-32 25 0 0 0,-19 18-51 0 0,-31 43 804 0 0,100-104-695 0 0,-1 0 0 0 0,0 1-1 0 0,1-1 1 0 0,-1 1 0 0 0,0 0 0 0 0,1-1 0 0 0,-1 1-1 0 0,1-1 1 0 0,-1 1 0 0 0,1 0 0 0 0,-1-1-1 0 0,1 1 1 0 0,-1 0 0 0 0,1 0 0 0 0,0-1 0 0 0,0 1-1 0 0,-1 0 1 0 0,1 0 0 0 0,0 0 0 0 0,0-1-1 0 0,0 1 1 0 0,0 0 0 0 0,-1 0 0 0 0,1 0-1 0 0,1 0 1 0 0,-1-1 0 0 0,0 1 0 0 0,0 0 0 0 0,0 0-1 0 0,0 0 1 0 0,0-1 0 0 0,1 1 0 0 0,-1 0-1 0 0,0 0 1 0 0,1 0 0 0 0,-1-1 0 0 0,1 1-1 0 0,-1 0 1 0 0,1-1 0 0 0,-1 1 0 0 0,1 0 0 0 0,-1-1-1 0 0,1 1 1 0 0,0-1 0 0 0,-1 1 0 0 0,1-1-1 0 0,0 1 1 0 0,-1-1 0 0 0,1 0 0 0 0,0 1-1 0 0,0-1 1 0 0,-1 0 0 0 0,1 1 0 0 0,2-1 0 0 0,2 2 54 0 0,1 0 0 0 0,-1-1 0 0 0,1 1 0 0 0,0-1 0 0 0,11 0 0 0 0,224-1 488 0 0,-142 0-3385 0 0,-95 0 1679 0 0,10 1-1291 0 0,-11-2 1951 0 0,12 3-4899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1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 2260 0 0,'10'-10'6529'0'0,"13"-16"3678"0"0,-22 25-9832 0 0,0 0 0 0 0,0 0 1 0 0,0 0-1 0 0,1 0 1 0 0,-1 0-1 0 0,0 0 0 0 0,0 0 1 0 0,1 0-1 0 0,-1 0 0 0 0,0 1 1 0 0,1-1-1 0 0,2 0 1 0 0,-1 4-166 0 0,0 1 0 0 0,0 0 0 0 0,-1 0 1 0 0,1 0-1 0 0,-1 0 0 0 0,0 0 0 0 0,0 0 1 0 0,0 1-1 0 0,0-1 0 0 0,-1 1 0 0 0,0-1 1 0 0,0 1-1 0 0,0 0 0 0 0,0-1 0 0 0,-1 9 1 0 0,1 11 119 0 0,-5 40 0 0 0,4-63-317 0 0,-8 61-254 0 0,-18 74 0 0 0,16-95-3680 0 0,0 0-3497 0 0,7-33 5399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12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3 159 1296 0 0,'-1'-57'18198'0'0,"0"26"-12445"0"0,2 30-5694 0 0,-1 0 1 0 0,1 0-1 0 0,0 0 0 0 0,0 0 1 0 0,0 0-1 0 0,0 1 1 0 0,0-1-1 0 0,0 0 0 0 0,0 1 1 0 0,1-1-1 0 0,-1 0 0 0 0,0 1 1 0 0,0 0-1 0 0,0-1 0 0 0,1 1 1 0 0,-1 0-1 0 0,0-1 1 0 0,2 1-1 0 0,29-7 324 0 0,-31 7-358 0 0,285-37 321 0 0,-216 30-2195 0 0,-61 6 804 0 0,29-6-4287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12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21 1880 0 0,'-19'-16'11346'0'0,"12"12"-10092"0"0,7 4-1100 0 0,-1 0-1 0 0,1 0 0 0 0,-1-1 0 0 0,1 1 1 0 0,0 0-1 0 0,-1 0 0 0 0,1 0 1 0 0,-1 0-1 0 0,1 0 0 0 0,-1 0 0 0 0,1 0 1 0 0,0 0-1 0 0,-1 0 0 0 0,1 1 1 0 0,-1-1-1 0 0,1 0 0 0 0,0 0 0 0 0,-3 2 1074 0 0,2-2-1074 0 0,0 2 8 0 0,1-1 0 0 0,-1 0-1 0 0,0 1 1 0 0,1-1 0 0 0,-1 0 0 0 0,1 1 0 0 0,-1-1-1 0 0,1 1 1 0 0,0-1 0 0 0,-1 0 0 0 0,1 4 0 0 0,-4 76 4096 0 0,4 47-2403 0 0,1-48-1488 0 0,-7 4-528 0 0,2-27-2137 0 0,4-1-4232 0 0,3-37-1421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11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8 392 0 0,'0'0'1328'0'0,"-9"-7"-2288"0"0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51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0 125 1276 0 0,'11'-30'5491'0'0,"-9"22"-4865"0"0,0 0 1 0 0,1 0-1 0 0,1 0 0 0 0,-1 1 1 0 0,1-1-1 0 0,0 1 0 0 0,1-1 0 0 0,0 1 1 0 0,10-11-1 0 0,-14 17-615 0 0,0 0-1 0 0,0 0 1 0 0,0 1 0 0 0,0-1-1 0 0,0 0 1 0 0,1 1 0 0 0,-1-1 0 0 0,0 1-1 0 0,0-1 1 0 0,0 1 0 0 0,0 0 0 0 0,0 0-1 0 0,1-1 1 0 0,-1 1 0 0 0,0 0-1 0 0,0 0 1 0 0,1 0 0 0 0,-1 0 0 0 0,0 0-1 0 0,0 1 1 0 0,0-1 0 0 0,1 0 0 0 0,-1 0-1 0 0,0 1 1 0 0,0-1 0 0 0,0 1-1 0 0,0-1 1 0 0,0 1 0 0 0,0 0 0 0 0,0-1-1 0 0,0 1 1 0 0,0 0 0 0 0,0 0-1 0 0,0-1 1 0 0,0 1 0 0 0,0 0 0 0 0,0 0-1 0 0,-1 0 1 0 0,1 0 0 0 0,0 2 0 0 0,3 1-8 0 0,-1 1 1 0 0,-1 0-1 0 0,1 0 1 0 0,-1 0 0 0 0,0 1-1 0 0,0-1 1 0 0,2 7 0 0 0,-1 9 33 0 0,-1-1 0 0 0,0 0-1 0 0,-2 1 1 0 0,0-1 0 0 0,-4 24 0 0 0,-22 101 107 0 0,5-40-47 0 0,18-82-83 0 0,0-12 4 0 0,2-1 1 0 0,-1 1-1 0 0,1 0 1 0 0,1 14-1 0 0,0-24-10 0 0,1 0-1 0 0,-1 0 0 0 0,0 0 0 0 0,1 0 1 0 0,-1 1-1 0 0,1-1 0 0 0,-1 0 0 0 0,1 0 1 0 0,0 0-1 0 0,-1 0 0 0 0,1 0 0 0 0,0 0 1 0 0,0 0-1 0 0,0 0 0 0 0,0-1 0 0 0,-1 1 1 0 0,1 0-1 0 0,0 0 0 0 0,1-1 1 0 0,-1 1-1 0 0,0 0 0 0 0,0-1 0 0 0,0 0 1 0 0,0 1-1 0 0,0-1 0 0 0,0 1 0 0 0,1-1 1 0 0,-1 0-1 0 0,0 0 0 0 0,0 0 0 0 0,1 0 1 0 0,-1 0-1 0 0,0 0 0 0 0,0 0 0 0 0,1 0 1 0 0,-1 0-1 0 0,0 0 0 0 0,2-1 1 0 0,4-1 7 0 0,0 1 1 0 0,1-1-1 0 0,-1 0 1 0 0,13-6 0 0 0,1-3-9 0 0,-1 0 0 0 0,0-2 0 0 0,-1 0 0 0 0,0-2 0 0 0,-1 0 0 0 0,0 0 0 0 0,-2-2 0 0 0,0 0 0 0 0,0-1 0 0 0,16-27 0 0 0,-20 27 289 0 0,-1-1 1 0 0,-1 0 0 0 0,-1 0 0 0 0,0-1 0 0 0,-2-1 0 0 0,0 1-1 0 0,-2-1 1 0 0,0 0 0 0 0,-1 0 0 0 0,-1-1 0 0 0,0-27 0 0 0,-6 28 98 0 0,0 17-282 0 0,-2 13-76 0 0,-1 12-21 0 0,1 0 1 0 0,1 0-1 0 0,1 0 1 0 0,-1 23-1 0 0,3 92 37 0 0,2-69-1 0 0,-1-35-14 0 0,6 38 0 0 0,-6-61-543 0 0,2-1 0 0 0,-1 0 0 0 0,1 0 0 0 0,1 0 0 0 0,-1 0 0 0 0,1 0 0 0 0,1 0 1 0 0,0-1-1 0 0,0 1 0 0 0,5 7 0 0 0,-8-14-20 0 0,1 1 0 0 0,-1-1 0 0 0,0 0 0 0 0,1 1 0 0 0,-1-1 1 0 0,1 0-1 0 0,0 0 0 0 0,-1 0 0 0 0,1 0 0 0 0,2 1 0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51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37 140 224 0 0,'-14'-6'7687'0'0,"-8"-3"844"0"0,37 4-6923 0 0,217-56 72 0 0,-76 16-4879 0 0,-141 40 1875 0 0,-13 4 484 0 0,0-1 1 0 0,1 1 0 0 0,-1 0 0 0 0,0 1-1 0 0,1-1 1 0 0,0 0 0 0 0,-1 1-1 0 0,1-1 1 0 0,2 1 0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51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37 304 0 0,'-53'-31'14609'0'0,"39"25"-11484"0"0,13 7-3053 0 0,1 0 0 0 0,-1 0 1 0 0,1 0-1 0 0,-1-1 0 0 0,1 1 0 0 0,-1 0 0 0 0,1 0 0 0 0,-1 0 0 0 0,1 0 0 0 0,0 0 0 0 0,-1 0 0 0 0,1 0 0 0 0,0 0 0 0 0,0 0 0 0 0,0 0 0 0 0,0 0 1 0 0,0 0-1 0 0,0 0 0 0 0,0 0 0 0 0,0 0 0 0 0,0 0 0 0 0,0 0 0 0 0,1 0 0 0 0,-1 0 0 0 0,1 1 0 0 0,10 33 752 0 0,-7-25-609 0 0,5 18 102 0 0,-2 1 1 0 0,0 1-1 0 0,-2-1 0 0 0,3 58 0 0 0,-9 16-1181 0 0,-4 1-5281 0 0,4-81 3731 0 0,0-9-1883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52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1 189 2700 0 0,'19'-59'10756'0'0,"-10"29"-7235"0"0,-8 28-3175 0 0,-1 2-310 0 0,0-1 1 0 0,0 1-1 0 0,0-1 1 0 0,0 1 0 0 0,0 0-1 0 0,0-1 1 0 0,0 1-1 0 0,0-1 1 0 0,1 1-1 0 0,-1 0 1 0 0,0-1-1 0 0,0 1 1 0 0,0-1-1 0 0,0 1 1 0 0,1 0-1 0 0,-1-1 1 0 0,0 1-1 0 0,0 0 1 0 0,1-1-1 0 0,-1 1 1 0 0,0 0-1 0 0,1 0 1 0 0,-1-1 0 0 0,0 1-1 0 0,1 0 1 0 0,-1 0-1 0 0,1-1 1 0 0,2 3 3 0 0,0-1 1 0 0,0 0 0 0 0,0 1 0 0 0,-1 0-1 0 0,1 0 1 0 0,-1 0 0 0 0,1 0 0 0 0,-1 0 0 0 0,1 0-1 0 0,-1 1 1 0 0,0-1 0 0 0,0 1 0 0 0,0 0-1 0 0,-1-1 1 0 0,1 1 0 0 0,-1 0 0 0 0,1 0-1 0 0,1 6 1 0 0,4 10 263 0 0,8 36 0 0 0,-13-46-208 0 0,10 54 380 0 0,4 70 0 0 0,-10-77-343 0 0,7 28 129 0 0,-12-83-254 0 0,-1 0 0 0 0,0 0 1 0 0,0 0-1 0 0,1 0 1 0 0,-1 0-1 0 0,0 0 1 0 0,1 0-1 0 0,-1 0 1 0 0,1 0-1 0 0,-1 0 0 0 0,1 0 1 0 0,0-1-1 0 0,-1 1 1 0 0,1 0-1 0 0,0 0 1 0 0,0-1-1 0 0,-1 1 1 0 0,1 0-1 0 0,0-1 0 0 0,0 1 1 0 0,0-1-1 0 0,0 1 1 0 0,0-1-1 0 0,1 1 1 0 0,0 0-1 0 0,0-1 0 0 0,1 0 0 0 0,-1 0 0 0 0,0 0 1 0 0,0 0-1 0 0,0 0 0 0 0,0 0 0 0 0,0-1 1 0 0,0 1-1 0 0,0-1 0 0 0,3-1 0 0 0,3-1 11 0 0,0-1-1 0 0,0 0 1 0 0,0-1-1 0 0,11-8 1 0 0,-4 0-2 0 0,-1-1 0 0 0,0 0 0 0 0,-1-1 0 0 0,0-1 0 0 0,-1 0 0 0 0,15-26 0 0 0,-6 2-3 0 0,29-76 0 0 0,-42 95-14 0 0,-2 0-1 0 0,0 0 1 0 0,-1 0 0 0 0,-1-1-1 0 0,-2 0 1 0 0,0 1 0 0 0,-2-45-1 0 0,0 65-4 0 0,0-1 0 0 0,0 0 0 0 0,0 0 0 0 0,0 0-1 0 0,0 1 1 0 0,0-1 0 0 0,-1 0 0 0 0,1 0 0 0 0,-1 1 0 0 0,0-1-1 0 0,1 0 1 0 0,-1 1 0 0 0,0-1 0 0 0,0 1 0 0 0,0-1 0 0 0,0 1-1 0 0,0-1 1 0 0,0 1 0 0 0,0 0 0 0 0,-1-1 0 0 0,1 1 0 0 0,0 0-1 0 0,-1 0 1 0 0,1 0 0 0 0,-1 0 0 0 0,1 0 0 0 0,-1 0-1 0 0,-2 0 1 0 0,3 1 1 0 0,0-1-1 0 0,0 1 0 0 0,0 0 0 0 0,0 0 1 0 0,0 0-1 0 0,-1 1 0 0 0,1-1 1 0 0,0 0-1 0 0,0 0 0 0 0,0 1 1 0 0,0-1-1 0 0,0 0 0 0 0,0 1 0 0 0,0-1 1 0 0,0 1-1 0 0,0 0 0 0 0,0-1 1 0 0,-1 2-1 0 0,-1 0 1 0 0,1 0 1 0 0,-1 1-1 0 0,1-1 1 0 0,-1 1-1 0 0,1 0 1 0 0,0-1 0 0 0,0 1-1 0 0,-1 4 1 0 0,1-3 2 0 0,0 0 0 0 0,0 0 1 0 0,1 1-1 0 0,0-1 1 0 0,0 0-1 0 0,0 1 0 0 0,0-1 1 0 0,1 1-1 0 0,0 7 1 0 0,1-8-4 0 0,0 0 1 0 0,0 0 0 0 0,0-1 0 0 0,1 1 0 0 0,0-1-1 0 0,-1 1 1 0 0,1-1 0 0 0,1 0 0 0 0,-1 0 0 0 0,0 0 0 0 0,1 0-1 0 0,0 0 1 0 0,-1 0 0 0 0,1-1 0 0 0,0 1 0 0 0,1-1-1 0 0,-1 0 1 0 0,0 0 0 0 0,0 0 0 0 0,1 0 0 0 0,0-1-1 0 0,-1 1 1 0 0,1-1 0 0 0,0 0 0 0 0,4 1 0 0 0,11 1-511 0 0,1 0 1 0 0,-1-1 0 0 0,37-1-1 0 0,-41-1-61 0 0,155-7-7922 0 0,-151 6 6799 0 0,42-3-4432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17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49 198 32 0 0,'-9'-5'2912'0'0,"8"4"-2836"0"0,-1 0 0 0 0,1 1 1 0 0,0-1-1 0 0,-1 1 0 0 0,1-1 0 0 0,0 1 1 0 0,-1 0-1 0 0,1-1 0 0 0,-1 1 1 0 0,1 0-1 0 0,-1 0 0 0 0,1 0 1 0 0,-1 0-1 0 0,1 0 0 0 0,0 0 0 0 0,-1 1 1 0 0,1-1-1 0 0,-1 0 0 0 0,1 1 1 0 0,0-1-1 0 0,-1 1 0 0 0,1-1 1 0 0,0 1-1 0 0,-1 0 0 0 0,1-1 0 0 0,-2 3 1 0 0,2-2 13 0 0,2 4-64 0 0,0 0-1 0 0,0 0 1 0 0,0 0-1 0 0,1 1 0 0 0,-1-2 1 0 0,1 1-1 0 0,0 0 1 0 0,1 0-1 0 0,-1 0 0 0 0,1-1 1 0 0,0 0-1 0 0,0 1 1 0 0,5 4-1 0 0,-1 0 2 0 0,1-2 0 0 0,-1 1 0 0 0,2-1 0 0 0,-1 0 0 0 0,16 9 1 0 0,-7-8 2 0 0,1 0 1 0 0,0 0 0 0 0,1-2 0 0 0,-1-1 0 0 0,1 0 0 0 0,0-1-1 0 0,1-1 1 0 0,-1-1 0 0 0,33 0 0 0 0,15-4 29 0 0,95-16-1 0 0,-130 13-56 0 0,78-13 41 0 0,108-33 0 0 0,103-48-100 0 0,76-19 272 0 0,-357 108-376 0 0,130-29 629 0 0,-137 33-1317 0 0,0 2-1 0 0,0 1 0 0 0,41 3 1 0 0,-60 0 46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18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117 181 80 0 0,'-68'-14'4986'0'0,"66"14"-4700"0"0,-2-2-141 0 0,0 1-1 0 0,0 0 1 0 0,0 0-1 0 0,0 0 1 0 0,-1 0-1 0 0,1 1 0 0 0,-6 0 1 0 0,9 0-143 0 0,0 1-1 0 0,1-1 1 0 0,-1 1-1 0 0,1-1 1 0 0,-1 1 0 0 0,1-1-1 0 0,0 1 1 0 0,-1-1-1 0 0,1 1 1 0 0,-1 0 0 0 0,1-1-1 0 0,0 1 1 0 0,0 0-1 0 0,-1 0 1 0 0,1-1 0 0 0,0 1-1 0 0,0 0 1 0 0,0-1-1 0 0,0 1 1 0 0,0 0 0 0 0,0 0-1 0 0,0-1 1 0 0,0 1-1 0 0,0 0 1 0 0,0 0 0 0 0,0-1-1 0 0,0 1 1 0 0,1 0-1 0 0,0 2 4 0 0,0 0 0 0 0,0-1 0 0 0,1 0 0 0 0,-1 1 0 0 0,1-1 0 0 0,0 0-1 0 0,-1 1 1 0 0,3 1 0 0 0,4 2 7 0 0,-1 1 0 0 0,1-1 0 0 0,14 9 0 0 0,-11-9 1 0 0,-1-2 1 0 0,1 0 0 0 0,0 0-1 0 0,0-1 1 0 0,0 0-1 0 0,1-1 1 0 0,-1 0-1 0 0,22 0 1 0 0,9-2 19 0 0,44-6 1 0 0,-68 5-25 0 0,269-45 67 0 0,-4-22-56 0 0,-59 13 41 0 0,64-7 359 0 0,-264 56 340 0 0,14-5-108 0 0,-36 10-598 0 0,22-9-314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37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0 512 0 0,'0'0'2172'0'0,"8"7"476"0"0,-1-2-2584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38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2340 0 0,'12'-2'5985'0'0,"1"6"-6177"0"0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40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2 720 0 0,'12'-2'6096'0'0,"-15"9"-8162"0"0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22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17 322 2708 0 0,'-10'6'8586'0'0,"9"-5"-8474"0"0,0-1 0 0 0,1 1 1 0 0,-1-1-1 0 0,1 1 0 0 0,0 0 0 0 0,-1-1 1 0 0,1 1-1 0 0,-1 0 0 0 0,1-1 1 0 0,0 1-1 0 0,0 0 0 0 0,-1 0 0 0 0,1-1 1 0 0,0 1-1 0 0,0 0 0 0 0,0 0 0 0 0,0-1 1 0 0,0 1-1 0 0,0 0 0 0 0,0 0 1 0 0,0-1-1 0 0,0 1 0 0 0,0 0 0 0 0,0 0 1 0 0,0-1-1 0 0,1 1 0 0 0,-1 1 1 0 0,12 28 1362 0 0,-4-11-846 0 0,48 145 1681 0 0,-56-163-2289 0 0,0 0 0 0 0,1 0 0 0 0,0 0 0 0 0,-1 0 0 0 0,1 0 0 0 0,-1 0 0 0 0,1 0 0 0 0,0 0 0 0 0,0 0 0 0 0,-1-1 0 0 0,1 1 0 0 0,0 0 0 0 0,0-1 0 0 0,0 1 0 0 0,0 0 1 0 0,0-1-1 0 0,0 1 0 0 0,0-1 0 0 0,0 0 0 0 0,0 1 0 0 0,0-1 0 0 0,0 0 0 0 0,0 0 0 0 0,0 1 0 0 0,1-1 0 0 0,-1 0 0 0 0,0 0 0 0 0,0 0 0 0 0,0 0 0 0 0,0 0 0 0 0,0-1 0 0 0,0 1 0 0 0,0 0 0 0 0,2-1 1 0 0,3-1 16 0 0,-1 0 1 0 0,1-1-1 0 0,0 1 1 0 0,8-7-1 0 0,-12 8-39 0 0,174-110 334 0 0,115-65-187 0 0,18 26-457 0 0,-98 57-5188 0 0,-190 83 4281 0 0,-6 3-998 0 0,-3 1-2194 0 0,-2 2 209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22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210 303 1896 0 0,'-41'10'3432'0'0,"-85"19"6516"0"0,124-29-9613 0 0,-11 4 571 0 0,12-4-779 0 0,-1 0-1 0 0,0 0 1 0 0,1 0-1 0 0,-1 0 1 0 0,1 0-1 0 0,-1 1 1 0 0,0-1-1 0 0,1 1 1 0 0,-1-1-1 0 0,1 1 1 0 0,-1-1 0 0 0,1 1-1 0 0,-1 0 1 0 0,1 0-1 0 0,-3 2 1 0 0,4 0 12 0 0,-1 0 0 0 0,1 1 0 0 0,0-1 0 0 0,0 0-1 0 0,0 1 1 0 0,1-1 0 0 0,-1 0 0 0 0,1 1 0 0 0,0-1 0 0 0,1 5 0 0 0,17 39 457 0 0,-8-22-364 0 0,-7-12-186 0 0,2 1 0 0 0,0-1 0 0 0,1-1 1 0 0,0 1-1 0 0,1-1 0 0 0,0 0 0 0 0,1-1 0 0 0,16 17 0 0 0,-21-25-37 0 0,0-1-1 0 0,0 1 1 0 0,0-1-1 0 0,0-1 1 0 0,0 1 0 0 0,0 0-1 0 0,1-1 1 0 0,-1 0-1 0 0,1 0 1 0 0,-1 0-1 0 0,1-1 1 0 0,-1 1-1 0 0,1-1 1 0 0,-1 0-1 0 0,1-1 1 0 0,-1 1-1 0 0,1-1 1 0 0,-1 0-1 0 0,1 0 1 0 0,5-2 0 0 0,10-4-2 0 0,0 0 1 0 0,-1-2-1 0 0,20-11 1 0 0,-24 12 2 0 0,141-74 53 0 0,303-145 92 0 0,-42 71-1557 0 0,-132 74-6542 0 0,-238 72 3126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25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1 124 0 0,'0'0'8101'0'0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26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59 2148 0 0,'-9'-18'7086'0'0,"10"16"-6998"0"0,-1 1 1 0 0,1-1-1 0 0,-1 0 1 0 0,1 1-1 0 0,0-1 1 0 0,0 0-1 0 0,0 1 1 0 0,-1-1-1 0 0,1 1 1 0 0,1-1-1 0 0,-1 1 1 0 0,0-1-1 0 0,0 1 1 0 0,0 0 0 0 0,1 0-1 0 0,-1 0 1 0 0,1 0-1 0 0,-1 0 1 0 0,1 0-1 0 0,-1 0 1 0 0,1 0-1 0 0,0 0 1 0 0,-1 1-1 0 0,1-1 1 0 0,0 1-1 0 0,0-1 1 0 0,-1 1-1 0 0,1 0 1 0 0,0-1 0 0 0,0 1-1 0 0,0 0 1 0 0,2 0-1 0 0,6 1 3 0 0,0 0 0 0 0,0 0-1 0 0,-1 0 1 0 0,1 1 0 0 0,0 1-1 0 0,0 0 1 0 0,-1 0 0 0 0,0 1 0 0 0,0 0-1 0 0,10 6 1 0 0,-15-8-43 0 0,1 1 0 0 0,-1 0 0 0 0,0 0 1 0 0,0 0-1 0 0,0 1 0 0 0,0 0 0 0 0,-1-1 0 0 0,0 1 0 0 0,1 1 1 0 0,-1-1-1 0 0,-1 0 0 0 0,1 1 0 0 0,-1-1 0 0 0,1 1 0 0 0,-1 0 1 0 0,-1 0-1 0 0,1-1 0 0 0,-1 1 0 0 0,1 1 0 0 0,-1-1 0 0 0,-1 0 0 0 0,1 6 1 0 0,-2 4 46 0 0,0 0 0 0 0,-1-1 0 0 0,-1 1 1 0 0,0-1-1 0 0,-1 0 0 0 0,-1 0 0 0 0,0 0 1 0 0,-1 0-1 0 0,0-1 0 0 0,-1 0 0 0 0,0 0 1 0 0,-11 13-1 0 0,2-1 196 0 0,10-16 41 0 0,0 0 1 0 0,-13 15 0 0 0,18-23-197 0 0,4-17-46 0 0,2 4-69 0 0,0 1 0 0 0,1-1 0 0 0,0 1 0 0 0,14-18 0 0 0,-8 12-8 0 0,149-201 31 0 0,-136 187-26 0 0,9-14 80 0 0,-33 44-88 0 0,-9 9-12 0 0,-1 3 0 0 0,1 0 0 0 0,1 0 0 0 0,0 0 0 0 0,1 1 0 0 0,-8 19 0 0 0,-19 65-11 0 0,29-85 17 0 0,1 1 0 0 0,0 0 0 0 0,1 0 1 0 0,1 0-1 0 0,0 1 0 0 0,0-1 0 0 0,2 20 0 0 0,0-27 1 0 0,-1-1 0 0 0,1 0-1 0 0,0 1 1 0 0,1-1 0 0 0,-1 0 0 0 0,1 0-1 0 0,-1 1 1 0 0,1-1 0 0 0,1 0-1 0 0,-1-1 1 0 0,0 1 0 0 0,1 0-1 0 0,0-1 1 0 0,0 1 0 0 0,0-1-1 0 0,0 0 1 0 0,0 0 0 0 0,1 0-1 0 0,0-1 1 0 0,-1 1 0 0 0,1-1 0 0 0,0 0-1 0 0,8 3 1 0 0,-2-1-572 0 0,1 0 0 0 0,0-2 0 0 0,0 1 0 0 0,22 1 0 0 0,20-5-6532 0 0,-31-1 2016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26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43 1976 0 0,'2'-42'21209'0'0,"-1"62"-20530"0"0,-1 0 0 0 0,-1 1 0 0 0,0-1 0 0 0,-2 0 0 0 0,-4 21 0 0 0,-4 22-407 0 0,0 16-370 0 0,-1 4-3487 0 0,8-28-4664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27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4 108 3252 0 0,'-4'-23'13218'0'0,"5"16"-11750"0"0,17 2-595 0 0,1 1-1 0 0,23-3 0 0 0,18-3-526 0 0,17-6-225 0 0,5-2-2267 0 0,-29 5-3431 0 0,-41 9 1220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27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12 2360 0 0,'-23'-11'10801'0'0,"22"11"-10613"0"0,0 0 1 0 0,0 0 0 0 0,0 0 0 0 0,-1 0 0 0 0,1 0 0 0 0,0 0 0 0 0,0 0 0 0 0,0 1 0 0 0,0-1 0 0 0,0 0 0 0 0,0 1 0 0 0,0-1 0 0 0,0 0 0 0 0,0 1 0 0 0,0 0 0 0 0,0-1 0 0 0,0 1-1 0 0,0-1 1 0 0,0 1 0 0 0,1 0 0 0 0,-1 0 0 0 0,0-1 0 0 0,0 1 0 0 0,1 0 0 0 0,-1 0 0 0 0,0 0 0 0 0,1 0 0 0 0,-1 0 0 0 0,1 0 0 0 0,-1 0 0 0 0,1 0 0 0 0,0 0 0 0 0,-1 0-1 0 0,1 0 1 0 0,0 0 0 0 0,0 2 0 0 0,-3 8 165 0 0,1 0 0 0 0,0 21 0 0 0,1-19 212 0 0,-3 45-16 0 0,6 102 1 0 0,5-88-3085 0 0,3-1-3835 0 0,-6-58 1720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27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1 177 828 0 0,'3'-7'1119'0'0,"0"1"1"0"0,1-1-1 0 0,0 1 0 0 0,1 0 0 0 0,-1 0 1 0 0,1 0-1 0 0,8-7 0 0 0,-8 9-691 0 0,1 0 0 0 0,-1-1 0 0 0,1 2-1 0 0,0-1 1 0 0,0 1 0 0 0,0 0 0 0 0,0 0 0 0 0,7-2 0 0 0,-9 4-329 0 0,1 0 0 0 0,-1 0 0 0 0,0 0 0 0 0,1 0 0 0 0,-1 1 0 0 0,0 0 1 0 0,1 0-1 0 0,-1 0 0 0 0,1 0 0 0 0,-1 1 0 0 0,0 0 0 0 0,1 0 0 0 0,-1 0 1 0 0,0 0-1 0 0,0 1 0 0 0,0-1 0 0 0,0 1 0 0 0,0 0 0 0 0,0 1 0 0 0,0-1 1 0 0,-1 0-1 0 0,1 1 0 0 0,-1 0 0 0 0,0 0 0 0 0,0 0 0 0 0,0 0 0 0 0,0 1 1 0 0,0-1-1 0 0,3 6 0 0 0,-3-4 14 0 0,0 0 0 0 0,-1 1 0 0 0,1-1 0 0 0,-1 1 0 0 0,0-1 0 0 0,-1 1 0 0 0,1 0 1 0 0,-1 0-1 0 0,0 0 0 0 0,0 0 0 0 0,-1 0 0 0 0,0 0 0 0 0,0 0 0 0 0,0 0 0 0 0,-1 0 0 0 0,0 0 0 0 0,-2 8 0 0 0,-4 9 158 0 0,-1-1-1 0 0,-1 0 0 0 0,-14 25 0 0 0,-1 5 251 0 0,13-33 128 0 0,8-16-274 0 0,7-13-332 0 0,12-19-71 0 0,1 1-1 0 0,2 0 1 0 0,1 1 0 0 0,25-25 0 0 0,2-5-1 0 0,64-85 10 0 0,-108 138 12 0 0,0 0 1 0 0,0 0-1 0 0,0 0 0 0 0,-1-1 1 0 0,1 1-1 0 0,-1 0 0 0 0,0-1 1 0 0,-1 0-1 0 0,1 1 0 0 0,0-7 1 0 0,-1 9-11 0 0,-2 2 14 0 0,0-1 1 0 0,0 1 0 0 0,0 0-1 0 0,0 0 1 0 0,0 0-1 0 0,1-1 1 0 0,-1 1-1 0 0,0 0 1 0 0,0 0-1 0 0,0 1 1 0 0,0-1-1 0 0,0 0 1 0 0,0 0 0 0 0,0 0-1 0 0,0 1 1 0 0,-10 6-5 0 0,1 1 0 0 0,0 0 1 0 0,1 1-1 0 0,0 0 1 0 0,0 1-1 0 0,1 0 1 0 0,0 0-1 0 0,-10 19 0 0 0,7-11 0 0 0,2 0 0 0 0,0 1 0 0 0,1 0-1 0 0,-10 37 1 0 0,17-49 14 0 0,0 0 0 0 0,0 1-1 0 0,1-1 1 0 0,-1 0-1 0 0,2 1 1 0 0,-1-1 0 0 0,1 0-1 0 0,0 1 1 0 0,0-1 0 0 0,1 0-1 0 0,0 0 1 0 0,1 0-1 0 0,-1 0 1 0 0,1 0 0 0 0,1-1-1 0 0,-1 1 1 0 0,1-1 0 0 0,0 0-1 0 0,1 0 1 0 0,-1 0-1 0 0,1 0 1 0 0,0-1 0 0 0,8 6-1 0 0,-3-1-580 0 0,2-1-1 0 0,-1-1 0 0 0,2 0 0 0 0,21 11 1 0 0,-19-12-1723 0 0,1 0 1 0 0,0-1-1 0 0,25 5 1 0 0,-17-7-4297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28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56 744 0 0,'-4'-8'3490'0'0,"-19"-34"11338"0"0,23 42-14800 0 0,0 0-1 0 0,0 0 0 0 0,0-1 0 0 0,0 1 0 0 0,0 0 0 0 0,0 0 0 0 0,0-1 0 0 0,0 1 0 0 0,0 0 0 0 0,0 0 0 0 0,1-1 0 0 0,-1 1 1 0 0,0 0-1 0 0,0 0 0 0 0,0 0 0 0 0,0-1 0 0 0,1 1 0 0 0,-1 0 0 0 0,0 0 0 0 0,0 0 0 0 0,0 0 0 0 0,1-1 0 0 0,-1 1 1 0 0,0 0-1 0 0,0 0 0 0 0,1 0 0 0 0,-1 0 0 0 0,0 0 0 0 0,0 0 0 0 0,1 0 0 0 0,-1 0 0 0 0,0 0 0 0 0,0 0 0 0 0,1 0 0 0 0,-1 0 1 0 0,0 0-1 0 0,1 0 0 0 0,-1 0 0 0 0,0 0 0 0 0,0 0 0 0 0,1 0 0 0 0,-1 0 0 0 0,0 0 0 0 0,0 0 0 0 0,1 0 0 0 0,-1 1 1 0 0,0-1-1 0 0,0 0 0 0 0,1 0 0 0 0,15 10 678 0 0,-13-7-573 0 0,0 0 0 0 0,1 0 1 0 0,-1 1-1 0 0,-1 0 0 0 0,1-1 0 0 0,-1 1 1 0 0,1 0-1 0 0,-1 0 0 0 0,0 0 0 0 0,0 0 1 0 0,-1 1-1 0 0,0-1 0 0 0,2 8 1 0 0,-2-4 118 0 0,0 0 0 0 0,-1 0 0 0 0,0 0 0 0 0,0 0 1 0 0,-1 0-1 0 0,0 0 0 0 0,-2 10 0 0 0,-4 3 490 0 0,0 0-1 0 0,-1 0 0 0 0,-1-1 0 0 0,-21 36 1 0 0,1-13 615 0 0,-1-1 1 0 0,-51 53 0 0 0,81-95-1357 0 0,-1 1 1 0 0,1-1-1 0 0,0 0 1 0 0,-1 0-1 0 0,1 0 0 0 0,0 1 1 0 0,-1-1-1 0 0,1 0 1 0 0,0 1-1 0 0,0-1 0 0 0,-1 0 1 0 0,1 1-1 0 0,0-1 1 0 0,0 0-1 0 0,-1 1 0 0 0,1-1 1 0 0,0 0-1 0 0,0 1 1 0 0,0-1-1 0 0,0 0 1 0 0,0 1-1 0 0,-1-1 0 0 0,1 1 1 0 0,0-1-1 0 0,0 0 1 0 0,0 1-1 0 0,0-1 0 0 0,0 1 1 0 0,0-1-1 0 0,0 0 1 0 0,1 1-1 0 0,-1-1 0 0 0,0 1 1 0 0,0-1-1 0 0,0 0 1 0 0,0 1-1 0 0,6 1-3 0 0,0-3 5 0 0,0 1-1 0 0,0-1 1 0 0,-1 0 0 0 0,1 0 0 0 0,0 0-1 0 0,0-1 1 0 0,-1 0 0 0 0,8-4-1 0 0,11-2-187 0 0,316-84-8889 0 0,-169 48-1486 0 0,-83 21 5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30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7 536 0 0,'0'0'2748'0'0,"-2"-7"-3936"0"0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30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86 1676 0 0,'-21'-13'7604'0'0,"-18"-8"207"0"0,42 21-7362 0 0,63-3 1032 0 0,39-4-690 0 0,-82 4-889 0 0,140-19 830 0 0,-58 6-3468 0 0,-101 16 1628 0 0,8 0-800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30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52 2240 0 0,'-1'-5'1765'0'0,"0"1"0"0"0,-1-1 1 0 0,1 1-1 0 0,-1 0 0 0 0,-5-8 0 0 0,-1-6 2880 0 0,7 19-4563 0 0,1-1 0 0 0,-1 0 0 0 0,1 1 1 0 0,-1-1-1 0 0,1 1 0 0 0,-1-1 0 0 0,1 1 0 0 0,0-1 1 0 0,-1 1-1 0 0,1-1 0 0 0,0 1 0 0 0,-1 0 1 0 0,1-1-1 0 0,0 1 0 0 0,0-1 0 0 0,-1 1 1 0 0,1 0-1 0 0,0-1 0 0 0,0 1 0 0 0,0 0 0 0 0,0-1 1 0 0,0 1-1 0 0,0 0 0 0 0,-1 16 502 0 0,0-16-569 0 0,-10 142 1856 0 0,-2 36-1123 0 0,12-148-1790 0 0,2-1 0 0 0,2 0 1 0 0,10 54-1 0 0,2-40-2610 0 0,3-20-2589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34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1148 0 0,'0'0'3480'0'0,"11"-12"156"0"0,-15 19-6178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42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1 764 0 0,'0'0'3466'0'0,"-7"7"-4946"0"0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44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1 312 0 0,'0'0'7863'0'0,"0"11"-11494"0"0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45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90 150 872 0 0,'-9'-148'10530'0'0,"9"147"-10219"0"0,-7 18-15 0 0,-48 334 206 0 0,40-233-410 0 0,11-81 1501 0 0,4-72-1184 0 0,4 5-374 0 0,-4 25-43 0 0,1 0-1 0 0,0 0 1 0 0,0 0 0 0 0,0 0 0 0 0,1 1-1 0 0,3-8 1 0 0,-4 10-10 0 0,-1 2 17 0 0,0-1 0 0 0,0 1 0 0 0,0-1 1 0 0,0 1-1 0 0,1-1 0 0 0,-1 1 0 0 0,0-1 0 0 0,0 1 0 0 0,1-1 0 0 0,-1 1 1 0 0,0-1-1 0 0,1 1 0 0 0,-1 0 0 0 0,1-1 0 0 0,-1 1 0 0 0,0-1 0 0 0,1 1 1 0 0,-1 0-1 0 0,1 0 0 0 0,-1-1 0 0 0,1 1 0 0 0,-1 0 0 0 0,1 0 0 0 0,-1-1 1 0 0,1 1-1 0 0,-1 0 0 0 0,1 0 0 0 0,-1 0 0 0 0,1 0 0 0 0,0 0 0 0 0,-1 0 1 0 0,1 0-1 0 0,-1 0 0 0 0,1 0 0 0 0,-1 0 0 0 0,1 0 0 0 0,23 4-20 0 0,-14-1 29 0 0,-1 0 0 0 0,-1 1 0 0 0,1 0 0 0 0,-1 1 0 0 0,13 9 0 0 0,-12-8 1 0 0,0 0 1 0 0,0-1-1 0 0,1 0 0 0 0,-1-1 0 0 0,1 0 1 0 0,0 0-1 0 0,0-1 0 0 0,21 4 1 0 0,-21-5-125 0 0,1-1 0 0 0,-1 0 0 0 0,1-1 0 0 0,-1 0 0 0 0,1-1 0 0 0,-1 0 0 0 0,1-1 0 0 0,10-3 0 0 0,-7 1-1773 0 0,0-1-1 0 0,-1 0 0 0 0,15-9 1 0 0,-11 7-1762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46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76 68 0 0,'-28'-45'10714'0'0,"27"44"-10338"0"0,-5-4 610 0 0,3 59-721 0 0,3 76 1 0 0,2-46-179 0 0,-4-39-48 0 0,0-26 132 0 0,3 34 0 0 0,-3-54-166 0 0,-2-2-6 0 0,4 3 0 0 0,-1 0 1 0 0,1 0-1 0 0,0 0 0 0 0,-1 0 1 0 0,1 0-1 0 0,0 0 0 0 0,0-1 1 0 0,-1 1-1 0 0,1 0 0 0 0,0 0 1 0 0,-1 0-1 0 0,1-1 0 0 0,0 1 1 0 0,0 0-1 0 0,-1 0 0 0 0,1-1 1 0 0,0 1-1 0 0,0 0 0 0 0,0-1 1 0 0,0 1-1 0 0,-1 0 0 0 0,1-1 1 0 0,0 1-1 0 0,0 0 0 0 0,0-1 1 0 0,0 1-1 0 0,0 0 0 0 0,0-1 1 0 0,0 1-1 0 0,0 0 0 0 0,0-1 1 0 0,0 1-1 0 0,0 0 0 0 0,0-1 1 0 0,0 1-1 0 0,0-1 0 0 0,0-14-10 0 0,0 12 4 0 0,-1 1 1 0 0,1-1-1 0 0,0 1 0 0 0,1-1 0 0 0,-1 1 0 0 0,0-1 1 0 0,1 1-1 0 0,-1-1 0 0 0,1 1 0 0 0,0-1 0 0 0,0 1 0 0 0,0 0 1 0 0,0-1-1 0 0,0 1 0 0 0,1 0 0 0 0,-1 0 0 0 0,1 0 1 0 0,-1 0-1 0 0,1 0 0 0 0,0 0 0 0 0,-1 0 0 0 0,5-2 1 0 0,0 0 2 0 0,0 0 1 0 0,0 1 0 0 0,1 0 0 0 0,-1 0 0 0 0,1 1 0 0 0,11-3 0 0 0,-6 2 1 0 0,37-11 15 0 0,-26 10 3 0 0,-1-2-1 0 0,0-1 0 0 0,0-1 1 0 0,0-1-1 0 0,-1-1 1 0 0,0 0-1 0 0,19-14 1 0 0,-37 21-18 0 0,1-1-1 0 0,-1 1 1 0 0,0 0 0 0 0,0-1 0 0 0,0 0 0 0 0,0 1-1 0 0,-1-1 1 0 0,0 0 0 0 0,0-1 0 0 0,0 1 0 0 0,0 0-1 0 0,0 0 1 0 0,-1-1 0 0 0,0 1 0 0 0,0-1-1 0 0,0 1 1 0 0,-1-1 0 0 0,1 0 0 0 0,-1 1 0 0 0,0-1-1 0 0,-1-8 1 0 0,-2-3 410 0 0,1 0 0 0 0,-2 1-1 0 0,0-1 1 0 0,-11-27 0 0 0,14 42-216 0 0,1 27-151 0 0,31 103-1041 0 0,48 128 0 0 0,-54-198-5333 0 0,-16-42 1779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46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128 154 2408 0 0,'2'-36'4243'0'0,"-3"0"-1"0"0,-5-40 1 0 0,6 73-3859 0 0,0 3-370 0 0,0 0 0 0 0,0 0 0 0 0,0-1 0 0 0,-1 1 0 0 0,1 0 0 0 0,0 0-1 0 0,0 0 1 0 0,0 0 0 0 0,0-1 0 0 0,-1 1 0 0 0,1 0 0 0 0,0 0 0 0 0,0 0 0 0 0,-1 0 0 0 0,1 0 0 0 0,0 0 0 0 0,0 0 0 0 0,0 0-1 0 0,-1 0 1 0 0,1-1 0 0 0,0 1 0 0 0,0 0 0 0 0,-1 0 0 0 0,1 0 0 0 0,0 0 0 0 0,0 0 0 0 0,-1 0 0 0 0,1 1 0 0 0,0-1 0 0 0,0 0-1 0 0,-1 0 1 0 0,1 0 0 0 0,0 0 0 0 0,0 0 0 0 0,0 0 0 0 0,-1 0 0 0 0,1 0 0 0 0,0 0 0 0 0,-1 1 0 0 0,-9 4 170 0 0,1 8-97 0 0,1 0-1 0 0,0 1 1 0 0,1-1-1 0 0,0 2 1 0 0,-8 25-1 0 0,-17 78-31 0 0,29-104-43 0 0,-10 59-21 0 0,12-67 2 0 0,1 0 1 0 0,-1-1 0 0 0,1 1-1 0 0,1 0 1 0 0,-1-1-1 0 0,1 1 1 0 0,0-1-1 0 0,0 1 1 0 0,1 0-1 0 0,2 6 1 0 0,-4-11 5 0 0,0 0 1 0 0,1 0-1 0 0,-1-1 1 0 0,0 1-1 0 0,1 0 1 0 0,-1 0-1 0 0,0-1 0 0 0,1 1 1 0 0,-1 0-1 0 0,1-1 1 0 0,-1 1-1 0 0,1-1 1 0 0,0 1-1 0 0,-1-1 1 0 0,1 1-1 0 0,0-1 1 0 0,-1 1-1 0 0,1-1 0 0 0,0 1 1 0 0,-1-1-1 0 0,1 0 1 0 0,0 1-1 0 0,0-1 1 0 0,-1 0-1 0 0,1 0 1 0 0,2 1-1 0 0,-2-1-1 0 0,4 2-3 0 0,1 0 0 0 0,1-1 1 0 0,-1 0-1 0 0,0 0 1 0 0,1 0-1 0 0,-1-1 1 0 0,1 0-1 0 0,-1 0 1 0 0,0-1-1 0 0,1 0 0 0 0,-1 0 1 0 0,12-3-1 0 0,3-1-20 0 0,19-3 0 0 0,-24 5 25 0 0,-1 0 0 0 0,1 0-1 0 0,0 2 1 0 0,31 0 0 0 0,-46 1 34 0 0,0 0 0 0 0,0 1 0 0 0,1-1 0 0 0,-1 0 0 0 0,0 1 1 0 0,0-1-1 0 0,0 1 0 0 0,0-1 0 0 0,0 1 0 0 0,0-1 0 0 0,0 1 0 0 0,0 0 0 0 0,0 0 1 0 0,-1-1-1 0 0,1 1 0 0 0,0 0 0 0 0,0 0 0 0 0,-1 0 0 0 0,1 0 0 0 0,0 0 0 0 0,-1 0 1 0 0,1 0-1 0 0,-1 0 0 0 0,1 0 0 0 0,-1 0 0 0 0,0 0 0 0 0,1 0 0 0 0,-1 1 0 0 0,0-1 1 0 0,0 0-1 0 0,0 1 0 0 0,-1 29 590 0 0,1-31-623 0 0,-1 6 112 0 0,-1 1 0 0 0,0-1 1 0 0,0 1-1 0 0,0-1 1 0 0,-1 0-1 0 0,0 0 0 0 0,0 0 1 0 0,-1 0-1 0 0,0-1 0 0 0,0 1 1 0 0,0-1-1 0 0,0 0 1 0 0,-1 0-1 0 0,0-1 0 0 0,0 1 1 0 0,0-1-1 0 0,0 0 0 0 0,-8 3 1 0 0,2 0-43 0 0,0-2 0 0 0,-1 1 1 0 0,0-2-1 0 0,0 1 1 0 0,-1-2-1 0 0,1 1 0 0 0,-1-2 1 0 0,-13 2-1 0 0,23-4-61 0 0,-13 1-71 0 0,13 0 25 0 0,2-1-18 0 0,0-1-1 0 0,1 1 1 0 0,-1 0 0 0 0,0 0-1 0 0,0 0 1 0 0,1-1-1 0 0,-1 1 1 0 0,0 0 0 0 0,1-1-1 0 0,-1 1 1 0 0,0 0 0 0 0,1-1-1 0 0,-1 1 1 0 0,0-1-1 0 0,1 1 1 0 0,-1-1 0 0 0,1 0-1 0 0,-1 1 1 0 0,1-1-1 0 0,-1 1 1 0 0,1-1 0 0 0,0 0-1 0 0,-1 1 1 0 0,1-1-1 0 0,0 0 1 0 0,-1 0 0 0 0,1 1-1 0 0,0-1 1 0 0,0-1-1 0 0,0 1-188 0 0,0 1-1 0 0,0-1 0 0 0,0 0 0 0 0,0 1 1 0 0,0-1-1 0 0,1 0 0 0 0,-1 1 0 0 0,0-1 0 0 0,0 1 1 0 0,1-1-1 0 0,9-6-4388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47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29 1000 0 0,'0'-10'6357'0'0,"-3"3"-5761"0"0,11 2-1768 0 0,4-2-3205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50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13 556 0 0,'0'0'2538'0'0,"0"-10"-355"0"0,1 7-2114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52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1700 0 0,'12'-5'8125'0'0,"-8"0"-8122"0"0,-2 4-24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29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7 408 0 0,'0'0'4438'0'0,"-7"-6"-4042"0"0,7 6-490 0 0,-1 0 0 0 0,0 1 0 0 0,1-1 0 0 0,-1 1 0 0 0,0-1-1 0 0,1 1 1 0 0,-1-1 0 0 0,1 1 0 0 0,-1-1 0 0 0,1 1 0 0 0,-1 0 0 0 0,1-1 0 0 0,-1 1 0 0 0,1 0 0 0 0,-1-1 0 0 0,1 1 0 0 0,0 0 0 0 0,-1 0 0 0 0,1-1 0 0 0,0 1 0 0 0,0 0 0 0 0,0 0 0 0 0,0-1-1 0 0,-1 1 1 0 0,1 0 0 0 0,0 0 0 0 0,1 1 0 0 0,-3 11-110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30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0 536 0 0,'0'0'4048'0'0,"7"7"-3278"0"0,-17 15-3004 0 0,1-9 1518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47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59 1020 0 0,'-5'-14'5366'0'0,"-5"-25"560"0"0,10 37-5500 0 0,9 0-103 0 0,-8 2-318 0 0,-1-1 1 0 0,1 1-1 0 0,-1 0 0 0 0,1 0 0 0 0,-1 0 0 0 0,1-1 0 0 0,-1 1 0 0 0,1 0 1 0 0,-1 0-1 0 0,1 0 0 0 0,0 0 0 0 0,-1 0 0 0 0,1 0 0 0 0,-1 0 0 0 0,1 0 1 0 0,-1 0-1 0 0,1 0 0 0 0,-1 1 0 0 0,1-1 0 0 0,0 0 0 0 0,4 3 25 0 0,0-1 0 0 0,-1 1-1 0 0,1 0 1 0 0,-1 0 0 0 0,0 0-1 0 0,0 0 1 0 0,0 1 0 0 0,0 0 0 0 0,0 0-1 0 0,-1 0 1 0 0,0 0 0 0 0,0 0-1 0 0,0 1 1 0 0,0-1 0 0 0,3 10-1 0 0,-1-3 53 0 0,-1 1 0 0 0,-1-1 1 0 0,1 1-1 0 0,-2 0 0 0 0,3 21 0 0 0,-5-18 79 0 0,0 0 1 0 0,-1 0-1 0 0,-1-1 1 0 0,0 1-1 0 0,-1 0 1 0 0,0 0-1 0 0,-1-1 1 0 0,-1 0-1 0 0,0 0 1 0 0,-11 19-1 0 0,-1-2 228 0 0,-2 0 0 0 0,0-2 0 0 0,-30 34 0 0 0,42-55-215 0 0,-16 16 701 0 0,21-23-761 0 0,0-3 19 0 0,2 2-131 0 0,0 0 0 0 0,0 0 1 0 0,0 0-1 0 0,-1 0 0 0 0,1 0 0 0 0,0 0 0 0 0,0-1 0 0 0,0 1 1 0 0,0 0-1 0 0,0 0 0 0 0,-1 0 0 0 0,1 0 0 0 0,0 0 0 0 0,0 0 1 0 0,0 0-1 0 0,0-1 0 0 0,0 1 0 0 0,0 0 0 0 0,0 0 0 0 0,-1 0 0 0 0,1 0 1 0 0,0 0-1 0 0,0-1 0 0 0,0 1 0 0 0,0 0 0 0 0,0 0 0 0 0,0 0 1 0 0,0 0-1 0 0,0-1 0 0 0,0 1 0 0 0,0 0 0 0 0,0 0 0 0 0,0 0 0 0 0,0 0 1 0 0,0-1-1 0 0,0 1 0 0 0,0 0 0 0 0,0 0 0 0 0,0 0 0 0 0,0 0 1 0 0,0-1-1 0 0,0 1 0 0 0,1 0 0 0 0,-1 0 0 0 0,0 0 0 0 0,4-14 27 0 0,1 1-1 0 0,1 1 1 0 0,0-1-1 0 0,1 1 1 0 0,12-18-1 0 0,50-57 17 0 0,-55 70-41 0 0,181-215 79 0 0,-187 222-80 0 0,30-40-75 0 0,-37 48 48 0 0,-19 16-98 0 0,3 4 115 0 0,0 0 1 0 0,1 1-1 0 0,1 0 1 0 0,1 1-1 0 0,0 0 1 0 0,2 1-1 0 0,1 1 1 0 0,0-1-1 0 0,1 2 1 0 0,2-1-1 0 0,-6 33 1 0 0,11-51 16 0 0,1-1 1 0 0,0 1-1 0 0,0 0 0 0 0,0-1 1 0 0,0 1-1 0 0,0 0 1 0 0,1 0-1 0 0,0-1 1 0 0,0 1-1 0 0,0-1 0 0 0,0 1 1 0 0,0-1-1 0 0,1 1 1 0 0,-1-1-1 0 0,1 0 1 0 0,0 0-1 0 0,0 0 0 0 0,0 0 1 0 0,0 0-1 0 0,1 0 1 0 0,-1 0-1 0 0,1-1 1 0 0,0 1-1 0 0,0-1 0 0 0,0 0 1 0 0,0 0-1 0 0,0 0 1 0 0,0 0-1 0 0,7 2 1 0 0,-1-1 24 0 0,1 0 0 0 0,0 0 0 0 0,0-1 0 0 0,0 0 1 0 0,0-1-1 0 0,0 0 0 0 0,0-1 0 0 0,0 0 0 0 0,16-2 0 0 0,32 2 353 0 0,-55 0-333 0 0,1 0-6 0 0,9 0-7 0 0,-9 0-23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47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53 1940 0 0,'46'-52'29261'0'0,"-44"60"-27695"0"0,-2 6-1566 0 0,-1 1 0 0 0,0 0 0 0 0,-5 17 0 0 0,1 4 0 0 0,-10 61 0 0 0,-3-1 0 0 0,-32 95 0 0 0,13-80-5825 0 0,1-4-2083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47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62 1736 0 0,'-32'-21'17184'0'0,"49"21"-14244"0"0,5 1-2954 0 0,43-4 314 0 0,70-11 0 0 0,1-7-6959 0 0,-132 20 5780 0 0,8-2-631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48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38 416 0 0,'-20'-20'12441'0'0,"2"7"-7978"0"0,18 13-4376 0 0,0-1 0 0 0,0 1 1 0 0,0 0-1 0 0,-1-1 1 0 0,1 1-1 0 0,0 0 0 0 0,-1 0 1 0 0,1-1-1 0 0,0 1 0 0 0,-1 0 1 0 0,1 0-1 0 0,0-1 1 0 0,-1 1-1 0 0,1 0 0 0 0,-1 0 1 0 0,1 0-1 0 0,0 0 1 0 0,-1 0-1 0 0,1-1 0 0 0,-1 1 1 0 0,1 0-1 0 0,0 0 1 0 0,-1 0-1 0 0,1 0 0 0 0,-1 0 1 0 0,1 0-1 0 0,-1 0 1 0 0,1 0-1 0 0,0 1 0 0 0,-1-1 1 0 0,1 0-1 0 0,-1 0 0 0 0,1 0 1 0 0,0 0-1 0 0,-1 1 1 0 0,1-1-1 0 0,0 0 0 0 0,-1 0 1 0 0,1 0-1 0 0,0 1 1 0 0,-1-1-1 0 0,1 0 0 0 0,0 1 1 0 0,-1-1-1 0 0,1 0 1 0 0,0 1-1 0 0,0-1 0 0 0,0 0 1 0 0,-1 1-1 0 0,1-1 0 0 0,0 1 1 0 0,0-1-1 0 0,0 0 1 0 0,0 1-1 0 0,-1 0 0 0 0,-3 13 430 0 0,0 0-1 0 0,1 0 0 0 0,1 1 0 0 0,-2 21 0 0 0,-1 8-202 0 0,3-25-334 0 0,-19 132 676 0 0,16-50-5070 0 0,5-96 3727 0 0,0 0-1 0 0,1 0 1 0 0,-1 0-1 0 0,1 0 1 0 0,3 9-1 0 0,-3-12 102 0 0,-1-1 0 0 0,1 1 0 0 0,0-1 0 0 0,0 1 0 0 0,-1-1 0 0 0,1 0 0 0 0,0 1 0 0 0,8 6-2930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48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4 104 2576 0 0,'5'-26'7421'0'0,"1"-42"0"0"0,-6 66-6842 0 0,-1-6 2072 0 0,-2 15-2241 0 0,1 0 0 0 0,-1 1 0 0 0,2-1-1 0 0,-1 1 1 0 0,1-1 0 0 0,0 1 0 0 0,0-1 0 0 0,2 14 0 0 0,0-2-72 0 0,1 0 1 0 0,5 25 0 0 0,-5-38-316 0 0,-1 0 1 0 0,1 1-1 0 0,0-1 0 0 0,1-1 1 0 0,-1 1-1 0 0,1 0 0 0 0,1-1 1 0 0,-1 1-1 0 0,1-1 0 0 0,0 0 1 0 0,0 0-1 0 0,0-1 0 0 0,0 1 0 0 0,1-1 1 0 0,0 0-1 0 0,0 0 0 0 0,10 6 1 0 0,-8-7-13 0 0,1 1 0 0 0,-1-1 1 0 0,1-1-1 0 0,0 1 0 0 0,0-1 1 0 0,0-1-1 0 0,0 0 0 0 0,0 0 1 0 0,0 0-1 0 0,0-1 0 0 0,0 0 0 0 0,0 0 1 0 0,14-4-1 0 0,-14 3-6 0 0,0-1 0 0 0,0 0 0 0 0,0 0 0 0 0,0-1 1 0 0,-1 0-1 0 0,1 0 0 0 0,-1-1 0 0 0,0 0 0 0 0,0 0 0 0 0,0-1 0 0 0,0 0 0 0 0,-1 0 0 0 0,0 0 1 0 0,0-1-1 0 0,0 0 0 0 0,-1 0 0 0 0,0-1 0 0 0,0 1 0 0 0,0-1 0 0 0,-1 0 0 0 0,0 0 0 0 0,-1-1 1 0 0,0 1-1 0 0,0-1 0 0 0,0 0 0 0 0,2-15 0 0 0,1-16-96 0 0,-5 28-3 0 0,-7 28 51 0 0,-50 276 631 0 0,15-65 132 0 0,26-162-96 0 0,-32 89 0 0 0,39-133-281 0 0,-14 32 1385 0 0,20-50-1544 0 0,0 1 0 0 0,-1-1 0 0 0,1 0 0 0 0,-1-1 0 0 0,0 1 0 0 0,0 0 0 0 0,-1-1 0 0 0,1 0 0 0 0,-7 5 0 0 0,10-7-174 0 0,-1-1 1 0 0,0 0 0 0 0,0 1 0 0 0,0-1 0 0 0,1 0-1 0 0,-1 1 1 0 0,0-1 0 0 0,0 0 0 0 0,0 0-1 0 0,0 0 1 0 0,1 0 0 0 0,-1 0 0 0 0,0 0 0 0 0,0 0-1 0 0,0 0 1 0 0,0 0 0 0 0,0-1 0 0 0,1 1-1 0 0,-1 0 1 0 0,0 0 0 0 0,0-1 0 0 0,0 1-1 0 0,1 0 1 0 0,-1-1 0 0 0,-1 0 0 0 0,-15-16 168 0 0,13 10-211 0 0,0 0 1 0 0,1-1-1 0 0,-1 0 0 0 0,1 1 1 0 0,1-1-1 0 0,0 0 1 0 0,0-1-1 0 0,0 1 0 0 0,1 0 1 0 0,1 0-1 0 0,-1-1 0 0 0,1 1 1 0 0,0 0-1 0 0,1-1 1 0 0,0 1-1 0 0,1 0 0 0 0,4-15 1 0 0,-1 3-109 0 0,2 1 0 0 0,1 0 1 0 0,0 0-1 0 0,2 1 0 0 0,0 0 1 0 0,13-18-1 0 0,-13 23-1035 0 0,0 0 1 0 0,1 1-1 0 0,0 0 0 0 0,1 1 0 0 0,15-12 0 0 0,-11 12-3164 0 0,0 1-1 0 0,19-9 0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48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9 704 0 0,'12'-7'13365'0'0,"-11"7"-13216"0"0,-1 0 1 0 0,0 0-1 0 0,1 0 0 0 0,-1-1 0 0 0,0 1 0 0 0,1 0 1 0 0,-1 0-1 0 0,1 0 0 0 0,-1 0 0 0 0,0 0 0 0 0,1 0 1 0 0,-1 0-1 0 0,1 0 0 0 0,-1 0 0 0 0,0 0 0 0 0,1 0 1 0 0,-1 0-1 0 0,1 0 0 0 0,-1 0 0 0 0,0 0 0 0 0,1 0 1 0 0,-1 1-1 0 0,3 0 895 0 0,-3 0-895 0 0,6 14 2977 0 0,-5 26-50 0 0,-2-38-2922 0 0,-4 52 1670 0 0,-26 109 0 0 0,1-8-3659 0 0,29-145 1015 0 0,0 0 0 0 0,0 0 0 0 0,1-1 1 0 0,2 21-1 0 0,-1-27 202 0 0,0 0 0 0 0,0 0 1 0 0,0 1-1 0 0,1-1 0 0 0,0 0 1 0 0,2 5-1 0 0,-2-7-188 0 0,0 1 1 0 0,0 0-1 0 0,0-1 0 0 0,0 1 0 0 0,0-1 0 0 0,1 1 1 0 0,-1-1-1 0 0,1 0 0 0 0,3 2 0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1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60 924 0 0,'0'-3'2252'0'0,"1"-2"-1437"0"0,0-2 1457 0 0,0 0 1 0 0,-1 0-1 0 0,-1-16 679 0 0,-2 16-919 0 0,-86 267 4731 0 0,60-161-5732 0 0,22-79-857 0 0,-93 329 1746 0 0,85-282-1718 0 0,3 1 0 0 0,3 1 0 0 0,-1 87 0 0 0,10-125-164 0 0,2 1 0 0 0,1 0 0 0 0,1-1 0 0 0,2 1 0 0 0,1-2 0 0 0,21 56 0 0 0,-19-65-154 0 0,1 0 0 0 0,1 0 0 0 0,1-1 0 0 0,0 0 0 0 0,2-1 0 0 0,0-1 0 0 0,1 0 0 0 0,1-1 0 0 0,35 29 0 0 0,-19-22-640 0 0,2-2 0 0 0,0-2-1 0 0,1-1 1 0 0,1-1 0 0 0,1-2 0 0 0,63 18 0 0 0,-19-13-2582 0 0,0-4 0 0 0,96 9 0 0 0,-15-11-4544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01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14 584 0 0,'0'0'2776'0'0,"-3"-10"-1868"0"0,-6 6-864 0 0,-4 6-1952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02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16 232 0 0,'0'0'572'0'0,"6"-7"532"0"0,-2-2-872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30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24 120 0 0,'0'0'2804'0'0,"11"-5"-2460"0"0,-5-2-344 0 0,0-5-1436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31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1332 0 0,'0'0'5595'0'0,"-7"5"-5419"0"0,-7-9-4875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32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1944 0 0,'1'0'3667'0'0,"12"-4"1862"0"0,-12 4-5326 0 0,0-1 1 0 0,0 1 0 0 0,-1 0 0 0 0,1-1-1 0 0,0 1 1 0 0,0 0 0 0 0,0 0 0 0 0,0 0-1 0 0,-1 0 1 0 0,1 0 0 0 0,0 0 0 0 0,0 0-1 0 0,0 0 1 0 0,0 0 0 0 0,0 0 0 0 0,-1 0-1 0 0,1 0 1 0 0,0 1 0 0 0,0-1 0 0 0,0 0-1 0 0,-1 1 1 0 0,1-1 0 0 0,0 0 0 0 0,0 1-1 0 0,-1-1 1 0 0,1 1 0 0 0,0-1 0 0 0,-1 1-1 0 0,1 0 1 0 0,-1-1 0 0 0,1 1 0 0 0,0-1-1 0 0,-1 1 1 0 0,0 0 0 0 0,1 0 0 0 0,-1-1-1 0 0,1 1 1 0 0,-1 0 0 0 0,0 0 0 0 0,1 0-1 0 0,-1-1 1 0 0,0 3 0 0 0,1 3 256 0 0,0 0-1 0 0,0 0 1 0 0,0 1-1 0 0,-1-1 1 0 0,-1 8 0 0 0,-17 142 2620 0 0,5-60-3158 0 0,7 0-4078 0 0,8-82 2290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32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1 299 660 0 0,'0'-25'11328'0'0,"0"23"-10997"0"0,0 1 0 0 0,0 0 0 0 0,1 0 0 0 0,-1-1 0 0 0,0 1 0 0 0,1 0 0 0 0,-1 0 0 0 0,1 0 0 0 0,-1 0 0 0 0,1-1 0 0 0,0 1 0 0 0,-1 0 0 0 0,1 0 0 0 0,0 0 0 0 0,0 0 0 0 0,0 0 0 0 0,0 1 0 0 0,2-3 0 0 0,0 2 38 0 0,1-1 1 0 0,0 1 0 0 0,0-1 0 0 0,0 1-1 0 0,7-1 1 0 0,196-32 2268 0 0,-1 5-4503 0 0,-183 25 626 0 0,0 1-1652 0 0</inkml:trace>
  <inkml:trace contextRef="#ctx0" brushRef="#br0" timeOffset="1">286 31 672 0 0,'-34'-29'18277'0'0,"33"29"-18221"0"0,1 0 0 0 0,0 0 0 0 0,0 0 0 0 0,0 0 0 0 0,-1-1 0 0 0,1 1 0 0 0,0 0 0 0 0,0 0 0 0 0,0 0 0 0 0,-1 0 0 0 0,1 0 0 0 0,0 0 0 0 0,0 0 0 0 0,-1 0 0 0 0,1 0 0 0 0,0 0 0 0 0,0 0 0 0 0,0 0 0 0 0,-1 0 0 0 0,1 0 0 0 0,0 0 0 0 0,0 0 0 0 0,-1 0 0 0 0,1 0 0 0 0,0 1 0 0 0,0-1 0 0 0,0 0 0 0 0,-1 0 0 0 0,1 0 0 0 0,0 0 0 0 0,0 0 0 0 0,0 0 0 0 0,0 1 0 0 0,-1-1 0 0 0,1 0 0 0 0,0 0 0 0 0,0 0 0 0 0,0 0 0 0 0,0 1 0 0 0,0-1 0 0 0,0 0 0 0 0,-1 0 0 0 0,1 1 0 0 0,0-1 0 0 0,0 0 0 0 0,0 0 0 0 0,0 0 0 0 0,0 1 0 0 0,0-1 0 0 0,0 0 0 0 0,0 0 0 0 0,0 1 1 0 0,-3 12 1250 0 0,3-13-1238 0 0,-11 215 4844 0 0,3-81-5641 0 0,7 0-4635 0 0,1-130 4901 0 0,5 31-3723 0 0,-5-33 3403 0 0,1 0 0 0 0,-1 0 0 0 0,9 12-4691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32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81 364 0 0,'13'-40'6560'0'0,"1"0"5796"0"0,-18 67-11251 0 0,1 0-1 0 0,2 0 1 0 0,1 31 0 0 0,1-48-1013 0 0,0 0 0 0 0,0 0-1 0 0,1 0 1 0 0,1 0 0 0 0,-1 0-1 0 0,2 0 1 0 0,-1 0 0 0 0,1-1 0 0 0,1 1-1 0 0,0-1 1 0 0,7 10 0 0 0,-7-14-68 0 0,0 0-1 0 0,0 0 1 0 0,0 0 0 0 0,1-1 0 0 0,-1 0 0 0 0,1 0 0 0 0,0-1 0 0 0,0 1 0 0 0,1-1 0 0 0,-1-1 0 0 0,1 1 0 0 0,-1-1-1 0 0,1 0 1 0 0,0-1 0 0 0,0 1 0 0 0,0-1 0 0 0,0-1 0 0 0,0 1 0 0 0,0-1 0 0 0,0-1 0 0 0,8 0 0 0 0,-8 0-37 0 0,1 0 1 0 0,-1 0-1 0 0,0-1 1 0 0,1 0-1 0 0,-1 0 1 0 0,0 0-1 0 0,0-1 1 0 0,0 0-1 0 0,0-1 1 0 0,-1 0-1 0 0,1 0 1 0 0,-1 0 0 0 0,0 0-1 0 0,0-1 1 0 0,-1 0-1 0 0,1-1 1 0 0,-1 1-1 0 0,0-1 1 0 0,5-7-1 0 0,-1-6-44 0 0,0 0-1 0 0,-1 0 0 0 0,-1 0 0 0 0,-1-1 0 0 0,6-32 1 0 0,-12 49 5 0 0,-2 7 21 0 0,-4 17 60 0 0,-8 32 661 0 0,-20 258 3039 0 0,11-61-1962 0 0,15-198-1146 0 0,-2-1 1 0 0,-30 89 0 0 0,33-122-615 0 0,0-1 0 0 0,-1 0 0 0 0,0-1 1 0 0,-2 0-1 0 0,0 0 0 0 0,-23 27 0 0 0,29-38-7 0 0,0-1-1 0 0,-1 0 1 0 0,1-1-1 0 0,-1 1 1 0 0,0-1-1 0 0,0 1 1 0 0,0-2 0 0 0,0 1-1 0 0,-1 0 1 0 0,1-1-1 0 0,-7 2 1 0 0,7-3 0 0 0,1-1-1 0 0,0 1 1 0 0,-1-1 0 0 0,1 0 0 0 0,-1 0-1 0 0,1-1 1 0 0,-1 1 0 0 0,1-1-1 0 0,0 0 1 0 0,0 0 0 0 0,-1 0-1 0 0,1-1 1 0 0,0 1 0 0 0,0-1 0 0 0,0 0-1 0 0,-6-5 1 0 0,5 4-27 0 0,0 0-1 0 0,0-1 1 0 0,0 0-1 0 0,1 0 1 0 0,0 0 0 0 0,0 0-1 0 0,0-1 1 0 0,0 0-1 0 0,1 0 1 0 0,-1 0 0 0 0,1 0-1 0 0,1 0 1 0 0,-5-11-1 0 0,5 8-64 0 0,0 0-1 0 0,0 0 1 0 0,1 0 0 0 0,0 0-1 0 0,0 0 1 0 0,1 0-1 0 0,0 0 1 0 0,1 0-1 0 0,1-11 1 0 0,2 3-119 0 0,0 1-1 0 0,1-1 1 0 0,0 1 0 0 0,1 0 0 0 0,1 0 0 0 0,0 0-1 0 0,1 1 1 0 0,1 0 0 0 0,17-21 0 0 0,-7 14-1682 0 0,1 0 0 0 0,1 2-1 0 0,29-22 1 0 0,33-17-8943 0 0,-53 38 2302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33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2732 0 0,'2'-1'2712'0'0,"40"-20"6391"0"0,3 9-4893 0 0,-38 11-3942 0 0,-1 0 1 0 0,0 1 0 0 0,1-1 0 0 0,-1 2-1 0 0,0-1 1 0 0,1 1 0 0 0,-1 0 0 0 0,0 0 0 0 0,0 1-1 0 0,0-1 1 0 0,0 1 0 0 0,0 1 0 0 0,9 4-1 0 0,-9-4-59 0 0,0 1-1 0 0,-1-1 1 0 0,0 1-1 0 0,1 0 1 0 0,-2 0-1 0 0,1 1 1 0 0,0 0-1 0 0,-1 0 1 0 0,0 0-1 0 0,0 0 1 0 0,0 0-1 0 0,-1 1 1 0 0,0 0-1 0 0,0-1 1 0 0,0 1-1 0 0,0 1 1 0 0,-1-1-1 0 0,0 0 1 0 0,-1 0-1 0 0,0 1 1 0 0,2 10-1 0 0,-3-4 180 0 0,0 0 0 0 0,-1-1 0 0 0,-1 1 0 0 0,0-1 0 0 0,0 0 0 0 0,-1 1 1 0 0,-1-1-1 0 0,0 0 0 0 0,0-1 0 0 0,-10 18 0 0 0,-16 25 308 0 0,-54 72 0 0 0,79-117-696 0 0,5-9 0 0 0,-1 0 0 0 0,1 1 0 0 0,0-1 0 0 0,0 0 0 0 0,0 0 0 0 0,0 0 0 0 0,0 0 0 0 0,0 1 0 0 0,0-1 0 0 0,0 0 0 0 0,0 0 0 0 0,0 0 0 0 0,0 1 0 0 0,0-1 0 0 0,0 0 0 0 0,0 0 0 0 0,0 0 0 0 0,0 0 0 0 0,0 1 0 0 0,0-1 0 0 0,0 0 0 0 0,0 0 0 0 0,0 0 0 0 0,0 1 0 0 0,0-1 0 0 0,0 0 0 0 0,0 0 0 0 0,0 0 0 0 0,0 0 0 0 0,1 1 0 0 0,-1-1 0 0 0,0 0 0 0 0,0 0 0 0 0,0 0 0 0 0,0 0 0 0 0,0 0 0 0 0,1 0 0 0 0,-1 1 0 0 0,0-1 0 0 0,0 0 0 0 0,0 0 0 0 0,0 0 0 0 0,1 0 0 0 0,-1 0 0 0 0,0 0 0 0 0,0 0 0 0 0,0 0 0 0 0,1 0 0 0 0,-1 0 0 0 0,0 0 0 0 0,0 0 0 0 0,0 0 0 0 0,0 0 0 0 0,1 0 0 0 0,-1 0 0 0 0,0 0 0 0 0,0 0 0 0 0,0 0 0 0 0,1 0 0 0 0,-1 0 0 0 0,0 0 0 0 0,0 0 0 0 0,0 0 0 0 0,1-1 0 0 0,9-2 0 0 0,150-69-361 0 0,-94 40-219 0 0,183-82-6166 0 0,-22 10-5300 0 0,-131 59 1416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35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64 288 0 0,'0'0'14639'0'0,"0"0"-14495"0"0,0 1 0 0 0,1-1 1 0 0,0 0-1 0 0,-1 1 0 0 0,1-1 1 0 0,-1 0-1 0 0,1 1 0 0 0,-1-1 0 0 0,1 0 1 0 0,0 0-1 0 0,-1 1 0 0 0,1-1 1 0 0,0 0-1 0 0,-1 0 0 0 0,1 0 1 0 0,0 0-1 0 0,0 0 0 0 0,206-33 3065 0 0,-66 16-4860 0 0,-35 5-5111 0 0,-84 6-3154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35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54 504 0 0,'-21'-33'11729'0'0,"6"12"-5558"0"0,2 29-4797 0 0,12-6-1241 0 0,-1 0 1 0 0,1 1-1 0 0,-1 0 0 0 0,1-1 0 0 0,0 1 0 0 0,-1 0 0 0 0,2-1 0 0 0,-1 1 0 0 0,0 0 0 0 0,0 6 0 0 0,-3 5 180 0 0,-8 27 108 0 0,2 0 0 0 0,-6 59-1 0 0,14-82-997 0 0,1-1-1 0 0,1 1 1 0 0,0 0-1 0 0,1 0 0 0 0,1 0 1 0 0,1-1-1 0 0,0 1 1 0 0,9 24-1 0 0,1-17-2698 0 0,0-11-2096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35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0 121 2080 0 0,'11'-22'5584'0'0,"0"1"1"0"0,23-31-1 0 0,-26 40-4130 0 0,-8 11-1344 0 0,1 0 0 0 0,-1 0 0 0 0,1 0 0 0 0,-1 1 0 0 0,1-1 0 0 0,0 0 0 0 0,-1 0 0 0 0,1 0 0 0 0,0 1 0 0 0,0-1 0 0 0,-1 0 0 0 0,1 1 0 0 0,0-1 0 0 0,0 1 0 0 0,0-1 0 0 0,1 0 0 0 0,0 0 348 0 0,16 1 222 0 0,265 18 763 0 0,-235-14-1373 0 0,-47-4-69 0 0,0 0 0 0 0,-1 0 0 0 0,1 1-1 0 0,0-1 1 0 0,-1 0 0 0 0,1 0 0 0 0,0 0-1 0 0,-1 0 1 0 0,1 1 0 0 0,-1-1 0 0 0,1 0-1 0 0,0 1 1 0 0,-1-1 0 0 0,1 0 0 0 0,-1 1 0 0 0,1-1-1 0 0,-1 1 1 0 0,1-1 0 0 0,-1 1 0 0 0,0-1-1 0 0,1 1 1 0 0,-1-1 0 0 0,1 1 0 0 0,-1-1-1 0 0,0 1 1 0 0,0 0 0 0 0,1-1 0 0 0,-1 1-1 0 0,0-1 1 0 0,0 1 0 0 0,0 0 0 0 0,0-1 0 0 0,1 1-1 0 0,-1 0 1 0 0,0-1 0 0 0,0 1 0 0 0,-1 1-1 0 0,1 0-1 0 0,0 0-1 0 0,0 1 0 0 0,-1-1 0 0 0,0 0 1 0 0,1 0-1 0 0,-1 1 0 0 0,0-1 0 0 0,-2 3 1 0 0,-16 22-1 0 0,-1 0 0 0 0,-1-2 0 0 0,-2 0 0 0 0,-36 31 0 0 0,21-21-10 0 0,-20 20 18 0 0,19-20 130 0 0,1 2 0 0 0,-62 80 0 0 0,87-91 131 0 0,13-26-248 0 0,-1 1 0 0 0,1 0 1 0 0,0 0-1 0 0,-1 0 0 0 0,1 0 0 0 0,0 0 0 0 0,0-1 0 0 0,0 1 1 0 0,0 0-1 0 0,0 0 0 0 0,0 0 0 0 0,0 0 0 0 0,0 0 1 0 0,0 0-1 0 0,0-1 0 0 0,1 1 0 0 0,-1 0 0 0 0,0 0 0 0 0,1 0 1 0 0,-1 0-1 0 0,0-1 0 0 0,1 1 0 0 0,-1 0 0 0 0,1 0 1 0 0,-1-1-1 0 0,1 1 0 0 0,-1 0 0 0 0,1-1 0 0 0,0 1 0 0 0,-1-1 1 0 0,1 1-1 0 0,0 0 0 0 0,0-1 0 0 0,0 1 0 0 0,7 2 36 0 0,-1-1 0 0 0,0 0 0 0 0,1 0 0 0 0,0 0 0 0 0,-1-1 0 0 0,15 0 0 0 0,52-3 27 0 0,-31 0-279 0 0,8-1-2002 0 0,58-11 0 0 0,-4-7-5057 0 0,-77 14 2327 0 0,-6-1-2506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36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6 1792 0 0,'6'-6'19471'0'0,"-5"9"-19042"0"0,0 0 1 0 0,0 0-1 0 0,0 0 1 0 0,-1 1-1 0 0,1-1 1 0 0,-1 0 0 0 0,0 0-1 0 0,0 0 1 0 0,0 1-1 0 0,0-1 1 0 0,0 0-1 0 0,-2 4 1 0 0,-7 44 1446 0 0,8-49-1815 0 0,-17 72 678 0 0,-10 44-285 0 0,25-97-2340 0 0,-2 38 1 0 0,5-54 1144 0 0,1 0 1 0 0,-1 0 0 0 0,1 0-1 0 0,0 0 1 0 0,2 9-1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53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1 804 0 0,'0'0'5105'0'0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54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1 304 0 0,'-6'7'6153'0'0,"-3"-4"-4317"0"0,18 2-2812 0 0,3 0-476 0 0,0-3-2009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32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1 184 0 0,'0'0'3232'0'0,"-14"1"-2592"0"0,0 3-1324 0 0,0 1-1108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49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52 2748 0 0,'-76'-12'14115'0'0,"64"9"-9767"0"0,31-2-4088 0 0,1 1 0 0 0,-1 1 1 0 0,1 1-1 0 0,28-1 0 0 0,7 0-75 0 0,-4-2-580 0 0,51-4-544 0 0,-67 7-3805 0 0,1 1-4200 0 0,-23 1 3673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49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40 1352 0 0,'-45'-38'16794'0'0,"41"37"-15325"0"0,4 1-1411 0 0,0 0 1 0 0,0 0 0 0 0,-1 0 0 0 0,1 0 0 0 0,0-1-1 0 0,0 1 1 0 0,-1 0 0 0 0,1 0 0 0 0,0 0 0 0 0,0 0 0 0 0,-1 0-1 0 0,1 0 1 0 0,0 0 0 0 0,0 0 0 0 0,-1 0 0 0 0,1 0 0 0 0,0 0-1 0 0,0 0 1 0 0,-1 0 0 0 0,1 0 0 0 0,0 0 0 0 0,0 0 0 0 0,-1 1-1 0 0,1-1 1 0 0,0 0 0 0 0,0 0 0 0 0,0 0 0 0 0,-1 0 0 0 0,1 0-1 0 0,0 0 1 0 0,0 1 0 0 0,0-1 0 0 0,-1 0 0 0 0,1 0-1 0 0,0 0 1 0 0,0 1 0 0 0,0-1 0 0 0,0 0 0 0 0,0 0 0 0 0,-1 0-1 0 0,1 1 1 0 0,0-1 0 0 0,0 0 0 0 0,0 0 0 0 0,0 1 0 0 0,0-1-1 0 0,0 0 1 0 0,0 0 0 0 0,0 1 0 0 0,0-1 0 0 0,0 0 0 0 0,0 0-1 0 0,0 1 1 0 0,0-1 0 0 0,0 0 0 0 0,0 0 0 0 0,0 1 0 0 0,0-1-1 0 0,0 0 1 0 0,1 0 0 0 0,-1 1 0 0 0,0-1 0 0 0,0 0 0 0 0,0 0-1 0 0,0 0 1 0 0,0 1 0 0 0,1-1 0 0 0,6 42 1382 0 0,-2 0 0 0 0,0 64 0 0 0,-13 88-1517 0 0,2-90-1669 0 0,6-102 1494 0 0,-1 14-2131 0 0,3 31 0 0 0,-2-43 1033 0 0,1 0 0 0 0,0 1 0 0 0,0-1 0 0 0,0 0-1 0 0,1 0 1 0 0,-1 0 0 0 0,3 4 0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49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1 137 1760 0 0,'20'-46'8228'0'0,"-13"30"-4325"0"0,0-1-1 0 0,13-19 0 0 0,-18 34-3693 0 0,0 1-1 0 0,0-1 1 0 0,0 1 0 0 0,0 0-1 0 0,1-1 1 0 0,-1 1-1 0 0,0 0 1 0 0,1 0-1 0 0,-1 1 1 0 0,1-1 0 0 0,-1 0-1 0 0,1 1 1 0 0,0-1-1 0 0,4 1 1 0 0,-5 0-112 0 0,47-5 885 0 0,0 3 0 0 0,82 7 0 0 0,-130-5-979 0 0,1 0 0 0 0,-1 0 0 0 0,1 1 0 0 0,-1-1 0 0 0,1 0 0 0 0,-1 1 0 0 0,1-1 0 0 0,-1 1 0 0 0,1 0 0 0 0,-1-1 0 0 0,0 1 0 0 0,1 0 0 0 0,-1 0 0 0 0,0 0 0 0 0,0 0 0 0 0,0 0 0 0 0,0 0 0 0 0,0 0 0 0 0,0 1 0 0 0,0-1 0 0 0,0 0 0 0 0,0 1 0 0 0,0-1 0 0 0,-1 0 0 0 0,1 1 0 0 0,0-1 0 0 0,-1 1 0 0 0,1-1 0 0 0,-1 1 0 0 0,0-1 0 0 0,0 1 0 0 0,1-1 0 0 0,-1 1 0 0 0,0-1 0 0 0,0 1 0 0 0,0 0 0 0 0,-1-1 0 0 0,1 1 0 0 0,0-1 0 0 0,-1 3 0 0 0,-1 4-16 0 0,1 0 0 0 0,-1 0 1 0 0,-1 0-1 0 0,0-1 1 0 0,-7 15-1 0 0,-22 31 923 0 0,-63 78 0 0 0,9-14 952 0 0,86-117-1845 0 0,0 1-1 0 0,0-1 1 0 0,-1 1 0 0 0,1-1 0 0 0,0 1 0 0 0,0-1 0 0 0,0 1 0 0 0,0 0 0 0 0,0-1 0 0 0,0 1 0 0 0,0-1 0 0 0,0 1 0 0 0,0-1 0 0 0,0 1 0 0 0,0-1 0 0 0,1 1-1 0 0,-1-1 1 0 0,0 1 0 0 0,0-1 0 0 0,0 1 0 0 0,1-1 0 0 0,-1 1 0 0 0,0-1 0 0 0,1 1 0 0 0,-1-1 0 0 0,0 0 0 0 0,1 1 0 0 0,-1-1 0 0 0,1 1 0 0 0,-1-1 0 0 0,0 0 0 0 0,1 0-1 0 0,-1 1 1 0 0,1-1 0 0 0,-1 0 0 0 0,1 0 0 0 0,-1 1 0 0 0,1-1 0 0 0,-1 0 0 0 0,1 0 0 0 0,-1 0 0 0 0,2 0 0 0 0,26 7 375 0 0,-2-6-441 0 0,0-2 0 0 0,50-7 1 0 0,13-8-5809 0 0,-34 5-4092 0 0,-41 8 4270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0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43 2900 0 0,'9'-43'25359'0'0,"-9"46"-24356"0"0,-5 29-153 0 0,0 0 1 0 0,-2-1-1 0 0,-15 43 0 0 0,-44 93-1717 0 0,29-78-1308 0 0,-7 28-2274 0 0,5-9-6459 0 0,17-53-952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0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398 109 1276 0 0,'20'-91'13761'0'0,"-20"90"-13615"0"0,1 0 0 0 0,-1 0 0 0 0,0 0 0 0 0,1 0 0 0 0,-1 1 0 0 0,1-1 1 0 0,-1 0-1 0 0,1 0 0 0 0,0 0 0 0 0,-1 1 0 0 0,1-1 0 0 0,0 0 0 0 0,0 1 0 0 0,-1-1 0 0 0,1 0 0 0 0,0 1 0 0 0,0-1 0 0 0,0 1 0 0 0,0 0 0 0 0,0-1 0 0 0,-1 1 0 0 0,1 0 0 0 0,0-1 0 0 0,2 1 0 0 0,-1-1 50 0 0,1 1-1 0 0,0 0 1 0 0,-1-1-1 0 0,1 1 1 0 0,0 0 0 0 0,-1 1-1 0 0,1-1 1 0 0,3 1 0 0 0,5 2 257 0 0,0 1 1 0 0,-1 1 0 0 0,0-1 0 0 0,0 2 0 0 0,0-1 0 0 0,0 2 0 0 0,9 7 0 0 0,60 56 1284 0 0,-78-70-1724 0 0,22 23 145 0 0,-1 1 0 0 0,-2 2 0 0 0,0 0 0 0 0,-1 0 0 0 0,-2 2-1 0 0,-1 0 1 0 0,-1 1 0 0 0,-1 1 0 0 0,-2 0 0 0 0,-1 1 0 0 0,-1 0 0 0 0,-2 1 0 0 0,-1 0 0 0 0,-2 0 0 0 0,-1 0 0 0 0,-1 1 0 0 0,-2-1 0 0 0,-1 1 0 0 0,-1-1 0 0 0,-7 35 0 0 0,-2-15-218 0 0,-2 0 0 0 0,-2 0 0 0 0,-3-1 0 0 0,-2-1 0 0 0,-2-1 0 0 0,-31 53 0 0 0,-10 2-1981 0 0,-122 156 1 0 0,-22-19-3160 0 0,54-93-2756 0 0,49-59-1165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33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1128 0 0,'0'0'2640'0'0,"14"11"232"0"0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35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1548 0 0,'0'0'1565'0'0,"20"11"3653"0"0,-9-5-4674 0 0,25 13-643 0 0,-13-4-4282 0 0,-14-7 2390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45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1 216 0 0,'0'0'2152'0'0,"20"10"-264"0"0,6-14-4012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47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0 1128 0 0,'-4'0'862'0'0,"2"0"-830"0"0,-20 3 1737 0 0,21-3-1725 0 0,0 0 1 0 0,1 1-1 0 0,-1-1 1 0 0,0 1-1 0 0,1-1 1 0 0,-1 0-1 0 0,0 1 0 0 0,1 0 1 0 0,-1-1-1 0 0,1 1 1 0 0,-1-1-1 0 0,1 1 1 0 0,-1 0-1 0 0,1-1 0 0 0,-1 1 1 0 0,1 0-1 0 0,0-1 1 0 0,-1 1-1 0 0,1 0 1 0 0,0 0-1 0 0,0-1 1 0 0,-1 1-1 0 0,1 0 0 0 0,0 0 1 0 0,0 0-1 0 0,0-1 1 0 0,0 3-1 0 0,0-1 9 0 0,0 9-658 0 0,2-1-996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49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11 340 0 0,'-26'3'2446'0'0,"23"-3"-2036"0"0,-29-1-35 0 0,22 1-373 0 0,7 0 542 0 0,-3-1-256 0 0,10 0-293 0 0,23-2-618 0 0,0 0-324 0 0,13-1 521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38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27 452 0 0,'0'0'827'0'0,"1"-12"947"0"0,0 6-1539 0 0,2-1 140 0 0,-3 6-383 0 0,0 1 1 0 0,0 0 0 0 0,1 0-1 0 0,-1 0 1 0 0,0 0 0 0 0,0 0 0 0 0,0 0-1 0 0,0 0 1 0 0,1 0 0 0 0,-1 0 0 0 0,0 0-1 0 0,0 0 1 0 0,0 0 0 0 0,0 0-1 0 0,1 0 1 0 0,-1 0 0 0 0,0 0 0 0 0,0 0-1 0 0,0 0 1 0 0,1 0 0 0 0,-1 0-1 0 0,0 0 1 0 0,0 0 0 0 0,0 0 0 0 0,0 0-1 0 0,0 0 1 0 0,1 0 0 0 0,-1 0 0 0 0,0 0-1 0 0,0 1 1 0 0,0-1 0 0 0,0 0-1 0 0,0 0 1 0 0,1 0 0 0 0,-1 0 0 0 0,0 0-1 0 0,0 0 1 0 0,0 1 0 0 0,0-1 0 0 0,0 0-1 0 0,1 1-291 0 0,-1 7-981 0 0,0-7 671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38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9 460 0 0,'0'0'2072'0'0,"3"-9"-1232"0"0,4 16-1048 0 0,-5 7-1552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39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1 728 0 0,'0'0'1848'0'0,"-7"9"-796"0"0,2-1-1648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39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1608 0 0,'0'0'2420'0'0,"-2"10"-1132"0"0,-8-6-1944 0 0,1 3-1600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41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6 156 0 0,'0'0'2936'0'0,"7"-5"-2488"0"0,3 8-456 0 0,-1 1-288 0 0,4-1-1068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30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61 660 0 0,'-11'5'15705'0'0,"13"-4"-15529"0"0,0 1 0 0 0,0-1 0 0 0,0 0 0 0 0,1 0-1 0 0,-1 0 1 0 0,0 0 0 0 0,1-1 0 0 0,-1 1-1 0 0,1 0 1 0 0,-1-1 0 0 0,1 0 0 0 0,-1 1-1 0 0,1-1 1 0 0,4-1 0 0 0,46-1 440 0 0,-45 1-473 0 0,65-6 192 0 0,98-23 0 0 0,-167 29-308 0 0,29-8-1224 0 0,-30 8 565 0 0,0 0 1 0 0,0 0 0 0 0,0 0 0 0 0,0-1-1 0 0,0 0 1 0 0,-1 1 0 0 0,6-5 0 0 0,-2-4-2151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31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16 2132 0 0,'-14'-8'5025'0'0,"-3"1"-876"0"0,14 7-3267 0 0,1 1-610 0 0,-1 1 0 0 0,1-1 1 0 0,0 1-1 0 0,-1-1 0 0 0,1 1 0 0 0,0 0 1 0 0,0 0-1 0 0,0 0 0 0 0,0 0 0 0 0,1 0 1 0 0,-1 0-1 0 0,0 1 0 0 0,1-1 0 0 0,-1 1 1 0 0,1-1-1 0 0,0 1 0 0 0,0-1 0 0 0,0 1 1 0 0,0 0-1 0 0,1-1 0 0 0,-1 5 0 0 0,-4 13 1049 0 0,-3 35 0 0 0,7-46-1108 0 0,-55 312 1869 0 0,26-174-10469 0 0,28-136 3514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31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1 150 816 0 0,'17'-72'15545'0'0,"-17"71"-15386"0"0,0-1 0 0 0,1 1 1 0 0,-1-1-1 0 0,1 1 0 0 0,0 0 1 0 0,-1-1-1 0 0,1 1 0 0 0,0 0 1 0 0,0-1-1 0 0,0 1 0 0 0,0 0 1 0 0,0 0-1 0 0,0 0 0 0 0,0 0 0 0 0,0 0 1 0 0,0 0-1 0 0,0 0 0 0 0,1 0 1 0 0,-1 1-1 0 0,0-1 0 0 0,1 0 1 0 0,-1 1-1 0 0,2-1 0 0 0,38-7 353 0 0,-28 6-146 0 0,309-39 743 0 0,-321 41-1109 0 0,-1 0 0 0 0,1 0 1 0 0,-1-1-1 0 0,1 1 0 0 0,-1 0 0 0 0,1 0 1 0 0,0 0-1 0 0,-1 0 0 0 0,1 0 0 0 0,-1 0 1 0 0,1 0-1 0 0,-1 0 0 0 0,1 1 1 0 0,0-1-1 0 0,-1 0 0 0 0,1 0 0 0 0,-1 0 1 0 0,1 0-1 0 0,-1 1 0 0 0,1-1 0 0 0,-1 0 1 0 0,1 1-1 0 0,-1-1 0 0 0,0 0 0 0 0,1 1 1 0 0,-1-1-1 0 0,1 0 0 0 0,-1 1 1 0 0,0-1-1 0 0,1 1 0 0 0,-1-1 0 0 0,0 1 1 0 0,1-1-1 0 0,-1 1 0 0 0,0-1 0 0 0,0 1 1 0 0,0-1-1 0 0,1 1 0 0 0,-1-1 1 0 0,0 1-1 0 0,0 0 0 0 0,0-1 0 0 0,0 1 1 0 0,0-1-1 0 0,0 1 0 0 0,0-1 0 0 0,0 1 1 0 0,0-1-1 0 0,0 1 0 0 0,-1 0 1 0 0,1-1-1 0 0,0 1 0 0 0,0-1 0 0 0,0 1 1 0 0,-1-1-1 0 0,1 1 0 0 0,0-1 0 0 0,0 1 1 0 0,-1 0-1 0 0,-18 29-19 0 0,-162 165 61 0 0,-1 2 747 0 0,138-140-241 0 0,43-56-525 0 0,1-1 1 0 0,-1 1 0 0 0,1 0-1 0 0,0-1 1 0 0,-1 1 0 0 0,1-1-1 0 0,0 1 1 0 0,-1 0 0 0 0,1-1-1 0 0,0 1 1 0 0,0 0-1 0 0,0-1 1 0 0,-1 1 0 0 0,1 0-1 0 0,0 0 1 0 0,0-1 0 0 0,0 1-1 0 0,0 0 1 0 0,0-1 0 0 0,0 1-1 0 0,0 0 1 0 0,1 0-1 0 0,-1-1 1 0 0,0 1 0 0 0,0 0-1 0 0,1-1 1 0 0,-1 1 0 0 0,0 0-1 0 0,1-1 1 0 0,-1 1-1 0 0,0-1 1 0 0,1 1 0 0 0,-1-1-1 0 0,1 1 1 0 0,-1-1 0 0 0,1 1-1 0 0,-1-1 1 0 0,1 1 0 0 0,-1-1-1 0 0,1 1 1 0 0,0-1-1 0 0,-1 0 1 0 0,1 1 0 0 0,0-1-1 0 0,-1 0 1 0 0,1 0 0 0 0,1 1-1 0 0,2 0 71 0 0,1 1 0 0 0,-1-1 0 0 0,1 0 0 0 0,-1 0-1 0 0,7 1 1 0 0,12-2 50 0 0,0-1 0 0 0,0-1 0 0 0,41-8 0 0 0,67-23 9 0 0,-131 32-152 0 0,12-2-24 0 0,43-14-3073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31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13 956 0 0,'26'-13'18676'0'0,"-25"13"-18519"0"0,0 1 1 0 0,-1-1-1 0 0,1 0 0 0 0,-1 0 0 0 0,1 1 1 0 0,-1-1-1 0 0,1 1 0 0 0,-1-1 0 0 0,1 0 0 0 0,-1 1 1 0 0,0-1-1 0 0,1 1 0 0 0,-1-1 0 0 0,0 1 1 0 0,1-1-1 0 0,-1 1 0 0 0,0-1 0 0 0,1 1 0 0 0,-1-1 1 0 0,0 1-1 0 0,0 0 0 0 0,0-1 0 0 0,0 1 1 0 0,0-1-1 0 0,0 1 0 0 0,1 0 0 0 0,-1-1 0 0 0,-1 1 1 0 0,1-1-1 0 0,0 1 0 0 0,0 0 0 0 0,0-1 1 0 0,0 1-1 0 0,-1 0 0 0 0,0 30 542 0 0,-1 0 0 0 0,-2 0 0 0 0,-1 0 0 0 0,-1-1 0 0 0,-2 0 0 0 0,-13 32 1 0 0,-27 52-1219 0 0,-7-2-6635 0 0,35-71 2264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32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0 149 844 0 0,'4'-21'12495'0'0,"1"-34"-1"0"0,-5 53-12029 0 0,10-6 576 0 0,17-1-826 0 0,1 0 1 0 0,1 2-1 0 0,-1 1 1 0 0,31-2-1 0 0,26-6-813 0 0,-67 10-1527 0 0,32-1 0 0 0,-9 8-6579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32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1 180 0 0,'-12'6'2716'0'0,"-4"2"2101"0"0,0 0 0 0 0,-29 21 998 0 0,44-22-4367 0 0,1-2-377 0 0,12 0-190 0 0,18-2-596 0 0,0 0 0 0 0,0-2 0 0 0,0-2 0 0 0,56-7 1 0 0,-4 1-1290 0 0,45-7-3285 0 0,-41 2-3533 0 0,-83 12 7340 0 0,39-6-6688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7:32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533 70 408 0 0,'-23'-13'9081'0'0,"-9"-5"-658"0"0,32 18-8381 0 0,0 0 1 0 0,0 0-1 0 0,0-1 1 0 0,0 1-1 0 0,0 0 1 0 0,-1 0 0 0 0,1-1-1 0 0,0 1 1 0 0,0 0-1 0 0,0 0 1 0 0,0-1-1 0 0,0 1 1 0 0,0 0 0 0 0,0 0-1 0 0,0 0 1 0 0,-1-1-1 0 0,1 1 1 0 0,0 0-1 0 0,0 0 1 0 0,0 0 0 0 0,-1 0-1 0 0,1-1 1 0 0,0 1-1 0 0,0 0 1 0 0,0 0-1 0 0,-1 0 1 0 0,1 0 0 0 0,0 0-1 0 0,0 0 1 0 0,-1 0-1 0 0,1 0 1 0 0,0-1-1 0 0,0 1 1 0 0,0 0 0 0 0,-1 0-1 0 0,-12 2 1457 0 0,-9 7-236 0 0,3 8-594 0 0,1 1 1 0 0,0 0-1 0 0,1 1 0 0 0,-20 29 0 0 0,8-9-96 0 0,-87 118 1269 0 0,102-135-1657 0 0,1 0 0 0 0,0 1 1 0 0,2 1-1 0 0,1 0 0 0 0,-10 37 0 0 0,19-57-152 0 0,0 0 1 0 0,0 1-1 0 0,0-1 1 0 0,1 0-1 0 0,0 0 1 0 0,0 1-1 0 0,0-1 1 0 0,1 0-1 0 0,-1 1 1 0 0,1-1-1 0 0,0 0 1 0 0,3 8-1 0 0,-3-9-15 0 0,0-1 1 0 0,0 0-1 0 0,1 0 0 0 0,-1 0 0 0 0,1 0 0 0 0,-1 0 0 0 0,1 0 0 0 0,0 0 0 0 0,0 0 0 0 0,0-1 1 0 0,0 1-1 0 0,0-1 0 0 0,0 1 0 0 0,0-1 0 0 0,0 0 0 0 0,1 0 0 0 0,-1 0 0 0 0,0 0 1 0 0,1 0-1 0 0,-1-1 0 0 0,1 1 0 0 0,-1-1 0 0 0,4 1 0 0 0,8-1 6 0 0,1 0 0 0 0,-1-1 0 0 0,0 0 0 0 0,0-1 0 0 0,0 0 0 0 0,0-2 0 0 0,0 1 0 0 0,-1-2 0 0 0,0 0-1 0 0,0 0 1 0 0,0-1 0 0 0,0-1 0 0 0,-1 0 0 0 0,0-1 0 0 0,0 0 0 0 0,20-19 0 0 0,-18 14-3 0 0,-1-1-1 0 0,0 0 1 0 0,-1-1 0 0 0,0 0 0 0 0,-1-1-1 0 0,-1 0 1 0 0,0 0 0 0 0,-1-1-1 0 0,-1-1 1 0 0,-1 0 0 0 0,0 0-1 0 0,4-21 1 0 0,-7 21-23 0 0,-1-1 0 0 0,0 1 0 0 0,-2-1 0 0 0,0 0 0 0 0,-3-35 0 0 0,1 47-141 0 0,-1 0 0 0 0,1-1 0 0 0,-1 2 1 0 0,0-1-1 0 0,-1 0 0 0 0,1 0 0 0 0,-1 1 0 0 0,-1-1 1 0 0,1 1-1 0 0,-1 0 0 0 0,0 0 0 0 0,0 0 0 0 0,-1 1 1 0 0,0 0-1 0 0,0-1 0 0 0,0 2 0 0 0,-1-1 0 0 0,-9-6 1 0 0,2 4-414 0 0,-1 0 1 0 0,0 1 0 0 0,1 1 0 0 0,-2 1 0 0 0,1 0 0 0 0,0 0 0 0 0,-1 1-1 0 0,0 1 1 0 0,1 1 0 0 0,-17 0 0 0 0,-24 2-4227 0 0,-71 10-1 0 0,125-11 4710 0 0,-117 14-9677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41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10 332 0 0,'0'0'795'0'0,"16"-2"1763"0"0,0-2-1233 0 0,11 0-621 0 0,-26 5-899 0 0,0-1 0 0 0,1 0 0 0 0,-1 0 0 0 0,0 1 0 0 0,0-1 0 0 0,1 0 1 0 0,-1 1-1 0 0,0-1 0 0 0,0 1 0 0 0,0 0 0 0 0,0-1 0 0 0,1 2 0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37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3 781 296 0 0,'0'0'1503'0'0,"0"-12"2824"0"0,-3-3-1601 0 0,5 26-1138 0 0,5 28-804 0 0,-7-38-737 0 0,0 0 0 0 0,1 0 1 0 0,-1 0-1 0 0,1 0 0 0 0,-1 1 0 0 0,1-1 1 0 0,0 0-1 0 0,-1 0 0 0 0,1 0 1 0 0,0 0-1 0 0,0-1 0 0 0,-1 1 0 0 0,1 0 1 0 0,0 0-1 0 0,0 0 0 0 0,0-1 1 0 0,0 1-1 0 0,0 0 0 0 0,0-1 0 0 0,0 1 1 0 0,2 0-1 0 0,-1-1-1 0 0,0 1 1 0 0,0-1 0 0 0,0 0-1 0 0,0 0 1 0 0,0 0-1 0 0,0 0 1 0 0,0-1-1 0 0,0 1 1 0 0,0 0-1 0 0,0-1 1 0 0,0 0-1 0 0,3 0 1 0 0,6-5 70 0 0,1 0-1 0 0,-1-1 1 0 0,17-13-1 0 0,-11 8-24 0 0,931-611 481 0 0,-897 589-614 0 0,-7 4-648 0 0,94-49-1 0 0,-121 75-875 0 0,-16 4 1512 0 0,-1 0 1 0 0,0 0-1 0 0,0 0 1 0 0,1 0-1 0 0,-1 0 0 0 0,0 1 1 0 0,0-1-1 0 0,1 0 1 0 0,-1 0-1 0 0,0 0 0 0 0,0 0 1 0 0,0 0-1 0 0,1 0 1 0 0,-1 1-1 0 0,0-1 0 0 0,0 0 1 0 0,0 0-1 0 0,1 0 1 0 0,-1 1-1 0 0,0-1 0 0 0,0 0 1 0 0,0 0-1 0 0,0 0 1 0 0,0 1-1 0 0,0-1 0 0 0,1 0 1 0 0,-1 0-1 0 0,0 1 0 0 0,0-1 1 0 0,0 0-1 0 0,0 0 1 0 0,0 1-1 0 0,0-1 0 0 0,0 0 1 0 0,0 0-1 0 0,0 1 1 0 0,0-1-1 0 0,0 0 0 0 0,0 0 1 0 0,0 1-1 0 0,0-1 1 0 0,0 0-1 0 0,-1 1 0 0 0,-1 11-2748 0 0,-5-1-694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37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101 847 788 0 0,'-100'70'7644'0'0,"117"-90"-6217"0"0,83-61-830 0 0,154-96 0 0 0,-133 97-469 0 0,-51 32-116 0 0,490-345-2985 0 0,-485 334 421 0 0,-6 0-712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42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1 848 0 0,'0'0'3285'0'0,"16"2"-514"0"0,-6-2-2710 0 0,-7 0 135 0 0,13 2-1264 0 0,-10-1 959 0 0,3 8-3471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03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55 964 0 0,'-5'-16'4705'0'0,"-14"-23"823"0"0,12 43-5227 0 0,6-4-287 0 0,0 0-1 0 0,0 1 0 0 0,0-1 1 0 0,0 0-1 0 0,1 1 0 0 0,-1-1 1 0 0,0 0-1 0 0,0 1 0 0 0,1-1 1 0 0,-1 1-1 0 0,0-1 0 0 0,1 1 1 0 0,-1 0-1 0 0,-1 0 0 0 0,-7 17 178 0 0,0 1-1 0 0,2-1 1 0 0,0 1-1 0 0,-6 23 1 0 0,9-25-89 0 0,-7 20 171 0 0,2 1 0 0 0,-7 74 0 0 0,14-92-232 0 0,2 0-1 0 0,0 1 0 0 0,1-1 0 0 0,1 0 0 0 0,1 0 0 0 0,1-1 0 0 0,9 31 0 0 0,-10-43 8 0 0,0 0 0 0 0,0 0-1 0 0,0 0 1 0 0,1 0-1 0 0,1-1 1 0 0,-1 1 0 0 0,1-1-1 0 0,0 0 1 0 0,0 0 0 0 0,1-1-1 0 0,-1 1 1 0 0,1-1 0 0 0,1-1-1 0 0,-1 1 1 0 0,11 5 0 0 0,-8-6 54 0 0,-1-1 0 0 0,1 0 0 0 0,0 0 0 0 0,0-1 0 0 0,0 0 0 0 0,0 0 0 0 0,0-1 0 0 0,1 0 0 0 0,-1-1 1 0 0,0 0-1 0 0,1-1 0 0 0,16-2 0 0 0,8-5 164 0 0,-1-2 1 0 0,0-1 0 0 0,-1-2-1 0 0,0-1 1 0 0,-1-1-1 0 0,-1-2 1 0 0,0-1 0 0 0,33-26-1 0 0,-46 31-114 0 0,0-1 0 0 0,-1 0-1 0 0,0-1 1 0 0,-1-1 0 0 0,-1-1 0 0 0,0 0-1 0 0,13-22 1 0 0,-23 31-107 0 0,0 1 1 0 0,0-1-1 0 0,-1 0 0 0 0,0 0 1 0 0,-1 0-1 0 0,0 0 0 0 0,0 0 1 0 0,-1-1-1 0 0,1-11 0 0 0,-2 14-33 0 0,0 0-1 0 0,-1 0 1 0 0,1 0 0 0 0,-2 0-1 0 0,1 0 1 0 0,-1 0-1 0 0,1 1 1 0 0,-2-1 0 0 0,1 0-1 0 0,-1 1 1 0 0,0-1-1 0 0,0 1 1 0 0,0 0 0 0 0,-6-6-1 0 0,6 6-38 0 0,-1 1-1 0 0,0 0 1 0 0,0 0-1 0 0,-1 0 1 0 0,1 1-1 0 0,-1-1 1 0 0,1 1-1 0 0,-1 0 1 0 0,0 1-1 0 0,0-1 1 0 0,-1 1-1 0 0,1 0 1 0 0,0 0-1 0 0,-10-1 1 0 0,6 1-148 0 0,0 2 1 0 0,0-1 0 0 0,0 1 0 0 0,0 0-1 0 0,0 1 1 0 0,0 0 0 0 0,0 1-1 0 0,-12 3 1 0 0,-6 5-684 0 0,0 0-1 0 0,1 2 1 0 0,1 1-1 0 0,-44 29 1 0 0,-54 52-5200 0 0,64-40 570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04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45 920 0 0,'-8'-8'5395'0'0,"-22"-14"602"0"0,29 21-5522 0 0,0 0-281 0 0,0 0-1 0 0,0 1 1 0 0,0-1-1 0 0,0 0 0 0 0,0 0 1 0 0,0 0-1 0 0,0 0 1 0 0,1 0-1 0 0,-1 0 1 0 0,0 0-1 0 0,1 0 1 0 0,-1-2-1 0 0,16 5-180 0 0,1 1 0 0 0,0 1 0 0 0,-1 0 0 0 0,1 1 0 0 0,-1 0 0 0 0,27 15 0 0 0,-24-11-4 0 0,9 3 30 0 0,0 1 0 0 0,-1 1-1 0 0,-1 1 1 0 0,28 22 0 0 0,-45-29-75 0 0,1-1-1 0 0,-1 2 1 0 0,0-1 0 0 0,0 1 0 0 0,-1 0 0 0 0,0 1 0 0 0,-1-1-1 0 0,0 1 1 0 0,-1 1 0 0 0,0-1 0 0 0,0 1 0 0 0,-1 0 0 0 0,4 18-1 0 0,-4-5-1441 0 0,2 31 0 0 0,-3-2-3620 0 0,-3-24 467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43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1 344 0 0,'0'0'881'0'0,"-11"27"4011"0"0,11-27-4972 0 0,0 0 1 0 0,0 1 0 0 0,1-1 0 0 0,-1 0-1 0 0,0 0 1 0 0,0 1 0 0 0,0-1 0 0 0,0 0-1 0 0,0 0 1 0 0,0 0 0 0 0,1 1 0 0 0,-1-1-1 0 0,0 0 1 0 0,0 0 0 0 0,0 0 0 0 0,1 1-1 0 0,-1-1 1 0 0,0 0 0 0 0,0 0 0 0 0,0 0-1 0 0,1 0 1 0 0,-1 0 0 0 0,0 1 0 0 0,0-1-1 0 0,1 0 1 0 0,-1 0 0 0 0,0 0 0 0 0,0 0-1 0 0,1 0 1 0 0,-1 0 0 0 0,0 0 0 0 0,1 0-1 0 0,-1 0 1 0 0,0 0 0 0 0,1 0 0 0 0,14-5-781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1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40 2096 0 0,'-91'-18'13191'0'0,"88"18"-12516"0"0,-24-3 3901 0 0,70 8-4162 0 0,1-2 0 0 0,57-4 1 0 0,-4-5-2386 0 0,-2-2-3653 0 0,-88 7 5012 0 0,23-5-5367 0 0,-18 2 788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1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24 240 0 0,'-4'-3'966'0'0,"0"0"-1"0"0,0 0 1 0 0,0 1 0 0 0,0 0 0 0 0,0 0-1 0 0,-1 0 1 0 0,1 0 0 0 0,-1 1 0 0 0,-8-2-1 0 0,10 3-731 0 0,1 0-1 0 0,0 0 1 0 0,-1 0-1 0 0,1 0 1 0 0,0 1-1 0 0,0-1 1 0 0,-1 1-1 0 0,1 0 1 0 0,0 0 0 0 0,0-1-1 0 0,0 1 1 0 0,0 1-1 0 0,0-1 1 0 0,0 0-1 0 0,0 0 1 0 0,0 1-1 0 0,0-1 1 0 0,1 1-1 0 0,-1 0 1 0 0,1-1-1 0 0,-3 4 1 0 0,-5 8 318 0 0,0 0 1 0 0,1 0-1 0 0,1 1 1 0 0,0 0-1 0 0,1 0 0 0 0,0 1 1 0 0,-4 20-1 0 0,-19 109 372 0 0,26-120-775 0 0,-3 20-989 0 0,3 1 1 0 0,1 0 0 0 0,5 46 0 0 0,12 57-8212 0 0,-11-111 3336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4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73 528 0 0,'24'-72'9324'0'0,"-18"78"-8289"0"0,-5-5-1009 0 0,-1-1-1 0 0,1 0 1 0 0,-1 1 0 0 0,1-1-1 0 0,-1 0 1 0 0,0 1 0 0 0,1-1-1 0 0,-1 0 1 0 0,0 1 0 0 0,1-1 0 0 0,-1 1-1 0 0,0-1 1 0 0,1 1 0 0 0,-1-1-1 0 0,0 1 1 0 0,0-1 0 0 0,0 1-1 0 0,1-1 1 0 0,-1 1 0 0 0,0-1 0 0 0,0 1-1 0 0,0-1 1 0 0,0 1 0 0 0,0-1-1 0 0,0 1 1 0 0,0-1 0 0 0,0 2-1 0 0,-3 29 676 0 0,-1 0-1 0 0,-1 0 0 0 0,-2 0 0 0 0,-1-1 0 0 0,-14 33 0 0 0,17-48-512 0 0,-126 335 2390 0 0,-3 8-1402 0 0,104-265-920 0 0,-32 183 0 0 0,57-240-216 0 0,1 0 1 0 0,2 0-1 0 0,2-1 0 0 0,1 1 0 0 0,1 0 1 0 0,3 0-1 0 0,9 39 0 0 0,-10-58-278 0 0,1-1 1 0 0,0 1-1 0 0,1-1 1 0 0,1-1-1 0 0,1 1 1 0 0,0-1-1 0 0,1-1 1 0 0,0 1-1 0 0,1-2 1 0 0,1 1-1 0 0,0-1 1 0 0,1-1 0 0 0,1 0-1 0 0,-1-1 1 0 0,2 0-1 0 0,27 17 1 0 0,-25-20-916 0 0,0-1 1 0 0,1 0 0 0 0,-1-2 0 0 0,1 0 0 0 0,0-1-1 0 0,31 4 1 0 0,10-2-4924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4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50 153 688 0 0,'-5'-6'1479'0'0,"-2"-3"-153"0"0,0 1 0 0 0,1-1 0 0 0,0 0 0 0 0,-7-15 0 0 0,12 23-1238 0 0,0-1 1 0 0,1 1-1 0 0,-1-1 1 0 0,1 1 0 0 0,-1-1-1 0 0,1 1 1 0 0,-1-1-1 0 0,1 1 1 0 0,0-1-1 0 0,0 0 1 0 0,0 1-1 0 0,0-1 1 0 0,0 1-1 0 0,0-1 1 0 0,0 0-1 0 0,0 1 1 0 0,1-1-1 0 0,-1 1 1 0 0,1-1-1 0 0,-1 1 1 0 0,1-1-1 0 0,0 1 1 0 0,-1-1-1 0 0,1 1 1 0 0,0 0-1 0 0,0-1 1 0 0,0 1-1 0 0,0 0 1 0 0,0 0-1 0 0,0-1 1 0 0,0 1-1 0 0,1 0 1 0 0,-1 0 0 0 0,0 0-1 0 0,1 1 1 0 0,-1-1-1 0 0,0 0 1 0 0,3 0-1 0 0,2-2 2 0 0,1 1 1 0 0,0 0-1 0 0,0 0 0 0 0,0 1 0 0 0,0 0 1 0 0,0 0-1 0 0,0 1 0 0 0,0 0 1 0 0,0 0-1 0 0,0 0 0 0 0,1 1 0 0 0,-1 0 1 0 0,0 1-1 0 0,-1-1 0 0 0,1 1 1 0 0,0 1-1 0 0,0-1 0 0 0,-1 1 0 0 0,10 6 1 0 0,-11-6-39 0 0,0 0 0 0 0,0 0 0 0 0,0 0 1 0 0,-1 1-1 0 0,1 0 0 0 0,-1 0 1 0 0,0 0-1 0 0,0 0 0 0 0,-1 1 0 0 0,1 0 1 0 0,-1-1-1 0 0,0 1 0 0 0,0 0 0 0 0,-1 1 1 0 0,1-1-1 0 0,-1 0 0 0 0,0 1 0 0 0,-1-1 1 0 0,1 1-1 0 0,-1 0 0 0 0,0-1 1 0 0,-1 1-1 0 0,1 0 0 0 0,-1 7 0 0 0,-2 0 170 0 0,0 0 0 0 0,-1 0 0 0 0,0-1 0 0 0,-1 1-1 0 0,-1-1 1 0 0,0 0 0 0 0,-12 22 0 0 0,3-11 287 0 0,-1-1 0 0 0,-34 37 1 0 0,49-58-466 0 0,-1 0 0 0 0,1 0 0 0 0,-1 0 0 0 0,0 0 0 0 0,0 0 0 0 0,1-1 0 0 0,-1 1 0 0 0,0 0 0 0 0,0 0 0 0 0,0-1 0 0 0,0 1 0 0 0,0-1 0 0 0,0 1 0 0 0,0-1 0 0 0,0 1 0 0 0,0-1 0 0 0,0 1 0 0 0,0-1 0 0 0,-2 0 0 0 0,3 0-37 0 0,0-1 1 0 0,0 0-1 0 0,0 0 0 0 0,0 0 1 0 0,0 0-1 0 0,0 1 0 0 0,0-1 0 0 0,0 0 1 0 0,0 0-1 0 0,0 0 0 0 0,0 1 0 0 0,0-1 1 0 0,1 0-1 0 0,-1 0 0 0 0,0 0 0 0 0,1 1 1 0 0,-1-1-1 0 0,0 0 0 0 0,1 1 0 0 0,-1-1 1 0 0,1 0-1 0 0,-1 1 0 0 0,1-1 1 0 0,1 0-1 0 0,51-73 15 0 0,65-66 0 0 0,-32 40-6 0 0,-26 24 6 0 0,-58 74-34 0 0,-3 2-6 0 0,0 0 16 0 0,0 1 0 0 0,0-1-1 0 0,1 0 1 0 0,-1 0 0 0 0,0 0-1 0 0,0 0 1 0 0,1 1 0 0 0,-1-1-1 0 0,0 0 1 0 0,0 1 0 0 0,1-1 0 0 0,-1 1-1 0 0,0-1 1 0 0,1 1 0 0 0,-1-1-1 0 0,1 1 1 0 0,-1-1 0 0 0,1 1 0 0 0,-1 0-1 0 0,0 0 1 0 0,-13 19 8 0 0,11-14-11 0 0,-8 10 14 0 0,1 1 0 0 0,1 0-1 0 0,0 0 1 0 0,2 1 0 0 0,0 0 0 0 0,1 0-1 0 0,-6 27 1 0 0,11-37-20 0 0,0 0 0 0 0,0 0-1 0 0,1 0 1 0 0,0 0 0 0 0,0 0 0 0 0,1 0-1 0 0,0 0 1 0 0,4 15 0 0 0,-3-18-43 0 0,0 0 0 0 0,0 0 0 0 0,1 0 0 0 0,-1-1 0 0 0,1 1 0 0 0,0-1-1 0 0,0 0 1 0 0,0 0 0 0 0,1 0 0 0 0,-1 0 0 0 0,1-1 0 0 0,0 1 0 0 0,0-1 0 0 0,9 6 0 0 0,-3-4-556 0 0,-1 0 1 0 0,1-1-1 0 0,0 0 0 0 0,0 0 0 0 0,0-1 1 0 0,12 2-1 0 0,-10-3-1678 0 0,0-1 1 0 0,23 0-1 0 0,-7-2-3066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5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29 2284 0 0,'-8'-8'7712'0'0,"-9"-13"369"0"0,34 35-7835 0 0,-14-10-190 0 0,-1 0 0 0 0,0 0-1 0 0,1 0 1 0 0,-1 0 0 0 0,-1 1 0 0 0,1-1-1 0 0,-1 1 1 0 0,1-1 0 0 0,-1 1 0 0 0,-1 0-1 0 0,1 0 1 0 0,-1-1 0 0 0,1 1 0 0 0,-1 0 0 0 0,-1 0-1 0 0,1-1 1 0 0,-1 1 0 0 0,-1 5 0 0 0,-1 6 237 0 0,-1 0 1 0 0,-1-1 0 0 0,0 1 0 0 0,-8 14-1 0 0,-41 72 849 0 0,25-48-709 0 0,3-2-110 0 0,26-52-315 0 0,0 1 0 0 0,0 0 0 0 0,0-1 0 0 0,0 1 0 0 0,0-1 0 0 0,0 1 0 0 0,0 0 0 0 0,0-1 0 0 0,0 1 0 0 0,0-1 0 0 0,0 1 0 0 0,0-1 0 0 0,0 1 0 0 0,0 0 0 0 0,0-1 0 0 0,0 1 0 0 0,1-1 0 0 0,-1 1 0 0 0,0-1 0 0 0,1 1 0 0 0,-1-1 0 0 0,0 1 0 0 0,1-1 0 0 0,-1 1 0 0 0,0-1 0 0 0,1 0 0 0 0,-1 1 0 0 0,1-1 0 0 0,-1 1 0 0 0,1-1 0 0 0,-1 0-1 0 0,1 1 1 0 0,-1-1 0 0 0,1 0 0 0 0,-1 0 0 0 0,1 0 0 0 0,-1 1 0 0 0,1-1 0 0 0,-1 0 0 0 0,1 0 0 0 0,0 0 0 0 0,-1 0 0 0 0,1 0 0 0 0,-1 0 0 0 0,2 0 0 0 0,29 0 119 0 0,41-14-45 0 0,111-35 1 0 0,-115 28-277 0 0,274-84-3292 0 0,-72 21-6062 0 0,-176 55 1772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5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87 109 1968 0 0,'-77'-39'14660'0'0,"75"38"-14094"0"0,-6-5 1799 0 0,18 2-2198 0 0,1 1 0 0 0,-1 1 0 0 0,1-1 0 0 0,0 2 1 0 0,0-1-1 0 0,0 2 0 0 0,17 0 0 0 0,2-1-8 0 0,255-25-2786 0 0,-238 21 140 0 0,-14 0-716 0 0,-11-1-1680 0 0,-10 1-568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5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36 2696 0 0,'-35'-27'13374'0'0,"25"21"-10392"0"0,10 5-2901 0 0,-1 1 1 0 0,1 0-1 0 0,0 0 0 0 0,0 0 0 0 0,-1 0 0 0 0,1-1 0 0 0,0 1 0 0 0,0 0 0 0 0,-1 0 0 0 0,1 0 0 0 0,0 0 0 0 0,-1 0 0 0 0,1 0 0 0 0,0 0 0 0 0,-1 0 1 0 0,1 0-1 0 0,0 0 0 0 0,-1 0 0 0 0,1 0 0 0 0,0 0 0 0 0,0 0 0 0 0,-1 0 0 0 0,1 0 0 0 0,0 0 0 0 0,-1 0 0 0 0,1 0 0 0 0,0 0 0 0 0,0 1 0 0 0,-1-1 1 0 0,1 0-1 0 0,0 0 0 0 0,0 0 0 0 0,-1 0 0 0 0,1 1 0 0 0,0-1 0 0 0,0 0 0 0 0,-1 0 0 0 0,1 1 0 0 0,0-1 0 0 0,0 0 0 0 0,0 0 0 0 0,0 1 0 0 0,0-1 1 0 0,-1 0-1 0 0,1 1 0 0 0,0-1 0 0 0,0 0 0 0 0,0 0 0 0 0,0 1 0 0 0,0-1 0 0 0,0 1 0 0 0,-1 88 2240 0 0,3 107-776 0 0,0-168-2795 0 0,1 1 1 0 0,2-1-1 0 0,1 1 1 0 0,16 47 0 0 0,-1-32-3458 0 0,-19-40 3675 0 0,0-1 0 0 0,1 0 0 0 0,-1 0 0 0 0,1 0 0 0 0,0 0 0 0 0,3 2 0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6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87 2716 0 0,'1'-15'4399'0'0,"1"-1"0"0"0,4-16 0 0 0,-1 9 2309 0 0,-4 25-6504 0 0,1 1 0 0 0,-1 0 0 0 0,1-1 0 0 0,-1 1 0 0 0,0 0 0 0 0,0 0 1 0 0,0 0-1 0 0,-1 0 0 0 0,1 0 0 0 0,-1 0 0 0 0,1 5 0 0 0,0 1 7 0 0,3 2-135 0 0,0 1 0 0 0,1-1-1 0 0,0 0 1 0 0,1 0 0 0 0,0-1 0 0 0,1 0 0 0 0,0 0 0 0 0,0 0-1 0 0,1-1 1 0 0,0 0 0 0 0,1 0 0 0 0,0-1 0 0 0,11 8 0 0 0,-15-12-94 0 0,1 0 0 0 0,0-1 0 0 0,0 1 0 0 0,0-1 0 0 0,1-1 0 0 0,-1 1 0 0 0,1-1 0 0 0,-1 0 0 0 0,1 0 1 0 0,0-1-1 0 0,0 0 0 0 0,0 0 0 0 0,0-1 0 0 0,0 1 0 0 0,0-2 0 0 0,-1 1 0 0 0,1-1 0 0 0,0 0 0 0 0,0 0 1 0 0,0-1-1 0 0,-1 0 0 0 0,1 0 0 0 0,0 0 0 0 0,7-5 0 0 0,-10 5-43 0 0,-1-1-1 0 0,1 1 1 0 0,-1-1 0 0 0,0 0-1 0 0,1 0 1 0 0,-1 0-1 0 0,-1 0 1 0 0,1-1 0 0 0,0 1-1 0 0,-1-1 1 0 0,0 1 0 0 0,1-1-1 0 0,0-4 1 0 0,3-6-127 0 0,-1 0 0 0 0,4-20 0 0 0,-3 11 68 0 0,-5 21 56 0 0,-1-4-21 0 0,0 3 74 0 0,-1 4-61 0 0,-89 392 2962 0 0,-39-7-1001 0 0,116-355-1503 0 0,0-1 1 0 0,-2 0-1 0 0,-1-1 0 0 0,-1 0 0 0 0,-28 33 0 0 0,43-59-348 0 0,0-1 1 0 0,-1 1-1 0 0,1-1 0 0 0,-1 0 0 0 0,0 1 0 0 0,0-1 0 0 0,0 0 0 0 0,0-1 1 0 0,0 1-1 0 0,0 0 0 0 0,-1-1 0 0 0,1 0 0 0 0,0 0 0 0 0,-1 0 1 0 0,1 0-1 0 0,-1 0 0 0 0,1-1 0 0 0,-1 1 0 0 0,0-1 0 0 0,1 0 0 0 0,-4-1 1 0 0,4 1-12 0 0,0-1 0 0 0,0 0 1 0 0,0 0-1 0 0,0 0 0 0 0,0-1 1 0 0,0 1-1 0 0,1-1 0 0 0,-1 1 1 0 0,1-1-1 0 0,-1 0 1 0 0,1 0-1 0 0,0 0 0 0 0,-1 0 1 0 0,1 0-1 0 0,0-1 0 0 0,0 1 1 0 0,1-1-1 0 0,-1 1 0 0 0,0-1 1 0 0,1 0-1 0 0,0 1 1 0 0,-1-1-1 0 0,1 0 0 0 0,0 0 1 0 0,0-4-1 0 0,-1-2-138 0 0,1-1 0 0 0,0 1 0 0 0,0-1 0 0 0,1 1 0 0 0,0-1 0 0 0,1 1 0 0 0,0-1 0 0 0,1 1 0 0 0,0-1 0 0 0,0 1 0 0 0,1 0 0 0 0,0 0 0 0 0,1 0 0 0 0,0 0 0 0 0,8-12 0 0 0,1-1-384 0 0,1 1-1 0 0,0 0 1 0 0,2 2 0 0 0,31-32 0 0 0,-25 31-1836 0 0,1 1 0 0 0,46-30 0 0 0,15 2-8623 0 0,-58 33 2790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6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7 244 0 0,'9'-7'19006'0'0,"-3"7"-18535"0"0,0 0 0 0 0,-1 1 0 0 0,1 0 0 0 0,-1 0-1 0 0,1 0 1 0 0,-1 1 0 0 0,1-1 0 0 0,-1 1-1 0 0,0 1 1 0 0,0-1 0 0 0,9 6 0 0 0,-12-7-353 0 0,0 1 0 0 0,1 0 0 0 0,-1 0 0 0 0,0 0 0 0 0,0 0 0 0 0,0 1 1 0 0,0-1-1 0 0,-1 0 0 0 0,1 1 0 0 0,-1-1 0 0 0,1 1 0 0 0,-1 0 0 0 0,0-1 0 0 0,0 1 0 0 0,0 0 0 0 0,0 0 1 0 0,-1 0-1 0 0,1-1 0 0 0,-1 1 0 0 0,0 0 0 0 0,0 0 0 0 0,0 0 0 0 0,0 0 0 0 0,0 0 0 0 0,-1 3 1 0 0,-2 8 154 0 0,-1 0 0 0 0,0 0 1 0 0,-1 0-1 0 0,-1 0 0 0 0,0-1 1 0 0,-1 0-1 0 0,-9 14 0 0 0,-67 82 2184 0 0,63-83-2304 0 0,17-24-153 0 0,-6 11 0 0 0,9-13 0 0 0,0 0 0 0 0,-1 0 0 0 0,1 1 0 0 0,0-1 0 0 0,0 0 0 0 0,0 0 0 0 0,-1 1 0 0 0,1-1 0 0 0,0 0 0 0 0,0 0 0 0 0,0 1 0 0 0,0-1 0 0 0,0 0 0 0 0,0 1 0 0 0,0-1 0 0 0,0 0 0 0 0,0 0 0 0 0,0 1 0 0 0,0-1 0 0 0,0 0 0 0 0,0 1 0 0 0,0-1 0 0 0,0 0 0 0 0,0 1 0 0 0,0-1 0 0 0,0 0 0 0 0,0 0 0 0 0,0 1 0 0 0,0-1 0 0 0,0 0 0 0 0,1 1 0 0 0,-1-1 0 0 0,0 0 0 0 0,0 0 0 0 0,0 1 0 0 0,1-1 0 0 0,-1 0 0 0 0,0 0 0 0 0,0 0 0 0 0,0 1 0 0 0,1-1 0 0 0,-1 0 0 0 0,0 0 0 0 0,0 0 0 0 0,1 0 0 0 0,-1 0 0 0 0,1 1 0 0 0,5-1 0 0 0,4-1-83 0 0,0-1 0 0 0,0 0 1 0 0,-1 0-1 0 0,0-1 0 0 0,1 0 0 0 0,-1-1 1 0 0,9-5-1 0 0,7-1-442 0 0,97-39-3856 0 0,80-30-3695 0 0,-66 31-252 0 0,-56 21-63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6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192 132 1572 0 0,'-191'-45'23344'0'0,"193"43"-22920"0"0,2 0-320 0 0,0-1-1 0 0,0 1 0 0 0,-1 0 1 0 0,2 0-1 0 0,-1 1 0 0 0,0-1 1 0 0,0 1-1 0 0,0 0 0 0 0,7-1 1 0 0,48-5 320 0 0,-25 3-272 0 0,136-15 430 0 0,-32 4-3217 0 0,-47 1-4539 0 0,-68 6-747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7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31 1648 0 0,'-10'-5'4032'0'0,"0"1"0"0"0,0-2 0 0 0,-14-10 4421 0 0,24 16-8398 0 0,0 0 0 0 0,0 0 0 0 0,-1 0 1 0 0,1 0-1 0 0,0 0 0 0 0,-1 0 0 0 0,1 0 0 0 0,0 0 1 0 0,0 0-1 0 0,-1 0 0 0 0,1 0 0 0 0,0 1 0 0 0,0-1 1 0 0,-1 0-1 0 0,1 0 0 0 0,0 0 0 0 0,0 0 0 0 0,0 0 1 0 0,-1 1-1 0 0,1-1 0 0 0,0 0 0 0 0,0 0 1 0 0,0 0-1 0 0,-1 1 0 0 0,1-1 0 0 0,0 0 0 0 0,0 0 1 0 0,0 1-1 0 0,0-1 0 0 0,0 0 0 0 0,0 0 0 0 0,0 1 1 0 0,-1-1-1 0 0,1 0 0 0 0,0 0 0 0 0,0 1 0 0 0,0-1 1 0 0,0 0-1 0 0,0 0 0 0 0,0 1 0 0 0,0-1 0 0 0,0 0 1 0 0,0 1-1 0 0,1-1 0 0 0,-1 0 0 0 0,0 0 1 0 0,0 1-1 0 0,7 15 1053 0 0,-5-9-755 0 0,7 19 110 0 0,-2 1 1 0 0,-1 0 0 0 0,-1 1 0 0 0,2 31-1 0 0,-4 111 249 0 0,-1-12-7615 0 0,4-127 2335 0 0,-1-20 256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7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0 117 2260 0 0,'14'-34'6936'0'0,"-7"16"446"0"0,15-27 1 0 0,-22 44-6775 0 0,10-10 909 0 0,-6 9-1405 0 0,1 1-1 0 0,-1-1 0 0 0,1 1 1 0 0,0 1-1 0 0,-1-1 0 0 0,1 1 1 0 0,0-1-1 0 0,6 2 0 0 0,49 4 224 0 0,-38-2-233 0 0,-7-2-49 0 0,44 7 69 0 0,-54-7-113 0 0,1 0-1 0 0,-1 1 0 0 0,0 0 1 0 0,0 0-1 0 0,0 0 0 0 0,0 0 1 0 0,0 1-1 0 0,6 4 0 0 0,-9-5-9 0 0,0 0 0 0 0,-1 0 0 0 0,1 0 0 0 0,-1 0 0 0 0,1 0 0 0 0,-1 0 0 0 0,0 0 0 0 0,0 0 0 0 0,0 1 0 0 0,0-1 0 0 0,0 1 0 0 0,0-1 0 0 0,-1 0 0 0 0,1 1 0 0 0,-1-1 0 0 0,1 1 0 0 0,-1-1 0 0 0,0 1 0 0 0,0 0 0 0 0,0-1-1 0 0,-1 1 1 0 0,1-1 0 0 0,-1 1 0 0 0,1-1 0 0 0,-1 0 0 0 0,0 1 0 0 0,0-1 0 0 0,-1 4 0 0 0,-3 5-27 0 0,-1 0 1 0 0,0 0-1 0 0,0-1 0 0 0,-12 15 1 0 0,-177 206 550 0 0,166-197-33 0 0,16-16 597 0 0,12-16-631 0 0,1-1-398 0 0,0-1 0 0 0,1 1 0 0 0,-1 0-1 0 0,1-1 1 0 0,-1 1 0 0 0,1-1-1 0 0,-1 1 1 0 0,1-1 0 0 0,-1 1-1 0 0,1-1 1 0 0,-1 1 0 0 0,1-1-1 0 0,0 1 1 0 0,-1-1 0 0 0,1 0-1 0 0,1 1 1 0 0,8 0 37 0 0,0 0-1 0 0,1-1 1 0 0,-1 0-1 0 0,1 0 1 0 0,-1-1-1 0 0,12-3 1 0 0,68-19-235 0 0,-46 11-684 0 0,24-5-1669 0 0,44-12-3378 0 0,-37 8-4619 0 0,-43 12 906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7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43 2132 0 0,'-2'-1'2976'0'0,"1"1"-2736"0"0,-28-17 10410 0 0,28 16-10298 0 0,1 0 0 0 0,-1 0 1 0 0,1 1-1 0 0,0-1 0 0 0,-1 0 0 0 0,1 0 1 0 0,0 0-1 0 0,-1-2 0 0 0,2 3-241 0 0,-1-1 0 0 0,0 0-1 0 0,0 1 1 0 0,1-1 0 0 0,-1 0-1 0 0,1 1 1 0 0,-1-1-1 0 0,0 0 1 0 0,1 1 0 0 0,-1-1-1 0 0,1 1 1 0 0,-1-1 0 0 0,1 1-1 0 0,0-1 1 0 0,-1 1-1 0 0,1-1 1 0 0,-1 1 0 0 0,1 0-1 0 0,0-1 1 0 0,-1 1 0 0 0,1 0-1 0 0,0 0 1 0 0,1-1-1 0 0,0 0 11 0 0,0 1-1 0 0,-1-1 1 0 0,1 1-1 0 0,0 0 0 0 0,0-1 1 0 0,0 1-1 0 0,0 0 1 0 0,0 0-1 0 0,3 0 0 0 0,-2 1-41 0 0,1 0 0 0 0,-1 0-1 0 0,1 0 1 0 0,-1 0 0 0 0,1 1-1 0 0,-1-1 1 0 0,0 1 0 0 0,0 0-1 0 0,0 0 1 0 0,0 0 0 0 0,0 0-1 0 0,0 0 1 0 0,-1 1-1 0 0,1-1 1 0 0,-1 1 0 0 0,1 0-1 0 0,-1 0 1 0 0,0-1 0 0 0,0 2-1 0 0,0-1 1 0 0,-1 0 0 0 0,2 4-1 0 0,-1-1 77 0 0,0 1 0 0 0,0-1 0 0 0,-1 1 0 0 0,0-1 0 0 0,-1 1 0 0 0,0 0 0 0 0,0-1 0 0 0,0 1 0 0 0,0 0 0 0 0,-1-1 0 0 0,-3 12 0 0 0,-4 7 193 0 0,-2 0 0 0 0,0-1 0 0 0,-2 0 0 0 0,0 0 0 0 0,-30 41 0 0 0,-19 37 464 0 0,60-102-803 0 0,1 1-1 0 0,0-1 1 0 0,0 1-1 0 0,-1-1 1 0 0,1 1-1 0 0,0-1 1 0 0,0 1-1 0 0,0-1 1 0 0,0 1-1 0 0,0-1 1 0 0,0 1-1 0 0,-1 0 1 0 0,1-1-1 0 0,0 1 1 0 0,1-1-1 0 0,-1 1 1 0 0,0-1-1 0 0,0 1 1 0 0,0 0-1 0 0,0-1 1 0 0,0 1-1 0 0,1-1 1 0 0,-1 1-1 0 0,0-1 1 0 0,0 1-1 0 0,1-1 1 0 0,-1 1-1 0 0,0-1 1 0 0,1 1-1 0 0,-1-1 1 0 0,0 0-1 0 0,1 1 1 0 0,-1-1-1 0 0,1 1 1 0 0,-1-1-1 0 0,1 0 1 0 0,-1 0-1 0 0,1 1 1 0 0,-1-1-1 0 0,1 0 1 0 0,-1 0-1 0 0,1 1 1 0 0,-1-1-1 0 0,1 0 1 0 0,0 0-1 0 0,-1 0 1 0 0,1 0-1 0 0,-1 0 1 0 0,2 0-1 0 0,26 1 77 0 0,-27-1-84 0 0,47-7-1821 0 0,1-3 0 0 0,-2-1 0 0 0,73-28-1 0 0,-84 27 164 0 0,67-26-7544 0 0,-50 16-363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8:58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487 147 2200 0 0,'-102'-128'18512'0'0,"101"128"-18450"0"0,1 0 1 0 0,-1 0-1 0 0,1-1 1 0 0,0 1-1 0 0,-1 0 1 0 0,1 0-1 0 0,0-1 1 0 0,0 1-1 0 0,-1 0 1 0 0,1-1-1 0 0,0 1 1 0 0,0-1-1 0 0,-1 1 0 0 0,1 0 1 0 0,0-1-1 0 0,0 1 1 0 0,0-1-1 0 0,0 1 1 0 0,0 0-1 0 0,0-1 1 0 0,0 1-1 0 0,-1-1 1 0 0,1 1-1 0 0,0-1 1 0 0,1 1-1 0 0,-1-1 1 0 0,0 1-1 0 0,0 0 1 0 0,0-1-1 0 0,0 1 0 0 0,0-1 1 0 0,0 1-1 0 0,0-1 1 0 0,1 1-1 0 0,-1 0 1 0 0,0-1-1 0 0,0 1 1 0 0,1 0-1 0 0,-1-1 1 0 0,0 1-1 0 0,0 0 1 0 0,1-1-1 0 0,-1 1 1 0 0,0 0-1 0 0,1-1 1 0 0,-1 1-1 0 0,1 0 0 0 0,-1 0 1 0 0,0 0-1 0 0,1-1 1 0 0,-1 1-1 0 0,1 0 1 0 0,-1 0-1 0 0,0 0 1 0 0,1 0-1 0 0,-1 0 1 0 0,1 0-1 0 0,-1 0 1 0 0,1 0-1 0 0,-1 0 1 0 0,0 0-1 0 0,1 0 1 0 0,-1 0-1 0 0,1 0 0 0 0,0 0 1 0 0,29 4 1426 0 0,-12 3-988 0 0,0 0 0 0 0,-1 1 0 0 0,-1 1 0 0 0,1 0 0 0 0,-2 2 0 0 0,21 16 0 0 0,-11-6-130 0 0,-1 1 0 0 0,39 48 1 0 0,-51-54-338 0 0,0 0-1 0 0,-1 1 1 0 0,-1 1 0 0 0,0 0-1 0 0,-2 0 1 0 0,0 1 0 0 0,-1 0-1 0 0,-1 0 1 0 0,0 1 0 0 0,-2-1-1 0 0,0 1 1 0 0,-1 0 0 0 0,-2 1-1 0 0,0-1 1 0 0,0 0 0 0 0,-2 0-1 0 0,-1 1 1 0 0,0-1 0 0 0,-11 39-1 0 0,-4-3-104 0 0,-2-1-1 0 0,-2 0 1 0 0,-3-2-1 0 0,-37 61 1 0 0,-143 192-3877 0 0,16-63-2287 0 0,53-89-2547 0 0,47-59-1110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35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7 1848 0 0,'0'0'3144'0'0,"-15"0"-2439"0"0,1-3-1170 0 0,5-1-1595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36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96 0 0,'0'0'532'0'0,"-3"10"-752"0"0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43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9 880 0 0,'0'0'5896'0'0,"0"0"-5842"0"0,0-1 0 0 0,-1 1 0 0 0,1-1 0 0 0,0 0 0 0 0,-1 1 0 0 0,1-1-1 0 0,-1 1 1 0 0,1-1 0 0 0,-1 1 0 0 0,1 0 0 0 0,-1-1 0 0 0,1 1 0 0 0,-1-1 0 0 0,1 1 0 0 0,-1 0 0 0 0,0-1 0 0 0,0 1 0 0 0,-2 0-91 0 0,1 0-1 0 0,-1 0 1 0 0,1 1 0 0 0,0-1 0 0 0,-1 1 0 0 0,1 0 0 0 0,-1 0 0 0 0,1 0 0 0 0,0 0-1 0 0,0 0 1 0 0,-1 0 0 0 0,1 0 0 0 0,-3 3 0 0 0,-26 28-3413 0 0,18-15 2077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43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1264 0 0,'-2'9'2308'0'0,"-1"-1"-704"0"0,1 3-1187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44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1 996 0 0,'0'0'3204'0'0,"-10"3"-123"0"0,0 2-2265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44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0 552 0 0,'0'0'4280'0'0,"-13"4"-835"0"0,-3-3-3777 0 0,2-2-5209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49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87 872 0 0,'11'-47'7223'0'0,"-10"46"-6733"0"0,-1-11 1239 0 0,0 11-1644 0 0,0 0 1 0 0,1 0-1 0 0,-1 0 1 0 0,0 0-1 0 0,0 0 1 0 0,0 0-1 0 0,0 0 1 0 0,0 0-1 0 0,-1 0 1 0 0,1 0-1 0 0,0 0 1 0 0,0 0-1 0 0,0 0 1 0 0,-1 0-1 0 0,1 1 1 0 0,-1-1-1 0 0,1 0 1 0 0,-1 0 0 0 0,1 0-1 0 0,-1 0 1 0 0,1 1-1 0 0,-1-1 1 0 0,0 0-1 0 0,1 1 1 0 0,-2-2-1 0 0,0 1-79 0 0,1 1 0 0 0,0 0 0 0 0,-1-1-1 0 0,1 1 1 0 0,0 0 0 0 0,-1 0 0 0 0,1 0-1 0 0,0 0 1 0 0,-1 0 0 0 0,1 0 0 0 0,0 0 0 0 0,-1 1-1 0 0,1-1 1 0 0,0 0 0 0 0,-1 1 0 0 0,1-1-1 0 0,0 1 1 0 0,0-1 0 0 0,-1 1 0 0 0,1 0-1 0 0,0-1 1 0 0,0 1 0 0 0,-2 2 0 0 0,-12 8-5 0 0,1 2 1 0 0,1 0-1 0 0,0 0 1 0 0,0 1-1 0 0,2 1 1 0 0,0 0-1 0 0,-14 25 1 0 0,0 5-6 0 0,-29 75 0 0 0,41-86 3 0 0,1 2 0 0 0,3 0 0 0 0,0 0-1 0 0,-5 58 1 0 0,12-66-38 0 0,1 0-1 0 0,1 0 1 0 0,1 0 0 0 0,2 0 0 0 0,1 0-1 0 0,11 44 1 0 0,-13-65 42 0 0,0-1 0 0 0,1 0 0 0 0,-1 0 0 0 0,1 0 0 0 0,0 0 0 0 0,1 0 0 0 0,-1 0 0 0 0,1-1 0 0 0,0 1 0 0 0,1-1-1 0 0,-1 0 1 0 0,1-1 0 0 0,6 6 0 0 0,-7-8 11 0 0,0 1-1 0 0,0-1 1 0 0,1 0-1 0 0,-1 0 0 0 0,0-1 1 0 0,1 1-1 0 0,-1-1 1 0 0,0 0-1 0 0,1 0 0 0 0,0 0 1 0 0,-1-1-1 0 0,1 1 1 0 0,-1-1-1 0 0,1-1 0 0 0,0 1 1 0 0,-1 0-1 0 0,1-1 1 0 0,-1 0-1 0 0,9-3 0 0 0,12-4-117 0 0,-1-2 0 0 0,0-1 0 0 0,0-1 0 0 0,-1-1 0 0 0,22-17-1 0 0,-23 14-1326 0 0,0-1-1 0 0,27-29 1 0 0,-35 29-982 0 0,-6 1-559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49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110 231 1248 0 0,'-94'2'9446'0'0,"91"-2"-9008"0"0,0-1 14 0 0,3 1-428 0 0,0 0 0 0 0,-1 0 0 0 0,1 0 0 0 0,-1 0 0 0 0,1 0 1 0 0,0 0-1 0 0,-1 0 0 0 0,1 0 0 0 0,-1 0 0 0 0,1 0 0 0 0,0 0 0 0 0,-1 0 0 0 0,1 0 1 0 0,-1 0-1 0 0,1 0 0 0 0,0-1 0 0 0,-1 1 0 0 0,1 0 0 0 0,0 0 0 0 0,-1 0 0 0 0,1-1 1 0 0,0 1-1 0 0,-1 0 0 0 0,1-1 0 0 0,0 1 0 0 0,1-4 16 0 0,1 1 1 0 0,0-1-1 0 0,1 1 1 0 0,-1 0-1 0 0,1 0 0 0 0,-1 0 1 0 0,1 0-1 0 0,0 0 0 0 0,0 0 1 0 0,0 1-1 0 0,4-3 0 0 0,45-25 101 0 0,-34 20-82 0 0,51-25-2117 0 0,109-38 1 0 0,-111 47-1531 0 0,-28 11 800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49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11 121 848 0 0,'1'-14'3349'0'0,"-1"-1"0"0"0,-1 0 0 0 0,-3-23-1 0 0,-2 7-331 0 0,5 29-2580 0 0,1 2-409 0 0,0 0-1 0 0,0-1 1 0 0,0 1 0 0 0,0 0 0 0 0,0 0-1 0 0,0 0 1 0 0,0-1 0 0 0,0 1 0 0 0,1 0 0 0 0,-1 0-1 0 0,0 0 1 0 0,0-1 0 0 0,0 1 0 0 0,0 0-1 0 0,0 0 1 0 0,0 0 0 0 0,0 0 0 0 0,0-1-1 0 0,0 1 1 0 0,1 0 0 0 0,-1 0 0 0 0,0 0-1 0 0,0 0 1 0 0,0-1 0 0 0,0 1 0 0 0,1 0-1 0 0,-1 0 1 0 0,0 0 0 0 0,0 0 0 0 0,0 0-1 0 0,0 0 1 0 0,1 0 0 0 0,-1 0 0 0 0,0 0-1 0 0,0 0 1 0 0,0 0 0 0 0,1 0 0 0 0,-1 0-1 0 0,0 0 1 0 0,0 0 0 0 0,0 0 0 0 0,1 0 0 0 0,-1 0-1 0 0,0 0 1 0 0,0 0 0 0 0,0 0 0 0 0,1 0-1 0 0,-1 0 1 0 0,0 0 0 0 0,0 0 0 0 0,0 0-1 0 0,1 0 1 0 0,-1 0 0 0 0,0 1 0 0 0,16 11 720 0 0,14 20-66 0 0,124 170 619 0 0,-71-89-1066 0 0,136 143 0 0 0,-213-249-128 0 0,1-1 1 0 0,-1-1-1 0 0,1 1 0 0 0,0-1 1 0 0,0 0-1 0 0,1-1 1 0 0,-1 0-1 0 0,14 6 0 0 0,-19-10-64 0 0,-1 0-1 0 0,1 0 0 0 0,0 0 0 0 0,-1 0 0 0 0,1 0 0 0 0,0 0 0 0 0,-1-1 1 0 0,1 1-1 0 0,0 0 0 0 0,-1-1 0 0 0,1 0 0 0 0,-1 1 0 0 0,1-1 0 0 0,-1 0 1 0 0,1 0-1 0 0,-1 1 0 0 0,0-1 0 0 0,1 0 0 0 0,-1 0 0 0 0,0-1 0 0 0,0 1 1 0 0,1 0-1 0 0,-1 0 0 0 0,1-2 0 0 0,2-3 58 0 0,0 1 0 0 0,-1 0 0 0 0,1-1 1 0 0,3-9-1 0 0,-1 0-3 0 0,-1 0 1 0 0,-1-1 0 0 0,0 1-1 0 0,-2-1 1 0 0,1 0 0 0 0,-1-17-1 0 0,-5-98 141 0 0,2 116-217 0 0,-17-134-683 0 0,0 52-6116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54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165 937 880 0 0,'0'0'12129'0'0,"-1"-11"-11595"0"0,2-2-431 0 0,0 0 1 0 0,-1 0 0 0 0,-1-1 0 0 0,-3-18 0 0 0,-14-59-14 0 0,11 60-71 0 0,-15-64 25 0 0,-39-226 114 0 0,58 294-140 0 0,-12-159 2 0 0,15 173-24 0 0,-5-43-1 0 0,5 54-2 0 0,0-4 10 0 0,0 4 20 0 0,0 0-23 0 0,0-5 6 0 0,0 5 45 0 0,-4 4-1507 0 0,3-2 1139 0 0,-1 1-1 0 0,0 0 1 0 0,1 0 0 0 0,-1 0-1 0 0,1 0 1 0 0,-1 0 0 0 0,1 0-1 0 0,0 0 1 0 0,-1 0 0 0 0,1 0-1 0 0,0 1 1 0 0,0-1 0 0 0,0 1-1 0 0,-2 2 1 0 0,0 1-1536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5:56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48 159 52 0 0,'0'0'3180'0'0,"-5"-11"-887"0"0,3 2-1614 0 0,1-1-1 0 0,1 0 1 0 0,0 0 0 0 0,1-14 0 0 0,-1 22-656 0 0,-2-10-31 0 0,1 8 320 0 0,1 0 0 0 0,-1 0 0 0 0,1 0 0 0 0,-1-1 0 0 0,1 1 0 0 0,1 0 0 0 0,-1 0-1 0 0,0 0 1 0 0,1 0 0 0 0,2-8 1148 0 0,1-6-70 0 0,-4 20-1392 0 0,9 9-20 0 0,-8-10 48 0 0,0 0-24 0 0,4 3-8 0 0,-4-3 26 0 0,12 28 460 0 0,111 205 1843 0 0,-99-192-2148 0 0,35 52 355 0 0,106 127-1 0 0,-94-130-306 0 0,-52-65-186 0 0,154 212 305 0 0,-140-187 753 0 0,-41-68-1033 0 0,0 1 0 0 0,-2 0 1 0 0,-12-19-1 0 0,7 12-32 0 0,-193-293-64 0 0,171 263-47 0 0,-13-15 28 0 0,-3 2 1 0 0,-2 3 0 0 0,-74-67-1 0 0,55 61-41 0 0,71 67 74 0 0,16 22-48 0 0,133 150 100 0 0,233 211 0 0 0,-241-252-17 0 0,-247-225-202 0 0,-279-233-406 0 0,218 194 454 0 0,78 57 76 0 0,76 67 0 0 0,14 10 36 0 0,3 1 5 0 0,21 18-3 0 0,472 529 117 0 0,-425-467-125 0 0,33 44 131 0 0,-101-123-27 0 0,-4-5-21 0 0,-7-14 0 0 0,-13-24-34 0 0,-349-481-83 0 0,329 470 63 0 0,-46-63-115 0 0,87 114 102 0 0,4 4-5 0 0,1-1 20 0 0,-1 1 0 0 0,1 0 0 0 0,-1 0 1 0 0,0 0-1 0 0,0 1 0 0 0,0-1 0 0 0,0 1 0 0 0,0 0 0 0 0,0-1 1 0 0,-1 1-1 0 0,3 4 0 0 0,0-2 0 0 0,215 275 61 0 0,-138-169-14 0 0,147 186 31 0 0,-228-295-44 0 0,-2-4-15 0 0,-7-13-89 0 0,-1 0 0 0 0,-1 0-1 0 0,0 2 1 0 0,-18-20 0 0 0,-8-11-450 0 0,-15-21-337 0 0,-58-86-2757 0 0,96 128 1462 0 0,8 6-2443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14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465 84 2332 0 0,'0'-3'1926'0'0,"0"-6"25"0"0,1 3-842 0 0,-1-1-1 0 0,0 1 1 0 0,0 0-1 0 0,-2-9 1 0 0,1 14-973 0 0,1-1 0 0 0,0 1 0 0 0,-1-1 0 0 0,1 0 0 0 0,-1 1 1 0 0,0-1-1 0 0,1 1 0 0 0,-1 0 0 0 0,0-1 0 0 0,0 1 0 0 0,0 0 1 0 0,0-1-1 0 0,0 1 0 0 0,0 0 0 0 0,-1 0 0 0 0,1 0 0 0 0,0 0 0 0 0,0 0 1 0 0,-1 0-1 0 0,1 0 0 0 0,-1 0 0 0 0,1 1 0 0 0,-3-2 0 0 0,-1 1-19 0 0,-1 1 0 0 0,1-1 0 0 0,0 1 0 0 0,-1 0 0 0 0,1 0 0 0 0,0 1 0 0 0,-1 0 0 0 0,1 0 0 0 0,0 0 0 0 0,-1 0 0 0 0,1 1 0 0 0,0 0 0 0 0,0 0 0 0 0,1 0 0 0 0,-1 1 0 0 0,0-1 0 0 0,-6 6 0 0 0,-10 7 360 0 0,1 1 1 0 0,-25 25-1 0 0,15-11-62 0 0,1 2-1 0 0,2 1 1 0 0,1 1-1 0 0,-31 54 1 0 0,44-65-324 0 0,1 0 1 0 0,1 1-1 0 0,1 0 1 0 0,1 1-1 0 0,2 0 0 0 0,0 1 1 0 0,2 0-1 0 0,-4 37 1 0 0,8-51-66 0 0,1 0 1 0 0,1-1 0 0 0,0 1 0 0 0,1 0 0 0 0,0-1-1 0 0,0 1 1 0 0,1-1 0 0 0,1 0 0 0 0,0 0 0 0 0,0 0-1 0 0,1 0 1 0 0,0-1 0 0 0,1 0 0 0 0,1 0 0 0 0,-1 0-1 0 0,12 12 1 0 0,-11-15-16 0 0,0 0 0 0 0,1-1-1 0 0,0 0 1 0 0,0 0-1 0 0,0 0 1 0 0,0-1 0 0 0,1 0-1 0 0,0-1 1 0 0,0 0 0 0 0,0 0-1 0 0,1-1 1 0 0,-1-1 0 0 0,1 1-1 0 0,0-1 1 0 0,0-1 0 0 0,-1 0-1 0 0,1 0 1 0 0,0-1 0 0 0,16-1-1 0 0,-9-2-417 0 0,1 0-1 0 0,-1 0 0 0 0,0-2 0 0 0,0 0 0 0 0,25-12 1 0 0,-29 11-1001 0 0,0-1 0 0 0,19-14 0 0 0,-23 14-644 0 0,-1 0-1 0 0,0 0 1 0 0,14-17-1 0 0,-13 12-2784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14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88 1796 0 0,'-90'-12'11575'0'0,"87"12"-10973"0"0,1 0-106 0 0,-10-3-82 0 0,9 3 214 0 0,15-6 70 0 0,95-17-1157 0 0,190-15 0 0 0,-245 35-2753 0 0,-28 2-1254 0 0,-5 0-743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15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8 743 2300 0 0,'-3'-19'3254'0'0,"1"0"0"0"0,0 0 0 0 0,1-1 0 0 0,3-29 0 0 0,-1 3 1720 0 0,-1 44-4715 0 0,1 0 61 0 0,-1 2-276 0 0,-1 0 1 0 0,1-1-1 0 0,0 1 0 0 0,0 0 1 0 0,0 0-1 0 0,0-1 0 0 0,0 1 1 0 0,0 0-1 0 0,0 0 0 0 0,1-1 1 0 0,-1 1-1 0 0,0 0 0 0 0,0 0 1 0 0,0-1-1 0 0,0 1 0 0 0,0 0 1 0 0,0 0-1 0 0,0-1 0 0 0,0 1 1 0 0,1 0-1 0 0,-1 0 1 0 0,0 0-1 0 0,0-1 0 0 0,0 1 1 0 0,0 0-1 0 0,1 0 0 0 0,-1 0 1 0 0,0 0-1 0 0,0-1 0 0 0,1 1 1 0 0,3 3 144 0 0,0 0 1 0 0,0 0-1 0 0,-1 0 1 0 0,1 1 0 0 0,-1 0-1 0 0,0-1 1 0 0,0 1-1 0 0,5 8 1 0 0,21 43 845 0 0,-10-18-467 0 0,225 466 1314 0 0,-238-489-1795 0 0,1 3 564 0 0,0 0-1 0 0,17 25 1 0 0,-15-33-612 0 0,7-9-39 0 0,-13-2 0 0 0,1 0 0 0 0,0 0 0 0 0,0 0 0 0 0,-1 0 0 0 0,1 0 0 0 0,-1-1 0 0 0,0 0 0 0 0,0 1 0 0 0,5-7 0 0 0,25-32 0 0 0,-25 29 0 0 0,35-49 0 0 0,-3-2 0 0 0,-3-2 0 0 0,53-128 0 0 0,47-223 0 0 0,-51 30-7401 0 0,-86 383 6884 0 0,2-20-3317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01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131 465 1516 0 0,'-12'-19'3315'0'0,"1"-1"0"0"0,-13-33-1 0 0,23 51-3024 0 0,-6-25 1978 0 0,13 32-2019 0 0,0 0-1 0 0,0 1 1 0 0,-1-1 0 0 0,1 1-1 0 0,-1 0 1 0 0,8 13 0 0 0,3 3 600 0 0,-10-12-432 0 0,-1 0 0 0 0,0 1 0 0 0,0 0-1 0 0,-1 0 1 0 0,-1 0 0 0 0,3 15 0 0 0,-3-18-268 0 0,8 35 502 0 0,67 240 1394 0 0,20-6-1474 0 0,-73-218-481 0 0,82 180 195 0 0,-90-202-35 0 0,-16-36-222 0 0,-5-16-20 0 0,-7-17-263 0 0,-2 2-1 0 0,-19-37 0 0 0,2 7-178 0 0,12 22 211 0 0,-286-606-1146 0 0,269 570 1339 0 0,-30-54-73 0 0,65 127 85 0 0,2 3-33 0 0,9 7 53 0 0,-2 1 1 0 0,1 0-1 0 0,-1 1 1 0 0,-1 0-1 0 0,0 1 1 0 0,11 21-1 0 0,5 5 30 0 0,344 537 515 0 0,-235-363-289 0 0,-79-122 427 0 0,-53-88-475 0 0,-1-3-205 0 0,0 0 0 0 0,0-1 0 0 0,0 1 0 0 0,0 0 0 0 0,-1-1-1 0 0,1 1 1 0 0,0 0 0 0 0,-1 0 0 0 0,1 0 0 0 0,-1-1 0 0 0,0-1 0 0 0,0 1 4 0 0,-13-38 24 0 0,-27-52 1 0 0,7 16-77 0 0,-270-595-349 0 0,293 647 371 0 0,9 18 3 0 0,-1 0 0 0 0,1 1-1 0 0,-1-1 1 0 0,-1 1 0 0 0,1-1 0 0 0,-5-4 0 0 0,7 9 8 0 0,4 18-10 0 0,14 66 7 0 0,30 87-1 0 0,-25-97 0 0 0,88 281 45 0 0,-47-159 91 0 0,-59-182-117 0 0,11 28 1236 0 0,-14-39-832 0 0,-1-4-268 0 0,-2-17-70 0 0,-1-1-1 0 0,0 1 1 0 0,-2 0 0 0 0,-10-29-1 0 0,3 9-19 0 0,-231-743-526 0 0,222 720 246 0 0,21 60 233 0 0,0 4-2 0 0,0-1-1 0 0,0 0 0 0 0,0 1 1 0 0,0-1-1 0 0,0 0 0 0 0,0 1 1 0 0,1-1-1 0 0,-1 0 0 0 0,0 1 0 0 0,1-1 1 0 0,1 2-1 0 0,-1 1 1 0 0,24 81 3 0 0,51 118 1 0 0,-33-94 8 0 0,141 327-3 0 0,-143-341 10 0 0,31 63 227 0 0,-71-156-151 0 0,-3-21-109 0 0,-1 1 0 0 0,0-1-1 0 0,-1 1 1 0 0,-1 0 0 0 0,-13-32 0 0 0,1 2 40 0 0,-167-500-25 0 0,161 485-175 0 0,22 62 157 0 0,5 22-16 0 0,110 347-97 0 0,-49-166 202 0 0,-12-46 265 0 0,-52-154-158 0 0,-15-51-75 0 0,-11-35-68 0 0,-87-319 14 0 0,108 384-77 0 0,4 13-5 0 0,-2 0 0 0 0,1 0 0 0 0,0 1 0 0 0,-5-10 0 0 0,15 23 13 0 0,-8-7 16 0 0,0-1 1 0 0,0 1 0 0 0,0-1 0 0 0,0 1-1 0 0,0 0 1 0 0,0-1 0 0 0,-1 1 0 0 0,1 0-1 0 0,0 0 1 0 0,0 0 0 0 0,-1-1-1 0 0,1 1 1 0 0,0 1 0 0 0,36 69-43 0 0,-21-42 35 0 0,18 45 0 0 0,-8-9-42 0 0,24 74 100 0 0,-28-74 122 0 0,-22-63-111 0 0,-1-3-61 0 0,0 0-1 0 0,0 0 1 0 0,0-1 0 0 0,0 1 0 0 0,0 0 0 0 0,0-1-1 0 0,0 1 1 0 0,0 0 0 0 0,0-1 0 0 0,0 1 0 0 0,1-1-1 0 0,-1 0 1 0 0,1 1 0 0 0,-1-4 0 0 0,-2 0-34 0 0,-98-229-74 0 0,40 88-66 0 0,26 54-8 0 0,34 90 164 0 0,9 17-76 0 0,166 365 48 0 0,-153-334 98 0 0,5 8-24 0 0,41 66-1 0 0,-45-80 304 0 0,-21-39-107 0 0,0-1-219 0 0,0 0-1 0 0,-1-1 0 0 0,1 1 1 0 0,-1 0-1 0 0,1-1 1 0 0,0 1-1 0 0,-1 0 0 0 0,1-1 1 0 0,-1 1-1 0 0,1-1 0 0 0,-1 1 1 0 0,1 0-1 0 0,-1-1 1 0 0,1 0-1 0 0,-1 1 0 0 0,0-1 1 0 0,1 1-1 0 0,-1-1 1 0 0,0 1-1 0 0,1-1 0 0 0,-1 0 1 0 0,0 1-1 0 0,0-1 1 0 0,1 0-1 0 0,-1 1 0 0 0,0-1 1 0 0,0 0-1 0 0,0 1 0 0 0,0-1 1 0 0,0 0-1 0 0,0 1 1 0 0,0-1-1 0 0,0-1 0 0 0,-2-23 12 0 0,1 24-12 0 0,-12-104-58 0 0,4 42 154 0 0,8 55-92 0 0,0 2-34 0 0,0 1 0 0 0,0-1 0 0 0,0 1 0 0 0,-4-12 0 0 0,4 16 11 0 0,1-1-62 0 0,-1-3 77 0 0,1 3 43 0 0,1-27-48 0 0,4-16-96 0 0,-5 44 65 0 0,-6 16-100 0 0,-7 28 114 0 0,-43 164 100 0 0,56-206-57 0 0,0-1-22 0 0,0 0 1 0 0,-1 0-1 0 0,1 1 1 0 0,0-1-1 0 0,0 0 1 0 0,0 0-1 0 0,0 0 0 0 0,0 0 1 0 0,0 0-1 0 0,-1 0 1 0 0,1 0-1 0 0,0 0 1 0 0,0 1-1 0 0,0-1 1 0 0,0 0-1 0 0,-1 0 0 0 0,1 0 1 0 0,0 0-1 0 0,0 0 1 0 0,0 0-1 0 0,0 0 1 0 0,-1 0-1 0 0,1 0 1 0 0,0 0-1 0 0,0 0 0 0 0,0 0 1 0 0,-1 0-1 0 0,1 0 1 0 0,0 0-1 0 0,0 0 1 0 0,0 0-1 0 0,0-1 1 0 0,-1 1-1 0 0,1 0 0 0 0,0 0 1 0 0,0 0-1 0 0,0 0 1 0 0,0 0-1 0 0,0 0 1 0 0,-1 0-1 0 0,1-1 1 0 0,0 1-1 0 0,0 0 0 0 0,0 0 1 0 0,0 0-1 0 0,0 0 1 0 0,0 0-1 0 0,0-1 1 0 0,0 1-1 0 0,-1 0 0 0 0,1 0 1 0 0,0 0-1 0 0,0 0 1 0 0,0-1-1 0 0,0 1 1 0 0,0 0-1 0 0,0 0 1 0 0,0 0-1 0 0,0 0 0 0 0,0-1 1 0 0,-9-22-384 0 0,-5-27-573 0 0,-42-150-970 0 0,18 67 1427 0 0,33 116 380 0 0,10 33 32 0 0,6 23 36 0 0,-2-12 36 0 0,14 41 53 0 0,59 127 0 0 0,-50-130 135 0 0,-31-64-171 0 0,-1-1 0 0 0,1 1 1 0 0,-1-1-1 0 0,0 0 1 0 0,1 0-1 0 0,-1 1 0 0 0,1-1 1 0 0,-1 0-1 0 0,0 0 1 0 0,1 1-1 0 0,-1-1 0 0 0,1 0 1 0 0,-1 0-1 0 0,1 0 1 0 0,-1 0-1 0 0,1 0 0 0 0,-1 0 1 0 0,1 0-1 0 0,-1 0 1 0 0,1 0-1 0 0,-1 0 0 0 0,1 0 1 0 0,-1 0-1 0 0,1 0 1 0 0,-1 0-1 0 0,1 0 0 0 0,0-1 1 0 0,0 0-3 0 0,1 1 1 0 0,-1-1 0 0 0,1 0-1 0 0,-1 0 1 0 0,0 0 0 0 0,0 0-1 0 0,0 0 1 0 0,1 0-1 0 0,-1 0 1 0 0,0 0 0 0 0,0 0-1 0 0,0-1 1 0 0,-1 1 0 0 0,1 0-1 0 0,0-1 1 0 0,0 1 0 0 0,0-3-1 0 0,6-37-34 0 0,-6 40 31 0 0,-1-9-107 0 0,-2 12 114 0 0,-1 0 0 0 0,2 0 0 0 0,-1 0-1 0 0,0 1 1 0 0,0-1 0 0 0,1 0 0 0 0,-1 1-1 0 0,1-1 1 0 0,-1 0 0 0 0,1 1 0 0 0,0 0 0 0 0,0-1-1 0 0,-1 6 1 0 0,-8 48 6 0 0,9-44-17 0 0,0-10 10 0 0,0 9 0 0 0,0-10-1 0 0,1 0 0 0 0,-1 0-1 0 0,1 0 1 0 0,0 0 0 0 0,-1 0 0 0 0,1 0 0 0 0,0 0 0 0 0,0 0 0 0 0,0 0 0 0 0,0 0-1 0 0,0 0 1 0 0,0 0 0 0 0,0 0 0 0 0,0 0 0 0 0,0 0 0 0 0,1 0 0 0 0,-1 0 0 0 0,0 0-1 0 0,1 0 1 0 0,0 1 0 0 0,35 4 27 0 0,-33-6-50 0 0,0 0 36 0 0,5-2-13 0 0,-1 0 0 0 0,0 0 0 0 0,1-1 0 0 0,-1 0-1 0 0,0 0 1 0 0,0-1 0 0 0,-1 1 0 0 0,1-2 0 0 0,-1 1 0 0 0,0-1-1 0 0,0 0 1 0 0,0 0 0 0 0,0 0 0 0 0,-1-1 0 0 0,7-9 0 0 0,13-20 10 0 0,-1-2 0 0 0,33-69 1 0 0,24-86 27 0 0,-19 43-52 0 0,-53 128 12 0 0,98-210-28 0 0,26 5-11 0 0,-123 211 45 0 0,11-20-50 0 0,28-60 1 0 0,-40 54 46 0 0,-7 38-6 0 0,5-24 14 0 0,1-11-11 0 0,-8 36-1 0 0,4-32 77 0 0,-7-4-74 0 0,2 37 5 0 0,1 0-116 0 0,-3-11-14 0 0,-50 26-12367 0 0,37-7 7344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02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1008 0 0,'0'0'8136'0'0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33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1 932 0 0,'0'0'2420'0'0,"4"10"-520"0"0,-1-1-591 0 0,4-1-1229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4:33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2036 0 0,'0'0'1640'0'0,"5"12"1017"0"0,-5-2-2309 0 0,1-1-1128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32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1244 0 0,'0'0'5822'0'0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34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1188 0 0,'0'0'5097'0'0,"-5"7"-3989"0"0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34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1348 0 0,'0'0'3856'0'0,"-3"8"-6656"0"0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34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1168 0 0,'0'0'3584'0'0,"-8"5"-5568"0"0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38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92 0 0,'0'0'8324'0'0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40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86 788 0 0,'0'0'3056'0'0,"-15"-27"3123"0"0,11 21-4985 0 0,-1 1 0 0 0,1-1 1 0 0,-2 1-1 0 0,-6-6 544 0 0,-3-14 3883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42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16 293 1272 0 0,'-3'-8'667'0'0,"0"1"-1"0"0,1 0 1 0 0,0-1-1 0 0,0 0 1 0 0,1 1-1 0 0,0-1 1 0 0,0 0-1 0 0,1 0 1 0 0,0 1 0 0 0,0-1-1 0 0,1 0 1 0 0,0 0-1 0 0,0 1 1 0 0,1-1-1 0 0,0 1 1 0 0,0-1-1 0 0,4-7 1 0 0,-5 14-636 0 0,0 0 1 0 0,1 1-1 0 0,-1-1 0 0 0,0 0 1 0 0,0 1-1 0 0,0-1 0 0 0,1 0 1 0 0,-1 1-1 0 0,0-1 1 0 0,1 1-1 0 0,-1 0 0 0 0,0-1 1 0 0,1 1-1 0 0,-1 0 0 0 0,0 0 1 0 0,1 0-1 0 0,-1 0 0 0 0,0 0 1 0 0,1 0-1 0 0,-1 1 1 0 0,1-1-1 0 0,-1 0 0 0 0,2 1 1 0 0,2 2 17 0 0,0-1 1 0 0,0 1-1 0 0,0 0 1 0 0,0 0-1 0 0,-1 1 1 0 0,1-1-1 0 0,-1 1 1 0 0,0 0-1 0 0,0 0 1 0 0,-1 1-1 0 0,1-1 0 0 0,-1 1 1 0 0,3 5-1 0 0,8 14 139 0 0,15 35-1 0 0,-20-39-108 0 0,11 31 50 0 0,-16-39-83 0 0,0-1-1 0 0,0 0 1 0 0,1 0-1 0 0,0-1 1 0 0,1 1-1 0 0,0-1 1 0 0,11 14-1 0 0,-15-23-8 0 0,-1 1 0 0 0,0-1 0 0 0,1 0-1 0 0,0 0 1 0 0,-1 0 0 0 0,1 0 0 0 0,0 0 0 0 0,-1 0 0 0 0,1 0-1 0 0,0 0 1 0 0,0-1 0 0 0,0 1 0 0 0,-1-1 0 0 0,1 1 0 0 0,0-1-1 0 0,0 0 1 0 0,0 0 0 0 0,0 0 0 0 0,3 0 0 0 0,-2 0-8 0 0,0-1 0 0 0,1 0 0 0 0,-1 0 0 0 0,0 0 0 0 0,0-1 0 0 0,1 1 0 0 0,-1-1 0 0 0,0 1 0 0 0,0-1 0 0 0,2-3 0 0 0,5-3 15 0 0,-1 0 1 0 0,0-1-1 0 0,0-1 1 0 0,13-19-1 0 0,-10 10-39 0 0,0-2-1 0 0,-1 1 1 0 0,-1-1-1 0 0,-1-1 1 0 0,0 0-1 0 0,-2 0 0 0 0,-1 0 1 0 0,-1-1-1 0 0,-1 0 1 0 0,0 0-1 0 0,-2 0 1 0 0,-1-31-1 0 0,-1 51-7 0 0,0-1 0 0 0,0 1 0 0 0,0-1 0 0 0,-1 1 0 0 0,0-1 0 0 0,0 0 0 0 0,0 1 0 0 0,0 0-1 0 0,0-1 1 0 0,0 1 0 0 0,-1 0 0 0 0,0 0 0 0 0,0-1 0 0 0,0 1 0 0 0,0 1 0 0 0,0-1 0 0 0,0 0 0 0 0,-5-3 0 0 0,5 5 3 0 0,1 0 1 0 0,0 1-1 0 0,-1-1 1 0 0,1 0 0 0 0,-1 1-1 0 0,1 0 1 0 0,-1-1 0 0 0,1 1-1 0 0,-1 0 1 0 0,0 0-1 0 0,1 0 1 0 0,-1 0 0 0 0,1 0-1 0 0,-1 0 1 0 0,1 0 0 0 0,-1 1-1 0 0,1-1 1 0 0,-1 1-1 0 0,1-1 1 0 0,-3 2 0 0 0,0 0 6 0 0,0-1 0 0 0,1 1 0 0 0,-1 0 0 0 0,1 0 1 0 0,-1 1-1 0 0,-4 3 0 0 0,6-4-6 0 0,1-1 1 0 0,-1 1 0 0 0,0-1-1 0 0,1 1 1 0 0,-1 0-1 0 0,1 0 1 0 0,0 0 0 0 0,0 0-1 0 0,-1 0 1 0 0,1 0-1 0 0,0 0 1 0 0,1 0 0 0 0,-1 0-1 0 0,0 0 1 0 0,1 0-1 0 0,-1 1 1 0 0,1-1-1 0 0,-1 0 1 0 0,1 0 0 0 0,0 1-1 0 0,0-1 1 0 0,0 0-1 0 0,0 0 1 0 0,1 1 0 0 0,-1-1-1 0 0,1 0 1 0 0,-1 0-1 0 0,1 1 1 0 0,0-1-1 0 0,0 0 1 0 0,0 0 0 0 0,0 0-1 0 0,0 0 1 0 0,0 0-1 0 0,0 0 1 0 0,3 1 0 0 0,0 2 6 0 0,1 0 0 0 0,0-1 0 0 0,0 0 0 0 0,0 0 0 0 0,0-1 0 0 0,1 1 0 0 0,0-1 0 0 0,-1-1 1 0 0,1 1-1 0 0,0-1 0 0 0,12 3 0 0 0,17 3-55 0 0,1-2 0 0 0,0-2 0 0 0,73-1 0 0 0,-42-7-3287 0 0,82-15 0 0 0,-130 15 47 0 0,-3-1-1325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44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485 70 52 0 0,'0'0'2327'0'0,"2"-11"1683"0"0,-2 8-3826 0 0,0 1 93 0 0,1 0 1 0 0,-1 0 0 0 0,0 0 0 0 0,0 0 0 0 0,-1 0 0 0 0,1 1-1 0 0,0-1 1 0 0,-1 0 0 0 0,1 0 0 0 0,-1 1 0 0 0,1-1-1 0 0,-1 0 1 0 0,0 0 0 0 0,0 1 0 0 0,-1-4 0 0 0,0 4-204 0 0,1 0-61 0 0,0 0 1 0 0,-1-1-1 0 0,1 1 1 0 0,0 0 0 0 0,-1 0-1 0 0,0 0 1 0 0,1 1 0 0 0,-1-1-1 0 0,0 0 1 0 0,1 0-1 0 0,-1 1 1 0 0,-2-1 0 0 0,-21-7 83 0 0,16 7-83 0 0,0 0 0 0 0,0 0 0 0 0,0 1 0 0 0,-1 0 0 0 0,1 1 0 0 0,0 0 0 0 0,0 0 0 0 0,0 1 0 0 0,0 0 0 0 0,0 1 0 0 0,1 0 0 0 0,-1 0 0 0 0,-12 7 0 0 0,0 2 40 0 0,0 1 1 0 0,1 0-1 0 0,-33 29 0 0 0,33-24-40 0 0,1 0-1 0 0,1 1 0 0 0,0 1 1 0 0,-26 41-1 0 0,36-47-13 0 0,0-1 0 0 0,1 2 0 0 0,0-1-1 0 0,1 1 1 0 0,1 0 0 0 0,0 0 0 0 0,1 1-1 0 0,1-1 1 0 0,-2 22 0 0 0,5-30 61 0 0,0-1 0 0 0,0 0 0 0 0,0 0 0 0 0,1 0 0 0 0,0 0 0 0 0,0 0 0 0 0,0 0 1 0 0,1 0-1 0 0,0 0 0 0 0,0 0 0 0 0,1 0 0 0 0,-1-1 0 0 0,1 1 0 0 0,6 7 0 0 0,-5-8-1 0 0,1 1 1 0 0,1-1-1 0 0,-1 0 0 0 0,1 0 0 0 0,-1-1 0 0 0,1 1 0 0 0,1-1 0 0 0,-1-1 1 0 0,1 1-1 0 0,-1-1 0 0 0,14 4 0 0 0,1-1-8 0 0,1-1 0 0 0,-1 0 1 0 0,1-2-1 0 0,-1-1 0 0 0,26 0 0 0 0,-13-3 32 0 0,-1-1 0 0 0,52-10 0 0 0,-58 3-730 0 0,-14-2-2829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44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86 976 0 0,'-16'-4'3724'0'0,"-16"-5"2017"0"0,31 8-5616 0 0,0 1-1 0 0,1 0 1 0 0,-1 0 0 0 0,1 0-1 0 0,-1-1 1 0 0,1 1 0 0 0,-1 0-1 0 0,0 0 1 0 0,1-1 0 0 0,-1 1-1 0 0,1-1 1 0 0,0 1 0 0 0,-1 0-1 0 0,1-1 1 0 0,-1 1 0 0 0,1-1-1 0 0,-1 0 1 0 0,3-1-101 0 0,0 0 0 0 0,0 0-1 0 0,1 0 1 0 0,-1 1 0 0 0,1-1-1 0 0,-1 1 1 0 0,1-1 0 0 0,-1 1 0 0 0,1 0-1 0 0,0 0 1 0 0,-1 0 0 0 0,1 0-1 0 0,5 0 1 0 0,48-9-34 0 0,-41 8 9 0 0,180-28 99 0 0,-193 30-95 0 0,14-3-51 0 0,0 3-4344 0 0,-6 1 741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45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95 720 0 0,'-18'-52'8692'0'0,"18"51"-8110"0"0,0-3-131 0 0,0 1-1 0 0,-1 0 1 0 0,1 0-1 0 0,-1-1 0 0 0,1 1 1 0 0,-1 0-1 0 0,0 0 1 0 0,0 0-1 0 0,-2-5 1 0 0,2 7-171 0 0,1 5-242 0 0,1 0 0 0 0,-1 0 0 0 0,1-1 0 0 0,0 1-1 0 0,0 0 1 0 0,0 0 0 0 0,3 6 0 0 0,0 3 130 0 0,35 147 1065 0 0,27 85-238 0 0,-62-233-1083 0 0,1 2 1310 0 0,0 0 0 0 0,1-1 1 0 0,9 18-1 0 0,-14-30-1157 0 0,-1-1 0 0 0,1 1 0 0 0,-1-1 0 0 0,1 0 0 0 0,-1 1 0 0 0,1-1 0 0 0,-1 0 0 0 0,1 1 0 0 0,-1-1 0 0 0,1 0 0 0 0,-1 0 0 0 0,1 1 0 0 0,0-1 0 0 0,-1 0 0 0 0,1 0 0 0 0,-1 0 0 0 0,1 0 0 0 0,0 0 0 0 0,-1 0 1 0 0,1 0-1 0 0,-1 0 0 0 0,1 0 0 0 0,0 0 0 0 0,-1 0 0 0 0,1 0 0 0 0,-1 0 0 0 0,1-1 0 0 0,0 1 0 0 0,0 0 0 0 0,15-9 650 0 0,-2-4-464 0 0,-1-1 0 0 0,-1 0 0 0 0,0-1 0 0 0,-1 0-1 0 0,15-28 1 0 0,-3 7-177 0 0,173-288 305 0 0,-194 320-385 0 0,20-34-175 0 0,-21 37 164 0 0,-1 0-47 0 0,0 0 52 0 0,1-1-1 0 0,-1 1 0 0 0,0 0 1 0 0,1 0-1 0 0,-1 0 0 0 0,1 0 1 0 0,0 0-1 0 0,-1 0 0 0 0,1 0 1 0 0,0 0-1 0 0,-1 0 1 0 0,1 0-1 0 0,0 0 0 0 0,0 0 1 0 0,0 0-1 0 0,2-1 0 0 0,-2 1-5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47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40 300 0 0,'20'-24'9395'0'0,"-12"16"-8976"0"0,1 1 3488 0 0,-6 26-1888 0 0,-4 17-1935 0 0,0-5-65 0 0,5 49-1 0 0,-3-72-12 0 0,0 0 1 0 0,0 0-1 0 0,1-1 1 0 0,1 1-1 0 0,-1 0 1 0 0,1-1-1 0 0,0 0 0 0 0,1 1 1 0 0,-1-1-1 0 0,1-1 1 0 0,8 10-1 0 0,-10-14 7 0 0,0 0 0 0 0,0 0-1 0 0,0-1 1 0 0,0 1 0 0 0,1-1 0 0 0,-1 1-1 0 0,1-1 1 0 0,-1 0 0 0 0,1 0 0 0 0,-1 0-1 0 0,1 0 1 0 0,0-1 0 0 0,0 1 0 0 0,-1-1-1 0 0,1 1 1 0 0,4-1 0 0 0,0 0 9 0 0,0 0 0 0 0,0-1 0 0 0,0 0 1 0 0,-1 0-1 0 0,13-4 0 0 0,-6 0-5 0 0,0-1 0 0 0,0 0 0 0 0,-1-1 0 0 0,0 0 0 0 0,0-1 0 0 0,-1-1 0 0 0,0 0 0 0 0,0 0 0 0 0,-1-1 0 0 0,-1 0 0 0 0,1-1 0 0 0,8-13 0 0 0,-14 17-24 0 0,1 0 0 0 0,-1 0-1 0 0,0 0 1 0 0,0-1 0 0 0,3-9 0 0 0,-2-2 10 0 0,5-36 0 0 0,-11 36-37 0 0,1 13-70 0 0,-1 12-58 0 0,2 20 179 0 0,1 0 0 0 0,1-1-1 0 0,9 41 1 0 0,-8-51-15 0 0,1 0 0 0 0,0-1 0 0 0,0 1 0 0 0,2-1 0 0 0,0 0 0 0 0,0 0 0 0 0,13 15 1 0 0,-15-22-261 0 0,1 0 1 0 0,0-1-1 0 0,1 1 1 0 0,9 6-1 0 0,10 1-2388 0 0,-23-13 1860 0 0,1 0-1 0 0,-1 0 1 0 0,0 0 0 0 0,1-1 0 0 0,-1 0 0 0 0,0 0 0 0 0,5 0 0 0 0,13-1-3143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47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43 80 0 0,'-14'-4'9044'0'0,"-3"-2"-2011"0"0,227-18-6438 0 0,-207 24-601 0 0,16-2 32 0 0,18-4-6620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48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15 2240 0 0,'-20'-13'14998'0'0,"19"13"-14945"0"0,1 0 0 0 0,0 0 1 0 0,-1-1-1 0 0,1 1 0 0 0,0 0 1 0 0,-1 0-1 0 0,1 0 1 0 0,-1 0-1 0 0,1 0 0 0 0,0 0 1 0 0,-1 0-1 0 0,1 0 0 0 0,-1 0 1 0 0,1 0-1 0 0,0 0 1 0 0,-1 0-1 0 0,1 0 0 0 0,-1 0 1 0 0,1 0-1 0 0,0 0 0 0 0,-1 1 1 0 0,1-1-1 0 0,0 0 1 0 0,-1 0-1 0 0,1 0 0 0 0,0 1 1 0 0,-1-1-1 0 0,1 0 0 0 0,0 0 1 0 0,0 1-1 0 0,-1-1 1 0 0,1 0-1 0 0,0 1 0 0 0,0-1 1 0 0,-1 0-1 0 0,1 1 0 0 0,0-1 1 0 0,0 0-1 0 0,0 1 1 0 0,-1-1-1 0 0,-4 26 537 0 0,6 37-803 0 0,0-57 373 0 0,11 228 47 0 0,-6-170 68 0 0,-6-62-235 0 0,1-2-44 0 0,-1 0 0 0 0,0 0 1 0 0,0 1-1 0 0,0-1 1 0 0,1 0-1 0 0,-1 0 0 0 0,0 1 1 0 0,0-1-1 0 0,0 0 1 0 0,0 1-1 0 0,0-1 0 0 0,0 0 1 0 0,1 1-1 0 0,-1-1 1 0 0,0 0-1 0 0,0 1 0 0 0,0-1 1 0 0,0 0-1 0 0,0 1 1 0 0,0-1-1 0 0,0 0 0 0 0,0 1 1 0 0,-1-1-1 0 0,1 0 1 0 0,0 1-1 0 0,0-1 0 0 0,0 0 1 0 0,0 1-1 0 0,0-1 1 0 0,0 0-1 0 0,-1 1 0 0 0,0 8-2596 0 0,2-9 2457 0 0,-1 0 1 0 0,1 0-1 0 0,-1 0 0 0 0,0 0 1 0 0,1 0-1 0 0,-1 0 0 0 0,1 0 1 0 0,-1 0-1 0 0,1-1 0 0 0,-1 1 1 0 0,0 0-1 0 0,1 0 0 0 0,-1 0 1 0 0,1 0-1 0 0,-1-1 0 0 0,0 1 0 0 0,1 0 1 0 0,-1 0-1 0 0,0-1 0 0 0,1 1 1 0 0,0-2-572 0 0,0 2 572 0 0,14-15-5822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48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2228 0 0,'2'-12'4963'0'0,"11"-34"3604"0"0,-13 44-8193 0 0,3-8 588 0 0,-2 9-949 0 0,0 1 0 0 0,0-1 0 0 0,1 1 0 0 0,-1-1 0 0 0,0 1 0 0 0,0 0 0 0 0,0-1 0 0 0,1 1 0 0 0,-1 0 0 0 0,0 0 1 0 0,0 0-1 0 0,1 0 0 0 0,-1 0 0 0 0,0 0 0 0 0,1 0 0 0 0,-1 0 0 0 0,0 1 0 0 0,0-1 0 0 0,0 0 0 0 0,1 1 0 0 0,-1-1 1 0 0,0 1-1 0 0,0-1 0 0 0,0 1 0 0 0,0 0 0 0 0,0-1 0 0 0,0 1 0 0 0,0 0 0 0 0,0 0 0 0 0,0 0 0 0 0,1 1 1 0 0,4 3 10 0 0,0 0 1 0 0,0 1-1 0 0,9 12 1 0 0,7 14 60 0 0,-3 1 1 0 0,29 65-1 0 0,-17-33-11 0 0,13 20 381 0 0,-43-84-299 0 0,14-6-13 0 0,-11 1-120 0 0,0-1-1 0 0,-1 0 1 0 0,0 0-1 0 0,0 0 1 0 0,0 0-1 0 0,-1 0 1 0 0,4-11-1 0 0,11-47 43 0 0,-10 35-49 0 0,-3 14-18 0 0,-1-1 1 0 0,0 0-1 0 0,-1 0 0 0 0,0 0 1 0 0,-2 0-1 0 0,0 0 1 0 0,0-1-1 0 0,-1 1 0 0 0,-1 0 1 0 0,-1 0-1 0 0,0 0 1 0 0,-8-23-1 0 0,-1 14-166 0 0,7 13-210 0 0,16 16 289 0 0,-4-2 92 0 0,0 1 1 0 0,0-1 0 0 0,0-1-1 0 0,0 0 1 0 0,0 0 0 0 0,1 0-1 0 0,-1-1 1 0 0,0 1-1 0 0,12-1 1 0 0,8-2-281 0 0,35-4-1 0 0,-23 2-572 0 0,49-7-2813 0 0,-30 0-2336 0 0,-35 4 1134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49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362 55 1060 0 0,'7'-10'3634'0'0,"22"-24"6805"0"0,-29 33-10382 0 0,0 1-1 0 0,0-1 1 0 0,0 1 0 0 0,0-1 0 0 0,0 1 0 0 0,0-1-1 0 0,0 1 1 0 0,-1-1 0 0 0,1 1 0 0 0,0 0 0 0 0,0-1 0 0 0,-1 1-1 0 0,1-1 1 0 0,0 1 0 0 0,-1 0 0 0 0,1-1 0 0 0,0 1-1 0 0,-1 0 1 0 0,1-1 0 0 0,0 1 0 0 0,-1 0 0 0 0,0-1 0 0 0,-5 1-25 0 0,0 0 0 0 0,-1 0 0 0 0,1 0 0 0 0,0 1 1 0 0,-1-1-1 0 0,1 2 0 0 0,0-1 0 0 0,0 1 1 0 0,0 0-1 0 0,0 0 0 0 0,0 0 0 0 0,-9 6 1 0 0,-6 3-16 0 0,1 1 0 0 0,-23 18 0 0 0,20-11 0 0 0,1 0 0 0 0,0 1 0 0 0,2 2-1 0 0,0 0 1 0 0,2 1 0 0 0,-23 34 0 0 0,33-42-5 0 0,0 0 1 0 0,1 0 0 0 0,0 0 0 0 0,2 1-1 0 0,-7 23 1 0 0,10-28-11 0 0,0-1 1 0 0,1 1 0 0 0,0 0-1 0 0,1 0 1 0 0,0 0-1 0 0,1 0 1 0 0,0-1-1 0 0,1 1 1 0 0,3 12 0 0 0,-3-16 20 0 0,0-1 0 0 0,0 0 1 0 0,1 1-1 0 0,0-1 1 0 0,1 0-1 0 0,-1 0 0 0 0,1-1 1 0 0,0 1-1 0 0,1-1 1 0 0,-1 0-1 0 0,1 0 0 0 0,0 0 1 0 0,0 0-1 0 0,0-1 1 0 0,1 0-1 0 0,0 0 0 0 0,0-1 1 0 0,0 1-1 0 0,0-1 1 0 0,0-1-1 0 0,1 1 0 0 0,-1-1 1 0 0,1 0-1 0 0,-1-1 1 0 0,13 2-1 0 0,-5-1-261 0 0,0-1 1 0 0,0-1-1 0 0,-1 0 1 0 0,1-1-1 0 0,0-1 1 0 0,0 0-1 0 0,-1-1 1 0 0,1 0-1 0 0,-1-1 0 0 0,0 0 1 0 0,24-12-1 0 0,-19 6-3775 0 0,25-19 0 0 0,-30 18-444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49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75 1104 0 0,'-5'0'1998'0'0,"-54"-2"5270"0"0,56 2-6448 0 0,-16 0 1562 0 0,4-1-330 0 0,230-38-1078 0 0,-99 19-870 0 0,-84 15-75 0 0,-30 5-18 0 0,18-4 27 0 0,-14 3 169 0 0,14-2-2748 0 0,8 7-9501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50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99 1436 0 0,'-3'-10'4940'0'0,"-13"-35"10152"0"0,21 57-15041 0 0,115 257 524 0 0,-28-59 214 0 0,-51-137 1199 0 0,-33-58 1542 0 0,6-20-2793 0 0,-11 2-672 0 0,0 0 1 0 0,0 0-1 0 0,0 0 1 0 0,-1-1-1 0 0,1 0 0 0 0,-1 1 1 0 0,0-1-1 0 0,0 0 1 0 0,0 0-1 0 0,-1 0 0 0 0,3-7 1 0 0,1-3 10 0 0,97-244 594 0 0,-53 130-547 0 0,-36 96-389 0 0,19-50 502 0 0,-16 28-5551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12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47 1720 0 0,'5'-15'3613'0'0,"2"-5"-545"0"0,-3 8-1533 0 0,-6 29-1374 0 0,-41 181 355 0 0,-15 82-364 0 0,55-266-146 0 0,-23 178 62 0 0,25-170-52 0 0,0 1 1 0 0,2 0-1 0 0,0-1 1 0 0,2 1-1 0 0,0-1 1 0 0,10 33-1 0 0,-12-52-85 0 0,0 1-1 0 0,1-1 0 0 0,-1 1 0 0 0,1-1 1 0 0,0 0-1 0 0,0 0 0 0 0,0 1 0 0 0,0-2 0 0 0,1 1 1 0 0,-1 0-1 0 0,1 0 0 0 0,-1-1 0 0 0,1 1 1 0 0,0-1-1 0 0,0 0 0 0 0,5 3 0 0 0,-5-4-191 0 0,0 0-1 0 0,1 1 0 0 0,-1-1 0 0 0,0-1 1 0 0,0 1-1 0 0,0 0 0 0 0,0-1 0 0 0,1 0 0 0 0,-1 0 1 0 0,0 0-1 0 0,0 0 0 0 0,1 0 0 0 0,-1-1 1 0 0,0 1-1 0 0,0-1 0 0 0,1 0 0 0 0,-1 0 1 0 0,0 0-1 0 0,3-2 0 0 0,13-7-1867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12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33 1316 0 0,'-19'-28'4867'0'0,"19"23"-3635"0"0,13 17-859 0 0,0 1-261 0 0,0 1-1 0 0,-2 0 1 0 0,0 1-1 0 0,0 0 1 0 0,-1 0-1 0 0,-1 1 1 0 0,-1 0-1 0 0,8 19 1 0 0,-13-24-69 0 0,0-1 1 0 0,0 1 0 0 0,-1 0 0 0 0,0-1 0 0 0,-1 1 0 0 0,0 0 0 0 0,-1 0 0 0 0,0 0 0 0 0,0 0 0 0 0,-1 0 0 0 0,-1 0-1 0 0,0 0 1 0 0,-1 0 0 0 0,-6 17 0 0 0,5-15 205 0 0,-2-1 0 0 0,0 1 0 0 0,0-1-1 0 0,-1 0 1 0 0,-9 12 0 0 0,16-24-245 0 0,0 0 1 0 0,0 0-1 0 0,0 1 1 0 0,-1-1-1 0 0,1 0 0 0 0,0 0 1 0 0,0 0-1 0 0,0 0 1 0 0,0 0-1 0 0,-1 0 0 0 0,1 0 1 0 0,0 0-1 0 0,0 0 0 0 0,0 1 1 0 0,-1-1-1 0 0,1 0 1 0 0,0 0-1 0 0,0 0 0 0 0,0 0 1 0 0,0 0-1 0 0,-1 0 1 0 0,1 0-1 0 0,0 0 0 0 0,0-1 1 0 0,0 1-1 0 0,-1 0 1 0 0,1 0-1 0 0,0 0 0 0 0,0 0 1 0 0,0 0-1 0 0,0 0 1 0 0,-1 0-1 0 0,1 0 0 0 0,0 0 1 0 0,0 0-1 0 0,0-1 0 0 0,0 1 1 0 0,0 0-1 0 0,-1 0 1 0 0,1 0-1 0 0,0 0 0 0 0,0 0 1 0 0,0-1-1 0 0,0 1 1 0 0,0 0-1 0 0,0 0 0 0 0,0 0 1 0 0,0-1-1 0 0,0 1 1 0 0,-1 0-1 0 0,1 0 0 0 0,0 0 1 0 0,0 0-1 0 0,0-1 1 0 0,0 1-1 0 0,0 0 0 0 0,0 0 1 0 0,0 0-1 0 0,0-1 0 0 0,1 1 1 0 0,-1 0-1 0 0,-3-15 5 0 0,3 15 9 0 0,1-11-7 0 0,0 1 0 0 0,0 0 1 0 0,1 0-1 0 0,0 1 0 0 0,1-1 0 0 0,8-18 1 0 0,30-54 19 0 0,-31 64-23 0 0,13-29 25 0 0,-14 29-26 0 0,0 0 1 0 0,16-24 0 0 0,-9 11-77 0 0,-15 30 92 0 0,-2 20-75 0 0,-2 1 0 0 0,-6 31 0 0 0,-2 12 45 0 0,7-28-85 0 0,2-1-1 0 0,4 53 1 0 0,-1-75-255 0 0,0-1 1 0 0,1 1-1 0 0,0 0 1 0 0,1-1-1 0 0,0 0 1 0 0,1 1-1 0 0,1-1 1 0 0,-1-1-1 0 0,2 1 0 0 0,0-1 1 0 0,7 11-1 0 0,7-2-2320 0 0,-9-14 967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12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21 1788 0 0,'13'-18'5222'0'0,"-13"18"-5201"0"0,1 0-1 0 0,-1-1 1 0 0,0 1 0 0 0,0 0 0 0 0,0 0-1 0 0,0 0 1 0 0,0 0 0 0 0,0-1-1 0 0,0 1 1 0 0,1 0 0 0 0,-1 0 0 0 0,0 0-1 0 0,0 0 1 0 0,0 0 0 0 0,0 0-1 0 0,0 0 1 0 0,1 0 0 0 0,-1-1 0 0 0,0 1-1 0 0,0 0 1 0 0,0 0 0 0 0,1 0 0 0 0,-1 0-1 0 0,0 0 1 0 0,0 0 0 0 0,0 0-1 0 0,0 0 1 0 0,1 0 0 0 0,-1 0 0 0 0,0 0-1 0 0,0 0 1 0 0,0 0 0 0 0,1 0-1 0 0,-1 0 1 0 0,0 0 0 0 0,0 1 0 0 0,0-1-1 0 0,0 0 1 0 0,1 0 0 0 0,-1 0-1 0 0,0 0 1 0 0,0 0 0 0 0,0 0 0 0 0,0 0-1 0 0,0 1 1 0 0,0-1 0 0 0,1 0 0 0 0,-1 0-1 0 0,0 0 1 0 0,0 0 0 0 0,0 0-1 0 0,0 1 1 0 0,0 14 420 0 0,-11 27-345 0 0,9-35 4 0 0,-22 72 43 0 0,-7 27-156 0 0,28-92-1060 0 0,1 1 0 0 0,-1 26 0 0 0,4-37-564 0 0,3 7 22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13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74 1012 0 0,'26'-62'8128'0'0,"-36"122"-7570"0"0,10-52-547 0 0,0-1 1 0 0,0 1 0 0 0,1-1 0 0 0,1 1 0 0 0,3 13 0 0 0,-4-18-3 0 0,0-1 0 0 0,0 0 0 0 0,0 0 0 0 0,0 1 1 0 0,0-1-1 0 0,1 0 0 0 0,-1 0 0 0 0,1 0 0 0 0,-1 0 0 0 0,1 0 1 0 0,0-1-1 0 0,0 1 0 0 0,0 0 0 0 0,0-1 0 0 0,0 1 1 0 0,0-1-1 0 0,0 0 0 0 0,0 0 0 0 0,0 0 0 0 0,1 0 0 0 0,-1 0 1 0 0,0 0-1 0 0,4 0 0 0 0,-3-1-2 0 0,1 1 1 0 0,0-1 0 0 0,-1 0-1 0 0,1-1 1 0 0,0 1-1 0 0,-1-1 1 0 0,1 1-1 0 0,0-1 1 0 0,-1 0-1 0 0,1-1 1 0 0,-1 1 0 0 0,0-1-1 0 0,1 1 1 0 0,-1-1-1 0 0,0 0 1 0 0,0 0-1 0 0,0 0 1 0 0,0-1 0 0 0,-1 1-1 0 0,1-1 1 0 0,0 1-1 0 0,3-6 1 0 0,5-7 117 0 0,0-1 0 0 0,0-1 0 0 0,9-22 0 0 0,6-8 490 0 0,-24 45-575 0 0,-2 5-63 0 0,1 9 11 0 0,0 0 1 0 0,-1 0-1 0 0,-1 0 0 0 0,0 0 0 0 0,-1-1 1 0 0,-3 13-1 0 0,1 1 9 0 0,-10 79 38 0 0,-32 169 96 0 0,37-235 52 0 0,-2 0 0 0 0,-1 0 0 0 0,-3-2 1 0 0,-36 70-1 0 0,46-96-56 0 0,-1-1 1 0 0,0 0 0 0 0,0 0 0 0 0,-1 0-1 0 0,0-1 1 0 0,-1 0 0 0 0,0 0-1 0 0,0-1 1 0 0,0 0 0 0 0,-1 0 0 0 0,0-1-1 0 0,-17 8 1 0 0,24-13-179 0 0,0-1-1 0 0,0 1 1 0 0,-1-1-1 0 0,1 0 1 0 0,0 1 0 0 0,0-1-1 0 0,-1 0 1 0 0,1-1-1 0 0,0 1 1 0 0,0 0 0 0 0,0 0-1 0 0,-1-1 1 0 0,1 0-1 0 0,0 1 1 0 0,0-1 0 0 0,0 0-1 0 0,0 0 1 0 0,0 0-1 0 0,0 0 1 0 0,0 0-1 0 0,0-1 1 0 0,1 1 0 0 0,-1-1-1 0 0,0 1 1 0 0,1-1-1 0 0,-1 1 1 0 0,1-1 0 0 0,0 0-1 0 0,-1 0 1 0 0,1 0-1 0 0,0 0 1 0 0,0 0 0 0 0,0 0-1 0 0,0 0 1 0 0,1 0-1 0 0,-1 0 1 0 0,0 0 0 0 0,1 0-1 0 0,0 0 1 0 0,-1-5-1 0 0,2 0-883 0 0,0 1 0 0 0,0-1-1 0 0,1 0 1 0 0,0 1-1 0 0,5-13 1 0 0,5-5-2893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13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11 1888 0 0,'6'-3'1273'0'0,"13"-4"2128"0"0,-18 7-3350 0 0,-1-1 1 0 0,0 1-1 0 0,1 0 0 0 0,-1 0 0 0 0,1 0 0 0 0,-1 0 1 0 0,1 0-1 0 0,-1 0 0 0 0,1 0 0 0 0,-1 0 0 0 0,1 1 1 0 0,-1-1-1 0 0,1 0 0 0 0,-1 0 0 0 0,0 0 1 0 0,1 0-1 0 0,-1 1 0 0 0,1-1 0 0 0,-1 0 0 0 0,0 0 1 0 0,1 1-1 0 0,-1-1 0 0 0,1 0 0 0 0,-1 1 0 0 0,0-1 1 0 0,0 0-1 0 0,1 1 0 0 0,-1-1 0 0 0,0 0 1 0 0,1 1-1 0 0,-1-1 0 0 0,0 1 0 0 0,0-1 0 0 0,0 0 1 0 0,0 1-1 0 0,1-1 0 0 0,-1 1 0 0 0,0 0 0 0 0,1 9 190 0 0,0-1 0 0 0,-1 1-1 0 0,-1 0 1 0 0,1 0 0 0 0,-1-1-1 0 0,-4 16 1 0 0,1-4-53 0 0,-17 60 302 0 0,-44 111 260 0 0,24-73-583 0 0,41-117-196 0 0,-8 31-603 0 0,7-32 458 0 0,1 0 0 0 0,0 0 0 0 0,0 0 0 0 0,0-1 0 0 0,0 1 0 0 0,0 0 0 0 0,0 0 0 0 0,1 0 0 0 0,-1-1 0 0 0,0 1 0 0 0,0 0 0 0 0,1 0 0 0 0,-1 0 0 0 0,0-1 0 0 0,1 1 0 0 0,-1 0 0 0 0,0-1 0 0 0,1 1 0 0 0,-1 0 0 0 0,1-1 0 0 0,0 1 0 0 0,-1 0 0 0 0,1-1 0 0 0,-1 1 0 0 0,1-1 0 0 0,0 1 0 0 0,-1-1 0 0 0,1 0 0 0 0,0 1 0 0 0,0-1 0 0 0,-1 0 0 0 0,1 1 0 0 0,1-1 0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13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1740 0 0,'9'-41'6849'0'0,"-9"39"-6343"0"0,9-17 789 0 0,1 15-1233 0 0,1 1 0 0 0,-1 1 0 0 0,1 0 0 0 0,0 0-1 0 0,0 1 1 0 0,0 0 0 0 0,0 1 0 0 0,18 2 0 0 0,-2 1-53 0 0,0 1 0 0 0,37 11 0 0 0,-61-14-3 0 0,0 0 0 0 0,-1-1-1 0 0,1 1 1 0 0,0 1 0 0 0,-1-1 0 0 0,1 0-1 0 0,-1 1 1 0 0,1-1 0 0 0,-1 1-1 0 0,1 0 1 0 0,-1 0 0 0 0,0 0 0 0 0,0 0-1 0 0,0 0 1 0 0,0 0 0 0 0,-1 1-1 0 0,1-1 1 0 0,-1 1 0 0 0,1-1-1 0 0,-1 1 1 0 0,0-1 0 0 0,2 6 0 0 0,-2-3 0 0 0,0 0 0 0 0,-1 1 0 0 0,1-1 1 0 0,-1 1-1 0 0,0-1 0 0 0,-1 1 0 0 0,1-1 0 0 0,-1 1 1 0 0,0-1-1 0 0,0 1 0 0 0,-4 6 0 0 0,-8 22 92 0 0,-2 0 0 0 0,-2-2-1 0 0,-29 45 1 0 0,-18 32 363 0 0,61-104-404 0 0,1 0 1 0 0,0 0-1 0 0,0 0 0 0 0,0 0 1 0 0,1 0-1 0 0,-2 7 1 0 0,3-11-38 0 0,0 1 1 0 0,0-1-1 0 0,0 0 1 0 0,0 0-1 0 0,0 0 0 0 0,1 0 1 0 0,-1 0-1 0 0,0 0 1 0 0,0 0-1 0 0,1 0 1 0 0,-1 0-1 0 0,0-1 1 0 0,1 1-1 0 0,-1 0 1 0 0,1 0-1 0 0,-1 0 1 0 0,1 0-1 0 0,0 0 1 0 0,-1-1-1 0 0,1 1 1 0 0,0 0-1 0 0,0 0 1 0 0,-1-1-1 0 0,1 1 1 0 0,0-1-1 0 0,0 1 1 0 0,0-1-1 0 0,0 1 1 0 0,0-1-1 0 0,0 1 1 0 0,0-1-1 0 0,0 0 1 0 0,0 1-1 0 0,0-1 1 0 0,0 0-1 0 0,0 0 1 0 0,0 0-1 0 0,0 0 1 0 0,0 0-1 0 0,1 0 1 0 0,15 0 9 0 0,1 0 0 0 0,-1-2 0 0 0,0 0 0 0 0,0-1 0 0 0,0 0 0 0 0,0-1 0 0 0,29-12 0 0 0,-21 5-1355 0 0,0-1 1 0 0,-1 0 0 0 0,0-2 0 0 0,25-20 0 0 0,-16 8-3165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14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41 1368 0 0,'-24'-41'7381'0'0,"24"43"-7056"0"0,4 10-142 0 0,-1 0 0 0 0,1 0 0 0 0,1-1 0 0 0,0 0-1 0 0,1 0 1 0 0,8 12 0 0 0,4 9 15 0 0,18 41 143 0 0,-4 1 0 0 0,-2 2-1 0 0,21 87 1 0 0,-37-103-186 0 0,-2 0 0 0 0,-4 0 0 0 0,-1 0 0 0 0,-4 113 1 0 0,-8-96-275 0 0,-3-1 1 0 0,-4 0-1 0 0,-3-1 1 0 0,-3 0-1 0 0,-3-1 1 0 0,-4-2-1 0 0,-3 0 1 0 0,-2-2-1 0 0,-56 91 1 0 0,49-101-1027 0 0,-2-2 1 0 0,-3-2 0 0 0,-3-1 0 0 0,-71 68 0 0 0,42-58-2237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18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1008 0 0,'0'0'2392'0'0,"9"5"-1752"0"0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19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0 772 0 0,'0'0'6303'0'0,"6"5"-6106"0"0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21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0 528 0 0,'0'0'676'0'0,"6"9"-8"0"0,4 1-564 0 0,4-3-804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24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1 788 0 0,'1'10'4056'0'0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25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 1368 0 0,'0'0'1404'0'0,"-9"5"-532"0"0,-1-1-2012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26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1 112 0 0,'0'0'1736'0'0,"12"5"-708"0"0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27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1 420 0 0,'0'0'4467'0'0,"-9"9"-640"0"0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29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212 432 1036 0 0,'-4'-10'7639'0'0,"-5"-8"-3091"0"0,8 18-4499 0 0,1 0 0 0 0,0 0 0 0 0,0 0 0 0 0,-1 0 0 0 0,1 0 0 0 0,0-1 0 0 0,0 1 0 0 0,0 0 0 0 0,-1 0 0 0 0,1 0 0 0 0,0-1 0 0 0,0 1 0 0 0,0 0 0 0 0,0 0 0 0 0,0-1-1 0 0,-1 1 1 0 0,1 0 0 0 0,0 0 0 0 0,0-1 0 0 0,0 1 0 0 0,0 0 0 0 0,0 0 0 0 0,0-1 0 0 0,0 1 0 0 0,0 0 0 0 0,0 0 0 0 0,0-1 0 0 0,0 1 0 0 0,0 0 0 0 0,0-1 0 0 0,0 1 0 0 0,0 0 0 0 0,30-16-19 0 0,0-1 1 0 0,-2-1 0 0 0,0-1-1 0 0,-1-2 1 0 0,-1-1 0 0 0,25-26-1 0 0,-43 41-23 0 0,-1-1-1 0 0,0 0 0 0 0,0 0 0 0 0,-1-1 0 0 0,0 1 1 0 0,0-1-1 0 0,4-13 0 0 0,-8 18-7 0 0,-1 0 1 0 0,1 0-1 0 0,-1 0 0 0 0,-1-1 0 0 0,1 1 1 0 0,-1-1-1 0 0,1 1 0 0 0,-1 0 0 0 0,0-1 1 0 0,-1 1-1 0 0,1-1 0 0 0,-1 1 0 0 0,0 0 1 0 0,0-1-1 0 0,0 1 0 0 0,-1 0 0 0 0,1 0 1 0 0,-1 0-1 0 0,0 0 0 0 0,-4-6 0 0 0,5 7 2 0 0,1 3-1 0 0,0-1 0 0 0,-1 0 0 0 0,1 0 0 0 0,0 0 0 0 0,-1 0 0 0 0,1 0 0 0 0,-1 0 0 0 0,1 1 0 0 0,-1-1 0 0 0,0 0 1 0 0,1 0-1 0 0,-1 1 0 0 0,0-1 0 0 0,1 0 0 0 0,-1 1 0 0 0,0-1 0 0 0,0 1 0 0 0,1-1 0 0 0,-1 1 0 0 0,0-1 0 0 0,-1 1 0 0 0,1-1-2 0 0,0 0 0 0 0,0 0 0 0 0,-1 0 0 0 0,1 1 0 0 0,0-1-1 0 0,0 1 1 0 0,0-1 0 0 0,-1 1 0 0 0,1-1 0 0 0,0 1 0 0 0,-1 0 0 0 0,1-1-1 0 0,0 1 1 0 0,-1 0 0 0 0,1 0 0 0 0,0 0 0 0 0,-1 0 0 0 0,1 0-1 0 0,0 0 1 0 0,-1 1 0 0 0,1-1 0 0 0,-3 1 0 0 0,2 0-2 0 0,0 1 1 0 0,-1-1 0 0 0,1 1-1 0 0,0-1 1 0 0,0 1 0 0 0,0 0-1 0 0,1 0 1 0 0,-1 0 0 0 0,0 0-1 0 0,1 0 1 0 0,-3 2 0 0 0,-1 6-3 0 0,0-1 1 0 0,1 1-1 0 0,-1 0 1 0 0,-4 20 0 0 0,-7 48 120 0 0,3 1 1 0 0,-2 95 0 0 0,-3 22 46 0 0,13-167-133 0 0,-1 0 0 0 0,-1 0 0 0 0,-18 45 0 0 0,18-57-15 0 0,-1 0 1 0 0,0 0-1 0 0,-1-1 0 0 0,-1-1 1 0 0,0 0-1 0 0,-1 0 0 0 0,-14 13 1 0 0,22-25-14 0 0,0 0 0 0 0,0 0 0 0 0,0-1 0 0 0,0 1 0 0 0,0-1 0 0 0,-1 0 1 0 0,1 0-1 0 0,-1 0 0 0 0,1 0 0 0 0,-1-1 0 0 0,0 1 0 0 0,0-1 0 0 0,0 0 0 0 0,1 0 1 0 0,-1-1-1 0 0,0 1 0 0 0,0-1 0 0 0,0 0 0 0 0,0 0 0 0 0,0 0 0 0 0,0 0 0 0 0,0-1 0 0 0,0 0 1 0 0,0 1-1 0 0,0-2 0 0 0,-6-1 0 0 0,6 1 0 0 0,-1-1 0 0 0,1 1 0 0 0,0-1 1 0 0,1 0-1 0 0,-1 0 0 0 0,0 0 0 0 0,1 0 0 0 0,0-1 0 0 0,-1 1 0 0 0,1-1 1 0 0,1 0-1 0 0,-1 0 0 0 0,1 0 0 0 0,-1 0 0 0 0,1 0 0 0 0,0-1 0 0 0,1 1 1 0 0,-1-1-1 0 0,1 1 0 0 0,0-1 0 0 0,-2-9 0 0 0,3 6 3 0 0,0 1 0 0 0,0-1 0 0 0,1 0 0 0 0,-1 0 0 0 0,2 0 0 0 0,-1 0 0 0 0,1 1-1 0 0,0-1 1 0 0,1 1 0 0 0,0-1 0 0 0,0 1 0 0 0,1 0 0 0 0,-1 0 0 0 0,2 0 0 0 0,-1 1 0 0 0,1 0 0 0 0,0-1 0 0 0,0 1 0 0 0,0 1 0 0 0,1-1-1 0 0,0 1 1 0 0,9-6 0 0 0,-9 7 0 0 0,0-1 0 0 0,1 1 0 0 0,0 0 0 0 0,0 1 1 0 0,0 0-1 0 0,1 0 0 0 0,-1 1 0 0 0,1-1 0 0 0,-1 1 0 0 0,1 1 0 0 0,0 0 0 0 0,0 0 0 0 0,0 1 0 0 0,0-1 0 0 0,-1 2 0 0 0,1-1 0 0 0,0 1 0 0 0,0 0 0 0 0,0 1 0 0 0,-1 0 0 0 0,1 0 0 0 0,9 5 0 0 0,4 4-3 0 0,-1 1-1 0 0,33 26 0 0 0,13 8 29 0 0,-59-42-24 0 0,-1-1 0 0 0,1 0-1 0 0,0 0 1 0 0,0 0 0 0 0,0-1 0 0 0,1 0 0 0 0,-1-1 0 0 0,0 1 0 0 0,1-2 0 0 0,-1 1 0 0 0,14-1 0 0 0,-9-1 0 0 0,-1-1 0 0 0,1 0 0 0 0,0 0 0 0 0,0-1 0 0 0,-1-1 1 0 0,20-9-1 0 0,-9 2-7 0 0,1-2 1 0 0,-1-1 0 0 0,-1-1-1 0 0,-1-1 1 0 0,0 0 0 0 0,21-23-1 0 0,-22 18-36 0 0,-1 0 1 0 0,-1-2-1 0 0,22-35 0 0 0,-32 44 24 0 0,1 1 1 0 0,-2-1-1 0 0,0 0 0 0 0,-1 0 1 0 0,0-1-1 0 0,-1 0 0 0 0,0 0 1 0 0,1-16-1 0 0,-6 3-23 0 0,1 26 36 0 0,-1 1-1 0 0,1 0 1 0 0,0 0-1 0 0,0 0 1 0 0,-1 0 0 0 0,1 0-1 0 0,-1 0 1 0 0,1 0 0 0 0,-1 0-1 0 0,1 0 1 0 0,-1 0 0 0 0,0 0-1 0 0,1 0 1 0 0,-1 0-1 0 0,0 1 1 0 0,0-1 0 0 0,0 0-1 0 0,0 0 1 0 0,0 1 0 0 0,1-1-1 0 0,-3 0 1 0 0,2 1 2 0 0,0 0 0 0 0,0 0-1 0 0,0 0 1 0 0,0 0 0 0 0,0 0 0 0 0,0 0 0 0 0,0 0 0 0 0,0 0 0 0 0,0 0 0 0 0,0 1-1 0 0,0-1 1 0 0,0 0 0 0 0,0 1 0 0 0,0-1 0 0 0,0 1 0 0 0,0-1 0 0 0,0 1 0 0 0,0 0-1 0 0,0-1 1 0 0,1 1 0 0 0,-1 0 0 0 0,-1 1 0 0 0,-18 20 57 0 0,16-17-37 0 0,-8 12 43 0 0,0 1 0 0 0,0 0 0 0 0,2 0 0 0 0,-16 39 0 0 0,12-17 21 0 0,-15 63 0 0 0,24-84-67 0 0,1 2 0 0 0,2-1 0 0 0,0 0 0 0 0,1 1 0 0 0,2 37 0 0 0,0-51-14 0 0,0 0 1 0 0,1 0-1 0 0,0-1 1 0 0,0 1 0 0 0,0 0-1 0 0,1-1 1 0 0,0 0-1 0 0,0 0 1 0 0,5 7-1 0 0,-6-9 2 0 0,1-1-1 0 0,1 1 0 0 0,-1-1 1 0 0,0 0-1 0 0,1 0 1 0 0,-1 0-1 0 0,1 0 0 0 0,0-1 1 0 0,0 1-1 0 0,0-1 1 0 0,1 0-1 0 0,-1 0 0 0 0,0-1 1 0 0,9 3-1 0 0,-6-3 1 0 0,-1-1-1 0 0,1 1 1 0 0,0-1-1 0 0,-1 0 1 0 0,1-1-1 0 0,0 0 1 0 0,-1 0 0 0 0,1 0-1 0 0,-1-1 1 0 0,8-2-1 0 0,5-3 10 0 0,-1-1 0 0 0,20-11 0 0 0,-9 2-10 0 0,0-1 0 0 0,-2-1 0 0 0,0-2 0 0 0,-1-1 0 0 0,-1-1 0 0 0,-1-1 0 0 0,-1-1 1 0 0,25-36-1 0 0,-26 29-27 0 0,-2-2 0 0 0,0 0 0 0 0,-3-2 0 0 0,-1 0 0 0 0,-2 0 0 0 0,19-72 0 0 0,-22 57-16 0 0,6-54 1 0 0,-15 83 110 0 0,0 0 0 0 0,-2 0 1 0 0,-1 0-1 0 0,0 0 0 0 0,-7-28 1 0 0,7 46 33 0 0,0-1 0 0 0,0 0 0 0 0,-1 1 0 0 0,0-1 0 0 0,0 1 0 0 0,0-1 1 0 0,-5-4-1 0 0,7 8-80 0 0,-1 1 1 0 0,1-1-1 0 0,-1 1 1 0 0,0 0-1 0 0,1-1 1 0 0,-1 1-1 0 0,0 0 1 0 0,0 0-1 0 0,1 0 1 0 0,-1-1 0 0 0,0 1-1 0 0,1 0 1 0 0,-1 0-1 0 0,0 0 1 0 0,0 0-1 0 0,1 0 1 0 0,-1 1-1 0 0,0-1 1 0 0,0 0-1 0 0,1 0 1 0 0,-1 0-1 0 0,0 0 1 0 0,1 1 0 0 0,-1-1-1 0 0,0 0 1 0 0,1 1-1 0 0,-1-1 1 0 0,1 1-1 0 0,-1-1 1 0 0,0 1-1 0 0,1-1 1 0 0,-1 1-1 0 0,1-1 1 0 0,-1 1-1 0 0,0 0 1 0 0,-18 20 603 0 0,10-7-325 0 0,1 0-1 0 0,1 0 0 0 0,0 1 0 0 0,1 0 1 0 0,1 0-1 0 0,0 1 0 0 0,-2 18 0 0 0,-2 15 573 0 0,-1 51-1 0 0,7-50-603 0 0,1 0 0 0 0,3 0 1 0 0,2 0-1 0 0,3-1 0 0 0,1 1 0 0 0,3-1 1 0 0,19 60-1 0 0,-26-102-264 0 0,-1 0 1 0 0,1 0-1 0 0,1 0 0 0 0,-1-1 0 0 0,1 1 1 0 0,0-1-1 0 0,1 0 0 0 0,-1 0 0 0 0,1 0 1 0 0,9 7-1 0 0,-11-10-29 0 0,1-1-1 0 0,0 1 1 0 0,0-1 0 0 0,0 1 0 0 0,1-1-1 0 0,-1-1 1 0 0,0 1 0 0 0,1 0 0 0 0,-1-1-1 0 0,1 0 1 0 0,0 0 0 0 0,-1 0 0 0 0,1-1-1 0 0,0 0 1 0 0,-1 0 0 0 0,1 0 0 0 0,0 0 0 0 0,4-1-1 0 0,6-3-533 0 0,0 1-1 0 0,0-2 1 0 0,-1 0-1 0 0,0 0 1 0 0,0-1-1 0 0,0-1 0 0 0,-1-1 1 0 0,17-11-1 0 0,-16 9-1427 0 0,-1-1 0 0 0,0 0 0 0 0,-1-1 0 0 0,12-14-1 0 0,1-8-6254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30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136 217 2584 0 0,'-134'63'13421'0'0,"133"-62"-12801"0"0,4-2-463 0 0,1 1-1 0 0,0-1 1 0 0,-1 0 0 0 0,1-1 0 0 0,-1 1 0 0 0,7-4-1 0 0,4-1 51 0 0,272-105-31 0 0,-135 54-3062 0 0,0-2-3777 0 0,-65 23 511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36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84 16 0 0,'-6'-5'1118'0'0,"2"0"0"0"0,-1 0 0 0 0,1-1 0 0 0,-1 1 1 0 0,2-1-1 0 0,-1 0 0 0 0,-4-11 0 0 0,7 15-762 0 0,0-2 6 0 0,1 4-339 0 0,-1-1-1 0 0,1 1 0 0 0,0-1 0 0 0,-1 1 1 0 0,1-1-1 0 0,0 1 0 0 0,0-1 0 0 0,0 0 1 0 0,0 1-1 0 0,-1-1 0 0 0,1 1 0 0 0,0-1 0 0 0,0 1 1 0 0,0-1-1 0 0,0 0 0 0 0,0 1 0 0 0,0-1 1 0 0,0 1-1 0 0,1-1 0 0 0,-1 1 0 0 0,0-1 1 0 0,0 0-1 0 0,0 1 0 0 0,1-1 0 0 0,-1 1 1 0 0,0-1-1 0 0,0 1 0 0 0,1-1 0 0 0,-1 1 0 0 0,0 0 1 0 0,1-1-1 0 0,1 0-10 0 0,-1 0 0 0 0,1 0 0 0 0,0 1 1 0 0,-1-1-1 0 0,1 1 0 0 0,0 0 0 0 0,-1-1 0 0 0,1 1 1 0 0,0 0-1 0 0,0 0 0 0 0,-1 0 0 0 0,1 0 0 0 0,0 0 0 0 0,0 0 1 0 0,-1 1-1 0 0,1-1 0 0 0,2 1 0 0 0,0 1-2 0 0,1 0 0 0 0,-1 0 0 0 0,1 0-1 0 0,-1 1 1 0 0,0-1 0 0 0,4 4 0 0 0,3 4 16 0 0,0 0 0 0 0,-1 0 0 0 0,13 16 0 0 0,-16-17 57 0 0,-1 1 1 0 0,0-1-1 0 0,0 1 1 0 0,-1 0-1 0 0,0 1 1 0 0,-1-1-1 0 0,0 1 1 0 0,-1 0-1 0 0,4 21 1 0 0,-5-16-46 0 0,-1 0 1 0 0,0 1-1 0 0,-1-1 1 0 0,-1 0-1 0 0,-1 1 0 0 0,-4 19 1 0 0,-2-3 43 0 0,-2-1 0 0 0,-1 0 0 0 0,-2-1 0 0 0,-1 0 0 0 0,-1-1 0 0 0,-20 30-1 0 0,-20 16 1547 0 0,55-76-1616 0 0,0 0-1 0 0,0 0 1 0 0,0-1-1 0 0,0 1 1 0 0,0 0 0 0 0,0 0-1 0 0,0 0 1 0 0,0-1 0 0 0,0 1-1 0 0,0 0 1 0 0,0 0-1 0 0,0 0 1 0 0,0 0 0 0 0,0-1-1 0 0,0 1 1 0 0,0 0 0 0 0,0 0-1 0 0,-1 0 1 0 0,1 0-1 0 0,0 0 1 0 0,0-1 0 0 0,0 1-1 0 0,0 0 1 0 0,0 0-1 0 0,-1 0 1 0 0,1 0 0 0 0,0 0-1 0 0,0 0 1 0 0,0 0 0 0 0,0 0-1 0 0,-1 0 1 0 0,1-1-1 0 0,0 1 1 0 0,0 0 0 0 0,0 0-1 0 0,-1 0 1 0 0,1 0 0 0 0,0 0-1 0 0,0 0 1 0 0,0 0-1 0 0,-1 0 1 0 0,1 0 0 0 0,0 0-1 0 0,0 1 1 0 0,0-1 0 0 0,0 0-1 0 0,-1 0 1 0 0,1 0-1 0 0,0 0 1 0 0,0 0 0 0 0,0 0-1 0 0,0 0 1 0 0,-1 0-1 0 0,1 0 1 0 0,0 1 0 0 0,0-1-1 0 0,0 0 1 0 0,0 0 0 0 0,0 0-1 0 0,0 0 1 0 0,-1 1-1 0 0,2-19 26 0 0,8-11 5 0 0,2 0-1 0 0,1 0 1 0 0,1 1 0 0 0,32-50 0 0 0,-19 33-39 0 0,102-161-230 0 0,-127 204 199 0 0,-4 20 83 0 0,-11 18-58 0 0,2 1 0 0 0,1 1 1 0 0,-7 51-1 0 0,16-79 9 0 0,1 0-1 0 0,0 0 1 0 0,0 0 0 0 0,1 1 0 0 0,1-1-1 0 0,-1 0 1 0 0,2 0 0 0 0,-1 0-1 0 0,7 18 1 0 0,-7-23-82 0 0,1 0-1 0 0,0-1 1 0 0,1 1-1 0 0,-1-1 1 0 0,1 1-1 0 0,0-1 1 0 0,0 0-1 0 0,0 0 1 0 0,0-1-1 0 0,1 1 1 0 0,-1-1-1 0 0,1 1 1 0 0,0-1-1 0 0,0 0 1 0 0,1 0-1 0 0,-1-1 1 0 0,0 0-1 0 0,1 1 1 0 0,0-1 0 0 0,-1-1-1 0 0,9 3 1 0 0,-1-2-764 0 0,-1 0 1 0 0,1 0 0 0 0,-1-1 0 0 0,1-1 0 0 0,-1 0-1 0 0,1 0 1 0 0,0-2 0 0 0,20-4 0 0 0,-2-2-2425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37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11 1856 0 0,'-50'-3'5541'0'0,"47"3"-5102"0"0,2 0-345 0 0,0 0-1 0 0,1 0 1 0 0,-1 1-1 0 0,0-1 1 0 0,0 1-1 0 0,1-1 1 0 0,-1 1-1 0 0,0-1 1 0 0,0 1-1 0 0,1-1 1 0 0,-1 1-1 0 0,1 0 1 0 0,-1-1-1 0 0,0 2 1 0 0,2-1-77 0 0,-1 1 1 0 0,1-1-1 0 0,0 0 0 0 0,0 0 1 0 0,0 0-1 0 0,1 1 1 0 0,-1-1-1 0 0,0 0 0 0 0,0-1 1 0 0,1 1-1 0 0,-1 0 0 0 0,0 0 1 0 0,1 0-1 0 0,-1-1 1 0 0,1 1-1 0 0,-1-1 0 0 0,1 1 1 0 0,-1-1-1 0 0,1 0 0 0 0,-1 1 1 0 0,1-1-1 0 0,2 0 1 0 0,43 0 88 0 0,-37 0-95 0 0,97-10-1044 0 0,-37-6-3244 0 0,-48 9 2235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37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0 1832 0 0,'0'0'1436'0'0,"-4"0"-234"0"0,2 0-980 0 0,-1 0 0 0 0,0 1 0 0 0,1-1 1 0 0,-1 0-1 0 0,1 1 0 0 0,-1 0 0 0 0,1-1 0 0 0,0 1 0 0 0,-1 0 0 0 0,1 1 0 0 0,0-1 0 0 0,-1 0 0 0 0,1 0 0 0 0,0 1 0 0 0,0 0 0 0 0,0-1 0 0 0,0 1 0 0 0,-2 3 0 0 0,1-1 8 0 0,-1 1 0 0 0,1 0 0 0 0,0 0 0 0 0,1 0 0 0 0,-1 0 0 0 0,1 0 0 0 0,0 1 0 0 0,-1 5 0 0 0,-1 7-11 0 0,1 0 0 0 0,1 0 0 0 0,0 1 0 0 0,2 26 0 0 0,1-15-376 0 0,2 0-1 0 0,1 0 0 0 0,1 0 0 0 0,1 0 1 0 0,2-1-1 0 0,1 0 0 0 0,20 42 0 0 0,-27-66-400 0 0,1 0-1 0 0,0 0 0 0 0,0 0 0 0 0,1 0 1 0 0,-1 0-1 0 0,1-1 0 0 0,0 0 1 0 0,0 0-1 0 0,7 6 0 0 0,1-4-2042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37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59 2028 0 0,'17'-58'8762'0'0,"-16"60"-8680"0"0,0 0 1 0 0,-1 0-1 0 0,1 0 1 0 0,-1 0 0 0 0,1 0-1 0 0,-1 0 1 0 0,0 0 0 0 0,0 0-1 0 0,0 0 1 0 0,0 4-1 0 0,4 112 693 0 0,-2-105-700 0 0,0 0-1 0 0,0 0 1 0 0,1 0-1 0 0,1 0 1 0 0,0-1-1 0 0,11 23 1 0 0,-15-34-31 0 0,1-1 1 0 0,-1 1 0 0 0,0 0 0 0 0,1 0 0 0 0,-1 0 0 0 0,1 0 0 0 0,0-1 0 0 0,-1 1-1 0 0,1 0 1 0 0,-1 0 0 0 0,1-1 0 0 0,0 1 0 0 0,0-1 0 0 0,-1 1 0 0 0,1 0 0 0 0,0-1-1 0 0,0 1 1 0 0,0-1 0 0 0,0 0 0 0 0,0 1 0 0 0,0-1 0 0 0,-1 0 0 0 0,1 0 0 0 0,0 1-1 0 0,0-1 1 0 0,0 0 0 0 0,0 0 0 0 0,0 0 0 0 0,2 0 0 0 0,-2-1-21 0 0,1 0 1 0 0,0 0-1 0 0,0 0 0 0 0,-1 0 1 0 0,1 0-1 0 0,-1 0 0 0 0,1 0 1 0 0,-1-1-1 0 0,1 1 0 0 0,-1 0 1 0 0,0-1-1 0 0,1 1 1 0 0,-1-1-1 0 0,0 0 0 0 0,1-1 1 0 0,20-45 386 0 0,-17 37-159 0 0,0-1 0 0 0,10-15-1 0 0,-14 25-206 0 0,0 19 14 0 0,-1 16-38 0 0,-2-1 0 0 0,-1 0 1 0 0,-10 45-1 0 0,5-35-4 0 0,-12 66 78 0 0,-43 137 0 0 0,43-187 87 0 0,-2-1 1 0 0,-2-1-1 0 0,-62 101 1 0 0,85-154-169 0 0,-35 47 464 0 0,33-47-425 0 0,0 1 0 0 0,0-1 0 0 0,-1 0 0 0 0,1 0 0 0 0,-1-1 0 0 0,0 1 1 0 0,0-1-1 0 0,0 1 0 0 0,0-1 0 0 0,-8 3 0 0 0,10-5-55 0 0,1 0 0 0 0,0 1-1 0 0,-1-1 1 0 0,1 0 0 0 0,-1 0 0 0 0,1 0 0 0 0,-1 0-1 0 0,1 0 1 0 0,0-1 0 0 0,-1 1 0 0 0,1 0 0 0 0,-1-1-1 0 0,1 1 1 0 0,0 0 0 0 0,-1-1 0 0 0,1 0 0 0 0,0 1-1 0 0,0-1 1 0 0,-1 0 0 0 0,1 0 0 0 0,0 0 0 0 0,0 0-1 0 0,0 0 1 0 0,0 0 0 0 0,0 0 0 0 0,0 0 0 0 0,0 0-1 0 0,0 0 1 0 0,1 0 0 0 0,-1-1 0 0 0,0 1 0 0 0,1 0-1 0 0,-1-1 1 0 0,0-1 0 0 0,-2-4-281 0 0,1 0 0 0 0,0 0 0 0 0,1-1 1 0 0,0 1-1 0 0,-1-9 0 0 0,2-2-816 0 0,1 0 0 0 0,0-1 0 0 0,2 1 0 0 0,0 0 0 0 0,0 0 0 0 0,2 1 0 0 0,1-1 1 0 0,8-20-1 0 0,2 1-2932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37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1156 0 0,'2'0'5179'0'0,"74"-2"253"0"0,6 0-5343 0 0,-50-1-877 0 0,0-2 0 0 0,0-2 0 0 0,-1-1 1 0 0,37-14-1 0 0,-48 13-1656 0 0,-3-2-625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38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6 2700 0 0,'-13'-3'3187'0'0,"-3"0"165"0"0,13 5-3201 0 0,1 1 1 0 0,0-1-1 0 0,0 0 1 0 0,0 1 0 0 0,0-1-1 0 0,0 1 1 0 0,0 0-1 0 0,1 0 1 0 0,-1 0-1 0 0,1-1 1 0 0,0 1-1 0 0,-1 1 1 0 0,2-1-1 0 0,-1 0 1 0 0,0 0 0 0 0,1 0-1 0 0,-1 5 1 0 0,-1 12 474 0 0,0 30-1 0 0,2-43-528 0 0,4 261 1037 0 0,1-154-5672 0 0,-4-100 1386 0 0,1-3-1203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38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9 111 172 0 0,'-2'-17'3837'0'0,"-4"-36"3241"0"0,6 52-7043 0 0,0 0-1 0 0,0 0 1 0 0,0 0-1 0 0,1 0 1 0 0,-1 1-1 0 0,0-1 1 0 0,0 0-1 0 0,1 0 1 0 0,-1 1-1 0 0,1-1 1 0 0,-1 0-1 0 0,1 1 1 0 0,-1-1 0 0 0,1 0-1 0 0,-1 1 1 0 0,1-1-1 0 0,0 1 1 0 0,-1-1-1 0 0,1 1 1 0 0,0-1-1 0 0,-1 1 1 0 0,1-1-1 0 0,1 0 1 0 0,19-6 205 0 0,-20 7-224 0 0,31-6 104 0 0,0 1 0 0 0,0 2 1 0 0,51 1-1 0 0,-82 2-122 0 0,0 0 1 0 0,1 0-1 0 0,-1 0 0 0 0,0 0 0 0 0,0 0 1 0 0,0 0-1 0 0,0 0 0 0 0,0 1 0 0 0,0-1 0 0 0,0 0 1 0 0,0 1-1 0 0,0-1 0 0 0,0 0 0 0 0,0 1 1 0 0,0-1-1 0 0,0 1 0 0 0,0 0 0 0 0,0-1 1 0 0,0 1-1 0 0,-1 0 0 0 0,1-1 0 0 0,0 1 0 0 0,0 0 1 0 0,-1 0-1 0 0,1 0 0 0 0,0 0 0 0 0,-1 0 1 0 0,1 0-1 0 0,-1 0 0 0 0,0 0 0 0 0,1 0 1 0 0,-1 0-1 0 0,1 0 0 0 0,-1 0 0 0 0,0 0 0 0 0,0 0 1 0 0,0 0-1 0 0,0 0 0 0 0,0 0 0 0 0,0 0 1 0 0,0 0-1 0 0,0 0 0 0 0,0 1 0 0 0,0-1 1 0 0,-1 0-1 0 0,1 0 0 0 0,0 0 0 0 0,-1 1 0 0 0,-2 6-2 0 0,0 0 0 0 0,0 0 0 0 0,0-1 0 0 0,-8 12 0 0 0,-39 61 42 0 0,21-36 102 0 0,3 0-1 0 0,-39 88 1 0 0,63-127-105 0 0,0 1 0 0 0,0-1 0 0 0,1 0 0 0 0,0 0 0 0 0,0 1 0 0 0,0-1-1 0 0,1 1 1 0 0,-1-1 0 0 0,2 9 0 0 0,-1-12-12 0 0,1 1-1 0 0,0-1 0 0 0,-1 1 1 0 0,1-1-1 0 0,0 0 1 0 0,0 1-1 0 0,0-1 0 0 0,1 0 1 0 0,-1 0-1 0 0,1 0 1 0 0,-1 0-1 0 0,1 0 0 0 0,-1 0 1 0 0,1 0-1 0 0,0 0 0 0 0,0-1 1 0 0,0 1-1 0 0,0-1 1 0 0,0 1-1 0 0,0-1 0 0 0,1 0 1 0 0,2 1-1 0 0,8 3-78 0 0,-1-1-1 0 0,1 0 1 0 0,0-1-1 0 0,0-1 0 0 0,0 0 1 0 0,0-1-1 0 0,0 0 1 0 0,16-2-1 0 0,-1 0-2162 0 0,1-3 1 0 0,47-11-1 0 0,-36 4-2079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38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57 1700 0 0,'-41'-20'8847'0'0,"39"19"-8364"0"0,-6-5 863 0 0,26 2-1207 0 0,-1 0-1 0 0,0 1 0 0 0,31-1 0 0 0,12-2-1000 0 0,-4-1-2497 0 0,-43 5 671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38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 1464 0 0,'-16'13'2038'0'0,"1"0"1"0"0,1 2-1 0 0,-13 15 1 0 0,27-29-2011 0 0,-1-1 0 0 0,1 1 0 0 0,-1 0 1 0 0,1-1-1 0 0,-1 1 0 0 0,1 0 1 0 0,0-1-1 0 0,-1 1 0 0 0,1 0 0 0 0,0 0 1 0 0,0 0-1 0 0,-1-1 0 0 0,1 1 1 0 0,0 0-1 0 0,0 0 0 0 0,0 0 0 0 0,0 0 1 0 0,0-1-1 0 0,0 1 0 0 0,0 0 1 0 0,0 0-1 0 0,0 0 0 0 0,1 0 1 0 0,-1-1-1 0 0,0 1 0 0 0,0 0 0 0 0,1 0 1 0 0,-1-1-1 0 0,0 1 0 0 0,1 0 1 0 0,-1 0-1 0 0,1-1 0 0 0,-1 1 0 0 0,1 0 1 0 0,0-1-1 0 0,-1 1 0 0 0,1-1 1 0 0,-1 1-1 0 0,1-1 0 0 0,0 1 0 0 0,0-1 1 0 0,-1 1-1 0 0,1-1 0 0 0,0 0 1 0 0,1 1-1 0 0,3 1 15 0 0,-1 0 0 0 0,1-1 0 0 0,0 1 0 0 0,0-1-1 0 0,9 1 1 0 0,5 0-491 0 0,1-2 0 0 0,32-2 0 0 0,7-8-3577 0 0,-26 1 622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39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429 59 328 0 0,'-3'-23'8808'0'0,"3"23"-8762"0"0,0 0 0 0 0,0-1 0 0 0,0 1-1 0 0,0-1 1 0 0,0 1 0 0 0,-1-1 0 0 0,1 1 0 0 0,0 0 0 0 0,0-1-1 0 0,-1 1 1 0 0,1 0 0 0 0,0-1 0 0 0,-1 1 0 0 0,1 0-1 0 0,0-1 1 0 0,-1 1 0 0 0,1 0 0 0 0,-1 0 0 0 0,1-1 0 0 0,0 1-1 0 0,-1 0 1 0 0,1 0 0 0 0,-1 0 0 0 0,1 0 0 0 0,-1-1 0 0 0,1 1-1 0 0,0 0 1 0 0,-1 0 0 0 0,1 0 0 0 0,-1 0 0 0 0,1 0-1 0 0,-1 0 1 0 0,1 0 0 0 0,-1 0 0 0 0,1 0 0 0 0,-1 0 0 0 0,1 1-1 0 0,-24 11 712 0 0,-18 24-203 0 0,28-22-447 0 0,1 1-1 0 0,0 0 1 0 0,1 2-1 0 0,1-1 0 0 0,1 1 1 0 0,0 1-1 0 0,1-1 1 0 0,1 2-1 0 0,1-1 0 0 0,0 1 1 0 0,-6 34-1 0 0,12-46-63 0 0,0 0 0 0 0,1 0 0 0 0,0 0 0 0 0,0 0 0 0 0,1 0 0 0 0,0 0-1 0 0,0 0 1 0 0,0 0 0 0 0,1 0 0 0 0,0 0 0 0 0,0-1 0 0 0,1 1 0 0 0,0-1 0 0 0,6 10-1 0 0,-7-13 34 0 0,1 1 0 0 0,0-1 0 0 0,0 0-1 0 0,0 0 1 0 0,0 0 0 0 0,0 0 0 0 0,1-1 0 0 0,-1 1-1 0 0,1-1 1 0 0,0 0 0 0 0,-1 0 0 0 0,1 0-1 0 0,0-1 1 0 0,0 1 0 0 0,0-1 0 0 0,1 0-1 0 0,-1 0 1 0 0,0 0 0 0 0,0-1 0 0 0,0 0-1 0 0,1 0 1 0 0,-1 0 0 0 0,0 0 0 0 0,1 0-1 0 0,4-2 1 0 0,0 0 19 0 0,0-1 0 0 0,0 0-1 0 0,-1 0 1 0 0,1-1 0 0 0,-1 0-1 0 0,0 0 1 0 0,0-1 0 0 0,0 0-1 0 0,-1-1 1 0 0,1 0 0 0 0,-1 0-1 0 0,-1 0 1 0 0,1-1 0 0 0,-1 0-1 0 0,0 0 1 0 0,-1-1 0 0 0,8-12-1 0 0,-4 5 109 0 0,-1-1 0 0 0,0 0-1 0 0,-1-1 1 0 0,-1 0-1 0 0,0 0 1 0 0,-1 0-1 0 0,-1 0 1 0 0,2-24-1 0 0,-6 36-171 0 0,1 0 0 0 0,-1 0 0 0 0,0 0 0 0 0,-1 0 0 0 0,0 0-1 0 0,1 0 1 0 0,-1 0 0 0 0,-1 0 0 0 0,1 0 0 0 0,-1 0 0 0 0,0 1 0 0 0,0-1 0 0 0,0 1 0 0 0,-4-6-1 0 0,2 5 0 0 0,-1-1 0 0 0,0 1 0 0 0,0-1-1 0 0,0 2 1 0 0,0-1 0 0 0,-1 0 0 0 0,0 1-1 0 0,-12-7 1 0 0,-3 2-115 0 0,0 0 0 0 0,-1 1 0 0 0,0 1 0 0 0,0 2-1 0 0,-26-5 1 0 0,13 5-1100 0 0,0 2 0 0 0,-36 0 0 0 0,-25 5-4766 0 0,84-2 4783 0 0,-49 2-5579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6:04:39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7701,'5'8'6404,"5"4"-5744,4-5-516,0-3-1032,3 1-1076,-2-2-1812,-1-1-2101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41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0 924 0 0,'0'0'6737'0'0,"3"9"-6421"0"0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41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2 788 0 0,'0'0'4412'0'0,"14"-2"-4540"0"0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42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1128 0 0,'0'0'11618'0'0,"12"5"-10075"0"0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42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1696 0 0,'0'0'5621'0'0,"5"7"-3361"0"0,4-4-3924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44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10 1720 0 0,'0'0'3547'0'0,"-9"-9"-1104"0"0,4 9-2318 0 0,1-1-1 0 0,-1 1 1 0 0,0 0 0 0 0,0 1-1 0 0,0-1 1 0 0,0 1 0 0 0,0 0-1 0 0,1 0 1 0 0,-1 0 0 0 0,0 1-1 0 0,1 0 1 0 0,-9 4 0 0 0,-1 1-62 0 0,0 1 0 0 0,-24 17 0 0 0,19-10-16 0 0,1 1 1 0 0,0 1 0 0 0,1 1-1 0 0,1 0 1 0 0,1 1 0 0 0,-14 23-1 0 0,22-30-47 0 0,0 0 0 0 0,0 1-1 0 0,2-1 1 0 0,-1 1 0 0 0,2 1-1 0 0,0-1 1 0 0,0 1 0 0 0,1 0-1 0 0,1 0 1 0 0,0-1 0 0 0,1 2-1 0 0,1 13 1 0 0,0-23 37 0 0,0 1 1 0 0,1-1-1 0 0,0 0 0 0 0,0 0 1 0 0,1 0-1 0 0,0 0 0 0 0,-1 0 1 0 0,2 0-1 0 0,-1 0 0 0 0,0 0 1 0 0,1 0-1 0 0,0-1 0 0 0,0 0 1 0 0,0 1-1 0 0,1-1 0 0 0,0-1 1 0 0,-1 1-1 0 0,9 6 0 0 0,0-3 33 0 0,-1 0 0 0 0,2 0 0 0 0,-1-1 0 0 0,1-1 0 0 0,0 0 0 0 0,17 4 0 0 0,15 5 111 0 0,-44-13-152 0 0,5 0-403 0 0,0 1-833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45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36 0 0,'0'0'10217'0'0,"3"7"-9915"0"0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45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1 764 0 0,'0'0'9016'0'0,"-2"6"-8281"0"0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46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1 596 0 0,'0'0'10898'0'0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49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1 228 0 0,'0'0'7099'0'0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49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1140 0 0,'0'0'4160'0'0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49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0 288 0 0,'0'0'1284'0'0,"4"7"920"0"0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51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6 508 0 0,'8'-6'1510'0'0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52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0 156 0 0,'0'0'5157'0'0,"-11"2"-6366"0"0,24-4-491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52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1588 0 0,'0'0'6477'0'0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53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1144 0 0,'0'0'5089'0'0,"4"8"-4445"0"0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41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1724 0 0,'28'-38'8780'0'0,"-17"23"-3776"0"0,-10 26-4909 0 0,0-1 0 0 0,-1 1-1 0 0,0 0 1 0 0,0-1 0 0 0,-4 17 0 0 0,0 23 47 0 0,4-21-76 0 0,1-1 0 0 0,6 38 0 0 0,-5-58-44 0 0,-1 0 0 0 0,1-1 0 0 0,1 1 0 0 0,-1-1 0 0 0,1 1 0 0 0,0-1 0 0 0,1 0 0 0 0,0 0 0 0 0,0 0 0 0 0,0-1 0 0 0,1 0 0 0 0,0 1 0 0 0,9 7 0 0 0,-10-10-10 0 0,1-1 0 0 0,0 0 0 0 0,0 0 0 0 0,0 0 0 0 0,0-1 1 0 0,1 1-1 0 0,-1-1 0 0 0,1-1 0 0 0,-1 1 0 0 0,1-1 0 0 0,0 0 0 0 0,-1 0 0 0 0,1-1 1 0 0,0 1-1 0 0,0-1 0 0 0,0-1 0 0 0,-1 1 0 0 0,1-1 0 0 0,0 0 0 0 0,0 0 0 0 0,-1-1 0 0 0,1 1 1 0 0,-1-1-1 0 0,0 0 0 0 0,1-1 0 0 0,-1 0 0 0 0,0 1 0 0 0,0-2 0 0 0,0 1 0 0 0,-1 0 0 0 0,1-1 1 0 0,-1 0-1 0 0,0 0 0 0 0,0 0 0 0 0,0-1 0 0 0,-1 1 0 0 0,0-1 0 0 0,1 0 0 0 0,4-10 1 0 0,0-5-11 0 0,-1-1 0 0 0,0 0 1 0 0,-1 0-1 0 0,-1 0 1 0 0,-2-1-1 0 0,0 1 1 0 0,-1-1-1 0 0,-1-28 1 0 0,-1 45-1 0 0,1-6-10 0 0,-1 2 7 0 0,-3 15 8 0 0,-3 12 9 0 0,-1 31 60 0 0,0 77 0 0 0,5-81-27 0 0,1 91-169 0 0,9-46-4165 0 0,0-59-1276 0 0,-2-19 482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3:42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23 940 0 0,'24'-22'9642'0'0,"-20"23"-8363"0"0,-4-1-1237 0 0,0 0 0 0 0,1 0 0 0 0,-1 0 1 0 0,0 0-1 0 0,0 0 0 0 0,1 0 0 0 0,-1 0 0 0 0,0 0 0 0 0,1 0 0 0 0,-1 0 0 0 0,0 0 0 0 0,0 1 0 0 0,1-1 0 0 0,-1 0 0 0 0,0 0 0 0 0,0 0 0 0 0,1 0 0 0 0,-1 0 1 0 0,0 1-1 0 0,0-1 0 0 0,1 0 0 0 0,-1 0 0 0 0,0 0 0 0 0,0 1 0 0 0,0-1 0 0 0,1 0 0 0 0,-1 0 0 0 0,0 1 0 0 0,-9 21 762 0 0,-1-1 0 0 0,-1 0 0 0 0,-1-1 0 0 0,-28 36 0 0 0,19-28-1048 0 0,-19 37 0 0 0,22-27-2063 0 0,15-13-4896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20 156 0 0,'0'0'1843'0'0,"13"-12"36"0"0,-6 5-3405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15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0 508 0 0,'0'0'868'0'0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16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 0 0,'12'4'2485'0'0,"-4"0"-3031"0"0,-8-4 594 0 0,0 0 0 0 0,0 0 0 0 0,0 0-1 0 0,0-1 1 0 0,0 1 0 0 0,0 0 0 0 0,0 0-1 0 0,0 0 1 0 0,0 0 0 0 0,0-1 0 0 0,0 1 0 0 0,0 0-1 0 0,0 0 1 0 0,0 0 0 0 0,0 0 0 0 0,0 0-1 0 0,0 0 1 0 0,0-1 0 0 0,1 1 0 0 0,-1 0 0 0 0,0 0-1 0 0,0 0 1 0 0,0 0 0 0 0,0 0 0 0 0,0 0-1 0 0,0 0 1 0 0,0-1 0 0 0,1 1 0 0 0,-1 0-1 0 0,0 0 1 0 0,0 0 0 0 0,0 0 0 0 0,0 0 0 0 0,1 0-1 0 0,-1 0 1 0 0,0 0 0 0 0,0 0 0 0 0,0 0-1 0 0,0 0 1 0 0,0 0 0 0 0,1 0 0 0 0,-1 0 0 0 0,0 0-1 0 0,0 0 1 0 0,0 0 0 0 0,0 0 0 0 0,1 0-1 0 0,-1 0 1 0 0,0 0 0 0 0,0 0 0 0 0,0 1 0 0 0,0-1-1 0 0,0 0 1 0 0,1 0 0 0 0,-1 0 0 0 0,0 0-1 0 0,0-1 91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18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1 948 0 0,'13'1'3164'0'0,"1"1"-2040"0"0,0 0-1540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57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79 1552 0 0,'0'0'6950'0'0,"-3"-7"-3807"0"0,2 10-3142 0 0,0 0 0 0 0,1 0 0 0 0,-1 0 0 0 0,0 0 0 0 0,1 0 0 0 0,0 0 0 0 0,0 0 0 0 0,0 0 0 0 0,0 0 0 0 0,0 0 0 0 0,1 0 0 0 0,-1 0 0 0 0,1 0 0 0 0,1 4 0 0 0,0 3 21 0 0,-1-8 26 0 0,-1-1-34 0 0,0 1 0 0 0,0 0 0 0 0,1-1 0 0 0,-1 1 0 0 0,1-1 0 0 0,-1 1 0 0 0,1-1-1 0 0,0 1 1 0 0,0-1 0 0 0,1 3 0 0 0,2-3-15 0 0,-1-1 0 0 0,1 0-1 0 0,-1 0 1 0 0,0 0 0 0 0,1 0 0 0 0,-1-1-1 0 0,1 1 1 0 0,-1-1 0 0 0,6-2 0 0 0,37-15-17 0 0,-20 8-102 0 0,173-73-5077 0 0,-120 46 1065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58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85 536 0 0,'0'0'13579'0'0,"-20"10"-13769"0"0,20-10 190 0 0,0 0 1 0 0,0 0-1 0 0,0 0 0 0 0,0 1 1 0 0,0-1-1 0 0,0 0 1 0 0,0 0-1 0 0,0 0 1 0 0,0 1-1 0 0,0-1 1 0 0,0 0-1 0 0,0 0 1 0 0,0 0-1 0 0,0 1 0 0 0,0-1 1 0 0,0 0-1 0 0,0 0 1 0 0,0 0-1 0 0,0 1 1 0 0,0-1-1 0 0,0 0 1 0 0,1 0-1 0 0,-1 0 1 0 0,0 0-1 0 0,0 1 0 0 0,0-1 1 0 0,0 0-1 0 0,0 0 1 0 0,0 0-1 0 0,1 0 1 0 0,-1 0-1 0 0,0 1 1 0 0,0-1-1 0 0,0 0 1 0 0,0 0-1 0 0,1 0 0 0 0,-1 0 1 0 0,0 0-1 0 0,0 0 1 0 0,0 0-1 0 0,1 0 1 0 0,-1 0-1 0 0,0 0 1 0 0,1 0-1 0 0,15 1 37 0 0,28-9 31 0 0,-35 7-63 0 0,158-35-1046 0 0,-53 8-3381 0 0,-11 0-1766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4:59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19 121 568 0 0,'0'0'3540'0'0,"-19"5"3435"0"0,33-6-6673 0 0,26-3-584 0 0,348-38 282 0 0,-213 27 1 0 0,534-30 25 0 0,-535 36-20 0 0,-55 0 114 0 0,-116 8-128 0 0,-53 8-6169 0 0,35-5 3510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00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43 163 888 0 0,'0'0'1135'0'0,"-17"-2"2854"0"0,10 2-3718 0 0,-10-3 3573 0 0,15 0-2432 0 0,8-3-1713 0 0,4 1 316 0 0,0 0 1 0 0,0 1 0 0 0,0 1 0 0 0,0 0 0 0 0,1 0-1 0 0,14-2 1 0 0,-6 1-26 0 0,168-31 12 0 0,256-15-1 0 0,193 25 15 0 0,-563 23-9 0 0,268-3-1095 0 0,-331 5 669 0 0,18 1-154 0 0,-5 2-3490 0 0,-9 0 1246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02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1348 0 0,'9'5'5605'0'0,"5"-3"-5825"0"0,-1-7-1773 0 0,1 1-343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03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1192 0 0,'10'6'8152'0'0,"-2"0"-5188"0"0,6-30-12868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06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0 184 0 0,'0'0'2132'0'0,"2"10"-2328"0"0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06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60 0 0,'0'0'2712'0'0,"5"7"-1008"0"0,0 0-1812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07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60 0 0,'0'0'5785'0'0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07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20 416 0 0,'0'0'5675'0'0,"8"-8"-6040"0"0,11-2-2105 0 0,-17 9 1618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08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1392 0 0,'8'8'4298'0'0,"-5"-5"-3142"0"0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09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1 480 0 0,'0'0'9000'0'0,"5"10"-9094"0"0,-5-10 91 0 0,2 2-523 0 0,0 0 0 0 0,0 0 0 0 0,0-1 1 0 0,0 1-1 0 0,0 0 0 0 0,0-1 0 0 0,1 0 0 0 0,-1 1 0 0 0,3 0 0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09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1 912 0 0,'0'0'4292'0'0,"-7"5"-4880"0"0,-2 0-1624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10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1044 0 0,'5'8'8471'0'0,"2"-3"-7575"0"0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12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1 340 0 0,'0'0'5060'0'0,"25"7"-4894"0"0,-23-7-413 0 0,-2 0 141 0 0,1 0 0 0 0,0 1 0 0 0,0-1 0 0 0,-1 0 0 0 0,1 0 0 0 0,0 0 0 0 0,-1 0 0 0 0,1 0 0 0 0,0 0 0 0 0,0 0 0 0 0,-1-1 0 0 0,1 1 0 0 0,0 0 0 0 0,-1 0 0 0 0,1 0 0 0 0,0-1 0 0 0,0 1 0 0 0,12-6-901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12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4 672 0 0,'0'0'3656'0'0,"-12"-4"-3280"0"0,0 9-2064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13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33 1080 0 0,'0'0'4713'0'0,"-4"-10"-1925"0"0,-1 3-536 0 0,0 0-1804 0 0,1-1-3676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14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60 0 0,'0'0'6757'0'0,"9"6"-5533"0"0,-4-2-1630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14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16 0 0,'0'0'7722'0'0,"0"0"-7792"0"0,0 1-1 0 0,0-1 1 0 0,0 0 0 0 0,0 1 0 0 0,0-1-1 0 0,0 1 1 0 0,0-1 0 0 0,0 0 0 0 0,0 1-1 0 0,0-1 1 0 0,0 1 0 0 0,0-1-1 0 0,0 0 1 0 0,0 1 0 0 0,1-1 0 0 0,-1 1-1 0 0,0-1 1 0 0,0 0 0 0 0,0 1-1 0 0,1-1 1 0 0,-1 0 0 0 0,0 1 0 0 0,1-1-1 0 0,-1 0 1 0 0,0 0 0 0 0,1 1 0 0 0,9-1-1597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15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1 720 0 0,'0'0'4712'0'0,"-9"3"-3975"0"0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16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1600 0 0,'0'0'6177'0'0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16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1 252 0 0,'0'0'9119'0'0,"9"2"-8744"0"0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17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3 744 0 0,'0'0'8077'0'0,"14"2"-9239"0"0,-9-6-1184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17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1408 0 0,'0'0'8241'0'0,"-12"2"-8753"0"0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23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1 556 0 0,'0'0'975'0'0,"-27"12"1257"0"0,51-12-2172 0 0,289 3 21 0 0,-153 2-1682 0 0,-103-3 838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24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3 320 0 0,'0'0'2044'0'0,"14"-2"-1948"0"0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24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14 556 0 0,'0'0'2612'0'0,"11"-6"1261"0"0,9-1-7584 0 0,-18 6 2785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26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1160 0 0,'0'0'2391'0'0,"24"7"2358"0"0,-8 1-3905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27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13 548 0 0,'10'-8'10696'0'0,"-9"5"-9590"0"0,0 2-841 0 0,-50 25-7519 0 0,29-16 4297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27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0 404 0 0,'12'4'8239'0'0,"-9"-3"-8752"0"0,0 0 0 0 0,0-1 0 0 0,1 0 0 0 0,-1 0 0 0 0,0 0 0 0 0,0 0 0 0 0,0 0 0 0 0,0 0 0 0 0,5-2 0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29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7 268 0 0,'0'0'11290'0'0,"5"-6"-9498"0"0,-9 9-2040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1056 0 0,'0'0'7355'0'0,"0"1"-7872"0"0,0 0 281 0 0,0 1 0 0 0,1-1 0 0 0,-1 0-1 0 0,0 0 1 0 0,1 0 0 0 0,-1 1 0 0 0,1-1 0 0 0,-1 0 0 0 0,1 0 0 0 0,1 2-1 0 0,6-1-1253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30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1 488 0 0,'10'0'1085'0'0,"18"0"6958"0"0,-22 0-8301 0 0,-4 0 541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30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0 640 0 0,'-12'23'6138'0'0,"1"-3"-888"0"0,11-17-6270 0 0,0-3 992 0 0,0 0-1 0 0,0 1 1 0 0,0-1 0 0 0,0 0-1 0 0,0 1 1 0 0,0-1-1 0 0,0 0 1 0 0,0 1-1 0 0,0-1 1 0 0,0 0 0 0 0,0 1-1 0 0,0-1 1 0 0,0 0-1 0 0,0 1 1 0 0,0-1-1 0 0,0 0 1 0 0,0 1 0 0 0,0-1-1 0 0,1 0 1 0 0,-1 1-1 0 0,0-1 1 0 0,0 0-1 0 0,0 1 1 0 0,1-1 0 0 0,6 3-656 0 0,0 0 1 0 0,1-1-1 0 0,-1 0 1 0 0,1 0-1 0 0,0-1 1 0 0,-1 0-1 0 0,12 0 1 0 0,6 1-1743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31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1680 0 0,'0'0'2904'0'0,"12"4"1284"0"0,-10-4-4349 0 0,13 4-155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31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1920 0 0,'12'4'5737'0'0,"-9"4"-5857"0"0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31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 0 0,'0'0'7625'0'0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34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1 568 0 0,'0'0'4929'0'0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42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0 328 0 0,'0'0'9822'0'0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43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0 208 0 0,'0'0'1308'0'0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45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59 1160 0 0,'-6'-10'3755'0'0,"5"9"-3605"0"0,0 0 0 0 0,1 0 0 0 0,-1-1 0 0 0,1 1 0 0 0,0 0 0 0 0,-1 0-1 0 0,1 0 1 0 0,0-1 0 0 0,0 1 0 0 0,0 0 0 0 0,0 0 0 0 0,0 0 0 0 0,0-1 0 0 0,0 1 0 0 0,0 0 0 0 0,0 0-1 0 0,1-1 1 0 0,-1 1 0 0 0,0 0 0 0 0,1 0 0 0 0,-1 0 0 0 0,1 0 0 0 0,-1 0 0 0 0,1 0 0 0 0,0 0-1 0 0,-1 0 1 0 0,1 0 0 0 0,0 0 0 0 0,0 0 0 0 0,0 0 0 0 0,0 0 0 0 0,-1 0 0 0 0,1 1 0 0 0,0-1 0 0 0,0 0-1 0 0,1 1 1 0 0,-1-1 0 0 0,0 1 0 0 0,0-1 0 0 0,0 1 0 0 0,2-1 0 0 0,1-1-17 0 0,1 1 0 0 0,-1 0-1 0 0,0 0 1 0 0,1 0 0 0 0,-1 1 0 0 0,1-1 0 0 0,-1 1 0 0 0,1 0 0 0 0,-1 1-1 0 0,1-1 1 0 0,4 1 0 0 0,-2 1-90 0 0,0 0 0 0 0,-1 0-1 0 0,1 1 1 0 0,-1 0 0 0 0,0 0-1 0 0,1 0 1 0 0,-1 1 0 0 0,-1 0-1 0 0,1 0 1 0 0,0 0 0 0 0,-1 1-1 0 0,0 0 1 0 0,0 0 0 0 0,-1 0-1 0 0,1 1 1 0 0,-1-1 0 0 0,0 1-1 0 0,0 0 1 0 0,-1 0 0 0 0,0 0-1 0 0,0 1 1 0 0,2 7 0 0 0,-2-3-24 0 0,0 1 1 0 0,-1-1-1 0 0,-1 1 1 0 0,0 0 0 0 0,0 0-1 0 0,-1-1 1 0 0,0 1-1 0 0,-1 0 1 0 0,-1 0 0 0 0,0-1-1 0 0,0 1 1 0 0,-6 15-1 0 0,-3-1 463 0 0,0-1-1 0 0,-27 43 0 0 0,20-38 329 0 0,17-28-519 0 0,4-14-190 0 0,-3 8-89 0 0,1 0-1 0 0,1 0 1 0 0,-1 0-1 0 0,0 0 0 0 0,1 0 1 0 0,2-5-1 0 0,30-42 17 0 0,1 1-1 0 0,67-71 1 0 0,-23 29 21 0 0,-77 90-50 0 0,0 0 1 0 0,0 0 0 0 0,0 0-1 0 0,-1-1 1 0 0,1 1-1 0 0,-1 0 1 0 0,0-1-1 0 0,1 1 1 0 0,-1-1 0 0 0,0 1-1 0 0,-1-1 1 0 0,1 1-1 0 0,1-6 1 0 0,-2 7-11 0 0,-2 0-1 0 0,-4-1-9 0 0,5 2 18 0 0,0-1 1 0 0,-1 1 0 0 0,1 0-1 0 0,0 1 1 0 0,0-1-1 0 0,-1 0 1 0 0,1 0 0 0 0,0 0-1 0 0,0 1 1 0 0,-1-1-1 0 0,1 1 1 0 0,0-1 0 0 0,0 1-1 0 0,0-1 1 0 0,-1 1-1 0 0,1 0 1 0 0,0-1 0 0 0,0 1-1 0 0,0 0 1 0 0,0 0-1 0 0,0 0 1 0 0,0 0 0 0 0,1 0-1 0 0,-2 1 1 0 0,-18 27-81 0 0,16-20 81 0 0,1-1-1 0 0,0 0 1 0 0,0 1-1 0 0,1-1 1 0 0,0 1-1 0 0,1 0 1 0 0,0-1-1 0 0,0 1 1 0 0,1 0-1 0 0,0 0 1 0 0,0 0-1 0 0,1 0 1 0 0,3 11-1 0 0,-3-14 6 0 0,1 0 0 0 0,0 0 0 0 0,1 0 0 0 0,-1 0-1 0 0,1 0 1 0 0,1 0 0 0 0,-1-1 0 0 0,1 1 0 0 0,0-1-1 0 0,0 0 1 0 0,0-1 0 0 0,1 1 0 0 0,0-1 0 0 0,0 1-1 0 0,0-1 1 0 0,0-1 0 0 0,0 1 0 0 0,1-1 0 0 0,6 3 0 0 0,-5-3-297 0 0,1 0 1 0 0,0 0 0 0 0,0-1 0 0 0,0 0 0 0 0,0-1 0 0 0,16 2 0 0 0,25-5-6666 0 0,-34 1 1646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45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22 2084 0 0,'-4'-21'20289'0'0,"4"35"-18152"0"0,0 28-2763 0 0,5 100-1239 0 0,1-94-2709 0 0,2-2-4405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50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79 328 0 0,'-3'0'2288'0'0,"-30"-3"4332"0"0,30 3-5462 0 0,-9 0-146 0 0,8 0-92 0 0,2 0-70 0 0,-19-4 5939 0 0,30 0-6765 0 0,44-8 619 0 0,92-11-1 0 0,-38 8-1807 0 0,-79 11-15 0 0,11-2-1806 0 0,-14-2-3663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50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14 2940 0 0,'-16'-3'2977'0'0,"-9"-4"5668"0"0,9 3-4264 0 0,16 4-4337 0 0,-1 0-1 0 0,1 0 0 0 0,-1 0 1 0 0,1 1-1 0 0,0-1 1 0 0,-1 0-1 0 0,1 0 1 0 0,0 0-1 0 0,-1 0 1 0 0,1 0-1 0 0,0 0 1 0 0,-1 1-1 0 0,1-1 0 0 0,0 0 1 0 0,-1 0-1 0 0,1 1 1 0 0,0-1-1 0 0,0 0 1 0 0,-1 0-1 0 0,1 1 1 0 0,0-1-1 0 0,0 0 1 0 0,-1 1-1 0 0,1-1 1 0 0,0 0-1 0 0,0 1 0 0 0,0-1 1 0 0,0 0-1 0 0,0 1 1 0 0,0-1-1 0 0,-1 0 1 0 0,1 1-1 0 0,0 0 1 0 0,-3 15 731 0 0,3-13-694 0 0,-5 52 315 0 0,2 0 0 0 0,3-1 1 0 0,10 81-1 0 0,-8-112-1250 0 0,9 35 0 0 0,-9-49-96 0 0,0-1 0 0 0,1 0-1 0 0,0 0 1 0 0,1-1 0 0 0,-1 1 0 0 0,1 0-1 0 0,9 11 1 0 0,0-8-3587 0 0,2-5-2074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51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3148 0 0,'6'-53'13497'0'0,"-3"40"-11388"0"0,-3 12-2004 0 0,1 0 1 0 0,-1-1-1 0 0,1 1 1 0 0,0 0 0 0 0,-1 0-1 0 0,1-1 1 0 0,0 1-1 0 0,0 0 1 0 0,0 0-1 0 0,0 0 1 0 0,0 0 0 0 0,0 0-1 0 0,0 0 1 0 0,0 1-1 0 0,0-1 1 0 0,0 0-1 0 0,1 0 1 0 0,-1 1 0 0 0,0-1-1 0 0,1 1 1 0 0,-1-1-1 0 0,0 1 1 0 0,3-1-1 0 0,36-5 307 0 0,-32 5-248 0 0,16 0-26 0 0,1 1 1 0 0,0 1-1 0 0,39 6 0 0 0,-14 0-85 0 0,-46-6-48 0 0,-3-1-3 0 0,0 0 0 0 0,0 1 0 0 0,0-1 0 0 0,0 1 1 0 0,0-1-1 0 0,-1 1 0 0 0,1-1 0 0 0,0 1 0 0 0,0 0 0 0 0,-1-1 0 0 0,1 1 0 0 0,0 0 0 0 0,-1 0 0 0 0,1 0 0 0 0,-1-1 1 0 0,1 1-1 0 0,-1 0 0 0 0,1 0 0 0 0,-1 0 0 0 0,0 0 0 0 0,1 0 0 0 0,-1 0 0 0 0,0 0 0 0 0,0 0 0 0 0,0-1 0 0 0,0 1 1 0 0,0 0-1 0 0,0 0 0 0 0,0 0 0 0 0,0 0 0 0 0,0 0 0 0 0,0 0 0 0 0,0 0 0 0 0,-1 0 0 0 0,1 0 0 0 0,0 0 0 0 0,-1 0 1 0 0,1 0-1 0 0,-1 0 0 0 0,1-1 0 0 0,-1 1 0 0 0,1 0 0 0 0,-1 0 0 0 0,-1 1 0 0 0,1 1 4 0 0,-10 15 71 0 0,-1-1-1 0 0,0 0 1 0 0,-1-1-1 0 0,0-1 0 0 0,-18 15 1 0 0,-21 27 509 0 0,33-37-430 0 0,14-14-119 0 0,-1 0 1 0 0,1 0-1 0 0,0 0 1 0 0,0 0-1 0 0,1 1 1 0 0,-1 0-1 0 0,1 0 1 0 0,-5 13-1 0 0,9-18-26 0 0,-1-1 0 0 0,1 0-1 0 0,0 1 1 0 0,0-1 0 0 0,0 0 0 0 0,0 0 0 0 0,0 1-1 0 0,0-1 1 0 0,0 0 0 0 0,1 1 0 0 0,-1-1-1 0 0,0 0 1 0 0,1 0 0 0 0,-1 1 0 0 0,1-1-1 0 0,-1 0 1 0 0,1 0 0 0 0,-1 0 0 0 0,1 0-1 0 0,0 0 1 0 0,1 2 0 0 0,0-2-3 0 0,0 1 0 0 0,-1-1 0 0 0,1 0 0 0 0,0 1 0 0 0,1-1 1 0 0,-1 0-1 0 0,0 0 0 0 0,0-1 0 0 0,0 1 0 0 0,0 0 0 0 0,4 0 0 0 0,5 0-190 0 0,0 0 0 0 0,1 0-1 0 0,21-3 1 0 0,-28 2 10 0 0,99-12-3864 0 0,-35-1-4165 0 0,-30 2-703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51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1 288 0 0,'0'0'14348'0'0,"-3"13"-9282"0"0,0 18-793 0 0,1 33 0 0 0,10 84-1986 0 0,-8-144-2212 0 0,16 156 1017 0 0,2-55-3880 0 0,-6-68 390 0 0,1-21-1242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51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10 103 2092 0 0,'0'-3'3058'0'0,"-2"-5"-923"0"0,-5-25 10457 0 0,9 22-9920 0 0,0 10-2502 0 0,0 0 0 0 0,0 0 0 0 0,0 0 0 0 0,1 0 0 0 0,-1 1 0 0 0,0-1 0 0 0,0 1 0 0 0,1 0 0 0 0,-1-1 0 0 0,0 1 0 0 0,1 0 0 0 0,-1 0 0 0 0,5 1 0 0 0,-5-1-107 0 0,49-1 286 0 0,199-12 253 0 0,-86-5-7594 0 0,-126 8-1369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51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6 3560 0 0,'-2'-1'2755'0'0,"-6"0"-1273"0"0,-19-3 7704 0 0,15 4-4686 0 0,11 1-4283 0 0,0 0 1 0 0,0 0-1 0 0,-1-1 0 0 0,1 1 0 0 0,0 0 0 0 0,0 0 1 0 0,0 1-1 0 0,0-1 0 0 0,0 0 0 0 0,1 0 0 0 0,-1 0 1 0 0,0 1-1 0 0,0-1 0 0 0,1 0 0 0 0,-1 1 0 0 0,1-1 0 0 0,-1 0 1 0 0,1 1-1 0 0,0-1 0 0 0,0 1 0 0 0,-1-1 0 0 0,1 1 1 0 0,0-1-1 0 0,0 1 0 0 0,0-1 0 0 0,0 1 0 0 0,1 2 1 0 0,10 234 4383 0 0,-7-141-6284 0 0,0 0-4512 0 0,-1-76 2229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52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76 3676 0 0,'4'-22'8336'0'0,"5"-21"2803"0"0,-9 41-10787 0 0,1 1-322 0 0,-1 1 1 0 0,0 0-1 0 0,0-1 0 0 0,0 1 1 0 0,0 0-1 0 0,0-1 0 0 0,1 1 1 0 0,-1 0-1 0 0,0-1 1 0 0,0 1-1 0 0,1 0 0 0 0,-1 0 1 0 0,0-1-1 0 0,0 1 1 0 0,1 0-1 0 0,-1 0 0 0 0,0-1 1 0 0,1 1-1 0 0,-1 0 0 0 0,0 0 1 0 0,1 0-1 0 0,-1 0 1 0 0,1-1-1 0 0,-1 1 0 0 0,0 0 1 0 0,1 0-1 0 0,-1 0 1 0 0,0 0-1 0 0,1 0 0 0 0,0 0 1 0 0,15-2 434 0 0,29 5 6 0 0,49 9 0 0 0,-41-5-380 0 0,-52-7-87 0 0,0 0 0 0 0,0 0-1 0 0,1 0 1 0 0,-1 1 0 0 0,0-1 0 0 0,0 0 0 0 0,0 0-1 0 0,0 1 1 0 0,0-1 0 0 0,0 0 0 0 0,0 1 0 0 0,0-1-1 0 0,0 1 1 0 0,0 0 0 0 0,0-1 0 0 0,0 1 0 0 0,0 0-1 0 0,-1 0 1 0 0,1-1 0 0 0,0 1 0 0 0,0 0 0 0 0,-1 0-1 0 0,1 0 1 0 0,0 0 0 0 0,-1 0 0 0 0,1 0 0 0 0,-1 0-1 0 0,0 0 1 0 0,1 0 0 0 0,-1 0 0 0 0,0 0 0 0 0,1 0-1 0 0,-1 0 1 0 0,0 0 0 0 0,0 0 0 0 0,0 1 0 0 0,0-1-1 0 0,0 0 1 0 0,0 0 0 0 0,0 0 0 0 0,-1 2 0 0 0,0 2 3 0 0,-1 0 1 0 0,1 0 0 0 0,-1-1 0 0 0,0 1 0 0 0,-1-1-1 0 0,1 1 1 0 0,-6 6 0 0 0,-15 16 16 0 0,-1-2-1 0 0,-1 0 1 0 0,-36 27-1 0 0,34-30 80 0 0,1 1 0 0 0,1 2 0 0 0,-29 34 0 0 0,52-56-65 0 0,0-1-1 0 0,0 1 1 0 0,0 0-1 0 0,1 0 1 0 0,-1 0 0 0 0,0 0-1 0 0,1 0 1 0 0,0 1-1 0 0,0-1 1 0 0,0 0-1 0 0,-1 6 1 0 0,2-7-21 0 0,1-1 0 0 0,-1 0-1 0 0,0 1 1 0 0,1-1 0 0 0,-1 0 0 0 0,0 1-1 0 0,1-1 1 0 0,-1 0 0 0 0,1 0 0 0 0,0 1-1 0 0,0-1 1 0 0,-1 0 0 0 0,1 0 0 0 0,0 0 0 0 0,0 0-1 0 0,0 0 1 0 0,0 0 0 0 0,0 0 0 0 0,0 0-1 0 0,0 0 1 0 0,0 0 0 0 0,1-1 0 0 0,-1 1 0 0 0,0 0-1 0 0,0-1 1 0 0,1 1 0 0 0,-1-1 0 0 0,0 0-1 0 0,3 1 1 0 0,11 3 6 0 0,0-1 0 0 0,1-1 0 0 0,0-1 0 0 0,-1 0 0 0 0,19-1-1 0 0,-2 0-52 0 0,266-1-4175 0 0,-99-11-7244 0 0,-125 4 1775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52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7 3180 0 0,'-66'-4'19730'0'0,"97"2"-17288"0"0,-21 2-2336 0 0,-1 1 0 0 0,0 1 0 0 0,0-1 0 0 0,1 1 0 0 0,-1 1 0 0 0,0 0-1 0 0,14 7 1 0 0,-20-9-57 0 0,-1 1 0 0 0,0-1 0 0 0,0 1-1 0 0,0-1 1 0 0,0 1 0 0 0,0 0 0 0 0,0-1-1 0 0,0 1 1 0 0,0 0 0 0 0,-1 0 0 0 0,1 0-1 0 0,-1 1 1 0 0,1-1 0 0 0,-1 0 0 0 0,0 1-1 0 0,0-1 1 0 0,0 0 0 0 0,0 1 0 0 0,-1-1 0 0 0,1 1-1 0 0,0-1 1 0 0,-1 1 0 0 0,0 0 0 0 0,0-1-1 0 0,0 1 1 0 0,0-1 0 0 0,0 1 0 0 0,0 0-1 0 0,-1-1 1 0 0,1 1 0 0 0,-1-1 0 0 0,0 1-1 0 0,1-1 1 0 0,-3 3 0 0 0,-3 10 297 0 0,-1-1 1 0 0,0 0-1 0 0,-1 0 0 0 0,-1 0 0 0 0,0-1 1 0 0,-1-1-1 0 0,-14 15 0 0 0,-86 74 1564 0 0,94-88-1747 0 0,-107 87-145 0 0,122-97-18 0 0,8-2 0 0 0,7-2 0 0 0,226-66-471 0 0,-85 21-482 0 0,165-35-9367 0 0,-232 59 2976 0 0,-8 3-3931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53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30 924 0 0,'-2'0'4199'0'0,"-23"-5"2170"0"0,12 2-5014 0 0,20 0-1334 0 0,-1 1 1 0 0,1-1 0 0 0,0 1-1 0 0,0 0 1 0 0,0 1 0 0 0,14-2 0 0 0,-1 0-255 0 0,-6 1-2250 0 0,0 1 0 0 0,25 1 0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53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47 117 84 0 0,'-11'10'2749'0'0,"1"1"0"0"0,-15 20 1289 0 0,37-29-3389 0 0,-5-4-554 0 0,1 0 0 0 0,-1 0 0 0 0,0-1 0 0 0,0 0 0 0 0,0 0 0 0 0,12-9 1 0 0,-2 3 20 0 0,91-47-1249 0 0,1 2-3302 0 0,-58 29 1356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55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45 1272 0 0,'-17'11'18484'0'0,"19"-10"-18483"0"0,0 0 0 0 0,0 0 0 0 0,0-1 0 0 0,0 1 0 0 0,0 0-1 0 0,0-1 1 0 0,0 0 0 0 0,0 0 0 0 0,1 1 0 0 0,-1-1 0 0 0,4-1-1 0 0,32-3 15 0 0,-20 2-14 0 0,417-42 147 0 0,-384 40-94 0 0,-41 2-379 0 0,9-2 450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48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2520 0 0,'29'-95'17863'0'0,"-14"120"-17544"0"0,-8-4-239 0 0,1 0 0 0 0,19 37 1 0 0,-24-53-68 0 0,-1 0 0 0 0,1-1 0 0 0,1 1 0 0 0,-1-1 0 0 0,1 0 0 0 0,0 0 0 0 0,0 0 0 0 0,0 0 1 0 0,0-1-1 0 0,1 1 0 0 0,-1-1 0 0 0,1 0 0 0 0,0-1 0 0 0,0 1 0 0 0,0-1 0 0 0,8 3 0 0 0,-10-4-10 0 0,0 0-1 0 0,-1-1 1 0 0,1 1-1 0 0,0-1 1 0 0,0 0-1 0 0,0 1 1 0 0,0-1-1 0 0,0-1 1 0 0,0 1-1 0 0,0 0 1 0 0,0-1-1 0 0,0 1 1 0 0,0-1-1 0 0,0 0 0 0 0,-1 0 1 0 0,1 0-1 0 0,0 0 1 0 0,-1-1-1 0 0,1 1 1 0 0,-1-1-1 0 0,1 1 1 0 0,-1-1-1 0 0,1 0 1 0 0,-1 0-1 0 0,0 0 1 0 0,0 0-1 0 0,3-4 1 0 0,1-4 5 0 0,-1-1 0 0 0,0 1 0 0 0,0-1 0 0 0,-1 0 0 0 0,0 0 0 0 0,3-19 0 0 0,-1-3-46 0 0,-6 26 3 0 0,1 5-32 0 0,2 27-161 0 0,-9 230 302 0 0,1-199 264 0 0,-2 0-1 0 0,-22 84 1 0 0,26-129-33 0 0,0 0 1 0 0,-1 0-1 0 0,0 0 0 0 0,-1 0 0 0 0,0 0 1 0 0,-1-1-1 0 0,0 0 0 0 0,-14 17 1 0 0,19-25-268 0 0,0-1 1 0 0,-1 1-1 0 0,1-1 1 0 0,-1 0 0 0 0,1 1-1 0 0,-1-1 1 0 0,1 0 0 0 0,-1 0-1 0 0,0 0 1 0 0,1 0-1 0 0,-1 0 1 0 0,0-1 0 0 0,0 1-1 0 0,0 0 1 0 0,0-1 0 0 0,1 0-1 0 0,-1 1 1 0 0,0-1-1 0 0,0 0 1 0 0,0 0 0 0 0,0 0-1 0 0,0 0 1 0 0,0 0 0 0 0,0 0-1 0 0,0-1 1 0 0,0 1-1 0 0,0-1 1 0 0,0 1 0 0 0,1-1-1 0 0,-1 0 1 0 0,0 0 0 0 0,0 1-1 0 0,1-1 1 0 0,-4-3-1 0 0,2 2-60 0 0,1-1-1 0 0,0 1 1 0 0,-1-1-1 0 0,1 0 0 0 0,0 0 1 0 0,0 0-1 0 0,1 0 1 0 0,-1 0-1 0 0,1 0 1 0 0,-1-1-1 0 0,1 1 0 0 0,0 0 1 0 0,0-1-1 0 0,0 1 1 0 0,1-1-1 0 0,-1 1 0 0 0,1-1 1 0 0,0-6-1 0 0,1 0-445 0 0,1 0 0 0 0,0 1 0 0 0,0-1 0 0 0,1 1-1 0 0,0-1 1 0 0,0 1 0 0 0,1 0 0 0 0,9-16 0 0 0,-3 10-2510 0 0,1-1 0 0 0,0 1 0 0 0,24-23 0 0 0,-15 19-4173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48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3504 0 0,'2'0'7037'0'0,"0"-1"-6240"0"0,0 1 0 0 0,0 0 1 0 0,0 0-1 0 0,0 0 0 0 0,0 0 0 0 0,0 1 1 0 0,0-1-1 0 0,0 0 0 0 0,2 2 0 0 0,-3-2-607 0 0,1 1-1 0 0,-1-1 1 0 0,0 1-1 0 0,0 0 1 0 0,0-1 0 0 0,0 1-1 0 0,0 0 1 0 0,0 0-1 0 0,0 0 1 0 0,0 0-1 0 0,1 2 1 0 0,0 1-143 0 0,0 0 0 0 0,0 1-1 0 0,0-1 1 0 0,-1 1 0 0 0,1 0 0 0 0,-1 0 0 0 0,0 6 0 0 0,22 152 1116 0 0,-15-99-4041 0 0,1-1-6562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49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51 2092 0 0,'-3'0'2237'0'0,"-19"-3"4091"0"0,2-1 1395 0 0,23 4-7407 0 0,21-6 33 0 0,1 2 0 0 0,39-3 0 0 0,4 0-372 0 0,-40 4-682 0 0,23-5-1927 0 0,-17-1-4644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49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4 2804 0 0,'-16'-4'10353'0'0,"15"4"-10206"0"0,0 0-1 0 0,0 1 0 0 0,0-1 1 0 0,0 0-1 0 0,0 0 0 0 0,0 1 1 0 0,1-1-1 0 0,-1 0 1 0 0,0 1-1 0 0,0-1 0 0 0,0 1 1 0 0,1-1-1 0 0,-1 1 0 0 0,0-1 1 0 0,0 1-1 0 0,1-1 1 0 0,-1 1-1 0 0,1 0 0 0 0,-1-1 1 0 0,0 1-1 0 0,1 0 1 0 0,-1 0-1 0 0,1-1 0 0 0,0 1 1 0 0,-1 0-1 0 0,1 0 0 0 0,0 0 1 0 0,-1 0-1 0 0,1 0 1 0 0,0-1-1 0 0,0 1 0 0 0,0 0 1 0 0,0 0-1 0 0,0 0 0 0 0,0 0 1 0 0,0 0-1 0 0,0 0 1 0 0,0 0-1 0 0,0 0 0 0 0,1 1 1 0 0,0 8 264 0 0,1 0 0 0 0,0 0 0 0 0,4 10 0 0 0,-3-8-161 0 0,54 159 1067 0 0,-43-139-3105 0 0,25 42 1 0 0,-22-49-1425 0 0,-1-14-2569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57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94 24 0 0,'26'-7'18019'0'0,"-13"9"-17756"0"0,-1-1 0 0 0,1 0-1 0 0,0-1 1 0 0,-1 0 0 0 0,1-1 0 0 0,-1-1-1 0 0,1 0 1 0 0,12-4 0 0 0,16-1-99 0 0,238-43-97 0 0,-176 30 75 0 0,-101 20-144 0 0,8-3 88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58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27 112 1292 0 0,'0'0'2178'0'0,"-12"-3"413"0"0,-2 1 3354 0 0,14 2-5929 0 0,0 1 0 0 0,0-1 1 0 0,0 0-1 0 0,0 0 0 0 0,0 0 0 0 0,0 0 0 0 0,0 0 1 0 0,0 0-1 0 0,0 0 0 0 0,0 0 0 0 0,0 0 1 0 0,0 1-1 0 0,0-1 0 0 0,0 0 0 0 0,0 0 1 0 0,0 0-1 0 0,0 0 0 0 0,0 0 0 0 0,0 0 1 0 0,0 0-1 0 0,0 0 0 0 0,0 0 0 0 0,0 0 1 0 0,0 1-1 0 0,0-1 0 0 0,0 0 0 0 0,-1 0 1 0 0,1 0-1 0 0,0 0 0 0 0,0 0 0 0 0,0 0 1 0 0,0 0-1 0 0,0 0 0 0 0,20 1 404 0 0,27-3 31 0 0,227-33 191 0 0,-85 8-524 0 0,-18 4 93 0 0,-45 6 2902 0 0,-124 17-2942 0 0,1 0-35 0 0,5-2-541 0 0,15-2 1397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59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0 968 0 0,'0'0'4244'0'0,"5"7"-4468"0"0,12-7-2068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59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1360 0 0,'0'0'7245'0'0,"8"-4"-9234"0"0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00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1 952 0 0,'0'0'2820'0'0,"-10"8"-271"0"0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01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8 16 0 0,'0'0'3235'0'0,"0"0"-3225"0"0,0 0 1 0 0,0 0-1 0 0,-1 0 0 0 0,1 1 1 0 0,0-1-1 0 0,0 0 0 0 0,-1 1 0 0 0,1-1 1 0 0,0 0-1 0 0,0 0 0 0 0,0 1 1 0 0,-1-1-1 0 0,1 0 0 0 0,0 1 1 0 0,0-1-1 0 0,0 0 0 0 0,0 1 1 0 0,0-1-1 0 0,0 0 0 0 0,0 1 0 0 0,0-1 1 0 0,0 0-1 0 0,0 1 0 0 0,0-1 1 0 0,0 1-1 0 0,4 2 4 0 0,1-1-1 0 0,0 1 1 0 0,0-1 0 0 0,0 0 0 0 0,0 0-1 0 0,0-1 1 0 0,0 1 0 0 0,1-1-1 0 0,-1-1 1 0 0,11 2 0 0 0,62-2 13 0 0,-60-1-4 0 0,246-22-364 0 0,-178 14-1315 0 0,-71 7 1065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02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5 1204 0 0,'-5'-5'4049'0'0,"4"5"-3933"0"0,-2 97 1855 0 0,1-14-1656 0 0,-24 461-93 0 0,20-356-127 0 0,6-188-89 0 0,0 0 0 0 0,0 1 0 0 0,0-1 0 0 0,0 0 1 0 0,0 1-1 0 0,0-1 0 0 0,0 1 0 0 0,0-1 0 0 0,0 0 0 0 0,0 1 0 0 0,0-1 0 0 0,0 0 0 0 0,0 1 1 0 0,0-1-1 0 0,0 0 0 0 0,-1 1 0 0 0,1-1 0 0 0,0 0 0 0 0,0 1 0 0 0,0-1 0 0 0,-1 0 0 0 0,1 0 1 0 0,0 1-1 0 0,0-1 0 0 0,-1 0 0 0 0,1 0 0 0 0,0 1 0 0 0,0-1 0 0 0,-1 0 0 0 0,1 0 0 0 0,0 0 1 0 0,-1 1-1 0 0,1-1 0 0 0,0 0 0 0 0,-1 0 0 0 0,1 0 0 0 0,0 0 0 0 0,-1 0 0 0 0,1 0 0 0 0,0 0 1 0 0,-1 0-1 0 0,-14-7-5831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46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67 1740 0 0,'-11'4'15537'0'0,"13"-3"-15521"0"0,0 0 1 0 0,1-1-1 0 0,-1 1 1 0 0,0-1-1 0 0,1 1 1 0 0,-1-1-1 0 0,0 0 1 0 0,1 0 0 0 0,-1 0-1 0 0,0 0 1 0 0,5-1-1 0 0,33-7 64 0 0,-22 4-46 0 0,167-40 113 0 0,-121 27-1409 0 0,-64 17 1090 0 0,1 0 1 0 0,0 0 0 0 0,0 0 0 0 0,0 0 0 0 0,-1 0-1 0 0,1 0 1 0 0,0 0 0 0 0,0 0 0 0 0,0 0 0 0 0,-1 0 0 0 0,1 1-1 0 0,0-1 1 0 0,0 0 0 0 0,0 0 0 0 0,-1 1 0 0 0,2 0 0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46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11 400 0 0,'-17'-11'16836'0'0,"16"13"-16825"0"0,-1-1 0 0 0,1 1-1 0 0,0-1 1 0 0,0 1 0 0 0,1 0-1 0 0,-1-1 1 0 0,0 1 0 0 0,0 0-1 0 0,1 0 1 0 0,-1-1 0 0 0,1 1-1 0 0,0 0 1 0 0,-1 0 0 0 0,1 0-1 0 0,0 0 1 0 0,0 0 0 0 0,1 2-1 0 0,0 45 56 0 0,-1-38-46 0 0,2 35-89 0 0,5 68-2215 0 0,-4-97-411 0 0,0 0 1 0 0,8 23-1 0 0,-6-25-1978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47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1444 0 0,'4'-17'5253'0'0,"4"0"-2061"0"0,-2 7-1610 0 0,-5 8-1499 0 0,0 1 0 0 0,-1 0 0 0 0,1 0 0 0 0,0 0 0 0 0,0 0 0 0 0,1 0 0 0 0,-1 0 0 0 0,0 0 0 0 0,0 0 0 0 0,0 0 0 0 0,1 0 0 0 0,-1 1 0 0 0,0-1 0 0 0,1 0 0 0 0,-1 1 0 0 0,0-1 0 0 0,1 1 0 0 0,-1 0 0 0 0,1 0 0 0 0,-1-1 0 0 0,1 1 0 0 0,-1 0 0 0 0,1 0-1 0 0,-1 0 1 0 0,1 0 0 0 0,-1 1 0 0 0,1-1 0 0 0,-1 0 0 0 0,0 0 0 0 0,1 1 0 0 0,1 0 0 0 0,3 1-10 0 0,0 0 0 0 0,-1 0-1 0 0,1 1 1 0 0,0 0 0 0 0,8 6 0 0 0,-10-6-55 0 0,0 0 1 0 0,0 0-1 0 0,-1 1 1 0 0,0-1-1 0 0,1 1 1 0 0,-1 0 0 0 0,-1 0-1 0 0,1 0 1 0 0,-1 0-1 0 0,1 1 1 0 0,-1-1-1 0 0,0 1 1 0 0,-1-1-1 0 0,1 1 1 0 0,-1-1 0 0 0,0 1-1 0 0,0 0 1 0 0,0 0-1 0 0,-1 0 1 0 0,0 0-1 0 0,0 0 1 0 0,0-1 0 0 0,0 1-1 0 0,-2 5 1 0 0,-2 11 50 0 0,-1-1 0 0 0,0 0-1 0 0,-2 0 1 0 0,-12 24 0 0 0,4-7 155 0 0,12-28-78 0 0,5-13-105 0 0,11-22-44 0 0,155-203 142 0 0,-163 223 304 0 0,6-10 262 0 0,-11 16-675 0 0,0 0-1 0 0,1-1 1 0 0,-1 1 0 0 0,0 0-1 0 0,0-1 1 0 0,0 1-1 0 0,0-1 1 0 0,0 1 0 0 0,0 0-1 0 0,0-1 1 0 0,0 1 0 0 0,0-1-1 0 0,0 1 1 0 0,0 0 0 0 0,0-1-1 0 0,0 1 1 0 0,0 0 0 0 0,0-1-1 0 0,-1 1 1 0 0,1-1-1 0 0,0 1 1 0 0,0 0 0 0 0,0-1-1 0 0,0 1 1 0 0,-1 0 0 0 0,1-1-1 0 0,0 1 1 0 0,0 0 0 0 0,-1 0-1 0 0,1-1 1 0 0,0 1-1 0 0,-1 0 1 0 0,1 0 0 0 0,0-1-1 0 0,-1 1 1 0 0,0 0-21 0 0,0 0 1 0 0,0 0-1 0 0,1 0 0 0 0,-1 0 1 0 0,0 0-1 0 0,0 0 0 0 0,1 0 1 0 0,-1 1-1 0 0,0-1 0 0 0,0 0 0 0 0,1 0 1 0 0,-1 1-1 0 0,0-1 0 0 0,1 0 1 0 0,-1 1-1 0 0,0-1 0 0 0,1 1 1 0 0,-1-1-1 0 0,1 1 0 0 0,-1-1 1 0 0,0 1-1 0 0,0 0 0 0 0,-11 13 79 0 0,12-14-86 0 0,-8 10 20 0 0,0 0 0 0 0,1 0 0 0 0,0 1-1 0 0,1 0 1 0 0,0 0 0 0 0,1 0 0 0 0,1 1 0 0 0,-1 0 0 0 0,-2 16 0 0 0,6-23-30 0 0,0 1 0 0 0,0-1 0 0 0,1 0 0 0 0,0 1 0 0 0,0-1 0 0 0,0 1 1 0 0,1-1-1 0 0,0 1 0 0 0,0-1 0 0 0,0 0 0 0 0,1 0 0 0 0,0 0 0 0 0,0 1 1 0 0,0-2-1 0 0,0 1 0 0 0,1 0 0 0 0,0 0 0 0 0,0-1 0 0 0,0 1 0 0 0,1-1 1 0 0,-1 0-1 0 0,1 0 0 0 0,8 6 0 0 0,-5-4-435 0 0,2-1 0 0 0,-1 0 0 0 0,0 0-1 0 0,1 0 1 0 0,0-1 0 0 0,0-1 0 0 0,15 5 0 0 0,-12-5-1281 0 0,0-1 1 0 0,-1 0 0 0 0,15 0-1 0 0,-2-2-3900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47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 2952 0 0,'3'-7'15858'0'0,"-5"37"-15034"0"0,-7 39 0 0 0,1-11-1087 0 0,6-41-1159 0 0,2 36 0 0 0,6-6-5899 0 0,-1-24-305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4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48 2228 0 0,'-10'-2'13273'0'0,"45"0"-12750"0"0,68-11 0 0 0,-10-6-2931 0 0,-57 7-4443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48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 1800 0 0,'-3'0'2612'0'0,"-4"-2"-1142"0"0,-20-3 8408 0 0,19 4-8639 0 0,0 8-238 0 0,8 2-864 0 0,1 1 0 0 0,1-1 0 0 0,0 1 0 0 0,0-1 0 0 0,1 0 0 0 0,5 11-1 0 0,27 56 29 0 0,-32-69-150 0 0,9 16-445 0 0,31 59-1788 0 0,-35-69-292 0 0,1 0 0 0 0,10 11 0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05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15 1692 0 0,'0'0'11002'0'0,"-3"0"-10801"0"0,-7 0-39 0 0,7 0 959 0 0,-20-6 1308 0 0,22 5-2425 0 0,-4-3 79 0 0,30 1-114 0 0,-22 3 18 0 0,1 0 3 0 0,0 0 1 0 0,0 1-1 0 0,-1 0 1 0 0,1-1 0 0 0,0 1-1 0 0,0 1 1 0 0,0-1-1 0 0,-1 1 1 0 0,1-1 0 0 0,5 4-1 0 0,-6-3 11 0 0,-1 0-1 0 0,1-1 0 0 0,-1 1 1 0 0,0 0-1 0 0,0 0 0 0 0,0 0 1 0 0,3 4-1 0 0,0 2-5 0 0,0 0 1 0 0,0 1-1 0 0,3 10 0 0 0,-6-13 5 0 0,0 0-1 0 0,-1 0 0 0 0,0 0 1 0 0,0 0-1 0 0,-1 0 1 0 0,1 0-1 0 0,-1 0 1 0 0,-1 0-1 0 0,1 0 0 0 0,-1 0 1 0 0,0 0-1 0 0,-2 5 1 0 0,-2 8 1 0 0,-1 0 1 0 0,-13 27 0 0 0,7-26 22 0 0,-1 0 0 0 0,-30 35 0 0 0,24-32 79 0 0,-3 4-27 0 0,21-26-56 0 0,0 0 39 0 0,-1 0 0 0 0,1 0-1 0 0,0 1 1 0 0,0-1 0 0 0,0 0 0 0 0,0 1 0 0 0,0-1-1 0 0,0 1 1 0 0,0-1 0 0 0,0 1 0 0 0,0-1 0 0 0,1 1-1 0 0,-2 2 1 0 0,5-3-55 0 0,0-1-1 0 0,0 1 1 0 0,0-1-1 0 0,0 0 1 0 0,0 0-1 0 0,0-1 0 0 0,0 1 1 0 0,0 0-1 0 0,-1-1 1 0 0,1 0-1 0 0,5-1 1 0 0,4-2 6 0 0,153-36 75 0 0,-41 8-29 0 0,-74 23-44 0 0,-20 3 87 0 0,35-11-1 0 0,-63 17-91 0 0,25-6 210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05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3 772 0 0,'0'0'17812'0'0,"7"-2"-20981"0"0,7 5-1676 0 0,-4-2 941 0 0,10 1-358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49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71 640 0 0,'13'-46'12577'0'0,"-9"37"-10398"0"0,2 14 2 0 0,3 13-924 0 0,-5-4-1085 0 0,2-1-1 0 0,0-1 0 0 0,0 1 0 0 0,1-1 0 0 0,0 0 0 0 0,1-1 0 0 0,1 0 0 0 0,16 17 0 0 0,-21-24-150 0 0,0-1 0 0 0,-1 1 0 0 0,1-1 0 0 0,1 0 0 0 0,-1 0 0 0 0,0-1 0 0 0,1 0 0 0 0,-1 1 0 0 0,1-1-1 0 0,0-1 1 0 0,0 1 0 0 0,0-1 0 0 0,0 0 0 0 0,0 0 0 0 0,0 0 0 0 0,0-1 0 0 0,0 1 0 0 0,0-1-1 0 0,0 0 1 0 0,0-1 0 0 0,0 0 0 0 0,0 1 0 0 0,0-1 0 0 0,0-1 0 0 0,0 1 0 0 0,9-5 0 0 0,-9 3-11 0 0,0 1 0 0 0,-1-1-1 0 0,1-1 1 0 0,-1 1 0 0 0,1-1 0 0 0,-1 0 0 0 0,0 0 0 0 0,0 0 0 0 0,-1 0 0 0 0,1-1 0 0 0,-1 1 0 0 0,0-1 0 0 0,0 0 0 0 0,0 0 0 0 0,-1 0 0 0 0,3-9 0 0 0,1-5 90 0 0,-1-1 0 0 0,-2 1 0 0 0,3-26 1 0 0,-5 39-41 0 0,-1 4 82 0 0,-6 11-70 0 0,-1 8 207 0 0,1 0-1 0 0,1 0 1 0 0,0 0 0 0 0,-2 26 0 0 0,0-7 64 0 0,-14 84 500 0 0,13-64 229 0 0,-3 0 0 0 0,-35 105 0 0 0,43-154-924 0 0,0 0 0 0 0,0-1 0 0 0,0 1 0 0 0,-1-1 0 0 0,0 0 0 0 0,-1 0 0 0 0,1 0 0 0 0,-1-1 0 0 0,0 1 0 0 0,-1-1 0 0 0,1-1 0 0 0,-1 1 0 0 0,0-1 0 0 0,0 0 0 0 0,-9 5 0 0 0,6-5-860 0 0,0 0 1 0 0,0-1-1 0 0,-1-1 1 0 0,1 1-1 0 0,0-1 1 0 0,-16 1-1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5:50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43 616 0 0,'21'-22'18548'0'0,"-16"17"-17086"0"0,8-3 481 0 0,-8 6-1791 0 0,0 1-1 0 0,1 0 0 0 0,-1-1 0 0 0,0 2 0 0 0,1-1 0 0 0,-1 1 1 0 0,1 0-1 0 0,-1 0 0 0 0,1 0 0 0 0,-1 1 0 0 0,0 0 0 0 0,9 2 1 0 0,-12-2-124 0 0,0 0 1 0 0,0 0 0 0 0,1 0-1 0 0,-1 0 1 0 0,0 0 0 0 0,0 1-1 0 0,0-1 1 0 0,0 1 0 0 0,0 0-1 0 0,0-1 1 0 0,-1 1 0 0 0,1 0-1 0 0,-1 0 1 0 0,1 0-1 0 0,-1 0 1 0 0,0 1 0 0 0,1-1-1 0 0,-1 0 1 0 0,0 0 0 0 0,-1 1-1 0 0,1-1 1 0 0,0 1 0 0 0,-1-1-1 0 0,1 1 1 0 0,-1-1 0 0 0,0 1-1 0 0,0-1 1 0 0,0 1 0 0 0,0 4-1 0 0,-1 4 83 0 0,-1-1 1 0 0,0 0-1 0 0,-1 1 0 0 0,0-1 0 0 0,0 0 0 0 0,-1 0 0 0 0,0-1 0 0 0,-8 14 1 0 0,-51 71 656 0 0,42-65-593 0 0,2-6-69 0 0,13-17-74 0 0,1 1 1 0 0,0 0-1 0 0,0 0 0 0 0,-7 14 0 0 0,26-24-439 0 0,269-95-6958 0 0,-91 40-1608 0 0,-92 27 517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06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9 284 0 0,'25'6'17724'0'0,"-24"-6"-18106"0"0,1 0 1 0 0,-1 1-1 0 0,0-1 1 0 0,0 0 0 0 0,1 0-1 0 0,-1 0 1 0 0,0 0 0 0 0,1 0-1 0 0,-1 0 1 0 0,0 0-1 0 0,0 0 1 0 0,1-1 0 0 0,-1 1-1 0 0,0 0 1 0 0,0-1-1 0 0,0 1 1 0 0,1-1 0 0 0,-1 0-1 0 0,0 1 1 0 0,1-2-1 0 0,8-2-2367 0 0,5-2-2096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07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1788 0 0,'14'-3'7021'0'0,"1"1"-5350"0"0,-2 2-2525 0 0,-2-1-3540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09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1176 0 0,'3'-2'1383'0'0,"-3"2"-1152"0"0,1 0-1 0 0,-1 0 1 0 0,1-1-1 0 0,-1 1 1 0 0,1 0 0 0 0,-1 0-1 0 0,1 0 1 0 0,0 0-1 0 0,-1 0 1 0 0,1 0-1 0 0,-1 0 1 0 0,1 0-1 0 0,7 3 3228 0 0,-7-2-3227 0 0,4 8-3703 0 0,0-2 103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10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1276 0 0,'-7'7'6773'0'0,"2"0"-6561"0"0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10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1952 0 0,'0'0'2480'0'0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14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 1628 0 0,'-7'7'1248'0'0,"2"-1"-76"0"0,-4 7-1252 0 0,4-7-1616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16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15 568 0 0,'0'0'3441'0'0,"3"-10"-4120"0"0,1 6-240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19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0 276 0 0,'0'0'4360'0'0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21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1436 0 0,'0'0'3444'0'0,"7"6"-3392"0"0,8-6-2580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22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8 260 0 0,'6'-7'9943'0'0,"22"7"-14482"0"0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22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1404 0 0,'0'1'274'0'0,"0"0"0"0"0,0 0 1 0 0,0 0-1 0 0,1 0 0 0 0,-1 0 0 0 0,0-1 0 0 0,0 1 0 0 0,1 0 0 0 0,-1 0 1 0 0,0 0-1 0 0,1 0 0 0 0,-1 0 0 0 0,1-1 0 0 0,-1 1 0 0 0,1 0 1 0 0,-1 0-1 0 0,1-1 0 0 0,0 1 0 0 0,-1 0 0 0 0,2 1 0 0 0,8-1 1040 0 0,5-3-5473 0 0,1-1 2247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23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54 932 0 0,'10'-5'3640'0'0,"7"-2"-1475"0"0,-5 2-813 0 0,-1 0-496 0 0,-3-1-700 0 0,4 0-568 0 0,7-1-988 0 0,-3 2-877 0 0,-3-2-331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23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32 512 0 0,'0'0'1574'0'0,"-24"-27"5923"0"0,18 23-7381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23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46 1920 0 0,'0'-16'5253'0'0,"0"-4"-591"0"0,0 18-3830 0 0,-4-6 2044 0 0,1 19-2667 0 0,-1-1-1 0 0,2 1 0 0 0,-1 0 0 0 0,2 0 0 0 0,-2 22 0 0 0,-1 5-60 0 0,-2 5-150 0 0,-13 107-1494 0 0,18-128-1307 0 0,1 1 0 0 0,4 31 1 0 0,-1-36-1828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23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27 134 984 0 0,'21'-134'17218'0'0,"-18"152"-15937"0"0,0 25-383 0 0,-8-1-387 0 0,-13 62 0 0 0,9-63-592 0 0,-5 68 0 0 0,11-77-1234 0 0,-1 12-2544 0 0,9-15-4887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23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95 128 0 0,'-23'-83'12089'0'0,"22"80"-11443"0"0,1 3-557 0 0,0 0 0 0 0,0-1 1 0 0,0 1-1 0 0,0 0 1 0 0,0-1-1 0 0,0 1 0 0 0,0-1 1 0 0,0 1-1 0 0,0 0 1 0 0,0-1-1 0 0,0 1 1 0 0,0-1-1 0 0,0 1 0 0 0,0 0 1 0 0,0-1-1 0 0,0 1 1 0 0,0 0-1 0 0,0-1 1 0 0,1 1-1 0 0,-1 0 0 0 0,0-1 1 0 0,0 1-1 0 0,1-1 1 0 0,20 13 889 0 0,-1 0-1 0 0,0 1 1 0 0,-1 2 0 0 0,34 32 0 0 0,-25-19-567 0 0,-2 2 0 0 0,29 42 0 0 0,-34-40-289 0 0,-2 0 0 0 0,-1 2 0 0 0,-1 0 1 0 0,-2 1-1 0 0,-2 0 0 0 0,18 74 0 0 0,-22-59 54 0 0,-1 0 0 0 0,-3 0 0 0 0,-3 1 0 0 0,-5 87 0 0 0,-7-56-649 0 0,-3 0 0 0 0,-4-1 0 0 0,-4 0-1 0 0,-3-2 1 0 0,-3 0 0 0 0,-47 92 0 0 0,7-44-3284 0 0,18-47-1980 0 0,7-18-1949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24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32 572 0 0,'-26'-25'10486'0'0,"18"19"-7527"0"0,6 13-1977 0 0,2 0-855 0 0,1 0 0 0 0,-1-1 0 0 0,1 1 1 0 0,1-1-1 0 0,2 10 0 0 0,3 16 96 0 0,3 89 287 0 0,-7 171-1 0 0,-5-123-2524 0 0,9-1-4334 0 0,-2-104 113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24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473 79 244 0 0,'0'-2'2223'0'0,"-1"-5"-704"0"0,0 1 1 0 0,0 0 0 0 0,0-1-1 0 0,-4-8 1 0 0,3 12-1268 0 0,1 0 1 0 0,0 1-1 0 0,-1-1 1 0 0,0 1-1 0 0,1-1 1 0 0,-1 1-1 0 0,0 0 1 0 0,0-1 0 0 0,-1 1-1 0 0,1 0 1 0 0,-3-2-1 0 0,3 3-206 0 0,1 1 0 0 0,-1-1-1 0 0,0 0 1 0 0,0 1 0 0 0,0 0-1 0 0,0-1 1 0 0,1 1 0 0 0,-1 0-1 0 0,0 0 1 0 0,0 0 0 0 0,0 0-1 0 0,0 0 1 0 0,0 0 0 0 0,0 0 0 0 0,1 1-1 0 0,-1-1 1 0 0,-2 2 0 0 0,-28 11 266 0 0,18-5-255 0 0,1 1 0 0 0,0 1 0 0 0,1 0 0 0 0,0 0 0 0 0,1 1 1 0 0,-15 18-1 0 0,-53 81 115 0 0,69-96-141 0 0,5-6-19 0 0,-103 165 206 0 0,96-150-186 0 0,1 0-1 0 0,1 1 0 0 0,1 0 0 0 0,1 0 0 0 0,-9 50 0 0 0,16-69-20 0 0,1 0 0 0 0,0 0 0 0 0,-1 0 0 0 0,1 0 0 0 0,1 0 0 0 0,-1 0 0 0 0,1 0 0 0 0,0 0 0 0 0,0 0 0 0 0,0 0 0 0 0,1 0 0 0 0,0-1 0 0 0,0 1 0 0 0,5 8 0 0 0,-5-9-8 0 0,1-1-1 0 0,0 0 0 0 0,0 0 1 0 0,1 1-1 0 0,-1-2 0 0 0,1 1 1 0 0,-1 0-1 0 0,1-1 0 0 0,0 0 0 0 0,0 0 1 0 0,0 0-1 0 0,0 0 0 0 0,0 0 1 0 0,0-1-1 0 0,1 0 0 0 0,8 2 1 0 0,5-1-248 0 0,0-1 0 0 0,0-1 0 0 0,1 0 0 0 0,-1-1 1 0 0,0-1-1 0 0,0-1 0 0 0,28-8 0 0 0,-3-2-1253 0 0,79-36 0 0 0,-97 37-688 0 0,42-28 1 0 0,-24 9-1540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25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101 216 1280 0 0,'-3'-43'3930'0'0,"-3"0"1"0"0,-18-70-1 0 0,17 96-2817 0 0,7 17-1078 0 0,-1 0 0 0 0,1 0 0 0 0,0 0 0 0 0,0 0 0 0 0,0 0 1 0 0,-1 0-1 0 0,1 0 0 0 0,0 0 0 0 0,0 0 0 0 0,0 0 0 0 0,-1 1 1 0 0,1-1-1 0 0,0 0 0 0 0,0 0 0 0 0,0 0 0 0 0,-1 0 0 0 0,1 0 1 0 0,0 0-1 0 0,0 0 0 0 0,0 0 0 0 0,0 1 0 0 0,-1-1 0 0 0,1 0 1 0 0,0 0-1 0 0,0 0 0 0 0,0 0 0 0 0,0 1 0 0 0,0-1 0 0 0,0 0 1 0 0,0 0-1 0 0,-1 0 0 0 0,1 1 0 0 0,0-1 0 0 0,0 0 0 0 0,0 0 1 0 0,0 0-1 0 0,0 1 0 0 0,0-1 0 0 0,0 0 0 0 0,0 0 0 0 0,-7 38 2038 0 0,5-31-2054 0 0,-2 22 543 0 0,-33 247 2329 0 0,34-230-2774 0 0,2 0 1 0 0,1 0-1 0 0,3 0 0 0 0,9 47 1 0 0,-9-76-449 0 0,1 0 0 0 0,1 0 1 0 0,0-1-1 0 0,2 0 1 0 0,-1 0-1 0 0,2 0 1 0 0,17 26-1 0 0,-22-37-15 0 0,1-1 0 0 0,0 1 0 0 0,1 0 0 0 0,-1-1 0 0 0,1 0 0 0 0,0 0 0 0 0,0 0 0 0 0,0-1-1 0 0,0 0 1 0 0,11 5 0 0 0,-11-6 121 0 0,-1-1 0 0 0,1 0-1 0 0,0 0 1 0 0,0 0 0 0 0,0 0-1 0 0,0-1 1 0 0,0 0 0 0 0,0 0-1 0 0,0 0 1 0 0,0-1-1 0 0,0 0 1 0 0,-1 0 0 0 0,1 0-1 0 0,0 0 1 0 0,6-3 0 0 0,-2-1 123 0 0,0 1 1 0 0,0-2 0 0 0,-1 1-1 0 0,0-1 1 0 0,0 0-1 0 0,0-1 1 0 0,-1 0 0 0 0,1 0-1 0 0,-2-1 1 0 0,1 0-1 0 0,-1 0 1 0 0,0 0 0 0 0,-1-1-1 0 0,0 0 1 0 0,5-13 0 0 0,1-3 752 0 0,-2 0 0 0 0,0-1 0 0 0,-2 0 0 0 0,7-43 0 0 0,-2-22 3579 0 0,-12 88-3321 0 0,-3 20-468 0 0,-1 11-132 0 0,0 0-1 0 0,2 1 1 0 0,2 40-1 0 0,0-58-286 0 0,1 0-1 0 0,1-1 1 0 0,0 1-1 0 0,0 0 1 0 0,1-1-1 0 0,0 0 1 0 0,1 1 0 0 0,0-1-1 0 0,0 0 1 0 0,1-1-1 0 0,1 1 1 0 0,6 8-1 0 0,-8-13-14 0 0,0-1-1 0 0,1 0 0 0 0,0 0 1 0 0,0 0-1 0 0,0 0 0 0 0,0-1 1 0 0,1 0-1 0 0,-1 0 1 0 0,1 0-1 0 0,0-1 0 0 0,-1 1 1 0 0,1-1-1 0 0,0-1 0 0 0,1 1 1 0 0,-1-1-1 0 0,0 0 1 0 0,0-1-1 0 0,0 0 0 0 0,1 0 1 0 0,-1 0-1 0 0,0 0 0 0 0,0-1 1 0 0,10-2-1 0 0,-8 1 2 0 0,0 0 0 0 0,0-1 1 0 0,0 0-1 0 0,0 0 0 0 0,0 0 0 0 0,-1-1 0 0 0,1-1 0 0 0,-1 1 0 0 0,0-1 1 0 0,-1 0-1 0 0,1 0 0 0 0,-1-1 0 0 0,0 0 0 0 0,0 0 0 0 0,-1-1 0 0 0,9-13 1 0 0,-8 9-13 0 0,-2-1 1 0 0,1 1 0 0 0,-2-1-1 0 0,1 0 1 0 0,-2 1 0 0 0,1-1 0 0 0,-2-1-1 0 0,0 1 1 0 0,0 0 0 0 0,-1 0-1 0 0,0 0 1 0 0,-1-1 0 0 0,-1 1 0 0 0,0 0-1 0 0,-1 0 1 0 0,-6-19 0 0 0,6 24-2 0 0,1 0 0 0 0,-2 0 1 0 0,1 1-1 0 0,-1-1 0 0 0,0 0 1 0 0,0 1-1 0 0,-1 0 0 0 0,0 0 1 0 0,0 1-1 0 0,0-1 0 0 0,-1 1 0 0 0,-6-5 1 0 0,6 7 5 0 0,1 0-1 0 0,-1 0 1 0 0,1 0 0 0 0,-1 1-1 0 0,0 0 1 0 0,0 0 0 0 0,0 1-1 0 0,0-1 1 0 0,0 1 0 0 0,0 0 0 0 0,0 1-1 0 0,0 0 1 0 0,-1 0 0 0 0,1 0-1 0 0,0 1 1 0 0,-9 1 0 0 0,6 0-34 0 0,0 1-1 0 0,0-1 1 0 0,0 2 0 0 0,0-1 0 0 0,0 1-1 0 0,1 1 1 0 0,0-1 0 0 0,-9 7-1 0 0,12-7-286 0 0,0 0-1 0 0,0 0 0 0 0,0 1 0 0 0,1-1 0 0 0,0 1 0 0 0,-1 0 0 0 0,2 0 0 0 0,-1 0 0 0 0,1 1 0 0 0,-1 0 0 0 0,1-1 0 0 0,-4 12 0 0 0,7-14 51 0 0,-1-1 0 0 0,1 1 1 0 0,-1-1-1 0 0,1 1 0 0 0,0-1 0 0 0,0 1 0 0 0,0-1 0 0 0,0 1 1 0 0,0-1-1 0 0,1 1 0 0 0,-1-1 0 0 0,1 1 0 0 0,-1-1 0 0 0,1 0 0 0 0,0 1 1 0 0,2 3-1 0 0,-2-4-223 0 0,0 0 1 0 0,1 0-1 0 0,-1-1 1 0 0,1 1-1 0 0,0 0 1 0 0,-1-1-1 0 0,1 1 1 0 0,0-1-1 0 0,0 1 1 0 0,0-1-1 0 0,3 2 1 0 0,6 1-2749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25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75 2544 0 0,'9'-6'1507'0'0,"0"0"-1"0"0,-1-1 1 0 0,0 0-1 0 0,0 0 0 0 0,0 0 1 0 0,9-13-1 0 0,-16 18-1012 0 0,0 1-445 0 0,-1 1 0 0 0,0-1 1 0 0,0 1-1 0 0,0-1 1 0 0,0 1-1 0 0,0-1 0 0 0,0 1 1 0 0,0-1-1 0 0,0 1 0 0 0,0-1 1 0 0,0 1-1 0 0,0-1 1 0 0,0 1-1 0 0,0-1 0 0 0,0 1 1 0 0,-1 0-1 0 0,1-1 1 0 0,0 1-1 0 0,0-1 0 0 0,0 1 1 0 0,-1-1-1 0 0,1 1 1 0 0,0-1-1 0 0,-1 1 0 0 0,-4 0 7 0 0,1 0 0 0 0,-1 1 0 0 0,1 0-1 0 0,-1 0 1 0 0,1 0 0 0 0,0 1 0 0 0,-1-1 0 0 0,1 1-1 0 0,0 0 1 0 0,0 0 0 0 0,0 1 0 0 0,0-1-1 0 0,0 1 1 0 0,-5 5 0 0 0,-1 1 9 0 0,0 0 0 0 0,0 1 1 0 0,-16 20-1 0 0,23-25-43 0 0,0-1 1 0 0,0 1-1 0 0,0 0 1 0 0,1 0-1 0 0,0 0 0 0 0,-1 0 1 0 0,2 0-1 0 0,-1 0 1 0 0,1 0-1 0 0,-1 1 1 0 0,1 7-1 0 0,1-10 18 0 0,0 0 1 0 0,0 0-1 0 0,1 0 0 0 0,-1 0 0 0 0,1 0 0 0 0,0 0 1 0 0,0-1-1 0 0,0 1 0 0 0,0 0 0 0 0,0-1 1 0 0,1 1-1 0 0,-1 0 0 0 0,1-1 0 0 0,-1 0 1 0 0,1 1-1 0 0,0-1 0 0 0,0 0 0 0 0,0 0 1 0 0,1 0-1 0 0,-1 0 0 0 0,0 0 0 0 0,5 2 1 0 0,116 62 647 0 0,-86-48-508 0 0,-34-16-109 0 0,1-1 0 0 0,0 1 1 0 0,-1 0-1 0 0,1 0 0 0 0,-1 1 1 0 0,1-1-1 0 0,-1 1 0 0 0,0 0 1 0 0,0 0-1 0 0,-1 0 0 0 0,1 0 1 0 0,0 0-1 0 0,-1 0 0 0 0,0 1 1 0 0,0-1-1 0 0,2 6 0 0 0,-3-8-48 0 0,-1 1-1 0 0,0 0 1 0 0,0-1 0 0 0,0 1-1 0 0,0 0 1 0 0,-1-1-1 0 0,1 1 1 0 0,0-1-1 0 0,-1 1 1 0 0,1 0-1 0 0,-1-1 1 0 0,1 1-1 0 0,-1-1 1 0 0,0 1-1 0 0,0-1 1 0 0,0 0-1 0 0,1 1 1 0 0,-1-1-1 0 0,-1 0 1 0 0,-1 3-1 0 0,-27 21 212 0 0,25-22-189 0 0,-6 5 5 0 0,-1-1-1 0 0,1-1 1 0 0,-1 0 0 0 0,0-1 0 0 0,-26 8 0 0 0,-65 9 91 0 0,61-14-112 0 0,34-6-158 0 0,0-1 0 0 0,0 0 0 0 0,1-1 0 0 0,-1 0 0 0 0,0 0 0 0 0,-9-1 0 0 0,16 1 43 0 0,1 0 0 0 0,-1 0 1 0 0,1 0-1 0 0,-1-1 0 0 0,1 1 1 0 0,0 0-1 0 0,-1 0 0 0 0,1 0 0 0 0,-1 0 1 0 0,1-1-1 0 0,-1 1 0 0 0,1 0 1 0 0,0 0-1 0 0,-1-1 0 0 0,1 1 0 0 0,-1 0 1 0 0,1-1-1 0 0,0 1 0 0 0,-1 0 1 0 0,1-1-1 0 0,0 1 0 0 0,0-1 0 0 0,-1 1 1 0 0,1 0-1 0 0,0-1 0 0 0,0 1 1 0 0,0-1-1 0 0,-1 1 0 0 0,1-1 1 0 0,0 1-1 0 0,0-1 0 0 0,0 1 0 0 0,0-1 1 0 0,0 1-1 0 0,0-1 0 0 0,0 1 1 0 0,0-1-1 0 0,0 1 0 0 0,0-1 0 0 0,0 1 1 0 0,0 0-1 0 0,0-1 0 0 0,1 1 1 0 0,-1-1-1 0 0,0 1 0 0 0,0-1 1 0 0,0 1-1 0 0,1-1 0 0 0,-1 1 0 0 0,0 0 1 0 0,1-1-1 0 0,-1 1 0 0 0,1-1 1 0 0,16-21-4037 0 0,-7 11 651 0 0,2-2-1412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26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 2576 0 0,'41'-58'16374'0'0,"-38"59"-15766"0"0,-1 0-498 0 0,0 0 1 0 0,0 0 0 0 0,0 1-1 0 0,-1-1 1 0 0,1 1 0 0 0,0-1 0 0 0,-1 1-1 0 0,1 0 1 0 0,-1-1 0 0 0,1 1-1 0 0,-1 0 1 0 0,0 0 0 0 0,0 0-1 0 0,0 0 1 0 0,0 0 0 0 0,0 0-1 0 0,0 1 1 0 0,-1-1 0 0 0,1 0-1 0 0,0 3 1 0 0,5 18 342 0 0,-1 0 0 0 0,3 34-1 0 0,2 7-153 0 0,-7-44-277 0 0,1-1 92 0 0,10 33-1 0 0,-12-47-178 0 0,0 0 1 0 0,0 0-1 0 0,0 0 0 0 0,1-1 0 0 0,0 1 1 0 0,0-1-1 0 0,0 1 0 0 0,0-1 0 0 0,1 0 0 0 0,0-1 1 0 0,5 5-1 0 0,-8-7 14 0 0,1 0 1 0 0,-1 0 0 0 0,1-1 0 0 0,0 1-1 0 0,-1-1 1 0 0,1 1 0 0 0,0-1 0 0 0,-1 0-1 0 0,1 1 1 0 0,0-1 0 0 0,-1 0-1 0 0,1 0 1 0 0,0 0 0 0 0,-1-1 0 0 0,1 1-1 0 0,0 0 1 0 0,1-1 0 0 0,1 0-19 0 0,0 0 0 0 0,-1 0 1 0 0,1-1-1 0 0,-1 1 0 0 0,0-1 0 0 0,6-3 1 0 0,-3 0 21 0 0,-1 0 0 0 0,0 0 1 0 0,0 0-1 0 0,0-1 0 0 0,-1 1 1 0 0,0-1-1 0 0,0 0 1 0 0,0-1-1 0 0,-1 1 0 0 0,0-1 1 0 0,4-11-1 0 0,0-7-32 0 0,8-50 1 0 0,-7 28-7 0 0,8-55 1666 0 0,-15 102-1508 0 0,0 1 0 0 0,0-1-1 0 0,0 1 1 0 0,0-1 0 0 0,0 1 0 0 0,-1-1 0 0 0,1 1-1 0 0,0 0 1 0 0,-1-1 0 0 0,1 1 0 0 0,0 0 0 0 0,-1 0-1 0 0,1-1 1 0 0,-1 1 0 0 0,1 0 0 0 0,-1 0-1 0 0,1 0 1 0 0,-1 0 0 0 0,0-1 0 0 0,1 1 0 0 0,-1 0-1 0 0,0 0 1 0 0,0 0 0 0 0,1 2 0 0 0,3 28 649 0 0,-4-23-382 0 0,4 115 1121 0 0,-5-91-1560 0 0,1 0 1 0 0,2-1 0 0 0,7 41 0 0 0,-8-68-228 0 0,2 10-793 0 0,0-1 0 0 0,9 23-1 0 0,4-10-3061 0 0,9-7-4384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27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0 164 740 0 0,'2'-28'4879'0'0,"-2"22"-4043"0"0,0 1 1 0 0,0-1 0 0 0,0 1-1 0 0,1-1 1 0 0,0 1-1 0 0,0-1 1 0 0,0 1-1 0 0,1 0 1 0 0,0-1-1 0 0,0 1 1 0 0,0 0-1 0 0,1 0 1 0 0,3-5-1 0 0,-4 9-665 0 0,0 0-1 0 0,0-1 0 0 0,0 1 1 0 0,0 0-1 0 0,0 0 1 0 0,0 0-1 0 0,0 1 0 0 0,1-1 1 0 0,-1 0-1 0 0,0 1 1 0 0,1 0-1 0 0,-1-1 0 0 0,0 1 1 0 0,1 0-1 0 0,-1 0 1 0 0,1 0-1 0 0,-1 1 0 0 0,0-1 1 0 0,1 0-1 0 0,2 2 1 0 0,2 0 41 0 0,1 1 0 0 0,-1-1 0 0 0,1 2 1 0 0,-1-1-1 0 0,0 1 0 0 0,0 0 1 0 0,-1 0-1 0 0,1 1 0 0 0,-1 0 0 0 0,0 0 1 0 0,0 1-1 0 0,7 8 0 0 0,-5-4-69 0 0,0 0 0 0 0,-1 0-1 0 0,0 1 1 0 0,0 0 0 0 0,-1 0 0 0 0,-1 1 0 0 0,5 13-1 0 0,-7-15-89 0 0,-1 0-1 0 0,0 0 0 0 0,-1 1 1 0 0,0-1-1 0 0,0 1 0 0 0,-1-1 1 0 0,-1 1-1 0 0,0-1 0 0 0,0 1 1 0 0,-1-1-1 0 0,-6 20 0 0 0,5-22-21 0 0,0 0 0 0 0,0 1 0 0 0,-1-1 0 0 0,0-1 0 0 0,0 1 0 0 0,-1 0-1 0 0,0-1 1 0 0,0 0 0 0 0,-1 0 0 0 0,0-1 0 0 0,0 1 0 0 0,-1-2-1 0 0,0 1 1 0 0,-9 6 0 0 0,12-11-3 0 0,4 0-36 0 0,-1-1 1 0 0,0 0-1 0 0,0 0 1 0 0,0 1-1 0 0,0-1 1 0 0,0 0-1 0 0,1 0 1 0 0,-1 0-1 0 0,0 0 1 0 0,0 0-1 0 0,0 0 0 0 0,0 0 1 0 0,0 0-1 0 0,0-1 1 0 0,1 1-1 0 0,-1 0 1 0 0,0 0-1 0 0,0-1 1 0 0,0 1-1 0 0,0-1 0 0 0,1 1 1 0 0,-1-1-1 0 0,0 1 1 0 0,0-1-1 0 0,1 1 1 0 0,-1-1-1 0 0,1 1 1 0 0,-1-1-1 0 0,0 0 0 0 0,1 1 1 0 0,-1-1-1 0 0,1 0 1 0 0,-1 0-1 0 0,1 0 1 0 0,0 1-1 0 0,-1-1 1 0 0,1 0-1 0 0,0 0 0 0 0,0 0 1 0 0,-1 0-1 0 0,1 1 1 0 0,0-1-1 0 0,0 0 1 0 0,0 0-1 0 0,0 0 1 0 0,0 0-1 0 0,0 0 1 0 0,0 0-1 0 0,0 0 0 0 0,1 1 1 0 0,-1-1-1 0 0,1-1 1 0 0,-1 0-18 0 0,1-7-43 0 0,1-1 0 0 0,0 1 0 0 0,1 0 0 0 0,-1 0-1 0 0,2 0 1 0 0,-1 0 0 0 0,2 0 0 0 0,-1 1 0 0 0,1 0-1 0 0,0 0 1 0 0,1 0 0 0 0,7-9 0 0 0,0 3 14 0 0,-1 1 0 0 0,2 0 0 0 0,0 1 1 0 0,0 1-1 0 0,24-14 0 0 0,-28 19 28 0 0,0 1 1 0 0,0 1-1 0 0,0 0 1 0 0,1 1-1 0 0,0 0 1 0 0,0 0-1 0 0,-1 1 1 0 0,1 0-1 0 0,13 1 1 0 0,-10 0 36 0 0,1 1 1 0 0,-1 1-1 0 0,0 0 1 0 0,1 1-1 0 0,17 5 1 0 0,12 1-18 0 0,-38-7 2 0 0,31 3 38 0 0,51 0 1 0 0,-79-4-37 0 0,0 0 0 0 0,0-1 1 0 0,0 0-1 0 0,0-1 0 0 0,0 0 0 0 0,0 0 0 0 0,0-1 0 0 0,-1 0 1 0 0,1 0-1 0 0,-1-1 0 0 0,10-6 0 0 0,-14 7-41 0 0,-1 0-1 0 0,1-1 0 0 0,-1 1 1 0 0,0-1-1 0 0,0 0 1 0 0,-1 0-1 0 0,1 0 1 0 0,-1 0-1 0 0,0 0 0 0 0,0 0 1 0 0,0-1-1 0 0,0 1 1 0 0,-1-1-1 0 0,0 1 0 0 0,0-1 1 0 0,0 0-1 0 0,-1 1 1 0 0,1-1-1 0 0,-1 0 0 0 0,0-5 1 0 0,0 5 21 0 0,-1-1 1 0 0,1 1-1 0 0,-1 0 0 0 0,0-1 1 0 0,0 1-1 0 0,-1 0 0 0 0,1 0 1 0 0,-1 0-1 0 0,0 0 1 0 0,-1 0-1 0 0,1 0 0 0 0,-1 0 1 0 0,0 1-1 0 0,0 0 0 0 0,0-1 1 0 0,-1 1-1 0 0,-3-4 0 0 0,5 7 26 0 0,0 1-1 0 0,0-1 0 0 0,1 0 0 0 0,-1 0 1 0 0,0 1-1 0 0,0-1 0 0 0,0 0 0 0 0,0 1 1 0 0,0 0-1 0 0,0 0 0 0 0,0-1 1 0 0,0 1-1 0 0,0 1 0 0 0,0-1 0 0 0,0 0 1 0 0,0 0-1 0 0,0 1 0 0 0,0-1 0 0 0,1 1 1 0 0,-1-1-1 0 0,-2 2 0 0 0,-4 1 73 0 0,0 0 0 0 0,1 1 0 0 0,-10 7 0 0 0,5-3 124 0 0,0 2-1 0 0,1 0 0 0 0,0 0 0 0 0,1 1 1 0 0,0 0-1 0 0,1 1 0 0 0,-16 25 0 0 0,10-10 241 0 0,1 0 1 0 0,-20 55-1 0 0,31-71-374 0 0,-1 0-1 0 0,2 0 1 0 0,-1 0 0 0 0,2 1 0 0 0,-1-1-1 0 0,2 1 1 0 0,-1-1 0 0 0,2 1 0 0 0,1 14-1 0 0,-1-22-52 0 0,-1 0-1 0 0,1 0 0 0 0,0 0 0 0 0,1 0 0 0 0,-1 0 1 0 0,1 0-1 0 0,0 0 0 0 0,0 0 0 0 0,0-1 0 0 0,0 1 1 0 0,1-1-1 0 0,-1 0 0 0 0,1 0 0 0 0,0 0 0 0 0,0 0 1 0 0,0 0-1 0 0,0 0 0 0 0,0-1 0 0 0,1 1 0 0 0,-1-1 1 0 0,1 0-1 0 0,0 0 0 0 0,-1-1 0 0 0,1 1 0 0 0,0-1 1 0 0,0 0-1 0 0,0 0 0 0 0,6 1 0 0 0,3 0-414 0 0,0-1-1 0 0,0-1 1 0 0,0 0-1 0 0,0-1 1 0 0,0-1-1 0 0,0 0 0 0 0,0 0 1 0 0,-1-1-1 0 0,21-8 1 0 0,-12 3-1906 0 0,28-16 0 0 0,15-16-6138 0 0,-39 22 794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27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1 121 1940 0 0,'3'-17'2498'0'0,"-3"9"-1719"0"0,1 0 1 0 0,0 0-1 0 0,1 1 0 0 0,0-1 0 0 0,0 0 0 0 0,1 1 0 0 0,0 0 0 0 0,0 0 0 0 0,1 0 0 0 0,7-11 1 0 0,-11 17-718 0 0,1 0 1 0 0,0 0 0 0 0,-1 1 0 0 0,1-1 0 0 0,0 0 0 0 0,0 0 0 0 0,0 1 0 0 0,-1-1 0 0 0,1 1 0 0 0,0-1 0 0 0,0 1 0 0 0,0-1 0 0 0,0 1 0 0 0,0 0 0 0 0,0-1 0 0 0,0 1 0 0 0,0 0 0 0 0,0 0 0 0 0,0 0 0 0 0,0 0 0 0 0,0 0 0 0 0,0 0 0 0 0,0 0 0 0 0,1 0 0 0 0,-1 0 0 0 0,0 0 0 0 0,0 1 0 0 0,0-1 0 0 0,0 0-1 0 0,0 1 1 0 0,0-1 0 0 0,-1 1 0 0 0,1-1 0 0 0,0 1 0 0 0,0-1 0 0 0,0 1 0 0 0,0 0 0 0 0,0-1 0 0 0,-1 1 0 0 0,2 1 0 0 0,1 1 61 0 0,1 1 0 0 0,-1 0 0 0 0,0 0 0 0 0,0-1 1 0 0,-1 2-1 0 0,1-1 0 0 0,1 4 0 0 0,0 5 77 0 0,0-1 0 0 0,0 1 0 0 0,-1 0 0 0 0,-1 0 0 0 0,2 21 0 0 0,-5 71 229 0 0,0-46-239 0 0,0-43-148 0 0,1-7-25 0 0,-1-1 0 0 0,1 1 0 0 0,1 0 1 0 0,0 0-1 0 0,0-1 0 0 0,0 1 0 0 0,1 0 0 0 0,0-1 0 0 0,5 10 0 0 0,-6-16-14 0 0,0-1 0 0 0,1 1 0 0 0,-1-1 0 0 0,0 1-1 0 0,1-1 1 0 0,0 0 0 0 0,-1 1 0 0 0,1-1-1 0 0,0 0 1 0 0,0 0 0 0 0,0 0 0 0 0,0 0 0 0 0,0-1-1 0 0,0 1 1 0 0,0 0 0 0 0,0-1 0 0 0,0 1 0 0 0,0-1-1 0 0,0 0 1 0 0,0 0 0 0 0,0 0 0 0 0,0 0 0 0 0,0 0-1 0 0,0 0 1 0 0,0 0 0 0 0,0-1 0 0 0,0 1-1 0 0,0-1 1 0 0,3-1 0 0 0,2 0-6 0 0,1-1 0 0 0,-1 0 0 0 0,0 0-1 0 0,0 0 1 0 0,0-1 0 0 0,10-7 0 0 0,-4 0-6 0 0,0-1 0 0 0,-1 0-1 0 0,-1-1 1 0 0,0 0 0 0 0,0 0 0 0 0,-1-1-1 0 0,-1-1 1 0 0,0 0 0 0 0,9-24 0 0 0,-4 5 38 0 0,-2-1 1 0 0,-2 0-1 0 0,9-51 1 0 0,-15 57 148 0 0,-4 27 61 0 0,-5 21 410 0 0,0 8-495 0 0,0 0 0 0 0,2 1 0 0 0,1-1-1 0 0,1 1 1 0 0,1 0 0 0 0,1-1 0 0 0,2 1-1 0 0,1-1 1 0 0,9 35 0 0 0,-9-52-387 0 0,0 0 0 0 0,0 1 0 0 0,1-2 0 0 0,0 1 0 0 0,1 0 0 0 0,0-1-1 0 0,1 0 1 0 0,0-1 0 0 0,0 1 0 0 0,1-2 0 0 0,11 11 0 0 0,-16-15-179 0 0,1 0 0 0 0,-1-1-1 0 0,1 1 1 0 0,0-1 0 0 0,0 1 0 0 0,0-1-1 0 0,0-1 1 0 0,0 1 0 0 0,1 0 0 0 0,-1-1-1 0 0,0 0 1 0 0,1 0 0 0 0,-1 0-1 0 0,1-1 1 0 0,-1 1 0 0 0,1-1 0 0 0,-1 0-1 0 0,1-1 1 0 0,-1 1 0 0 0,1-1 0 0 0,-1 0-1 0 0,1 0 1 0 0,-1 0 0 0 0,0 0 0 0 0,1-1-1 0 0,-1 0 1 0 0,0 0 0 0 0,0 0 0 0 0,7-5-1 0 0,3-3-3451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28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0 240 2928 0 0,'4'-106'4974'0'0,"-4"78"-2661"0"0,1 0 0 0 0,6-41 0 0 0,-7 68-2264 0 0,0 1 0 0 0,1-1 0 0 0,-1 1 0 0 0,0-1 0 0 0,0 1 0 0 0,1-1 0 0 0,-1 1 0 0 0,0 0 0 0 0,1-1 0 0 0,-1 1 0 0 0,1-1 0 0 0,-1 1 0 0 0,0 0 0 0 0,1-1 0 0 0,-1 1 0 0 0,1 0 0 0 0,-1 0 0 0 0,1-1 0 0 0,-1 1 0 0 0,1 0 0 0 0,-1 0 0 0 0,1 0 0 0 0,-1 0 0 0 0,1 0 0 0 0,-1-1 0 0 0,1 1 0 0 0,0 0 0 0 0,-1 0 0 0 0,1 0 0 0 0,-1 1 0 0 0,1-1 0 0 0,-1 0 0 0 0,1 0 0 0 0,-1 0 0 0 0,1 0 0 0 0,-1 0 0 0 0,1 1 0 0 0,-1-1-1 0 0,1 0 1 0 0,-1 0 0 0 0,1 1 0 0 0,-1-1 0 0 0,1 0 0 0 0,-1 1 0 0 0,0-1 0 0 0,1 0 0 0 0,0 1 0 0 0,0 0-108 0 0,3 3 194 0 0,1 0 1 0 0,-1-1-1 0 0,-1 2 0 0 0,1-1 1 0 0,0 0-1 0 0,-1 1 1 0 0,0-1-1 0 0,0 1 0 0 0,-1 0 1 0 0,1 0-1 0 0,-1 0 0 0 0,3 11 1 0 0,-2-9-23 0 0,6 17 102 0 0,-1 0-1 0 0,-1 0 1 0 0,-2 1 0 0 0,5 44 0 0 0,-8-51-151 0 0,-2 0 1 0 0,0 0 0 0 0,-1 0 0 0 0,-1 0 0 0 0,0-1 0 0 0,-1 1 0 0 0,-10 27 0 0 0,12-42-46 0 0,0 0 0 0 0,-1 0 0 0 0,1 0 0 0 0,-1-1 0 0 0,0 1 0 0 0,1-1-1 0 0,-1 1 1 0 0,-4 3 0 0 0,4-5 7 0 0,0-2-3 0 0,-9-7-16 0 0,9 4-9 0 0,0 0 1 0 0,0-1-1 0 0,0 1 0 0 0,0-1 1 0 0,1 1-1 0 0,0-1 1 0 0,0 0-1 0 0,0 1 1 0 0,1-1-1 0 0,-1 0 1 0 0,1 0-1 0 0,1-7 1 0 0,0-8-14 0 0,6-31 1 0 0,-3 32-6 0 0,1 1 0 0 0,1 0 0 0 0,1 0 0 0 0,0 1 0 0 0,1-1 0 0 0,1 2 0 0 0,0-1 0 0 0,23-28 0 0 0,-25 36 3 0 0,1 0-1 0 0,1 0 1 0 0,0 1 0 0 0,0 0-1 0 0,1 1 1 0 0,16-11-1 0 0,-20 15 9 0 0,1-1-1 0 0,0 1 1 0 0,1 0 0 0 0,-1 1-1 0 0,1-1 1 0 0,-1 1 0 0 0,1 1-1 0 0,-1 0 1 0 0,1 0 0 0 0,15 0-1 0 0,-16 2 19 0 0,-1-1 0 0 0,1 1 1 0 0,-1 0-1 0 0,1 1 0 0 0,-1 0 0 0 0,0 0 0 0 0,0 0 0 0 0,0 0 0 0 0,0 1 0 0 0,0 0 0 0 0,0 1 0 0 0,-1-1 1 0 0,0 1-1 0 0,1 0 0 0 0,-1 0 0 0 0,-1 1 0 0 0,1 0 0 0 0,-1-1 0 0 0,0 1 0 0 0,0 1 0 0 0,0-1 0 0 0,0 1 1 0 0,2 7-1 0 0,0-2 8 0 0,-2 1 1 0 0,1 0 0 0 0,-2 0-1 0 0,0 1 1 0 0,0-1-1 0 0,-1 1 1 0 0,0-1 0 0 0,-1 1-1 0 0,-1 0 1 0 0,0 0 0 0 0,-2 13-1 0 0,-2-1-124 0 0,1-6-997 0 0,0 31 0 0 0,2-46 693 0 0,1-1 1 0 0,1 1-1 0 0,-1 0 1 0 0,1 0-1 0 0,-1 0 1 0 0,1-1-1 0 0,0 1 1 0 0,0 0-1 0 0,1-1 1 0 0,-1 1-1 0 0,1-1 1 0 0,-1 1-1 0 0,1-1 1 0 0,3 4-1 0 0,-4-6 34 0 0,0 0 0 0 0,0 0 0 0 0,0 0 0 0 0,0 0 0 0 0,0 0 0 0 0,1-1 0 0 0,-1 1-1 0 0,0 0 1 0 0,0-1 0 0 0,0 1 0 0 0,1-1 0 0 0,-1 1 0 0 0,3-1 0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29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188 698 2012 0 0,'4'-14'1561'0'0,"-1"0"0"0"0,-1-1 0 0 0,0 1 0 0 0,-1-1 0 0 0,0 0-1 0 0,-1 0 1 0 0,-1 1 0 0 0,-2-17 0 0 0,3 30-1520 0 0,0 0-1 0 0,0 0 1 0 0,0 0-1 0 0,-1 0 1 0 0,1 0-1 0 0,0 0 1 0 0,0 0-1 0 0,-1 0 1 0 0,1 0-1 0 0,0 0 1 0 0,-1 0 0 0 0,1 0-1 0 0,-1 1 1 0 0,1-1-1 0 0,-1 0 1 0 0,1 0-1 0 0,-1 0 1 0 0,0 1-1 0 0,1-1 1 0 0,-1 0-1 0 0,0 1 1 0 0,0-1-1 0 0,1 1 1 0 0,-1-1 0 0 0,0 1-1 0 0,0-1 1 0 0,0 1-1 0 0,0-1 1 0 0,0 1-1 0 0,0 0 1 0 0,0-1-1 0 0,0 1 1 0 0,0 0-1 0 0,0 0 1 0 0,0 0-1 0 0,0 0 1 0 0,0 0 0 0 0,0 0-1 0 0,1 0 1 0 0,-1 0-1 0 0,0 0 1 0 0,0 0-1 0 0,0 1 1 0 0,0-1-1 0 0,0 0 1 0 0,0 1-1 0 0,0-1 1 0 0,0 1-1 0 0,0-1 1 0 0,0 1-1 0 0,-1 0 1 0 0,-4 3 59 0 0,0 0 0 0 0,0 0 0 0 0,0 1 0 0 0,1-1 0 0 0,-8 10 0 0 0,-2 3 57 0 0,1 1 0 0 0,1 1 0 0 0,0 1 0 0 0,2-1 0 0 0,-16 38 0 0 0,22-47-133 0 0,1 1 0 0 0,1 0 0 0 0,-1 1 0 0 0,2-1 0 0 0,0 0 1 0 0,0 1-1 0 0,1 0 0 0 0,0-1 0 0 0,1 1 0 0 0,0 0 0 0 0,1-1 0 0 0,1 1 0 0 0,2 12 0 0 0,-3-21-18 0 0,0 0 0 0 0,0 0 1 0 0,0 0-1 0 0,1 0 0 0 0,-1 0 0 0 0,0 0 0 0 0,1 0 0 0 0,0 0 1 0 0,0-1-1 0 0,0 1 0 0 0,0-1 0 0 0,0 0 0 0 0,0 1 0 0 0,1-1 1 0 0,-1 0-1 0 0,1 0 0 0 0,0-1 0 0 0,-1 1 0 0 0,1 0 0 0 0,0-1 0 0 0,0 0 1 0 0,0 1-1 0 0,0-1 0 0 0,0 0 0 0 0,0-1 0 0 0,0 1 0 0 0,0-1 1 0 0,1 1-1 0 0,-1-1 0 0 0,0 0 0 0 0,0 0 0 0 0,6-1 0 0 0,-2 0-8 0 0,1 0 0 0 0,-1-1 0 0 0,0 0 0 0 0,0-1 0 0 0,0 0 0 0 0,0 0 0 0 0,0 0 0 0 0,-1-1 0 0 0,0 1 0 0 0,1-2-1 0 0,-1 1 1 0 0,-1-1 0 0 0,8-7 0 0 0,-1-1-56 0 0,-2-1 0 0 0,1-1-1 0 0,-2 0 1 0 0,0 0 0 0 0,0-1-1 0 0,-2 0 1 0 0,0-1 0 0 0,-1 1 0 0 0,6-26-1 0 0,2-20-170 0 0,7-80-1 0 0,-16 98 199 0 0,6-53 187 0 0,-5-1 1 0 0,-9-155-1 0 0,0 234-141 0 0,0 27 164 0 0,-3 34 221 0 0,6-36-376 0 0,-22 510 1925 0 0,23-474-1878 0 0,8 53-1 0 0,-8-82-54 0 0,2-1 1 0 0,0 0-1 0 0,0 0 1 0 0,1-1-1 0 0,1 1 1 0 0,0-1-1 0 0,0 0 1 0 0,1 0-1 0 0,9 12 0 0 0,-10-17-13 0 0,0 0 0 0 0,0-1 0 0 0,1 0-1 0 0,-1 0 1 0 0,1 0 0 0 0,1-1-1 0 0,-1 1 1 0 0,0-2 0 0 0,1 1 0 0 0,0-1-1 0 0,0 0 1 0 0,0 0 0 0 0,0-1-1 0 0,1 0 1 0 0,-1 0 0 0 0,1-1 0 0 0,-1 0-1 0 0,1 0 1 0 0,-1 0 0 0 0,1-1 0 0 0,0-1-1 0 0,-1 1 1 0 0,1-1 0 0 0,8-2-1 0 0,-3 0-53 0 0,0-1 0 0 0,-1 0 0 0 0,1 0 0 0 0,-1-1 0 0 0,0-1 0 0 0,0 0 0 0 0,0-1 0 0 0,-1 0 0 0 0,0-1 0 0 0,0 0 0 0 0,-1 0 0 0 0,0-1 0 0 0,9-11 0 0 0,-3-2-1 0 0,-1 1 0 0 0,-1-2 0 0 0,-1 0 1 0 0,0-1-1 0 0,-2 0 0 0 0,-1-1 0 0 0,-1 0 0 0 0,-2 0 0 0 0,0-1 0 0 0,-1 0 0 0 0,2-29 0 0 0,-8 47 53 0 0,0 0 1 0 0,-1-1-1 0 0,1 1 0 0 0,-4-11 1 0 0,2 7 6 0 0,2 12-8 0 0,0-1 1 0 0,0 1 0 0 0,-1-1 0 0 0,1 0 0 0 0,0 1-1 0 0,0-1 1 0 0,-1 1 0 0 0,1-1 0 0 0,0 1-1 0 0,-1-1 1 0 0,1 1 0 0 0,-1-1 0 0 0,1 1 0 0 0,0 0-1 0 0,-1-1 1 0 0,1 1 0 0 0,-1-1 0 0 0,1 1 0 0 0,-1 0-1 0 0,0-1 1 0 0,1 1 0 0 0,-1 0 0 0 0,1 0-1 0 0,-1 0 1 0 0,1-1 0 0 0,-1 1 0 0 0,0 0 0 0 0,1 0-1 0 0,-1 0 1 0 0,0 0 0 0 0,1 0 0 0 0,-1 0 0 0 0,1 0-1 0 0,-1 0 1 0 0,0 0 0 0 0,1 0 0 0 0,-1 1-1 0 0,1-1 1 0 0,-1 0 0 0 0,0 0 0 0 0,-2 1 3 0 0,1 0 0 0 0,-1 0 0 0 0,1 0 0 0 0,0 0 0 0 0,0 0 0 0 0,-1 0 0 0 0,1 1 0 0 0,0-1 0 0 0,-2 2 0 0 0,-4 6 50 0 0,1 1-1 0 0,-1-1 1 0 0,2 2-1 0 0,-1-1 1 0 0,-8 22-1 0 0,-20 58 171 0 0,34-86-222 0 0,-12 33 20 0 0,-12 59 1 0 0,23-85-14 0 0,0-1 1 0 0,1 1 0 0 0,0-1-1 0 0,1 1 1 0 0,0-1-1 0 0,0 1 1 0 0,1-1 0 0 0,1 1-1 0 0,0-1 1 0 0,0 0-1 0 0,5 11 1 0 0,-5-17-4 0 0,0 0 0 0 0,1-1 0 0 0,-1 1-1 0 0,1 0 1 0 0,0-1 0 0 0,0 0 0 0 0,0 0 0 0 0,1 0 0 0 0,-1 0-1 0 0,1 0 1 0 0,0-1 0 0 0,-1 1 0 0 0,1-1 0 0 0,0 0 0 0 0,0 0-1 0 0,1-1 1 0 0,-1 1 0 0 0,0-1 0 0 0,0 0 0 0 0,1 0 0 0 0,-1 0-1 0 0,5-1 1 0 0,8 2 3 0 0,0-1-1 0 0,0-1 0 0 0,0 0 1 0 0,25-5-1 0 0,-21 1-40 0 0,0-1 0 0 0,0-1-1 0 0,0 0 1 0 0,-1-2 0 0 0,0 0 0 0 0,-1-2 0 0 0,0 0 0 0 0,0-1-1 0 0,-1-1 1 0 0,0 0 0 0 0,-1-1 0 0 0,-1-1 0 0 0,0-1-1 0 0,-1 0 1 0 0,-1-2 0 0 0,0 1 0 0 0,-1-1 0 0 0,-1-1 0 0 0,0 0-1 0 0,-2-1 1 0 0,13-30 0 0 0,-19 40 27 0 0,-2 0 0 0 0,1 1 0 0 0,-1-1-1 0 0,0 0 1 0 0,-1 0 0 0 0,0 0 0 0 0,-1 0 0 0 0,0-1 0 0 0,-1-11 0 0 0,0 16 8 0 0,1 1 0 0 0,-2-1 0 0 0,1 1 1 0 0,0-1-1 0 0,-1 1 0 0 0,0-1 0 0 0,0 1 0 0 0,0 0 1 0 0,-1 0-1 0 0,1 0 0 0 0,-1 0 0 0 0,0 0 1 0 0,0 1-1 0 0,0-1 0 0 0,-1 1 0 0 0,1 0 1 0 0,-1 0-1 0 0,0 0 0 0 0,-4-2 0 0 0,6 4 4 0 0,-1 0-1 0 0,0 1 0 0 0,1-1 1 0 0,-1 1-1 0 0,1-1 0 0 0,-1 1 0 0 0,0 0 1 0 0,1 0-1 0 0,-1 0 0 0 0,0 0 1 0 0,1 1-1 0 0,-1-1 0 0 0,0 1 1 0 0,-2 0-1 0 0,0 0 0 0 0,1 1 0 0 0,-1-1 0 0 0,0 1 0 0 0,1 0 0 0 0,0 0 0 0 0,-9 6 0 0 0,11-7-5 0 0,0 1 0 0 0,-1 0-1 0 0,1 0 1 0 0,0 0 0 0 0,1 0 0 0 0,-1 1-1 0 0,0-1 1 0 0,0 0 0 0 0,1 1 0 0 0,0-1 0 0 0,-1 1-1 0 0,1 0 1 0 0,0-1 0 0 0,0 1 0 0 0,0 0 0 0 0,1 0-1 0 0,-1 0 1 0 0,1-1 0 0 0,-1 1 0 0 0,1 0 0 0 0,0 0-1 0 0,0 0 1 0 0,1 3 0 0 0,0-3 3 0 0,0 1-1 0 0,0-1 1 0 0,0 0-1 0 0,0 0 1 0 0,1 0 0 0 0,0-1-1 0 0,-1 1 1 0 0,1 0 0 0 0,0 0-1 0 0,0-1 1 0 0,0 1 0 0 0,1-1-1 0 0,-1 0 1 0 0,1 0-1 0 0,-1 0 1 0 0,1 0 0 0 0,0 0-1 0 0,0 0 1 0 0,-1-1 0 0 0,5 2-1 0 0,6 2-12 0 0,0-1 0 0 0,0 0-1 0 0,0-1 1 0 0,0-1 0 0 0,0 0-1 0 0,1-1 1 0 0,-1 0 0 0 0,0-1-1 0 0,14-2 1 0 0,5-1-23 0 0,-1-2-1 0 0,53-14 1 0 0,-72 15 12 0 0,-1 0 0 0 0,1 0 0 0 0,-1-1 0 0 0,0 0-1 0 0,0-1 1 0 0,-1-1 0 0 0,0 1 0 0 0,0-2 0 0 0,0 1-1 0 0,-1-1 1 0 0,0-1 0 0 0,0 0 0 0 0,7-10 0 0 0,-14 16 12 0 0,-1 1 1 0 0,1-1-1 0 0,-1 1 0 0 0,0-1 1 0 0,0 0-1 0 0,0 1 1 0 0,0-1-1 0 0,0 0 1 0 0,0 0-1 0 0,-1 0 1 0 0,1 0-1 0 0,-1 1 1 0 0,0-1-1 0 0,0 0 0 0 0,-1-6 1 0 0,1 9 6 0 0,0-1 1 0 0,0 1-1 0 0,0-1 0 0 0,-1 1 1 0 0,1 0-1 0 0,0-1 1 0 0,-1 1-1 0 0,1-1 0 0 0,0 1 1 0 0,-1 0-1 0 0,1-1 0 0 0,0 1 1 0 0,-1 0-1 0 0,1 0 0 0 0,0-1 1 0 0,-1 1-1 0 0,1 0 1 0 0,-1 0-1 0 0,1-1 0 0 0,-1 1 1 0 0,1 0-1 0 0,-1 0 0 0 0,1 0 1 0 0,-1 0-1 0 0,1 0 1 0 0,-1 0-1 0 0,1 0 0 0 0,0 0 1 0 0,-1 0-1 0 0,1 0 0 0 0,-1 0 1 0 0,1 0-1 0 0,-1 0 0 0 0,1 0 1 0 0,-1 0-1 0 0,0 1 1 0 0,-17 5 37 0 0,8 2 46 0 0,0 0-1 0 0,1 0 1 0 0,0 1-1 0 0,0 0 1 0 0,1 1 0 0 0,0-1-1 0 0,0 2 1 0 0,1-1-1 0 0,1 1 1 0 0,-7 14 0 0 0,2-1 36 0 0,1 0 0 0 0,2 1 0 0 0,0-1 1 0 0,-4 27-1 0 0,10-42-85 0 0,1 1 1 0 0,0-1 0 0 0,0 0-1 0 0,1 0 1 0 0,0 1-1 0 0,0-1 1 0 0,1 0 0 0 0,0 0-1 0 0,4 11 1 0 0,-4-16-135 0 0,1 0 0 0 0,-1 0 0 0 0,1 0-1 0 0,0 0 1 0 0,0 0 0 0 0,1-1 0 0 0,-1 1 0 0 0,1-1 0 0 0,0 0 0 0 0,0 0 0 0 0,0 0 0 0 0,0 0 0 0 0,0 0-1 0 0,1 0 1 0 0,-1-1 0 0 0,1 0 0 0 0,0 0 0 0 0,0 0 0 0 0,-1 0 0 0 0,1 0 0 0 0,8 1 0 0 0,1 1-1363 0 0,0-2 0 0 0,25 3 0 0 0,7-6-4885 0 0,-10-3-1308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30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465 86 2308 0 0,'1'-3'1620'0'0,"8"-26"2999"0"0,-6 23-3462 0 0,-1 0 0 0 0,0-1 0 0 0,0 0 1 0 0,0 1-1 0 0,0-9 0 0 0,-2 14-1129 0 0,-1 1 0 0 0,1 0 0 0 0,0-1 0 0 0,0 1 0 0 0,0 0 1 0 0,-1-1-1 0 0,1 1 0 0 0,0 0 0 0 0,0-1 0 0 0,-1 1 0 0 0,1 0 0 0 0,0-1 0 0 0,-1 1 0 0 0,1 0 0 0 0,0 0 0 0 0,-1-1 0 0 0,1 1 0 0 0,-1 0 1 0 0,1 0-1 0 0,0 0 0 0 0,-1 0 0 0 0,1-1 0 0 0,-1 1 0 0 0,1 0 0 0 0,-1 0 0 0 0,1 0 0 0 0,0 0 0 0 0,-1 0 0 0 0,1 0 0 0 0,-1 0 0 0 0,-14 0 149 0 0,14 0-163 0 0,-15 2 69 0 0,0 0 0 0 0,-1 1 0 0 0,1 0 0 0 0,0 2 0 0 0,-15 5 0 0 0,-75 37 54 0 0,71-30-95 0 0,13-7-29 0 0,-40 21-43 0 0,57-28 25 0 0,0 0-1 0 0,0 0 0 0 0,0 0 1 0 0,1 1-1 0 0,-1 0 1 0 0,1 0-1 0 0,0 0 1 0 0,0 1-1 0 0,-3 4 1 0 0,7-8 6 0 0,-1 1 0 0 0,0-1 0 0 0,1 0 0 0 0,0 0 0 0 0,-1 1 0 0 0,1-1 1 0 0,0 0-1 0 0,-1 1 0 0 0,1-1 0 0 0,0 1 0 0 0,0-1 0 0 0,0 0 1 0 0,0 1-1 0 0,0-1 0 0 0,0 0 0 0 0,1 1 0 0 0,-1-1 0 0 0,0 0 0 0 0,1 1 1 0 0,-1-1-1 0 0,1 0 0 0 0,0 1 0 0 0,-1-1 0 0 0,1 0 0 0 0,0 0 0 0 0,-1 0 1 0 0,1 0-1 0 0,0 0 0 0 0,0 0 0 0 0,0 0 0 0 0,0 0 0 0 0,2 1 1 0 0,3 3 4 0 0,1 1 0 0 0,0-2 1 0 0,1 1-1 0 0,7 3 0 0 0,-7-4 4 0 0,62 30-19 0 0,16 10-29 0 0,-74-37 46 0 0,-1 0 1 0 0,0 1-1 0 0,0 0 1 0 0,19 20-1 0 0,-29-27 24 0 0,0 1 0 0 0,1-1 0 0 0,-1 1 0 0 0,0 0 0 0 0,0-1 0 0 0,1 1 0 0 0,-1 0 1 0 0,-1 0-1 0 0,1 0 0 0 0,0 0 0 0 0,0-1 0 0 0,-1 1 0 0 0,1 0 0 0 0,-1 1 0 0 0,0-1 0 0 0,1 0 0 0 0,-1 0 0 0 0,0 0 0 0 0,0 0 0 0 0,0 0 0 0 0,-1 3 0 0 0,0-1 42 0 0,-1-1 0 0 0,1 0 0 0 0,0 0 0 0 0,-1 0 0 0 0,0 0 0 0 0,0-1 0 0 0,0 1 0 0 0,0 0 0 0 0,0-1 0 0 0,0 1 0 0 0,-1-1 0 0 0,-3 3 0 0 0,-3 1 87 0 0,0 1 0 0 0,-1-1 0 0 0,0-1 0 0 0,-1 1 0 0 0,1-2-1 0 0,-20 7 1 0 0,8-7-224 0 0,-1 0-1 0 0,1-1 1 0 0,-1-1-1 0 0,0-2 0 0 0,0 0 1 0 0,1-1-1 0 0,-1-1 1 0 0,0-1-1 0 0,-27-8 1 0 0,40 6-1561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31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365 719 2284 0 0,'4'-6'1278'0'0,"0"-1"0"0"0,-1 0 0 0 0,0 1 0 0 0,0-1 0 0 0,4-15-1 0 0,-6 19-1002 0 0,-1 1-1 0 0,0-1 0 0 0,1 0 0 0 0,-1 0 0 0 0,0 0 0 0 0,0 0 1 0 0,0 0-1 0 0,-1 1 0 0 0,1-1 0 0 0,-1 0 0 0 0,0 0 0 0 0,0 0 1 0 0,1 1-1 0 0,-2-1 0 0 0,1 0 0 0 0,0 1 0 0 0,-1-1 0 0 0,1 1 1 0 0,-4-5-1 0 0,3 6-179 0 0,1-1 0 0 0,-1 0 0 0 0,0 1 1 0 0,0-1-1 0 0,0 1 0 0 0,0-1 0 0 0,0 1 1 0 0,0 0-1 0 0,0 0 0 0 0,0 0 0 0 0,-1 0 1 0 0,1 1-1 0 0,0-1 0 0 0,-1 0 0 0 0,1 1 1 0 0,0 0-1 0 0,-1-1 0 0 0,-2 1 0 0 0,0 1-2 0 0,-1-1-1 0 0,1 1 0 0 0,-1 0 1 0 0,1 0-1 0 0,0 0 0 0 0,0 1 1 0 0,-10 4-1 0 0,-8 6 20 0 0,1 1 0 0 0,0 0 0 0 0,1 2 0 0 0,1 1 0 0 0,0 0 0 0 0,1 2 0 0 0,1 0 0 0 0,0 1 0 0 0,2 0 0 0 0,0 2 0 0 0,1 0-1 0 0,-15 28 1 0 0,27-43-103 0 0,0 0 0 0 0,1 0 0 0 0,-1 0 0 0 0,1 0-1 0 0,0 1 1 0 0,1-1 0 0 0,0 1 0 0 0,0-1-1 0 0,0 1 1 0 0,1-1 0 0 0,0 1 0 0 0,0-1 0 0 0,0 1-1 0 0,3 11 1 0 0,-2-14-78 0 0,1 1 0 0 0,0 0 0 0 0,0-1 0 0 0,0 0 1 0 0,0 0-1 0 0,1 1 0 0 0,0-1 0 0 0,-1-1 0 0 0,2 1 0 0 0,-1 0 0 0 0,0-1 0 0 0,1 0 0 0 0,-1 1 0 0 0,1-1 0 0 0,0-1 1 0 0,0 1-1 0 0,0 0 0 0 0,0-1 0 0 0,1 0 0 0 0,7 3 0 0 0,5 0-520 0 0,-1-1 0 0 0,1-1 0 0 0,0 0 1 0 0,0-1-1 0 0,0 0 0 0 0,0-2 0 0 0,0 0 0 0 0,20-3 0 0 0,-1-2-791 0 0,0-1-1 0 0,64-20 0 0 0,-59 12 567 0 0,-1-2 0 0 0,-1-2 1 0 0,-1-1-1 0 0,54-36 1 0 0,-66 36 1777 0 0,0 0 1 0 0,-2-2-1 0 0,39-42 1 0 0,-59 58-571 0 0,0 0 1 0 0,0 0-1 0 0,0-1 1 0 0,-1 0-1 0 0,4-7 1 0 0,-6 11-217 0 0,0-1 1 0 0,-1 1 0 0 0,1 0-1 0 0,0-1 1 0 0,-1 1 0 0 0,1 0-1 0 0,-1-1 1 0 0,0 1 0 0 0,0-1-1 0 0,0 1 1 0 0,0-1-1 0 0,0 1 1 0 0,0-1 0 0 0,-1 1-1 0 0,1 0 1 0 0,-2-4 0 0 0,2 6-134 0 0,-1-1 1 0 0,1 0 0 0 0,-1 1 0 0 0,1-1 0 0 0,-1 1 0 0 0,1-1 0 0 0,-1 1 0 0 0,1-1 0 0 0,-1 1-1 0 0,0-1 1 0 0,1 1 0 0 0,-1-1 0 0 0,0 1 0 0 0,1 0 0 0 0,-1 0 0 0 0,0-1 0 0 0,0 1-1 0 0,1 0 1 0 0,-1 0 0 0 0,0 0 0 0 0,0 0 0 0 0,1-1 0 0 0,-1 1 0 0 0,0 0 0 0 0,0 1 0 0 0,1-1-1 0 0,-1 0 1 0 0,0 0 0 0 0,-1 0 0 0 0,-21 9 656 0 0,-1 5-412 0 0,1 1 0 0 0,0 1 0 0 0,1 1 0 0 0,1 2 0 0 0,1 0 0 0 0,1 0 0 0 0,1 2-1 0 0,-31 44 1 0 0,43-57-256 0 0,1 1 0 0 0,1-1 0 0 0,-1 1 0 0 0,1-1-1 0 0,1 1 1 0 0,-1 0 0 0 0,-2 17 0 0 0,5-24-30 0 0,1 1 0 0 0,0-1 0 0 0,0 0 1 0 0,0 0-1 0 0,0 0 0 0 0,0 1 0 0 0,0-1 0 0 0,1 0 1 0 0,-1 0-1 0 0,1 0 0 0 0,0 0 0 0 0,0 0 1 0 0,-1 0-1 0 0,1 0 0 0 0,0 0 0 0 0,2 2 0 0 0,-1-2-11 0 0,0 0 0 0 0,0 0 0 0 0,0 0 0 0 0,0-1 0 0 0,0 1-1 0 0,1-1 1 0 0,-1 1 0 0 0,0-1 0 0 0,1 0 0 0 0,-1 0-1 0 0,1 0 1 0 0,0-1 0 0 0,-1 1 0 0 0,1 0 0 0 0,0-1 0 0 0,4 0-1 0 0,2 1-125 0 0,0 0 0 0 0,0-1 0 0 0,0-1 1 0 0,0 0-1 0 0,0 0 0 0 0,0-1 0 0 0,0 0 0 0 0,0 0 0 0 0,0-1 0 0 0,10-4 0 0 0,-7 0-31 0 0,0 1-1 0 0,0-2 1 0 0,0 1 0 0 0,-1-2 0 0 0,0 0 0 0 0,10-10 0 0 0,5-10 302 0 0,-1-1 0 0 0,-1-1 0 0 0,35-61 1 0 0,-46 66 788 0 0,-12 24-750 0 0,-3 4-32 0 0,-6 14 28 0 0,-5 14 111 0 0,-15 46 0 0 0,25-67-260 0 0,1 0 0 0 0,0-1 1 0 0,0 1-1 0 0,1 0 0 0 0,0 0 0 0 0,1-1 0 0 0,0 1 0 0 0,0 0 0 0 0,1 0 1 0 0,3 16-1 0 0,-3-23-20 0 0,0 1 0 0 0,1-1 1 0 0,-1 0-1 0 0,0 0 0 0 0,1 0 1 0 0,-1 0-1 0 0,1-1 0 0 0,0 1 1 0 0,-1 0-1 0 0,1-1 0 0 0,0 1 1 0 0,0-1-1 0 0,0 1 0 0 0,0-1 1 0 0,0 0-1 0 0,0 0 0 0 0,1 0 1 0 0,-1 0-1 0 0,0 0 0 0 0,1-1 1 0 0,-1 1-1 0 0,0-1 0 0 0,1 1 1 0 0,-1-1-1 0 0,0 0 0 0 0,1 0 1 0 0,2 0-1 0 0,5 0-8 0 0,0 0 0 0 0,-1-1 0 0 0,1-1 0 0 0,0 1 0 0 0,14-5-1 0 0,-12 1-79 0 0,1 0 0 0 0,-1 0 0 0 0,1-1 0 0 0,-2-1 0 0 0,1 0 0 0 0,-1 0 0 0 0,0-1 0 0 0,14-14 0 0 0,-10 8-47 0 0,-1-2 0 0 0,-1 1 1 0 0,0-2-1 0 0,19-34 0 0 0,-9 4-64 0 0,-1-1-1 0 0,-3-1 0 0 0,19-75 1 0 0,-18 39 510 0 0,-4 0-1 0 0,-4-1 1 0 0,-3 0 0 0 0,-4-106 0 0 0,-4 191-308 0 0,-1 1 0 0 0,0-1 0 0 0,0 0-1 0 0,0 1 1 0 0,0-1 0 0 0,0 0 0 0 0,0 1-1 0 0,0-1 1 0 0,-1 1 0 0 0,1-1 0 0 0,0 0-1 0 0,0 1 1 0 0,0-1 0 0 0,-1 0 0 0 0,1 1-1 0 0,0-1 1 0 0,-1 1 0 0 0,1-1 0 0 0,0 1-1 0 0,-1-1 1 0 0,1 1 0 0 0,-1-1 0 0 0,0 1-2 0 0,1 0 0 0 0,-1-1 0 0 0,1 1 1 0 0,-1 0-1 0 0,1 0 0 0 0,-1 0 0 0 0,1 0 1 0 0,-1 0-1 0 0,1 1 0 0 0,-1-1 0 0 0,1 0 1 0 0,-1 0-1 0 0,1 0 0 0 0,-1 0 0 0 0,1 0 1 0 0,-1 1-1 0 0,1-1 0 0 0,-1 0 0 0 0,1 1 0 0 0,0-1 1 0 0,-1 1-1 0 0,-2 1 21 0 0,0 0 1 0 0,0 1-1 0 0,1 0 0 0 0,-1-1 0 0 0,1 1 1 0 0,-3 4-1 0 0,-12 25 346 0 0,1 1 0 0 0,2 0-1 0 0,-18 63 1 0 0,-15 108 511 0 0,14-3-384 0 0,30-175-477 0 0,2 1 1 0 0,1 0-1 0 0,1-1 0 0 0,1 1 0 0 0,9 40 0 0 0,-8-57-94 0 0,0 0 1 0 0,0-1 0 0 0,1 0 0 0 0,0 1 0 0 0,0-1-1 0 0,1-1 1 0 0,0 1 0 0 0,1-1 0 0 0,0 0 0 0 0,0 0-1 0 0,1-1 1 0 0,0 1 0 0 0,0-2 0 0 0,10 8 0 0 0,-6-6-239 0 0,1-1 0 0 0,0 0 1 0 0,0-1-1 0 0,1 0 0 0 0,0-1 1 0 0,0-1-1 0 0,0 0 0 0 0,0 0 1 0 0,23 2-1 0 0,-16-4-212 0 0,0-1-1 0 0,0 0 1 0 0,0-2 0 0 0,0 0 0 0 0,0-1-1 0 0,0-1 1 0 0,0-1 0 0 0,-1-1 0 0 0,1-1-1 0 0,-1 0 1 0 0,-1-1 0 0 0,1-2 0 0 0,-1 1-1 0 0,21-15 1 0 0,-22 10 409 0 0,0 0-1 0 0,-1-2 1 0 0,0 0 0 0 0,-1 0-1 0 0,-1-1 1 0 0,-1-1-1 0 0,0-1 1 0 0,11-20-1 0 0,-18 29 396 0 0,-2 0-1 0 0,1-1 1 0 0,-1 0-1 0 0,-1 1 0 0 0,1-1 1 0 0,-2 0-1 0 0,1-1 1 0 0,-1 1-1 0 0,-1 0 0 0 0,0-1 1 0 0,-1 1-1 0 0,0-1 1 0 0,0 1-1 0 0,-1-1 0 0 0,0 1 1 0 0,-1 0-1 0 0,0 0 1 0 0,-6-16-1 0 0,7 23-209 0 0,1 1 0 0 0,-1 0 0 0 0,0 0 0 0 0,0 0 0 0 0,0 0 0 0 0,0 0 0 0 0,-1 0 0 0 0,1 0 0 0 0,-1 0 0 0 0,1 0 0 0 0,-1 1 0 0 0,1-1 0 0 0,-1 0 0 0 0,0 1 0 0 0,0-1 0 0 0,0 1 0 0 0,0 0 0 0 0,0 0 0 0 0,0 0 0 0 0,0 0 0 0 0,-4-1 0 0 0,4 1-7 0 0,-1 1 1 0 0,0 0 0 0 0,1 1-1 0 0,-1-1 1 0 0,0 0 0 0 0,0 1-1 0 0,1-1 1 0 0,-1 1 0 0 0,1 0-1 0 0,-1 0 1 0 0,1 0 0 0 0,-1 0-1 0 0,1 0 1 0 0,-1 1 0 0 0,-2 2-1 0 0,-6 4 150 0 0,1 1 0 0 0,0 0-1 0 0,1 0 1 0 0,0 1-1 0 0,0 1 1 0 0,-7 11-1 0 0,1 1 69 0 0,2 1 0 0 0,0 1 0 0 0,-13 35 1 0 0,21-46-228 0 0,0 0 0 0 0,1 0 1 0 0,1 1-1 0 0,0-1 1 0 0,1 1-1 0 0,1-1 1 0 0,0 1-1 0 0,2 15 1 0 0,-1-26-52 0 0,1 0 0 0 0,-1 0 0 0 0,1 0 0 0 0,0-1 0 0 0,0 1 0 0 0,0 0 0 0 0,1-1 0 0 0,-1 1 0 0 0,1-1 0 0 0,0 1 0 0 0,0-1 0 0 0,0 0 0 0 0,0 0 0 0 0,1 0 0 0 0,-1 0 0 0 0,1 0 0 0 0,0-1 0 0 0,0 1 0 0 0,0-1 0 0 0,0 1 0 0 0,0-1 0 0 0,0 0 0 0 0,1-1 0 0 0,-1 1 0 0 0,1 0 0 0 0,-1-1 0 0 0,1 0 0 0 0,0 0 0 0 0,3 1 0 0 0,0-1-113 0 0,0 0-1 0 0,-1-1 1 0 0,1 0-1 0 0,-1 0 1 0 0,1 0-1 0 0,-1-1 1 0 0,1 0-1 0 0,-1 0 1 0 0,1-1-1 0 0,-1 1 1 0 0,0-2-1 0 0,1 1 1 0 0,-1-1-1 0 0,-1 1 1 0 0,1-2 0 0 0,7-4-1 0 0,-2 0-79 0 0,-1-2 0 0 0,-1 1-1 0 0,0-1 1 0 0,0 0 0 0 0,-1-1-1 0 0,0 0 1 0 0,-1 0 0 0 0,0-1 0 0 0,0 0-1 0 0,-2 0 1 0 0,8-21 0 0 0,-3 0 573 0 0,-1 0 1 0 0,-2 0-1 0 0,5-46 1 0 0,-12 77-323 0 0,1-4 362 0 0,-10 52-10 0 0,2 0 0 0 0,2 1 0 0 0,1 85 0 0 0,5-125-752 0 0,-1 0-1 0 0,1 0 0 0 0,0-1 0 0 0,1 1 0 0 0,-1 0 1 0 0,1 0-1 0 0,5 9 0 0 0,-5-12-231 0 0,0-1-1 0 0,0 0 1 0 0,0 0 0 0 0,0 0-1 0 0,0-1 1 0 0,1 1-1 0 0,-1 0 1 0 0,1-1 0 0 0,5 4-1 0 0,14-3-8386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31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1 106 728 0 0,'16'-57'10683'0'0,"-15"57"-10543"0"0,-1-1-1 0 0,1 0 1 0 0,-1 0-1 0 0,1 0 1 0 0,-1 0-1 0 0,1 1 1 0 0,-1-1 0 0 0,1 0-1 0 0,0 0 1 0 0,0 1-1 0 0,-1-1 1 0 0,1 1-1 0 0,0-1 1 0 0,0 1-1 0 0,0-1 1 0 0,-1 1 0 0 0,1-1-1 0 0,0 1 1 0 0,0 0-1 0 0,0-1 1 0 0,0 1-1 0 0,0 0 1 0 0,0 0-1 0 0,0 0 1 0 0,0-1 0 0 0,0 1-1 0 0,0 0 1 0 0,0 1-1 0 0,0-1 1 0 0,0 0-1 0 0,0 0 1 0 0,0 0-1 0 0,0 0 1 0 0,0 1 0 0 0,0-1-1 0 0,-1 0 1 0 0,3 2-1 0 0,29 15 1520 0 0,-32-17-1656 0 0,13 10 532 0 0,0 1 0 0 0,-1 0 0 0 0,0 1 0 0 0,-1 0 0 0 0,0 1 0 0 0,-1 0 0 0 0,-1 1 1 0 0,10 18-1 0 0,-7-10-177 0 0,-1 1 0 0 0,-1 1 0 0 0,-1-1 0 0 0,10 43 0 0 0,-16-54-206 0 0,-1 1 0 0 0,0-1 0 0 0,-1 0-1 0 0,-1 1 1 0 0,0-1 0 0 0,0 1 0 0 0,-4 19-1 0 0,3-26-55 0 0,-1 0-1 0 0,0 0 0 0 0,0 0 1 0 0,0 0-1 0 0,-1 0 0 0 0,0-1 1 0 0,0 1-1 0 0,0-1 0 0 0,-1 0 0 0 0,1 0 1 0 0,-1 0-1 0 0,-1 0 0 0 0,1 0 1 0 0,-1-1-1 0 0,1 0 0 0 0,-8 5 1 0 0,11-9-80 0 0,-1 1 1 0 0,1 0-1 0 0,-1-1 1 0 0,1 1-1 0 0,-1-1 1 0 0,1 1-1 0 0,-1-1 1 0 0,1 0-1 0 0,-1 1 1 0 0,0-1-1 0 0,1 0 1 0 0,-1 0-1 0 0,0 0 1 0 0,1 0-1 0 0,-1-1 1 0 0,1 1-1 0 0,-1 0 1 0 0,1-1-1 0 0,-1 1 1 0 0,1-1-1 0 0,-1 1 1 0 0,-1-2 0 0 0,1 1-9 0 0,-1 0 0 0 0,1-1 1 0 0,0 1-1 0 0,0-1 0 0 0,0 0 1 0 0,0 1-1 0 0,0-1 0 0 0,0 0 1 0 0,1 0-1 0 0,-1 0 0 0 0,1 0 1 0 0,-1 0-1 0 0,-1-4 0 0 0,1 0-41 0 0,0-1 0 0 0,0 0 0 0 0,1 1 0 0 0,0-1 0 0 0,0 0 1 0 0,1 0-1 0 0,-1 0 0 0 0,2 0 0 0 0,-1 0 0 0 0,1 0 0 0 0,0 1 0 0 0,0-1 0 0 0,4-9 0 0 0,0-1-163 0 0,1 1-1 0 0,1-1 1 0 0,0 2 0 0 0,11-17-1 0 0,-1 5-402 0 0,1 2-1 0 0,1 1 0 0 0,1 0 0 0 0,2 1 1 0 0,28-24-1 0 0,39-23-3686 0 0,3 6-4681 0 0,-57 43 1352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32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53 556 0 0,'6'-19'4635'0'0,"-5"17"-4036"0"0,-1-1 1 0 0,1 1-1 0 0,0-1 0 0 0,0 0 1 0 0,-1 1-1 0 0,0-1 1 0 0,1 0-1 0 0,-1-5 1 0 0,0 8-557 0 0,0 0 0 0 0,0-1 1 0 0,0 1-1 0 0,0 0 0 0 0,0 0 1 0 0,1-1-1 0 0,-1 1 0 0 0,0 0 1 0 0,0-1-1 0 0,1 1 0 0 0,-1 0 1 0 0,0 0-1 0 0,0 0 0 0 0,1-1 1 0 0,-1 1-1 0 0,0 0 0 0 0,0 0 1 0 0,1 0-1 0 0,-1 0 0 0 0,0-1 1 0 0,1 1-1 0 0,-1 0 0 0 0,0 0 1 0 0,1 0-1 0 0,-1 0 0 0 0,0 0 1 0 0,1 0-1 0 0,-1 0 0 0 0,0 0 1 0 0,1 0-1 0 0,-1 0 0 0 0,0 0 1 0 0,1 0-1 0 0,0 0 0 0 0,12 3 821 0 0,-7 0-706 0 0,0 1 0 0 0,0 0 1 0 0,-1 1-1 0 0,0 0 0 0 0,0 0 1 0 0,0 0-1 0 0,0 0 0 0 0,-1 1 1 0 0,0-1-1 0 0,0 1 0 0 0,4 9 1 0 0,3 7 179 0 0,15 43 0 0 0,-18-42-190 0 0,-2 0-1 0 0,0 0 0 0 0,-2 1 1 0 0,3 40-1 0 0,-7-52-11 0 0,0 0-1 0 0,0 1 0 0 0,-1-1 1 0 0,-1 0-1 0 0,0 0 0 0 0,0-1 0 0 0,-2 1 1 0 0,1 0-1 0 0,-1-1 0 0 0,-1 0 1 0 0,-7 13-1 0 0,12-23-116 0 0,0-1 1 0 0,-1 1-1 0 0,1 0 0 0 0,-1 0 1 0 0,1 0-1 0 0,-1-1 1 0 0,0 1-1 0 0,1 0 0 0 0,-1-1 1 0 0,0 1-1 0 0,1 0 0 0 0,-1-1 1 0 0,0 1-1 0 0,0-1 1 0 0,1 1-1 0 0,-1-1 0 0 0,0 1 1 0 0,0-1-1 0 0,0 0 0 0 0,0 1 1 0 0,0-1-1 0 0,0 0 1 0 0,1 0-1 0 0,-1 0 0 0 0,0 0 1 0 0,0 1-1 0 0,0-1 0 0 0,0-1 1 0 0,0 1-1 0 0,0 0 1 0 0,0 0-1 0 0,0 0 0 0 0,0 0 1 0 0,0-1-1 0 0,-1 0 0 0 0,1 1-16 0 0,0-1-1 0 0,1 0 0 0 0,-1 1 1 0 0,1-1-1 0 0,-1 0 1 0 0,1 0-1 0 0,-1 1 0 0 0,1-1 1 0 0,-1 0-1 0 0,1 0 0 0 0,0 0 1 0 0,-1 0-1 0 0,1 1 0 0 0,0-1 1 0 0,0 0-1 0 0,0 0 1 0 0,0 0-1 0 0,0 0 0 0 0,0-2 1 0 0,0 3 1 0 0,-2-10-4 0 0,1 0-1 0 0,1 0 0 0 0,0 0 1 0 0,0 1-1 0 0,1-1 0 0 0,0 0 0 0 0,1 0 1 0 0,0 1-1 0 0,5-16 0 0 0,0 5-20 0 0,1 1-1 0 0,0 0 1 0 0,17-25-1 0 0,-17 31-2 0 0,1 0 0 0 0,1 1 0 0 0,0 0 0 0 0,0 1 1 0 0,1 0-1 0 0,15-11 0 0 0,-20 17 10 0 0,1 0 0 0 0,0 0 1 0 0,0 1-1 0 0,1 0 0 0 0,-1 0 1 0 0,1 1-1 0 0,0 0 0 0 0,0 0 0 0 0,0 1 1 0 0,0 0-1 0 0,0 1 0 0 0,16-2 1 0 0,-16 4 12 0 0,0 0 1 0 0,0 0-1 0 0,-1 0 1 0 0,1 1-1 0 0,0 1 0 0 0,-1-1 1 0 0,0 1-1 0 0,1 0 1 0 0,-1 1-1 0 0,-1 0 1 0 0,1 0-1 0 0,0 1 1 0 0,-1-1-1 0 0,0 1 1 0 0,0 1-1 0 0,6 6 0 0 0,-3-2 17 0 0,0 0 0 0 0,-1 0-1 0 0,-1 1 1 0 0,0 0 0 0 0,0 0-1 0 0,-1 1 1 0 0,0-1-1 0 0,7 25 1 0 0,-11-29 7 0 0,0 0 0 0 0,0 0 0 0 0,-1 0 0 0 0,0 0 0 0 0,-1 1 0 0 0,0-1 0 0 0,0 0 0 0 0,0 0 0 0 0,-1 1 0 0 0,0-1 0 0 0,0 0 0 0 0,-1 0 0 0 0,0 0 0 0 0,0 0 0 0 0,-1 0 0 0 0,0-1 0 0 0,0 1 0 0 0,-5 6 0 0 0,8-13-22 0 0,0 1 1 0 0,0-1-1 0 0,0 1 1 0 0,-1-1-1 0 0,1 1 0 0 0,0-1 1 0 0,0 1-1 0 0,-1-1 1 0 0,1 0-1 0 0,0 1 1 0 0,-1-1-1 0 0,1 0 1 0 0,-1 1-1 0 0,1-1 0 0 0,0 0 1 0 0,-1 0-1 0 0,1 1 1 0 0,-1-1-1 0 0,1 0 1 0 0,-1 0-1 0 0,1 0 1 0 0,-1 1-1 0 0,1-1 1 0 0,0 0-1 0 0,-1 0 0 0 0,1 0 1 0 0,-1 0-1 0 0,1 0 1 0 0,-1 0-1 0 0,1 0 1 0 0,-1 0-1 0 0,1 0 1 0 0,-1 0-1 0 0,1 0 1 0 0,-1-1-1 0 0,1 1 0 0 0,-1 0 1 0 0,1 0-1 0 0,-1 0 1 0 0,1-1-1 0 0,-1 1 1 0 0,0-1-5 0 0,0 0 1 0 0,1 0 0 0 0,-1 0-1 0 0,0 0 1 0 0,1 0-1 0 0,-1 0 1 0 0,1 0 0 0 0,-1 0-1 0 0,1 0 1 0 0,0-1 0 0 0,-1 1-1 0 0,1 0 1 0 0,0 0-1 0 0,0-2 1 0 0,0-5-10 0 0,0 0 0 0 0,1-1 0 0 0,0 1-1 0 0,1 0 1 0 0,0 0 0 0 0,0-1 0 0 0,1 1 0 0 0,0 1 0 0 0,5-10-1 0 0,3-5-25 0 0,26-37-1 0 0,-21 38 7 0 0,0 0 0 0 0,1 1 1 0 0,1 1-1 0 0,26-21 0 0 0,-33 31 12 0 0,0 1-1 0 0,0 0 0 0 0,1 1 0 0 0,0 0 1 0 0,0 1-1 0 0,1 0 0 0 0,-1 1 0 0 0,1 1 0 0 0,26-6 1 0 0,-35 9 20 0 0,-1 0 0 0 0,0 1 0 0 0,0 0 0 0 0,1-1 0 0 0,-1 1 0 0 0,0 0 0 0 0,1 1 0 0 0,-1-1 0 0 0,0 0 0 0 0,1 1 0 0 0,-1 0 0 0 0,0 0 0 0 0,0 0 0 0 0,0 0 0 0 0,0 1 0 0 0,0-1 0 0 0,0 1 0 0 0,0-1 1 0 0,0 1-1 0 0,0 0 0 0 0,-1 0 0 0 0,1 1 0 0 0,-1-1 0 0 0,0 0 0 0 0,1 1 0 0 0,-1-1 0 0 0,0 1 0 0 0,-1 0 0 0 0,1 0 0 0 0,0 0 0 0 0,-1 0 0 0 0,3 5 0 0 0,-2 2 14 0 0,1-1-1 0 0,-1 1 1 0 0,-1-1-1 0 0,0 1 1 0 0,0 0-1 0 0,-1-1 1 0 0,0 1-1 0 0,-1 0 1 0 0,-3 18-1 0 0,-24 73 221 0 0,19-75-888 0 0,2 0 1 0 0,0 0-1 0 0,-3 33 0 0 0,10-58 402 0 0,0 0-1 0 0,0 1 0 0 0,0-1 1 0 0,0 0-1 0 0,0 1 0 0 0,0-1 0 0 0,1 0 1 0 0,-1 1-1 0 0,0-1 0 0 0,1 0 0 0 0,-1 0 1 0 0,1 1-1 0 0,0-1 0 0 0,-1 0 1 0 0,1 0-1 0 0,0 0 0 0 0,0 0 0 0 0,0 0 1 0 0,-1 0-1 0 0,1 0 0 0 0,0 0 1 0 0,0 0-1 0 0,1 0 0 0 0,-1 0 0 0 0,0-1 1 0 0,0 1-1 0 0,0 0 0 0 0,0-1 0 0 0,1 1 1 0 0,-1-1-1 0 0,0 1 0 0 0,0-1 1 0 0,1 0-1 0 0,-1 0 0 0 0,0 1 0 0 0,1-1 1 0 0,2 0-1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33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1 818 1412 0 0,'22'-132'18432'0'0,"-28"162"-18110"0"0,2 1-1 0 0,1 0 1 0 0,1 0 0 0 0,2 1-1 0 0,1-1 1 0 0,2 0 0 0 0,9 46-1 0 0,-11-73-334 0 0,0 1-1 0 0,1 0 1 0 0,-1-1-1 0 0,1 1 1 0 0,0-1-1 0 0,1 0 1 0 0,-1 0-1 0 0,1 0 1 0 0,0 0-1 0 0,0 0 1 0 0,6 6-1 0 0,-7-8-26 0 0,1 0 1 0 0,-1-1-1 0 0,1 1 0 0 0,0-1 0 0 0,-1 1 1 0 0,1-1-1 0 0,0 0 0 0 0,0 0 1 0 0,0 0-1 0 0,0 0 0 0 0,0-1 0 0 0,0 1 1 0 0,0-1-1 0 0,0 0 0 0 0,0 0 1 0 0,0 0-1 0 0,0 0 0 0 0,0 0 0 0 0,3-1 1 0 0,-1-1-18 0 0,0 1 0 0 0,-1-1 0 0 0,1 0-1 0 0,-1 0 1 0 0,1 0 0 0 0,-1-1 0 0 0,0 0 0 0 0,0 1 0 0 0,0-1 0 0 0,0-1 0 0 0,0 1 0 0 0,-1-1 0 0 0,0 1 0 0 0,1-1 0 0 0,1-4 0 0 0,7-9-69 0 0,-2 0 1 0 0,12-24-1 0 0,-18 32 99 0 0,15-34-76 0 0,-3 0 0 0 0,16-63 0 0 0,-25 80 150 0 0,15-84 1294 0 0,-23 112-1229 0 0,0 1 0 0 0,1 0 0 0 0,-1-1 0 0 0,1 1 0 0 0,-1 0 0 0 0,1 0 0 0 0,0 0 0 0 0,0 4-1 0 0,-1 4 224 0 0,-1 3 13 0 0,-5 29 622 0 0,-1 73 0 0 0,7-104-913 0 0,2 0 0 0 0,0 0 0 0 0,0-1 0 0 0,1 1-1 0 0,0 0 1 0 0,1-1 0 0 0,1 1 0 0 0,0-1 0 0 0,0 0-1 0 0,1 0 1 0 0,7 12 0 0 0,-8-18-52 0 0,1 0-1 0 0,-1 0 1 0 0,1-1-1 0 0,0 0 1 0 0,-1 0-1 0 0,2 0 1 0 0,-1-1-1 0 0,0 0 1 0 0,1 1-1 0 0,0-2 1 0 0,0 1-1 0 0,-1-1 1 0 0,1 0-1 0 0,1 0 1 0 0,-1-1-1 0 0,0 0 1 0 0,0 0-1 0 0,13 1 1 0 0,-3-2-145 0 0,0 0 0 0 0,0-1 0 0 0,0 0 1 0 0,-1-1-1 0 0,1-1 0 0 0,23-7 0 0 0,-26 5-42 0 0,1-1 0 0 0,-1 0 0 0 0,0 0 0 0 0,0-2 0 0 0,0 1 0 0 0,-1-2 0 0 0,-1 1 0 0 0,1-2 0 0 0,11-12 0 0 0,-8 6-57 0 0,-2 0 0 0 0,0-1 0 0 0,0-1 1 0 0,-2 0-1 0 0,15-32 0 0 0,-6 0-78 0 0,-2 0 0 0 0,-2-1 0 0 0,-3-1 0 0 0,9-64 0 0 0,-15 61 252 0 0,-2-1 1 0 0,-2 0-1 0 0,-3 0 1 0 0,-3 0-1 0 0,-14-89 0 0 0,17 143 70 0 0,-1-1-1 0 0,0 1 0 0 0,1 0 1 0 0,-1-1-1 0 0,0 1 0 0 0,0 0 1 0 0,-1-1-1 0 0,1 1 0 0 0,0 0 0 0 0,-3-3 1 0 0,3 5-5 0 0,1-1 1 0 0,-1 1 0 0 0,1 0-1 0 0,0 0 1 0 0,-1 0-1 0 0,1 0 1 0 0,-1 0-1 0 0,1 0 1 0 0,-1 0 0 0 0,1 0-1 0 0,-1 0 1 0 0,1 0-1 0 0,-1 0 1 0 0,1 0 0 0 0,-1 0-1 0 0,1 0 1 0 0,-1 0-1 0 0,1 0 1 0 0,0 0 0 0 0,-1 1-1 0 0,1-1 1 0 0,-1 0-1 0 0,1 0 1 0 0,-1 1-1 0 0,1-1 1 0 0,0 0 0 0 0,-1 1-1 0 0,1-1 1 0 0,-12 10 10 0 0,5 2 43 0 0,0 0 0 0 0,1 1 0 0 0,0 0 0 0 0,1 0 0 0 0,0 0 0 0 0,1 0 0 0 0,-4 25 0 0 0,2-10 29 0 0,-12 46 77 0 0,4 2 1 0 0,2-1 0 0 0,4 2 0 0 0,5 150 0 0 0,4-201-124 0 0,2 0 0 0 0,1-1 0 0 0,1 1 1 0 0,2-1-1 0 0,0 0 0 0 0,14 31 1 0 0,-16-45-84 0 0,1-1 1 0 0,-1 1-1 0 0,2-1 1 0 0,-1-1-1 0 0,2 1 0 0 0,-1-1 1 0 0,1 0-1 0 0,1-1 1 0 0,-1 0-1 0 0,1 0 1 0 0,1-1-1 0 0,-1 0 1 0 0,1-1-1 0 0,0 0 1 0 0,1 0-1 0 0,11 4 1 0 0,-10-6-298 0 0,0 0 0 0 0,-1-1-1 0 0,1-1 1 0 0,1 1 0 0 0,-1-2 0 0 0,0 0 0 0 0,0 0 0 0 0,1-1-1 0 0,-1-1 1 0 0,0 0 0 0 0,0-1 0 0 0,1 0 0 0 0,-1-1 0 0 0,-1 0-1 0 0,1-1 1 0 0,15-6 0 0 0,-11 2-118 0 0,0-1-1 0 0,0-1 1 0 0,-1 0-1 0 0,0 0 1 0 0,-1-2-1 0 0,-1 0 1 0 0,0 0-1 0 0,0-2 1 0 0,-1 1-1 0 0,15-23 1 0 0,-4-1 220 0 0,-1-1 0 0 0,-2-1 0 0 0,-2-1 0 0 0,-2 0 0 0 0,-1-1 0 0 0,13-60 0 0 0,-10 11 1336 0 0,-4 0 1 0 0,2-94 0 0 0,-14 22 3415 0 0,-2 144-3776 0 0,-2 22 318 0 0,-1 31 449 0 0,3-31-1492 0 0,-8 375 4201 0 0,8-287-3844 0 0,9 84-15 0 0,-7-152-414 0 0,2 0 0 0 0,1-1 0 0 0,1 1 0 0 0,1-1 0 0 0,13 28 0 0 0,-17-46-198 0 0,0 1 1 0 0,0-1 0 0 0,0 0-1 0 0,1 0 1 0 0,0 0-1 0 0,0 0 1 0 0,0 0 0 0 0,1-1-1 0 0,-1 0 1 0 0,1 0-1 0 0,6 4 1 0 0,-8-6-241 0 0,0-1 0 0 0,0 1 0 0 0,0-1 0 0 0,0 0 0 0 0,0 0 0 0 0,0 0 0 0 0,0 0 1 0 0,0-1-1 0 0,0 1 0 0 0,1-1 0 0 0,-1 0 0 0 0,0 0 0 0 0,0 0 0 0 0,0 0 0 0 0,1 0 0 0 0,-1-1 0 0 0,0 1 0 0 0,0-1 0 0 0,0 0 0 0 0,0 0 0 0 0,0 0 0 0 0,0-1 0 0 0,4-1 0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34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91 1188 0 0,'-145'-49'16030'0'0,"145"49"-16002"0"0,0 0 0 0 0,0 0 0 0 0,-1 0 0 0 0,1 0 0 0 0,0 0 0 0 0,0 0 0 0 0,-1 0-1 0 0,1 0 1 0 0,0 0 0 0 0,-1 0 0 0 0,1 0 0 0 0,0-1 0 0 0,0 1 0 0 0,-1 0 0 0 0,1 0 0 0 0,0 0 0 0 0,0 0 0 0 0,-1 0-1 0 0,1-1 1 0 0,0 1 0 0 0,0 0 0 0 0,0 0 0 0 0,-1 0 0 0 0,1-1 0 0 0,0 1 0 0 0,0 0 0 0 0,0 0 0 0 0,0-1-1 0 0,0 1 1 0 0,-1 0 0 0 0,1 0 0 0 0,0-1 0 0 0,0 1 0 0 0,0 0 0 0 0,0 0 0 0 0,0-1 0 0 0,0 1 0 0 0,10-7 295 0 0,17-1-157 0 0,183-13-810 0 0,2 21-5610 0 0,-133 5 708 0 0,-71-5 4026 0 0,12 2-880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34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4396 0 0,'9'8'11640'0'0,"-9"-7"-11282"0"0,2 18 3867 0 0,-4 33-3389 0 0,0-22 504 0 0,1 1-1089 0 0,1 0 0 0 0,2-1 0 0 0,2 0 0 0 0,0 1 0 0 0,2-1 0 0 0,18 53 0 0 0,-23-80-428 0 0,0-1-1 0 0,0 1 1 0 0,1 0-1 0 0,-1-1 1 0 0,1 1-1 0 0,0-1 0 0 0,-1 1 1 0 0,1-1-1 0 0,0 0 1 0 0,0 1-1 0 0,1-1 1 0 0,-1 0-1 0 0,0-1 1 0 0,1 1-1 0 0,-1 0 1 0 0,1-1-1 0 0,-1 1 0 0 0,1-1 1 0 0,0 0-1 0 0,5 2 1 0 0,-5-3-370 0 0,-1 0 0 0 0,1 0 0 0 0,0 1 0 0 0,0-2 1 0 0,-1 1-1 0 0,1 0 0 0 0,0-1 0 0 0,0 1 0 0 0,-1-1 0 0 0,1 0 0 0 0,0 0 1 0 0,-1 0-1 0 0,1 0 0 0 0,-1 0 0 0 0,1 0 0 0 0,-1-1 0 0 0,0 1 0 0 0,0-1 1 0 0,1 0-1 0 0,-1 0 0 0 0,0 0 0 0 0,3-4 0 0 0,8-10-5295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34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170 163 1288 0 0,'-6'-20'3096'0'0,"-2"0"1"0"0,-16-29-1 0 0,19 41-2614 0 0,0 0 0 0 0,0 0 0 0 0,-1 1 0 0 0,1 0 0 0 0,-2 0 0 0 0,1 1 0 0 0,-1-1 0 0 0,-10-6 0 0 0,16 12-498 0 0,0 1-1 0 0,0 0 0 0 0,0-1 1 0 0,0 1-1 0 0,0 0 1 0 0,0 0-1 0 0,0 0 0 0 0,0 0 1 0 0,0 0-1 0 0,0 0 0 0 0,1 0 1 0 0,-1 0-1 0 0,0 0 1 0 0,0 0-1 0 0,0 1 0 0 0,0-1 1 0 0,0 0-1 0 0,0 1 0 0 0,0-1 1 0 0,0 0-1 0 0,0 1 1 0 0,0-1-1 0 0,1 1 0 0 0,-1 0 1 0 0,0-1-1 0 0,0 1 0 0 0,1 0 1 0 0,-2 0-1 0 0,-17 23-1686 0 0,5 13-2233 0 0,12-28 2035 0 0,-5 10-2588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34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1 392 0 0,'40'34'22166'0'0,"-39"-32"-21858"0"0,-1 0 0 0 0,1 0-1 0 0,0 1 1 0 0,-1-1 0 0 0,0 0 0 0 0,0 1 0 0 0,1-1 0 0 0,-1 0 0 0 0,-1 5 0 0 0,0 1-273 0 0,-25 500 7060 0 0,5-136-7095 0 0,10-293 0 0 0,-3-1 0 0 0,-40 128 0 0 0,51-197-535 0 0,0-1 0 0 0,0 0 0 0 0,-7 10-1 0 0,9-16 326 0 0,-1 1-1 0 0,0-1 0 0 0,1 0 0 0 0,-1 1 1 0 0,0-1-1 0 0,0 0 0 0 0,0 0 0 0 0,0 0 1 0 0,-1-1-1 0 0,1 1 0 0 0,0-1 0 0 0,-1 1 1 0 0,-3 1-1 0 0,4-3-36 0 0,1 0 0 0 0,-1 1 0 0 0,1-1 0 0 0,-1 0 0 0 0,1 0 0 0 0,-1-1 0 0 0,1 1 0 0 0,-1 0 0 0 0,1 0 0 0 0,-1-1 0 0 0,1 1 0 0 0,-1-1 0 0 0,1 1 0 0 0,0-1 0 0 0,-1 0 0 0 0,1 0 0 0 0,0 1 0 0 0,-1-1 0 0 0,-1-2 0 0 0,-20-20-3097 0 0,12 9-890 0 0,-16-29 0 0 0,4 0-4286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35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0 754 1840 0 0,'12'-30'1418'0'0,"0"0"1"0"0,2 1-1 0 0,1 0 0 0 0,24-33 1 0 0,-33 54-1112 0 0,0 1 1 0 0,0 0 0 0 0,0 0-1 0 0,1 0 1 0 0,0 1 0 0 0,0 0 0 0 0,1 0-1 0 0,0 1 1 0 0,0 0 0 0 0,0 0-1 0 0,1 1 1 0 0,-1 0 0 0 0,1 0 0 0 0,0 1-1 0 0,0 0 1 0 0,0 1 0 0 0,0 0 0 0 0,1 1-1 0 0,10-1 1 0 0,-7 2-31 0 0,-1 0-1 0 0,0 1 0 0 0,0 1 1 0 0,0 0-1 0 0,0 1 1 0 0,0 0-1 0 0,0 1 1 0 0,-1 0-1 0 0,0 1 1 0 0,1 0-1 0 0,-2 1 1 0 0,1 0-1 0 0,13 11 0 0 0,-18-13-157 0 0,0 1-1 0 0,-1 0 0 0 0,1 0 0 0 0,-1 0 0 0 0,-1 1 0 0 0,1-1 0 0 0,-1 1 0 0 0,0 0 0 0 0,0 0 0 0 0,0 1 0 0 0,-1-1 1 0 0,0 1-1 0 0,0 0 0 0 0,-1 0 0 0 0,0 0 0 0 0,0 0 0 0 0,-1 0 0 0 0,0 0 0 0 0,0 0 0 0 0,0 1 0 0 0,-1-1 1 0 0,0 0-1 0 0,-2 12 0 0 0,-1-5 42 0 0,-1 1 1 0 0,0-1-1 0 0,-1 0 1 0 0,-1 0 0 0 0,0-1-1 0 0,0 0 1 0 0,-2 0-1 0 0,1 0 1 0 0,-11 12 0 0 0,-10 9 403 0 0,-54 50 1 0 0,45-48-366 0 0,35-34-224 0 0,5-3-312 0 0,40-19-244 0 0,-2-2 1 0 0,71-48-1 0 0,68-72-368 0 0,-130 98 531 0 0,-2-3 1 0 0,78-98-1 0 0,-103 113 324 0 0,-1 0-1 0 0,-1-2 1 0 0,-2 0 0 0 0,-2-2-1 0 0,-1 1 1 0 0,15-51-1 0 0,-26 67 78 0 0,-1 0 0 0 0,-1 0-1 0 0,2-31 1 0 0,-4 40 35 0 0,-1 1 1 0 0,-1 0-1 0 0,0 0 1 0 0,0 0-1 0 0,0 0 1 0 0,-1 0-1 0 0,-1 1 1 0 0,1-1-1 0 0,-8-15 1 0 0,10 23-17 0 0,-1 0 0 0 0,1 1 1 0 0,-1-1-1 0 0,1 0 0 0 0,-1 0 1 0 0,1 1-1 0 0,-1-1 0 0 0,1 0 0 0 0,-1 1 1 0 0,1-1-1 0 0,-1 1 0 0 0,0-1 1 0 0,1 1-1 0 0,-1-1 0 0 0,0 1 1 0 0,1-1-1 0 0,-1 1 0 0 0,0 0 0 0 0,0 0 1 0 0,0-1-1 0 0,1 1 0 0 0,-1 0 1 0 0,0 0-1 0 0,0 0 0 0 0,0-1 0 0 0,1 1 1 0 0,-1 0-1 0 0,0 0 0 0 0,0 1 1 0 0,0-1-1 0 0,0 0 0 0 0,0 0 1 0 0,-18 11 99 0 0,18-10-87 0 0,-9 7 52 0 0,1 1 1 0 0,0 1-1 0 0,1 0 0 0 0,0 0 0 0 0,1 0 1 0 0,0 1-1 0 0,0 0 0 0 0,1 0 0 0 0,-7 20 1 0 0,-1 8 169 0 0,-15 67 0 0 0,19-63-140 0 0,3 2 0 0 0,1-1-1 0 0,1 84 1 0 0,5-104-78 0 0,2 0 0 0 0,0 0 0 0 0,2 0 0 0 0,1 0 0 0 0,1-1 0 0 0,0 0 0 0 0,2 0 0 0 0,20 40 0 0 0,-21-52-162 0 0,0 0-1 0 0,1 0 1 0 0,0-1-1 0 0,1 0 1 0 0,0 0-1 0 0,1-1 1 0 0,0 0-1 0 0,0-1 1 0 0,1 0 0 0 0,0 0-1 0 0,1-1 1 0 0,-1-1-1 0 0,18 7 1 0 0,-22-10-75 0 0,-1-1-1 0 0,1 0 1 0 0,-1 0 0 0 0,1 0 0 0 0,0-1-1 0 0,0 0 1 0 0,-1 0 0 0 0,1-1 0 0 0,0 0-1 0 0,0 0 1 0 0,0-1 0 0 0,0 0 0 0 0,-1 0 0 0 0,1 0-1 0 0,0-1 1 0 0,-1 0 0 0 0,1-1 0 0 0,-1 1-1 0 0,0-1 1 0 0,0 0 0 0 0,0-1 0 0 0,0 1-1 0 0,0-1 1 0 0,-1 0 0 0 0,1-1 0 0 0,-1 1-1 0 0,6-9 1 0 0,-1 0 41 0 0,0 0 0 0 0,-1-1 0 0 0,-1 0 0 0 0,0-1 0 0 0,-1 1 0 0 0,10-31 0 0 0,-4 1 1098 0 0,8-55 1 0 0,-18 86-353 0 0,1-12 1454 0 0,0-1 0 0 0,1-31 0 0 0,-14 88-361 0 0,2-8-907 0 0,-3 29 503 0 0,-11 68 195 0 0,20-104-1366 0 0,0 0-1 0 0,1-1 1 0 0,0 1 0 0 0,1 0-1 0 0,5 24 1 0 0,-5-37-181 0 0,0 1 1 0 0,0 0-1 0 0,0-1 0 0 0,0 0 0 0 0,0 1 1 0 0,1-1-1 0 0,0 0 0 0 0,-1 0 0 0 0,1 1 1 0 0,0-1-1 0 0,1-1 0 0 0,-1 1 1 0 0,0 0-1 0 0,1-1 0 0 0,0 1 0 0 0,-1-1 1 0 0,1 0-1 0 0,0 1 0 0 0,0-1 0 0 0,1-1 1 0 0,-1 1-1 0 0,0 0 0 0 0,0-1 0 0 0,1 0 1 0 0,-1 0-1 0 0,1 0 0 0 0,-1 0 0 0 0,1 0 1 0 0,-1-1-1 0 0,1 1 0 0 0,0-1 1 0 0,5-1-1 0 0,0 1-566 0 0,-1-2 0 0 0,0 1 0 0 0,1-1 1 0 0,-1 0-1 0 0,0-1 0 0 0,0 0 0 0 0,0 0 0 0 0,0-1 1 0 0,-1 0-1 0 0,1 0 0 0 0,-1-1 0 0 0,0 0 0 0 0,7-6 1 0 0,10-14-4028 0 0,3-3-2435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35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66 2248 0 0,'-9'-9'2147'0'0,"0"1"1"0"0,-15-12-1 0 0,-10-8 1315 0 0,33 28-3443 0 0,0 0 0 0 0,-1 0-1 0 0,1 1 1 0 0,0-1-1 0 0,0 0 1 0 0,0 1 0 0 0,-1-1-1 0 0,1 1 1 0 0,0 0-1 0 0,0-1 1 0 0,0 1 0 0 0,0 0-1 0 0,0-1 1 0 0,0 1-1 0 0,0 0 1 0 0,0 0 0 0 0,1 0-1 0 0,-1 0 1 0 0,-1 2-1 0 0,-1 4-773 0 0,0 1 0 0 0,1 0 0 0 0,0 0-1 0 0,1 0 1 0 0,0 0 0 0 0,0 0-1 0 0,0 12 1 0 0,1 2-3323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36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96 1144 0 0,'4'-12'6727'0'0,"-4"9"-6283"0"0,0-1 0 0 0,0 1 0 0 0,-1-1 0 0 0,1 1-1 0 0,-1 0 1 0 0,1-1 0 0 0,-1 1 0 0 0,0 0-1 0 0,-1 0 1 0 0,1-1 0 0 0,0 1 0 0 0,-1 0 0 0 0,0 0-1 0 0,0 1 1 0 0,1-1 0 0 0,-2 0 0 0 0,-3-4 0 0 0,3 4-202 0 0,-1 1 0 0 0,1-1 1 0 0,-1 1-1 0 0,0 0 1 0 0,0 0-1 0 0,0 1 0 0 0,0-1 1 0 0,0 1-1 0 0,0 0 1 0 0,0 0-1 0 0,0 0 0 0 0,-7 0 1 0 0,0 0-131 0 0,-1 1 1 0 0,1 1 0 0 0,0 0-1 0 0,-1 0 1 0 0,1 2-1 0 0,0-1 1 0 0,0 1-1 0 0,1 0 1 0 0,-1 1 0 0 0,-10 6-1 0 0,6-2-58 0 0,0 1 0 0 0,1 0 1 0 0,0 1-1 0 0,1 0 0 0 0,0 1 0 0 0,-18 20 0 0 0,26-24-46 0 0,-1-1-1 0 0,1 1 0 0 0,0 1 1 0 0,0-1-1 0 0,1 1 1 0 0,0-1-1 0 0,1 1 1 0 0,-1 1-1 0 0,2-1 1 0 0,-1 0-1 0 0,1 1 1 0 0,0-1-1 0 0,1 1 0 0 0,-1 12 1 0 0,2-17-71 0 0,1 1-1 0 0,0 0 1 0 0,0-1 0 0 0,0 1 0 0 0,0-1-1 0 0,1 1 1 0 0,0-1 0 0 0,0 0-1 0 0,0 1 1 0 0,0-1 0 0 0,1 0 0 0 0,-1-1-1 0 0,1 1 1 0 0,0 0 0 0 0,0-1 0 0 0,1 1-1 0 0,-1-1 1 0 0,1 0 0 0 0,-1 0-1 0 0,1-1 1 0 0,6 4 0 0 0,3 2-577 0 0,0-1 0 0 0,0-1-1 0 0,1 0 1 0 0,0-1 0 0 0,21 5 0 0 0,0-3-1265 0 0,-1-2 0 0 0,1-2 1 0 0,0-1-1 0 0,59-3 0 0 0,-47-3-1674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36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341 215 2228 0 0,'4'-5'719'0'0,"-1"0"1"0"0,0 0-1 0 0,0 0 0 0 0,0 0 1 0 0,0-1-1 0 0,-1 1 0 0 0,0-1 0 0 0,-1 0 1 0 0,3-8-1 0 0,-4 12-577 0 0,0 1 1 0 0,0-1 0 0 0,0 0-1 0 0,0 0 1 0 0,0 0-1 0 0,0 1 1 0 0,0-1 0 0 0,-1 0-1 0 0,1 0 1 0 0,-1 1 0 0 0,1-1-1 0 0,-1 0 1 0 0,0 1-1 0 0,1-1 1 0 0,-1 1 0 0 0,0-1-1 0 0,0 1 1 0 0,0-1-1 0 0,0 1 1 0 0,0-1 0 0 0,-1 1-1 0 0,1 0 1 0 0,0 0-1 0 0,-1 0 1 0 0,1 0 0 0 0,-1 0-1 0 0,1 0 1 0 0,-1 0-1 0 0,1 0 1 0 0,-1 0 0 0 0,0 1-1 0 0,1-1 1 0 0,-1 1-1 0 0,0-1 1 0 0,-3 0 0 0 0,-4 0 114 0 0,-1 0 0 0 0,0 1 0 0 0,1 0 0 0 0,-1 0 1 0 0,0 1-1 0 0,1 0 0 0 0,-1 0 0 0 0,1 1 0 0 0,0 1 0 0 0,-1 0 1 0 0,1 0-1 0 0,0 1 0 0 0,-11 5 0 0 0,1 2-78 0 0,0 0 0 0 0,0 1 0 0 0,2 1 0 0 0,-30 27 0 0 0,40-33-140 0 0,0 0 1 0 0,0 1-1 0 0,1 0 1 0 0,0 0-1 0 0,0 1 1 0 0,1 0-1 0 0,0 0 1 0 0,0 0-1 0 0,-3 12 1 0 0,7-18-32 0 0,0 0 0 0 0,0 1 0 0 0,0-1 1 0 0,1 0-1 0 0,-1 0 0 0 0,1 1 0 0 0,0-1 0 0 0,0 0 0 0 0,0 1 0 0 0,0-1 0 0 0,1 0 1 0 0,-1 1-1 0 0,1-1 0 0 0,0 0 0 0 0,0 0 0 0 0,0 0 0 0 0,0 0 0 0 0,1 0 0 0 0,-1 0 1 0 0,1 0-1 0 0,0 0 0 0 0,0 0 0 0 0,0-1 0 0 0,0 1 0 0 0,0-1 0 0 0,0 1 0 0 0,1-1 1 0 0,-1 0-1 0 0,1 0 0 0 0,0 0 0 0 0,5 2 0 0 0,-1 0-100 0 0,0 0 0 0 0,1 0 1 0 0,-1-1-1 0 0,1-1 0 0 0,0 1 0 0 0,0-1 0 0 0,0 0 0 0 0,1-1 0 0 0,-1 0 0 0 0,0 0 1 0 0,0-1-1 0 0,1 0 0 0 0,-1-1 0 0 0,0 0 0 0 0,0 0 0 0 0,1 0 0 0 0,-1-1 0 0 0,0 0 0 0 0,0-1 1 0 0,-1 0-1 0 0,1 0 0 0 0,-1-1 0 0 0,1 0 0 0 0,10-7 0 0 0,-1-2-94 0 0,0 0 1 0 0,-2-1-1 0 0,1 0 0 0 0,-2-1 0 0 0,0-1 0 0 0,-1 0 1 0 0,0-1-1 0 0,16-31 0 0 0,41-93 246 0 0,-28 52 936 0 0,-42 88-784 0 0,-1 3-66 0 0,-8 26 134 0 0,1 1-1 0 0,1 0 1 0 0,1 1 0 0 0,2 0-1 0 0,-1 45 1 0 0,5-69-327 0 0,0 0-1 0 0,0 0 1 0 0,1 0 0 0 0,0 0 0 0 0,0 0 0 0 0,1-1 0 0 0,0 1 0 0 0,0 0 0 0 0,0-1 0 0 0,0 1-1 0 0,1-1 1 0 0,0 1 0 0 0,0-1 0 0 0,1 0 0 0 0,-1-1 0 0 0,8 8 0 0 0,-6-8-388 0 0,-1 0-1 0 0,1 0 1 0 0,0-1 0 0 0,0 0 0 0 0,1 0 0 0 0,-1 0-1 0 0,1 0 1 0 0,-1-1 0 0 0,1 0 0 0 0,0 0 0 0 0,0-1-1 0 0,0 0 1 0 0,0 0 0 0 0,0 0 0 0 0,0-1 0 0 0,10 0-1 0 0,11-3-3046 0 0,0-2-1260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37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52 3588 0 0,'-59'-9'2733'0'0,"15"2"-557"0"0,8 0-384 0 0,3 2-360 0 0,9 2-280 0 0,0-1-228 0 0,3 1-208 0 0,2-1-152 0 0,4 1-76 0 0,-1-1 8 0 0,-1 1-724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37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4096 0 0,'20'-2'8321'0'0,"8"2"-3408"0"0,-8 0-1909 0 0,-6 0-1004 0 0,1-1-1436 0 0,4-1-904 0 0,4 0-1480 0 0,4 2-1844 0 0,-11 0 815 0 0,-1-2-1603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54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179 337 880 0 0,'1'-11'6328'0'0,"5"-15"4313"0"0,-9 31-10486 0 0,0 0-1 0 0,0 0 1 0 0,1 0 0 0 0,-1 1-1 0 0,1-1 1 0 0,0 1 0 0 0,0-1-1 0 0,1 1 1 0 0,-1 6 0 0 0,-3 6 121 0 0,-32 102 593 0 0,-32 121-5 0 0,59-203-803 0 0,-14 56 86 0 0,23-90-141 0 0,0 4-11 0 0,-9 35 26 0 0,10-41-30 0 0,-1 0 16 0 0,0 6 11 0 0,1-6-13 0 0,-2 23-156 0 0,1-16 442 0 0,2-14 1675 0 0,-1 3-1945 0 0,-1-7 18 0 0,1 0 1 0 0,0 0-1 0 0,2-18 0 0 0,11-76-25 0 0,5 0 0 0 0,4 1 0 0 0,5 1 0 0 0,53-128 0 0 0,-71 206-42 0 0,2 1 1 0 0,0 1 0 0 0,1 0 0 0 0,2 0 0 0 0,0 1 0 0 0,30-32 0 0 0,-35 43-9 0 0,1 0 0 0 0,-1 0 1 0 0,2 1-1 0 0,-1 1 0 0 0,1-1 1 0 0,1 2-1 0 0,-1-1 0 0 0,1 2 1 0 0,0 0-1 0 0,0 0 0 0 0,1 1 1 0 0,0 0-1 0 0,-1 1 0 0 0,15-1 1 0 0,-22 3 24 0 0,1 1 1 0 0,-1 0 0 0 0,1 0-1 0 0,-1 0 1 0 0,1 1-1 0 0,-1 0 1 0 0,1 0-1 0 0,-1 0 1 0 0,1 1 0 0 0,-1 0-1 0 0,0 0 1 0 0,0 0-1 0 0,0 0 1 0 0,9 7 0 0 0,-11-7 18 0 0,-1 0 0 0 0,0 0 0 0 0,1 0 0 0 0,-1 1 0 0 0,0-1 1 0 0,0 1-1 0 0,0 0 0 0 0,-1-1 0 0 0,1 1 0 0 0,-1 0 0 0 0,1 0 1 0 0,-1 0-1 0 0,0 0 0 0 0,0 0 0 0 0,0 0 0 0 0,-1 0 0 0 0,1 1 0 0 0,-1-1 1 0 0,1 0-1 0 0,-1 0 0 0 0,0 1 0 0 0,-1-1 0 0 0,1 0 0 0 0,0 0 1 0 0,-2 5-1 0 0,-2 4 2 0 0,1-1 1 0 0,-2 0-1 0 0,0 0 1 0 0,0-1 0 0 0,-1 1-1 0 0,0-1 1 0 0,-1 0-1 0 0,0-1 1 0 0,0 0-1 0 0,-11 11 1 0 0,-14 10 0 0 0,-46 35 0 0 0,77-64-11 0 0,-42 29 46 0 0,-1-1-1 0 0,-69 33 0 0 0,71-38-74 0 0,40-23 19 0 0,1 0-33 0 0,-5 2-1 0 0,4-2-15 0 0,-2 6-74 0 0,4-7 132 0 0,-1 0 0 0 0,1 0 0 0 0,0 1 0 0 0,0-1 0 0 0,-1 0 0 0 0,1 1 0 0 0,0-1 0 0 0,0 0 0 0 0,-1 1 0 0 0,1-1 0 0 0,0 0 0 0 0,0 1 0 0 0,0-1 0 0 0,0 0 0 0 0,0 1 0 0 0,0-1 0 0 0,-1 0 0 0 0,1 1 0 0 0,0-1 0 0 0,0 0 0 0 0,0 1 0 0 0,0-1 0 0 0,0 1 0 0 0,0-1 0 0 0,0 0 0 0 0,1 1 0 0 0,-1-1 0 0 0,0 0 0 0 0,0 1 0 0 0,0-1 0 0 0,0 0 0 0 0,0 1 0 0 0,1-1 0 0 0,-1 0 0 0 0,0 1 0 0 0,0-1 0 0 0,0 0 0 0 0,1 1 0 0 0,-1-1 0 0 0,0 0 0 0 0,0 0 0 0 0,1 1 0 0 0,0-1 0 0 0,160 244 535 0 0,-29-40-224 0 0,-47-103-31 0 0,-64-82-175 0 0,-9-9-46 0 0,-11-9-20 0 0,9 5 30 0 0,-2-1 188 0 0,-8-4-358 0 0,1-1-1 0 0,1 1 1 0 0,-1 0 0 0 0,0 0-1 0 0,0 0 1 0 0,0-1-1 0 0,0 1 1 0 0,0-1 0 0 0,1 1-1 0 0,-1-1 1 0 0,0 1-1 0 0,0-1 1 0 0,1 0-1 0 0,-1 0 1 0 0,0 0 0 0 0,1 1-1 0 0,-1-1 1 0 0,0 0-1 0 0,2-1 1 0 0,-6-34-14378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19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1 380 0 0,'0'0'3958'0'0,"11"5"-5062"0"0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50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88 416 1264 0 0,'9'3'14851'0'0,"13"-62"-14417"0"0,20-96-1 0 0,-33 121-398 0 0,25-135 626 0 0,-34 167-686 0 0,-1 28-47 0 0,-2 1 83 0 0,-8 34 1 0 0,3-20 63 0 0,-116 503 1081 0 0,89-393-1068 0 0,15-75 202 0 0,20-74-209 0 0,-1 5-2107 0 0,17-54-7973 0 0,-9 35 5134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51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71 1332 0 0,'49'-66'16350'0'0,"-48"62"-15390"0"0,-3 4-353 0 0,-3 3-610 0 0,-101 51 758 0 0,-134 63-234 0 0,238-117-506 0 0,-1 2-50 0 0,-1-1 0 0 0,0 1 0 0 0,1 0 0 0 0,-1 0 0 0 0,1 0 1 0 0,-1 0-1 0 0,-4 5 0 0 0,17 5 27 0 0,1 1 0 0 0,0-2 0 0 0,1 1-1 0 0,22 18 1 0 0,-6-5 22 0 0,214 174 100 0 0,-146-125-82 0 0,-45-33-19 0 0,-49-39-171 0 0,9 0-2541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51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509 202 2032 0 0,'20'-32'5556'0'0,"-10"17"-1598"0"0,14-30 0 0 0,-22 40-3416 0 0,0 0 0 0 0,0 0 0 0 0,0 0 0 0 0,-1 0 0 0 0,0-1 0 0 0,0 1 0 0 0,-1 0 0 0 0,1-1 0 0 0,-1 1 0 0 0,-1-8 0 0 0,0 11-461 0 0,0-1 0 0 0,0 1 0 0 0,0-1 1 0 0,-1 1-1 0 0,1 0 0 0 0,-1 0 0 0 0,1 0 0 0 0,-1 0 0 0 0,0 0 1 0 0,0 0-1 0 0,0 0 0 0 0,0 0 0 0 0,0 1 0 0 0,0-1 0 0 0,-1 1 0 0 0,1 0 1 0 0,-4-2-1 0 0,1 1-59 0 0,0 1 1 0 0,0-1-1 0 0,0 1 1 0 0,0 0-1 0 0,0 1 0 0 0,0-1 1 0 0,0 1-1 0 0,0 0 1 0 0,0 0-1 0 0,-1 1 1 0 0,1-1-1 0 0,0 1 1 0 0,0 0-1 0 0,0 1 1 0 0,1-1-1 0 0,-1 1 0 0 0,-6 3 1 0 0,-10 5-1 0 0,0 0 0 0 0,-26 20 0 0 0,45-29-18 0 0,-31 22-5 0 0,0 1-1 0 0,2 1 1 0 0,1 2-1 0 0,1 1 0 0 0,1 1 1 0 0,2 2-1 0 0,0 0 0 0 0,3 2 1 0 0,1 1-1 0 0,-26 52 0 0 0,44-78 16 0 0,0 0 0 0 0,1 1 0 0 0,0 0-1 0 0,1 0 1 0 0,0 0 0 0 0,0 0-1 0 0,1 0 1 0 0,0 0 0 0 0,1 1-1 0 0,1 11 1 0 0,-1-16-1 0 0,1-1 0 0 0,0 1 0 0 0,0 0-1 0 0,1 0 1 0 0,-1 0 0 0 0,1-1 0 0 0,0 1 0 0 0,0-1 0 0 0,1 0-1 0 0,-1 1 1 0 0,1-1 0 0 0,0 0 0 0 0,0 0 0 0 0,0-1 0 0 0,1 1-1 0 0,-1-1 1 0 0,1 1 0 0 0,0-1 0 0 0,0 0 0 0 0,7 3 0 0 0,5 2 6 0 0,0-1 0 0 0,1-1 1 0 0,-1-1-1 0 0,1 0 1 0 0,0-1-1 0 0,1-1 0 0 0,-1 0 1 0 0,1-2-1 0 0,19 0 1 0 0,26-2 92 0 0,71-11 0 0 0,-134 12-112 0 0,11-2 94 0 0,0 1 0 0 0,0-1 0 0 0,12-5 0 0 0,-19 6-282 0 0,0-1-1 0 0,-1 1 1 0 0,1-1 0 0 0,-1 0 0 0 0,1 0 0 0 0,-1 0-1 0 0,0-1 1 0 0,0 1 0 0 0,0-1 0 0 0,0 0 0 0 0,0 0 0 0 0,3-4-1 0 0,-5 5-819 0 0,0-1 0 0 0,0 1 1 0 0,-1-1-1 0 0,1 1 0 0 0,0-1 0 0 0,-1 0 0 0 0,0 1 0 0 0,1-1 0 0 0,-1 0 0 0 0,0 1 0 0 0,0-1 0 0 0,-1-3 0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52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75 130 2116 0 0,'-35'-7'8000'0'0,"5"-1"-3379"0"0,21 5-2524 0 0,10 0-1335 0 0,-1 3-746 0 0,0-1 1 0 0,0 1 0 0 0,0 0-1 0 0,0-1 1 0 0,0 1 0 0 0,0 0-1 0 0,0-1 1 0 0,0 1 0 0 0,0 0-1 0 0,0 0 1 0 0,1-1 0 0 0,-1 1-1 0 0,0 0 1 0 0,0-1 0 0 0,0 1-1 0 0,0 0 1 0 0,0 0 0 0 0,0-1-1 0 0,1 1 1 0 0,-1 0 0 0 0,0 0-1 0 0,0-1 1 0 0,0 1 0 0 0,1 0-1 0 0,-1 0 1 0 0,0 0 0 0 0,0-1-1 0 0,1 1 1 0 0,-1 0 0 0 0,0 0-1 0 0,1 0 1 0 0,-1 0 0 0 0,0 0-1 0 0,1-1 1 0 0,37-13 431 0 0,2 1 0 0 0,79-15 0 0 0,-57 15-327 0 0,37-8-139 0 0,-66 16-2463 0 0,-1 0-3671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30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145 747 1012 0 0,'0'-12'5801'0'0,"1"1"-2982"0"0,-1 9-2523 0 0,0 0 1 0 0,1 0-1 0 0,-1 0 0 0 0,0 0 0 0 0,1 0 0 0 0,-1 0 0 0 0,1 0 0 0 0,0 0 1 0 0,-1 0-1 0 0,1 1 0 0 0,0-1 0 0 0,0 0 0 0 0,0 0 0 0 0,1 1 0 0 0,-1-1 0 0 0,0 0 1 0 0,3-1-1 0 0,19-17 115 0 0,-1-1 0 0 0,0-1 0 0 0,-2-1 1 0 0,0-1-1 0 0,-2-1 0 0 0,-1 0 0 0 0,0-1 1 0 0,-2-1-1 0 0,-2-1 0 0 0,13-34 0 0 0,-11 20-295 0 0,-3-2-1 0 0,-1 0 0 0 0,6-56 1 0 0,-15 77-18 0 0,6-98 659 0 0,-8 119-790 0 0,0 2 30 0 0,0-1 0 0 0,0 1 0 0 0,0-1 0 0 0,0 1 0 0 0,0-1 1 0 0,0 1-1 0 0,-1-1 0 0 0,1 1 0 0 0,0-1 0 0 0,0 1 0 0 0,-1-1 0 0 0,1 1 0 0 0,0-1 0 0 0,0 1 0 0 0,-1 0 0 0 0,1-1 1 0 0,0 1-1 0 0,-1-1 0 0 0,0 0 0 0 0,-3 4 1 0 0,0-1 1 0 0,0 1 0 0 0,0-1-1 0 0,0 1 1 0 0,0 0-1 0 0,1 1 1 0 0,-1-1-1 0 0,1 1 1 0 0,0-1-1 0 0,0 1 1 0 0,0 0-1 0 0,1 0 1 0 0,-1 0-1 0 0,-2 7 1 0 0,-4 9 11 0 0,-13 37 0 0 0,-49 185 114 0 0,-59 372 1 0 0,41 5 293 0 0,69-507-427 0 0,-3 24 3099 0 0,22-134-3116 0 0,-2 14 3793 0 0,3-15-3713 0 0,0-1-1 0 0,0 0 1 0 0,0 0-1 0 0,0 0 1 0 0,0 0-1 0 0,0 0 1 0 0,0 1-1 0 0,-1-1 1 0 0,1 0-1 0 0,0 0 1 0 0,0 0-1 0 0,0 0 1 0 0,0 0 0 0 0,0 0-1 0 0,-1 0 1 0 0,1 0-1 0 0,0 1 1 0 0,0-1-1 0 0,0 0 1 0 0,0 0-1 0 0,-1 0 1 0 0,1 0-1 0 0,0 0 1 0 0,0 0-1 0 0,0 0 1 0 0,-1 0-1 0 0,1 0 1 0 0,0 0-1 0 0,0 0 1 0 0,0 0-1 0 0,0 0 1 0 0,-1 0 0 0 0,1 0-1 0 0,0-1 1 0 0,0 1-1 0 0,0 0 1 0 0,0 0-1 0 0,-1 0 1 0 0,1 0-1 0 0,0 0 1 0 0,0 0-1 0 0,0 0 1 0 0,0 0-1 0 0,0-1 1 0 0,-1 1-1 0 0,1 0 1 0 0,0 0-1 0 0,0 0 1 0 0,0-1-1 0 0,-1 0-22 0 0,1 0-1 0 0,-1-1 0 0 0,0 1 1 0 0,1 0-1 0 0,-1-1 0 0 0,1 1 1 0 0,0-1-1 0 0,0 1 0 0 0,-1-1 1 0 0,1 1-1 0 0,0-1 0 0 0,0 1 1 0 0,0-2-1 0 0,0-3 112 0 0,-1-30 14 0 0,0 0 0 0 0,9-59 0 0 0,19-71-228 0 0,-10 91-33 0 0,3 0-1 0 0,35-87 0 0 0,79-136 453 0 0,-104 239-421 0 0,2 1 0 0 0,57-79 0 0 0,-82 130 41 0 0,-1 0-1 0 0,1 0 1 0 0,1 1 0 0 0,-1 0-1 0 0,1 0 1 0 0,0 0-1 0 0,0 1 1 0 0,1 1 0 0 0,12-6-1 0 0,-16 9 13 0 0,0 0 0 0 0,1 0-1 0 0,-1 1 1 0 0,0 0 0 0 0,0 0-1 0 0,0 0 1 0 0,1 1 0 0 0,-1-1-1 0 0,9 4 1 0 0,-8-2-2 0 0,0 0 1 0 0,0 1-1 0 0,0 0 1 0 0,0 0-1 0 0,0 0 1 0 0,-1 1 0 0 0,0 0-1 0 0,1 0 1 0 0,-1 0-1 0 0,-1 1 1 0 0,1 0-1 0 0,-1 0 1 0 0,0 0-1 0 0,0 0 1 0 0,0 1-1 0 0,-1-1 1 0 0,0 1-1 0 0,0 0 1 0 0,0 0-1 0 0,-1 0 1 0 0,1 0-1 0 0,-2 1 1 0 0,3 9-1 0 0,-3-9-3 0 0,-1 0-1 0 0,0 0 1 0 0,0 0-1 0 0,0 0 1 0 0,-1 0-1 0 0,0 0 1 0 0,0 0-1 0 0,-1 0 1 0 0,0 0-1 0 0,0 0 1 0 0,-1-1-1 0 0,-5 12 1 0 0,2-9 42 0 0,0 0-1 0 0,0 0 1 0 0,-1 0 0 0 0,0-1 0 0 0,-1 1-1 0 0,0-2 1 0 0,-13 11 0 0 0,0-4-432 0 0,-1 0 1 0 0,0-1 0 0 0,-1-2 0 0 0,0 0-1 0 0,-1-1 1 0 0,-34 9 0 0 0,-14-2-2659 0 0,-5 2-2454 0 0,27-2-3333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43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93 728 1872 0 0,'-3'0'1934'0'0,"-19"-1"2970"0"0,8 0-1198 0 0,28-4-2751 0 0,24-7-762 0 0,0-1 0 0 0,-1-2 0 0 0,0-1 0 0 0,50-31 0 0 0,-61 31-151 0 0,-1 0 0 0 0,0-1 0 0 0,-1-2-1 0 0,42-42 1 0 0,-51 45-20 0 0,-1-1 0 0 0,-1 0 0 0 0,0-1 0 0 0,-1-1-1 0 0,-2 0 1 0 0,0 0 0 0 0,13-34 0 0 0,-12 18 1 0 0,-1 0-1 0 0,7-42 1 0 0,-15 60-19 0 0,0-1 0 0 0,-1 1-1 0 0,0-1 1 0 0,-2 0 0 0 0,0 1 0 0 0,-5-28 0 0 0,6 45-5 0 0,0-1 0 0 0,0 1 0 0 0,-1-1 0 0 0,1 0 0 0 0,0 1 0 0 0,0-1 0 0 0,0 1 0 0 0,0-1 0 0 0,-1 1 0 0 0,1-1 1 0 0,0 1-1 0 0,0-1 0 0 0,-1 1 0 0 0,1-1 0 0 0,0 1 0 0 0,-1-1 0 0 0,1 1 0 0 0,-1-1 0 0 0,1 1 0 0 0,-1 0 0 0 0,1-1 0 0 0,-1 1 0 0 0,1 0 1 0 0,-1-1-1 0 0,1 1 0 0 0,-1 0 0 0 0,1 0 0 0 0,-1-1 0 0 0,1 1 0 0 0,-1 0 0 0 0,1 0 0 0 0,-1 0 0 0 0,0 0 0 0 0,1 0 0 0 0,-1 0 0 0 0,1 0 1 0 0,-1 0-1 0 0,0 0 0 0 0,1 0 0 0 0,-1 0 0 0 0,1 0 0 0 0,-1 0 0 0 0,1 1 0 0 0,-1-1 0 0 0,1 0 0 0 0,-1 0 0 0 0,0 1 0 0 0,1-1 0 0 0,-1 0 0 0 0,1 1 1 0 0,0-1-1 0 0,-2 1 0 0 0,-1 2-3 0 0,-1 0 0 0 0,0 0 1 0 0,1 0-1 0 0,0 0 0 0 0,-5 7 0 0 0,-7 12-1 0 0,1 1 1 0 0,0 1-1 0 0,-12 33 0 0 0,-24 79 1 0 0,-102 372 198 0 0,99-284 23 0 0,-103 355 427 0 0,99-418 1496 0 0,55-159-1993 0 0,1 1 0 0 0,0 0 0 0 0,-1-1 0 0 0,1 0 0 0 0,-1 1 0 0 0,0-1 0 0 0,-3 3 0 0 0,5-5-125 0 0,0 1-1 0 0,0-1 1 0 0,-1 0-1 0 0,1 0 1 0 0,0 1 0 0 0,0-1-1 0 0,-1 0 1 0 0,1 0-1 0 0,0 0 1 0 0,-1 0 0 0 0,1 0-1 0 0,0 1 1 0 0,-1-1 0 0 0,1 0-1 0 0,0 0 1 0 0,-1 0-1 0 0,1 0 1 0 0,0 0 0 0 0,-1 0-1 0 0,1 0 1 0 0,0 0-1 0 0,-1 0 1 0 0,1 0 0 0 0,0 0-1 0 0,-1-1 1 0 0,0 1-14 0 0,1-1 0 0 0,-1 1 0 0 0,1-1 0 0 0,-1 1 0 0 0,1-1 0 0 0,-1 0 0 0 0,1 1 0 0 0,0-1 0 0 0,-1 0 0 0 0,1 1 0 0 0,0-1 0 0 0,-1 0 0 0 0,1 0 0 0 0,0 1 0 0 0,0-1 0 0 0,0 0 0 0 0,0-1 0 0 0,-1-18 47 0 0,1 1-1 0 0,1-1 1 0 0,1 1-1 0 0,1-1 1 0 0,8-32-1 0 0,-3 16-19 0 0,9-43-27 0 0,3 1 0 0 0,3 1 1 0 0,4 1-1 0 0,3 1 1 0 0,3 2-1 0 0,4 1 1 0 0,2 2-1 0 0,61-80 1 0 0,-78 121-19 0 0,2 1 0 0 0,1 1 0 0 0,37-31 0 0 0,-48 46-3 0 0,1 1 0 0 0,0 0 1 0 0,1 1-1 0 0,0 1 0 0 0,1 0 0 0 0,0 1 0 0 0,0 1 1 0 0,25-7-1 0 0,-38 14 11 0 0,0-1-1 0 0,0 0 1 0 0,1 1 0 0 0,-1 0-1 0 0,0 0 1 0 0,1 0 0 0 0,-1 0-1 0 0,0 1 1 0 0,0-1 0 0 0,1 1-1 0 0,-1 0 1 0 0,0 1 0 0 0,0-1-1 0 0,5 3 1 0 0,-7-3 3 0 0,-1 0 0 0 0,1 0 0 0 0,-1 0 0 0 0,0 0 1 0 0,1 0-1 0 0,-1 1 0 0 0,0-1 0 0 0,0 0 0 0 0,0 1 0 0 0,0-1 0 0 0,0 1 0 0 0,0-1 0 0 0,0 1 0 0 0,-1-1 0 0 0,1 1 1 0 0,0 0-1 0 0,-1-1 0 0 0,0 1 0 0 0,1 0 0 0 0,-1-1 0 0 0,0 1 0 0 0,0 0 0 0 0,0 0 0 0 0,0-1 0 0 0,0 1 0 0 0,0 0 1 0 0,0-1-1 0 0,0 1 0 0 0,-1 0 0 0 0,1 0 0 0 0,-1-1 0 0 0,1 1 0 0 0,-1-1 0 0 0,0 1 0 0 0,0-1 0 0 0,0 1 0 0 0,-1 1 0 0 0,-4 7 3 0 0,-1 0 0 0 0,0 0 0 0 0,-1-1-1 0 0,1-1 1 0 0,-2 1 0 0 0,1-1-1 0 0,-1 0 1 0 0,0-1 0 0 0,-1 0-1 0 0,-17 9 1 0 0,4-4 12 0 0,0-1 0 0 0,-1-1 0 0 0,-45 13 0 0 0,55-20-14 0 0,-1 0 1 0 0,0-1-1 0 0,0-1 0 0 0,1 0 0 0 0,-1-1 1 0 0,0 0-1 0 0,0-2 0 0 0,-20-3 1 0 0,-16-1-48 0 0,41 4 19 0 0,7 2 0 0 0,2 0 22 0 0,0 0 0 0 0,1 0 0 0 0,-1 0 0 0 0,0 0 0 0 0,0 1 0 0 0,0-1 0 0 0,1 0 0 0 0,-1 0 0 0 0,0 1 0 0 0,1-1 0 0 0,-1 0 0 0 0,0 1 0 0 0,0-1 0 0 0,1 1 0 0 0,-1-1 0 0 0,1 1 0 0 0,-2 0 0 0 0,4 10 0 0 0,0 0 1 0 0,0 0 0 0 0,2 0 0 0 0,-1 0-1 0 0,1 0 1 0 0,1-1 0 0 0,7 14 0 0 0,7 19 3 0 0,22 67-19 0 0,66 152-557 0 0,-101-252-125 0 0,0 1 0 0 0,0-1 0 0 0,15 18 0 0 0,-15-22-1141 0 0,0 0 0 0 0,0-1 0 0 0,11 9 0 0 0,0-3-5004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44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83 628 0 0,'1'-2'724'0'0,"1"-5"560"0"0,0-1 0 0 0,1 1 1 0 0,0 0-1 0 0,0 0 0 0 0,0 0 0 0 0,1 0 1 0 0,0 1-1 0 0,1 0 0 0 0,5-7 1 0 0,-9 12-1178 0 0,0 0 0 0 0,0 1 1 0 0,0-1-1 0 0,0 1 1 0 0,0-1-1 0 0,0 1 1 0 0,1 0-1 0 0,-1-1 0 0 0,0 1 1 0 0,0 0-1 0 0,1 0 1 0 0,-1 0-1 0 0,0 0 1 0 0,0 0-1 0 0,1 0 0 0 0,-1 0 1 0 0,0 0-1 0 0,0 0 1 0 0,0 1-1 0 0,3 0 0 0 0,19 10 1076 0 0,-20-8-1063 0 0,0 1-1 0 0,1-1 1 0 0,-1 1-1 0 0,0-1 1 0 0,-1 1 0 0 0,1 0-1 0 0,-1 0 1 0 0,0 0 0 0 0,0 0-1 0 0,0 1 1 0 0,0-1-1 0 0,-1 0 1 0 0,0 1 0 0 0,0-1-1 0 0,0 1 1 0 0,0-1 0 0 0,0 8-1 0 0,-1 2 42 0 0,0 1-1 0 0,-1 0 1 0 0,0-1 0 0 0,-4 17-1 0 0,1-11 22 0 0,-2-1 1 0 0,0 0-1 0 0,-1 0 0 0 0,0-1 0 0 0,-2 0 1 0 0,-16 27-1 0 0,17-32-37 0 0,-2 0 0 0 0,1-1-1 0 0,-1 0 1 0 0,-1 0 0 0 0,0-1 0 0 0,-1-1 0 0 0,0 0 0 0 0,-26 16 0 0 0,37-25-127 0 0,-1 0 0 0 0,0 0 1 0 0,0 0-1 0 0,1 0 1 0 0,-1 0-1 0 0,0-1 0 0 0,0 1 1 0 0,0-1-1 0 0,1 0 0 0 0,-1 1 1 0 0,0-1-1 0 0,0 0 0 0 0,-2 0 1 0 0,3 0-12 0 0,0 0 0 0 0,0-1 1 0 0,0 1-1 0 0,1 0 0 0 0,-1-1 1 0 0,0 1-1 0 0,0 0 1 0 0,0-1-1 0 0,1 1 0 0 0,-1-1 1 0 0,0 1-1 0 0,0-1 0 0 0,1 0 1 0 0,-1 1-1 0 0,1-1 1 0 0,-1 0-1 0 0,0 1 0 0 0,1-1 1 0 0,0 0-1 0 0,-1-1 0 0 0,-1-1 1 0 0,1 0-1 0 0,1 0 1 0 0,-1 0-1 0 0,0-1 0 0 0,1 1 1 0 0,0 0-1 0 0,-1-1 1 0 0,1 1-1 0 0,1 0 1 0 0,-1-1-1 0 0,0 1 0 0 0,1 0 1 0 0,1-5-1 0 0,2-6-9 0 0,2 0-1 0 0,-1 0 1 0 0,1 0-1 0 0,1 1 1 0 0,1 0-1 0 0,0 1 0 0 0,10-14 1 0 0,74-75-12 0 0,-73 82 21 0 0,131-125-75 0 0,-150 144 68 0 0,0 1 0 0 0,0-1 0 0 0,0 0 0 0 0,0 0 0 0 0,0 0 0 0 0,0 0 0 0 0,0 0 0 0 0,0 0 0 0 0,0 0 0 0 0,0 0 0 0 0,0 0 0 0 0,0 0 0 0 0,0 0 0 0 0,0 0 0 0 0,0 1 1 0 0,1-1-1 0 0,-1 0 0 0 0,0 0 0 0 0,0 0 0 0 0,0 0 0 0 0,0 0 0 0 0,0 0 0 0 0,0 0 0 0 0,0 0 0 0 0,0 0 0 0 0,0 0 0 0 0,0 0 0 0 0,1 0 0 0 0,-1 0 0 0 0,0 0 0 0 0,0 0 0 0 0,0 0 0 0 0,0 0 0 0 0,0 0 0 0 0,0 0 0 0 0,0 0 0 0 0,0 0 1 0 0,0 0-1 0 0,0 0 0 0 0,1 0 0 0 0,-1 0 0 0 0,0 0 0 0 0,0 0 0 0 0,0 0 0 0 0,0 0 0 0 0,0 0 0 0 0,0 0 0 0 0,0-1 0 0 0,0 1 0 0 0,0 0 0 0 0,0 0 0 0 0,0 0 0 0 0,0 0 0 0 0,0 0 0 0 0,1 0 0 0 0,-1 0 0 0 0,0 0 0 0 0,-6 13-17 0 0,-18 28-10 0 0,14-24 51 0 0,-3 7-9 0 0,-49 95 23 0 0,57-107-33 0 0,0 1 0 0 0,1-1-1 0 0,1 1 1 0 0,0 0 0 0 0,0 0 0 0 0,1 0-1 0 0,0 26 1 0 0,2-35 2 0 0,1 0 0 0 0,-1 0 0 0 0,1 0 0 0 0,0-1 0 0 0,0 1 0 0 0,0 0 0 0 0,0 0 1 0 0,0-1-1 0 0,1 1 0 0 0,0-1 0 0 0,0 1 0 0 0,0-1 0 0 0,0 0 0 0 0,0 0 0 0 0,1 0 0 0 0,4 5 0 0 0,-2-4 11 0 0,0-1 1 0 0,0 1 0 0 0,0-1-1 0 0,0 0 1 0 0,1-1-1 0 0,-1 1 1 0 0,1-1-1 0 0,-1 0 1 0 0,13 2-1 0 0,0-1-349 0 0,1-2 0 0 0,0 1-1 0 0,0-2 1 0 0,-1-1 0 0 0,38-5-1 0 0,31-12-3589 0 0,-31 3-2266 0 0,-2-2-3280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44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0 148 0 0,'-27'4'11917'0'0,"38"5"-10013"0"0,10-4-1287 0 0,0-1 0 0 0,1 0 0 0 0,-1-2 0 0 0,1-1 0 0 0,32-2 0 0 0,-25 1-432 0 0,55 2-1 0 0,-45-1-1856 0 0,-4-1-3279 0 0,-13-3-4062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45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51 1840 0 0,'-47'-50'17738'0'0,"46"50"-17620"0"0,0 0 0 0 0,0 1-1 0 0,0-1 1 0 0,0 0 0 0 0,0 1-1 0 0,0-1 1 0 0,0 1 0 0 0,0-1-1 0 0,0 1 1 0 0,0-1 0 0 0,1 1-1 0 0,-1 0 1 0 0,0 0 0 0 0,0-1-1 0 0,1 1 1 0 0,-1 0 0 0 0,0 0-1 0 0,1 0 1 0 0,-1 0 0 0 0,1 0-1 0 0,-1 0 1 0 0,1 0 0 0 0,-1 0-1 0 0,0 1 1 0 0,-9 31 1185 0 0,7-21-965 0 0,-18 62 179 0 0,4 2-1 0 0,3 0 1 0 0,3 1 0 0 0,-1 92-1 0 0,11-139-1492 0 0,7 56-1 0 0,-5-74-9 0 0,2-1-1 0 0,-1-1 1 0 0,6 15-1 0 0,-6-20-217 0 0,1 0 0 0 0,-1 1-1 0 0,1-1 1 0 0,0 0-1 0 0,0-1 1 0 0,1 1 0 0 0,5 6-1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45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123 583 3332 0 0,'0'-12'7759'0'0,"4"-11"-1516"0"0,-3 21-6118 0 0,-1 1 0 0 0,1 0-1 0 0,0-1 1 0 0,0 1 0 0 0,1 0-1 0 0,-1 0 1 0 0,0 0 0 0 0,0 0-1 0 0,1 0 1 0 0,-1 0 0 0 0,0 0-1 0 0,1 0 1 0 0,-1 0 0 0 0,1 0-1 0 0,-1 1 1 0 0,3-1 0 0 0,18-9 58 0 0,1-1 0 0 0,-1 0 0 0 0,-1-2 0 0 0,35-26 0 0 0,-45 29-164 0 0,0-1-1 0 0,-1 1 0 0 0,0-2 1 0 0,0 0-1 0 0,-1 0 0 0 0,-1 0 1 0 0,0-1-1 0 0,-1 0 0 0 0,6-15 1 0 0,-4 5-10 0 0,-1 0 0 0 0,-1 0 0 0 0,-1-1 1 0 0,3-30-1 0 0,-1-97 11 0 0,-8 150-21 0 0,0 0-1 0 0,0 1 0 0 0,0-1 1 0 0,0 1-1 0 0,0-1 0 0 0,0 1 1 0 0,0-1-1 0 0,0 1 1 0 0,0-1-1 0 0,0 0 0 0 0,0 1 1 0 0,0-1-1 0 0,-1 1 0 0 0,1-1 1 0 0,0 1-1 0 0,0-1 1 0 0,-1 1-1 0 0,1-1 0 0 0,0 1 1 0 0,0-1-1 0 0,-1 1 0 0 0,1 0 1 0 0,-1-1-1 0 0,1 1 1 0 0,-1-1-1 0 0,0 1 1 0 0,1 0 0 0 0,-1 0 1 0 0,0 0-1 0 0,1 0 0 0 0,-1 0 0 0 0,1 0 0 0 0,-1 0 1 0 0,0 1-1 0 0,1-1 0 0 0,-1 0 0 0 0,1 0 0 0 0,-1 1 1 0 0,1-1-1 0 0,-1 0 0 0 0,1 1 0 0 0,-1-1 0 0 0,1 1 1 0 0,-1 0-1 0 0,-18 22-2 0 0,-8 25 20 0 0,2 2 1 0 0,-31 90-1 0 0,-18 112 109 0 0,-99 529 373 0 0,170-762-300 0 0,-1-2 1 0 0,-8 20-1 0 0,12-35-24 0 0,-2-3-102 0 0,0-1-65 0 0,1 1-1 0 0,0 0 0 0 0,-1-1 1 0 0,1 1-1 0 0,0-1 1 0 0,0 0-1 0 0,0 1 1 0 0,0-1-1 0 0,0 0 1 0 0,0 0-1 0 0,0 0 1 0 0,1 0-1 0 0,-1 1 1 0 0,1-1-1 0 0,-1-4 1 0 0,-4-37 37 0 0,4 33-29 0 0,-2-28-11 0 0,2 0 1 0 0,1 0 0 0 0,2 0 0 0 0,2 0 0 0 0,1 0-1 0 0,2 1 1 0 0,2 0 0 0 0,16-45 0 0 0,-15 56-9 0 0,1 1 0 0 0,2 0 1 0 0,0 1-1 0 0,1 0 0 0 0,2 1 1 0 0,0 1-1 0 0,2 0 0 0 0,0 2 1 0 0,1 0-1 0 0,1 1 0 0 0,1 0 1 0 0,26-16-1 0 0,-24 19-22 0 0,2 1-1 0 0,38-18 1 0 0,-54 29 25 0 0,0 0 0 0 0,1 1 0 0 0,-1 0-1 0 0,1 1 1 0 0,-1 0 0 0 0,1 0 0 0 0,0 1 0 0 0,0 0 0 0 0,0 1 0 0 0,-1 0 0 0 0,11 2 0 0 0,-16-1 1 0 0,0-1-1 0 0,0 1 1 0 0,-1 0 0 0 0,1 1 0 0 0,0-1 0 0 0,-1 1-1 0 0,0-1 1 0 0,1 1 0 0 0,-1 0 0 0 0,0 0 0 0 0,0 1-1 0 0,0-1 1 0 0,0 1 0 0 0,0-1 0 0 0,0 1 0 0 0,-1 0-1 0 0,1 0 1 0 0,-1 0 0 0 0,0 0 0 0 0,0 1 0 0 0,0-1-1 0 0,-1 1 1 0 0,1-1 0 0 0,-1 1 0 0 0,1-1 0 0 0,-1 1-1 0 0,-1 0 1 0 0,1 0 0 0 0,0-1 0 0 0,-1 1 0 0 0,0 0 0 0 0,0 0-1 0 0,0 0 1 0 0,0 0 0 0 0,0-1 0 0 0,-1 1 0 0 0,-2 7-1 0 0,0-3-2 0 0,-1 0-1 0 0,0 0 1 0 0,0 0 0 0 0,-1-1-1 0 0,0 1 1 0 0,-1-1-1 0 0,0 0 1 0 0,0-1-1 0 0,0 1 1 0 0,-1-1-1 0 0,-10 7 1 0 0,6-5-12 0 0,-1-1 1 0 0,-1 0-1 0 0,0 0 0 0 0,0-1 0 0 0,0-1 1 0 0,-20 5-1 0 0,20-7-20 0 0,0-1 1 0 0,-20 1-1 0 0,10-1 16 0 0,20-1 11 0 0,0-1-3 0 0,1 0 12 0 0,1 0-6 0 0,0 0 1 0 0,0 0 0 0 0,0 0 0 0 0,0 0 0 0 0,0 0 0 0 0,1 0 0 0 0,-1 0 0 0 0,0 0-1 0 0,0 0 1 0 0,0 0 0 0 0,0 0 0 0 0,0 1 0 0 0,0-1 0 0 0,0 0 0 0 0,1 1 0 0 0,-1-1-1 0 0,0 1 1 0 0,0-1 0 0 0,0 1 0 0 0,1-1 0 0 0,-1 1 0 0 0,0 0 0 0 0,1-1 0 0 0,-1 1-1 0 0,0 0 1 0 0,1-1 0 0 0,-1 1 0 0 0,1 0 0 0 0,-1 0 0 0 0,1 0 0 0 0,0-1 0 0 0,-1 1-1 0 0,1 0 1 0 0,0 0 0 0 0,0 0 0 0 0,-1 0 0 0 0,1 0 0 0 0,0 0 0 0 0,0-1 0 0 0,0 1-1 0 0,0 0 1 0 0,0 0 0 0 0,0 0 0 0 0,0 0 0 0 0,0 0 0 0 0,1 0 0 0 0,-1 0 0 0 0,0 0-1 0 0,1 1 1 0 0,3 15 3 0 0,1-1-1 0 0,1 1 0 0 0,1-1 0 0 0,0 0 1 0 0,14 23-1 0 0,-17-32 4 0 0,22 42-155 0 0,47 80 236 0 0,-59-108-1106 0 0,1-2 1 0 0,17 19 0 0 0,-27-32 248 0 0,1-1 1 0 0,0 0 0 0 0,1 0-1 0 0,8 5 1 0 0,15 4-5094 0 0,-11-8-686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46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493 109 1916 0 0,'9'-76'16235'0'0,"-8"77"-16124"0"0,0-1 0 0 0,0 0 0 0 0,-1 1 0 0 0,1-1 1 0 0,0 1-1 0 0,0 0 0 0 0,0-1 0 0 0,-1 1 0 0 0,1 0 0 0 0,0-1 0 0 0,-1 1 0 0 0,1 0 0 0 0,-1 0 1 0 0,1-1-1 0 0,-1 1 0 0 0,1 0 0 0 0,0 2 0 0 0,9 19 770 0 0,-9-18-730 0 0,7 17 526 0 0,9 35 0 0 0,-11-31-404 0 0,12 29 0 0 0,-15-47-229 0 0,0 0 0 0 0,0-1-1 0 0,1 0 1 0 0,-1 1 0 0 0,2-1 0 0 0,-1-1 0 0 0,1 1 0 0 0,9 9 0 0 0,-10-12-32 0 0,-1 0 0 0 0,1 0 0 0 0,1-1-1 0 0,-1 1 1 0 0,0-1 0 0 0,0 0 0 0 0,1 0 0 0 0,-1 0 0 0 0,1-1-1 0 0,0 1 1 0 0,0-1 0 0 0,-1-1 0 0 0,1 1 0 0 0,0 0 0 0 0,0-1-1 0 0,0 0 1 0 0,0 0 0 0 0,-1-1 0 0 0,1 1 0 0 0,0-1-1 0 0,0 0 1 0 0,0 0 0 0 0,-1-1 0 0 0,1 1 0 0 0,-1-1 0 0 0,1 0-1 0 0,5-4 1 0 0,0 0-53 0 0,0-1-1 0 0,0 0 1 0 0,-1 0 0 0 0,0-1-1 0 0,0 0 1 0 0,-1-1 0 0 0,0 0-1 0 0,-1 0 1 0 0,0 0 0 0 0,6-12-1 0 0,5-13-99 0 0,-2-1 0 0 0,-2 0 1 0 0,14-48-1 0 0,-24 65 87 0 0,-8 23 63 0 0,-13 32 234 0 0,15-31-139 0 0,-119 291 3388 0 0,75-179-2787 0 0,-73 214 474 0 0,9-23-543 0 0,-25-11-357 0 0,120-271-213 0 0,-1-1 1 0 0,-35 43-1 0 0,42-58 54 0 0,-2 0-1 0 0,1 0 1 0 0,-1-1 0 0 0,-1-1-1 0 0,0 0 1 0 0,0 0 0 0 0,-24 12-1 0 0,31-19-91 0 0,0 0-1 0 0,-1 0 1 0 0,1 0-1 0 0,0-1 1 0 0,0 0-1 0 0,-1 0 0 0 0,1 0 1 0 0,-1 0-1 0 0,1-1 1 0 0,-1 0-1 0 0,1 0 1 0 0,-1-1-1 0 0,1 1 1 0 0,0-1-1 0 0,-1 0 1 0 0,1-1-1 0 0,0 1 1 0 0,-1-1-1 0 0,1 0 1 0 0,0-1-1 0 0,1 1 1 0 0,-1-1-1 0 0,0 0 1 0 0,1 0-1 0 0,-1 0 1 0 0,1-1-1 0 0,0 1 1 0 0,0-1-1 0 0,0 0 0 0 0,1 0 1 0 0,-1-1-1 0 0,1 1 1 0 0,0-1-1 0 0,1 0 1 0 0,-1 1-1 0 0,1-1 1 0 0,0 0-1 0 0,0-1 1 0 0,0 1-1 0 0,1 0 1 0 0,-1 0-1 0 0,1-1 1 0 0,1 1-1 0 0,-1-1 1 0 0,1 1-1 0 0,0-10 1 0 0,3-4-23 0 0,0 0 0 0 0,2 0 0 0 0,0 1 0 0 0,1-1 0 0 0,1 1 0 0 0,0 1 0 0 0,2-1 0 0 0,15-24 1 0 0,3 3-384 0 0,1 0 1 0 0,42-44-1 0 0,-28 40-1355 0 0,2 1-1 0 0,69-50 0 0 0,-4 15-3970 0 0,4 5-5011 0 0,-77 53 3994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46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1 181 616 0 0,'0'-26'18496'0'0,"7"23"-18036"0"0,1-1-1 0 0,0 1 0 0 0,0 0 0 0 0,0 1 1 0 0,0 0-1 0 0,0 0 0 0 0,0 1 1 0 0,15-1-1 0 0,9-2-54 0 0,110-26 375 0 0,-119 23-1977 0 0,0 0 0 0 0,0-1 1 0 0,41-23-1 0 0,-59 28 439 0 0,0 0 1 0 0,-1 0-1 0 0,0-1 1 0 0,0 1-1 0 0,4-6 1 0 0,6-12-5529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46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0 1580 0 0,'-4'0'2311'0'0,"0"0"-1777"0"0,-1 1 0 0 0,1-1 1 0 0,0 1-1 0 0,-1 0 0 0 0,1 0 0 0 0,0 0 1 0 0,0 1-1 0 0,0 0 0 0 0,0-1 0 0 0,0 1 0 0 0,0 1 1 0 0,0-1-1 0 0,0 0 0 0 0,1 1 0 0 0,-1 0 0 0 0,1 0 1 0 0,0 0-1 0 0,0 0 0 0 0,0 1 0 0 0,0-1 1 0 0,1 1-1 0 0,-1-1 0 0 0,-2 8 0 0 0,-12 19 888 0 0,3 0 0 0 0,0 1 0 0 0,-12 44 0 0 0,-19 101-39 0 0,35-135-1094 0 0,-19 112-1037 0 0,15-49-5741 0 0,7-58-286 0 0,4-23-881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48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22 494 1956 0 0,'2'-11'7846'0'0,"-2"10"-7500"0"0,0 0 1 0 0,0 0 0 0 0,0 0 0 0 0,0-1 0 0 0,0 1 0 0 0,1 0 0 0 0,-1 0 0 0 0,0 0 0 0 0,1 0 0 0 0,-1 0 0 0 0,1 0 0 0 0,-1 0-1 0 0,1 0 1 0 0,-1 0 0 0 0,1 0 0 0 0,0 0 0 0 0,1-2 0 0 0,19-9 1163 0 0,-8 6-1392 0 0,39-20 296 0 0,-2 3-185 0 0,-1-3-1 0 0,49-35 0 0 0,-84 51-215 0 0,-1 0-1 0 0,0-2 0 0 0,0 1 0 0 0,-1-1 0 0 0,-1-1 1 0 0,0 0-1 0 0,-1-1 0 0 0,0 0 0 0 0,-1-1 0 0 0,-1 0 1 0 0,8-17-1 0 0,-11 19-1 0 0,-1 1 1 0 0,0-1 0 0 0,-1 0 0 0 0,0 0-1 0 0,-1-1 1 0 0,1-20 0 0 0,-3 33-8 0 0,1-1 1 0 0,-1 1 0 0 0,0 0-1 0 0,0 0 1 0 0,-1-1 0 0 0,1 1-1 0 0,0 0 1 0 0,0 0 0 0 0,0-1 0 0 0,-1 1-1 0 0,1 0 1 0 0,-1 0 0 0 0,1 0-1 0 0,-1 0 1 0 0,0 0 0 0 0,1-1-1 0 0,-2 0 1 0 0,1 2-3 0 0,1-1-1 0 0,-1 1 1 0 0,1 0 0 0 0,-1 0-1 0 0,1-1 1 0 0,-1 1 0 0 0,1 0-1 0 0,-1 0 1 0 0,0 0 0 0 0,1 0-1 0 0,-1 0 1 0 0,1 0 0 0 0,-1 0-1 0 0,0 0 1 0 0,1 0 0 0 0,-1 0-1 0 0,1 0 1 0 0,-1 1 0 0 0,1-1-1 0 0,-1 0 1 0 0,1 0 0 0 0,-1 1-1 0 0,1-1 1 0 0,-2 1 0 0 0,-1 1 14 0 0,-1 1 0 0 0,1-1 1 0 0,-1 1-1 0 0,1 0 0 0 0,-5 6 1 0 0,-16 24 251 0 0,2 2 1 0 0,1 0-1 0 0,-27 64 0 0 0,-32 118 245 0 0,-118 537 791 0 0,192-724-407 0 0,-15 46 0 0 0,20-73-452 0 0,0-4-430 0 0,1 1 1 0 0,-1 0-1 0 0,0-1 1 0 0,1 1-1 0 0,-1 0 1 0 0,0-1-1 0 0,1 1 0 0 0,-1-1 1 0 0,1 1-1 0 0,-1-1 1 0 0,1 1-1 0 0,-1-1 1 0 0,1 1-1 0 0,-1-1 1 0 0,1 1-1 0 0,0-1 0 0 0,-1 0 1 0 0,1 1-1 0 0,0-1 1 0 0,0 0-1 0 0,-1 1 1 0 0,1-1-1 0 0,0 0 1 0 0,0 1-1 0 0,0-1 0 0 0,0 0 1 0 0,0 0-1 0 0,0 1 1 0 0,0-2-1 0 0,-1-24 82 0 0,1 26-92 0 0,4-53 46 0 0,1 1 0 0 0,3 0 1 0 0,2 1-1 0 0,3 0 1 0 0,1 0-1 0 0,3 1 0 0 0,31-63 1 0 0,-31 79-70 0 0,2 1 0 0 0,1 0 1 0 0,1 2-1 0 0,2 0 1 0 0,1 1-1 0 0,2 2 0 0 0,0 0 1 0 0,2 2-1 0 0,1 1 1 0 0,56-37-1 0 0,-72 54 2 0 0,0 1 0 0 0,1 0 0 0 0,0 1 0 0 0,0 1 1 0 0,1 0-1 0 0,-1 1 0 0 0,27-4 0 0 0,-35 7 13 0 0,1 1 0 0 0,0-1 0 0 0,-1 2 0 0 0,1-1 0 0 0,-1 1 0 0 0,1 0 0 0 0,-1 0 0 0 0,13 4 0 0 0,-15-3 12 0 0,0 0 1 0 0,0 0-1 0 0,0 0 1 0 0,-1 0 0 0 0,1 1-1 0 0,-1 0 1 0 0,1-1 0 0 0,-1 1-1 0 0,0 0 1 0 0,0 1-1 0 0,0-1 1 0 0,-1 0 0 0 0,1 1-1 0 0,3 6 1 0 0,-4-6-6 0 0,-1 0 0 0 0,1 0-1 0 0,-1 0 1 0 0,1 0 0 0 0,-1 0 0 0 0,-1 0 0 0 0,1 1-1 0 0,0-1 1 0 0,-1 0 0 0 0,0 1 0 0 0,0-1 0 0 0,0 0 0 0 0,-2 8-1 0 0,0-4-3 0 0,0 0-1 0 0,-1-1 1 0 0,0 1-1 0 0,0-1 1 0 0,0 1-1 0 0,-9 12 1 0 0,0-4-24 0 0,-1 0 0 0 0,0-1 1 0 0,-1 0-1 0 0,0-1 1 0 0,-17 12-1 0 0,11-11-33 0 0,-1 0 0 0 0,1-2 0 0 0,-2-1 1 0 0,0 0-1 0 0,-36 12 0 0 0,47-19 35 0 0,0-2 1 0 0,-1 0-1 0 0,1 0 1 0 0,-1-1-1 0 0,0 0 1 0 0,0-1-1 0 0,0 0 1 0 0,0-1-1 0 0,0-1 0 0 0,0 0 1 0 0,1 0-1 0 0,-1-1 1 0 0,-17-5-1 0 0,-23-11-210 0 0,50 17 178 0 0,8 9-22 0 0,-1-1 70 0 0,1 0 0 0 0,0 0 0 0 0,0 0 0 0 0,11 8 1 0 0,15 17 18 0 0,23 43-69 0 0,52 96 1 0 0,-52-81-1111 0 0,-49-80 372 0 0,1 0-1 0 0,0-1 1 0 0,1 1 0 0 0,0-2 0 0 0,10 9-1 0 0,-13-13-528 0 0,0 0 0 0 0,0 0-1 0 0,1 0 1 0 0,0-1 0 0 0,-1 0-1 0 0,10 3 1 0 0,2-1-4981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48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120 143 488 0 0,'3'-26'4138'0'0,"3"-66"11281"0"0,-6 91-15356 0 0,0 0 0 0 0,0 0 0 0 0,0 0-1 0 0,0 1 1 0 0,0-1 0 0 0,0 0 0 0 0,0 0 0 0 0,0 0 0 0 0,1 0-1 0 0,-1 0 1 0 0,0 0 0 0 0,0 1 0 0 0,1-1 0 0 0,-1 0 0 0 0,1 0-1 0 0,-1 1 1 0 0,1-1 0 0 0,-1 0 0 0 0,1 0 0 0 0,-1 1-1 0 0,1-1 1 0 0,0 0 0 0 0,-1 1 0 0 0,1-1 0 0 0,0 1 0 0 0,0-1-1 0 0,-1 1 1 0 0,1 0 0 0 0,0-1 0 0 0,0 1 0 0 0,0-1 0 0 0,1 1-1 0 0,1-1-23 0 0,0 1-1 0 0,1 0 1 0 0,-1 0-1 0 0,1 0 1 0 0,-1 0 0 0 0,6 2-1 0 0,-2-1 45 0 0,78 7 201 0 0,-40-5-234 0 0,-2 2 0 0 0,63 15 0 0 0,-105-20-47 0 0,0 0 0 0 0,0 0 0 0 0,0 1 0 0 0,0-1 0 0 0,0 1 0 0 0,0-1 0 0 0,0 0-1 0 0,0 1 1 0 0,0 0 0 0 0,0-1 0 0 0,0 1 0 0 0,-1 0 0 0 0,1-1 0 0 0,0 1 0 0 0,0 0 0 0 0,-1 0-1 0 0,1 0 1 0 0,0-1 0 0 0,-1 1 0 0 0,1 0 0 0 0,-1 0 0 0 0,1 0 0 0 0,-1 1 0 0 0,1 0 0 0 0,-1 0 0 0 0,0 0 0 0 0,0 0 0 0 0,0 0 0 0 0,0-1 0 0 0,0 1 0 0 0,-1 0 0 0 0,1 0 0 0 0,-1 0 0 0 0,1-1 0 0 0,-1 1 0 0 0,0 2 0 0 0,-3 4-1 0 0,-1-1-1 0 0,1 1 1 0 0,-1-1 0 0 0,-7 8-1 0 0,-31 32 485 0 0,-3-2-1 0 0,-93 72 1 0 0,3-4 651 0 0,125-103-1049 0 0,3-4-14 0 0,0 1-1 0 0,1 0 0 0 0,0 0 0 0 0,0 0 1 0 0,1 1-1 0 0,0 0 0 0 0,1 0 0 0 0,-10 17 1 0 0,15-24-61 0 0,0 0 0 0 0,0 0 1 0 0,-1 0-1 0 0,1 0 0 0 0,0 0 1 0 0,0 0-1 0 0,0-1 0 0 0,0 1 1 0 0,0 0-1 0 0,0 0 0 0 0,0 0 0 0 0,0 0 1 0 0,1 0-1 0 0,-1 0 0 0 0,0 0 1 0 0,0 0-1 0 0,1 0 0 0 0,-1 0 1 0 0,1 0-1 0 0,-1 0 0 0 0,1-1 1 0 0,-1 1-1 0 0,1 0 0 0 0,-1 0 0 0 0,1-1 1 0 0,0 1-1 0 0,0 0 0 0 0,-1-1 1 0 0,1 1-1 0 0,0-1 0 0 0,0 1 1 0 0,0-1-1 0 0,-1 1 0 0 0,1-1 1 0 0,0 1-1 0 0,2-1 0 0 0,2 2 22 0 0,1 0 0 0 0,0 0 0 0 0,0-1-1 0 0,9 1 1 0 0,-13-2-24 0 0,17 1 34 0 0,1 0-1 0 0,0-2 1 0 0,-1 0-1 0 0,34-7 1 0 0,76-24-215 0 0,-77 14-1111 0 0,-1-1 1 0 0,-1-3-1 0 0,79-47 1 0 0,-74 35-4056 0 0,59-50 0 0 0,-57 35-3560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53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27 2648 0 0,'-14'4'9206'0'0,"-8"4"-2525"0"0,25-8-6333 0 0,27-2 237 0 0,51-9 0 0 0,-9 0-383 0 0,-33 6-222 0 0,74-5-1119 0 0,-97 10-385 0 0,0 1 0 0 0,24 3-1 0 0,-37-3 793 0 0,12 2-518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53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19 1772 0 0,'-98'39'12703'0'0,"167"-39"-11627"0"0,109-18-1206 0 0,99-12-8130 0 0,-202 20 3503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02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16 2360 0 0,'0'0'4581'0'0,"-3"0"-3601"0"0,-1 0-196 0 0,-14 5 4588 0 0,18-5-5293 0 0,0 0 1 0 0,0 0 0 0 0,0 0 0 0 0,0 1 0 0 0,0-1 0 0 0,0 0 0 0 0,0 0-1 0 0,0 0 1 0 0,0 1 0 0 0,0-1 0 0 0,0 0 0 0 0,1 3 1277 0 0,-1-2-1277 0 0,3 0 32 0 0,0 0 0 0 0,-1 0-1 0 0,1-1 1 0 0,0 1 0 0 0,0 0 0 0 0,-1-1-1 0 0,1 0 1 0 0,0 1 0 0 0,0-1 0 0 0,0 0-1 0 0,-1-1 1 0 0,1 1 0 0 0,0 0-1 0 0,3-1 1 0 0,2 0 6 0 0,134-13 697 0 0,4-1-1992 0 0,-118 15-1965 0 0,40 3 0 0 0,-52-1-634 0 0,-4 1-1664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03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1 1220 0 0,'-132'51'8875'0'0,"-46"23"1542"0"0,151-62-7832 0 0,29-10-1959 0 0,-2-2-607 0 0,1 0 0 0 0,-1 1 0 0 0,0-1 0 0 0,0 0 0 0 0,0 1 0 0 0,1-1 0 0 0,-1 0 0 0 0,0 0 0 0 0,0 1 0 0 0,1-1 0 0 0,-1 0 0 0 0,0 0 0 0 0,0 1 0 0 0,1-1 0 0 0,-1 0 0 0 0,0 0 0 0 0,1 0 0 0 0,-1 1 0 0 0,0-1 0 0 0,1 0 0 0 0,-1 0 0 0 0,0 0 0 0 0,1 0 0 0 0,-1 0 0 0 0,0 0 0 0 0,1 0 0 0 0,-1 0 0 0 0,1 0 1 0 0,-1 0-1 0 0,0 0 0 0 0,1 0 0 0 0,-1 0 0 0 0,1 0 0 0 0,233-29 1558 0 0,-32 1-1328 0 0,-134 23-192 0 0,453-35 192 0 0,-422 34-115 0 0,-97 6-160 0 0,1 0 57 0 0,40-5 5 0 0,-40 5-53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15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216 514 464 0 0,'-3'1'1376'0'0,"-54"5"3905"0"0,55-6-4890 0 0,1 0-357 0 0,1 0 1 0 0,-1 0-1 0 0,0 1 0 0 0,0-1 1 0 0,1 0-1 0 0,-1 0 1 0 0,0 0-1 0 0,1 1 0 0 0,-1-1 1 0 0,0 0-1 0 0,1 1 0 0 0,-1-1 1 0 0,0 1-1 0 0,1-1 0 0 0,-1 1 1 0 0,1-1-1 0 0,-1 1 0 0 0,1-1 1 0 0,-1 1-1 0 0,1-1 1 0 0,-1 1-1 0 0,1 0 0 0 0,0-1 1 0 0,-1 1-1 0 0,1 0 0 0 0,0-1 1 0 0,-1 1-1 0 0,1 0 0 0 0,0-1 1 0 0,0 1-1 0 0,0 0 0 0 0,0 0 1 0 0,-1-1-1 0 0,1 1 1 0 0,0 0-1 0 0,0 0 0 0 0,1-1 1 0 0,-1 1-1 0 0,0 0 0 0 0,0-1 1 0 0,0 1-1 0 0,0 0 0 0 0,1 0 1 0 0,-1-1-1 0 0,0 1 0 0 0,1 0 1 0 0,-1-1-1 0 0,0 1 1 0 0,1-1-1 0 0,-1 1 0 0 0,1 0 1 0 0,-1-1-1 0 0,1 1 0 0 0,-1-1 1 0 0,1 1-1 0 0,-1-1 0 0 0,1 1 1 0 0,0-1-1 0 0,-1 0 0 0 0,1 1 1 0 0,0-1-1 0 0,-1 0 1 0 0,2 1-1 0 0,5 0 8 0 0,0 1-1 0 0,1-1 1 0 0,-1 0 0 0 0,0-1-1 0 0,1 0 1 0 0,-1 0 0 0 0,0-1-1 0 0,1 0 1 0 0,-1 0 0 0 0,0 0-1 0 0,12-5 1 0 0,11-5 6 0 0,39-18 0 0 0,-59 24-28 0 0,24-11 13 0 0,-1-2 1 0 0,-1-1-1 0 0,-1-2 0 0 0,0-1 1 0 0,49-47-1 0 0,-62 52 16 0 0,-2-1 1 0 0,0 0-1 0 0,-2-1 1 0 0,0-1-1 0 0,0 0 1 0 0,-2-1 0 0 0,-1-1-1 0 0,-1 0 1 0 0,0 0-1 0 0,6-25 1 0 0,-14 39-2 0 0,-1-1 1 0 0,1 0-1 0 0,-1 1 1 0 0,-1-1 0 0 0,0 0-1 0 0,0 0 1 0 0,-2-13-1 0 0,2 22-45 0 0,0-1-1 0 0,0 1 1 0 0,0-1-1 0 0,0 1 1 0 0,0 0-1 0 0,0-1 0 0 0,0 1 1 0 0,0-1-1 0 0,-1 1 1 0 0,1 0-1 0 0,0-1 0 0 0,0 1 1 0 0,0-1-1 0 0,0 1 1 0 0,-1 0-1 0 0,1-1 1 0 0,0 1-1 0 0,0 0 0 0 0,-1-1 1 0 0,1 1-1 0 0,0 0 1 0 0,-1 0-1 0 0,1-1 1 0 0,0 1-1 0 0,-1 0 0 0 0,1 0 1 0 0,0 0-1 0 0,-1-1 1 0 0,1 1-1 0 0,-1 0 1 0 0,1 0-1 0 0,0 0 0 0 0,-1 0 1 0 0,1 0-1 0 0,-1 0 1 0 0,1 0-1 0 0,0 0 1 0 0,-1 0-1 0 0,1 0 0 0 0,-1 0 1 0 0,1 0-1 0 0,-1 0 1 0 0,1 0-1 0 0,0 0 1 0 0,-1 0-1 0 0,1 0 0 0 0,0 1 1 0 0,-1-1-1 0 0,1 0 1 0 0,-1 0-1 0 0,1 1 1 0 0,-19 14 55 0 0,4 4-10 0 0,0 1-1 0 0,2 1 0 0 0,1 0 1 0 0,0 1-1 0 0,-9 24 1 0 0,6-14-4 0 0,-376 955 501 0 0,343-839-510 0 0,-43 128 192 0 0,89-270-214 0 0,-1 5 18 0 0,-1-1 0 0 0,0 0 0 0 0,0 0 0 0 0,-1 0 0 0 0,-1 0-1 0 0,1-1 1 0 0,-11 12 0 0 0,16-20-33 0 0,0-1 1 0 0,-1 0-1 0 0,1 1 0 0 0,0-1 1 0 0,-1 0-1 0 0,1 1 0 0 0,0-1 1 0 0,-1 0-1 0 0,1 0 0 0 0,-1 0 0 0 0,1 1 1 0 0,-1-1-1 0 0,1 0 0 0 0,-1 0 1 0 0,1 0-1 0 0,-1 0 0 0 0,1 0 0 0 0,-1 0 1 0 0,1 0-1 0 0,-1 0 0 0 0,1 0 1 0 0,0 0-1 0 0,-1 0 0 0 0,1 0 1 0 0,-1 0-1 0 0,1 0 0 0 0,-1 0 0 0 0,1 0 1 0 0,-1-1-1 0 0,1 1 0 0 0,-1 0 1 0 0,1 0-1 0 0,0-1 0 0 0,-1 1 0 0 0,1 0 1 0 0,-1-1-1 0 0,1 1 0 0 0,0 0 1 0 0,-1-1-1 0 0,1 1 0 0 0,-1-1 1 0 0,-9-18-40 0 0,7 9 35 0 0,1 0 0 0 0,0 0 0 0 0,1 0 0 0 0,0 0 0 0 0,1 0 0 0 0,0-15 0 0 0,10-62-30 0 0,-9 79 36 0 0,10-59-6 0 0,2 0 1 0 0,4 1 0 0 0,2 0 0 0 0,3 2 0 0 0,3 0 0 0 0,55-99 0 0 0,-55 121 2 0 0,2 1 0 0 0,1 1 0 0 0,2 1-1 0 0,2 2 1 0 0,2 1 0 0 0,1 2 0 0 0,1 1-1 0 0,2 2 1 0 0,1 1 0 0 0,43-24 0 0 0,-68 46 4 0 0,0 1 1 0 0,1 0 0 0 0,0 1-1 0 0,0 0 1 0 0,0 1-1 0 0,27-4 1 0 0,-37 8 0 0 0,0 1 0 0 0,-1-1 0 0 0,1 1-1 0 0,0 0 1 0 0,0 1 0 0 0,0-1 0 0 0,0 1 0 0 0,0 0 0 0 0,-1 0-1 0 0,1 1 1 0 0,6 2 0 0 0,-8-2 0 0 0,0 0 0 0 0,0 0 0 0 0,-1 0 0 0 0,1 0 0 0 0,0 0 1 0 0,-1 1-1 0 0,1-1 0 0 0,-1 1 0 0 0,0 0 0 0 0,1 0 0 0 0,-2 0 0 0 0,1 0 0 0 0,0 0 0 0 0,0 0 0 0 0,-1 1 0 0 0,0-1 0 0 0,2 5 1 0 0,-1 1 11 0 0,-1 0 1 0 0,0 0-1 0 0,0 0 1 0 0,-1 0-1 0 0,0 0 1 0 0,0 0-1 0 0,-1 1 1 0 0,-1-1-1 0 0,1 0 1 0 0,-1 0 0 0 0,-1-1-1 0 0,0 1 1 0 0,-4 10-1 0 0,-4 6-36 0 0,-2-1-1 0 0,0 0 1 0 0,-19 26 0 0 0,10-19-10 0 0,-2-2 0 0 0,-1 0 0 0 0,-41 37 0 0 0,45-49 27 0 0,0 0 0 0 0,-1-1 0 0 0,0-1-1 0 0,-2-1 1 0 0,-40 18 0 0 0,58-29 6 0 0,0-1 1 0 0,-1 0-1 0 0,1 0 1 0 0,-1 0-1 0 0,1 0 1 0 0,-1-1-1 0 0,0 0 1 0 0,1-1-1 0 0,-1 1 1 0 0,0-1-1 0 0,0-1 1 0 0,0 1-1 0 0,1-1 0 0 0,-1-1 1 0 0,0 1-1 0 0,1-1 1 0 0,-1 0-1 0 0,-8-4 1 0 0,15 6-2 0 0,-1 0-1 0 0,1 0 1 0 0,-1-1 0 0 0,0 1 0 0 0,1 0 0 0 0,-1-1-1 0 0,1 1 1 0 0,-1 0 0 0 0,0-1 0 0 0,1 1 0 0 0,-1-1-1 0 0,1 1 1 0 0,0-1 0 0 0,-1 1 0 0 0,1-1 0 0 0,-1 1-1 0 0,1-1 1 0 0,0 0 0 0 0,-1 1 0 0 0,1-1 0 0 0,0 1-1 0 0,0-1 1 0 0,-1 0 0 0 0,1 1 0 0 0,0-1 0 0 0,0 0-1 0 0,0 1 1 0 0,0-1 0 0 0,0 0 0 0 0,0 1 0 0 0,0-1-1 0 0,0 0 1 0 0,0 1 0 0 0,0-1 0 0 0,0 0 0 0 0,1 1-1 0 0,-1-1 1 0 0,0 0 0 0 0,1 0 0 0 0,1 1-3 0 0,0 1-1 0 0,0 0 1 0 0,0-1 0 0 0,0 1-1 0 0,0 0 1 0 0,0 0 0 0 0,0 0-1 0 0,0 1 1 0 0,0-1 0 0 0,-1 0-1 0 0,3 3 1 0 0,12 11 16 0 0,-1 1 0 0 0,0 0-1 0 0,-1 2 1 0 0,-1-1 0 0 0,20 36 0 0 0,-7-11-13 0 0,55 87 51 0 0,6 9-1462 0 0,-25-50-3748 0 0,-45-65 1219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15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104 186 1000 0 0,'-34'-41'8884'0'0,"26"47"-8104"0"0,8-5-746 0 0,-1-1-1 0 0,0 0 0 0 0,1 1 0 0 0,-1-1 0 0 0,1 1 1 0 0,-1-1-1 0 0,1 1 0 0 0,-1 0 0 0 0,1-1 0 0 0,-1 1 1 0 0,1 0-1 0 0,0-1 0 0 0,-1 1 0 0 0,1 0 0 0 0,0-1 1 0 0,0 1-1 0 0,-1 0 0 0 0,1-1 0 0 0,0 1 0 0 0,0 0 0 0 0,0 0 1 0 0,0-1-1 0 0,0 2 0 0 0,-22 149 1444 0 0,7-33-1131 0 0,-1 5-207 0 0,15-107-118 0 0,1 0 1 0 0,0 0-1 0 0,2 0 0 0 0,-1 0 0 0 0,8 28 1 0 0,-8-42-20 0 0,-1 1 0 0 0,1 0 0 0 0,0-1 0 0 0,1 1 0 0 0,-1-1 0 0 0,0 1 0 0 0,1-1 0 0 0,-1 1 0 0 0,1-1 0 0 0,0 0 0 0 0,0 0 0 0 0,0 0 0 0 0,0 0 0 0 0,0 0 0 0 0,0 0 0 0 0,0-1 0 0 0,1 1 1 0 0,-1-1-1 0 0,1 1 0 0 0,-1-1 0 0 0,1 0 0 0 0,0 0 0 0 0,-1 0 0 0 0,1 0 0 0 0,0-1 0 0 0,0 1 0 0 0,-1-1 0 0 0,1 0 0 0 0,0 1 0 0 0,0-1 0 0 0,0-1 0 0 0,-1 1 0 0 0,1 0 0 0 0,0-1 0 0 0,4 0 1 0 0,7-3-3 0 0,-1 0 1 0 0,1 0-1 0 0,-1-1 1 0 0,-1-1-1 0 0,24-14 1 0 0,-5 0 4 0 0,0-2-1 0 0,-1-1 1 0 0,-1-2 0 0 0,-2-1 0 0 0,0-1-1 0 0,-2-1 1 0 0,34-49 0 0 0,-28 31 57 0 0,-3-1 0 0 0,-1-2 1 0 0,-3 0-1 0 0,29-85 0 0 0,-44 103-120 0 0,8-49 0 0 0,-17 78-240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16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573 77 2648 0 0,'2'-2'354'0'0,"-1"0"-1"0"0,0 0 0 0 0,1 0 0 0 0,-1 0 1 0 0,0-1-1 0 0,0 1 0 0 0,0 0 1 0 0,-1-1-1 0 0,1 1 0 0 0,0 0 1 0 0,-1-1-1 0 0,0 1 0 0 0,1-1 1 0 0,-1 1-1 0 0,0-1 0 0 0,0 1 0 0 0,-1-1 1 0 0,1 1-1 0 0,0 0 0 0 0,-1-1 1 0 0,0 1-1 0 0,-1-5 0 0 0,1 6-229 0 0,-1-1-1 0 0,1 1 0 0 0,-1-1 1 0 0,1 1-1 0 0,-1 0 0 0 0,0 0 1 0 0,0 0-1 0 0,1 0 0 0 0,-1 0 1 0 0,0 0-1 0 0,0 0 0 0 0,0 0 1 0 0,0 1-1 0 0,0-1 0 0 0,0 1 1 0 0,-4-1-1 0 0,5 1-98 0 0,-5-1 103 0 0,1 1-1 0 0,0 0 1 0 0,-1 0 0 0 0,1 0-1 0 0,-1 0 1 0 0,1 1 0 0 0,-1 0-1 0 0,1 0 1 0 0,0 0 0 0 0,-10 4-1 0 0,0 1 159 0 0,0 1-1 0 0,-16 10 1 0 0,-1 3-16 0 0,2 2 0 0 0,0 0 0 0 0,2 2 0 0 0,1 1 0 0 0,0 2 0 0 0,-37 49 0 0 0,38-40-145 0 0,1 1 1 0 0,1 1-1 0 0,3 1 1 0 0,1 1-1 0 0,-18 53 1 0 0,33-78-100 0 0,0 0 0 0 0,1 1 0 0 0,1-1 0 0 0,0 1 0 0 0,2 0 0 0 0,-1 0 0 0 0,2 0 0 0 0,0 0 0 0 0,1 0 0 0 0,4 23 0 0 0,-3-32-18 0 0,0 1 0 0 0,0-1-1 0 0,1 0 1 0 0,-1 0 0 0 0,1 0 0 0 0,1-1 0 0 0,0 1 0 0 0,-1-1 0 0 0,2 1 0 0 0,-1-1 0 0 0,1-1-1 0 0,0 1 1 0 0,0-1 0 0 0,1 0 0 0 0,-1 0 0 0 0,1 0 0 0 0,0-1 0 0 0,1 0 0 0 0,-1 0 0 0 0,1 0-1 0 0,0-1 1 0 0,0 0 0 0 0,0 0 0 0 0,8 1 0 0 0,5 1-287 0 0,1-1 1 0 0,-1-1-1 0 0,1-1 1 0 0,0-1-1 0 0,-1-1 1 0 0,1 0-1 0 0,0-2 1 0 0,35-7-1 0 0,-34 4-1532 0 0,0-1 0 0 0,0-1 0 0 0,-1-1-1 0 0,30-16 1 0 0,-25 11-2505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16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119 133 568 0 0,'-118'4'13702'0'0,"135"-20"-13025"0"0,49-9-733 0 0,136-32 0 0 0,-81 31-5045 0 0,-98 21 2680 0 0,17-2-2488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16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82 139 1304 0 0,'-48'-82'12422'0'0,"20"31"-6747"0"0,27 50-5474 0 0,-3-3 256 0 0,8 11-368 0 0,153 379 989 0 0,-24-52-761 0 0,-111-286-109 0 0,24 50-256 0 0,-11-36 3087 0 0,-29-55-2123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17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565 152 1376 0 0,'-10'-12'2746'0'0,"6"1"-1656"0"0,0 0 1 0 0,1-1 0 0 0,0 1-1 0 0,1-1 1 0 0,0 1 0 0 0,1-1 0 0 0,0 0-1 0 0,2-17 1 0 0,-1 26-690 0 0,1-11 1701 0 0,-1 14-2069 0 0,0 0 0 0 0,-1 0 0 0 0,1 0 0 0 0,0 0 0 0 0,0 0 0 0 0,0 0 1 0 0,0 0-1 0 0,0-1 0 0 0,0 1 0 0 0,0 0 0 0 0,-1 0 0 0 0,1 0 0 0 0,0 0 0 0 0,0 0 0 0 0,0 0 0 0 0,0 0 0 0 0,0 0 1 0 0,-1 0-1 0 0,1 0 0 0 0,0 0 0 0 0,0 0 0 0 0,0 0 0 0 0,0 0 0 0 0,0 0 0 0 0,-1 0 0 0 0,1 0 0 0 0,0 0 0 0 0,0 0 0 0 0,0 0 1 0 0,0 0-1 0 0,0 0 0 0 0,-1 0 0 0 0,1 0 0 0 0,0 0 0 0 0,0 1 0 0 0,0-1 0 0 0,0 0 0 0 0,0 0 0 0 0,0 0 0 0 0,0 0 1 0 0,-1 0-1 0 0,1 0 0 0 0,-2 2 35 0 0,1 0 1 0 0,-1 0-1 0 0,0 0 1 0 0,1 0-1 0 0,0 0 1 0 0,-1 0-1 0 0,1 0 1 0 0,-2 4-1 0 0,-179 415 948 0 0,105-252-932 0 0,17-33-78 0 0,-92 203-358 0 0,138-311-555 0 0,-4 11-2048 0 0,6-15-4074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21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529 88 2032 0 0,'2'-2'1736'0'0,"22"-23"3080"0"0,-23 25-4757 0 0,-1-1-1 0 0,0 1 0 0 0,1-1 1 0 0,-1 0-1 0 0,1 1 1 0 0,-1-1-1 0 0,0 0 0 0 0,0 1 1 0 0,1-1-1 0 0,-1 0 1 0 0,0 0-1 0 0,0 1 0 0 0,0-1 1 0 0,0 0-1 0 0,0 1 1 0 0,0-1-1 0 0,0 0 0 0 0,0 0 1 0 0,0 1-1 0 0,0-1 1 0 0,0 0-1 0 0,0 0 0 0 0,-1 1 1 0 0,1-1-1 0 0,0 0 1 0 0,0 1-1 0 0,-1-1 1 0 0,1 0-1 0 0,-1 1 0 0 0,1-1 1 0 0,0 1-1 0 0,-1-1 1 0 0,0 0-1 0 0,-17-16 358 0 0,17 16-357 0 0,-3-2-19 0 0,0 1-1 0 0,0-1 1 0 0,-1 1-1 0 0,1 0 1 0 0,0 1-1 0 0,-1-1 1 0 0,0 1-1 0 0,1 0 1 0 0,-1 0-1 0 0,0 0 1 0 0,1 1-1 0 0,-9-1 1 0 0,-1 1-13 0 0,0 1 0 0 0,-27 5 0 0 0,20-1-27 0 0,0 1-1 0 0,1 1 0 0 0,0 1 1 0 0,1 1-1 0 0,0 0 1 0 0,0 1-1 0 0,1 1 0 0 0,0 1 1 0 0,-23 21-1 0 0,20-15-29 0 0,1 2 0 0 0,1 0 0 0 0,1 1 1 0 0,0 1-1 0 0,2 0 0 0 0,-25 46 0 0 0,36-58 22 0 0,0 0 0 0 0,1 0 1 0 0,0 0-1 0 0,1 1 0 0 0,0-1 0 0 0,1 1 0 0 0,0 0 0 0 0,0 0 1 0 0,1 0-1 0 0,1 21 0 0 0,1-26 10 0 0,0 0-1 0 0,0 0 1 0 0,0 0 0 0 0,1 0 0 0 0,0 0 0 0 0,0 0 0 0 0,1-1-1 0 0,-1 1 1 0 0,1-1 0 0 0,0 1 0 0 0,1-1 0 0 0,-1 0-1 0 0,1-1 1 0 0,0 1 0 0 0,0 0 0 0 0,1-1 0 0 0,-1 0 0 0 0,1 0-1 0 0,0 0 1 0 0,10 5 0 0 0,-1-2-11 0 0,0-1-1 0 0,0-1 1 0 0,1 0-1 0 0,0 0 1 0 0,0-2 0 0 0,0 0-1 0 0,0-1 1 0 0,0 0-1 0 0,27-1 1 0 0,-2-2-416 0 0,-1-2-1 0 0,61-13 1 0 0,-52 6-1259 0 0,-1-2-1 0 0,78-32 1 0 0,-71 19-866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22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146 176 672 0 0,'7'-40'3255'0'0,"-1"1"0"0"0,0-55 0 0 0,-6 92-2836 0 0,-2 4-317 0 0,0 1-1 0 0,1-1 1 0 0,-1 1 0 0 0,1-1-1 0 0,-1 1 1 0 0,1 0-1 0 0,0-1 1 0 0,-1 4-1 0 0,-123 496 4394 0 0,103-382-4291 0 0,20-101-189 0 0,1 0-1 0 0,1 0 0 0 0,0 0 1 0 0,4 26-1 0 0,-4-42-32 0 0,1-1-1 0 0,-1 1 1 0 0,0-1 0 0 0,1 1 0 0 0,0-1-1 0 0,0 1 1 0 0,-1-1 0 0 0,1 1-1 0 0,1-1 1 0 0,-1 0 0 0 0,0 1 0 0 0,0-1-1 0 0,1 0 1 0 0,0 0 0 0 0,-1 0 0 0 0,1 0-1 0 0,0 0 1 0 0,0-1 0 0 0,0 1 0 0 0,0 0-1 0 0,0-1 1 0 0,0 1 0 0 0,0-1 0 0 0,1 0-1 0 0,-1 0 1 0 0,1 0 0 0 0,-1 0-1 0 0,0 0 1 0 0,1-1 0 0 0,0 1 0 0 0,-1-1-1 0 0,1 1 1 0 0,-1-1 0 0 0,1 0 0 0 0,0 0-1 0 0,-1 0 1 0 0,1 0 0 0 0,3-1 0 0 0,2-1-75 0 0,-1 0 0 0 0,0 0 0 0 0,0 0 0 0 0,1-1 1 0 0,-2 0-1 0 0,1-1 0 0 0,0 0 0 0 0,-1 0 0 0 0,1 0 0 0 0,-1 0 1 0 0,0-1-1 0 0,5-6 0 0 0,4-5 8 0 0,-2-1 0 0 0,0-1 0 0 0,-1 0 1 0 0,14-26-1 0 0,29-81 508 0 0,-45 93-111 0 0,-10 29-225 0 0,-6 21-71 0 0,6-18-16 0 0,-30 113 13 0 0,27-100-2 0 0,1 1 0 0 0,1-1 0 0 0,0 1 0 0 0,1 0 0 0 0,0-1-1 0 0,4 21 1 0 0,-4-30 0 0 0,1 0-1 0 0,0-1 0 0 0,0 1 1 0 0,0 0-1 0 0,1-1 1 0 0,-1 1-1 0 0,1-1 0 0 0,0 1 1 0 0,0-1-1 0 0,0 0 0 0 0,0 0 1 0 0,1 0-1 0 0,-1 0 0 0 0,1 0 1 0 0,0 0-1 0 0,0-1 0 0 0,4 4 1 0 0,-2-4-1 0 0,-1 1 1 0 0,1-1 0 0 0,-1-1-1 0 0,1 1 1 0 0,0-1-1 0 0,0 1 1 0 0,0-1 0 0 0,0-1-1 0 0,0 1 1 0 0,0-1-1 0 0,0 0 1 0 0,5 0 0 0 0,2-1 6 0 0,0-1 1 0 0,0-1 0 0 0,0 1 0 0 0,-1-2 0 0 0,1 0 0 0 0,-1 0 0 0 0,0-1 0 0 0,0 0 0 0 0,0-1 0 0 0,14-10 0 0 0,-14 7 4 0 0,0-1 0 0 0,0 0 0 0 0,-1-1 1 0 0,0 0-1 0 0,0 0 0 0 0,-2-1 0 0 0,1 0 0 0 0,-2-1 1 0 0,10-18-1 0 0,-14 24-12 0 0,0 0 1 0 0,0-1-1 0 0,-1 1 0 0 0,0 0 1 0 0,0-1-1 0 0,-1 1 1 0 0,0-1-1 0 0,0 0 0 0 0,0 1 1 0 0,-1-1-1 0 0,-1 0 1 0 0,1 0-1 0 0,-1 1 0 0 0,0-1 1 0 0,-1 1-1 0 0,0-1 1 0 0,0 1-1 0 0,-1 0 0 0 0,-5-12 1 0 0,5 15-12 0 0,0 0 1 0 0,0 0-1 0 0,0 0 1 0 0,0 1-1 0 0,-1-1 1 0 0,1 1-1 0 0,-1 0 1 0 0,0 0-1 0 0,0 0 1 0 0,0 1 0 0 0,0-1-1 0 0,-1 1 1 0 0,1 0-1 0 0,-1 0 1 0 0,1 0-1 0 0,-1 1 1 0 0,0 0-1 0 0,0 0 1 0 0,1 0-1 0 0,-1 0 1 0 0,0 1-1 0 0,0-1 1 0 0,0 1-1 0 0,0 1 1 0 0,0-1-1 0 0,-6 2 1 0 0,4-1-13 0 0,1 0-1 0 0,-1 1 1 0 0,1 0 0 0 0,0 0 0 0 0,-1 0-1 0 0,1 1 1 0 0,0-1 0 0 0,1 2 0 0 0,-1-1-1 0 0,0 1 1 0 0,1-1 0 0 0,0 2 0 0 0,0-1-1 0 0,0 0 1 0 0,0 1 0 0 0,1 0 0 0 0,0 0-1 0 0,0 1 1 0 0,-4 6 0 0 0,7-11-91 0 0,0 0 1 0 0,1 1 0 0 0,-1-1-1 0 0,0 0 1 0 0,1 1 0 0 0,-1-1-1 0 0,1 1 1 0 0,0-1 0 0 0,0 1-1 0 0,-1-1 1 0 0,1 1 0 0 0,0-1-1 0 0,0 1 1 0 0,0-1-1 0 0,0 1 1 0 0,1-1 0 0 0,-1 1-1 0 0,0-1 1 0 0,1 1 0 0 0,-1-1-1 0 0,1 0 1 0 0,0 3 0 0 0,0-3-58 0 0,1 1 1 0 0,-1-1-1 0 0,1 1 1 0 0,-1-1-1 0 0,1 1 1 0 0,-1-1-1 0 0,1 0 1 0 0,0 0 0 0 0,0 0-1 0 0,0 0 1 0 0,0 0-1 0 0,0 0 1 0 0,3 1-1 0 0,4 0-303 0 0,1 0 0 0 0,-1-1-1 0 0,0 0 1 0 0,0 0 0 0 0,17-1-1 0 0,-6-2 214 0 0,0-2-1 0 0,0 0 1 0 0,0 0-1 0 0,-1-2 1 0 0,37-16-1 0 0,-22 6 736 0 0,0-2 0 0 0,34-25-1 0 0,29-30 2928 0 0,-96 72-3373 0 0,-1 0 1 0 0,1 0-1 0 0,0 0 1 0 0,0 0-1 0 0,0 0 1 0 0,-1 0-1 0 0,1 0 0 0 0,-1 0 1 0 0,1 0-1 0 0,-1-1 1 0 0,1 1-1 0 0,-1 0 1 0 0,1 0-1 0 0,-1-1 1 0 0,0 1-1 0 0,0-2 1 0 0,0 2-32 0 0,0 1 0 0 0,0 0 0 0 0,0 0 0 0 0,0-1 0 0 0,0 1 0 0 0,0 0 0 0 0,0-1 0 0 0,0 1 0 0 0,0 0 0 0 0,0 0 0 0 0,0-1 0 0 0,0 1 0 0 0,0 0 0 0 0,-1 0 0 0 0,1-1 0 0 0,0 1 0 0 0,0 0 0 0 0,0 0 0 0 0,0-1 0 0 0,-1 1 0 0 0,1 0 0 0 0,0 0 0 0 0,0 0 1 0 0,0 0-1 0 0,-1-1 0 0 0,1 1 0 0 0,0 0 0 0 0,-1 0 0 0 0,0 0-2 0 0,1 0 0 0 0,-1 0 0 0 0,0 0 0 0 0,0 0 0 0 0,0 0 0 0 0,1 0 0 0 0,-1 1 0 0 0,0-1 0 0 0,0 0 0 0 0,1 0 0 0 0,-1 1 0 0 0,0-1 0 0 0,1 1 0 0 0,-1-1 0 0 0,0 0 0 0 0,0 2-1 0 0,-4 1-2 0 0,0 1-1 0 0,1 0 1 0 0,-1 0-1 0 0,1 0 1 0 0,0 1-1 0 0,0-1 0 0 0,1 1 1 0 0,-1 0-1 0 0,1 0 1 0 0,0 0-1 0 0,-4 12 0 0 0,6-14 12 0 0,0 1 0 0 0,0 0 0 0 0,0-1-1 0 0,0 1 1 0 0,1 0 0 0 0,0 0 0 0 0,0 0-1 0 0,0 0 1 0 0,0-1 0 0 0,1 1 0 0 0,-1 0-1 0 0,1 0 1 0 0,0-1 0 0 0,0 1 0 0 0,0 0-1 0 0,1-1 1 0 0,-1 1 0 0 0,1-1 0 0 0,0 0-1 0 0,3 5 1 0 0,5 4 82 0 0,1 0 0 0 0,1 0 0 0 0,0-2 0 0 0,0 1 1 0 0,1-1-1 0 0,1-1 0 0 0,14 8 0 0 0,-10-6 41 0 0,0 1-1 0 0,30 27 1 0 0,-47-38-99 0 0,0 0-1 0 0,0 0 0 0 0,0 0 1 0 0,0 0-1 0 0,-1 0 0 0 0,1 0 1 0 0,0 1-1 0 0,0-1 1 0 0,-1 0-1 0 0,1 1 0 0 0,-1-1 1 0 0,1 0-1 0 0,-1 1 0 0 0,1-1 1 0 0,-1 1-1 0 0,0-1 0 0 0,0 1 1 0 0,0-1-1 0 0,0 0 1 0 0,0 1-1 0 0,0 2 0 0 0,-1-2-2 0 0,0 1-1 0 0,0-1 0 0 0,0 0 1 0 0,0 1-1 0 0,0-1 1 0 0,0 0-1 0 0,-1 0 1 0 0,1 0-1 0 0,-1 0 0 0 0,1 0 1 0 0,-4 3-1 0 0,-2 0 21 0 0,0 0 0 0 0,0 0 0 0 0,0 0 0 0 0,-1-1 0 0 0,0 1 0 0 0,-8 2-1 0 0,5-2-143 0 0,0-1 0 0 0,0 0 0 0 0,0-1 0 0 0,0 0-1 0 0,-1-1 1 0 0,1 0 0 0 0,-1 0 0 0 0,1-2-1 0 0,-1 1 1 0 0,1-1 0 0 0,-19-3 0 0 0,28 2-187 0 0,1 1 0 0 0,-1 0 1 0 0,1-1-1 0 0,-1 0 0 0 0,1 1 0 0 0,-1-1 1 0 0,1 0-1 0 0,0 0 0 0 0,-1 0 1 0 0,1 0-1 0 0,0 0 0 0 0,0 0 0 0 0,-1-1 1 0 0,0-19-8079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23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91 2108 0 0,'0'0'6779'0'0,"-3"1"-6143"0"0,2-1-526 0 0,0 1 1 0 0,0-1-1 0 0,0 1 0 0 0,0-1 1 0 0,0 1-1 0 0,0 0 0 0 0,0-1 1 0 0,0 1-1 0 0,0 0 1 0 0,0 0-1 0 0,0 0 0 0 0,0 0 1 0 0,1 0-1 0 0,-1 0 0 0 0,0 0 1 0 0,1 0-1 0 0,-1 0 0 0 0,1 0 1 0 0,-1 1-1 0 0,1-1 0 0 0,-1 0 1 0 0,1 0-1 0 0,0 0 1 0 0,0 1-1 0 0,-1-1 0 0 0,1 0 1 0 0,0 0-1 0 0,0 1 0 0 0,0-1 1 0 0,1 0-1 0 0,-1 0 0 0 0,0 0 1 0 0,0 1-1 0 0,1-1 1 0 0,-1 0-1 0 0,0 0 0 0 0,1 0 1 0 0,-1 0-1 0 0,1 1 0 0 0,0 0 1 0 0,1 1 32 0 0,0 1 1 0 0,0-1 0 0 0,0 0-1 0 0,0 0 1 0 0,0 0-1 0 0,1 0 1 0 0,0 0 0 0 0,-1 0-1 0 0,1-1 1 0 0,0 1-1 0 0,0-1 1 0 0,0 0 0 0 0,4 2-1 0 0,0-1-30 0 0,0 0 1 0 0,1-1-1 0 0,-1 0 0 0 0,0-1 0 0 0,1 1 1 0 0,-1-1-1 0 0,1-1 0 0 0,14 0 1 0 0,-13 0-22 0 0,-1-1 1 0 0,1 0 0 0 0,-1-1 0 0 0,1 0 0 0 0,-1 0 0 0 0,9-4 0 0 0,-14 4-72 0 0,0 1 1 0 0,-1 0-1 0 0,1-1 0 0 0,0 0 1 0 0,-1 0-1 0 0,1 0 1 0 0,-1 0-1 0 0,0 0 0 0 0,0 0 1 0 0,0-1-1 0 0,0 1 0 0 0,0 0 1 0 0,0-1-1 0 0,0 0 1 0 0,-1 0-1 0 0,0 1 0 0 0,1-1 1 0 0,-1 0-1 0 0,0 0 1 0 0,0 0-1 0 0,0-5 0 0 0,0 3-20 0 0,0 0-1 0 0,0-1 1 0 0,-1 1-1 0 0,0 0 0 0 0,0 0 1 0 0,-1 0-1 0 0,1 0 0 0 0,-1-1 1 0 0,0 1-1 0 0,-1 0 1 0 0,1 0-1 0 0,-1 0 0 0 0,0 1 1 0 0,0-1-1 0 0,0 0 1 0 0,-1 1-1 0 0,0-1 0 0 0,0 1 1 0 0,0 0-1 0 0,0 0 1 0 0,-8-7-1 0 0,10 10-5 0 0,-1 0 1 0 0,0 0-1 0 0,0 0 1 0 0,1 1-1 0 0,-1-1 1 0 0,0 1-1 0 0,0-1 1 0 0,0 1-1 0 0,1 0 1 0 0,-1-1-1 0 0,0 1 1 0 0,0 0-1 0 0,0 0 1 0 0,0 0-1 0 0,0 1 1 0 0,-1-1-1 0 0,-29 9-40 0 0,20-2 24 0 0,0 0 1 0 0,1 0-1 0 0,0 1 0 0 0,0 0 1 0 0,1 1-1 0 0,0 1 0 0 0,0-1 0 0 0,1 2 1 0 0,1-1-1 0 0,-15 23 0 0 0,14-18 1 0 0,1 0-1 0 0,0 0 0 0 0,1 1 0 0 0,1 0 0 0 0,1 0 0 0 0,0 0 0 0 0,1 1 0 0 0,-3 23 1 0 0,7-34 25 0 0,-1-1 1 0 0,1 1 0 0 0,0 0-1 0 0,1 0 1 0 0,-1-1 0 0 0,1 1-1 0 0,0 0 1 0 0,1-1 0 0 0,-1 1 0 0 0,1-1-1 0 0,0 1 1 0 0,0-1 0 0 0,1 0-1 0 0,0 0 1 0 0,4 7 0 0 0,-2-7-15 0 0,-1-1 0 0 0,0 1 0 0 0,1-1 0 0 0,0 0 0 0 0,0 0 0 0 0,0 0 0 0 0,1-1 0 0 0,-1 0 0 0 0,1 0 0 0 0,0 0 0 0 0,0-1 0 0 0,0 0 0 0 0,12 3 0 0 0,6 0-668 0 0,1-2 0 0 0,0 0 0 0 0,-1-2 0 0 0,1 0 0 0 0,0-2 0 0 0,26-4 0 0 0,-3-2-1785 0 0,-1-3 1 0 0,54-18 0 0 0,-51 11-647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23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296 464 1812 0 0,'12'-12'2205'0'0,"-11"10"-1874"0"0,1 1 0 0 0,0 0 0 0 0,-1-1 0 0 0,1 1 0 0 0,-1-1 0 0 0,0 0 0 0 0,1 1 0 0 0,-1-1 0 0 0,0 0-1 0 0,0 0 1 0 0,0 0 0 0 0,0 0 0 0 0,0 0 0 0 0,-1 0 0 0 0,1 0 0 0 0,0-4 0 0 0,-1 5-267 0 0,0 1 0 0 0,0-1-1 0 0,0 0 1 0 0,-1 0 0 0 0,1 1 0 0 0,0-1 0 0 0,0 0 0 0 0,-1 0 0 0 0,1 1-1 0 0,0-1 1 0 0,-1 0 0 0 0,1 1 0 0 0,-1-1 0 0 0,1 1 0 0 0,-1-1-1 0 0,1 0 1 0 0,-1 1 0 0 0,0-1 0 0 0,1 1 0 0 0,-1 0 0 0 0,0-1 0 0 0,1 1-1 0 0,-1-1 1 0 0,0 1 0 0 0,1 0 0 0 0,-1 0 0 0 0,0-1 0 0 0,0 1-1 0 0,1 0 1 0 0,-1 0 0 0 0,0 0 0 0 0,0 0 0 0 0,0 0 0 0 0,1 0 0 0 0,-1 0-1 0 0,0 0 1 0 0,-1 0 0 0 0,-28 5 873 0 0,29-5-884 0 0,-11 4 174 0 0,1 0 1 0 0,-1 0 0 0 0,1 1-1 0 0,1 0 1 0 0,-1 1 0 0 0,1 1-1 0 0,-13 9 1 0 0,0 3 143 0 0,-36 37-1 0 0,46-42-274 0 0,0 1 0 0 0,1 0-1 0 0,-16 26 1 0 0,24-34-69 0 0,1 0-1 0 0,-1 0 1 0 0,1 1 0 0 0,0-1 0 0 0,1 1-1 0 0,0-1 1 0 0,0 1 0 0 0,1 0 0 0 0,-1 0-1 0 0,2 0 1 0 0,-1 11 0 0 0,1-17-14 0 0,1 1 1 0 0,-1-1-1 0 0,0 0 0 0 0,1 0 1 0 0,-1 0-1 0 0,1 0 1 0 0,0 1-1 0 0,0-1 0 0 0,0 0 1 0 0,0 0-1 0 0,0 0 0 0 0,0-1 1 0 0,0 1-1 0 0,1 0 1 0 0,-1 0-1 0 0,1-1 0 0 0,-1 1 1 0 0,3 2-1 0 0,-1-2 4 0 0,0-1 0 0 0,1 1-1 0 0,-1 0 1 0 0,0-1 0 0 0,1 0 0 0 0,-1 0-1 0 0,1 0 1 0 0,-1 0 0 0 0,1 0 0 0 0,5 0-1 0 0,3-1 17 0 0,0 0-1 0 0,1-1 1 0 0,-1 0-1 0 0,0-1 1 0 0,19-5-1 0 0,-9 0 1 0 0,-1-1-1 0 0,1-1 1 0 0,-2-1 0 0 0,1-1-1 0 0,-1-1 1 0 0,-1-1 0 0 0,0 0-1 0 0,-1-1 1 0 0,28-28 0 0 0,-21 15-11 0 0,0-1 1 0 0,-2-1-1 0 0,0-1 1 0 0,-3-1-1 0 0,22-41 1 0 0,-22 31-10 0 0,-1 0 1 0 0,-3-1 0 0 0,-1-2 0 0 0,-2 1 0 0 0,-2-1 0 0 0,11-87 0 0 0,-22 130-18 0 0,0 1-1 0 0,0-1 1 0 0,1 0 0 0 0,-1 0-1 0 0,0 1 1 0 0,0-1 0 0 0,0 0-1 0 0,0 0 1 0 0,0 0 0 0 0,0 1-1 0 0,0-1 1 0 0,0 0 0 0 0,-1 0 0 0 0,1 0-1 0 0,0 1 1 0 0,0-1 0 0 0,-1 0-1 0 0,1 0 1 0 0,0 1 0 0 0,-1-1-1 0 0,1 0 1 0 0,-1 1 0 0 0,1-1-1 0 0,-1 0 1 0 0,0 0 0 0 0,0 1 0 0 0,0 0 0 0 0,0 0-1 0 0,0 0 1 0 0,0 1 0 0 0,1-1 0 0 0,-1 0 0 0 0,0 0 0 0 0,0 1 0 0 0,0-1 0 0 0,1 1-1 0 0,-1-1 1 0 0,0 1 0 0 0,0-1 0 0 0,1 1 0 0 0,-1-1 0 0 0,0 1 0 0 0,1 0-1 0 0,-2 0 1 0 0,-28 39-48 0 0,11-6 90 0 0,1 0 1 0 0,-26 73-1 0 0,-8 80 180 0 0,47-169-181 0 0,2 1-1 0 0,0 1 1 0 0,2-1-1 0 0,0 0 1 0 0,1 0 0 0 0,1 1-1 0 0,0-1 1 0 0,2 0-1 0 0,0 0 1 0 0,7 20 0 0 0,-7-28-136 0 0,1-1 0 0 0,0 0 0 0 0,1 0 0 0 0,0-1 1 0 0,1 0-1 0 0,0 0 0 0 0,1 0 0 0 0,8 10 0 0 0,-8-12-290 0 0,0-1 0 0 0,1 0 0 0 0,0 0 0 0 0,0 0-1 0 0,0-1 1 0 0,1 0 0 0 0,-1 0 0 0 0,1-1 0 0 0,0-1-1 0 0,11 4 1 0 0,-10-5-702 0 0,-1 1-1 0 0,1-2 0 0 0,0 1 1 0 0,12-1-1 0 0,11-1-3885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24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0 117 1428 0 0,'1'-4'499'0'0,"0"-8"995"0"0,2 0-1 0 0,0 0 0 0 0,5-13 0 0 0,-7 21-1333 0 0,0 1-1 0 0,1 0 1 0 0,0-1-1 0 0,0 1 1 0 0,0 0-1 0 0,0 0 1 0 0,0 0 0 0 0,1 1-1 0 0,-1-1 1 0 0,1 1-1 0 0,0-1 1 0 0,0 1-1 0 0,0 0 1 0 0,0 0-1 0 0,3-2 1 0 0,-4 3-126 0 0,0 1 0 0 0,0-1 0 0 0,0 0 0 0 0,0 0 0 0 0,0 1 0 0 0,0 0 0 0 0,0-1 0 0 0,0 1-1 0 0,0 0 1 0 0,0 0 0 0 0,0 0 0 0 0,0 0 0 0 0,0 0 0 0 0,1 0 0 0 0,-1 1 0 0 0,0-1 0 0 0,0 1 0 0 0,0-1 0 0 0,0 1 0 0 0,-1 0 0 0 0,1 0 0 0 0,0 0 0 0 0,0 0 0 0 0,0 0 0 0 0,-1 0 0 0 0,1 1-1 0 0,0-1 1 0 0,-1 0 0 0 0,3 4 0 0 0,1 1 12 0 0,0 1-1 0 0,0 0 1 0 0,-1-1-1 0 0,0 1 1 0 0,0 1-1 0 0,3 7 1 0 0,-4-5 33 0 0,0-1 0 0 0,-1 1 0 0 0,1 0 0 0 0,-2 0 0 0 0,0 0 0 0 0,0 0 0 0 0,-1 17 0 0 0,-12 75 353 0 0,3-40-299 0 0,6-42-114 0 0,1-9 30 0 0,1 0-1 0 0,0-1 1 0 0,1 1-1 0 0,1 19 0 0 0,0-27-32 0 0,-1 0 0 0 0,1-1 0 0 0,0 1 0 0 0,-1-1 0 0 0,1 1 0 0 0,0-1 0 0 0,0 0 0 0 0,1 1 0 0 0,-1-1 0 0 0,0 0 0 0 0,1 0 0 0 0,-1 0 0 0 0,1 0 0 0 0,0 0 0 0 0,0 0 0 0 0,0 0 0 0 0,0-1 0 0 0,0 1 0 0 0,0-1-1 0 0,0 1 1 0 0,1-1 0 0 0,-1 0 0 0 0,0 0 0 0 0,1 0 0 0 0,2 1 0 0 0,4 0 10 0 0,1 0-1 0 0,-1-1 1 0 0,0 0 0 0 0,1-1-1 0 0,-1 0 1 0 0,1 0-1 0 0,-1-1 1 0 0,1 0 0 0 0,-1-1-1 0 0,12-3 1 0 0,1-2 4 0 0,-1 0 0 0 0,0-1 1 0 0,24-14-1 0 0,-29 14-11 0 0,-2-1 0 0 0,1-1 1 0 0,-1-1-1 0 0,-1 0 0 0 0,0 0 0 0 0,-1-2 0 0 0,0 1 0 0 0,0-2 1 0 0,-2 1-1 0 0,15-24 0 0 0,-14 16 20 0 0,0 0 0 0 0,-1-1 0 0 0,-2 0 0 0 0,0-1 0 0 0,-1 0 0 0 0,-1 0 0 0 0,2-26 0 0 0,-7 47-55 0 0,-2 3-39 0 0,0-1 52 0 0,0 0 0 0 0,0 1 1 0 0,0-1-1 0 0,0 1 0 0 0,0-1 0 0 0,0 1 1 0 0,1-1-1 0 0,-1 1 0 0 0,0 0 1 0 0,0-1-1 0 0,1 1 0 0 0,-1 0 0 0 0,0 0 1 0 0,1-1-1 0 0,-1 1 0 0 0,1 0 0 0 0,-1 0 1 0 0,1 0-1 0 0,-1 0 0 0 0,0 1 0 0 0,-7 24-7 0 0,6-21 6 0 0,-4 18 19 0 0,0 0 0 0 0,1 0 0 0 0,1 0-1 0 0,1 1 1 0 0,1 0 0 0 0,1-1 0 0 0,1 1 0 0 0,1 0 0 0 0,5 24 0 0 0,-5-43-42 0 0,1 0 1 0 0,-1 0 0 0 0,1 0 0 0 0,0 0 0 0 0,0 0 0 0 0,1 0-1 0 0,-1-1 1 0 0,1 1 0 0 0,0-1 0 0 0,0 0 0 0 0,1 0-1 0 0,-1 0 1 0 0,1 0 0 0 0,0 0 0 0 0,0-1 0 0 0,0 0-1 0 0,0 0 1 0 0,1 0 0 0 0,-1 0 0 0 0,1-1 0 0 0,0 1 0 0 0,0-1-1 0 0,0-1 1 0 0,0 1 0 0 0,0-1 0 0 0,0 1 0 0 0,0-1-1 0 0,1-1 1 0 0,-1 1 0 0 0,0-1 0 0 0,6 0 0 0 0,-1 0-150 0 0,1-1 0 0 0,-1 0 1 0 0,0-1-1 0 0,0 0 0 0 0,0 0 1 0 0,0-1-1 0 0,0 0 0 0 0,-1-1 0 0 0,1 0 1 0 0,-1-1-1 0 0,0 0 0 0 0,0 0 1 0 0,0-1-1 0 0,-1 0 0 0 0,9-9 1 0 0,10-16 103 0 0,-1-1 0 0 0,-2-1 0 0 0,-1-1-1 0 0,21-42 1 0 0,-8 12 1071 0 0,-35 63-984 0 0,0 0 0 0 0,-1-1 0 0 0,1 1 0 0 0,0 0 0 0 0,0 0 0 0 0,-1 0 0 0 0,1-1 0 0 0,0 1-1 0 0,0 0 1 0 0,1 0 0 0 0,-1 0 0 0 0,0 0 0 0 0,0 1 0 0 0,0-1 0 0 0,1 0 0 0 0,-1 0 0 0 0,0 1 0 0 0,1-1-1 0 0,-1 1 1 0 0,0-1 0 0 0,1 1 0 0 0,-1 0 0 0 0,1-1 0 0 0,1 1 0 0 0,-1 0 13 0 0,0 1 0 0 0,-1 0 1 0 0,1-1-1 0 0,0 1 0 0 0,0 0 1 0 0,0 0-1 0 0,-1 0 0 0 0,1 0 0 0 0,-1 0 1 0 0,1 0-1 0 0,-1 0 0 0 0,1 0 1 0 0,-1 1-1 0 0,0-1 0 0 0,3 3 0 0 0,2 5 92 0 0,0 1 1 0 0,0-1-1 0 0,-1 1 0 0 0,0 0 0 0 0,3 11 0 0 0,-5-13-67 0 0,-1 1 0 0 0,0 0-1 0 0,-1 0 1 0 0,1-1 0 0 0,-2 1 0 0 0,1 0 0 0 0,-1 0 0 0 0,-1 0-1 0 0,-1 9 1 0 0,-3 9 227 0 0,-13 42 0 0 0,16-63-227 0 0,-7 15 603 0 0,9-21-645 0 0,0 1 0 0 0,-1-1 0 0 0,1 0 0 0 0,0 0 1 0 0,-1 1-1 0 0,1-1 0 0 0,0 0 0 0 0,-1 0 0 0 0,1 1 0 0 0,0-1 1 0 0,-1 0-1 0 0,1 0 0 0 0,0 0 0 0 0,-1 0 0 0 0,1 0 0 0 0,-1 1 1 0 0,1-1-1 0 0,0 0 0 0 0,-1 0 0 0 0,1 0 0 0 0,0 0 1 0 0,-1 0-1 0 0,1 0 0 0 0,-1 0 0 0 0,1-1 0 0 0,0 1 0 0 0,-1 0 1 0 0,1 0-1 0 0,-1 0 0 0 0,1 0 0 0 0,0 0 0 0 0,-1 0 0 0 0,1-1 1 0 0,0 1-1 0 0,-1 0 0 0 0,0-1 0 0 0,1 0-5 0 0,0 0 0 0 0,0-1 0 0 0,-1 1 0 0 0,1 0 0 0 0,0 0-1 0 0,0-1 1 0 0,0 1 0 0 0,0 0 0 0 0,0 0 0 0 0,1-1 0 0 0,-1 1 0 0 0,0 0 0 0 0,1 0 0 0 0,-1-1-1 0 0,0 1 1 0 0,2-2 0 0 0,-1 1 7 0 0,5-16-3 0 0,1 0 0 0 0,1 1 0 0 0,0 0 0 0 0,2 1 0 0 0,-1 0 0 0 0,2 0 1 0 0,0 1-1 0 0,26-27 0 0 0,-26 32-17 0 0,0-1-1 0 0,1 1 1 0 0,0 1 0 0 0,1 0 0 0 0,0 1 0 0 0,0 1-1 0 0,0-1 1 0 0,1 2 0 0 0,0 0 0 0 0,1 1 0 0 0,22-5-1 0 0,-31 8 4 0 0,0 1-1 0 0,0 1 0 0 0,0-1 0 0 0,1 1 0 0 0,-1 0 1 0 0,0 1-1 0 0,0-1 0 0 0,0 1 0 0 0,0 0 0 0 0,1 1 0 0 0,-2 0 1 0 0,1 0-1 0 0,10 4 0 0 0,-12-4 4 0 0,-1 0-1 0 0,0 1 1 0 0,0-1-1 0 0,0 0 1 0 0,-1 1 0 0 0,1 0-1 0 0,0 0 1 0 0,-1 0-1 0 0,0 0 1 0 0,0 0-1 0 0,0 0 1 0 0,0 0 0 0 0,0 1-1 0 0,0-1 1 0 0,-1 1-1 0 0,0-1 1 0 0,0 1 0 0 0,0 0-1 0 0,0-1 1 0 0,0 1-1 0 0,-1 0 1 0 0,0 0-1 0 0,0 5 1 0 0,-1 8 51 0 0,-1 0 0 0 0,0 0 0 0 0,-7 20 0 0 0,5-20-424 0 0,1-1-1 0 0,0 1 0 0 0,0 21 0 0 0,3-35 48 0 0,0 0-1 0 0,1-1 0 0 0,-1 1 1 0 0,1 0-1 0 0,0-1 0 0 0,-1 1 1 0 0,1-1-1 0 0,0 1 0 0 0,1-1 1 0 0,-1 0-1 0 0,0 1 0 0 0,1-1 1 0 0,-1 0-1 0 0,1 0 0 0 0,0 0 1 0 0,0 0-1 0 0,0 0 1 0 0,0 0-1 0 0,0-1 0 0 0,0 1 1 0 0,0-1-1 0 0,3 2 0 0 0,10 4-3789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26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317 655 200 0 0,'1'-2'607'0'0,"6"-7"1603"0"0,0 0-1 0 0,9-20 1 0 0,-15 27-1941 0 0,1-1 0 0 0,-1 1 0 0 0,0-1 0 0 0,-1 0 0 0 0,1 1 0 0 0,0-1 0 0 0,-1 0 1 0 0,0 0-1 0 0,1 1 0 0 0,-1-1 0 0 0,0 0 0 0 0,-1 0 0 0 0,1 0 0 0 0,0 1 0 0 0,-1-1 0 0 0,-1-5 0 0 0,1 6-215 0 0,0 1 0 0 0,0 0 0 0 0,0-1 0 0 0,0 1 0 0 0,0 0 0 0 0,-1 0 0 0 0,1 0 0 0 0,0 0 0 0 0,-1 0 0 0 0,1 0 0 0 0,0 0 0 0 0,-1 1 0 0 0,1-1 0 0 0,-1 0 0 0 0,1 1 0 0 0,-1-1 0 0 0,0 1 0 0 0,1 0 0 0 0,-1-1 0 0 0,1 1 0 0 0,-1 0 0 0 0,0 0 0 0 0,1 0 0 0 0,-1 0 0 0 0,0 0 0 0 0,1 0 0 0 0,-1 1 0 0 0,0-1 0 0 0,-1 1 0 0 0,-6 1 111 0 0,-1 0 0 0 0,1 1 0 0 0,-13 5 0 0 0,0 3-61 0 0,1 0-1 0 0,0 2 1 0 0,1 0 0 0 0,0 1-1 0 0,1 1 1 0 0,1 1 0 0 0,0 1-1 0 0,1 0 1 0 0,-21 30 0 0 0,32-39-86 0 0,1 0-1 0 0,0 0 1 0 0,0 0 0 0 0,1 0 0 0 0,0 1-1 0 0,1 0 1 0 0,0 0 0 0 0,-4 16 0 0 0,7-22-10 0 0,0-1 0 0 0,-1 1-1 0 0,1 0 1 0 0,0-1 0 0 0,0 1 0 0 0,0-1 0 0 0,1 1 0 0 0,-1 0 0 0 0,1-1 0 0 0,-1 1 0 0 0,1-1-1 0 0,0 1 1 0 0,0-1 0 0 0,0 0 0 0 0,0 1 0 0 0,0-1 0 0 0,1 0 0 0 0,-1 0 0 0 0,1 0 0 0 0,0 0-1 0 0,-1 0 1 0 0,1 0 0 0 0,0 0 0 0 0,0 0 0 0 0,0-1 0 0 0,0 1 0 0 0,0-1 0 0 0,0 0 0 0 0,1 1 0 0 0,-1-1-1 0 0,1 0 1 0 0,-1 0 0 0 0,0 0 0 0 0,1-1 0 0 0,-1 1 0 0 0,4 0 0 0 0,4 0 5 0 0,0 0 1 0 0,0 0-1 0 0,0-1 1 0 0,0 0-1 0 0,0-1 0 0 0,0 0 1 0 0,0 0-1 0 0,0-1 1 0 0,0-1-1 0 0,-1 1 1 0 0,1-2-1 0 0,-1 1 1 0 0,1-1-1 0 0,-1-1 0 0 0,-1 0 1 0 0,15-10-1 0 0,-4 2-1 0 0,0-2 0 0 0,-1 0 0 0 0,-1-1 0 0 0,-1-1 0 0 0,0-1 0 0 0,15-22 0 0 0,-6 4 7 0 0,-2-1 1 0 0,-2-2-1 0 0,-2 0 1 0 0,24-67-1 0 0,-25 50-5 0 0,-3 0-1 0 0,15-115 1 0 0,-20 12-30 0 0,-13 144-27 0 0,3 15 43 0 0,-1 0 0 0 0,1 0-1 0 0,0-1 1 0 0,0 1 0 0 0,-1 0 0 0 0,1 0 0 0 0,0 0 0 0 0,0 0 0 0 0,-1 0-1 0 0,1 0 1 0 0,0 1 0 0 0,0-1 0 0 0,-1 0 0 0 0,1 0 0 0 0,0 0 0 0 0,0 0-1 0 0,-1 0 1 0 0,1 0 0 0 0,0 0 0 0 0,0 0 0 0 0,-1 1 0 0 0,1-1 0 0 0,0 0-1 0 0,0 0 1 0 0,0 0 0 0 0,0 0 0 0 0,-1 1 0 0 0,1-1 0 0 0,0 0 0 0 0,0 0-1 0 0,0 1 1 0 0,-14 24 23 0 0,-8 60 729 0 0,-15 109 0 0 0,11-41 88 0 0,11-83-566 0 0,4 1 0 0 0,-3 114-1 0 0,14-173-231 0 0,0 0 0 0 0,1 0-1 0 0,1 0 1 0 0,-1 0 0 0 0,2 0 0 0 0,5 16-1 0 0,-7-24-23 0 0,1 0-1 0 0,0 0 0 0 0,0-1 0 0 0,0 1 0 0 0,0 0 0 0 0,1-1 0 0 0,0 1 0 0 0,-1-1 0 0 0,1 0 0 0 0,1 0 0 0 0,-1 0 0 0 0,0 0 0 0 0,1-1 1 0 0,-1 1-1 0 0,1-1 0 0 0,0 0 0 0 0,0 0 0 0 0,-1 0 0 0 0,1-1 0 0 0,1 1 0 0 0,3 0 0 0 0,5 0 5 0 0,-1 0-1 0 0,0-1 1 0 0,1 0 0 0 0,-1-2-1 0 0,1 1 1 0 0,-1-1 0 0 0,1-1-1 0 0,-1 0 1 0 0,0-1-1 0 0,0 0 1 0 0,0-1 0 0 0,19-9-1 0 0,-4 1-2 0 0,-2-2-1 0 0,1 0 0 0 0,-2-2 1 0 0,32-26-1 0 0,-28 18 10 0 0,0-1-1 0 0,-2-2 1 0 0,0-1 0 0 0,-2 0 0 0 0,-2-2 0 0 0,0-1-1 0 0,-2-1 1 0 0,22-46 0 0 0,-39 72-25 0 0,-1 0-1 0 0,1-1 1 0 0,-1 1 0 0 0,-1-1-1 0 0,1 1 1 0 0,1-14 0 0 0,-3 20-4 0 0,0-1 0 0 0,-1 1 0 0 0,1-1 0 0 0,0 1 0 0 0,0 0 0 0 0,0-1 0 0 0,0 1 0 0 0,0-1 0 0 0,0 1 0 0 0,-1 0 0 0 0,1-1 0 0 0,0 1 0 0 0,0 0 0 0 0,-1-1 0 0 0,1 1 0 0 0,0 0 0 0 0,-1 0 0 0 0,1-1 0 0 0,0 1 0 0 0,-1 0 0 0 0,1 0 0 0 0,0-1 0 0 0,-1 1 0 0 0,1 0 0 0 0,0 0 0 0 0,-1 0 0 0 0,1 0 0 0 0,0 0 0 0 0,-1-1 0 0 0,1 1 0 0 0,-1 0 0 0 0,1 0 1 0 0,-1 0-1 0 0,1 0 0 0 0,0 0 0 0 0,-1 0 0 0 0,1 0 0 0 0,-1 0 0 0 0,1 1 0 0 0,-15 1 2 0 0,14-1 3 0 0,-4 1 0 0 0,-1 0 0 0 0,1 0 1 0 0,-1 1-1 0 0,1 0 1 0 0,0 0-1 0 0,0 1 1 0 0,0-1-1 0 0,1 1 1 0 0,-8 7-1 0 0,0 2-13 0 0,-19 27 0 0 0,17-20-1 0 0,1 0-1 0 0,0 1 1 0 0,-10 25-1 0 0,20-39 15 0 0,1 0 0 0 0,0-1 0 0 0,0 1 0 0 0,0 0 0 0 0,0 0 0 0 0,1 1 0 0 0,1-1 0 0 0,-1 0 0 0 0,1 0-1 0 0,0 1 1 0 0,1-1 0 0 0,-1 0 0 0 0,1 0 0 0 0,5 14 0 0 0,-5-18 7 0 0,0 0 0 0 0,0 0 0 0 0,1-1 0 0 0,-1 1-1 0 0,1-1 1 0 0,0 1 0 0 0,0-1 0 0 0,0 1 0 0 0,0-1 0 0 0,0 0 0 0 0,0 0 0 0 0,1 0 0 0 0,-1 0 0 0 0,1 0 0 0 0,5 2-1 0 0,-3-2 4 0 0,1 1 0 0 0,0-1 0 0 0,1 0-1 0 0,-1-1 1 0 0,0 0 0 0 0,0 0 0 0 0,9 1-1 0 0,4-2 10 0 0,0-1 0 0 0,-1 0 0 0 0,1-2 0 0 0,22-5 0 0 0,-15 1-10 0 0,0-1 1 0 0,0-2-1 0 0,-1 0 0 0 0,-1-2 0 0 0,0 0 0 0 0,0-2 1 0 0,-1-1-1 0 0,-1-1 0 0 0,-1 0 0 0 0,0-2 0 0 0,-1 0 1 0 0,-1-2-1 0 0,-1 0 0 0 0,-1-1 0 0 0,0 0 0 0 0,-2-2 1 0 0,0 0-1 0 0,15-33 0 0 0,-27 49-12 0 0,0 0-1 0 0,-1-1 1 0 0,0 1-1 0 0,0 0 1 0 0,0-1-1 0 0,-1 1 1 0 0,0-9-1 0 0,-1 13-5 0 0,1 1-1 0 0,-1-1 0 0 0,0 1 1 0 0,0-1-1 0 0,-1 1 1 0 0,1-1-1 0 0,-1 1 0 0 0,1-1 1 0 0,-1 1-1 0 0,0 0 1 0 0,1-1-1 0 0,-1 1 0 0 0,-1 0 1 0 0,1-1-1 0 0,0 1 0 0 0,0 0 1 0 0,-1 0-1 0 0,1 0 1 0 0,-1 0-1 0 0,0 0 0 0 0,0 1 1 0 0,1-1-1 0 0,-1 0 1 0 0,-4-1-1 0 0,2 2 3 0 0,1 0 1 0 0,-1 0 0 0 0,0 1-1 0 0,0 0 1 0 0,0 0-1 0 0,1 0 1 0 0,-1 0-1 0 0,0 0 1 0 0,0 1-1 0 0,1 0 1 0 0,-1-1-1 0 0,0 2 1 0 0,1-1-1 0 0,-1 0 1 0 0,1 1-1 0 0,-7 3 1 0 0,2 0 2 0 0,-1 1 1 0 0,1 0 0 0 0,0 1-1 0 0,0 0 1 0 0,1 0-1 0 0,0 1 1 0 0,0 0-1 0 0,1 0 1 0 0,-8 13-1 0 0,12-18 7 0 0,1 0 0 0 0,-1 0 0 0 0,1 0 0 0 0,0 0 0 0 0,0 1 0 0 0,0-1 0 0 0,0 0 0 0 0,1 0 0 0 0,-1 1 0 0 0,1-1 0 0 0,0 0-1 0 0,0 1 1 0 0,0-1 0 0 0,1 4 0 0 0,-1-4 0 0 0,1-1 0 0 0,0 1-1 0 0,1-1 1 0 0,-1 1 0 0 0,0-1 0 0 0,1 1 0 0 0,-1-1-1 0 0,1 0 1 0 0,0 0 0 0 0,0 0 0 0 0,0 0-1 0 0,0 0 1 0 0,0 0 0 0 0,0 0 0 0 0,0-1 0 0 0,1 1-1 0 0,-1-1 1 0 0,0 1 0 0 0,5 0 0 0 0,3 2 7 0 0,0-1 1 0 0,0 0-1 0 0,0 0 0 0 0,0-1 1 0 0,0-1-1 0 0,0 0 1 0 0,1 0-1 0 0,-1-1 1 0 0,0-1-1 0 0,1 1 1 0 0,16-4-1 0 0,3-3 17 0 0,-1 0 0 0 0,48-19 0 0 0,-58 18-31 0 0,-1 0-1 0 0,0 0 1 0 0,0-2-1 0 0,0 0 1 0 0,-1-2-1 0 0,-1 1 1 0 0,0-2-1 0 0,-1 0 1 0 0,16-18-1 0 0,-30 31-3 0 0,-1-1 1 0 0,1 1-1 0 0,-1 0 1 0 0,1-1-1 0 0,-1 1 0 0 0,0-1 1 0 0,1 1-1 0 0,-1-1 0 0 0,1 0 1 0 0,-1 1-1 0 0,0-1 1 0 0,0 1-1 0 0,1-1 0 0 0,-1 0 1 0 0,0 1-1 0 0,0-1 0 0 0,0 1 1 0 0,1-1-1 0 0,-1 0 1 0 0,0 1-1 0 0,0-1 0 0 0,0 0 1 0 0,0 1-1 0 0,0-1 0 0 0,-1-1 1 0 0,1 2 0 0 0,-1 0 0 0 0,0 0 0 0 0,1-1 0 0 0,-1 1 0 0 0,0 0 0 0 0,1 0 0 0 0,-1 0 0 0 0,0 0 1 0 0,1 0-1 0 0,-1-1 0 0 0,0 1 0 0 0,1 1 0 0 0,-1-1 0 0 0,0 0 0 0 0,0 0 0 0 0,1 0 0 0 0,-1 0 0 0 0,-1 1 0 0 0,-35 14-12 0 0,19-2 33 0 0,1 1-1 0 0,0 0 1 0 0,1 1-1 0 0,1 1 1 0 0,1 0-1 0 0,0 1 0 0 0,1 1 1 0 0,1 0-1 0 0,0 1 1 0 0,-15 36-1 0 0,25-51 0 0 0,0 1-1 0 0,0-1 1 0 0,0 1 0 0 0,1 0-1 0 0,0 0 1 0 0,0-1-1 0 0,0 1 1 0 0,1 0-1 0 0,-1 0 1 0 0,1 0-1 0 0,1 10 1 0 0,0-13-8 0 0,0 1 1 0 0,0 0-1 0 0,0-1 1 0 0,0 1-1 0 0,0-1 0 0 0,1 0 1 0 0,-1 1-1 0 0,1-1 1 0 0,0 0-1 0 0,-1 0 0 0 0,1 0 1 0 0,0 0-1 0 0,0 0 0 0 0,0 0 1 0 0,1 0-1 0 0,-1-1 1 0 0,0 1-1 0 0,1-1 0 0 0,-1 0 1 0 0,1 0-1 0 0,-1 0 1 0 0,5 2-1 0 0,11 2-352 0 0,-1-1-1 0 0,0 0 1 0 0,1-1-1 0 0,33 1 1 0 0,74-7-3352 0 0,-89 1 2578 0 0,88-6-5489 0 0,-56 1 53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26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182 192 1940 0 0,'89'-71'6040'0'0,"-52"43"-2884"0"0,36-35-1 0 0,-73 63-3116 0 0,1-1 0 0 0,-1 1 0 0 0,1-1 0 0 0,0 0 0 0 0,-1 1 0 0 0,1-1 0 0 0,-1 0 0 0 0,1 0 0 0 0,-1 1 0 0 0,1-1 0 0 0,-1 0 0 0 0,0 0 0 0 0,1 1 0 0 0,-1-1 0 0 0,0 0-1 0 0,0 0 1 0 0,0 0 0 0 0,1-1 0 0 0,-2 1-24 0 0,1 1-1 0 0,0-1 1 0 0,0 1-1 0 0,0-1 1 0 0,-1 1-1 0 0,1-1 0 0 0,0 1 1 0 0,-1-1-1 0 0,1 1 1 0 0,0-1-1 0 0,-1 1 1 0 0,1-1-1 0 0,-1 1 0 0 0,1 0 1 0 0,0-1-1 0 0,-1 1 1 0 0,1 0-1 0 0,-1 0 1 0 0,1-1-1 0 0,-2 1 0 0 0,-26-6 105 0 0,15 6-107 0 0,-1 1-1 0 0,1 0 0 0 0,0 1 1 0 0,0 0-1 0 0,0 1 0 0 0,-19 7 1 0 0,-71 35-98 0 0,100-44 81 0 0,-5 2-7 0 0,2 1 0 0 0,-1-1-1 0 0,0 1 1 0 0,1 1 0 0 0,0-1 0 0 0,0 1 0 0 0,0 0-1 0 0,0 0 1 0 0,1 1 0 0 0,0 0 0 0 0,0 0 0 0 0,-4 7-1 0 0,8-12 13 0 0,1 1 0 0 0,0-1 0 0 0,-1 1 0 0 0,1-1 0 0 0,0 1 0 0 0,0-1 0 0 0,0 1 0 0 0,0-1 0 0 0,1 1 0 0 0,-1-1-1 0 0,0 1 1 0 0,1-1 0 0 0,-1 1 0 0 0,1-1 0 0 0,-1 1 0 0 0,1-1 0 0 0,-1 0 0 0 0,1 1 0 0 0,0-1 0 0 0,0 0 0 0 0,0 0-1 0 0,0 1 1 0 0,2 1 0 0 0,0 1 0 0 0,1 0 0 0 0,0 0 0 0 0,1 0-1 0 0,8 5 1 0 0,20 10-15 0 0,37 13-1 0 0,-47-22 7 0 0,0 0 0 0 0,-1 1 0 0 0,0 1-1 0 0,-1 1 1 0 0,22 18 0 0 0,-42-30 29 0 0,0 0 0 0 0,1 0-1 0 0,-1 0 1 0 0,0 0 0 0 0,0 1 0 0 0,0-1-1 0 0,0 0 1 0 0,0 0 0 0 0,0 1 0 0 0,-1-1-1 0 0,1 1 1 0 0,0-1 0 0 0,-1 1 0 0 0,1-1-1 0 0,-1 1 1 0 0,1-1 0 0 0,-1 1 0 0 0,0-1-1 0 0,1 1 1 0 0,-1 0 0 0 0,0-1-1 0 0,0 1 1 0 0,-1 2 0 0 0,0-2 18 0 0,1 1 0 0 0,-1-1 0 0 0,-1 0 0 0 0,1 1 0 0 0,0-1 0 0 0,-1 0 0 0 0,1 0 0 0 0,-1 0 0 0 0,1 0 0 0 0,-1 0 0 0 0,0-1 0 0 0,0 1 0 0 0,-3 2 0 0 0,-3 2 72 0 0,-1-1 0 0 0,0 0-1 0 0,0 0 1 0 0,0-1 0 0 0,-1 0-1 0 0,-12 3 1 0 0,2-3-24 0 0,1 0 0 0 0,-1-2 0 0 0,0 0 1 0 0,0-1-1 0 0,0-1 0 0 0,1-1 0 0 0,-1-1 0 0 0,0-1 0 0 0,-34-8 0 0 0,52 10-230 0 0,1 1 0 0 0,-1 0 0 0 0,1 0 0 0 0,-1-1 1 0 0,0 1-1 0 0,1-1 0 0 0,-1 0 0 0 0,1 1 0 0 0,-1-1 0 0 0,1 0 0 0 0,-1 0 0 0 0,1 0 1 0 0,0 0-1 0 0,-1 0 0 0 0,1 0 0 0 0,0 0 0 0 0,0 0 0 0 0,0-1 0 0 0,0 1 0 0 0,0-1 1 0 0,0 1-1 0 0,0 0 0 0 0,0-3 0 0 0,1 3-107 0 0,1 0-1 0 0,0-1 1 0 0,0 1 0 0 0,1-1-1 0 0,-1 1 1 0 0,0 0-1 0 0,0 0 1 0 0,1 0 0 0 0,-1 0-1 0 0,0 0 1 0 0,1 0 0 0 0,-1 0-1 0 0,1 0 1 0 0,-1 0 0 0 0,3 0-1 0 0,10-5-3053 0 0,4 0-1340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28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294 642 80 0 0,'35'-27'5874'0'0,"-33"26"-5508"0"0,0-1 0 0 0,0 0-1 0 0,-1 0 1 0 0,1 0 0 0 0,0 0 0 0 0,-1 0-1 0 0,0-1 1 0 0,1 1 0 0 0,-1 0-1 0 0,0-1 1 0 0,0 1 0 0 0,-1-1 0 0 0,2-4-1 0 0,-2 6-301 0 0,0 0 0 0 0,0 0-1 0 0,0 0 1 0 0,0 0 0 0 0,0 0-1 0 0,0 0 1 0 0,-1 0 0 0 0,1 0-1 0 0,0 0 1 0 0,-1 0-1 0 0,1 0 1 0 0,-1 1 0 0 0,1-1-1 0 0,-1 0 1 0 0,1 0 0 0 0,-1 0-1 0 0,1 0 1 0 0,-1 0 0 0 0,0 1-1 0 0,0-1 1 0 0,1 0 0 0 0,-1 1-1 0 0,0-1 1 0 0,0 1-1 0 0,0-1 1 0 0,0 0 0 0 0,0 1-1 0 0,0 0 1 0 0,1-1 0 0 0,-1 1-1 0 0,0 0 1 0 0,0-1 0 0 0,0 1-1 0 0,0 0 1 0 0,0 0 0 0 0,-1 0-1 0 0,1 0 1 0 0,0 0-1 0 0,-1 0 1 0 0,-37 3 757 0 0,38-3-804 0 0,-14 3 181 0 0,1 1 1 0 0,-1 1-1 0 0,1 0 1 0 0,0 1-1 0 0,0 1 1 0 0,1 0-1 0 0,-25 17 1 0 0,21-11-91 0 0,1 0 0 0 0,0 1 0 0 0,0 1 0 0 0,-25 34 0 0 0,36-44-89 0 0,1 2 0 0 0,0-1 0 0 0,0 1 0 0 0,0-1 0 0 0,1 1 0 0 0,0 0 0 0 0,0 0 0 0 0,1 0 1 0 0,0 1-1 0 0,0-1 0 0 0,1 0 0 0 0,-1 14 0 0 0,2-16-9 0 0,1 0 0 0 0,-1 0 1 0 0,1 0-1 0 0,0 0 1 0 0,0 0-1 0 0,1-1 0 0 0,0 1 1 0 0,-1 0-1 0 0,2-1 0 0 0,-1 0 1 0 0,0 1-1 0 0,1-1 1 0 0,0 0-1 0 0,0 0 0 0 0,0 0 1 0 0,0-1-1 0 0,1 1 0 0 0,-1-1 1 0 0,1 1-1 0 0,5 2 1 0 0,4 2-75 0 0,0 0 0 0 0,1-1 0 0 0,-1-1 1 0 0,1 0-1 0 0,1-1 0 0 0,-1 0 0 0 0,1-2 1 0 0,28 5-1 0 0,-10-4-757 0 0,1-2 1 0 0,66-4 0 0 0,-56-2 88 0 0,0-2 1 0 0,0-2-1 0 0,58-18 1 0 0,-71 15 482 0 0,-1-1 0 0 0,-1-1 1 0 0,0-1-1 0 0,0-2 0 0 0,35-26 0 0 0,-42 26 239 0 0,-2-1 0 0 0,23-23 0 0 0,-37 34 121 0 0,-1 0-1 0 0,1 0 0 0 0,-2 0 1 0 0,1-1-1 0 0,-1 0 1 0 0,0 0-1 0 0,0 0 0 0 0,-1 0 1 0 0,0-1-1 0 0,0 1 1 0 0,3-14-1 0 0,-6 19-62 0 0,1 0 0 0 0,-1 0 0 0 0,0 0-1 0 0,0 0 1 0 0,0 0 0 0 0,0 0 0 0 0,0 1 0 0 0,0-1 0 0 0,-1 0-1 0 0,1 0 1 0 0,0 0 0 0 0,-1 0 0 0 0,0 0 0 0 0,1 1 0 0 0,-1-1-1 0 0,0 0 1 0 0,0 0 0 0 0,0 1 0 0 0,0-1 0 0 0,0 1 0 0 0,0-1-1 0 0,-1 1 1 0 0,1-1 0 0 0,0 1 0 0 0,-1 0 0 0 0,1 0 0 0 0,-1-1-1 0 0,1 1 1 0 0,-1 0 0 0 0,0 0 0 0 0,0 1 0 0 0,1-1 0 0 0,-1 0 0 0 0,0 1-1 0 0,0-1 1 0 0,0 1 0 0 0,0-1 0 0 0,1 1 0 0 0,-1 0 0 0 0,0 0-1 0 0,-3 0 1 0 0,-5 0 148 0 0,1 0-1 0 0,0 0 1 0 0,-1 1-1 0 0,1 1 1 0 0,0 0 0 0 0,0 0-1 0 0,-10 4 1 0 0,-1 2 38 0 0,0 1 0 0 0,1 0 0 0 0,1 2 1 0 0,-33 23-1 0 0,40-26-177 0 0,1 1-1 0 0,0 0 1 0 0,1 1 0 0 0,-1 0 0 0 0,2 0 0 0 0,0 1 0 0 0,0 0 0 0 0,-10 22-1 0 0,16-31-44 0 0,1 0-1 0 0,0 0 0 0 0,0 0 1 0 0,0 1-1 0 0,1-1 1 0 0,-1 0-1 0 0,1 1 0 0 0,-1-1 1 0 0,1 0-1 0 0,0 1 0 0 0,0-1 1 0 0,0 1-1 0 0,0-1 0 0 0,0 0 1 0 0,0 1-1 0 0,1-1 0 0 0,-1 0 1 0 0,1 1-1 0 0,-1-1 0 0 0,1 0 1 0 0,0 1-1 0 0,0-1 0 0 0,0 0 1 0 0,0 0-1 0 0,1 0 0 0 0,-1 0 1 0 0,1 0-1 0 0,-1 0 0 0 0,1 0 1 0 0,-1-1-1 0 0,1 1 0 0 0,0-1 1 0 0,0 1-1 0 0,0-1 0 0 0,0 1 1 0 0,0-1-1 0 0,0 0 0 0 0,0 0 1 0 0,4 1-1 0 0,2 1 8 0 0,1 0 0 0 0,0 0 0 0 0,0-1 0 0 0,0 0 0 0 0,0-1 0 0 0,0 0 0 0 0,0 0 0 0 0,0-1 0 0 0,11-1 1 0 0,-10 0-14 0 0,-1-1 1 0 0,0 0 0 0 0,0 0 0 0 0,0-1 0 0 0,0-1 0 0 0,0 1 0 0 0,0-2-1 0 0,-1 1 1 0 0,0-1 0 0 0,0 0 0 0 0,0-1 0 0 0,-1 1 0 0 0,13-14 0 0 0,-2-1 31 0 0,0-1 0 0 0,-2 0 1 0 0,23-40-1 0 0,-21 30 36 0 0,-17 30-40 0 0,-2 1-27 0 0,0 1 0 0 0,0-1 0 0 0,0 1 1 0 0,1-1-1 0 0,-1 1 0 0 0,0 0 0 0 0,0-1 0 0 0,0 1 1 0 0,1 0-1 0 0,-1-1 0 0 0,0 1 0 0 0,1 0 0 0 0,-1 0 1 0 0,1 0-1 0 0,-1 0 0 0 0,1 0 0 0 0,-1 0 0 0 0,1 0 0 0 0,-1 1 1 0 0,-8 23 195 0 0,8-21-175 0 0,-5 12 134 0 0,0 2 0 0 0,2-1 0 0 0,0 0 0 0 0,-3 35 0 0 0,7-48-115 0 0,0 0 0 0 0,0 0 0 0 0,0-1 0 0 0,0 1 0 0 0,1 0 0 0 0,0 0 0 0 0,-1-1 0 0 0,1 1 0 0 0,1-1 0 0 0,-1 1 0 0 0,0-1 0 0 0,1 1 0 0 0,0-1 0 0 0,0 0-1 0 0,0 0 1 0 0,0 0 0 0 0,0 0 0 0 0,1 0 0 0 0,-1 0 0 0 0,1 0 0 0 0,0-1 0 0 0,-1 0 0 0 0,1 1 0 0 0,1-1 0 0 0,-1 0 0 0 0,0 0 0 0 0,0-1 0 0 0,1 1 0 0 0,-1-1 0 0 0,6 2 0 0 0,5 1-5 0 0,1-2-1 0 0,-1 1 1 0 0,0-2 0 0 0,1 0 0 0 0,0-1-1 0 0,-1 0 1 0 0,1-1 0 0 0,-1-1 0 0 0,1 0 0 0 0,-1-1-1 0 0,0 0 1 0 0,0-1 0 0 0,0-1 0 0 0,0-1-1 0 0,18-9 1 0 0,-6 1-22 0 0,-1-1 0 0 0,0-1-1 0 0,-2-2 1 0 0,0 0 0 0 0,0-1 0 0 0,33-38 0 0 0,-30 25-14 0 0,-1 0 1 0 0,-2-2 0 0 0,-1-1 0 0 0,-2 0-1 0 0,29-68 1 0 0,-30 51 8 0 0,-2 0 0 0 0,-2-1 1 0 0,13-100-1 0 0,-27 145-17 0 0,2-9-16 0 0,0-1 0 0 0,-2 0-1 0 0,0 0 1 0 0,-1 0 0 0 0,-5-33 0 0 0,5 50 15 0 0,0 0 1 0 0,0 1-1 0 0,-1-1 1 0 0,1 0 0 0 0,0 1-1 0 0,-1-1 1 0 0,1 0-1 0 0,0 1 1 0 0,-1-1 0 0 0,1 1-1 0 0,-1-1 1 0 0,1 0 0 0 0,-1 1-1 0 0,0-1 1 0 0,1 1-1 0 0,-1 0 1 0 0,1-1 0 0 0,-1 1-1 0 0,0-1 1 0 0,1 1-1 0 0,-1 0 1 0 0,0 0 0 0 0,1-1-1 0 0,-1 1 1 0 0,0 0 0 0 0,0 0-1 0 0,1 0 1 0 0,-1 0-1 0 0,0 0 1 0 0,0 0 0 0 0,1 0-1 0 0,-1 0 1 0 0,0 0-1 0 0,0 0 1 0 0,1 0 0 0 0,-1 0-1 0 0,0 1 1 0 0,1-1-1 0 0,-1 0 1 0 0,0 0 0 0 0,0 1-1 0 0,1-1 1 0 0,-1 0 0 0 0,0 2-1 0 0,-3 0-3 0 0,0 0-1 0 0,0 1 1 0 0,0-1-1 0 0,0 1 0 0 0,-5 5 1 0 0,-3 7-2 0 0,0 0-1 0 0,1 0 1 0 0,0 1 0 0 0,1 0-1 0 0,-9 22 1 0 0,-31 91 52 0 0,34-81-15 0 0,-16 86-1 0 0,27-103-11 0 0,1 0 0 0 0,2 0 0 0 0,1 0 0 0 0,3 32 1 0 0,-1-53-28 0 0,0 0 1 0 0,1 0 0 0 0,1 0-1 0 0,-1 0 1 0 0,1 0 0 0 0,1-1-1 0 0,0 0 1 0 0,0 0 0 0 0,1 0-1 0 0,0 0 1 0 0,1-1 0 0 0,0 1-1 0 0,0-1 1 0 0,12 11 0 0 0,-7-9-202 0 0,0-1 0 0 0,0-1 1 0 0,1 0-1 0 0,0-1 0 0 0,1 0 1 0 0,0 0-1 0 0,0-2 0 0 0,0 1 0 0 0,26 5 1 0 0,-17-6-98 0 0,-1-1 0 0 0,1-1 0 0 0,0-2-1 0 0,0 0 1 0 0,-1-1 0 0 0,1 0 0 0 0,0-2 0 0 0,0-1 0 0 0,-1-1 0 0 0,1-1 0 0 0,-1 0 0 0 0,22-10 0 0 0,-12 2 213 0 0,0-1 1 0 0,-1-2 0 0 0,-1-1-1 0 0,-1-1 1 0 0,0-1-1 0 0,-2-2 1 0 0,30-28-1 0 0,-43 37 265 0 0,-1-1 0 0 0,18-24 0 0 0,-28 34-123 0 0,0 0-1 0 0,0 0 1 0 0,0 0-1 0 0,0 0 1 0 0,0 0 0 0 0,-1 0-1 0 0,0 0 1 0 0,1 0-1 0 0,-1-1 1 0 0,-1 1 0 0 0,1 0-1 0 0,0-1 1 0 0,-1 1-1 0 0,0-1 1 0 0,1 1 0 0 0,-1-1-1 0 0,-1 1 1 0 0,1-1-1 0 0,0 1 1 0 0,-1 0-1 0 0,-1-4 1 0 0,2 5-16 0 0,-1 0 0 0 0,0 1 0 0 0,0-1 0 0 0,0 1 0 0 0,0-1 0 0 0,0 1 0 0 0,0 0 0 0 0,-1-1 0 0 0,1 1 0 0 0,0 0 0 0 0,-1 0 0 0 0,1 0 0 0 0,-1 0 0 0 0,1 0 0 0 0,-1 0 0 0 0,0 0 0 0 0,1 1 0 0 0,-3-2 0 0 0,1 2 33 0 0,-1-1 0 0 0,0 0-1 0 0,1 1 1 0 0,-1-1 0 0 0,0 1 0 0 0,0 0 0 0 0,0 1-1 0 0,-4 0 1 0 0,-6 1 163 0 0,1 2 1 0 0,-1 0-1 0 0,-19 9 0 0 0,16-6-90 0 0,0 2 0 0 0,1 0 1 0 0,-1 0-1 0 0,2 2 0 0 0,-23 19 0 0 0,30-23-92 0 0,1 0 1 0 0,-1 0 0 0 0,2 1-1 0 0,-1 0 1 0 0,1 1-1 0 0,0-1 1 0 0,1 1-1 0 0,0 0 1 0 0,0 0 0 0 0,1 1-1 0 0,-5 18 1 0 0,8-26-32 0 0,1 0 1 0 0,-1 0-1 0 0,1 0 0 0 0,0 0 1 0 0,-1 0-1 0 0,1 0 1 0 0,0 0-1 0 0,1 0 1 0 0,-1 0-1 0 0,0 0 0 0 0,0 0 1 0 0,1-1-1 0 0,0 1 1 0 0,-1 0-1 0 0,1 0 1 0 0,0 0-1 0 0,0 0 0 0 0,-1-1 1 0 0,1 1-1 0 0,1 0 1 0 0,0 1-1 0 0,0-1 3 0 0,1 0 0 0 0,-1 0-1 0 0,1 0 1 0 0,-1 0 0 0 0,1-1-1 0 0,0 1 1 0 0,-1-1 0 0 0,1 0-1 0 0,0 0 1 0 0,0 0 0 0 0,0 0 0 0 0,4 0-1 0 0,2 1 7 0 0,0-1 0 0 0,0-1-1 0 0,0 1 1 0 0,0-1-1 0 0,0-1 1 0 0,0 0 0 0 0,-1 0-1 0 0,14-4 1 0 0,-11 1-6 0 0,1-1 0 0 0,0-1 0 0 0,-1 0 1 0 0,0 0-1 0 0,-1-1 0 0 0,1 0 0 0 0,-1-1 0 0 0,-1 0 1 0 0,11-12-1 0 0,8-11 21 0 0,34-49 0 0 0,-39 48 8 0 0,7-7-74 0 0,-29 37 14 0 0,0 2-8 0 0,-1 1 22 0 0,0-1 0 0 0,1 0 0 0 0,-1 0-1 0 0,0 1 1 0 0,1-1 0 0 0,-1 0 0 0 0,0 0 0 0 0,1 1 0 0 0,-1-1 0 0 0,0 0 0 0 0,0 1 0 0 0,0-1 0 0 0,1 1 0 0 0,-1-1 0 0 0,0 0 0 0 0,0 1-1 0 0,0-1 1 0 0,0 1 0 0 0,0-1 0 0 0,1 0 0 0 0,-1 1 0 0 0,0-1 0 0 0,0 1 0 0 0,0-1 0 0 0,0 1 0 0 0,0-1 0 0 0,-1 0 0 0 0,1 1 0 0 0,0-1 0 0 0,0 1-1 0 0,0-1 1 0 0,0 0 0 0 0,0 1 0 0 0,-1 0 0 0 0,-5 22-5 0 0,3-16 6 0 0,-40 150 60 0 0,42-153-314 0 0,0 0 1 0 0,1 0 0 0 0,-1 0-1 0 0,1 0 1 0 0,0 0-1 0 0,0 0 1 0 0,1 5 0 0 0,-1-8 168 0 0,0 0 0 0 0,0-1 1 0 0,0 1-1 0 0,0 0 0 0 0,1 0 1 0 0,-1 0-1 0 0,0-1 0 0 0,0 1 1 0 0,1 0-1 0 0,-1 0 0 0 0,1-1 1 0 0,-1 1-1 0 0,1 0 0 0 0,-1-1 1 0 0,1 1-1 0 0,-1 0 0 0 0,1-1 1 0 0,0 1-1 0 0,-1-1 0 0 0,1 1 1 0 0,0-1-1 0 0,-1 0 0 0 0,1 1 1 0 0,0-1-1 0 0,0 1 0 0 0,-1-1 1 0 0,1 0-1 0 0,0 0 0 0 0,0 0 1 0 0,0 1-1 0 0,-1-1 0 0 0,1 0 1 0 0,0 0-1 0 0,0 0 0 0 0,0 0 1 0 0,0 0-1 0 0,-1 0 0 0 0,1 0 1 0 0,0-1-1 0 0,0 1 0 0 0,0 0 1 0 0,-1 0-1 0 0,1-1 0 0 0,0 1 1 0 0,0 0-1 0 0,-1-1 0 0 0,1 1 1 0 0,0-1-1 0 0,0 0 0 0 0,11-5-189 0 0,0-1-1 0 0,-1 0 1 0 0,0 0-1 0 0,0-2 1 0 0,14-13-1 0 0,49-58 209 0 0,-15 15 1082 0 0,-44 50-397 0 0,-10 9-309 0 0,1-1-1 0 0,0 2 1 0 0,0-1-1 0 0,0 1 1 0 0,1 0-1 0 0,-1 0 1 0 0,1 0-1 0 0,0 1 1 0 0,10-4 0 0 0,-14 7-229 0 0,-1 1 0 0 0,0 0 1 0 0,1 0-1 0 0,-1-1 1 0 0,0 2-1 0 0,1-1 1 0 0,-1 0-1 0 0,0 0 0 0 0,1 1 1 0 0,-1-1-1 0 0,0 1 1 0 0,0 0-1 0 0,1-1 1 0 0,-1 1-1 0 0,0 0 1 0 0,0 0-1 0 0,0 1 0 0 0,0-1 1 0 0,0 0-1 0 0,2 3 1 0 0,2 0 219 0 0,-1 2 1 0 0,1-1 0 0 0,-1 1-1 0 0,6 9 1 0 0,-5-7-90 0 0,-1 0 1 0 0,-1 0-1 0 0,1 1 1 0 0,-2 0-1 0 0,1 0 1 0 0,-1 0-1 0 0,0 0 1 0 0,-1 0-1 0 0,2 12 0 0 0,-2 5 1270 0 0,-1 52-1 0 0,-2-35 3135 0 0,0-35-1649 0 0,-2-16-2533 0 0,3 2-435 0 0,0-1 0 0 0,0 1 0 0 0,0 0 0 0 0,1 0 0 0 0,0 0 0 0 0,0 0 0 0 0,1 0 0 0 0,-1 0 0 0 0,6-11 0 0 0,27-52 0 0 0,-16 41-103 0 0,1 0 0 0 0,1 2 0 0 0,1 0-1 0 0,2 1 1 0 0,0 1 0 0 0,2 1 0 0 0,28-20 0 0 0,4 2-459 0 0,2 2 0 0 0,82-40-1 0 0,-55 40-4285 0 0,-52 24 592 0 0,1-1-3716 0 0,-9 4-2803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31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35 784 140 0 0,'-2'-2'1633'0'0,"-2"0"-1030"0"0,1 0 0 0 0,0-1-1 0 0,1 1 1 0 0,-1-1 0 0 0,0 0 0 0 0,1 0 0 0 0,0 0 0 0 0,-4-6 0 0 0,5 8-490 0 0,1 0-1 0 0,-1 0 1 0 0,1-1 0 0 0,-1 1 0 0 0,1 0 0 0 0,0 0 0 0 0,-1-1 0 0 0,1 1 0 0 0,0 0-1 0 0,0-1 1 0 0,0 1 0 0 0,0 0 0 0 0,0-1 0 0 0,0 1 0 0 0,0 0 0 0 0,1 0 0 0 0,-1-1-1 0 0,0 1 1 0 0,1 0 0 0 0,-1 0 0 0 0,1-1 0 0 0,-1 1 0 0 0,1 0 0 0 0,0 0 0 0 0,-1 0-1 0 0,1 0 1 0 0,0 0 0 0 0,0 0 0 0 0,1-1 0 0 0,-1 1-64 0 0,1 0 0 0 0,-1 0 0 0 0,1 0-1 0 0,0 1 1 0 0,-1-1 0 0 0,1 0 0 0 0,0 1 0 0 0,-1-1 0 0 0,1 1 0 0 0,0 0 0 0 0,0 0-1 0 0,0-1 1 0 0,-1 1 0 0 0,1 0 0 0 0,0 1 0 0 0,0-1 0 0 0,-1 0 0 0 0,1 0-1 0 0,0 1 1 0 0,0-1 0 0 0,-1 1 0 0 0,1 0 0 0 0,0-1 0 0 0,-1 1 0 0 0,1 0 0 0 0,2 2-1 0 0,3 0-4 0 0,-1 1-1 0 0,1 1 0 0 0,-1-1 0 0 0,10 10 0 0 0,-11-9-31 0 0,-1 0 0 0 0,0 0 0 0 0,-1 0 0 0 0,1 0 0 0 0,-1 1 0 0 0,0-1-1 0 0,0 1 1 0 0,-1 0 0 0 0,0 0 0 0 0,0 0 0 0 0,0 0 0 0 0,0 0-1 0 0,-1 1 1 0 0,0-1 0 0 0,-1 0 0 0 0,1 1 0 0 0,-1-1 0 0 0,-1 0-1 0 0,1 1 1 0 0,-2 6 0 0 0,-1 0 16 0 0,0 0 0 0 0,-1 0 0 0 0,0-1 0 0 0,-1 1 1 0 0,0-1-1 0 0,-1 0 0 0 0,0 0 0 0 0,-12 15 0 0 0,17-26-22 0 0,1 0-1 0 0,0 0 1 0 0,-1-1 0 0 0,1 1 0 0 0,-1 0 0 0 0,0-1-1 0 0,1 1 1 0 0,-1-1 0 0 0,1 1 0 0 0,-1-1-1 0 0,0 1 1 0 0,1-1 0 0 0,-1 1 0 0 0,0-1 0 0 0,0 0-1 0 0,1 1 1 0 0,-3-1 0 0 0,3 0-4 0 0,0 0 0 0 0,-1 0 1 0 0,1 0-1 0 0,0 0 0 0 0,-1 0 1 0 0,1 0-1 0 0,-1 0 0 0 0,1-1 0 0 0,0 1 1 0 0,-1 0-1 0 0,1 0 0 0 0,0-1 1 0 0,0 1-1 0 0,-1 0 0 0 0,1 0 0 0 0,0-1 1 0 0,0 1-1 0 0,-1 0 0 0 0,1-1 1 0 0,0 1-1 0 0,0 0 0 0 0,0-1 0 0 0,-1 1 1 0 0,1 0-1 0 0,0-1 0 0 0,-1-2-1 0 0,0 1 0 0 0,1-1 1 0 0,-1 0-1 0 0,1 1 0 0 0,-1-1 0 0 0,1 1 0 0 0,0-1 0 0 0,1-4 0 0 0,2-8 15 0 0,1 0-1 0 0,0 0 1 0 0,2 1-1 0 0,-1-1 1 0 0,2 1-1 0 0,0 0 1 0 0,1 1-1 0 0,0 0 1 0 0,1 0 0 0 0,0 1-1 0 0,1 0 1 0 0,0 0-1 0 0,1 1 1 0 0,1 1-1 0 0,17-13 1 0 0,-21 17-19 0 0,1 0 1 0 0,0 0-1 0 0,0 1 0 0 0,1 1 1 0 0,0 0-1 0 0,-1 0 0 0 0,1 1 1 0 0,1 0-1 0 0,-1 0 1 0 0,15 0-1 0 0,-17 2-7 0 0,0 1-1 0 0,0 0 1 0 0,0 1 0 0 0,0 0 0 0 0,0 0-1 0 0,-1 1 1 0 0,1 0 0 0 0,0 0-1 0 0,-1 1 1 0 0,0 0 0 0 0,1 0 0 0 0,-1 1-1 0 0,-1 0 1 0 0,1 0 0 0 0,7 6 0 0 0,-10-7 10 0 0,-1 1 0 0 0,1 0 1 0 0,0 0-1 0 0,-1 0 1 0 0,0 0-1 0 0,0 1 1 0 0,-1-1-1 0 0,1 1 1 0 0,-1-1-1 0 0,0 1 1 0 0,0 0-1 0 0,0 0 1 0 0,-1 0-1 0 0,1 0 1 0 0,-1 1-1 0 0,-1-1 0 0 0,1 9 1 0 0,0-6 8 0 0,-1 1 0 0 0,-1 0 1 0 0,0 0-1 0 0,0 0 0 0 0,0 0 0 0 0,-1-1 1 0 0,-1 1-1 0 0,1-1 0 0 0,-7 14 0 0 0,4-5 66 0 0,2-8 26 0 0,2-18-51 0 0,3 0-50 0 0,0 1-1 0 0,0-1 1 0 0,0 1-1 0 0,1 0 1 0 0,1 0 0 0 0,-1 0-1 0 0,1 0 1 0 0,0 1-1 0 0,7-10 1 0 0,-5 8-20 0 0,2-4 28 0 0,2-1 0 0 0,-1 1 0 0 0,2 0 0 0 0,22-20 0 0 0,-27 27-17 0 0,0 1 1 0 0,1 0-1 0 0,-1 0 1 0 0,1 1 0 0 0,0 0-1 0 0,0 0 1 0 0,1 1-1 0 0,-1 0 1 0 0,1 0-1 0 0,0 1 1 0 0,12-3-1 0 0,-18 5 4 0 0,0-1 0 0 0,1 1 1 0 0,-1 0-1 0 0,0 0 0 0 0,1 0 0 0 0,-1 0 0 0 0,0 0 0 0 0,1 1 0 0 0,-1-1 0 0 0,0 1 0 0 0,1-1 1 0 0,-1 1-1 0 0,0 0 0 0 0,0 0 0 0 0,0 0 0 0 0,0 0 0 0 0,0 0 0 0 0,0 1 0 0 0,0-1 0 0 0,3 3 1 0 0,-3-1 1 0 0,0 0 0 0 0,0 0 0 0 0,0 0 0 0 0,-1 0 0 0 0,1 0 0 0 0,-1 0 0 0 0,0 0 0 0 0,0 1 0 0 0,0-1 0 0 0,0 0 0 0 0,0 1 0 0 0,0 4 0 0 0,-1 8-4 0 0,0-1 1 0 0,0 1-1 0 0,-2-1 0 0 0,-5 28 1 0 0,-19 68-6 0 0,25-110 11 0 0,1-1-1 0 0,0 1 1 0 0,0-1-1 0 0,0 1 1 0 0,0 0-1 0 0,-1-1 0 0 0,1 1 1 0 0,0 0-1 0 0,0-1 1 0 0,0 1-1 0 0,1 0 1 0 0,-1-1-1 0 0,0 1 1 0 0,0 0-1 0 0,0-1 1 0 0,0 1-1 0 0,0-1 1 0 0,1 1-1 0 0,-1 0 0 0 0,0-1 1 0 0,1 1-1 0 0,-1-1 1 0 0,0 1-1 0 0,1-1 1 0 0,-1 1-1 0 0,1-1 1 0 0,-1 1-1 0 0,1 0 1 0 0,1 0-20 0 0,-1 0-1 0 0,1-1 1 0 0,0 1 0 0 0,-1 0 0 0 0,1-1 0 0 0,0 1 0 0 0,-1-1-1 0 0,1 0 1 0 0,0 0 0 0 0,2 1 0 0 0,33-4-412 0 0,-36 3 431 0 0,10-3-102 0 0,0 0-1 0 0,0-1 1 0 0,-1 0 0 0 0,1 0-1 0 0,-1-2 1 0 0,0 1 0 0 0,0-1-1 0 0,0 0 1 0 0,11-11 0 0 0,1-3-21 0 0,0 0 1 0 0,24-31 0 0 0,-28 29 275 0 0,-2 0-1 0 0,0-1 1 0 0,-2-1-1 0 0,15-31 1 0 0,-28 53 46 0 0,-3 4-156 0 0,-10 24 159 0 0,0 1-1 0 0,-7 30 1 0 0,15-44-179 0 0,1 0 0 0 0,0 0 0 0 0,1 0 0 0 0,0 0-1 0 0,1 0 1 0 0,1 0 0 0 0,1 15 0 0 0,-1-25-13 0 0,1 0 1 0 0,-1-1 0 0 0,1 1-1 0 0,0 0 1 0 0,-1-1-1 0 0,1 1 1 0 0,0-1-1 0 0,0 1 1 0 0,1-1 0 0 0,-1 0-1 0 0,1 1 1 0 0,-1-1-1 0 0,1 0 1 0 0,0 0-1 0 0,-1 0 1 0 0,1 0 0 0 0,0 0-1 0 0,4 2 1 0 0,-2-2 0 0 0,-1 0 0 0 0,1 0 1 0 0,-1-1-1 0 0,1 0 0 0 0,0 0 1 0 0,0 0-1 0 0,-1 0 1 0 0,1 0-1 0 0,0-1 0 0 0,0 0 1 0 0,7 0-1 0 0,2-1 2 0 0,-1-1 0 0 0,1 0 0 0 0,0-1 1 0 0,-1-1-1 0 0,1 0 0 0 0,20-10 0 0 0,-19 7-13 0 0,1-2 0 0 0,-1 0 0 0 0,-1 0 0 0 0,0-1-1 0 0,0-1 1 0 0,-1 0 0 0 0,0-1 0 0 0,-1 0 0 0 0,0 0 0 0 0,8-15 0 0 0,-3 3 24 0 0,-2-1 1 0 0,-1 0 0 0 0,-1-1-1 0 0,-1 0 1 0 0,7-29 0 0 0,-7 13 24 0 0,7-20 163 0 0,-17 61-186 0 0,-3-8 46 0 0,-1 13-40 0 0,-1-1 0 0 0,2 1 0 0 0,-1 0 0 0 0,0 0 0 0 0,1 0 0 0 0,0 0 0 0 0,0 0 0 0 0,-3 9 0 0 0,-12 42 179 0 0,14-43-170 0 0,-5 15 26 0 0,2 2 0 0 0,-4 28-1 0 0,9-48-45 0 0,1 0 0 0 0,-1-1-1 0 0,1 1 1 0 0,1 0-1 0 0,0 0 1 0 0,0-1 0 0 0,0 1-1 0 0,1-1 1 0 0,1 1-1 0 0,-1-1 1 0 0,6 10 0 0 0,-7-15-9 0 0,1-1 0 0 0,0 1 0 0 0,0 0 0 0 0,0-1 0 0 0,0 1 0 0 0,0-1 0 0 0,0 0 0 0 0,1 0 0 0 0,-1 0 0 0 0,1 0 0 0 0,0 0 0 0 0,0 0 0 0 0,-1-1 0 0 0,6 3 0 0 0,-2-2-39 0 0,0-1 0 0 0,0 1 0 0 0,0-1 0 0 0,0 0 0 0 0,0 0 0 0 0,0-1 0 0 0,8 0 0 0 0,6-2-301 0 0,1-1 1 0 0,-1-1 0 0 0,30-9-1 0 0,-30 7 36 0 0,-1-2-1 0 0,0 0 0 0 0,0 0 1 0 0,-1-2-1 0 0,0 0 0 0 0,0-2 1 0 0,-1 1-1 0 0,22-22 0 0 0,-20 14 28 0 0,0 0-1 0 0,-2-2 1 0 0,0 0-1 0 0,-1-1 1 0 0,25-46-1 0 0,-22 28 484 0 0,-2 0 0 0 0,-2-1 0 0 0,-2-1 0 0 0,-1 0-1 0 0,-2-1 1 0 0,-2 0 0 0 0,4-84 0 0 0,-12 122-115 0 0,1-1 22 0 0,0 1 0 0 0,-1-1 1 0 0,0 1-1 0 0,0-1 0 0 0,-1 1 1 0 0,1-1-1 0 0,-1 1 0 0 0,0-1 1 0 0,-1 1-1 0 0,1-1 0 0 0,-1 1 1 0 0,-4-8-1 0 0,6 13-114 0 0,-1-1-1 0 0,1 1 1 0 0,0 0 0 0 0,-1 0 0 0 0,1 0-1 0 0,0 0 1 0 0,-1 0 0 0 0,1 0-1 0 0,-1-1 1 0 0,1 1 0 0 0,0 0-1 0 0,-1 0 1 0 0,1 0 0 0 0,-1 0 0 0 0,1 0-1 0 0,0 1 1 0 0,-1-1 0 0 0,1 0-1 0 0,0 0 1 0 0,-1 0 0 0 0,1 0-1 0 0,-1 0 1 0 0,1 0 0 0 0,0 1-1 0 0,-1-1 1 0 0,1 0 0 0 0,0 0 0 0 0,-1 0-1 0 0,1 1 1 0 0,0-1 0 0 0,0 0-1 0 0,-1 1 1 0 0,1-1 0 0 0,-11 10 182 0 0,0 5 31 0 0,0 1 1 0 0,2 0-1 0 0,-1 0 0 0 0,-12 32 1 0 0,-21 77 541 0 0,35-100-717 0 0,-52 184 331 0 0,53-176-352 0 0,1 0 0 0 0,2 0 0 0 0,1 1 0 0 0,3 48 0 0 0,0-75-20 0 0,1 0 0 0 0,-1 0 0 0 0,2-1 0 0 0,-1 1 0 0 0,1 0 0 0 0,0-1 0 0 0,0 1 0 0 0,1-1 0 0 0,0 0 0 0 0,0 0 0 0 0,0 0 0 0 0,1 0 0 0 0,8 10 0 0 0,-8-12-74 0 0,1 1 1 0 0,0-1-1 0 0,0-1 1 0 0,0 1-1 0 0,1-1 1 0 0,-1 1-1 0 0,1-2 1 0 0,0 1-1 0 0,0-1 1 0 0,0 0-1 0 0,0 0 1 0 0,0 0-1 0 0,0-1 1 0 0,1 0-1 0 0,6 1 1 0 0,5-2-274 0 0,-1 0 0 0 0,1-1 0 0 0,-1-1 0 0 0,1 0 1 0 0,-1-1-1 0 0,0-1 0 0 0,0-1 0 0 0,0-1 0 0 0,0 0 1 0 0,-1-1-1 0 0,26-15 0 0 0,-15 6-190 0 0,-1-1 0 0 0,0-2-1 0 0,-2 0 1 0 0,0-2 0 0 0,36-41 0 0 0,-30 26 450 0 0,-1-2 0 0 0,-2-1 0 0 0,-2-1 0 0 0,-2-1 0 0 0,29-71 0 0 0,-36 69 865 0 0,-2 0-1 0 0,-1-1 1 0 0,-2-1-1 0 0,-3 0 1 0 0,6-85 0 0 0,-13 117-284 0 0,-1 0 0 0 0,0 0 0 0 0,-1-1 0 0 0,0 1 0 0 0,-1 1 0 0 0,-5-18 0 0 0,7 30-488 0 0,0 0 0 0 0,0-1 1 0 0,0 1-1 0 0,-1 0 0 0 0,1-1 0 0 0,0 1 0 0 0,0 0 1 0 0,-1 0-1 0 0,1-1 0 0 0,0 1 0 0 0,-1 0 0 0 0,1 0 1 0 0,0 0-1 0 0,-1-1 0 0 0,1 1 0 0 0,0 0 0 0 0,-1 0 0 0 0,1 0 1 0 0,0 0-1 0 0,-1 0 0 0 0,1 0 0 0 0,0 0 0 0 0,-1 0 1 0 0,1 0-1 0 0,-1 0 0 0 0,1 0 0 0 0,0 0 0 0 0,-1 0 1 0 0,1 0-1 0 0,0 0 0 0 0,-1 0 0 0 0,1 0 0 0 0,0 0 1 0 0,-1 0-1 0 0,1 1 0 0 0,0-1 0 0 0,-1 0 0 0 0,1 0 1 0 0,0 0-1 0 0,-1 1 0 0 0,1-1 0 0 0,-1 1 0 0 0,-11 9 132 0 0,11-10-134 0 0,-6 8 106 0 0,-1 1 0 0 0,1-1 0 0 0,1 1 0 0 0,-1 1 0 0 0,-6 13 1 0 0,-22 54 390 0 0,28-59-372 0 0,-26 63 172 0 0,4 1 1 0 0,3 1-1 0 0,4 2 0 0 0,4 0 1 0 0,-8 99-1 0 0,24-162-271 0 0,1-1 0 0 0,3 30 0 0 0,-2-46-38 0 0,1 0 1 0 0,0 1-1 0 0,0-1 0 0 0,0 0 0 0 0,0 0 1 0 0,1 0-1 0 0,0 0 0 0 0,0 0 1 0 0,0 0-1 0 0,1 0 0 0 0,0-1 0 0 0,0 1 1 0 0,0-1-1 0 0,7 8 0 0 0,-7-10-170 0 0,-1 0 1 0 0,1 0-1 0 0,0-1 0 0 0,0 1 0 0 0,0-1 1 0 0,0 1-1 0 0,1-1 0 0 0,-1 0 0 0 0,0 0 1 0 0,0-1-1 0 0,1 1 0 0 0,-1-1 0 0 0,0 0 1 0 0,1 1-1 0 0,-1-1 0 0 0,1-1 0 0 0,-1 1 1 0 0,0 0-1 0 0,6-2 0 0 0,0-1-1067 0 0,0 1 1 0 0,0-2-1 0 0,0 1 0 0 0,-1-1 0 0 0,16-9 0 0 0,5-7-3854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31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64 2340 0 0,'-39'2'3865'0'0,"9"-1"818"0"0,-58 11 0 0 0,282-56-5907 0 0,-62 16-6066 0 0,-99 22 2637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32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75 1252 0 0,'15'-75'15585'0'0,"-26"118"-14819"0"0,-15 66-179 0 0,23-94-559 0 0,1 2 0 0 0,1-1 0 0 0,0 0 0 0 0,3 29 0 0 0,-2-42-58 0 0,1-1-1 0 0,-1 1 0 0 0,1 0 0 0 0,-1 0 1 0 0,1 0-1 0 0,0 0 0 0 0,0-1 0 0 0,0 1 1 0 0,1 0-1 0 0,-1-1 0 0 0,1 1 0 0 0,-1-1 0 0 0,1 0 1 0 0,0 1-1 0 0,0-1 0 0 0,0 0 0 0 0,0 0 1 0 0,0 0-1 0 0,1 0 0 0 0,-1-1 0 0 0,0 1 1 0 0,1-1-1 0 0,0 1 0 0 0,3 0 0 0 0,-2 0-296 0 0,1-1-1 0 0,-1 0 0 0 0,1-1 1 0 0,0 1-1 0 0,-1-1 0 0 0,1 0 1 0 0,0 0-1 0 0,0 0 0 0 0,-1 0 1 0 0,1-1-1 0 0,0 0 0 0 0,-1 0 1 0 0,1-1-1 0 0,6-2 0 0 0,-4 1-1039 0 0,1 0-1 0 0,-1 0 1 0 0,10-7-1 0 0,4-6-3404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32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136 153 16 0 0,'-21'-31'5909'0'0,"-25"-28"0"0"0,-2 6-1678 0 0,45 51-4089 0 0,3 1-180 0 0,0 1 0 0 0,-1-1 1 0 0,1 1-1 0 0,0 0 1 0 0,0-1-1 0 0,0 1 1 0 0,-1 0-1 0 0,1-1 0 0 0,0 1 1 0 0,0 0-1 0 0,-1-1 1 0 0,1 1-1 0 0,0 0 1 0 0,-1-1-1 0 0,1 1 0 0 0,0 0 1 0 0,-1 0-1 0 0,1 0 1 0 0,0-1-1 0 0,-1 1 1 0 0,1 0-1 0 0,0 0 1 0 0,-1 0-1 0 0,1 0 0 0 0,-1 0 1 0 0,1 0-1 0 0,0 0 1 0 0,-1 0-1 0 0,1 0 1 0 0,-1 0-1 0 0,1 0 0 0 0,-1 0 1 0 0,1 0-1 0 0,0 0 1 0 0,-1 0-1 0 0,1 0 1 0 0,-1 0-1 0 0,1 0 0 0 0,-1 1 1 0 0,-1 0 26 0 0,2 0-194 0 0,-1 0 0 0 0,1 1 0 0 0,0-1 1 0 0,0 0-1 0 0,0 1 0 0 0,0-1 0 0 0,0 1 1 0 0,0-1-1 0 0,0 0 0 0 0,0 1 0 0 0,0-1 1 0 0,1 1-1 0 0,-1-1 0 0 0,1 0 0 0 0,0 3 1 0 0,0-2-685 0 0,2 9-2500 0 0,1 2-1346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32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537 76 476 0 0,'-26'-11'5311'0'0,"-34"-22"0"0"0,3 1-594 0 0,56 33-4687 0 0,1-1 0 0 0,-1 0 1 0 0,1 0-1 0 0,-1 0 1 0 0,1 0-1 0 0,-1 1 0 0 0,1-1 1 0 0,-1 0-1 0 0,1 0 0 0 0,-1 1 1 0 0,1-1-1 0 0,0 0 0 0 0,-1 1 1 0 0,1-1-1 0 0,-1 0 0 0 0,1 1 1 0 0,0-1-1 0 0,-1 1 0 0 0,1-1 1 0 0,0 1-1 0 0,-1-1 1 0 0,1 1-1 0 0,0-1 0 0 0,0 1 1 0 0,-1-1-1 0 0,1 1 0 0 0,0-1 1 0 0,0 1-1 0 0,0-1 0 0 0,0 2 1 0 0,-6 17 485 0 0,-51 271 2010 0 0,-24-3-1769 0 0,11-43-385 0 0,27-77-236 0 0,-27 101 132 0 0,65-253-327 0 0,-12 36-854 0 0,16-49-13 0 0,-3-4-909 0 0,3 1 1682 0 0,0 0-1 0 0,1 1 1 0 0,-1-1 0 0 0,0 0 0 0 0,1 1-1 0 0,-1-1 1 0 0,0 0 0 0 0,1 0-1 0 0,-1 0 1 0 0,1 1 0 0 0,-1-1 0 0 0,1 0-1 0 0,0 0 1 0 0,-1 0 0 0 0,1 0 0 0 0,-1-2-1 0 0,-5-21-2079 0 0,-3-32-3365 0 0,6 22 841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33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0 951 1484 0 0,'9'-27'1129'0'0,"1"1"1"0"0,2 0-1 0 0,0 0 0 0 0,2 1 0 0 0,21-30 0 0 0,-25 42-859 0 0,1 0-1 0 0,0 0 1 0 0,1 2-1 0 0,1-1 1 0 0,-1 1-1 0 0,2 1 1 0 0,-1 1-1 0 0,1 0 1 0 0,1 0-1 0 0,21-8 1 0 0,-16 9-48 0 0,1 1 0 0 0,0 1 0 0 0,0 1 0 0 0,1 1 0 0 0,-1 1 1 0 0,1 0-1 0 0,0 2 0 0 0,33 2 0 0 0,-43 0-146 0 0,1 0 0 0 0,-1 1 0 0 0,1 0 1 0 0,-1 1-1 0 0,0 0 0 0 0,0 1 0 0 0,0 1 0 0 0,-1 0 0 0 0,1 0 0 0 0,-1 1 1 0 0,0 0-1 0 0,-1 1 0 0 0,1 1 0 0 0,-2-1 0 0 0,1 2 0 0 0,9 9 0 0 0,-16-14-10 0 0,1 1-1 0 0,-1 0 0 0 0,0 0 1 0 0,0 0-1 0 0,0 0 1 0 0,-1 1-1 0 0,0-1 0 0 0,0 1 1 0 0,0-1-1 0 0,0 1 0 0 0,-1 0 1 0 0,0-1-1 0 0,-1 1 0 0 0,1 0 1 0 0,-1 0-1 0 0,0 0 1 0 0,0 0-1 0 0,-1 0 0 0 0,0-1 1 0 0,0 1-1 0 0,0 0 0 0 0,-1-1 1 0 0,0 1-1 0 0,0 0 1 0 0,0-1-1 0 0,-5 8 0 0 0,0 0 57 0 0,-1 0 1 0 0,-1-1-1 0 0,0 0 0 0 0,0 0 0 0 0,-1-1 0 0 0,-1 0 0 0 0,0-1 0 0 0,0 0 0 0 0,-16 10 1 0 0,9-8-24 0 0,-13 9 251 0 0,-1 0 0 0 0,-45 20-1 0 0,75-40-297 0 0,0-6 5 0 0,2 5-56 0 0,0-1-1 0 0,0 1 0 0 0,0 0 1 0 0,0 0-1 0 0,0-1 0 0 0,0 1 1 0 0,-1 0-1 0 0,1 0 0 0 0,0-1 1 0 0,0 1-1 0 0,0 0 0 0 0,0 0 1 0 0,0-1-1 0 0,0 1 1 0 0,0 0-1 0 0,0 0 0 0 0,0-1 1 0 0,0 1-1 0 0,0 0 0 0 0,1 0 1 0 0,-1-1-1 0 0,0 1 0 0 0,0 0 1 0 0,0 0-1 0 0,0-1 0 0 0,0 1 1 0 0,0 0-1 0 0,0 0 0 0 0,1 0 1 0 0,-1-1-1 0 0,0 1 1 0 0,0 0-1 0 0,0 0 0 0 0,1 0 1 0 0,-1 0-1 0 0,0-1 0 0 0,0 1 1 0 0,0 0-1 0 0,1 0 0 0 0,-1 0 1 0 0,27-24-130 0 0,1 1-1 0 0,38-23 1 0 0,-17 12-112 0 0,-1-1-40 0 0,195-146-1235 0 0,-177 127 711 0 0,91-97 0 0 0,-132 123 568 0 0,-1-1 0 0 0,-2-1 1 0 0,21-37-1 0 0,-30 44 129 0 0,-2 1 0 0 0,-1-2-1 0 0,0 0 1 0 0,-2 0 0 0 0,8-37 0 0 0,-14 50 89 0 0,-1 0 0 0 0,0 0 0 0 0,0 0 1 0 0,-1 0-1 0 0,-1-1 0 0 0,0 1 0 0 0,-3-11 0 0 0,4 17 40 0 0,-1 1 0 0 0,0 0-1 0 0,-1 0 1 0 0,1 0-1 0 0,-1-1 1 0 0,1 1 0 0 0,-1 1-1 0 0,-1-1 1 0 0,1 0-1 0 0,0 0 1 0 0,-1 1-1 0 0,0 0 1 0 0,0-1 0 0 0,0 1-1 0 0,0 0 1 0 0,0 0-1 0 0,-1 1 1 0 0,1-1 0 0 0,-8-3-1 0 0,9 5 9 0 0,0 1 1 0 0,0-1-1 0 0,0 1 0 0 0,0 0 0 0 0,0 0 0 0 0,0 0 0 0 0,0 0 1 0 0,0 1-1 0 0,0-1 0 0 0,0 0 0 0 0,0 1 0 0 0,0-1 0 0 0,0 1 1 0 0,0 0-1 0 0,1 0 0 0 0,-1-1 0 0 0,0 1 0 0 0,0 1 0 0 0,-1 0 0 0 0,-30 24 515 0 0,16-8-376 0 0,1 0 0 0 0,1 1 0 0 0,1 1-1 0 0,1 1 1 0 0,0-1 0 0 0,2 2 0 0 0,0 0 0 0 0,1 0 0 0 0,2 1 0 0 0,0 0 0 0 0,-8 44-1 0 0,9-28-99 0 0,2 0 0 0 0,1 0 0 0 0,3 0 0 0 0,1 0-1 0 0,1 1 1 0 0,12 63 0 0 0,-10-85-32 0 0,1-1-1 0 0,1 0 1 0 0,0 0 0 0 0,1 0-1 0 0,1-1 1 0 0,1 1-1 0 0,18 27 1 0 0,-23-38-39 0 0,1-1 0 0 0,1 0-1 0 0,-1 0 1 0 0,1 0 0 0 0,0-1 0 0 0,0 1-1 0 0,0-1 1 0 0,0 0 0 0 0,1-1 0 0 0,0 1-1 0 0,0-1 1 0 0,0 0 0 0 0,0 0 0 0 0,0-1-1 0 0,0 0 1 0 0,1 0 0 0 0,-1-1 0 0 0,1 1-1 0 0,0-1 1 0 0,-1-1 0 0 0,1 1 0 0 0,0-1-1 0 0,-1 0 1 0 0,8-2 0 0 0,-5 1-142 0 0,-1-1 0 0 0,1 0 1 0 0,-1 0-1 0 0,0-1 0 0 0,0 0 0 0 0,0-1 0 0 0,0 0 1 0 0,0 0-1 0 0,-1 0 0 0 0,8-7 0 0 0,-4 2-27 0 0,-1 0 0 0 0,0-1 0 0 0,-1 0 0 0 0,0 0 0 0 0,13-20 0 0 0,-1-7 23 0 0,-1-1 0 0 0,-3 0 0 0 0,15-44 0 0 0,-30 76 158 0 0,10-25 917 0 0,11-46 0 0 0,-23 76-751 0 0,0-2 505 0 0,-1-2 69 0 0,-3 12-534 0 0,-7 19 204 0 0,1 0 0 0 0,1 0 0 0 0,2 1 1 0 0,0 0-1 0 0,2 0 0 0 0,-2 42 1 0 0,6-62-396 0 0,1 0 1 0 0,0 0-1 0 0,0 0 1 0 0,0 0 0 0 0,1 0-1 0 0,1 0 1 0 0,-1 0 0 0 0,1 0-1 0 0,0-1 1 0 0,0 1 0 0 0,1 0-1 0 0,6 10 1 0 0,-6-13-13 0 0,-1-1 0 0 0,1 1 1 0 0,0-1-1 0 0,0 1 0 0 0,0-1 1 0 0,1 0-1 0 0,-1 0 0 0 0,1-1 1 0 0,-1 1-1 0 0,1-1 0 0 0,0 0 1 0 0,0 0-1 0 0,0 0 0 0 0,0 0 0 0 0,1-1 1 0 0,-1 1-1 0 0,0-1 0 0 0,1 0 1 0 0,-1-1-1 0 0,9 1 0 0 0,2-1-256 0 0,-1-1-1 0 0,0 0 0 0 0,0-1 1 0 0,0-1-1 0 0,-1 0 0 0 0,1-1 1 0 0,0 0-1 0 0,-1-1 0 0 0,22-12 0 0 0,-14 6-1785 0 0,-1-2-1 0 0,0 0 0 0 0,0-2 0 0 0,33-32 0 0 0,-26 18-4161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33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52 2744 0 0,'-117'-48'10187'0'0,"115"48"-10048"0"0,0-1 1 0 0,0 0 0 0 0,-1 1 0 0 0,1-1 0 0 0,0 1-1 0 0,-1 0 1 0 0,1 0 0 0 0,-4 0 0 0 0,6 0-150 0 0,-1 0 0 0 0,1 0 1 0 0,-1 0-1 0 0,1 0 0 0 0,0 0 0 0 0,-1 0 1 0 0,1 0-1 0 0,-1 0 0 0 0,1 0 1 0 0,-1 0-1 0 0,1 0 0 0 0,0 0 0 0 0,-1 0 1 0 0,1 1-1 0 0,0-1 0 0 0,-1 0 0 0 0,1 0 1 0 0,0 0-1 0 0,-1 1 0 0 0,1-1 0 0 0,0 0 1 0 0,-1 0-1 0 0,1 1 0 0 0,0-1 1 0 0,0 0-1 0 0,-1 1 0 0 0,1-1 0 0 0,0 0 1 0 0,0 1-1 0 0,0-1 0 0 0,-1 1 0 0 0,1-1 1 0 0,0 0-1 0 0,0 1 0 0 0,0-1 1 0 0,0 1-1 0 0,0-1 0 0 0,0 0 0 0 0,0 1 1 0 0,0-1-1 0 0,0 1 0 0 0,0-1 0 0 0,0 0 1 0 0,0 1-1 0 0,0-1 0 0 0,0 1 0 0 0,0-1 1 0 0,0 0-1 0 0,1 1 0 0 0,-1-1 1 0 0,0 0-1 0 0,0 1 0 0 0,0-1 0 0 0,1 1 1 0 0,-1-1-1 0 0,6 10-658 0 0,17 30-5910 0 0,-12-27 2584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34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424 144 360 0 0,'-7'-14'2287'0'0,"1"1"0"0"0,1-1 0 0 0,0 0 0 0 0,1-1-1 0 0,-5-24 1 0 0,3 23-443 0 0,0-2-307 0 0,-12 17-1174 0 0,11 3-278 0 0,0 1 0 0 0,-1 0-1 0 0,1 0 1 0 0,0 0 0 0 0,0 1 0 0 0,0 0 0 0 0,1 0-1 0 0,-11 10 1 0 0,8-8-11 0 0,-27 21 70 0 0,2 3 0 0 0,0 0 0 0 0,2 2 0 0 0,2 1 0 0 0,-42 59 0 0 0,67-85-131 0 0,0 1 0 0 0,0 1 0 0 0,1-1 0 0 0,0 1 0 0 0,1-1 0 0 0,0 1 0 0 0,-3 13-1 0 0,5-18-40 0 0,0 0-1 0 0,1-1 0 0 0,0 1 1 0 0,0-1-1 0 0,0 1 0 0 0,0-1 0 0 0,0 1 1 0 0,1-1-1 0 0,-1 1 0 0 0,1-1 1 0 0,0 1-1 0 0,0-1 0 0 0,1 0 0 0 0,-1 1 1 0 0,1-1-1 0 0,-1 0 0 0 0,1 0 1 0 0,0 0-1 0 0,0 0 0 0 0,0 0 0 0 0,1-1 1 0 0,3 4-1 0 0,2 1-357 0 0,1-1 0 0 0,0 0 0 0 0,0-1-1 0 0,0 0 1 0 0,1 0 0 0 0,0-1 0 0 0,0 0 0 0 0,0-1 0 0 0,0 0-1 0 0,1 0 1 0 0,16 1 0 0 0,-8-2-963 0 0,1-1 0 0 0,-1-1-1 0 0,1 0 1 0 0,-1-2 0 0 0,30-5-1 0 0,-12-2-2485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35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415 989 1632 0 0,'0'-4'524'0'0,"1"0"0"0"0,-1 0 0 0 0,0 0 0 0 0,0 1 1 0 0,0-1-1 0 0,-1 0 0 0 0,1 0 0 0 0,-1 0 0 0 0,0 0 0 0 0,0 1 0 0 0,0-1 0 0 0,-1 0 0 0 0,1 1 0 0 0,-4-7 0 0 0,3 8-339 0 0,0 0-1 0 0,0 1 0 0 0,0-1 0 0 0,0 0 0 0 0,0 1 0 0 0,0-1 0 0 0,0 1 1 0 0,0-1-1 0 0,-1 1 0 0 0,1 0 0 0 0,0 0 0 0 0,-1 0 0 0 0,1 0 1 0 0,-1 1-1 0 0,1-1 0 0 0,-1 1 0 0 0,0-1 0 0 0,1 1 0 0 0,-1 0 1 0 0,1 0-1 0 0,-1 0 0 0 0,0 0 0 0 0,-2 1 0 0 0,-10 2 214 0 0,0 0-1 0 0,0 1 0 0 0,1 0 0 0 0,0 1 1 0 0,0 1-1 0 0,0 0 0 0 0,-21 13 0 0 0,11-3-161 0 0,1 0 0 0 0,0 1 0 0 0,-23 23 0 0 0,35-29-185 0 0,1 0-1 0 0,0 1 1 0 0,0 0 0 0 0,1 0 0 0 0,1 1-1 0 0,0 0 1 0 0,-8 17 0 0 0,14-25-41 0 0,1 0 0 0 0,-1 1 0 0 0,1-1 0 0 0,-1 0 0 0 0,1 0 0 0 0,1 1 0 0 0,-1-1 0 0 0,1 0 0 0 0,0 1 0 0 0,1 7 0 0 0,0-9-5 0 0,0 0 0 0 0,0 0 0 0 0,1 0 0 0 0,-1-1 1 0 0,1 1-1 0 0,0 0 0 0 0,-1-1 0 0 0,2 0 0 0 0,-1 1 1 0 0,0-1-1 0 0,1 0 0 0 0,0 0 0 0 0,-1 0 0 0 0,1 0 1 0 0,6 3-1 0 0,-1 0-43 0 0,0-2 0 0 0,0 1 0 0 0,1-1 0 0 0,0 0 1 0 0,-1-1-1 0 0,2 0 0 0 0,-1 0 0 0 0,0-1 0 0 0,0-1 1 0 0,1 1-1 0 0,-1-1 0 0 0,1-1 0 0 0,-1 0 0 0 0,1 0 1 0 0,-1-1-1 0 0,1 0 0 0 0,-1-1 0 0 0,0 0 0 0 0,11-3 0 0 0,-6 1-87 0 0,1-1-1 0 0,-1-1 1 0 0,0 0-1 0 0,0-1 1 0 0,-1 0-1 0 0,0-1 1 0 0,0 0-1 0 0,-1-1 0 0 0,0-1 1 0 0,-1 0-1 0 0,13-14 1 0 0,-8 3 108 0 0,-1-1 0 0 0,-2 0 0 0 0,0-1 0 0 0,-1 0 0 0 0,-2-1 0 0 0,0-1 0 0 0,-2 1 0 0 0,0-1 0 0 0,6-42 0 0 0,-14 66 26 0 0,1 1 0 0 0,-1 0 0 0 0,0-1 0 0 0,0 1 0 0 0,0-1-1 0 0,0 1 1 0 0,0-1 0 0 0,0 1 0 0 0,0-1 0 0 0,0 1 0 0 0,0-1 0 0 0,0 1 0 0 0,0 0 0 0 0,0-1 0 0 0,0 1 0 0 0,0-1 0 0 0,0 1 0 0 0,-1-1 0 0 0,1 1 0 0 0,0-1 0 0 0,0 1 0 0 0,0 0 0 0 0,-1-1 0 0 0,1 1-1 0 0,-1-1 1 0 0,-8 4 127 0 0,-11 19 154 0 0,7 3-137 0 0,0 1 0 0 0,2 1-1 0 0,1 0 1 0 0,1 0 0 0 0,1 1 0 0 0,2 0 0 0 0,1 0 0 0 0,-3 48-1 0 0,7-70-137 0 0,1-1-1 0 0,0 1 0 0 0,1 0 0 0 0,-1-1 0 0 0,1 1 1 0 0,0 0-1 0 0,0-1 0 0 0,1 1 0 0 0,0-1 0 0 0,0 1 1 0 0,0-1-1 0 0,3 5 0 0 0,-3-7-7 0 0,1 0 0 0 0,-1 0 0 0 0,1 0 0 0 0,-1-1 0 0 0,1 0 0 0 0,0 1 0 0 0,0-1 0 0 0,0 0 0 0 0,0 0 0 0 0,0 0 0 0 0,0-1 0 0 0,1 1 0 0 0,-1-1 0 0 0,1 0 0 0 0,-1 0 0 0 0,1 0 0 0 0,-1 0 0 0 0,1 0 0 0 0,6-1 0 0 0,5 1-150 0 0,-1-2 0 0 0,1 0 0 0 0,-1-1 0 0 0,1 0 0 0 0,-1-1 0 0 0,0-1 0 0 0,0 0 0 0 0,0-1 0 0 0,-1 0 0 0 0,0-1 0 0 0,0-1 0 0 0,0 0 0 0 0,-1 0 0 0 0,18-15 0 0 0,-1-2-559 0 0,-1-1 0 0 0,-1-1-1 0 0,-1-1 1 0 0,32-44 0 0 0,-20 17 19 0 0,-2-1-1 0 0,-3-2 1 0 0,-2-1-1 0 0,-3-2 0 0 0,35-106 1 0 0,-42 97 979 0 0,-4 0 1 0 0,-3-2-1 0 0,-2 0 1 0 0,-4-1-1 0 0,-1-74 1 0 0,-7 135-45 0 0,0-26 1416 0 0,-7-58 0 0 0,7 95-1651 0 0,0-1-1 0 0,0 1 0 0 0,0 0 1 0 0,0-1-1 0 0,0 1 1 0 0,0 0-1 0 0,0-1 0 0 0,-1 1 1 0 0,1 0-1 0 0,0-1 1 0 0,0 1-1 0 0,0 0 0 0 0,-1 0 1 0 0,1-1-1 0 0,0 1 0 0 0,0 0 1 0 0,0 0-1 0 0,-1-1 1 0 0,1 1-1 0 0,0 0 0 0 0,-1 0 1 0 0,1 0-1 0 0,0-1 0 0 0,-1 1 1 0 0,1 0-1 0 0,0 0 1 0 0,0 0-1 0 0,-1 0 0 0 0,1 0 1 0 0,0 0-1 0 0,-1 0 1 0 0,1 0-1 0 0,-1 0 0 0 0,1 0 1 0 0,0 0-1 0 0,-1 0 0 0 0,1 0 1 0 0,0 0-1 0 0,-1 0 1 0 0,1 0-1 0 0,0 0 0 0 0,-1 0 1 0 0,1 0-1 0 0,0 0 1 0 0,0 1-1 0 0,-1-1 0 0 0,1 0 1 0 0,0 0-1 0 0,-1 0 0 0 0,1 1 1 0 0,0-1-1 0 0,-1 0 1 0 0,-12 10 326 0 0,6-1-179 0 0,0-1 0 0 0,0 1 0 0 0,1 0 0 0 0,0 1 0 0 0,1-1 0 0 0,-5 13 0 0 0,-22 64 455 0 0,22-57-440 0 0,-23 73 639 0 0,-26 148-1 0 0,2 110 38 0 0,51-321-824 0 0,2-10-87 0 0,-1-5-165 0 0,2 1 0 0 0,0 0-1 0 0,2 0 1 0 0,1 0 0 0 0,5 46-1 0 0,-4-67-95 0 0,0 0 0 0 0,0 0 0 0 0,0 0 0 0 0,1-1 0 0 0,-1 1-1 0 0,1 0 1 0 0,0-1 0 0 0,0 1 0 0 0,0-1 0 0 0,1 0 0 0 0,-1 0 0 0 0,1 0-1 0 0,0 0 1 0 0,0 0 0 0 0,5 3 0 0 0,-5-3-388 0 0,1-1-1 0 0,0 0 1 0 0,0 0 0 0 0,0 0-1 0 0,1 0 1 0 0,-1-1 0 0 0,0 0-1 0 0,7 2 1 0 0,12-1-3933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35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47 2520 0 0,'2'-7'1904'0'0,"-1"1"0"0"0,0-1 0 0 0,0 0 0 0 0,-1-13 2707 0 0,-1 21-4483 0 0,-1-1-1 0 0,1 1 1 0 0,-1-1-1 0 0,1 1 1 0 0,0-1-1 0 0,-1 1 1 0 0,1 0-1 0 0,0-1 1 0 0,-1 1-1 0 0,1 0 1 0 0,0 0-1 0 0,0 0 1 0 0,0 0-1 0 0,0 0 1 0 0,0 1-1 0 0,0-1 1 0 0,0 0-1 0 0,0 0 1 0 0,1 1-1 0 0,-2 1 1 0 0,-15 32 710 0 0,13-25-604 0 0,-6 13-91 0 0,0 0-1 0 0,2 1 1 0 0,1 0-1 0 0,0 1 1 0 0,2 0-1 0 0,1 0 1 0 0,1 0-1 0 0,0 38 1 0 0,3-59-287 0 0,1 0 1 0 0,-1 0-1 0 0,0-1 1 0 0,1 1-1 0 0,0 0 0 0 0,0-1 1 0 0,0 1-1 0 0,0-1 1 0 0,1 1-1 0 0,-1-1 1 0 0,1 0-1 0 0,0 1 0 0 0,0-1 1 0 0,0 0-1 0 0,0 0 1 0 0,1 0-1 0 0,-1-1 1 0 0,4 4-1 0 0,-3-4-360 0 0,0-1 0 0 0,0 1 0 0 0,0-1 0 0 0,1 1 0 0 0,-1-1 0 0 0,0 0 0 0 0,1 0 0 0 0,-1 0 0 0 0,0-1 0 0 0,1 1 0 0 0,-1-1 0 0 0,1 0 0 0 0,-1 0 0 0 0,1 0 0 0 0,-1 0 1 0 0,1-1-1 0 0,-1 0 0 0 0,1 1 0 0 0,3-3 0 0 0,12-3-4065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36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52 268 1292 0 0,'16'-31'5845'0'0,"-2"-3"5813"0"0,-21 44-11353 0 0,1-1 0 0 0,0 2 0 0 0,1-1 0 0 0,0 1 0 0 0,0-1 1 0 0,-3 14-1 0 0,4-13-136 0 0,-3 6-17 0 0,1 0 0 0 0,0 1-1 0 0,2-1 1 0 0,0 1 0 0 0,1 0 0 0 0,0 0 0 0 0,1 28 0 0 0,2-43-128 0 0,0-1 0 0 0,0 1 0 0 0,1-1 0 0 0,-1 1 0 0 0,1-1 0 0 0,0 1 1 0 0,0-1-1 0 0,0 1 0 0 0,0-1 0 0 0,0 0 0 0 0,0 0 0 0 0,1 1 0 0 0,-1-1 0 0 0,1 0 0 0 0,-1 0 1 0 0,1 0-1 0 0,0-1 0 0 0,3 4 0 0 0,-1-3-5 0 0,0 1 0 0 0,0-1 0 0 0,0 0 0 0 0,0-1 0 0 0,0 1 0 0 0,0-1-1 0 0,1 1 1 0 0,-1-1 0 0 0,0-1 0 0 0,5 2 0 0 0,3-2 0 0 0,0 1 1 0 0,0-2-1 0 0,0 0 0 0 0,0 0 1 0 0,0-1-1 0 0,0 0 0 0 0,14-5 0 0 0,-11 1-14 0 0,-1 0 0 0 0,0-1 0 0 0,-1 0-1 0 0,1-1 1 0 0,-1-1 0 0 0,-1 0-1 0 0,0 0 1 0 0,0-1 0 0 0,-1-1 0 0 0,11-12-1 0 0,-17 16-1 0 0,1 1 1 0 0,-1-1-1 0 0,0-1 0 0 0,-1 1 0 0 0,0 0 0 0 0,0-1 1 0 0,0 0-1 0 0,-1 0 0 0 0,0 0 0 0 0,-1-1 0 0 0,0 1 0 0 0,0-1 1 0 0,-1 1-1 0 0,0-1 0 0 0,0 1 0 0 0,-1-1 0 0 0,0 0 0 0 0,0 1 1 0 0,-3-13-1 0 0,1 15-4 0 0,0-1-1 0 0,-1 0 1 0 0,0 1 0 0 0,0-1 0 0 0,0 1-1 0 0,-1 0 1 0 0,0 0 0 0 0,0 0 0 0 0,0 1 0 0 0,-1-1-1 0 0,0 1 1 0 0,-10-8 0 0 0,-6-3 13 0 0,0 1 1 0 0,-28-15 0 0 0,1 1 19 0 0,5 2-30 0 0,42 26-9 0 0,2-1 6 0 0,0 0 0 0 0,1 0 0 0 0,0 1 0 0 0,-1-1-1 0 0,1 0 1 0 0,0 1 0 0 0,0 0 0 0 0,0-1 0 0 0,0 1 0 0 0,0 0 0 0 0,0 0-1 0 0,1 0 1 0 0,-1 0 0 0 0,0 0 0 0 0,0 1 0 0 0,5-2 0 0 0,44-5-17 0 0,-39 6 7 0 0,22-2-13 0 0,1 1-1 0 0,-1 1 1 0 0,49 7-1 0 0,-66-4 7 0 0,0 1 0 0 0,-1 1-1 0 0,1 0 1 0 0,-1 1-1 0 0,0 1 1 0 0,0 1 0 0 0,0 0-1 0 0,26 17 1 0 0,-36-20 14 0 0,-1 0 1 0 0,0 0 0 0 0,0 0-1 0 0,0 1 1 0 0,0 0 0 0 0,-1 0-1 0 0,1 0 1 0 0,-2 1 0 0 0,1-1-1 0 0,0 1 1 0 0,-1 0 0 0 0,0 0-1 0 0,0 0 1 0 0,-1 0 0 0 0,0 1-1 0 0,0-1 1 0 0,0 1 0 0 0,-1-1-1 0 0,0 1 1 0 0,0 0 0 0 0,-1-1-1 0 0,0 9 1 0 0,-1-2 23 0 0,-1 0 0 0 0,-1-1 1 0 0,0 1-1 0 0,0-1 0 0 0,-1 0 0 0 0,-1 0 1 0 0,0 0-1 0 0,-1 0 0 0 0,0-1 1 0 0,-13 18-1 0 0,12-18 32 0 0,-25 31 527 0 0,31-40-399 0 0,0-3-178 0 0,1 1 1 0 0,-1 0-1 0 0,1 0 1 0 0,-1 0-1 0 0,1-1 1 0 0,0 1-1 0 0,-1 0 1 0 0,1 0 0 0 0,0-1-1 0 0,-1 1 1 0 0,1 0-1 0 0,0-1 1 0 0,-1 1-1 0 0,1 0 1 0 0,0-1-1 0 0,0 1 1 0 0,-1-1 0 0 0,1 1-1 0 0,0-1 1 0 0,0 1-1 0 0,0 0 1 0 0,0-1-1 0 0,-1 1 1 0 0,1-1-1 0 0,0 1 1 0 0,0-1 0 0 0,0 1-1 0 0,0-1 1 0 0,0 1-1 0 0,0 0 1 0 0,0-1-1 0 0,1 0 1 0 0,2-14 5 0 0,-3 15-13 0 0,12-26 39 0 0,0 1 1 0 0,1 0-1 0 0,2 1 1 0 0,31-41 0 0 0,-18 29 34 0 0,43-43 1 0 0,-55 63-87 0 0,1 1 0 0 0,0 0 0 0 0,1 2 0 0 0,34-20 0 0 0,-50 31 13 0 0,1 1-1 0 0,0-1 1 0 0,-1 1-1 0 0,1 0 0 0 0,0 0 1 0 0,-1 0-1 0 0,1 0 1 0 0,0 0-1 0 0,0 1 1 0 0,0-1-1 0 0,0 1 0 0 0,0 0 1 0 0,0 0-1 0 0,0 0 1 0 0,0 0-1 0 0,-1 0 1 0 0,1 0-1 0 0,0 1 0 0 0,0 0 1 0 0,0-1-1 0 0,0 1 1 0 0,0 0-1 0 0,-1 1 1 0 0,1-1-1 0 0,-1 0 0 0 0,5 4 1 0 0,-4-2-8 0 0,0 0 0 0 0,0 0 0 0 0,-1 1 1 0 0,1-1-1 0 0,-1 1 0 0 0,0-1 0 0 0,0 1 0 0 0,-1 0 1 0 0,1 0-1 0 0,-1 0 0 0 0,0 0 0 0 0,0 0 0 0 0,0 0 0 0 0,0 0 1 0 0,-1 1-1 0 0,1-1 0 0 0,-2 6 0 0 0,0 24 5 0 0,-3 0 1 0 0,-9 44-1 0 0,1-8 20 0 0,12-33 7 0 0,0-36-137 0 0,0 1 1 0 0,0-1 0 0 0,0 1-1 0 0,0-1 1 0 0,1 1 0 0 0,-1-1-1 0 0,1 1 1 0 0,-1-1-1 0 0,1 1 1 0 0,-1-1 0 0 0,1 0-1 0 0,0 1 1 0 0,0-1-1 0 0,0 0 1 0 0,0 1 0 0 0,0-1-1 0 0,0 0 1 0 0,0 0 0 0 0,0 0-1 0 0,0 0 1 0 0,0 0-1 0 0,1 0 1 0 0,-1 0 0 0 0,0-1-1 0 0,1 1 1 0 0,-1 0-1 0 0,0-1 1 0 0,1 1 0 0 0,-1-1-1 0 0,1 1 1 0 0,1-1 0 0 0,-2 0-387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36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684 229 3016 0 0,'-242'-93'10281'0'0,"87"32"-7152"0"0,-1 7-4327 0 0,138 49-1032 0 0,-1 0 0 0 0,0 1 0 0 0,-35-2 1 0 0,33 6-1676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36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127 150 2380 0 0,'-114'19'14669'0'0,"111"-19"-13792"0"0,-2-2 240 0 0,0 1-869 0 0,11-5 73 0 0,7-1-183 0 0,0 0-1 0 0,1 1 1 0 0,0 1-1 0 0,0 0 0 0 0,0 1 1 0 0,16-2-1 0 0,-6 0-44 0 0,238-44-710 0 0,6 16-4550 0 0,-119 16-804 0 0,-62 6-537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39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595 368 2000 0 0,'-7'-15'1907'0'0,"5"10"-1172"0"0,0 0 1 0 0,0 0-1 0 0,0 0 0 0 0,0 0 0 0 0,1 0 1 0 0,0 0-1 0 0,0 0 0 0 0,0-1 1 0 0,1 1-1 0 0,0-10 1154 0 0,3 15-1680 0 0,15 3 176 0 0,37 1 367 0 0,-26-8-609 0 0,0 0 1 0 0,-1-2-1 0 0,55-18 0 0 0,77-41 20 0 0,-138 55-110 0 0,-1-1-1 0 0,0-1 0 0 0,28-20 1 0 0,-41 26 21 0 0,-1 0 1 0 0,0 0 0 0 0,0-1 0 0 0,-1 0-1 0 0,0 0 1 0 0,0 0 0 0 0,-1-1 0 0 0,0 0-1 0 0,0 0 1 0 0,0 0 0 0 0,4-14-1 0 0,-9 21-64 0 0,1 0 0 0 0,-1 0 0 0 0,0 0 0 0 0,1 1 0 0 0,-1-1 0 0 0,0 0 0 0 0,0 0 0 0 0,0 0 0 0 0,0 0 0 0 0,0 0 0 0 0,0 0 0 0 0,0 0 0 0 0,0 0 0 0 0,0 0 0 0 0,-1 0 0 0 0,1 0 0 0 0,0 0 0 0 0,0 0 0 0 0,-1 0 0 0 0,1 1 0 0 0,-1-1 0 0 0,1 0 0 0 0,-1 0 0 0 0,0 0-1 0 0,1 0-5 0 0,-1 1 0 0 0,0 0-1 0 0,1-1 1 0 0,-1 1-1 0 0,0 0 1 0 0,1 0-1 0 0,-1 0 1 0 0,0 0 0 0 0,1 0-1 0 0,-1 0 1 0 0,0 0-1 0 0,1 0 1 0 0,-1 0-1 0 0,0 0 1 0 0,1 0-1 0 0,-1 0 1 0 0,0 0 0 0 0,1 0-1 0 0,-1 1 1 0 0,0-1-1 0 0,1 0 1 0 0,-1 0-1 0 0,0 1 1 0 0,1-1-1 0 0,-1 1 1 0 0,1-1 0 0 0,-1 0-1 0 0,1 1 1 0 0,-1-1-1 0 0,1 1 1 0 0,-1-1-1 0 0,1 1 1 0 0,-1 0 0 0 0,-11 12 25 0 0,1 0 1 0 0,1 0-1 0 0,0 1 1 0 0,-15 28-1 0 0,-24 68 15 0 0,30-64-35 0 0,-110 275 34 0 0,17-37 57 0 0,75-195-38 0 0,-110 241 76 0 0,117-273-89 0 0,-2-2-1 0 0,-2-1 1 0 0,-68 81 0 0 0,93-125-24 0 0,-1 1 0 0 0,0-2 0 0 0,0 1 1 0 0,-1-1-1 0 0,0-1 0 0 0,-1 0 0 0 0,0-1 1 0 0,-25 12-1 0 0,31-17-7 0 0,1 0-1 0 0,-1 0 1 0 0,0-1 0 0 0,0 0 0 0 0,0 0-1 0 0,0 0 1 0 0,0-1 0 0 0,0 0-1 0 0,0 0 1 0 0,0 0 0 0 0,0-1 0 0 0,0 0-1 0 0,0 0 1 0 0,0 0 0 0 0,0-1 0 0 0,0 0-1 0 0,1 0 1 0 0,-1-1 0 0 0,1 1-1 0 0,-1-1 1 0 0,1 0 0 0 0,0-1 0 0 0,-5-4-1 0 0,-1-1 1 0 0,1-1 0 0 0,0-1 0 0 0,0 0 0 0 0,1-1 0 0 0,0 0 0 0 0,1 0-1 0 0,1 0 1 0 0,0-1 0 0 0,0-1 0 0 0,1 1 0 0 0,-5-19 0 0 0,8 21-28 0 0,0 0-1 0 0,0 0 1 0 0,1 0 0 0 0,1 0 0 0 0,-1 0-1 0 0,2-1 1 0 0,0 1 0 0 0,0 0 0 0 0,1 0-1 0 0,1-1 1 0 0,-1 1 0 0 0,2 0 0 0 0,0 0-1 0 0,0 0 1 0 0,6-12 0 0 0,-5 15 2 0 0,0 1 0 0 0,1 0 0 0 0,0 0 0 0 0,0 0 0 0 0,0 0 0 0 0,1 1 0 0 0,0 0 0 0 0,0 0 0 0 0,1 1 0 0 0,0 0 0 0 0,0 0-1 0 0,10-6 1 0 0,-6 6-2 0 0,0 0 0 0 0,0 1 0 0 0,1 0 0 0 0,-1 1 0 0 0,1 0 0 0 0,0 1 0 0 0,0 0 0 0 0,12 0 0 0 0,-1 2 9 0 0,0 1 0 0 0,0 1 0 0 0,0 1 0 0 0,0 1 0 0 0,-1 0 0 0 0,1 2 0 0 0,-1 1 1 0 0,35 16-1 0 0,-38-14 4 0 0,-1 2 1 0 0,-1-1 0 0 0,0 2-1 0 0,-1 0 1 0 0,0 1 0 0 0,-1 1-1 0 0,0 0 1 0 0,16 22 0 0 0,-4-1 1 0 0,-2 2 1 0 0,36 69 0 0 0,-54-91 3 0 0,1-1 1 0 0,1 0-1 0 0,0 0 1 0 0,18 21-1 0 0,-24-32-7 0 0,1 1 0 0 0,0-1 0 0 0,-1 0 0 0 0,1 0 0 0 0,0 0 0 0 0,1-1 0 0 0,-1 0 0 0 0,0 1 0 0 0,1-1 0 0 0,-1-1 0 0 0,1 1 0 0 0,0-1 0 0 0,-1 0 0 0 0,1 0 0 0 0,0 0 0 0 0,0 0 1 0 0,0-1-1 0 0,0 0 0 0 0,0 0 0 0 0,5-1 0 0 0,7-2-52 0 0,-1-1 1 0 0,1 0-1 0 0,-1-1 1 0 0,0-1-1 0 0,-1 0 1 0 0,1-1-1 0 0,-1-1 1 0 0,-1-1-1 0 0,0 0 1 0 0,0 0-1 0 0,0-2 1 0 0,-1 0-1 0 0,22-24 1 0 0,-20 19 8 0 0,-1-1 0 0 0,-1-1 0 0 0,-1 0 0 0 0,0-1 1 0 0,-1 0-1 0 0,-1 0 0 0 0,-1-1 0 0 0,-1-1 0 0 0,0 0 0 0 0,5-27 1 0 0,-11 36 37 0 0,0 0 1 0 0,-1 0 0 0 0,0 0 0 0 0,0 0 0 0 0,-2 0 0 0 0,1 0 0 0 0,-2 0-1 0 0,0 0 1 0 0,0 0 0 0 0,-1 0 0 0 0,0 0 0 0 0,-1 1 0 0 0,-11-23 0 0 0,15 34 0 0 0,-1-1 1 0 0,1 0-1 0 0,-1 1 1 0 0,0-1 0 0 0,1 0-1 0 0,-1 1 1 0 0,0-1 0 0 0,0 1-1 0 0,0-1 1 0 0,1 1-1 0 0,-1 0 1 0 0,0-1 0 0 0,0 1-1 0 0,0 0 1 0 0,0 0 0 0 0,0-1-1 0 0,0 1 1 0 0,0 0-1 0 0,0 0 1 0 0,1 0 0 0 0,-1 0-1 0 0,0 0 1 0 0,0 0 0 0 0,0 0-1 0 0,0 0 1 0 0,0 1-1 0 0,-1-1 1 0 0,-1 1 0 0 0,1 0-1 0 0,-1 0 1 0 0,1 0 0 0 0,-1 0 0 0 0,1 0-1 0 0,-1 0 1 0 0,1 0 0 0 0,-2 3 0 0 0,-6 5 9 0 0,1 0 1 0 0,1 1-1 0 0,0 0 1 0 0,0 1 0 0 0,1-1-1 0 0,0 2 1 0 0,-10 22 0 0 0,-26 90 6 0 0,41-118-16 0 0,-4 14-4 0 0,1 2 1 0 0,0-1-1 0 0,1 1 1 0 0,2-1-1 0 0,0 1 1 0 0,2 26-1 0 0,0-41 6 0 0,1 0 1 0 0,0 0-1 0 0,1-1 0 0 0,-1 1 1 0 0,1 0-1 0 0,1-1 0 0 0,-1 0 1 0 0,1 1-1 0 0,0-1 0 0 0,6 8 1 0 0,-6-10-2 0 0,0 0 1 0 0,0-1-1 0 0,0 0 1 0 0,1 0-1 0 0,-1 0 1 0 0,1 0-1 0 0,0-1 1 0 0,0 1-1 0 0,0-1 1 0 0,0 0-1 0 0,0 0 1 0 0,0 0-1 0 0,1-1 1 0 0,-1 1-1 0 0,1-1 1 0 0,-1 0-1 0 0,6 0 1 0 0,8 0-122 0 0,0 0-1 0 0,0-1 1 0 0,0-2 0 0 0,0 1-1 0 0,-1-2 1 0 0,1 0 0 0 0,21-7-1 0 0,6-5-492 0 0,65-31 1 0 0,-59 22 188 0 0,0-3 1 0 0,-2-3 0 0 0,-1-1-1 0 0,86-74 1 0 0,-101 74 282 0 0,-1-2 1 0 0,-2-1-1 0 0,-1-1 1 0 0,-2-1-1 0 0,-1-2 0 0 0,35-71 1 0 0,-33 45 470 0 0,-2-1-1 0 0,-4 0 1 0 0,-2-2 0 0 0,-4-1 0 0 0,-2 0 0 0 0,-3 0 0 0 0,-4-2-1 0 0,-1-77 1 0 0,-5 128 30 0 0,-1 12-216 0 0,1 0 0 0 0,-1 0 0 0 0,-1 0-1 0 0,1 0 1 0 0,-1 0 0 0 0,-3-9 0 0 0,4 16-138 0 0,0 0 1 0 0,-1 0-1 0 0,1-1 1 0 0,0 1-1 0 0,-1 0 0 0 0,1 0 1 0 0,0 0-1 0 0,-1 0 0 0 0,1 0 1 0 0,0 0-1 0 0,-1 0 1 0 0,1 0-1 0 0,0 0 0 0 0,-1 0 1 0 0,1 0-1 0 0,0 0 0 0 0,-1 0 1 0 0,1 0-1 0 0,0 0 1 0 0,-1 0-1 0 0,1 1 0 0 0,0-1 1 0 0,-1 0-1 0 0,1 0 0 0 0,0 0 1 0 0,0 0-1 0 0,-1 1 0 0 0,1-1 1 0 0,0 0-1 0 0,0 0 1 0 0,-1 0-1 0 0,1 1 0 0 0,0-1 1 0 0,0 0-1 0 0,-1 1 0 0 0,1-1 1 0 0,0 1-1 0 0,-11 10 45 0 0,-17 39 53 0 0,2 2-1 0 0,-33 92 1 0 0,40-96-17 0 0,-122 355 1073 0 0,125-343-978 0 0,2 1 0 0 0,3 0 0 0 0,3 0 1 0 0,-1 117-1 0 0,10-165-154 0 0,-1 1 0 0 0,2-1-1 0 0,0 0 1 0 0,0 0 0 0 0,1 0 0 0 0,6 15 0 0 0,-7-24-24 0 0,-1-1 0 0 0,1 1 0 0 0,-1-1 0 0 0,1 0 0 0 0,0 0-1 0 0,1 0 1 0 0,-1 0 0 0 0,0 0 0 0 0,1 0 0 0 0,-1 0 0 0 0,1-1 0 0 0,0 0 0 0 0,0 1 0 0 0,0-1 0 0 0,0 0 0 0 0,1 0 0 0 0,-1-1 0 0 0,0 1 0 0 0,1-1 0 0 0,-1 0 0 0 0,1 1 0 0 0,-1-2 0 0 0,1 1 0 0 0,0 0 0 0 0,-1-1 0 0 0,8 1 0 0 0,1-2-268 0 0,0 0 1 0 0,-1-1-1 0 0,1 0 1 0 0,-1 0-1 0 0,1-2 0 0 0,-1 1 1 0 0,0-1-1 0 0,20-11 0 0 0,-15 6-1105 0 0,0-1-1 0 0,-1 0 1 0 0,-1-1-1 0 0,1 0 1 0 0,13-16-1 0 0,-3-2-4547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40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103 162 3080 0 0,'-95'-7'11050'0'0,"87"5"-10316"0"0,10-2-337 0 0,12-4-171 0 0,56-17-419 0 0,2 4-1 0 0,145-25 0 0 0,-183 40-265 0 0,213-26-5643 0 0,-212 28 4401 0 0,38-3-2539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48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595 212 496 0 0,'9'-20'6468'0'0,"-8"13"-6097"0"0,1 1 0 0 0,-1 0-1 0 0,-1-1 1 0 0,1 1 0 0 0,-1-1 0 0 0,0 1 0 0 0,-1 0-1 0 0,1-1 1 0 0,-1 1 0 0 0,-1 0 0 0 0,1-1 0 0 0,-1 1 0 0 0,0 0-1 0 0,0 0 1 0 0,-1 0 0 0 0,0 0 0 0 0,0 1 0 0 0,0-1-1 0 0,-1 1 1 0 0,0 0 0 0 0,-6-7 0 0 0,6 7-317 0 0,0 1-1 0 0,0-1 1 0 0,-1 1 0 0 0,1 0-1 0 0,-1 1 1 0 0,0-1 0 0 0,0 1-1 0 0,0 0 1 0 0,-1 0 0 0 0,1 1 0 0 0,-1-1-1 0 0,1 1 1 0 0,-1 1 0 0 0,0-1-1 0 0,0 1 1 0 0,0 0 0 0 0,0 0 0 0 0,0 0-1 0 0,0 1 1 0 0,0 0 0 0 0,0 0-1 0 0,0 1 1 0 0,-9 1 0 0 0,-1 4-31 0 0,1-1 0 0 0,0 2 0 0 0,1 0 0 0 0,-1 1 0 0 0,2 0 0 0 0,-1 1 0 0 0,1 1 0 0 0,0 0 0 0 0,-21 22 0 0 0,5 0 19 0 0,1 0 0 0 0,-35 56 1 0 0,36-46-16 0 0,-42 87 0 0 0,59-106-18 0 0,1 0-1 0 0,1 1 1 0 0,1 0-1 0 0,1 0 1 0 0,-5 47 0 0 0,10-62-1 0 0,1 0 1 0 0,0 0 0 0 0,1 0 0 0 0,0 0-1 0 0,0 0 1 0 0,5 16 0 0 0,-5-22-4 0 0,0 0-1 0 0,0 0 1 0 0,0 0-1 0 0,1 0 1 0 0,-1 0-1 0 0,1-1 1 0 0,0 1 0 0 0,0-1-1 0 0,0 1 1 0 0,0-1-1 0 0,0 1 1 0 0,0-1-1 0 0,1 0 1 0 0,-1 0 0 0 0,1 0-1 0 0,-1-1 1 0 0,1 1-1 0 0,0 0 1 0 0,0-1-1 0 0,0 0 1 0 0,0 0 0 0 0,5 2-1 0 0,4-2-5 0 0,-1 0 0 0 0,1 0 0 0 0,0-1 0 0 0,-1-1-1 0 0,1 0 1 0 0,0 0 0 0 0,-1-1 0 0 0,0-1 0 0 0,1 0 0 0 0,-1 0 0 0 0,19-9-1 0 0,-7 1-28 0 0,0-1-1 0 0,-1-1 0 0 0,0-1 0 0 0,25-21 0 0 0,-27 17 10 0 0,-2 0 1 0 0,0 0-1 0 0,-1-2 0 0 0,-1 0 0 0 0,0-1 0 0 0,-2-1 1 0 0,-1 0-1 0 0,15-33 0 0 0,-9 9 202 0 0,-2 0 0 0 0,-2-2-1 0 0,13-67 1 0 0,-27 111-175 0 0,1-4 2 0 0,-1 6 1 0 0,-10 24 67 0 0,-13 43 74 0 0,-15 80-1 0 0,23-83-108 0 0,5-26-37 0 0,-4 51 0 0 0,11-72-689 0 0,2 0 0 0 0,0 0 1 0 0,3 23-1 0 0,-2-35 310 0 0,-1 1 0 0 0,1-1 0 0 0,0 0 0 0 0,0 1-1 0 0,1-1 1 0 0,2 6 0 0 0,10 7-4748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49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1 219 420 0 0,'16'-40'4881'0'0,"9"-21"302"0"0,-23 57-4862 0 0,1-1-1 0 0,0 1 1 0 0,0-1-1 0 0,0 1 1 0 0,0 0-1 0 0,1 0 1 0 0,-1 0-1 0 0,1 0 1 0 0,6-3-1 0 0,-9 5-248 0 0,1 1-1 0 0,0 0 1 0 0,0 1-1 0 0,0-1 0 0 0,-1 0 1 0 0,1 0-1 0 0,0 1 1 0 0,0-1-1 0 0,0 1 0 0 0,0 0 1 0 0,0-1-1 0 0,0 1 1 0 0,0 0-1 0 0,0 0 1 0 0,0 0-1 0 0,0 1 0 0 0,0-1 1 0 0,0 0-1 0 0,0 1 1 0 0,0-1-1 0 0,0 1 0 0 0,0 0 1 0 0,0 0-1 0 0,-1 0 1 0 0,1 0-1 0 0,0 0 1 0 0,0 0-1 0 0,-1 0 0 0 0,1 0 1 0 0,-1 0-1 0 0,1 1 1 0 0,0 1-1 0 0,2 1 22 0 0,0 0 0 0 0,-1 0 0 0 0,0 0 0 0 0,0 1 0 0 0,0 0 0 0 0,-1-1 0 0 0,1 1 0 0 0,-1 0 0 0 0,0 0 1 0 0,2 9-1 0 0,-2 3-25 0 0,-1 0 0 0 0,0 1 0 0 0,-1-1 0 0 0,-1 0 0 0 0,-1 0 0 0 0,0 0 1 0 0,-1 0-1 0 0,-1 0 0 0 0,-1-1 0 0 0,0 1 0 0 0,-1-1 0 0 0,-1-1 0 0 0,0 1 1 0 0,-18 27-1 0 0,24-42-61 0 0,0 1-1 0 0,0-1 1 0 0,1 1 0 0 0,-1-1 0 0 0,0 1 0 0 0,0-1 0 0 0,0 0 0 0 0,-1 1 0 0 0,1-1-1 0 0,0 0 1 0 0,0 0 0 0 0,-1 0 0 0 0,1 0 0 0 0,-1 0 0 0 0,1 0 0 0 0,-1 0 0 0 0,1-1-1 0 0,-1 1 1 0 0,1 0 0 0 0,-1-1 0 0 0,0 1 0 0 0,1-1 0 0 0,-1 0 0 0 0,0 0 0 0 0,0 1-1 0 0,1-1 1 0 0,-1 0 0 0 0,-2-1 0 0 0,4 0-10 0 0,-1-1 0 0 0,0 1 1 0 0,0-1-1 0 0,1 1 0 0 0,-1-1 0 0 0,1 1 0 0 0,-1-1 1 0 0,1 0-1 0 0,-1 1 0 0 0,1-1 0 0 0,0 0 0 0 0,0 0 1 0 0,0 1-1 0 0,0-4 0 0 0,3-13-20 0 0,-1 0 0 0 0,2 0 0 0 0,1 0 0 0 0,0 0 0 0 0,1 1 0 0 0,1 0 0 0 0,9-17 0 0 0,-4 10-8 0 0,2 1 0 0 0,1 0-1 0 0,1 1 1 0 0,21-24 0 0 0,-22 31-7 0 0,-1 1 1 0 0,2 0-1 0 0,28-19 1 0 0,-35 27 17 0 0,0 1 0 0 0,0 0 1 0 0,1 0-1 0 0,0 1 0 0 0,0 0 1 0 0,0 1-1 0 0,1 0 0 0 0,15-3 1 0 0,-22 6 25 0 0,-1-1-1 0 0,0 1 1 0 0,1 0 0 0 0,-1 0 0 0 0,1 0 0 0 0,-1 1 0 0 0,0-1 0 0 0,0 1 0 0 0,1-1 0 0 0,-1 1 0 0 0,0 0-1 0 0,0 1 1 0 0,0-1 0 0 0,0 0 0 0 0,0 1 0 0 0,0 0 0 0 0,0 0 0 0 0,0 0 0 0 0,-1 0 0 0 0,1 0 0 0 0,-1 0 0 0 0,1 0-1 0 0,-1 1 1 0 0,0 0 0 0 0,0-1 0 0 0,0 1 0 0 0,0 0 0 0 0,-1 0 0 0 0,1 0 0 0 0,-1 0 0 0 0,0 0 0 0 0,1 0-1 0 0,-2 0 1 0 0,1 1 0 0 0,1 4 0 0 0,0 6 32 0 0,0 1 0 0 0,-1 0 0 0 0,-1-1 0 0 0,0 1 0 0 0,-1 0 0 0 0,-4 22 0 0 0,-12 44 86 0 0,9-52-1054 0 0,2-1-1 0 0,-3 42 0 0 0,8-68 575 0 0,1 1-1 0 0,0-1 0 0 0,0 1 1 0 0,0-1-1 0 0,0 1 1 0 0,1-1-1 0 0,-1 1 1 0 0,1-1-1 0 0,-1 1 1 0 0,1-1-1 0 0,0 0 1 0 0,0 1-1 0 0,0-1 0 0 0,0 0 1 0 0,1 0-1 0 0,-1 0 1 0 0,0 0-1 0 0,1 0 1 0 0,-1 0-1 0 0,1 0 1 0 0,3 3-1 0 0,7 1-4787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49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427 1022 2212 0 0,'6'-13'1762'0'0,"-1"-1"0"0"0,0 1 0 0 0,5-23 1 0 0,-9 32-1429 0 0,0 0 1 0 0,0 0 0 0 0,-1 0 0 0 0,0-1 0 0 0,0 1 0 0 0,0 0-1 0 0,0 0 1 0 0,0-1 0 0 0,-1 1 0 0 0,0 0 0 0 0,0 0 0 0 0,0 0-1 0 0,0 0 1 0 0,-1 0 0 0 0,1 0 0 0 0,-5-6 0 0 0,5 8-272 0 0,0 1-1 0 0,-1 0 1 0 0,1-1 0 0 0,-1 1 0 0 0,1 0 0 0 0,0 0-1 0 0,-1 0 1 0 0,0 0 0 0 0,1 1 0 0 0,-1-1 0 0 0,0 0 0 0 0,1 1-1 0 0,-1-1 1 0 0,0 1 0 0 0,0-1 0 0 0,1 1 0 0 0,-1 0-1 0 0,0 0 1 0 0,0 0 0 0 0,0 0 0 0 0,0 0 0 0 0,1 0 0 0 0,-1 0-1 0 0,0 1 1 0 0,0-1 0 0 0,1 1 0 0 0,-1-1 0 0 0,0 1-1 0 0,-1 0 1 0 0,-7 3 49 0 0,2 0 1 0 0,-1 1-1 0 0,-14 10 0 0 0,-12 11 121 0 0,1 2 0 0 0,2 2-1 0 0,1 1 1 0 0,1 1 0 0 0,-49 70-1 0 0,61-75-151 0 0,0 2 0 0 0,2 0-1 0 0,-24 57 1 0 0,39-82-71 0 0,-1 0 0 0 0,1 0 0 0 0,0 0 0 0 0,0 0 0 0 0,1 0 0 0 0,-1 1 0 0 0,1-1 0 0 0,0 0 0 0 0,0 0 0 0 0,0 0 0 0 0,1 0 0 0 0,-1 0-1 0 0,3 6 1 0 0,-3-8-5 0 0,1 0 0 0 0,0 0 0 0 0,0 0 0 0 0,0-1 0 0 0,0 1-1 0 0,0 0 1 0 0,0-1 0 0 0,1 1 0 0 0,-1-1 0 0 0,1 0 0 0 0,-1 1 0 0 0,1-1-1 0 0,-1 0 1 0 0,1 0 0 0 0,-1 0 0 0 0,1 0 0 0 0,0 0 0 0 0,0 0-1 0 0,0 0 1 0 0,0-1 0 0 0,-1 1 0 0 0,1-1 0 0 0,0 1 0 0 0,0-1 0 0 0,0 0-1 0 0,0 0 1 0 0,0 0 0 0 0,0 0 0 0 0,3 0 0 0 0,11-2 4 0 0,-1 0 1 0 0,0-1-1 0 0,0-1 1 0 0,-1 0-1 0 0,1-1 1 0 0,-1-1 0 0 0,0 0-1 0 0,0-1 1 0 0,-1-1-1 0 0,0 0 1 0 0,14-11-1 0 0,6-6 10 0 0,-1-2-1 0 0,52-59 1 0 0,-57 54-33 0 0,-1-2 1 0 0,-2-1-1 0 0,-2 0 0 0 0,32-67 1 0 0,-21 22-34 0 0,32-106 0 0 0,-35 77 17 0 0,-5 0-1 0 0,-4-2 1 0 0,10-185-1 0 0,-31 287 14 0 0,1 4-5 0 0,-1 0 0 0 0,0 0 0 0 0,0 0 0 0 0,0 0 0 0 0,-1 0 0 0 0,1 0 0 0 0,-1 1 0 0 0,-2-7 0 0 0,2 11 19 0 0,0 0 1 0 0,1 0-1 0 0,-1 1 0 0 0,0-1 0 0 0,0 0 1 0 0,0 0-1 0 0,1 0 0 0 0,-1 0 0 0 0,0 1 1 0 0,1-1-1 0 0,-1 0 0 0 0,0 1 0 0 0,1-1 1 0 0,-1 1-1 0 0,0-1 0 0 0,1 1 1 0 0,-1-1-1 0 0,0 2 0 0 0,-6 4 3 0 0,1 1 0 0 0,1 0 0 0 0,-1 1 0 0 0,1-1 0 0 0,1 1 0 0 0,-7 13 0 0 0,-18 53 3 0 0,26-65 7 0 0,-49 144 490 0 0,-40 203 0 0 0,74-257-623 0 0,3-1-1 0 0,6 2 1 0 0,3 130 0 0 0,8-193-1477 0 0,10 59 0 0 0,-8-75-803 0 0,1 0-1 0 0,10 22 1 0 0,-1-10-4212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11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1672 0 0,'0'-1'981'0'0,"1"-18"5739"0"0,4 3-3585 0 0,-4 15-3060 0 0,-1 0 0 0 0,2 0 0 0 0,-1-1 0 0 0,0 1 0 0 0,0 0 0 0 0,0 0 0 0 0,0 0 0 0 0,1 0 0 0 0,-1 0 0 0 0,0 1 0 0 0,1-1-1 0 0,-1 0 1 0 0,1 1 0 0 0,-1-1 0 0 0,1 1 0 0 0,-1-1 0 0 0,1 1 0 0 0,0 0 0 0 0,-1-1 0 0 0,1 1 0 0 0,-1 0 0 0 0,1 0 0 0 0,-1 0 0 0 0,3 1 0 0 0,2-1-3 0 0,-1 0 1 0 0,1 0-1 0 0,0 1 0 0 0,0 0 1 0 0,-1 0-1 0 0,1 1 0 0 0,0 0 0 0 0,-1 0 1 0 0,0 0-1 0 0,1 0 0 0 0,-1 1 1 0 0,0 0-1 0 0,0 0 0 0 0,0 0 1 0 0,6 6-1 0 0,-5-2-4 0 0,0-1 0 0 0,-1 1 0 0 0,0 0 1 0 0,0 0-1 0 0,0 0 0 0 0,-1 1 0 0 0,0-1 0 0 0,0 1 0 0 0,4 14 0 0 0,-3-4-4 0 0,-1-1-1 0 0,-1 1 1 0 0,0 1-1 0 0,-1-1 1 0 0,-1 0 0 0 0,-1 1-1 0 0,-1-1 1 0 0,0 0-1 0 0,-6 27 1 0 0,-5-4 354 0 0,-1-1 0 0 0,-2 0 0 0 0,-36 66 0 0 0,42-87-3 0 0,2-9-81 0 0,4-15-75 0 0,7-21-119 0 0,10-11-143 0 0,2 1 1 0 0,1 0-1 0 0,2 0 1 0 0,42-58 0 0 0,114-117-32 0 0,-72 109-30 0 0,-101 101 52 0 0,-20 23-12 0 0,-23 27 31 0 0,-38 60-1 0 0,61-80 4 0 0,2 0 0 0 0,1 0-1 0 0,-23 63 1 0 0,34-80 1 0 0,1 0 0 0 0,0 1 0 0 0,0-1 1 0 0,2 1-1 0 0,-1 0 0 0 0,2 19 0 0 0,0-28-5 0 0,0 0-1 0 0,1 1 1 0 0,-1-1-1 0 0,1 0 0 0 0,0 0 1 0 0,1 0-1 0 0,-1 0 1 0 0,1 0-1 0 0,-1 0 1 0 0,1 0-1 0 0,1 0 0 0 0,-1 0 1 0 0,0-1-1 0 0,1 1 1 0 0,0-1-1 0 0,0 0 1 0 0,0 0-1 0 0,0 0 0 0 0,0 0 1 0 0,1 0-1 0 0,-1-1 1 0 0,6 4-1 0 0,6 1 24 0 0,1-1 0 0 0,-1-1 0 0 0,1 0 0 0 0,0-1 0 0 0,0-1 0 0 0,0 0 0 0 0,1-1-1 0 0,32-1 1 0 0,-19-2-853 0 0,33-5-1 0 0,23-10-5253 0 0,-58 9 1995 0 0,-2-2-1748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11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29 1144 0 0,'-3'0'2926'0'0,"-11"-4"1127"0"0,0 0 0 0 0,-19-1 3549 0 0,36 6-7277 0 0,11 1-153 0 0,1 0-1 0 0,0-1 1 0 0,-1 0-1 0 0,1-2 1 0 0,0 1-1 0 0,24-5 1 0 0,4 0-59 0 0,42 1 276 0 0,-14 1-3417 0 0,-21 0-6699 0 0,-34 1 3080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12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30 564 0 0,'-57'-29'17140'0'0,"48"33"-15441"0"0,8-4-1609 0 0,0 0 1 0 0,1 0-1 0 0,-1 0 0 0 0,1 1 0 0 0,-1-1 0 0 0,0 0 1 0 0,1 1-1 0 0,-1-1 0 0 0,1 0 0 0 0,-1 1 0 0 0,0-1 1 0 0,1 1-1 0 0,-1-1 0 0 0,1 1 0 0 0,0-1 0 0 0,-1 1 0 0 0,1-1 1 0 0,-1 1-1 0 0,1 0 0 0 0,0-1 0 0 0,-1 1 0 0 0,1-1 1 0 0,0 1-1 0 0,0 0 0 0 0,0-1 0 0 0,-1 1 0 0 0,1 0 1 0 0,0 0-1 0 0,0-1 0 0 0,0 1 0 0 0,0 1 0 0 0,-3 22 1023 0 0,1 1 0 0 0,2 30 0 0 0,0-7-685 0 0,-6 56-37 0 0,1 66-419 0 0,6-136-2618 0 0,7 45-1 0 0,2-40-1970 0 0,2-17-2796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12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202 110 660 0 0,'4'-33'5416'0'0,"-2"13"1319"0"0,1-37 0 0 0,-7 89-4607 0 0,4-12-1920 0 0,2 1 0 0 0,0 0 1 0 0,1-1-1 0 0,1 0 0 0 0,0 1 0 0 0,2-2 1 0 0,1 1-1 0 0,0 0 0 0 0,13 22 0 0 0,-16-34-191 0 0,1 0 0 0 0,1 0-1 0 0,-1-1 1 0 0,1 0 0 0 0,1 0 0 0 0,-1 0-1 0 0,1-1 1 0 0,0 0 0 0 0,15 10-1 0 0,-16-13 2 0 0,1 1-1 0 0,-1-1 0 0 0,1-1 0 0 0,0 1 0 0 0,0-1 0 0 0,0-1 0 0 0,0 1 0 0 0,1-1 0 0 0,-1 0 0 0 0,0-1 1 0 0,0 0-1 0 0,1 0 0 0 0,13-2 0 0 0,-16 1-36 0 0,0 0 0 0 0,0 0 0 0 0,0-1 0 0 0,0 1 0 0 0,0-1 0 0 0,-1 0 0 0 0,1 0 0 0 0,-1-1 0 0 0,1 1 0 0 0,-1-1 0 0 0,0 0 0 0 0,0 0 0 0 0,0-1 0 0 0,4-4 0 0 0,-3 2-17 0 0,0-1 0 0 0,-1 1 0 0 0,0-1 0 0 0,0 1-1 0 0,-1-1 1 0 0,0 0 0 0 0,0-1 0 0 0,3-11 0 0 0,-2-5-15 0 0,0 0 1 0 0,-2 0-1 0 0,0 0 1 0 0,-4-47-1 0 0,1 57 37 0 0,0 1-1 0 0,-1 0 1 0 0,-4-14 0 0 0,6 25 10 0 0,-1 4-7 0 0,-4 7 38 0 0,1 1-1 0 0,0 0 1 0 0,1 1-1 0 0,0-1 0 0 0,1 0 1 0 0,0 1-1 0 0,-1 18 1 0 0,-1 1 127 0 0,-55 470 1772 0 0,21-141-1458 0 0,-6-105-226 0 0,34-214-174 0 0,-2-1 1 0 0,-2-1-1 0 0,-1 0 1 0 0,-26 47-1 0 0,36-77-27 0 0,0 0-1 0 0,0-1 0 0 0,-1 1 1 0 0,1-1-1 0 0,-2 0 0 0 0,1-1 0 0 0,-1 1 1 0 0,0-1-1 0 0,-15 9 0 0 0,18-12-28 0 0,0-1 0 0 0,0 0 0 0 0,-1 0 0 0 0,1-1 0 0 0,0 1 0 0 0,-1-1 0 0 0,1 0 0 0 0,-1-1 0 0 0,0 1 0 0 0,1-1 0 0 0,-1 1 0 0 0,0-1 0 0 0,1-1 0 0 0,-1 1 0 0 0,1-1 0 0 0,-1 0 0 0 0,1 0 0 0 0,-1 0 0 0 0,1 0 0 0 0,-1-1 0 0 0,-4-2-1 0 0,1 0-2 0 0,1 0 0 0 0,0 0 0 0 0,0 0 0 0 0,1-1 0 0 0,-1-1-1 0 0,1 1 1 0 0,0-1 0 0 0,0 0 0 0 0,1 0 0 0 0,0 0 0 0 0,0-1-1 0 0,0 0 1 0 0,-3-7 0 0 0,3 3-2 0 0,0 1 0 0 0,1-1 0 0 0,1 0 0 0 0,0 0 0 0 0,0-1-1 0 0,1 1 1 0 0,1-1 0 0 0,-1-17 0 0 0,3 6 1 0 0,1-1-1 0 0,0 1 0 0 0,2 0 1 0 0,1 1-1 0 0,0-1 1 0 0,2 1-1 0 0,1 0 1 0 0,19-38-1 0 0,-7 23-167 0 0,2 1-1 0 0,1 1 0 0 0,3 1 1 0 0,0 1-1 0 0,2 2 0 0 0,1 0 1 0 0,66-51-1 0 0,-62 57-2546 0 0,52-27 0 0 0,-52 34-3279 0 0,61-22 0 0 0,-67 31-430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13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66 1036 0 0,'-62'-27'14326'0'0,"30"14"-7803"0"0,36 14-6255 0 0,32 3 150 0 0,0-2 0 0 0,45-3 1 0 0,80-12-1521 0 0,-115 8-665 0 0,-12 0-2337 0 0,-12-3-3250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13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21 1264 0 0,'-16'-8'5018'0'0,"14"6"-4172"0"0,-1 1 0 0 0,0-1 0 0 0,0 1 1 0 0,0 0-1 0 0,0 0 0 0 0,0 0 0 0 0,0 0 0 0 0,0 0 1 0 0,0 1-1 0 0,-5-1 0 0 0,6 1-599 0 0,1 0-1 0 0,-1 0 1 0 0,1 0-1 0 0,-1 1 1 0 0,0-1 0 0 0,1 0-1 0 0,-1 1 1 0 0,1-1-1 0 0,-1 1 1 0 0,1 0 0 0 0,0-1-1 0 0,-1 1 1 0 0,1 0-1 0 0,0 0 1 0 0,-1 0-1 0 0,1 0 1 0 0,0 0 0 0 0,0 0-1 0 0,-1 2 1 0 0,-1 0 115 0 0,1 1 1 0 0,0-1 0 0 0,0 1-1 0 0,1-1 1 0 0,-1 1 0 0 0,1-1-1 0 0,-2 8 1 0 0,0 5 447 0 0,0 1 0 0 0,1 31 0 0 0,1-39-577 0 0,-3 110 912 0 0,-3 77-177 0 0,9-66-3918 0 0,2-82-1763 0 0,5-18-5219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13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89 3008 0 0,'-4'-14'4610'0'0,"-1"0"0"0"0,-7-14 0 0 0,2 5-1173 0 0,10 21-3007 0 0,-2-6 1042 0 0,24 17-1298 0 0,1-2-1 0 0,-1-1 0 0 0,1 0 1 0 0,26 2-1 0 0,98 4-71 0 0,-100-9-75 0 0,-2-1 14 0 0,-24-2-32 0 0,-1 1 0 0 0,28 6 0 0 0,-47-7-7 0 0,-1 0 1 0 0,1 0-1 0 0,0 0 1 0 0,-1 1-1 0 0,1-1 1 0 0,-1 0 0 0 0,1 1-1 0 0,-1-1 1 0 0,1 1-1 0 0,-1-1 1 0 0,1 0-1 0 0,-1 1 1 0 0,1-1-1 0 0,-1 1 1 0 0,1-1-1 0 0,-1 1 1 0 0,0 0-1 0 0,1-1 1 0 0,-1 1-1 0 0,0-1 1 0 0,0 1-1 0 0,1 0 1 0 0,-1-1 0 0 0,0 1-1 0 0,0-1 1 0 0,0 1-1 0 0,0 0 1 0 0,0-1-1 0 0,0 1 1 0 0,0 0-1 0 0,0-1 1 0 0,0 1-1 0 0,0 0 1 0 0,0-1-1 0 0,0 1 1 0 0,0 0-1 0 0,0-1 1 0 0,-1 2-1 0 0,-10 22 30 0 0,0-9-23 0 0,-1-1 0 0 0,0 0 0 0 0,-1-1 0 0 0,-1 0 0 0 0,-18 13 0 0 0,-3 3-29 0 0,-55 49-38 0 0,4-5 769 0 0,-85 94-1 0 0,166-162-572 0 0,-1 1-1 0 0,1 1 0 0 0,0-1 0 0 0,1 1 1 0 0,0-1-1 0 0,0 1 0 0 0,0 1 0 0 0,-4 10 1 0 0,8-17-89 0 0,0 0 0 0 0,0 0 0 0 0,0 0 0 0 0,0 0 0 0 0,0 0 0 0 0,0 0 0 0 0,0 0 0 0 0,0 0 1 0 0,0-1-1 0 0,0 1 0 0 0,0 0 0 0 0,1 0 0 0 0,-1 0 0 0 0,0 0 0 0 0,1 0 0 0 0,-1 0 0 0 0,0-1 0 0 0,1 1 1 0 0,-1 0-1 0 0,1 0 0 0 0,0-1 0 0 0,-1 1 0 0 0,1 0 0 0 0,0 0 0 0 0,1 0 4 0 0,0 1 1 0 0,0-1-1 0 0,0 0 0 0 0,0 0 1 0 0,0 0-1 0 0,0-1 0 0 0,0 1 1 0 0,1 0-1 0 0,3 0 0 0 0,3 0 42 0 0,0 0 0 0 0,0-1 0 0 0,17-2 0 0 0,68-12 196 0 0,151-45 0 0 0,-126 27-12 0 0,-111 30-739 0 0,0 0-1 0 0,0 0 1 0 0,-1-1 0 0 0,10-5-1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14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146 117 2096 0 0,'-96'-50'18643'0'0,"52"28"-12986"0"0,38 16-4427 0 0,15 3-1092 0 0,0 0 0 0 0,1 0-1 0 0,-1 1 1 0 0,0 0 0 0 0,1 1 0 0 0,-1 0 0 0 0,14 0 0 0 0,8-1-7 0 0,167-15 46 0 0,-133 14-2479 0 0,-2 2-3459 0 0,-21 5-2693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14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25 700 0 0,'-160'81'18178'0'0,"159"-81"-18056"0"0,1 0 1 0 0,-1 1-1 0 0,0-1 0 0 0,1 0 1 0 0,-1 1-1 0 0,1-1 1 0 0,-1 0-1 0 0,1 1 1 0 0,-1-1-1 0 0,1 1 0 0 0,0-1 1 0 0,-1 1-1 0 0,1-1 1 0 0,0 1-1 0 0,-1-1 1 0 0,1 1-1 0 0,0 0 1 0 0,-1-1-1 0 0,1 1 0 0 0,0-1 1 0 0,0 2-1 0 0,0-1-74 0 0,0-1 0 0 0,0 1 1 0 0,0-1-1 0 0,1 0 0 0 0,-1 1 0 0 0,0-1 0 0 0,0 1 0 0 0,1-1 0 0 0,-1 0 0 0 0,0 1 0 0 0,1-1 1 0 0,-1 0-1 0 0,0 1 0 0 0,1-1 0 0 0,-1 0 0 0 0,1 0 0 0 0,-1 1 0 0 0,0-1 0 0 0,1 0 0 0 0,-1 0 1 0 0,1 0-1 0 0,-1 0 0 0 0,1 1 0 0 0,-1-1 0 0 0,1 0 0 0 0,-1 0 0 0 0,0 0 0 0 0,1 0 0 0 0,-1 0 1 0 0,1 0-1 0 0,0 0 0 0 0,38-1 478 0 0,0-1-1 0 0,0-2 1 0 0,41-10 0 0 0,-48 8-386 0 0,184-39-585 0 0,-76 5-7748 0 0,-111 28 985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15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496 185 784 0 0,'40'-86'12865'0'0,"-39"84"-12327"0"0,0-10 1058 0 0,-1 11-1539 0 0,0 0 0 0 0,0 1 0 0 0,-1-1-1 0 0,1 0 1 0 0,0 0 0 0 0,-1 0-1 0 0,1 0 1 0 0,-1 0 0 0 0,1 1 0 0 0,-1-1-1 0 0,0 0 1 0 0,1 0 0 0 0,-1 1-1 0 0,0-1 1 0 0,0 0 0 0 0,-1 0 0 0 0,1 0 124 0 0,-14-3 540 0 0,-9 6 27 0 0,0 1 0 0 0,1 1 0 0 0,-31 9 0 0 0,40-9-461 0 0,4-2-237 0 0,0 1-1 0 0,1 0 0 0 0,0 1 0 0 0,-1 0 1 0 0,1 0-1 0 0,1 1 0 0 0,-1 1 1 0 0,1-1-1 0 0,0 1 0 0 0,0 1 0 0 0,0-1 1 0 0,1 1-1 0 0,0 0 0 0 0,-7 11 1 0 0,-20 33 394 0 0,2 1 0 0 0,-35 78 0 0 0,45-81-38 0 0,2 1-1 0 0,2 1 1 0 0,-20 97-1 0 0,35-129-349 0 0,1 0 1 0 0,0 0-1 0 0,2 0 0 0 0,0 0 0 0 0,1 0 0 0 0,1 0 1 0 0,0 0-1 0 0,2 0 0 0 0,0 0 0 0 0,1-1 0 0 0,1 1 1 0 0,1-1-1 0 0,1-1 0 0 0,11 22 0 0 0,-8-21-51 0 0,1 0-1 0 0,1-1 1 0 0,0-1 0 0 0,1 0-1 0 0,0 0 1 0 0,2-2-1 0 0,31 24 1 0 0,-35-30 36 0 0,0 0 1 0 0,0-1-1 0 0,1-1 1 0 0,0 0-1 0 0,0-1 0 0 0,0 0 1 0 0,1-1-1 0 0,-1-1 1 0 0,1 0-1 0 0,0-1 1 0 0,0 0-1 0 0,24-1 1 0 0,-12-2 115 0 0,0-2-1 0 0,0-1 1 0 0,-1-1 0 0 0,1-1 0 0 0,-1-1 0 0 0,-1-1-1 0 0,1-2 1 0 0,35-18 0 0 0,-32 12 33 0 0,-1-1 0 0 0,0-2-1 0 0,-1-1 1 0 0,-2 0 0 0 0,0-2 0 0 0,34-39-1 0 0,-37 35-16 0 0,0-2-1 0 0,-2 0 1 0 0,-1-1-1 0 0,-2 0 0 0 0,-1-2 1 0 0,14-39-1 0 0,-19 43-41 0 0,-2 0 0 0 0,-2 0-1 0 0,0-1 1 0 0,-2 0 0 0 0,-1 0 0 0 0,-1 0-1 0 0,-3-49 1 0 0,-1 55-184 0 0,-2 1-1 0 0,0-1 0 0 0,-1 1 1 0 0,-1 0-1 0 0,-1 0 1 0 0,-1 0-1 0 0,-1 1 1 0 0,-1 1-1 0 0,0-1 0 0 0,-2 1 1 0 0,0 1-1 0 0,-1 0 1 0 0,0 1-1 0 0,-2 1 1 0 0,0 0-1 0 0,-1 1 0 0 0,0 0 1 0 0,-1 1-1 0 0,-1 1 1 0 0,0 1-1 0 0,-1 1 1 0 0,0 0-1 0 0,-1 1 1 0 0,0 1-1 0 0,-22-6 0 0 0,17 8-611 0 0,-1 0 0 0 0,0 2 0 0 0,0 1-1 0 0,0 1 1 0 0,-1 2 0 0 0,1 0-1 0 0,-1 2 1 0 0,-33 4 0 0 0,6 4-2240 0 0,1 3 0 0 0,1 1 0 0 0,-53 22 0 0 0,5 4-6725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40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43 127 888 0 0,'1'-7'550'0'0,"1"-1"-1"0"0,0 0 1 0 0,0 0 0 0 0,1 1 0 0 0,-1-1-1 0 0,2 1 1 0 0,-1 0 0 0 0,1 0-1 0 0,0 0 1 0 0,1 0 0 0 0,-1 1-1 0 0,1-1 1 0 0,0 1 0 0 0,1 0 0 0 0,0 1-1 0 0,6-6 1 0 0,-11 11-517 0 0,-1-1 0 0 0,1 1 0 0 0,-1 0 1 0 0,1-1-1 0 0,0 1 0 0 0,-1-1 0 0 0,1 1 0 0 0,0 0 1 0 0,-1 0-1 0 0,1-1 0 0 0,0 1 0 0 0,-1 0 0 0 0,1 0 1 0 0,0 0-1 0 0,0 0 0 0 0,-1 0 0 0 0,1 0 0 0 0,0 0 0 0 0,-1 0 1 0 0,1 0-1 0 0,0 0 0 0 0,0 0 0 0 0,-1 0 0 0 0,1 0 1 0 0,0 1-1 0 0,-1-1 0 0 0,1 0 0 0 0,0 1 0 0 0,-1-1 1 0 0,1 0-1 0 0,0 1 0 0 0,-1-1 0 0 0,1 1 0 0 0,-1-1 0 0 0,1 1 1 0 0,1 1 33 0 0,-1-1 0 0 0,0 1 0 0 0,0 0 1 0 0,0-1-1 0 0,0 1 0 0 0,0 0 0 0 0,0 0 0 0 0,0 0 1 0 0,-1 0-1 0 0,1 2 0 0 0,1 5 87 0 0,-2 0-1 0 0,1 0 1 0 0,-1 0 0 0 0,0 0-1 0 0,-1 0 1 0 0,0 0-1 0 0,-1 0 1 0 0,-3 12 0 0 0,-27 71 352 0 0,17-54-325 0 0,-18 43 71 0 0,18-47-157 0 0,1 0 0 0 0,-17 70 0 0 0,31-103-90 0 0,-1 1-1 0 0,1-1 1 0 0,0 1 0 0 0,-1-1-1 0 0,1 1 1 0 0,0-1 0 0 0,0 1-1 0 0,0-1 1 0 0,0 1 0 0 0,0-1-1 0 0,1 1 1 0 0,-1-1 0 0 0,0 1-1 0 0,1-1 1 0 0,-1 1 0 0 0,1-1-1 0 0,-1 0 1 0 0,1 1 0 0 0,0-1-1 0 0,-1 0 1 0 0,1 1 0 0 0,0-1-1 0 0,0 0 1 0 0,0 0 0 0 0,0 0-1 0 0,0 0 1 0 0,0 0 0 0 0,0 0-1 0 0,2 1 1 0 0,0-1 2 0 0,0 0 0 0 0,0 0 0 0 0,0 0 0 0 0,1 0 0 0 0,-1-1 0 0 0,0 0 0 0 0,0 1 0 0 0,0-1 0 0 0,0-1 0 0 0,1 1 0 0 0,-1 0 0 0 0,0-1 0 0 0,5 0 0 0 0,16-6 13 0 0,-1 0 0 0 0,0-1 0 0 0,0-2 0 0 0,-1 0 0 0 0,0-1 0 0 0,32-22-1 0 0,-27 14-19 0 0,-2 0-1 0 0,0-2 0 0 0,-2-1 0 0 0,33-39 0 0 0,-40 41 325 0 0,-1-1 0 0 0,-1 0-1 0 0,-2-2 1 0 0,0 1-1 0 0,-1-1 1 0 0,-1-1-1 0 0,-1 0 1 0 0,-1 0-1 0 0,5-32 1 0 0,-13 46 30 0 0,-8 19-269 0 0,-6 16-68 0 0,-3 15 20 0 0,1 1 0 0 0,2 0 0 0 0,2 1 0 0 0,1 0-1 0 0,3 1 1 0 0,-4 48 0 0 0,11-83-305 0 0,1 0 0 0 0,1 0-1 0 0,-1 0 1 0 0,1 0 0 0 0,1 0 0 0 0,4 15 0 0 0,-5-20-134 0 0,0 0 1 0 0,0-1 0 0 0,0 1 0 0 0,1 0 0 0 0,-1-1 0 0 0,1 1-1 0 0,-1-1 1 0 0,1 0 0 0 0,0 1 0 0 0,0-1 0 0 0,0 0 0 0 0,0 0-1 0 0,1 0 1 0 0,-1-1 0 0 0,0 1 0 0 0,1 0 0 0 0,-1-1 0 0 0,1 0-1 0 0,0 0 1 0 0,-1 1 0 0 0,1-1 0 0 0,3 0 0 0 0,11 3-5188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40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28 129 2360 0 0,'-7'-20'7753'0'0,"-1"5"-3498"0"0,6 11-3380 0 0,0 0-1 0 0,0-1 1 0 0,0 1-1 0 0,1 0 1 0 0,-3-8-1 0 0,4 12-849 0 0,1-1-1 0 0,-1 0 1 0 0,0 1-1 0 0,0-1 1 0 0,0 0-1 0 0,1 1 1 0 0,-1-1-1 0 0,0 0 1 0 0,1 1-1 0 0,-1-1 1 0 0,0 0-1 0 0,1 1 1 0 0,-1-1-1 0 0,1 1 1 0 0,-1-1-1 0 0,1 1 1 0 0,-1-1-1 0 0,1 1 1 0 0,0-1-1 0 0,-1 1 1 0 0,1 0-1 0 0,0-1 1 0 0,-1 1-1 0 0,1 0 1 0 0,0-1-1 0 0,0 1 1 0 0,19-7 133 0 0,-11 4-128 0 0,108-26-247 0 0,-100 26-930 0 0,1 1 0 0 0,-1 0-1 0 0,1 1 1 0 0,31 3-1 0 0,-26 2-4872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41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43 1840 0 0,'-117'88'13449'0'0,"116"-87"-12893"0"0,4 2 131 0 0,-3-3-673 0 0,0 1-1 0 0,0-1 1 0 0,1 0-1 0 0,-1 0 1 0 0,0 1-1 0 0,0-1 1 0 0,0 0-1 0 0,0 0 1 0 0,1 1-1 0 0,-1-1 1 0 0,0 0-1 0 0,0 0 1 0 0,0 0-1 0 0,1 0 1 0 0,-1 1-1 0 0,0-1 1 0 0,0 0-1 0 0,1 0 1 0 0,-1 0-1 0 0,0 0 1 0 0,0 0-1 0 0,1 0 0 0 0,-1 0 1 0 0,0 0-1 0 0,0 0 1 0 0,1 0-1 0 0,-1 0 1 0 0,0 0-1 0 0,0 0 1 0 0,1 0-1 0 0,-1 0 1 0 0,0 0-1 0 0,1 0 1 0 0,-1 0-1 0 0,0 0 1 0 0,0 0-1 0 0,1 0 1 0 0,-1 0-1 0 0,83-15-531 0 0,102-31 1 0 0,-9-13-7513 0 0,-127 40 2441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41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596 89 2432 0 0,'4'-86'14300'0'0,"-4"84"-13724"0"0,-8 2 277 0 0,7 0-812 0 0,0-1 1 0 0,1 1-1 0 0,-1 0 1 0 0,0 0-1 0 0,0 0 1 0 0,0 0 0 0 0,1 1-1 0 0,-1-1 1 0 0,0 0-1 0 0,0 0 1 0 0,1 0 0 0 0,-1 1-1 0 0,0-1 1 0 0,0 0-1 0 0,1 1 1 0 0,-1-1-1 0 0,0 0 1 0 0,1 1 0 0 0,-1-1-1 0 0,0 2 1 0 0,-14 11 236 0 0,0 1 0 0 0,1 1 1 0 0,1 0-1 0 0,1 1 0 0 0,0 1 0 0 0,-16 30 1 0 0,5-11-46 0 0,-61 103 323 0 0,7 3-1 0 0,-101 256 0 0 0,151-325-387 0 0,-33 147 0 0 0,54-183-135 0 0,0 0 0 0 0,3 0 0 0 0,1 0 1 0 0,1 0-1 0 0,2 0 0 0 0,7 40 0 0 0,-6-64-128 0 0,1-1-1 0 0,0 0 1 0 0,1 0-1 0 0,0 0 0 0 0,1-1 1 0 0,0 1-1 0 0,1-1 0 0 0,0 0 1 0 0,0 0-1 0 0,2-1 0 0 0,11 14 1 0 0,-14-19-325 0 0,0 0 0 0 0,1 0-1 0 0,0 0 1 0 0,0-1 0 0 0,0 0 0 0 0,0 0 0 0 0,1-1 0 0 0,12 5 0 0 0,-12-5-458 0 0,0-2-1 0 0,0 1 1 0 0,0-1-1 0 0,1 0 0 0 0,-1 0 1 0 0,0-1-1 0 0,0 0 1 0 0,1 0-1 0 0,13-3 1 0 0,8-3-6454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41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92 2224 0 0,'-2'-6'1160'0'0,"1"-1"0"0"0,-1 1 0 0 0,1-1 0 0 0,1 1-1 0 0,-1-1 1 0 0,1 1 0 0 0,1-9 0 0 0,0 13-1031 0 0,0 1 1 0 0,-1-1-1 0 0,1 1 0 0 0,0 0 1 0 0,0 0-1 0 0,0 0 0 0 0,0-1 0 0 0,0 1 1 0 0,0 0-1 0 0,0 0 0 0 0,1 0 1 0 0,-1 0-1 0 0,0 1 0 0 0,0-1 0 0 0,1 0 1 0 0,-1 0-1 0 0,0 1 0 0 0,3-2 1 0 0,25-6 1090 0 0,-18 7-1021 0 0,0 0 0 0 0,-1 1 0 0 0,1 0 0 0 0,-1 1 0 0 0,1 0 0 0 0,0 1 0 0 0,-1 0 0 0 0,0 0 0 0 0,0 1 0 0 0,1 1 0 0 0,-2-1 0 0 0,1 2 0 0 0,17 9 0 0 0,-21-10-146 0 0,0 0 0 0 0,0 0 0 0 0,0 1 1 0 0,0-1-1 0 0,-1 1 0 0 0,0 1 0 0 0,0-1 1 0 0,0 1-1 0 0,-1 0 0 0 0,0 0 0 0 0,0 0 1 0 0,0 0-1 0 0,-1 1 0 0 0,0-1 0 0 0,0 1 1 0 0,-1 0-1 0 0,0 0 0 0 0,0 0 0 0 0,0 0 1 0 0,0 13-1 0 0,-2-6-3 0 0,0 0 0 0 0,-1 0-1 0 0,-1 0 1 0 0,-1 0 0 0 0,0 0 0 0 0,0 0 0 0 0,-2-1 0 0 0,1 0 0 0 0,-9 16 0 0 0,-4 2 91 0 0,-1-1 1 0 0,-32 42-1 0 0,41-65-98 0 0,5-13-39 0 0,7-16-36 0 0,3 8 12 0 0,0 0 0 0 0,1 1 0 0 0,1 0 0 0 0,18-22 0 0 0,43-43-50 0 0,-54 63 60 0 0,115-117-98 0 0,-65 68 127 0 0,-54 53-63 0 0,-17 18 10 0 0,-20 21 24 0 0,10-6 22 0 0,1 0 0 0 0,1 1 0 0 0,-18 37 0 0 0,24-43-7 0 0,1 1 0 0 0,1 0 0 0 0,0 1-1 0 0,1 0 1 0 0,-3 32 0 0 0,7-45-212 0 0,1 1 1 0 0,0 0-1 0 0,0 0 1 0 0,1-1-1 0 0,0 1 1 0 0,0 0-1 0 0,1-1 1 0 0,0 1-1 0 0,0-1 1 0 0,0 0-1 0 0,1 1 1 0 0,0-1-1 0 0,0 0 1 0 0,0-1-1 0 0,7 9 1 0 0,-4-7-611 0 0,1 0 1 0 0,-1 0-1 0 0,1-1 1 0 0,0 0 0 0 0,1-1-1 0 0,-1 0 1 0 0,1 0-1 0 0,0 0 1 0 0,1-1-1 0 0,14 6 1 0 0,5-1-4237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42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11 2772 0 0,'9'-9'14424'0'0,"-6"8"-13365"0"0,-5 19-673 0 0,-1 0 0 0 0,0 0 0 0 0,-2-1 0 0 0,0 1 0 0 0,-1-1 0 0 0,-11 23 0 0 0,-7 23-154 0 0,-18 46-1219 0 0,8-40-5632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42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1 210 2976 0 0,'23'-40'6510'0'0,"-16"27"-4132"0"0,0 0-1 0 0,12-15 975 0 0,-18 28-3310 0 0,-1 0 0 0 0,1 0 1 0 0,-1 0-1 0 0,1 1 0 0 0,-1-1 0 0 0,0 0 0 0 0,1 0 1 0 0,-1 1-1 0 0,1-1 0 0 0,-1 0 0 0 0,0 0 1 0 0,1 1-1 0 0,-1-1 0 0 0,0 0 0 0 0,1 1 0 0 0,-1-1 1 0 0,0 1-1 0 0,1-1 0 0 0,-1 0 0 0 0,0 1 0 0 0,0-1 1 0 0,0 1-1 0 0,1-1 0 0 0,-1 1 0 0 0,0-1 0 0 0,0 1 1 0 0,0-1-1 0 0,0 1 0 0 0,0-1 0 0 0,0 1 1 0 0,2 20 574 0 0,-2-15-419 0 0,1 64 1055 0 0,-2-48-1024 0 0,1 0-1 0 0,2 0 0 0 0,0 1 0 0 0,7 31 0 0 0,-8-52-209 0 0,-1 0-1 0 0,1 0 0 0 0,0 0 0 0 0,-1 0 1 0 0,1 0-1 0 0,0 0 0 0 0,0 0 0 0 0,0 0 0 0 0,1 0 1 0 0,-1 0-1 0 0,0-1 0 0 0,1 1 0 0 0,-1-1 1 0 0,1 1-1 0 0,0-1 0 0 0,-1 1 0 0 0,1-1 1 0 0,0 0-1 0 0,0 0 0 0 0,0 0 0 0 0,3 2 1 0 0,-2-3-4 0 0,0 1 0 0 0,0-1 1 0 0,0 1-1 0 0,0-1 1 0 0,1 0-1 0 0,-1 0 0 0 0,0-1 1 0 0,0 1-1 0 0,0-1 1 0 0,0 1-1 0 0,0-1 0 0 0,0 0 1 0 0,4-2-1 0 0,3-1-6 0 0,-1-1 0 0 0,0 0 0 0 0,-1-1 0 0 0,1 0 0 0 0,-1 0 0 0 0,0-1 0 0 0,-1 0 0 0 0,9-9 0 0 0,1-7-154 0 0,0-1 0 0 0,-2-1 0 0 0,-1 0 0 0 0,-1 0 0 0 0,14-42 0 0 0,-14 28-3016 0 0,12-59-1 0 0,-28 86-36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44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474 18 2424 0 0,'19'-17'13630'0'0,"-18"17"-13503"0"0,4 20 758 0 0,-1 0 0 0 0,-1 0 1 0 0,1 31-1 0 0,-4 68 590 0 0,0-88-1117 0 0,-4 88 874 0 0,-37 232-1 0 0,28-287-932 0 0,-2-1-1 0 0,-4 0 1 0 0,-2-2-1 0 0,-2 0 1 0 0,-41 72-1 0 0,45-100 339 0 0,-44 59 0 0 0,55-81-450 0 0,-1-1 1 0 0,0 0 0 0 0,0-1-1 0 0,-1 0 1 0 0,-1 0 0 0 0,1-1-1 0 0,-1-1 1 0 0,-1 0 0 0 0,-12 6-1 0 0,21-12-159 0 0,1 1-1 0 0,-1-1 0 0 0,0-1 0 0 0,1 1 0 0 0,-1 0 1 0 0,0-1-1 0 0,0 1 0 0 0,0-1 0 0 0,0 0 1 0 0,0 0-1 0 0,1 0 0 0 0,-1 0 0 0 0,0 0 1 0 0,0-1-1 0 0,0 1 0 0 0,0-1 0 0 0,1 0 1 0 0,-1 0-1 0 0,-3-1 0 0 0,3-1-12 0 0,0 1 1 0 0,0 0-1 0 0,0-1 0 0 0,0 1 1 0 0,0-1-1 0 0,0 0 0 0 0,1 0 1 0 0,-1 0-1 0 0,1 0 0 0 0,0 0 1 0 0,0-1-1 0 0,-2-5 0 0 0,0-1-50 0 0,0 0 0 0 0,1 0 1 0 0,1 0-1 0 0,0 0 0 0 0,0-1 0 0 0,1 1 0 0 0,0-1 0 0 0,1 1 1 0 0,1-19-1 0 0,4 5-221 0 0,0 1 1 0 0,2 0 0 0 0,0 0 0 0 0,2 1-1 0 0,0 0 1 0 0,2 0 0 0 0,0 1 0 0 0,2 0-1 0 0,26-34 1 0 0,-18 29-860 0 0,2 0 0 0 0,1 2-1 0 0,0 1 1 0 0,2 1 0 0 0,1 1 0 0 0,41-26 0 0 0,-20 22-2382 0 0,-15 12-2895 0 0,-16 6-311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44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23 1212 0 0,'22'-14'14227'0'0,"-20"13"-13707"0"0,12-6 3686 0 0,-13 7-4162 0 0,-1 0 0 0 0,0 0 0 0 0,0 0 0 0 0,1-1 0 0 0,-1 1 0 0 0,0 0 0 0 0,1 0 0 0 0,-1 0 0 0 0,0 1 0 0 0,0-1 0 0 0,1 0 0 0 0,-1 0 0 0 0,0 0 0 0 0,0 0 0 0 0,1 0 0 0 0,-1 0 0 0 0,0 0 0 0 0,0 0 0 0 0,1 1 0 0 0,-1-1 0 0 0,0 0 0 0 0,0 0 0 0 0,1 0 0 0 0,-1 0 0 0 0,0 1 0 0 0,0-1 0 0 0,0 0 0 0 0,0 0 0 0 0,1 0 0 0 0,-1 1 0 0 0,0-1 0 0 0,0 0 0 0 0,0 0 0 0 0,0 1 0 0 0,0-1 0 0 0,0 0 0 0 0,0 1 0 0 0,1-1 0 0 0,-1 0 0 0 0,0 0 0 0 0,0 1 0 0 0,0-1 0 0 0,0 0 0 0 0,0 1 0 0 0,0-1 0 0 0,0 0 0 0 0,-1 0 0 0 0,1 1 0 0 0,0-1 0 0 0,0 0 0 0 0,0 0 0 0 0,0 1 0 0 0,0-1 0 0 0,-5 22 350 0 0,-1 0 0 0 0,-1-1 0 0 0,0 0 0 0 0,-2 0 0 0 0,0-1 0 0 0,-13 19 0 0 0,-16 40-681 0 0,10-22-1125 0 0,0 4-4693 0 0,27-50 2768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45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1 227 3148 0 0,'5'-106'16256'0'0,"-5"65"-13001"0"0,0 40-3232 0 0,0 0 1 0 0,1 0 0 0 0,-1 0 0 0 0,0 0-1 0 0,1 0 1 0 0,-1 0 0 0 0,1 0-1 0 0,-1 0 1 0 0,1 0 0 0 0,0 0-1 0 0,-1 1 1 0 0,1-1 0 0 0,0 0-1 0 0,-1 0 1 0 0,1 1 0 0 0,0-1 0 0 0,0 1-1 0 0,0-1 1 0 0,0 0 0 0 0,0 1-1 0 0,0 0 1 0 0,-1-1 0 0 0,2 0-1 0 0,24-7 126 0 0,-25 8-131 0 0,72-16 144 0 0,110-8 0 0 0,-94 14-334 0 0,-35 8-197 0 0,-51 2 325 0 0,1 3-18 0 0,-4-2 60 0 0,0-1 1 0 0,0 0-1 0 0,1 0 0 0 0,-1 0 1 0 0,0 0-1 0 0,0 0 1 0 0,0 0-1 0 0,1 0 1 0 0,-1 0-1 0 0,0 0 1 0 0,0 1-1 0 0,0-1 1 0 0,1 0-1 0 0,-1 0 0 0 0,0 0 1 0 0,0 0-1 0 0,0 1 1 0 0,0-1-1 0 0,0 0 1 0 0,1 0-1 0 0,-1 0 1 0 0,0 1-1 0 0,0-1 1 0 0,0 0-1 0 0,0 0 0 0 0,0 1 1 0 0,0-1-1 0 0,0 0 1 0 0,0 0-1 0 0,0 0 1 0 0,0 1-1 0 0,0-1 1 0 0,0 0-1 0 0,0 0 1 0 0,0 1-1 0 0,0-1 0 0 0,-5 12-1 0 0,0-1-1 0 0,-1-1 0 0 0,-1 1 1 0 0,1-1-1 0 0,-2 0 1 0 0,1 0-1 0 0,-13 11 0 0 0,-7 10 23 0 0,-74 91 153 0 0,-35 45 437 0 0,134-164-688 0 0,-1 0 164 0 0,1 0 0 0 0,0 1 1 0 0,-1-1-1 0 0,2 0 0 0 0,-1 1 0 0 0,-3 6 1 0 0,5-9-52 0 0,0-1 0 0 0,0 1 1 0 0,0 0-1 0 0,0-1 1 0 0,0 1-1 0 0,0-1 0 0 0,0 1 1 0 0,0 0-1 0 0,0-1 0 0 0,0 1 1 0 0,0-1-1 0 0,0 1 0 0 0,1-1 1 0 0,-1 1-1 0 0,0 0 1 0 0,0-1-1 0 0,1 1 0 0 0,-1-1 1 0 0,0 1-1 0 0,1 0 0 0 0,0 0 14 0 0,0-1 0 0 0,0 1 0 0 0,0 0 0 0 0,1 0 1 0 0,-1-1-1 0 0,0 1 0 0 0,0 0 0 0 0,0-1 0 0 0,1 0 0 0 0,-1 1 0 0 0,0-1 0 0 0,3 1 0 0 0,15 1 182 0 0,-1 0 1 0 0,1-2-1 0 0,-1 0 1 0 0,1-1-1 0 0,31-5 1 0 0,92-28 75 0 0,-114 26-208 0 0,9-2-575 0 0,42-17 1 0 0,-25-1-3884 0 0,-44 22 1588 0 0,-1 0 0 0 0,0-1 0 0 0,10-10 0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45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466 93 1012 0 0,'-67'-92'18165'0'0,"72"100"-15711"0"0,25 38-792 0 0,-2 2 0 0 0,-2 1 0 0 0,27 72 0 0 0,-39-82-1469 0 0,-3-1 0 0 0,0 2 0 0 0,-3-1 0 0 0,-2 1 0 0 0,3 57 0 0 0,-8-2-230 0 0,-5 1 0 0 0,-3-2 0 0 0,-5 1-1 0 0,-4-2 1 0 0,-45 150 0 0 0,30-150-1418 0 0,-4-1-1 0 0,-4-2 1 0 0,-4-2 0 0 0,-4-2 0 0 0,-80 112 0 0 0,91-150-2933 0 0,-45 45 1 0 0,20-30-4917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46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525 191 1644 0 0,'7'-14'1763'0'0,"1"0"0"0"0,-2-1 0 0 0,9-28 0 0 0,-14 39-1481 0 0,0 0 0 0 0,0-1 0 0 0,0 1-1 0 0,0 0 1 0 0,-1 0 0 0 0,0-1 0 0 0,0 1 0 0 0,0 0 0 0 0,-1-1 0 0 0,1 1 0 0 0,-1 0-1 0 0,0-1 1 0 0,0 1 0 0 0,0 0 0 0 0,-1 0 0 0 0,1 0 0 0 0,-1 0 0 0 0,0 0-1 0 0,-4-4 1 0 0,5 6-221 0 0,0 1 1 0 0,0 0-1 0 0,-1-1 0 0 0,1 1 0 0 0,0 0 0 0 0,-1 0 0 0 0,1 0 0 0 0,-1 0 1 0 0,1 0-1 0 0,-1 1 0 0 0,0-1 0 0 0,1 0 0 0 0,-1 1 0 0 0,0-1 1 0 0,1 1-1 0 0,-1 0 0 0 0,0-1 0 0 0,-3 1 0 0 0,1 0 1 0 0,0 0-1 0 0,0 1 1 0 0,0 0-1 0 0,0-1 1 0 0,0 2-1 0 0,1-1 1 0 0,-1 0-1 0 0,-4 2 1 0 0,-5 4 57 0 0,0 1-1 0 0,0 0 1 0 0,-15 13 0 0 0,28-21-105 0 0,-44 36 284 0 0,1 2 0 0 0,3 1 0 0 0,-69 87 0 0 0,84-92-242 0 0,1 0 0 0 0,3 2 0 0 0,1 0 0 0 0,1 1 1 0 0,2 1-1 0 0,-13 43 0 0 0,26-66-30 0 0,0 0-1 0 0,1 0 1 0 0,0 1-1 0 0,1 0 1 0 0,1-1-1 0 0,0 1 1 0 0,3 24-1 0 0,-1-33-6 0 0,0 1 0 0 0,1-1-1 0 0,0 0 1 0 0,0 0 0 0 0,0 1 0 0 0,1-2-1 0 0,0 1 1 0 0,1 0 0 0 0,-1-1 0 0 0,1 1-1 0 0,1-1 1 0 0,-1 0 0 0 0,1 0-1 0 0,0-1 1 0 0,0 1 0 0 0,1-1 0 0 0,11 8-1 0 0,-4-5 14 0 0,0-1 0 0 0,1 0 0 0 0,0-1 0 0 0,1-1-1 0 0,-1 0 1 0 0,1-1 0 0 0,0 0 0 0 0,0-1 0 0 0,21 1 0 0 0,-7-2-553 0 0,0-1 1 0 0,0-2 0 0 0,0-1-1 0 0,29-5 1 0 0,-13-3-2057 0 0,-17 0-2464 0 0,-9 0-1318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47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95 1764 0 0,'-34'-10'6484'0'0,"-12"-5"300"0"0,44 14-6321 0 0,2 1-444 0 0,0 0 0 0 0,1 0 0 0 0,-1 0 0 0 0,0 0 0 0 0,1 0 0 0 0,-1-1 0 0 0,0 1 0 0 0,1 0 0 0 0,-1 0 0 0 0,0 0 0 0 0,0 0 0 0 0,1-1 0 0 0,-1 1 0 0 0,0 0 0 0 0,0 0 0 0 0,1-1 0 0 0,-1 1 0 0 0,0 0 0 0 0,0 0 0 0 0,0-1 0 0 0,0 1 0 0 0,1 0 0 0 0,-1 0 0 0 0,0-1 0 0 0,0 1 0 0 0,0 0 0 0 0,0-1 0 0 0,0 1 0 0 0,0 0 0 0 0,0-1 0 0 0,0 1-1 0 0,0 0 1 0 0,0-1 0 0 0,0 1 0 0 0,0 0 0 0 0,0 0 0 0 0,0-1 0 0 0,0 1 0 0 0,0 0 0 0 0,0-1 0 0 0,0 1 0 0 0,0 0 0 0 0,0-1 0 0 0,-1 1 0 0 0,1 0 0 0 0,0 0 0 0 0,0-1 0 0 0,0 1 0 0 0,-1 0 0 0 0,1 0 0 0 0,0-1 0 0 0,0 1 0 0 0,0 0 0 0 0,-1 0 0 0 0,1 0 0 0 0,0-1 0 0 0,0 1 0 0 0,-1 0 0 0 0,1 0 0 0 0,0 0 0 0 0,-1 0 0 0 0,1 0 0 0 0,0 0 0 0 0,-1-1 0 0 0,1 1 0 0 0,130-27-385 0 0,-39 13-3544 0 0,-33 5-1303 0 0,-30 5 358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09:47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1 615 2308 0 0,'6'-74'14546'0'0,"-4"61"-12956"0"0,-2 12-1506 0 0,0 1 0 0 0,0-1 0 0 0,0 0 0 0 0,1 1 0 0 0,-1-1 0 0 0,0 0 0 0 0,0 1 0 0 0,0-1 0 0 0,1 1 0 0 0,-1-1 0 0 0,0 0 1 0 0,1 1-1 0 0,-1-1 0 0 0,0 1 0 0 0,1-1 0 0 0,-1 1 0 0 0,1-1 0 0 0,-1 1 0 0 0,1-1 0 0 0,-1 1 0 0 0,1 0 0 0 0,-1-1 0 0 0,1 1 0 0 0,0 0 0 0 0,-1-1 1 0 0,1 1-1 0 0,-1 0 0 0 0,1 0 0 0 0,0 0 0 0 0,-1-1 0 0 0,1 1 0 0 0,0 0 0 0 0,-1 0 0 0 0,1 0 0 0 0,0 0 0 0 0,-1 0 0 0 0,1 0 0 0 0,0 0 0 0 0,-1 0 1 0 0,1 1-1 0 0,-1-1 0 0 0,1 0 0 0 0,0 0 0 0 0,-1 0 0 0 0,1 1 0 0 0,-1-1 0 0 0,1 0 0 0 0,0 1 0 0 0,0-1 0 0 0,28 18 765 0 0,-1 5-232 0 0,-1 2-1 0 0,-1 0 1 0 0,36 47-1 0 0,58 96 97 0 0,-52-69-287 0 0,-55-80-216 0 0,17 21 4149 0 0,-27-41-3778 0 0,0 0-563 0 0,-1 1 1 0 0,1-2-1 0 0,-1 1 1 0 0,0 0-1 0 0,1 0 1 0 0,-1-1-1 0 0,0 1 1 0 0,0-1-1 0 0,0 0 1 0 0,0 0-1 0 0,0 1 1 0 0,-1-1-1 0 0,1-1 1 0 0,0 1-1 0 0,-1 0 1 0 0,0 0-1 0 0,3-4 0 0 0,20-50 153 0 0,-18 39-158 0 0,130-415-845 0 0,-40 106-117 0 0,-83 286-567 0 0,3-13-2251 0 0,-13 46 2131 0 0,1-1 0 0 0,-1 1 0 0 0,1-1-1 0 0,7-8 1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25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17 452 0 0,'-8'-8'7797'0'0,"-4"0"-5617"0"0,12 8-2227 0 0,0 0 0 0 0,-1 0 0 0 0,1 0-1 0 0,0 0 1 0 0,-1 1 0 0 0,1-1 0 0 0,0 0-1 0 0,-1 0 1 0 0,1 0 0 0 0,0 0 0 0 0,0 1-1 0 0,-1-1 1 0 0,1 0 0 0 0,0 0 0 0 0,0 1-1 0 0,-1-1 1 0 0,1 0 0 0 0,0 0 0 0 0,0 1-1 0 0,0-1 1 0 0,0 0 0 0 0,-1 1 0 0 0,1-1-1 0 0,0 0 1 0 0,0 1 0 0 0,0-1 0 0 0,0 0-1 0 0,0 1 1 0 0,0-1 0 0 0,0 0 0 0 0,0 1-1 0 0,0-1 1 0 0,0 0 0 0 0,0 1 0 0 0,0-1-1 0 0,0 0 1 0 0,0 1 0 0 0,0-1 0 0 0,1 1-1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24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144 520 580 0 0,'-144'13'14693'0'0,"147"-26"-13828"0"0,0 9-759 0 0,0-1 0 0 0,1 1-1 0 0,0 0 1 0 0,0-1 0 0 0,0 2-1 0 0,0-1 1 0 0,0 0 0 0 0,6-3-1 0 0,9-8 84 0 0,6-10-41 0 0,-1-1-1 0 0,-2-1 0 0 0,0-1 0 0 0,-2-1 1 0 0,-1 0-1 0 0,-2-2 0 0 0,-1 0 1 0 0,-1-1-1 0 0,-1-1 0 0 0,9-35 0 0 0,-14 37-87 0 0,-4 11-66 0 0,16-34 0 0 0,-23 59 7 0 0,1 1-1 0 0,0-1 0 0 0,0 1 1 0 0,0-1-1 0 0,0 7 0 0 0,-2 15-2 0 0,-37 169 52 0 0,-71 402 468 0 0,111-597-515 0 0,-13 82 339 0 0,1-31 2862 0 0,11-50-2465 0 0,-3-5-380 0 0,3 2-344 0 0,0 1 0 0 0,0-1 1 0 0,0 0-1 0 0,0 0 0 0 0,0 1 1 0 0,0-1-1 0 0,0 0 0 0 0,0 0 0 0 0,0 0 1 0 0,0 0-1 0 0,0-2 0 0 0,-2-11 26 0 0,0 0-1 0 0,1-1 0 0 0,1 1 0 0 0,1-1 1 0 0,0 1-1 0 0,0-1 0 0 0,5-20 0 0 0,3-9-19 0 0,15-47 0 0 0,-14 60-27 0 0,2-1 1 0 0,2 2-1 0 0,0 0 1 0 0,3 0 0 0 0,21-32-1 0 0,-25 45-7 0 0,0 0 0 0 0,1 1 0 0 0,0 1 0 0 0,2 0 0 0 0,0 1 0 0 0,0 1 0 0 0,1 0 0 0 0,1 1 0 0 0,29-16 0 0 0,-42 26 18 0 0,0 0-1 0 0,1 0 1 0 0,-1 0-1 0 0,1 0 1 0 0,0 1 0 0 0,-1 0-1 0 0,1 0 1 0 0,0 0-1 0 0,0 1 1 0 0,0-1 0 0 0,-1 1-1 0 0,1 0 1 0 0,0 1-1 0 0,0-1 1 0 0,0 1 0 0 0,-1 0-1 0 0,1 0 1 0 0,0 0 0 0 0,-1 1-1 0 0,1 0 1 0 0,-1 0-1 0 0,1 0 1 0 0,-1 0 0 0 0,0 1-1 0 0,0-1 1 0 0,0 1-1 0 0,0 0 1 0 0,0 0 0 0 0,-1 1-1 0 0,0-1 1 0 0,1 1 0 0 0,-1 0-1 0 0,0 0 1 0 0,-1 0-1 0 0,1 0 1 0 0,-1 0 0 0 0,0 0-1 0 0,0 1 1 0 0,0-1-1 0 0,-1 1 1 0 0,1 0 0 0 0,-1-1-1 0 0,0 1 1 0 0,0 0-1 0 0,-1 0 1 0 0,1-1 0 0 0,-1 1-1 0 0,-1 8 1 0 0,-1-1 1 0 0,0-1 1 0 0,-1 0-1 0 0,0 0 1 0 0,-1 0 0 0 0,0-1-1 0 0,-1 1 1 0 0,0-1-1 0 0,0 0 1 0 0,-1 0-1 0 0,-11 13 1 0 0,9-12-18 0 0,-1-1 0 0 0,0 0 0 0 0,-1-1 1 0 0,0 0-1 0 0,0 0 0 0 0,-1-1 0 0 0,0 0 0 0 0,-19 9 1 0 0,25-14 22 0 0,0-1 1 0 0,0 0-1 0 0,-1-1 1 0 0,1 1-1 0 0,0-1 0 0 0,-1 0 1 0 0,1 0-1 0 0,-1-1 1 0 0,1 0-1 0 0,0 0 1 0 0,-1 0-1 0 0,1 0 1 0 0,-9-3-1 0 0,9 2-3 0 0,0 0 0 0 0,0-1 0 0 0,0 1 0 0 0,0-1 0 0 0,0 0 0 0 0,0-1 0 0 0,1 1 0 0 0,-1-1-1 0 0,1 0 1 0 0,-5-4 0 0 0,8 6-53 0 0,-4-2 30 0 0,2 0 2 0 0,5 3-1 0 0,7 3 9 0 0,0 0 0 0 0,1 0 0 0 0,-2 1 0 0 0,1 1 0 0 0,0-1 0 0 0,-1 1 0 0 0,13 11 0 0 0,53 48-89 0 0,-24-16-665 0 0,72 88 0 0 0,-75-81-2657 0 0,-14-20-1890 0 0,-19-22 441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25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28 191 940 0 0,'-3'-94'15915'0'0,"3"93"-15854"0"0,0 0-1 0 0,0 0 1 0 0,0 0 0 0 0,1-1 0 0 0,-1 1 0 0 0,1 0 0 0 0,-1 0-1 0 0,0 0 1 0 0,1 0 0 0 0,0 0 0 0 0,-1 0 0 0 0,1 0-1 0 0,0 0 1 0 0,-1 1 0 0 0,1-1 0 0 0,0 0 0 0 0,0 0-1 0 0,0 0 1 0 0,0 1 0 0 0,0-1 0 0 0,0 0 0 0 0,0 1-1 0 0,0-1 1 0 0,0 1 0 0 0,0-1 0 0 0,0 1 0 0 0,0 0-1 0 0,0-1 1 0 0,0 1 0 0 0,0 0 0 0 0,0 0 0 0 0,2 0 0 0 0,31 0 290 0 0,-30 1-309 0 0,0 0 0 0 0,0 1 0 0 0,0-1-1 0 0,0 1 1 0 0,0 0 0 0 0,0 0 0 0 0,-1 0 0 0 0,1 0-1 0 0,-1 1 1 0 0,1-1 0 0 0,-1 1 0 0 0,0 0 0 0 0,0 0-1 0 0,0 0 1 0 0,0 0 0 0 0,-1 1 0 0 0,1-1 0 0 0,-1 1-1 0 0,0 0 1 0 0,0-1 0 0 0,0 1 0 0 0,-1 0 0 0 0,1 0-1 0 0,-1 0 1 0 0,0 1 0 0 0,0-1 0 0 0,0 6 0 0 0,1 4 122 0 0,-1 0 0 0 0,-1 0 0 0 0,0 0 1 0 0,-1-1-1 0 0,0 1 0 0 0,-1 0 0 0 0,-4 14 0 0 0,-2-3 315 0 0,-1 0-1 0 0,-1 0 0 0 0,-2-1 0 0 0,0 0 0 0 0,-1-1 0 0 0,-1-1 1 0 0,-2 0-1 0 0,-23 27 0 0 0,38-48-433 0 0,0 0-1 0 0,1 0 1 0 0,-1 0 0 0 0,0 0 0 0 0,1 0-1 0 0,-1 0 1 0 0,0-1 0 0 0,0 1 0 0 0,0 0-1 0 0,0-1 1 0 0,0 1 0 0 0,1-1-1 0 0,-1 1 1 0 0,0-1 0 0 0,-1 1 0 0 0,1-1-1 0 0,0 1 1 0 0,-1-1 0 0 0,2 0-28 0 0,-1-1 1 0 0,1 1-1 0 0,0-1 1 0 0,-1 1-1 0 0,1-1 1 0 0,0 1-1 0 0,0-1 1 0 0,-1 1-1 0 0,1-1 1 0 0,0 1-1 0 0,0-1 1 0 0,0 1-1 0 0,0-1 1 0 0,0 0-1 0 0,0 1 1 0 0,0-1-1 0 0,0 1 1 0 0,0-1-1 0 0,0 1 1 0 0,0-1-1 0 0,0 1 1 0 0,0-1 0 0 0,0 1-1 0 0,1-2 1 0 0,1-5 27 0 0,0-1 0 0 0,0 0 1 0 0,7-14-1 0 0,11-11-15 0 0,1 0 0 0 0,2 1 0 0 0,27-30 0 0 0,87-80 90 0 0,-135 139-119 0 0,161-157 59 0 0,-149 146-73 0 0,-21 19-4 0 0,-24 24 2 0 0,-1 6-72 0 0,-40 55 1 0 0,58-70 78 0 0,1 1 0 0 0,1 1 1 0 0,0 0-1 0 0,-12 37 0 0 0,22-55 12 0 0,1 0 1 0 0,0 0-1 0 0,0 0 1 0 0,0 0 0 0 0,0 1-1 0 0,1-1 1 0 0,0 0-1 0 0,0 0 1 0 0,0 1-1 0 0,0-1 1 0 0,0 0-1 0 0,1 0 1 0 0,0 1-1 0 0,0-1 1 0 0,0 0-1 0 0,1 0 1 0 0,-1 0 0 0 0,1 0-1 0 0,0 0 1 0 0,0 0-1 0 0,3 3 1 0 0,-2-3-38 0 0,1-1 0 0 0,-1 1 0 0 0,1-1 0 0 0,0 0 0 0 0,0 0 0 0 0,1 0 0 0 0,-1 0 0 0 0,0-1 0 0 0,1 0 0 0 0,0 0 0 0 0,-1 0 0 0 0,1 0 0 0 0,0-1 0 0 0,0 0 0 0 0,0 0 0 0 0,0 0 0 0 0,8 0 0 0 0,4-1-613 0 0,1 0 0 0 0,-1-2-1 0 0,1 0 1 0 0,-1 0-1 0 0,0-2 1 0 0,0 0-1 0 0,0-1 1 0 0,-1-1-1 0 0,21-10 1 0 0,-19 7-1407 0 0,0 0 0 0 0,-1-2 0 0 0,0 0-1 0 0,23-20 1 0 0,-3-4-5833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26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16 660 0 0,'2'-16'16358'0'0,"-17"30"-16067"0"0,0 1-1 0 0,1 0 1 0 0,-23 32-1 0 0,17-22-199 0 0,-69 97-2342 0 0,73-96-1864 0 0,-16 35 0 0 0,22-40-1271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28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9 1564 0 0,'0'0'3836'0'0,"-10"-3"-1571"0"0,22-2-4105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32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31 727 744 0 0,'-2'-12'3378'0'0,"-1"1"-1"0"0,0 0 1 0 0,-9-19-1 0 0,2 3 626 0 0,9 25-3304 0 0,2 1-584 0 0,-1 0-1 0 0,0 0 1 0 0,0 0-1 0 0,1 0 1 0 0,-1 0-1 0 0,1 0 0 0 0,-1 0 1 0 0,1 1-1 0 0,-1-1 1 0 0,1 0-1 0 0,0 0 0 0 0,-1 1 1 0 0,1-1-1 0 0,0 0 1 0 0,0 0-1 0 0,-1 1 1 0 0,1-1-1 0 0,0 1 0 0 0,0-1 1 0 0,0 1-1 0 0,0-1 1 0 0,1 1-1 0 0,29-13 390 0 0,-12 6-179 0 0,9-5-167 0 0,0-2-1 0 0,-1 0 0 0 0,-1-2 1 0 0,0-2-1 0 0,44-37 1 0 0,-54 39-128 0 0,0 0 0 0 0,-1-1 0 0 0,-1-1 0 0 0,-1 0 0 0 0,-1-1 0 0 0,0 0 0 0 0,-1-1 0 0 0,14-37 0 0 0,-12 16-10 0 0,-2-1-1 0 0,10-76 1 0 0,-12 59-44 0 0,-10 51-4 0 0,-4 11 6 0 0,-5 12 6 0 0,-98 304 53 0 0,-22 333 74 0 0,109-533-93 0 0,15-79 45 0 0,3-17 344 0 0,-11 45 1 0 0,13-67-337 0 0,1 0 0 0 0,0-1 1 0 0,0 1-1 0 0,-1 0 0 0 0,1 0 0 0 0,-1 0 0 0 0,1 0 1 0 0,-1 0-1 0 0,1 0 0 0 0,-1 0 0 0 0,1-1 0 0 0,-1 1 1 0 0,0 0-1 0 0,1 0 0 0 0,-3 0 0 0 0,3-1-62 0 0,0 0 0 0 0,0 0 0 0 0,-1 0 0 0 0,1 0 0 0 0,0 0 0 0 0,-1 0 0 0 0,1 0 0 0 0,0 0 0 0 0,-1 0 0 0 0,1 0-1 0 0,0 0 1 0 0,-1 0 0 0 0,1 0 0 0 0,0 0 0 0 0,0-1 0 0 0,-1 1 0 0 0,1 0 0 0 0,0 0 0 0 0,-1 0 0 0 0,1 0 0 0 0,0-1 0 0 0,0 1 0 0 0,0 0 0 0 0,-1 0 0 0 0,1-1 0 0 0,0 1-1 0 0,0 0 1 0 0,0-1 0 0 0,0 1 0 0 0,-1 0 0 0 0,0-3-2 0 0,-1 0-1 0 0,1 0 1 0 0,0 0-1 0 0,0 0 1 0 0,0 0-1 0 0,1 0 1 0 0,-1-6-1 0 0,0-26-3 0 0,2-1 0 0 0,1 0 0 0 0,2 1-1 0 0,1 0 1 0 0,2 0 0 0 0,1 0 0 0 0,2 1 0 0 0,2 0-1 0 0,30-62 1 0 0,-27 67-42 0 0,2 0 0 0 0,1 1 0 0 0,1 1 0 0 0,1 1-1 0 0,2 1 1 0 0,0 1 0 0 0,2 0 0 0 0,0 2 0 0 0,2 1 0 0 0,51-33-1 0 0,-59 44 25 0 0,0 1 0 0 0,1 1-1 0 0,-1 0 1 0 0,2 2 0 0 0,-1 0-1 0 0,1 2 1 0 0,21-4 0 0 0,-25 7 10 0 0,17-1 13 0 0,-31 2-7 0 0,9 1-9 0 0,-5-1 3 0 0,5 0-1 0 0,29 13-6 0 0,-8-3 24 0 0,-30-9-19 0 0,6 3-215 0 0,-25-12-7147 0 0,14 7 6752 0 0,0 1 0 0 0,0-1 0 0 0,0 1 0 0 0,1 0 0 0 0,-1 0 0 0 0,0 0 0 0 0,0 0 0 0 0,0 1 0 0 0,0-1 0 0 0,-5 2 0 0 0,-2-1-2224 0 0,-8 1-3102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27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0 926 1428 0 0,'8'-8'5552'0'0,"31"-37"2332"0"0,13-31-6805 0 0,-25 35-581 0 0,33-49-393 0 0,54-109-1 0 0,-95 160-76 0 0,-2 0-1 0 0,-1-1 1 0 0,-3-1-1 0 0,-1 0 0 0 0,12-79 1 0 0,-20 95-70 0 0,-2 0 0 0 0,-1 1 0 0 0,-3-38 1 0 0,2 62 38 0 0,0-1 1 0 0,0 1 0 0 0,0 0 0 0 0,0-1 0 0 0,0 1 0 0 0,0 0 0 0 0,0-1 0 0 0,0 1 0 0 0,0 0 0 0 0,0-1 0 0 0,0 1 0 0 0,0-1-1 0 0,0 1 1 0 0,-1 0 0 0 0,1-1 0 0 0,0 1 0 0 0,0 0 0 0 0,0 0 0 0 0,0-1 0 0 0,-1 1 0 0 0,1 0 0 0 0,0-1 0 0 0,0 1 0 0 0,-1 0-1 0 0,1 0 1 0 0,0-1 0 0 0,0 1 0 0 0,-1 0 0 0 0,1 0 0 0 0,0 0 0 0 0,-1-1 0 0 0,1 1 0 0 0,0 0 0 0 0,-1 0 0 0 0,1 0 0 0 0,0 0-1 0 0,-1 0 1 0 0,1 0 0 0 0,0 0 0 0 0,-1 0 0 0 0,1 0 0 0 0,-1 0 0 0 0,1 0 0 0 0,0 0 0 0 0,-1 0 0 0 0,1 0 0 0 0,0 0-1 0 0,-1 0 1 0 0,1 0 0 0 0,0 0 0 0 0,-1 1 0 0 0,1-1 0 0 0,0 0 0 0 0,-1 0 0 0 0,1 0 0 0 0,0 0 0 0 0,0 1 0 0 0,-1-1 0 0 0,-15 17-36 0 0,4 1 35 0 0,2 0 0 0 0,0 1 0 0 0,1 0 1 0 0,-10 28-1 0 0,-18 84 66 0 0,29-100-59 0 0,-86 504 76 0 0,91-512-72 0 0,-47 410 493 0 0,42-384 2218 0 0,7-46-2236 0 0,-1 4 447 0 0,4-26-786 0 0,0 1 0 0 0,2 0 0 0 0,0 0 0 0 0,8-22 0 0 0,-3 7-98 0 0,13-45-6 0 0,63-146 0 0 0,-72 195-46 0 0,3 0 1 0 0,0 1-1 0 0,1 0 0 0 0,2 2 0 0 0,1 0 0 0 0,1 1 0 0 0,44-41 1 0 0,-54 58-1 0 0,0 0 1 0 0,0 0 0 0 0,1 1 0 0 0,0 0-1 0 0,0 1 1 0 0,1 1 0 0 0,25-8 0 0 0,-33 11 2 0 0,0 1 0 0 0,0 1 1 0 0,0-1-1 0 0,0 1 0 0 0,0 0 1 0 0,0 0-1 0 0,-1 0 0 0 0,1 1 1 0 0,0-1-1 0 0,0 1 0 0 0,6 2 1 0 0,-8-2 1 0 0,0 1 1 0 0,0-1-1 0 0,0 1 1 0 0,0 0-1 0 0,0 0 0 0 0,0 0 1 0 0,0 1-1 0 0,-1-1 1 0 0,1 1-1 0 0,-1-1 1 0 0,0 1-1 0 0,1 0 0 0 0,-1 0 1 0 0,0 0-1 0 0,-1 0 1 0 0,1 0-1 0 0,1 4 1 0 0,-1-2 0 0 0,-1-1 1 0 0,0 1 0 0 0,0-1 0 0 0,-1 1-1 0 0,1-1 1 0 0,-1 1 0 0 0,0-1-1 0 0,0 1 1 0 0,-1-1 0 0 0,1 1 0 0 0,-1-1-1 0 0,0 1 1 0 0,0-1 0 0 0,-1 0 0 0 0,1 1-1 0 0,-1-1 1 0 0,0 0 0 0 0,0 0-1 0 0,0 0 1 0 0,-5 6 0 0 0,-4 4 2 0 0,1 0 0 0 0,-2 0-1 0 0,-24 22 1 0 0,22-24 4 0 0,0-1-1 0 0,0 0 0 0 0,-1-1 0 0 0,0-1 0 0 0,0 0 0 0 0,-1-1 1 0 0,-1-1-1 0 0,1 0 0 0 0,-1-1 0 0 0,0-1 0 0 0,-24 4 0 0 0,32-9 5 0 0,-1 0-1 0 0,0-1 1 0 0,-14-3-1 0 0,-21-1-82 0 0,44 5 72 0 0,1 0-1 0 0,0 0 1 0 0,0 0-1 0 0,0 0 1 0 0,-1 0-1 0 0,1 0 1 0 0,0 0-1 0 0,0 0 1 0 0,0 0-1 0 0,-1 0 1 0 0,1 0-1 0 0,0 0 0 0 0,0 0 1 0 0,0 0-1 0 0,-1 0 1 0 0,1 0-1 0 0,0 0 1 0 0,0 0-1 0 0,0 0 1 0 0,0 1-1 0 0,-1-1 1 0 0,1 0-1 0 0,0 0 1 0 0,0 0-1 0 0,0 0 1 0 0,0 0-1 0 0,-1 0 1 0 0,1 1-1 0 0,0-1 0 0 0,0 0 1 0 0,0 0-1 0 0,0 0 1 0 0,0 0-1 0 0,0 1 1 0 0,0-1-1 0 0,0 0 1 0 0,0 0-1 0 0,-1 0 1 0 0,1 1-1 0 0,0-1 1 0 0,0 0-1 0 0,0 0 1 0 0,0 0-1 0 0,0 1 1 0 0,0-1-1 0 0,7 12-4 0 0,17 12 9 0 0,-23-23-6 0 0,38 39-4 0 0,-3 2 0 0 0,-1 1 0 0 0,36 58-1 0 0,-46-61-1303 0 0,9 14-2674 0 0,-8-23-3342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28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63 229 1976 0 0,'8'-50'9989'0'0,"-2"33"-8377"0"0,-5 16-1554 0 0,0 1 0 0 0,-1-1 0 0 0,1 0 0 0 0,0 1 0 0 0,0-1 0 0 0,-1 1 0 0 0,1-1 0 0 0,0 1 0 0 0,0-1 0 0 0,0 1 1 0 0,0 0-1 0 0,-1-1 0 0 0,1 1 0 0 0,0 0 0 0 0,0 0 0 0 0,0-1 0 0 0,0 1 0 0 0,0 0 0 0 0,0 0 0 0 0,0 0 0 0 0,0 0 0 0 0,0 0 0 0 0,0 1 0 0 0,1-1 0 0 0,21 5 609 0 0,-23-5-667 0 0,5 2 95 0 0,0 0 1 0 0,-1 0 0 0 0,1 0-1 0 0,-1 1 1 0 0,0 0-1 0 0,0-1 1 0 0,0 2-1 0 0,0-1 1 0 0,0 0 0 0 0,-1 1-1 0 0,1 0 1 0 0,-1-1-1 0 0,0 1 1 0 0,0 1 0 0 0,0-1-1 0 0,-1 0 1 0 0,1 1-1 0 0,-1-1 1 0 0,0 1 0 0 0,2 9-1 0 0,-1-4 7 0 0,-1-1 0 0 0,-1 0-1 0 0,1 1 1 0 0,-1-1 0 0 0,-1 1 0 0 0,0-1 0 0 0,0 1-1 0 0,-1-1 1 0 0,0 1 0 0 0,-3 9 0 0 0,1-7-29 0 0,-1 0 1 0 0,-1-1-1 0 0,0 0 0 0 0,-1 0 1 0 0,0 0-1 0 0,0 0 1 0 0,-1-1-1 0 0,-1-1 1 0 0,-10 13-1 0 0,2-7 196 0 0,1 0 0 0 0,-2-1 1 0 0,0-1-1 0 0,-26 15 0 0 0,42-27-258 0 0,1-1 0 0 0,-1 1-1 0 0,1-1 1 0 0,0 1 0 0 0,-1-1 0 0 0,0 0 0 0 0,1 1 0 0 0,-1-1-1 0 0,1 0 1 0 0,-1 0 0 0 0,1 1 0 0 0,-1-1 0 0 0,1 0 0 0 0,-1 0-1 0 0,0 0 1 0 0,1 0 0 0 0,-1 1 0 0 0,0-1 0 0 0,1 0 0 0 0,-1 0 0 0 0,1 0-1 0 0,-1-1 1 0 0,0 1 0 0 0,1 0 0 0 0,-1 0 0 0 0,1 0 0 0 0,-1 0-1 0 0,0 0 1 0 0,1-1 0 0 0,-1 1 0 0 0,1 0 0 0 0,-1-1 0 0 0,1 1-1 0 0,-1 0 1 0 0,1-1 0 0 0,-1 1 0 0 0,1-1 0 0 0,-1 1 0 0 0,1-1-1 0 0,-1 0-3 0 0,1 0 0 0 0,-1 0-1 0 0,1-1 1 0 0,0 1-1 0 0,0 0 1 0 0,-1 0-1 0 0,1-1 1 0 0,0 1 0 0 0,0 0-1 0 0,0 0 1 0 0,1-1-1 0 0,-1 1 1 0 0,0 0-1 0 0,0 0 1 0 0,1-2 0 0 0,6-12 6 0 0,1 0 0 0 0,0 0-1 0 0,1 1 1 0 0,1 1 0 0 0,18-21 0 0 0,3-5-5 0 0,51-62-32 0 0,141-133-1 0 0,-168 179 7 0 0,-55 55 18 0 0,1 0-1 0 0,-1 0 1 0 0,0-1-1 0 0,0 1 1 0 0,0 0-1 0 0,0 0 1 0 0,0-1-1 0 0,0 1 1 0 0,1 0-1 0 0,-1 0 1 0 0,0-1-1 0 0,0 1 1 0 0,0 0-1 0 0,0 0 1 0 0,1 0-1 0 0,-1 0 1 0 0,0-1-1 0 0,0 1 1 0 0,1 0-1 0 0,-1 0 1 0 0,0 0-1 0 0,0 0 1 0 0,1 0-1 0 0,-1 0 1 0 0,0 0-1 0 0,0 0 1 0 0,1-1-1 0 0,-1 1 1 0 0,0 0-1 0 0,1 0 1 0 0,-1 0-1 0 0,0 0 1 0 0,0 0-1 0 0,1 1 1 0 0,-1-1-1 0 0,0 0 1 0 0,1 0-1 0 0,-4 11 4 0 0,-14 20-5 0 0,-24 24 28 0 0,2 2-1 0 0,2 2 1 0 0,-28 64-1 0 0,62-118-16 0 0,0 1-1 0 0,1-1 1 0 0,0 1-1 0 0,1 0 1 0 0,-1 0-1 0 0,1 0 1 0 0,0 0-1 0 0,1 0 1 0 0,-1 0-1 0 0,1 0 1 0 0,0 0-1 0 0,1 0 1 0 0,1 10-1 0 0,-1-13 0 0 0,0 0-1 0 0,1 0 0 0 0,-1 0 0 0 0,1 0 1 0 0,-1 0-1 0 0,1 0 0 0 0,0-1 1 0 0,0 1-1 0 0,0 0 0 0 0,0-1 0 0 0,1 0 1 0 0,-1 1-1 0 0,1-1 0 0 0,0 0 0 0 0,-1 0 1 0 0,1-1-1 0 0,0 1 0 0 0,0-1 1 0 0,0 1-1 0 0,0-1 0 0 0,0 0 0 0 0,0 0 1 0 0,0 0-1 0 0,1 0 0 0 0,-1-1 0 0 0,5 1 1 0 0,7 0-191 0 0,1 0 1 0 0,0-1 0 0 0,0-1-1 0 0,0 0 1 0 0,0-1 0 0 0,-1-1 0 0 0,1 0-1 0 0,-1-1 1 0 0,0-1 0 0 0,19-9-1 0 0,-13 5-956 0 0,1-2 1 0 0,-2-1-1 0 0,1 0 0 0 0,-2-2 0 0 0,0 0 0 0 0,21-20 0 0 0,-19 11-2727 0 0,-2-1-1745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32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71 1536 0 0,'1'-3'1676'0'0,"39"-60"8500"0"0,-40 62-9778 0 0,6-3 1379 0 0,-22 28-1229 0 0,-1-2-1 0 0,-1 0 1 0 0,-33 32 0 0 0,0 0-286 0 0,10-8-440 0 0,-65 78-573 0 0,91-103-2394 0 0,0 1 0 0 0,-12 25 0 0 0,21-31-2103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34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70 932 0 0,'6'-8'2466'0'0,"26"-28"1783"0"0,-31 35-4066 0 0,2-2-113 0 0,0 1 0 0 0,0-1 1 0 0,0 1-1 0 0,0-1 0 0 0,0 1 0 0 0,1 0 0 0 0,-1 0 0 0 0,6-2 0 0 0,-4 3-514 0 0,0 1-1 0 0,1-1 0 0 0,-1 1 0 0 0,0 0 0 0 0,1 1 0 0 0,5 0 0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35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845 28 760 0 0,'4'-28'18485'0'0,"-88"191"-15774"0"0,-95 128-1006 0 0,148-247-1536 0 0,-56 88-241 0 0,65-95 74 0 0,21-36 78 0 0,1 0-74 0 0,0-1-1 0 0,0 0 1 0 0,0 1 0 0 0,0-1-1 0 0,0 0 1 0 0,0 1 0 0 0,0-1-1 0 0,0 0 1 0 0,0 1-1 0 0,0-1 1 0 0,1 0 0 0 0,-1 0-1 0 0,0 1 1 0 0,0-1-1 0 0,0 0 1 0 0,0 1 0 0 0,1-1-1 0 0,-1 0 1 0 0,0 0 0 0 0,0 1-1 0 0,0-1 1 0 0,1 0-1 0 0,-1 0 1 0 0,0 0 0 0 0,1 1-1 0 0,-1-1 1 0 0,0 0 0 0 0,0 0-1 0 0,1 0 1 0 0,-1 0-1 0 0,0 0 1 0 0,1 0 0 0 0,-1 1-1 0 0,1-1 1 0 0,13-2 49 0 0,0-1 0 0 0,0 0 1 0 0,-1-1-1 0 0,1-1 0 0 0,-1 0 0 0 0,13-7 1 0 0,78-45 61 0 0,-93 50-107 0 0,20-13 26 0 0,-1-1-1 0 0,-1-2 1 0 0,47-47 0 0 0,65-91-17 0 0,-120 136 282 0 0,-2 0-1 0 0,29-53 1 0 0,-48 77-287 0 0,4-6 76 0 0,-29 41-65 0 0,2 2 0 0 0,1 1 0 0 0,-22 49 1 0 0,8-14 17 0 0,-164 370 265 0 0,39-77 539 0 0,13-95 326 0 0,123-232-792 0 0,-2 0 0 0 0,-1-1 0 0 0,-2-2 0 0 0,-57 51-1 0 0,77-77-206 0 0,-1 0-1 0 0,0-1 1 0 0,-1-1-1 0 0,1 0 0 0 0,-2 0 1 0 0,1-1-1 0 0,-20 6 1 0 0,29-11-140 0 0,0 0 1 0 0,0 0 0 0 0,0 0 0 0 0,0 0-1 0 0,-1-1 1 0 0,1 0 0 0 0,0 0-1 0 0,0 0 1 0 0,-1 0 0 0 0,1 0 0 0 0,0 0-1 0 0,0-1 1 0 0,0 0 0 0 0,0 1-1 0 0,-1-1 1 0 0,1 0 0 0 0,0-1-1 0 0,0 1 1 0 0,1-1 0 0 0,-1 1 0 0 0,0-1-1 0 0,0 0 1 0 0,1 0 0 0 0,-1 0-1 0 0,1 0 1 0 0,0 0 0 0 0,-1-1 0 0 0,1 1-1 0 0,0-1 1 0 0,0 1 0 0 0,1-1-1 0 0,-1 0 1 0 0,1 0 0 0 0,-1 0 0 0 0,1 0-1 0 0,-2-5 1 0 0,1 1-35 0 0,1 0 0 0 0,-1-1 0 0 0,1 1 0 0 0,1 0 0 0 0,-1-1 0 0 0,1 1 0 0 0,1-1 0 0 0,-1 1 0 0 0,1 0 0 0 0,1 0 0 0 0,-1-1 0 0 0,1 1 0 0 0,4-10 0 0 0,3-5 0 0 0,0 1 0 0 0,1 1 0 0 0,13-20 0 0 0,8-5-3 0 0,1 1-1 0 0,2 2 1 0 0,69-67-1 0 0,-47 58-45 0 0,2 3 1 0 0,75-47-1 0 0,-64 53-1327 0 0,1 3 0 0 0,117-45 0 0 0,-72 41-3290 0 0,1 7-4119 0 0,-91 27 1862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39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509 238 1252 0 0,'2'-131'9231'0'0,"-3"79"-6915"0"0,1-1-674 0 0,0 51-1502 0 0,-1 3-131 0 0,-1 0-1 0 0,1 0 1 0 0,-1 0 0 0 0,1 0 0 0 0,0 1 0 0 0,-1-1 0 0 0,1 0-1 0 0,0 0 1 0 0,0 1 0 0 0,0-1 0 0 0,0 1 0 0 0,0-1 0 0 0,0 1-1 0 0,0 0 1 0 0,0-1 0 0 0,0 3 0 0 0,0-3 10 0 0,-379 824 1358 0 0,356-759-1318 0 0,2 1 0 0 0,4 1 0 0 0,2 1 0 0 0,-11 124 0 0 0,25-156-39 0 0,2 0 0 0 0,2-1 0 0 0,1 1 0 0 0,12 52 0 0 0,-9-63-13 0 0,2-1 0 0 0,0 0 0 0 0,2 0 0 0 0,1-1 0 0 0,0-1 0 0 0,31 45 0 0 0,-23-43-135 0 0,2 0 1 0 0,1-1-1 0 0,1-1 0 0 0,0-1 1 0 0,2-1-1 0 0,50 32 1 0 0,-31-27-1665 0 0,2-1 1 0 0,0-3 0 0 0,77 26 0 0 0,-20-16-4318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10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1068 0 0,'-23'29'6028'0'0,"22"-27"-5978"0"0,0 4-500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10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25 229 232 0 0,'-2'1'2370'0'0,"-21"20"7014"0"0,24-21-9336 0 0,15-3-45 0 0,272-88 651 0 0,-80 22-894 0 0,-34 17-1928 0 0,-57 22-3206 0 0,-94 24 2869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10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4 156 1364 0 0,'-3'9'7105'0'0,"10"-21"-6689"0"0,1 2 52 0 0,4-6-248 0 0,6-4-64 0 0,2-1-636 0 0,6-5-984 0 0,1 0-981 0 0,6-8-491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23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238 379 1944 0 0,'-15'16'9031'0'0,"9"-8"-6755"0"0,5-6-2205 0 0,1-1 0 0 0,-1 1 1 0 0,1 0-1 0 0,-1-1 1 0 0,1 1-1 0 0,0-1 1 0 0,0 1-1 0 0,-1 0 1 0 0,1-1-1 0 0,0 1 1 0 0,1 0-1 0 0,-1-1 1 0 0,0 1-1 0 0,0 0 1 0 0,1-1-1 0 0,-1 1 0 0 0,1 0 1 0 0,-1-1-1 0 0,1 1 1 0 0,0-1-1 0 0,-1 1 1 0 0,1-1-1 0 0,0 0 1 0 0,0 1-1 0 0,0-1 1 0 0,0 0-1 0 0,1 1 1 0 0,-1-1-1 0 0,0 0 1 0 0,0 0-1 0 0,3 1 0 0 0,-1 0 42 0 0,-1-1 1 0 0,1 1-1 0 0,0-1 0 0 0,0 0 0 0 0,-1 0 0 0 0,1 0 0 0 0,0 0 0 0 0,0-1 0 0 0,0 1 0 0 0,0-1 0 0 0,0 0 0 0 0,1 1 0 0 0,-1-1 0 0 0,0-1 0 0 0,0 1 0 0 0,5-1 0 0 0,2-3-36 0 0,1 0 1 0 0,-1 0-1 0 0,0-1 0 0 0,0 0 1 0 0,0-1-1 0 0,-1 0 0 0 0,0 0 1 0 0,0-1-1 0 0,-1 0 0 0 0,1-1 1 0 0,-1 0-1 0 0,-1 0 0 0 0,0-1 1 0 0,0 0-1 0 0,6-11 0 0 0,0-2-49 0 0,-1 0 0 0 0,-1-1 0 0 0,-2 0 0 0 0,0-1 0 0 0,9-38 0 0 0,-11 27 9 0 0,3-62 0 0 0,-8 66-32 0 0,-3 24-105 0 0,-4 12 70 0 0,-5 15 19 0 0,-62 251-28 0 0,22 7 105 0 0,27-143-55 0 0,-13 78-3 0 0,-32 169 126 0 0,-26-6 72 0 0,87-354-82 0 0,-15 32-1 0 0,19-48-64 0 0,1-1 0 0 0,-1 0 0 0 0,0 0 0 0 0,-1 0 0 0 0,1 0 0 0 0,-1 0-1 0 0,0-1 1 0 0,0 0 0 0 0,-1 1 0 0 0,1-2 0 0 0,-7 5 0 0 0,10-7-49 0 0,0 0 0 0 0,-1-1 1 0 0,1 1-1 0 0,0-1 0 0 0,-1 0 0 0 0,1 1 1 0 0,-1-1-1 0 0,1 0 0 0 0,0 0 1 0 0,-1 0-1 0 0,1 0 0 0 0,-1 0 0 0 0,1 0 1 0 0,-1 0-1 0 0,1 0 0 0 0,0-1 1 0 0,-1 1-1 0 0,1 0 0 0 0,0-1 0 0 0,-1 1 1 0 0,1-1-1 0 0,0 0 0 0 0,-1 1 0 0 0,1-1 1 0 0,0 0-1 0 0,0 0 0 0 0,0 0 1 0 0,0 0-1 0 0,0 0 0 0 0,0 0 0 0 0,0 0 1 0 0,0 0-1 0 0,0 0 0 0 0,0 0 0 0 0,0-2 1 0 0,-4-5 2 0 0,1 1 0 0 0,0-1 0 0 0,0 0 1 0 0,-3-10-1 0 0,2 1-10 0 0,1-1-1 0 0,1 1 1 0 0,0-1 0 0 0,1 0 0 0 0,1 0 0 0 0,1 1-1 0 0,1-1 1 0 0,4-33 0 0 0,5-3-19 0 0,25-82 0 0 0,-15 78 15 0 0,2 1 0 0 0,2 1-1 0 0,3 1 1 0 0,2 1 0 0 0,2 2-1 0 0,66-83 1 0 0,-80 114-9 0 0,1 1 1 0 0,1 0-1 0 0,1 1 1 0 0,0 2-1 0 0,2 0 1 0 0,0 1-1 0 0,0 1 1 0 0,2 1-1 0 0,0 1 1 0 0,44-17-1 0 0,-60 27 4 0 0,-1 1 1 0 0,1 0-1 0 0,0 1 0 0 0,0 0 0 0 0,0 0 0 0 0,0 0 0 0 0,0 1 0 0 0,0 1 1 0 0,0-1-1 0 0,0 1 0 0 0,0 0 0 0 0,12 5 0 0 0,-16-5 4 0 0,-1 0-1 0 0,1 1 1 0 0,-1 0 0 0 0,0 0-1 0 0,0 0 1 0 0,0 0-1 0 0,0 0 1 0 0,0 1 0 0 0,0-1-1 0 0,0 1 1 0 0,-1 0-1 0 0,1-1 1 0 0,-1 1 0 0 0,0 1-1 0 0,0-1 1 0 0,0 0 0 0 0,0 0-1 0 0,-1 1 1 0 0,1-1-1 0 0,-1 1 1 0 0,0-1 0 0 0,0 1-1 0 0,0 0 1 0 0,-1-1-1 0 0,1 1 1 0 0,-1 0 0 0 0,0 0-1 0 0,0 3 1 0 0,-1 7 3 0 0,0-1 1 0 0,-1 0-1 0 0,-1-1 0 0 0,0 1 1 0 0,-1 0-1 0 0,0-1 0 0 0,-1 0 1 0 0,0 0-1 0 0,-1 0 0 0 0,0-1 1 0 0,-11 15-1 0 0,4-7 2 0 0,-2 0 1 0 0,0-1 0 0 0,-1-1-1 0 0,-1 0 1 0 0,-27 20-1 0 0,33-28 0 0 0,-1-1 0 0 0,-1 1 0 0 0,0-2 0 0 0,0 0 0 0 0,0-1 0 0 0,-1 0 0 0 0,0-1 0 0 0,0 0 0 0 0,0-1 0 0 0,-1-1 0 0 0,1 0 0 0 0,-1-1 0 0 0,0 0 0 0 0,0-2 0 0 0,-15 0 0 0 0,-25-5-51 0 0,51 4 45 0 0,7 2-88 0 0,3 0 97 0 0,-1 0-1 0 0,1 1 0 0 0,-1 0 0 0 0,0 0 1 0 0,1 1-1 0 0,-1 0 0 0 0,0-1 1 0 0,0 2-1 0 0,-1-1 0 0 0,1 0 1 0 0,4 6-1 0 0,49 50 278 0 0,-47-47-254 0 0,55 66 112 0 0,-4 2 0 0 0,71 123 1 0 0,-127-193-662 0 0,23 32-2025 0 0,-5-21-5993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23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95 2228 0 0,'-15'-68'12565'0'0,"8"41"-8561"0"0,13 222-2150 0 0,-6-168-1754 0 0,2 62 113 0 0,-1-78-178 0 0,1 0-1 0 0,0 0 1 0 0,0 0 0 0 0,1 0-1 0 0,8 19 1 0 0,-9-27-23 0 0,-1-1 0 0 0,0 1-1 0 0,1 0 1 0 0,0-1 0 0 0,0 1 0 0 0,0-1-1 0 0,0 0 1 0 0,0 1 0 0 0,0-1 0 0 0,0 0 0 0 0,1 0-1 0 0,-1 0 1 0 0,1-1 0 0 0,-1 1 0 0 0,1-1-1 0 0,0 1 1 0 0,5 1 0 0 0,-4-2 0 0 0,1 0 0 0 0,-1-1-1 0 0,1 1 1 0 0,-1-1 0 0 0,0 0 0 0 0,1 0 0 0 0,-1 0-1 0 0,1-1 1 0 0,-1 0 0 0 0,0 0 0 0 0,7-2-1 0 0,-3 1-1 0 0,0-2-1 0 0,0 1 1 0 0,0-1-1 0 0,0 0 1 0 0,-1-1-1 0 0,1 0 0 0 0,-1 0 1 0 0,0-1-1 0 0,-1 0 1 0 0,0 0-1 0 0,1 0 1 0 0,4-8-1 0 0,2-8 108 0 0,-1-1-1 0 0,-1 0 1 0 0,-2 0 0 0 0,0-1-1 0 0,-1 0 1 0 0,5-33 0 0 0,0 6 1052 0 0,-8 34-852 0 0,-5 20-107 0 0,-6 29-45 0 0,3-19-171 0 0,-21 104 101 0 0,-3 10 96 0 0,-12 143 0 0 0,39-265-369 0 0,-1 0 1 0 0,1 1-1 0 0,0-1 1 0 0,1 0-1 0 0,-1 0 0 0 0,1 0 1 0 0,0 0-1 0 0,0 1 1 0 0,1-1-1 0 0,0-1 0 0 0,-1 1 1 0 0,2 0-1 0 0,4 8 0 0 0,-5-10-178 0 0,0 0 0 0 0,1-1-1 0 0,-1 0 1 0 0,1 1 0 0 0,-1-1-1 0 0,1 0 1 0 0,0 0 0 0 0,0-1-1 0 0,0 1 1 0 0,0-1 0 0 0,0 1-1 0 0,0-1 1 0 0,0 0 0 0 0,0 0-1 0 0,1 0 1 0 0,-1-1 0 0 0,0 1-1 0 0,1-1 1 0 0,-1 0 0 0 0,1 0-1 0 0,-1 0 1 0 0,4-1 0 0 0,22-3-4358 0 0,3-5-2283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23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35 100 408 0 0,'-1'-4'1666'0'0,"-1"-1"0"0"0,1 1 1 0 0,-1 0-1 0 0,0 0 0 0 0,0 0 0 0 0,-1 0 0 0 0,-2-4 1 0 0,-5-8 1852 0 0,9 14-2910 0 0,0 2-575 0 0,1 0 1 0 0,0 0 0 0 0,-1-1-1 0 0,1 1 1 0 0,0 0-1 0 0,0 0 1 0 0,-1 0 0 0 0,1-1-1 0 0,0 1 1 0 0,0 0 0 0 0,-1 0-1 0 0,1-1 1 0 0,0 1 0 0 0,0 0-1 0 0,0-1 1 0 0,-1 1-1 0 0,1 0 1 0 0,0-1 0 0 0,0 1-1 0 0,0 0 1 0 0,0-1 0 0 0,0 1-1 0 0,0 0 1 0 0,0-1 0 0 0,-1 1-1 0 0,1 0 1 0 0,0-1-1 0 0,0 1 1 0 0,0 0 0 0 0,1-1-1 0 0,-1 1 1 0 0,0 0 0 0 0,0-1-1 0 0,0 1 1 0 0,0-1 0 0 0,0 1-1 0 0,0 0 1 0 0,0 0 0 0 0,1-1-1 0 0,-1 1 1 0 0,0 0-1 0 0,0-1 1 0 0,0 1 0 0 0,1 0-1 0 0,-1 0 1 0 0,0-1 0 0 0,0 1-1 0 0,1 0 1 0 0,-1 0 0 0 0,0-1-1 0 0,1 1 1 0 0,-1 0-1 0 0,0 0 1 0 0,1 0 0 0 0,-1 0-1 0 0,0 0 1 0 0,1-1 0 0 0,-1 1-1 0 0,0 0 1 0 0,1 0 0 0 0,0 0-1 0 0,90-7 484 0 0,3-1-2432 0 0,-33 1-3548 0 0,-45 4 1128 0 0,-1-1-2083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23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 1760 0 0,'-52'33'6145'0'0,"29"-19"-2792"0"0,1 0 0 0 0,-39 35 0 0 0,61-49-3318 0 0,-1 0 0 0 0,1 0 0 0 0,0 0 1 0 0,-1 1-1 0 0,1-1 0 0 0,0 0 0 0 0,-1 0 0 0 0,1 0 0 0 0,0 1 0 0 0,0-1 0 0 0,-1 0 0 0 0,1 1 0 0 0,0-1 0 0 0,0 0 0 0 0,0 0 0 0 0,0 1 0 0 0,-1-1 0 0 0,1 0 0 0 0,0 1 0 0 0,0-1 0 0 0,0 0 0 0 0,0 1 1 0 0,0-1-1 0 0,0 0 0 0 0,0 1 0 0 0,0-1 0 0 0,0 0 0 0 0,0 1 0 0 0,0-1 0 0 0,0 1 0 0 0,0-1 0 0 0,0 0 0 0 0,0 1 0 0 0,0-1 0 0 0,0 0 0 0 0,0 1 0 0 0,0-1 0 0 0,1 0 0 0 0,-1 1 0 0 0,0-1 0 0 0,0 0 0 0 0,18 4 469 0 0,25-9-346 0 0,104-26-2581 0 0,0-8-6109 0 0,-85 22 1793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11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0 272 0 0,'0'0'2448'0'0,"15"0"-4184"0"0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12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2 400 0 0,'16'-2'644'0'0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12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0 728 0 0,'0'0'3520'0'0,"3"9"-4684"0"0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13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1080 0 0,'0'0'4204'0'0,"-5"7"-3651"0"0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37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485 121 152 0 0,'-8'-6'5395'0'0,"6"1"-4552"0"0,0 1 1 0 0,0 0-1 0 0,0-1 0 0 0,1 1 0 0 0,-1-1 0 0 0,0-7 1 0 0,2 9-346 0 0,1-27 2129 0 0,8 21-2428 0 0,-5 5-169 0 0,0 0-1 0 0,0 0 1 0 0,0 1-1 0 0,1-1 1 0 0,-1 1 0 0 0,11-5-1 0 0,-13 7-27 0 0,-1 0-6 0 0,0 1 4 0 0,1 0 0 0 0,-1-1-1 0 0,1 1 1 0 0,-1 0 0 0 0,0 0 0 0 0,1-1-1 0 0,-1 1 1 0 0,1 0 0 0 0,-1 1 0 0 0,1-1-1 0 0,-1 0 1 0 0,1 0 0 0 0,-1 1-1 0 0,0-1 1 0 0,1 0 0 0 0,1 2 0 0 0,-1-1-1 0 0,0 0 0 0 0,-1 1 0 0 0,1-1 1 0 0,-1 0-1 0 0,1 1 0 0 0,-1-1 0 0 0,0 1 0 0 0,1 0 1 0 0,-1-1-1 0 0,0 1 0 0 0,0 0 0 0 0,0 0 0 0 0,0-1 1 0 0,-1 1-1 0 0,1 0 0 0 0,0 0 0 0 0,-1 0 0 0 0,0 0 1 0 0,1 0-1 0 0,-1 0 0 0 0,0 4 0 0 0,0-2 1 0 0,1 3 59 0 0,-1 0 1 0 0,-1 0-1 0 0,1 0 0 0 0,-1 0 0 0 0,-1 0 0 0 0,1 0 0 0 0,-1 0 0 0 0,0 0 0 0 0,-1 0 1 0 0,0-1-1 0 0,0 1 0 0 0,0-1 0 0 0,-7 10 0 0 0,-6 7 237 0 0,-1-1 1 0 0,-21 20-1 0 0,38-42-291 0 0,-21 22 198 0 0,0-2 1 0 0,-1-1-1 0 0,-1-1 0 0 0,-1-1 1 0 0,-29 16-1 0 0,33-22-49 0 0,-1 0-1 0 0,0-2 1 0 0,0-1 0 0 0,-1 0-1 0 0,0-2 1 0 0,0 0 0 0 0,-25 2-1 0 0,42-7-116 0 0,0-1-1 0 0,0 0 0 0 0,0 0 0 0 0,-1-1 1 0 0,1 1-1 0 0,0-1 0 0 0,0 0 0 0 0,0 0 0 0 0,1-1 1 0 0,-1 0-1 0 0,0 0 0 0 0,0 0 0 0 0,1 0 1 0 0,-1 0-1 0 0,1-1 0 0 0,0 0 0 0 0,-4-3 0 0 0,6 4-33 0 0,1 1-1 0 0,0 0 1 0 0,0 0-1 0 0,0 0 0 0 0,0 0 1 0 0,0-1-1 0 0,0 1 0 0 0,1-1 1 0 0,-1 1-1 0 0,0 0 1 0 0,1-1-1 0 0,-1 1 0 0 0,1-1 1 0 0,-1 0-1 0 0,1 1 0 0 0,-1-1 1 0 0,1 1-1 0 0,0-1 1 0 0,0 0-1 0 0,0 1 0 0 0,0-1 1 0 0,0 1-1 0 0,1-1 0 0 0,-1 0 1 0 0,0 1-1 0 0,1-1 1 0 0,-1 1-1 0 0,1-1 0 0 0,0-1 1 0 0,1-1-3 0 0,0 1 0 0 0,-1-1 0 0 0,1 1 0 0 0,1 0 1 0 0,-1 0-1 0 0,0-1 0 0 0,1 1 0 0 0,0 1 0 0 0,0-1 1 0 0,3-3-1 0 0,-2 4-2 0 0,0 0 0 0 0,-1-1 0 0 0,1 2 0 0 0,0-1 0 0 0,0 0 0 0 0,0 1 0 0 0,0 0 0 0 0,0-1 1 0 0,1 2-1 0 0,-1-1 0 0 0,0 0 0 0 0,0 1 0 0 0,1 0 0 0 0,-1 0 0 0 0,5 1 0 0 0,-1 0 3 0 0,-1 1 0 0 0,1 0 0 0 0,-1 0 0 0 0,1 1 0 0 0,-1-1-1 0 0,0 2 1 0 0,12 6 0 0 0,-1 3 7 0 0,-1 0-1 0 0,0 0 1 0 0,-1 2-1 0 0,-1 0 1 0 0,15 18-1 0 0,9 19-240 0 0,-2 2 0 0 0,51 100 0 0 0,-68-118-822 0 0,9 10-2570 0 0,-26-42 2275 0 0,1-1 0 0 0,0 1 0 0 0,-1 0 0 0 0,9 5 1 0 0,2-2-3994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37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225 136 1056 0 0,'-11'-32'8851'0'0,"-20"-36"0"0"0,30 66-8483 0 0,0 1-281 0 0,1 0-1 0 0,-1-1 0 0 0,1 1 0 0 0,-1-1 0 0 0,1 1 0 0 0,0 0 0 0 0,0-1 0 0 0,0 1 0 0 0,0-1 1 0 0,0 1-1 0 0,0-1 0 0 0,0-2 0 0 0,103 1 303 0 0,6-2-276 0 0,-102 5-98 0 0,25-1-9 0 0,-4-1 20 0 0,-22 2-21 0 0,-3-1-4 0 0,1 1 0 0 0,0 0 0 0 0,0 0 0 0 0,-1 0 0 0 0,1 1-1 0 0,0-1 1 0 0,6 2 0 0 0,-10-1-2 0 0,0 0 0 0 0,1-1 0 0 0,-1 1 0 0 0,0-1 0 0 0,0 1 0 0 0,0-1-1 0 0,0 1 1 0 0,0 0 0 0 0,1-1 0 0 0,-1 1 0 0 0,0 0 0 0 0,0-1 0 0 0,-1 1 0 0 0,1-1 0 0 0,0 1-1 0 0,0 0 1 0 0,0-1 0 0 0,0 1 0 0 0,0-1 0 0 0,-1 1 0 0 0,1-1 0 0 0,0 1 0 0 0,-1 0 0 0 0,-6 15 22 0 0,-8 8 57 0 0,-1-1 0 0 0,-1 0 0 0 0,-1-1 1 0 0,-29 26-1 0 0,-91 72 1898 0 0,125-109-1700 0 0,-197 156 3128 0 0,209-166-3350 0 0,-1 0-1 0 0,0 1 1 0 0,1-1 0 0 0,-1 0-1 0 0,1 1 1 0 0,0 0-1 0 0,-1-1 1 0 0,1 1 0 0 0,0 0-1 0 0,0 0 1 0 0,-1 2 0 0 0,2-3-28 0 0,0-1 0 0 0,0 0 0 0 0,0 1 0 0 0,0-1 0 0 0,0 0 0 0 0,0 1 0 0 0,0-1 0 0 0,0 1 0 0 0,0-1 0 0 0,0 0 0 0 0,0 1 0 0 0,0-1 0 0 0,0 0 0 0 0,0 1 0 0 0,1-1 1 0 0,-1 0-1 0 0,0 1 0 0 0,0-1 0 0 0,0 0 0 0 0,1 1 0 0 0,-1-1 0 0 0,0 0 0 0 0,0 0 0 0 0,1 1 0 0 0,-1-1 0 0 0,18 5 448 0 0,36-2 17 0 0,-1-4 0 0 0,1-1 0 0 0,63-12 0 0 0,-92 11-458 0 0,354-47 2093 0 0,-364 49-2126 0 0,4-1 0 0 0,-1 0 0 0 0,-1 1 0 0 0,-1-1 0 0 0,-3 0 0 0 0,-12 2-115 0 0,0 0-1 0 0,-1 0 1 0 0,1 0-1 0 0,0 0 1 0 0,-1 0-1 0 0,1 0 1 0 0,0 0-1 0 0,-1 0 1 0 0,1 0-1 0 0,0-1 1 0 0,-1 1-1 0 0,1 0 1 0 0,0 0 0 0 0,-1-1-1 0 0,1 1 1 0 0,0-1-1 0 0,-1 1 1 0 0,1 0-1 0 0,-1-1 1 0 0,1 1-1 0 0,-1-1 1 0 0,1 1-1 0 0,-1-1 1 0 0,1 1-1 0 0,-1-1 1 0 0,0 0-1 0 0,1 1 1 0 0,-1-1 0 0 0,1 0-1 0 0,-7-14-5841 0 0,2 9 4070 0 0,-2-24-9248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38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997 92 1532 0 0,'-4'-16'2874'0'0,"0"0"0"0"0,0 0 0 0 0,-1-25 0 0 0,5 39-2398 0 0,8 1 284 0 0,-7 1-735 0 0,-1 0 0 0 0,1 0 1 0 0,0 0-1 0 0,0 0 0 0 0,-1 0 1 0 0,1 0-1 0 0,0 0 0 0 0,0 0 1 0 0,-1 0-1 0 0,1 1 1 0 0,0-1-1 0 0,0 0 0 0 0,-1 0 1 0 0,1 1-1 0 0,0-1 0 0 0,-1 0 1 0 0,1 1-1 0 0,0-1 0 0 0,-1 1 1 0 0,2 0-1 0 0,8 9 229 0 0,1 1 0 0 0,-2 0 0 0 0,0 0 0 0 0,0 1 0 0 0,-1 0-1 0 0,0 0 1 0 0,10 24 0 0 0,-5-12 108 0 0,13 29-47 0 0,-1 2 1 0 0,-3 0-1 0 0,-3 1 0 0 0,-2 1 0 0 0,-2 0 1 0 0,-3 1-1 0 0,-3 1 0 0 0,-2 0 1 0 0,-2 0-1 0 0,-4 0 0 0 0,-1 1 1 0 0,-4-1-1 0 0,-18 99 0 0 0,9-95-262 0 0,-4 0 0 0 0,-2-1 0 0 0,-3 0 0 0 0,-2-2-1 0 0,-3-1 1 0 0,-3-1 0 0 0,-2-1 0 0 0,-2-2 0 0 0,-53 63-1 0 0,4-18-959 0 0,-5-4-1 0 0,-193 164 0 0 0,170-174-3777 0 0,-127 76 0 0 0,114-91-2949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14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64 0 0,'0'0'2183'0'0,"23"11"4023"0"0,-17-7-8574 0 0,-11 10-1610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17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60 0 0,'0'0'92'0'0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18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1 320 0 0,'0'0'2224'0'0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18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0 888 0 0,'0'0'3702'0'0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18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6 476 0 0,'-7'-5'2636'0'0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20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1 228 0 0,'0'0'2777'0'0,"-7"3"-4173"0"0,5-3 839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21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1 372 0 0,'0'0'4730'0'0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22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16 932 0 0,'-3'-6'1216'0'0,"3"-3"-2028"0"0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22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1008 0 0,'0'0'1728'0'0,"7"5"-3360"0"0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58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65 487 188 0 0,'-6'8'8003'0'0,"-5"11"-3079"0"0,2 7-3297 0 0,8-25-1607 0 0,1 0 0 0 0,0 1-1 0 0,-1-1 1 0 0,1 0 0 0 0,0 0-1 0 0,0 1 1 0 0,0-1 0 0 0,0 0 0 0 0,0 0-1 0 0,0 1 1 0 0,0-1 0 0 0,1 0-1 0 0,-1 0 1 0 0,0 1 0 0 0,1-1 0 0 0,-1 0-1 0 0,1 0 1 0 0,-1 0 0 0 0,1 0-1 0 0,0 1 1 0 0,-1-1 0 0 0,1 0 0 0 0,0 0-1 0 0,0 0 1 0 0,0-1 0 0 0,0 1-1 0 0,0 0 1 0 0,0 0 0 0 0,0 0 0 0 0,0-1-1 0 0,0 1 1 0 0,0 0 0 0 0,0-1-1 0 0,0 1 1 0 0,0-1 0 0 0,1 1 0 0 0,-1-1-1 0 0,0 0 1 0 0,2 1 0 0 0,5-1 22 0 0,0 1 0 0 0,0-1 0 0 0,0-1 0 0 0,0 1 0 0 0,0-2 1 0 0,-1 1-1 0 0,1-1 0 0 0,0 0 0 0 0,-1 0 0 0 0,1-1 0 0 0,-1 0 0 0 0,11-6 0 0 0,8-6 10 0 0,0-1 0 0 0,23-19-1 0 0,-32 20-4 0 0,0-1 0 0 0,0 0 0 0 0,-2-1-1 0 0,0 0 1 0 0,-1-1 0 0 0,0-1-1 0 0,-2 0 1 0 0,0-1 0 0 0,15-36 0 0 0,-14 22-55 0 0,-1-1 1 0 0,-1-1 0 0 0,-2 0 0 0 0,-1 0 0 0 0,3-46 0 0 0,-11 81 5 0 0,0 0 1 0 0,0 1 0 0 0,0-1 0 0 0,0 0 0 0 0,1 1-1 0 0,-1-1 1 0 0,0 0 0 0 0,0 1 0 0 0,0-1 0 0 0,-1 0-1 0 0,1 1 1 0 0,0-1 0 0 0,0 0 0 0 0,0 1 0 0 0,0-1-1 0 0,-1 0 1 0 0,1 1 0 0 0,0-1 0 0 0,0 1 0 0 0,-1-1-1 0 0,1 0 1 0 0,-1 1 0 0 0,1-1 0 0 0,-1 0 0 0 0,0 1-2 0 0,1 0 1 0 0,-1 0 0 0 0,1 0-1 0 0,-1 0 1 0 0,0 0 0 0 0,1 1 0 0 0,-1-1-1 0 0,1 0 1 0 0,-1 0 0 0 0,0 0 0 0 0,1 0-1 0 0,-1 1 1 0 0,1-1 0 0 0,-1 0-1 0 0,1 1 1 0 0,-1-1 0 0 0,1 0 0 0 0,-1 1-1 0 0,1-1 1 0 0,-1 1 0 0 0,-3 3-11 0 0,0 0 0 0 0,0 1 1 0 0,0-1-1 0 0,-4 8 0 0 0,-13 26 111 0 0,2 1 1 0 0,-15 42-1 0 0,-22 87 357 0 0,38-109-376 0 0,-92 337 499 0 0,-15 46-207 0 0,120-426-334 0 0,3-10 71 0 0,1 0-1 0 0,-1 0 0 0 0,0 0 0 0 0,-1-1 0 0 0,1 1 0 0 0,-1-1 0 0 0,0 0 0 0 0,0 0 0 0 0,-5 5 0 0 0,7-9 11 0 0,-1-1 11 0 0,1 1-123 0 0,1-1-1 0 0,-1 0 0 0 0,1 0 0 0 0,-1 0 1 0 0,1 0-1 0 0,-1 1 0 0 0,0-1 0 0 0,1 0 1 0 0,-1 0-1 0 0,1 0 0 0 0,-1 0 0 0 0,1 0 0 0 0,-1 0 1 0 0,1-1-1 0 0,-1 1 0 0 0,1 0 0 0 0,-1 0 1 0 0,0 0-1 0 0,1 0 0 0 0,-1-1 0 0 0,1 1 1 0 0,-1-1-1 0 0,-3-5 9 0 0,1-1 0 0 0,-1 0 1 0 0,1 0-1 0 0,1 0 0 0 0,0 0 1 0 0,0 0-1 0 0,0-1 0 0 0,1 1 0 0 0,0-1 1 0 0,0 1-1 0 0,1-16 0 0 0,1-2-10 0 0,1-1-1 0 0,6-33 0 0 0,5 1 6 0 0,1 1 1 0 0,4 1-1 0 0,1 1 0 0 0,52-102 0 0 0,-50 120-10 0 0,1 1 0 0 0,1 0 0 0 0,3 2 1 0 0,0 1-1 0 0,2 1 0 0 0,2 1 0 0 0,51-41 0 0 0,-63 58-6 0 0,1 1 0 0 0,0 1 0 0 0,0 1 0 0 0,2 1 1 0 0,25-10-1 0 0,-36 16 6 0 0,1 1 1 0 0,-1 0-1 0 0,0 1 0 0 0,1 0 1 0 0,0 0-1 0 0,-1 1 1 0 0,1 1-1 0 0,0 0 0 0 0,-1 0 1 0 0,1 1-1 0 0,0 1 1 0 0,-1 0-1 0 0,13 3 0 0 0,-20-4 1 0 0,0 0 0 0 0,0 0 0 0 0,0 0 0 0 0,-1 1 0 0 0,1-1-1 0 0,0 1 1 0 0,-1-1 0 0 0,1 1 0 0 0,-1 0 0 0 0,1 0 0 0 0,-1 0-1 0 0,0 0 1 0 0,0 0 0 0 0,0 1 0 0 0,0-1 0 0 0,0 1-1 0 0,-1-1 1 0 0,1 1 0 0 0,1 3 0 0 0,-2-2 0 0 0,0 0 0 0 0,0 0-1 0 0,-1 0 1 0 0,1 0 0 0 0,-1 0 0 0 0,0 0 0 0 0,0 0-1 0 0,0 0 1 0 0,-1 0 0 0 0,1 0 0 0 0,-1 0 0 0 0,-2 7-1 0 0,-2 2-13 0 0,-1 0-1 0 0,0 0 0 0 0,-1 0 0 0 0,0-1 0 0 0,-1 0 0 0 0,0 0 0 0 0,-12 12 0 0 0,3-6 2 0 0,-1 0 1 0 0,-1-1-1 0 0,-1 0 0 0 0,0-2 0 0 0,-1 0 1 0 0,-36 18-1 0 0,46-27 12 0 0,-1 0-1 0 0,0-1 1 0 0,-1-1 0 0 0,1 0 0 0 0,-1-1-1 0 0,1 0 1 0 0,-1 0 0 0 0,0-2 0 0 0,0 0-1 0 0,0 0 1 0 0,0-1 0 0 0,0-1 0 0 0,0 0-1 0 0,-22-5 1 0 0,28 4 1 0 0,0 0 0 0 0,1 0 0 0 0,0-1 0 0 0,0 0 0 0 0,0 0 0 0 0,0-1 0 0 0,0 0 0 0 0,1 0 0 0 0,-1 0 0 0 0,1-1 0 0 0,0 1 0 0 0,-8-10-1 0 0,13 13 1 0 0,0 1 0 0 0,0 0 0 0 0,-1 0 0 0 0,1-1 0 0 0,0 1-1 0 0,-1 0 1 0 0,1 0 0 0 0,0-1 0 0 0,0 1 0 0 0,-1 0-1 0 0,1-1 1 0 0,0 1 0 0 0,0-1 0 0 0,0 1 0 0 0,0 0-1 0 0,0-1 1 0 0,-1 1 0 0 0,1 0 0 0 0,0-1 0 0 0,0 1-1 0 0,0-1 1 0 0,0 1 0 0 0,0 0 0 0 0,0-1 0 0 0,0 1 0 0 0,0-1-1 0 0,0 1 1 0 0,0 0 0 0 0,1-1 0 0 0,-1 1 0 0 0,0 0-1 0 0,0-1 1 0 0,0 1 0 0 0,0 0 0 0 0,1-1 0 0 0,-1 1-1 0 0,0 0 1 0 0,0-1 0 0 0,0 1 0 0 0,1 0 0 0 0,-1-1 0 0 0,0 1-1 0 0,1 0 1 0 0,-1 0 0 0 0,0-1 0 0 0,1 1 0 0 0,-1 0-1 0 0,0 0 1 0 0,1 0 0 0 0,0-1 0 0 0,16 2-7 0 0,-7 4 4 0 0,-1 1 0 0 0,0 0 0 0 0,0 1 0 0 0,0 0 0 0 0,-1 0 0 0 0,0 1 0 0 0,0 0-1 0 0,-1 0 1 0 0,8 11 0 0 0,3 3 26 0 0,89 122 90 0 0,-19-23-22 0 0,21 3-36 0 0,-87-101-18 0 0,1-2 1 0 0,1-1-1 0 0,32 22 1 0 0,-48-38 106 0 0,-1 0 1 0 0,1-1-1 0 0,0 0 1 0 0,0 0-1 0 0,0-1 1 0 0,0 0-1 0 0,0 0 1 0 0,11 0-1 0 0,-16-1 16 0 0,-2-2-295 0 0,1 1 0 0 0,-1 0-1 0 0,1-1 1 0 0,-1 1 0 0 0,1-1-1 0 0,-1 0 1 0 0,1 0 0 0 0,-1 1-1 0 0,1-1 1 0 0,-1 0 0 0 0,2-2-1 0 0,-4 2-476 0 0,0-2 173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59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894 121 1576 0 0,'16'-55'5387'0'0,"-15"50"-4947"0"0,-1 1 0 0 0,1-1 0 0 0,-1 1 0 0 0,0-1 0 0 0,0 0 1 0 0,0 1-1 0 0,-1-1 0 0 0,0 1 0 0 0,1-1 0 0 0,-3-4 0 0 0,3 8-382 0 0,-1 0-1 0 0,1 1 1 0 0,-1-1-1 0 0,1 0 0 0 0,0 1 1 0 0,-1-1-1 0 0,1 1 1 0 0,-1-1-1 0 0,1 1 0 0 0,-1-1 1 0 0,0 1-1 0 0,1-1 0 0 0,-1 1 1 0 0,1-1-1 0 0,-1 1 1 0 0,0 0-1 0 0,0 0 0 0 0,1-1 1 0 0,-1 1-1 0 0,0 0 1 0 0,1 0-1 0 0,-1 0 0 0 0,0-1 1 0 0,0 1-1 0 0,1 0 1 0 0,-1 0-1 0 0,0 0 0 0 0,0 0 1 0 0,1 1-1 0 0,-1-1 0 0 0,0 0 1 0 0,0 0-1 0 0,1 0 1 0 0,-1 0-1 0 0,0 1 0 0 0,0-1 1 0 0,-26 15 711 0 0,7 2-295 0 0,1 0 1 0 0,1 1 0 0 0,-22 28 0 0 0,-43 67 699 0 0,68-93-987 0 0,-84 129 1177 0 0,-80 162 1 0 0,-50 177 256 0 0,195-407-1431 0 0,4 2 1 0 0,4 0-1 0 0,-20 108 1 0 0,39-153-245 0 0,2-1 0 0 0,1 2 0 0 0,3-1 0 0 0,1 0 0 0 0,1 0 0 0 0,2 0 0 0 0,2 0 0 0 0,2-1 0 0 0,1 1 0 0 0,13 35 0 0 0,-14-57-378 0 0,0 0 1 0 0,0 0-1 0 0,2-1 1 0 0,-1 0-1 0 0,2-1 0 0 0,0 0 1 0 0,1 0-1 0 0,0-1 1 0 0,25 21-1 0 0,-25-25-714 0 0,1 0-1 0 0,1-1 0 0 0,-1 0 1 0 0,2-1-1 0 0,-1 0 0 0 0,0-1 1 0 0,19 6-1 0 0,12-2-5435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59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46 214 2388 0 0,'-17'-44'3451'0'0,"-5"-16"276"0"0,20 54-3416 0 0,1 1 0 0 0,0-1 0 0 0,0 1-1 0 0,0-1 1 0 0,1 1 0 0 0,0-1 0 0 0,0 1-1 0 0,1-10 1 0 0,0 13-238 0 0,-1 0 0 0 0,1 0 0 0 0,-1 0 0 0 0,1 0-1 0 0,0 0 1 0 0,0 0 0 0 0,0 0 0 0 0,0 0 0 0 0,0 0 0 0 0,0 1 0 0 0,0-1-1 0 0,1 0 1 0 0,-1 1 0 0 0,0-1 0 0 0,1 1 0 0 0,0-1 0 0 0,-1 1 0 0 0,1 0-1 0 0,3-2 1 0 0,-1 1 0 0 0,-1 1 1 0 0,1 0-1 0 0,0 0 0 0 0,-1 0 0 0 0,1 1 0 0 0,0-1 1 0 0,0 1-1 0 0,-1 0 0 0 0,1 0 0 0 0,6 0 0 0 0,-1 2-3 0 0,-1-1 0 0 0,1 1 0 0 0,0 0 0 0 0,-1 1 0 0 0,1 0 0 0 0,-1 1 0 0 0,0 0 0 0 0,13 8 0 0 0,-14-7-7 0 0,-1 0-1 0 0,1 0 0 0 0,-1 1 0 0 0,-1 0 0 0 0,1 1 1 0 0,-1-1-1 0 0,0 1 0 0 0,-1 0 0 0 0,1 0 1 0 0,-1 0-1 0 0,-1 1 0 0 0,1-1 0 0 0,-2 1 0 0 0,1 0 1 0 0,-1 0-1 0 0,0 0 0 0 0,0 0 0 0 0,-1 1 1 0 0,0-1-1 0 0,-1 0 0 0 0,1 1 0 0 0,-2-1 0 0 0,1 0 1 0 0,-1 1-1 0 0,-3 9 0 0 0,1-4 84 0 0,-1 1-1 0 0,0-1 1 0 0,-2 0-1 0 0,1 0 1 0 0,-2-1-1 0 0,1 0 1 0 0,-2 0 0 0 0,0 0-1 0 0,0-1 1 0 0,-2-1-1 0 0,1 1 1 0 0,-1-1-1 0 0,-16 13 1 0 0,20-19-81 0 0,0 0 1 0 0,0 0-1 0 0,-1-1 1 0 0,1 1-1 0 0,-1-1 1 0 0,0-1-1 0 0,0 1 0 0 0,-14 3 1 0 0,21-7-63 0 0,-1 0-1 0 0,1 0 1 0 0,-1 0 0 0 0,1 0 0 0 0,-1 0-1 0 0,0 0 1 0 0,1-1 0 0 0,-1 1 0 0 0,1 0 0 0 0,-1 0-1 0 0,1-1 1 0 0,-1 1 0 0 0,1 0 0 0 0,0 0-1 0 0,-1-1 1 0 0,1 1 0 0 0,-1 0 0 0 0,1-1-1 0 0,0 1 1 0 0,-1-1 0 0 0,1 1 0 0 0,0-1 0 0 0,-1 1-1 0 0,1-1 1 0 0,0 1 0 0 0,-1-1 0 0 0,1 1-1 0 0,0-1 1 0 0,0 1 0 0 0,0-1 0 0 0,0 1-1 0 0,0-1 1 0 0,-1 1 0 0 0,1-1 0 0 0,0 1 0 0 0,0-1-1 0 0,0 1 1 0 0,0-1 0 0 0,1 0 0 0 0,-1 1-1 0 0,0-1 1 0 0,0 0 0 0 0,3-23 9 0 0,4 10-10 0 0,0-1 0 0 0,1 1 0 0 0,0 1 0 0 0,1-1 0 0 0,13-13 0 0 0,58-59-7 0 0,-58 64 8 0 0,125-109-9 0 0,-45 45 8 0 0,-88 74-67 0 0,-15 16-7 0 0,-24 25-40 0 0,13-14 100 0 0,-12 16-21 0 0,-29 48-1 0 0,48-70 40 0 0,0 1 0 0 0,0-1 1 0 0,1 0-1 0 0,1 1 0 0 0,-1 0 0 0 0,1 0 1 0 0,1 0-1 0 0,0 0 0 0 0,1 1 0 0 0,-1 17 1 0 0,2-24-1 0 0,0 0 0 0 0,1 0 1 0 0,0 0-1 0 0,0 0 0 0 0,0 0 0 0 0,0-1 1 0 0,0 1-1 0 0,1 0 0 0 0,0-1 0 0 0,0 1 1 0 0,0-1-1 0 0,0 0 0 0 0,0 0 0 0 0,3 4 1 0 0,0-3 2 0 0,0 1-1 0 0,0-1 1 0 0,0-1 0 0 0,0 1 0 0 0,0-1 0 0 0,1 1 0 0 0,-1-2 0 0 0,7 4 0 0 0,9 1 1 0 0,1-1 0 0 0,0-1-1 0 0,40 5 1 0 0,-59-10-12 0 0,34 4-901 0 0,1-2-1 0 0,59-5 1 0 0,16-10-6957 0 0,-69 6 1245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0:59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76 2912 0 0,'-12'-6'2309'0'0,"-24"-12"5784"0"0,15 10-5686 0 0,19 7-1968 0 0,0 0 13 0 0,2 1-439 0 0,0 0-1 0 0,0 0 1 0 0,0 0-1 0 0,-1 0 1 0 0,1 0-1 0 0,0 0 1 0 0,0 0 0 0 0,0 0-1 0 0,0 0 1 0 0,0 0-1 0 0,-1 0 1 0 0,1 0-1 0 0,0 0 1 0 0,0 0-1 0 0,0-1 1 0 0,0 1 0 0 0,0 0-1 0 0,-1 0 1 0 0,1 0-1 0 0,0 0 1 0 0,0 0-1 0 0,0 0 1 0 0,0 0 0 0 0,0 0-1 0 0,0-1 1 0 0,0 1-1 0 0,0 0 1 0 0,0 0-1 0 0,-1 0 1 0 0,1 0-1 0 0,0 0 1 0 0,0-1 0 0 0,0 1-1 0 0,0 0 1 0 0,0 0-1 0 0,0 0 1 0 0,0 0-1 0 0,0 0 1 0 0,0-1-1 0 0,0 1 1 0 0,0 0 0 0 0,0 0-1 0 0,0 0 1 0 0,0 0-1 0 0,0 0 1 0 0,0-1-1 0 0,0 1 1 0 0,0 0 0 0 0,22-6 92 0 0,-1 1 0 0 0,0 1 1 0 0,1 1-1 0 0,0 1 1 0 0,28 1-1 0 0,1-1-464 0 0,-24 0-389 0 0,29-1-1718 0 0,-19-2-3269 0 0,-20 1-413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00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19 2244 0 0,'-41'-18'11201'0'0,"39"17"-10667"0"0,-1 2 395 0 0,2-1-888 0 0,1 0 1 0 0,0 0-1 0 0,-1 0 0 0 0,1 0 0 0 0,0 1 0 0 0,-1-1 0 0 0,1 0 0 0 0,0 0 0 0 0,-1 0 0 0 0,1 0 0 0 0,0 0 1 0 0,-1 0-1 0 0,1 0 0 0 0,0 1 0 0 0,-1-1 0 0 0,1 0 0 0 0,0 0 0 0 0,0 0 0 0 0,-1 1 0 0 0,1-1 0 0 0,0 0 0 0 0,0 0 1 0 0,-1 1-1 0 0,1-1 0 0 0,0 0 0 0 0,-5 16 396 0 0,1 0 0 0 0,0 0 0 0 0,2 0 0 0 0,-2 28 0 0 0,-2 9-200 0 0,-19 89 124 0 0,-10 77-1598 0 0,34-209 439 0 0,0 0 0 0 0,1 0 1 0 0,2 11-1 0 0,6 11-5393 0 0,-1-18 454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00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407 85 2460 0 0,'19'-85'13860'0'0,"-20"86"-13826"0"0,0-1 0 0 0,0 0 0 0 0,0 0 0 0 0,1 1 0 0 0,-1-1 0 0 0,0 1 0 0 0,1-1 0 0 0,-1 1 0 0 0,0-1 0 0 0,1 1 0 0 0,-1-1 0 0 0,0 1 0 0 0,1-1 0 0 0,-1 1 0 0 0,1 0 0 0 0,-1-1-1 0 0,1 1 1 0 0,-1 0 0 0 0,1 0 0 0 0,0-1 0 0 0,-1 1 0 0 0,1 0 0 0 0,0 0 0 0 0,0-1 0 0 0,-1 1 0 0 0,1 0 0 0 0,0 1 0 0 0,-4 25 309 0 0,4-26-321 0 0,0 5 14 0 0,0 0 0 0 0,0 0 0 0 0,1 0 1 0 0,0 0-1 0 0,0 0 0 0 0,0 0 0 0 0,1 0 1 0 0,0 0-1 0 0,0-1 0 0 0,0 1 0 0 0,1-1 0 0 0,-1 0 1 0 0,1 1-1 0 0,1-1 0 0 0,-1 0 0 0 0,1-1 1 0 0,0 1-1 0 0,4 3 0 0 0,-2-2-14 0 0,0-1 0 0 0,0 0 1 0 0,1 0-1 0 0,-1-1 0 0 0,1 1 0 0 0,0-2 0 0 0,0 1 1 0 0,1-1-1 0 0,-1 0 0 0 0,1 0 0 0 0,-1-1 0 0 0,15 2 0 0 0,-19-4-19 0 0,1 1 0 0 0,-1-2 0 0 0,0 1 0 0 0,1 0 0 0 0,-1-1 0 0 0,1 1 0 0 0,-1-1 0 0 0,0 0 0 0 0,0 0 0 0 0,0 0 0 0 0,1-1 0 0 0,-1 1 0 0 0,0-1 0 0 0,-1 0 0 0 0,1 1-1 0 0,0-1 1 0 0,3-4 0 0 0,4-3-2 0 0,0-1 0 0 0,16-22-1 0 0,0 1-162 0 0,-25 30 97 0 0,0 43-121 0 0,-65 389 1413 0 0,57-395-1184 0 0,-85 369 565 0 0,75-350-377 0 0,-3 0 0 0 0,-2-2-1 0 0,-2 0 1 0 0,-3-2 0 0 0,-38 57 0 0 0,53-91-20 0 0,0-1 1 0 0,-2 0-1 0 0,0-1 1 0 0,0 0-1 0 0,-18 13 1 0 0,27-24-144 0 0,-1 0 0 0 0,0 0 0 0 0,1 0 0 0 0,-1-1 0 0 0,0 0 0 0 0,-1 0 0 0 0,1 0 0 0 0,0-1 0 0 0,-1 0 0 0 0,1-1 0 0 0,-1 1 0 0 0,0-1 0 0 0,0 0 0 0 0,1-1 0 0 0,-1 1 0 0 0,0-2 0 0 0,0 1 0 0 0,-12-3 0 0 0,12 1-49 0 0,1 0 0 0 0,0-1 0 0 0,0 0 0 0 0,0 0 0 0 0,1 0 0 0 0,-1-1 0 0 0,1 0 0 0 0,0 0 0 0 0,0 0 0 0 0,0-1-1 0 0,0 1 1 0 0,1-1 0 0 0,0 0 0 0 0,0-1 0 0 0,0 1 0 0 0,1-1 0 0 0,0 1 0 0 0,0-1 0 0 0,-4-11 0 0 0,3 6-11 0 0,0 0 0 0 0,1-1 0 0 0,0 1 0 0 0,1 0 0 0 0,0-1 0 0 0,1 0 0 0 0,1 1 0 0 0,0-1 0 0 0,0 1 1 0 0,3-17-1 0 0,1 10-17 0 0,0 1 1 0 0,2-1 0 0 0,0 1 0 0 0,1 1-1 0 0,0-1 1 0 0,14-21 0 0 0,-5 14-117 0 0,1 1 0 0 0,0 0 0 0 0,31-28 0 0 0,5 3-850 0 0,2 2 1 0 0,79-50 0 0 0,49-15-5129 0 0,-104 65 116 0 0,-29 18-584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00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83 1552 0 0,'-16'-2'6359'0'0,"-9"-1"-1363"0"0,27 3-4491 0 0,68-1 564 0 0,90-15-1 0 0,-8-15-4533 0 0,-99 12-1982 0 0,-32 9 1214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01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1 1892 0 0,'-4'0'2230'0'0,"1"0"-1763"0"0,-1 0 0 0 0,0 0 0 0 0,0 1 0 0 0,0-1 0 0 0,0 1 0 0 0,0 0 0 0 0,1 0 0 0 0,-1 0 0 0 0,0 1-1 0 0,1-1 1 0 0,-1 1 0 0 0,1 0 0 0 0,-1 0 0 0 0,1 0 0 0 0,0 1 0 0 0,0-1 0 0 0,0 1 0 0 0,0-1 0 0 0,0 1 0 0 0,1 0-1 0 0,-1 0 1 0 0,1 1 0 0 0,0-1 0 0 0,0 0 0 0 0,0 1 0 0 0,-2 5 0 0 0,-11 27 1078 0 0,1 1 0 0 0,2 0 0 0 0,-11 62-1 0 0,4-21-873 0 0,6-25-510 0 0,2 2-1 0 0,-6 72 1 0 0,18-87-1722 0 0,6-16-2528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01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55 100 3328 0 0,'7'-82'16240'0'0,"-7"81"-16160"0"0,0 0 1 0 0,0 0-1 0 0,1 1 0 0 0,-1-1 1 0 0,0 0-1 0 0,0 0 0 0 0,1 1 1 0 0,-1-1-1 0 0,1 0 1 0 0,-1 0-1 0 0,1 1 0 0 0,-1-1 1 0 0,1 0-1 0 0,-1 1 1 0 0,1-1-1 0 0,-1 0 0 0 0,1 1 1 0 0,0-1-1 0 0,-1 1 0 0 0,1-1 1 0 0,0 1-1 0 0,0 0 1 0 0,-1-1-1 0 0,1 1 0 0 0,0 0 1 0 0,0-1-1 0 0,-1 1 1 0 0,1 0-1 0 0,0 0 0 0 0,0 0 1 0 0,0 0-1 0 0,1 0 0 0 0,29 3 82 0 0,-22-1 16 0 0,282 49 310 0 0,-290-51-489 0 0,0 0-1 0 0,0 0 1 0 0,0 0-1 0 0,0 1 1 0 0,0-1 0 0 0,-1 0-1 0 0,1 1 1 0 0,0-1-1 0 0,0 0 1 0 0,-1 1-1 0 0,1-1 1 0 0,0 1 0 0 0,0-1-1 0 0,-1 1 1 0 0,1 0-1 0 0,-1-1 1 0 0,1 1-1 0 0,0 0 1 0 0,-1-1-1 0 0,1 1 1 0 0,-1 0 0 0 0,0 0-1 0 0,1-1 1 0 0,-1 1-1 0 0,1 1 1 0 0,-1 0-1 0 0,0 0 1 0 0,1 0 0 0 0,-1 0-1 0 0,0 0 1 0 0,0 0-1 0 0,-1 0 1 0 0,1 0 0 0 0,0 0-1 0 0,-1 0 1 0 0,-1 4-1 0 0,-1 1 0 0 0,0 1-1 0 0,0-1 0 0 0,-1 0 0 0 0,-8 10 0 0 0,-27 29 9 0 0,-2-1-1 0 0,-2-2 0 0 0,-56 42 0 0 0,-10 10 72 0 0,85-74 11 0 0,16-15 3 0 0,0 1 0 0 0,0 0 0 0 0,1 0 1 0 0,-8 11-1 0 0,14-18-54 0 0,1 1 0 0 0,0-1 0 0 0,0 1 1 0 0,0-1-1 0 0,0 1 0 0 0,-1-1 0 0 0,1 1 1 0 0,0-1-1 0 0,0 1 0 0 0,0-1 0 0 0,0 1 0 0 0,0 0 1 0 0,0-1-1 0 0,1 1 0 0 0,-1-1 0 0 0,0 1 1 0 0,0-1-1 0 0,0 1 0 0 0,0-1 0 0 0,1 1 0 0 0,-1-1 1 0 0,0 1-1 0 0,0-1 0 0 0,1 1 0 0 0,-1-1 1 0 0,0 0-1 0 0,1 1 0 0 0,-1-1 0 0 0,0 0 0 0 0,1 1 1 0 0,-1-1-1 0 0,1 0 0 0 0,-1 1 0 0 0,1-1 1 0 0,-1 0-1 0 0,1 1 0 0 0,0-1 0 0 0,19 8 466 0 0,26-2-147 0 0,1-3-1 0 0,0-1 1 0 0,75-8 0 0 0,-33 1 212 0 0,122-13 3245 0 0,-209 18-3769 0 0,14-2-2479 0 0,-6-1 829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01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816 231 96 0 0,'-88'-83'5767'0'0,"-59"-51"2879"0"0,122 120-6212 0 0,24 15-2357 0 0,1-1-1 0 0,0 0 1 0 0,-1 1 0 0 0,1-1-1 0 0,-1 1 1 0 0,1-1 0 0 0,-1 0-1 0 0,1 1 1 0 0,0-1 0 0 0,-1 1-1 0 0,1-1 1 0 0,0 1 0 0 0,0-1 0 0 0,-1 1-1 0 0,1 0 1 0 0,0-1 0 0 0,0 1-1 0 0,0-1 1 0 0,0 1 0 0 0,0-1-1 0 0,0 1 1 0 0,0 0 0 0 0,0-1-1 0 0,0 1 4 0 0,0 8 269 0 0,1-1 0 0 0,1 1 0 0 0,0-1 0 0 0,0 0 0 0 0,0 1-1 0 0,1-1 1 0 0,0 0 0 0 0,9 14 0 0 0,-2-1 163 0 0,140 354 3262 0 0,-120-284-3416 0 0,-4 2 1 0 0,18 116-1 0 0,-35-125-269 0 0,-3 0-1 0 0,-4 1 1 0 0,-3-1 0 0 0,-4 0 0 0 0,-4 0 0 0 0,-26 110 0 0 0,4-71-200 0 0,-5-2 0 0 0,-5-1 0 0 0,-89 177 1 0 0,65-174-2056 0 0,-146 208 0 0 0,103-189-1969 0 0,-7-8-3429 0 0,48-61-1544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23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1068 0 0,'13'-6'1981'0'0,"17"-17"83"0"0,-29 22-1891 0 0,10-5-2339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24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16 2380 0 0,'0'0'4101'0'0,"-13"-2"-2905"0"0,26-3-1836 0 0,8 0-2205 0 0,-9 2 1057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05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42 529 1836 0 0,'0'0'-13'0'0,"-4"0"938"0"0,0-1 0 0 0,0 0 0 0 0,0 1 0 0 0,0 0 0 0 0,0 0 0 0 0,0 0 0 0 0,-5 2 0 0 0,7-2-448 0 0,1 2-346 0 0,1-1 0 0 0,-1 0 0 0 0,1 1 0 0 0,0-1 0 0 0,-1 0 0 0 0,1 1 0 0 0,0-1 0 0 0,0 1 0 0 0,0-1 0 0 0,0 0 0 0 0,0 1 0 0 0,1-1 0 0 0,-1 0 0 0 0,0 1 0 0 0,1-1 0 0 0,-1 0 0 0 0,0 1 0 0 0,1-1 0 0 0,0 0 0 0 0,-1 0 0 0 0,2 2 0 0 0,1-1 39 0 0,0 0 0 0 0,1 1 0 0 0,-1-2 0 0 0,1 1 0 0 0,0 0 0 0 0,-1-1 0 0 0,1 1 0 0 0,0-1 0 0 0,0 0 0 0 0,0 0 0 0 0,0-1 0 0 0,8 1 0 0 0,-3-1-47 0 0,-1-1 0 0 0,1 1-1 0 0,-1-2 1 0 0,1 1 0 0 0,13-6 0 0 0,2-1-50 0 0,0-3 0 0 0,-1 0 0 0 0,26-16 0 0 0,-27 13-44 0 0,0 0 0 0 0,-1-1-1 0 0,0-1 1 0 0,-2-1 0 0 0,0-1-1 0 0,0-1 1 0 0,-2-1 0 0 0,-1 0-1 0 0,0-1 1 0 0,-1 0-1 0 0,-2-2 1 0 0,0 1 0 0 0,-1-2-1 0 0,-2 1 1 0 0,0-2 0 0 0,-2 1-1 0 0,0-1 1 0 0,6-44 0 0 0,-12 60 28 0 0,-1 0 10 0 0,1 1 1 0 0,-1 0-1 0 0,-1 0 1 0 0,0 0-1 0 0,0-1 0 0 0,-2-10 1 0 0,2 16-37 0 0,-4 4-7 0 0,-1 2-15 0 0,0-1 1 0 0,1 1-1 0 0,-1 0 0 0 0,1 0 0 0 0,-1 1 1 0 0,1-1-1 0 0,0 1 0 0 0,0 0 0 0 0,1 0 1 0 0,-1 0-1 0 0,1 0 0 0 0,-4 7 0 0 0,-7 12 20 0 0,-14 30 1 0 0,21-39-30 0 0,-28 62 46 0 0,4 2-1 0 0,-43 158 1 0 0,-8 170 310 0 0,67-320-274 0 0,8-45 20 0 0,2-9 417 0 0,-2 0 0 0 0,-11 35 1 0 0,17-65-451 0 0,1-1 0 0 0,0 1 0 0 0,-1-1 0 0 0,0 1 0 0 0,1-1 0 0 0,-1 0 0 0 0,0 1 0 0 0,0-1 0 0 0,0 0 0 0 0,0 0 0 0 0,0 0 0 0 0,0 0 0 0 0,0 0 0 0 0,0 0 0 0 0,0 0 0 0 0,-2 1 0 0 0,2-1-43 0 0,0-1 1 0 0,0 0-1 0 0,0 0 1 0 0,0 0-1 0 0,1 0 1 0 0,-1 1-1 0 0,0-1 1 0 0,0 0-1 0 0,0-1 1 0 0,0 1-1 0 0,1 0 1 0 0,-1 0-1 0 0,0 0 1 0 0,0 0-1 0 0,0-1 1 0 0,0 1-1 0 0,1 0 1 0 0,-1-1-1 0 0,0 1 1 0 0,0-1-1 0 0,0 0 1 0 0,-2-1 3 0 0,0-1 0 0 0,1 1 0 0 0,-1-1 0 0 0,1 0 0 0 0,-1 0 0 0 0,1 0 0 0 0,0 0-1 0 0,1 0 1 0 0,-1 0 0 0 0,0 0 0 0 0,-1-7 0 0 0,0-2-18 0 0,0 0 1 0 0,1 0-1 0 0,1 0 0 0 0,0 0 0 0 0,1 0 0 0 0,0 0 0 0 0,1 0 0 0 0,0 0 0 0 0,1 0 1 0 0,1 0-1 0 0,-1 0 0 0 0,2 0 0 0 0,0 1 0 0 0,0 0 0 0 0,10-19 0 0 0,2 2-13 0 0,1 0 0 0 0,1 1 1 0 0,1 2-1 0 0,39-41 0 0 0,-34 42-5 0 0,0 1 1 0 0,2 2 0 0 0,0 0-1 0 0,48-28 1 0 0,-54 38-4 0 0,0 1 0 0 0,1 1 0 0 0,0 0 0 0 0,0 2 0 0 0,1 0 0 0 0,0 2 1 0 0,37-6-1 0 0,-54 11 2 0 0,0-1 0 0 0,1 1 1 0 0,-1 0-1 0 0,0 0 1 0 0,1 1-1 0 0,-1-1 0 0 0,0 1 1 0 0,1 0-1 0 0,-1 1 1 0 0,7 2-1 0 0,-11-4 5 0 0,0 1 0 0 0,0-1 1 0 0,0 1-1 0 0,0 0 0 0 0,0-1 0 0 0,0 1 1 0 0,0 0-1 0 0,0-1 0 0 0,-1 1 0 0 0,1 0 1 0 0,0 0-1 0 0,0 0 0 0 0,-1 0 0 0 0,1 0 0 0 0,0 0 1 0 0,-1 0-1 0 0,1 0 0 0 0,-1 0 0 0 0,0 0 1 0 0,1 0-1 0 0,-1 0 0 0 0,0 0 0 0 0,1 0 1 0 0,-1 2-1 0 0,0-1 0 0 0,0 1 0 0 0,-1-1 1 0 0,1 0-1 0 0,-1 0 1 0 0,1 1-1 0 0,-1-1 0 0 0,0 0 1 0 0,0 0-1 0 0,0 0 0 0 0,0 0 1 0 0,-2 3-1 0 0,-3 3-6 0 0,-1-1-1 0 0,1 1 0 0 0,-1-1 1 0 0,-11 8-1 0 0,-1 0 11 0 0,-1-1 0 0 0,0-1 0 0 0,-2-2 0 0 0,1 1 0 0 0,-1-2 0 0 0,-1-1 0 0 0,0-1 0 0 0,0-1 0 0 0,0-1 0 0 0,-1-1 0 0 0,0-1 0 0 0,0-1 0 0 0,-43 0 0 0 0,62-3 0 0 0,0-1 0 0 0,0 1 0 0 0,0-1 0 0 0,0 0 0 0 0,1-1 0 0 0,-1 1 0 0 0,0-1 0 0 0,1 0 0 0 0,-6-3 0 0 0,-16-6-2 0 0,36 18-10 0 0,0 0 1 0 0,-1 1-1 0 0,1 0 0 0 0,-1 1 0 0 0,-1 0 0 0 0,12 17 0 0 0,63 85 49 0 0,-78-105-37 0 0,50 77-43 0 0,33 43 101 0 0,-76-111-733 0 0,0-1 0 0 0,2 0-1 0 0,-1-1 1 0 0,2-1 0 0 0,29 21-1 0 0,-34-27-750 0 0,0-1 0 0 0,0-1 0 0 0,0 0 0 0 0,0 0 0 0 0,18 3-1 0 0,-1-2-5016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06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481 281 212 0 0,'5'-50'3727'0'0,"-2"1"0"0"0,-2-1 1 0 0,-5-51-1 0 0,4 99-3670 0 0,0 1 1 0 0,0 0 0 0 0,0 0 0 0 0,0 0 0 0 0,0-1-1 0 0,0 1 1 0 0,-1 0 0 0 0,1 0 0 0 0,0 0-1 0 0,-1 0 1 0 0,1-1 0 0 0,-1 1 0 0 0,1 0-1 0 0,-1 0 1 0 0,1 0 0 0 0,-1 0 0 0 0,0 0-1 0 0,1 0 1 0 0,-1 0 0 0 0,0 0 0 0 0,0 1 0 0 0,0-1-1 0 0,0 0 1 0 0,0 0 0 0 0,0 1 0 0 0,0-1-1 0 0,0 1 1 0 0,0-1 0 0 0,0 1 0 0 0,0-1-1 0 0,-2 0 1 0 0,0 1 13 0 0,0 1-1 0 0,1-1 1 0 0,-1 1 0 0 0,1-1-1 0 0,-1 1 1 0 0,1 0-1 0 0,-1 0 1 0 0,1 0 0 0 0,0 1-1 0 0,-1-1 1 0 0,1 0-1 0 0,0 1 1 0 0,0-1 0 0 0,-2 3-1 0 0,-12 10 233 0 0,2 0 0 0 0,0 1-1 0 0,0 1 1 0 0,-17 27 0 0 0,-39 75 563 0 0,66-112-817 0 0,-47 97 378 0 0,4 2-1 0 0,4 2 1 0 0,-28 112-1 0 0,57-167-296 0 0,1 2 0 0 0,-9 106 0 0 0,20-127-205 0 0,2 0 0 0 0,1 0 1 0 0,1 0-1 0 0,2 0 1 0 0,1 0-1 0 0,11 35 1 0 0,-11-51-393 0 0,1-1 1 0 0,1 1-1 0 0,1-2 1 0 0,0 1-1 0 0,1-1 1 0 0,0 0-1 0 0,21 23 1 0 0,-20-26-961 0 0,1-1-1 0 0,0-1 1 0 0,1 0 0 0 0,0 0 0 0 0,18 9 0 0 0,8 1-5905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06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429 108 2312 0 0,'-4'-13'1734'0'0,"-16"-38"3620"0"0,18 47-4939 0 0,0 1 0 0 0,1-1 0 0 0,-2 1-1 0 0,1 0 1 0 0,0 0 0 0 0,-1 0 0 0 0,1 0-1 0 0,-1 0 1 0 0,0 0 0 0 0,-5-3 0 0 0,7 5-312 0 0,0 1 0 0 0,-1 0 0 0 0,1-1 0 0 0,-1 1 0 0 0,1 0 0 0 0,0 0 0 0 0,-1 0 0 0 0,1 0 0 0 0,0 0 0 0 0,-1 0 0 0 0,1 0 0 0 0,0 1 0 0 0,-1-1 0 0 0,1 0 0 0 0,0 1 0 0 0,-2 0 0 0 0,-1 0 175 0 0,-4 1 49 0 0,0 1 0 0 0,0 0 0 0 0,0 0 0 0 0,0 1 0 0 0,0 0 1 0 0,0 1-1 0 0,-11 8 0 0 0,-43 42 847 0 0,58-51-1104 0 0,-19 18 188 0 0,1 1 1 0 0,2 1-1 0 0,0 1 0 0 0,1 1 1 0 0,2 1-1 0 0,1 0 0 0 0,-18 42 1 0 0,28-55-185 0 0,0 1 0 0 0,1 1 0 0 0,0-1 0 0 0,2 0 1 0 0,-1 1-1 0 0,2 0 0 0 0,0 0 0 0 0,1 0 0 0 0,1 0 0 0 0,1 0 1 0 0,0 0-1 0 0,0 0 0 0 0,2-1 0 0 0,0 1 0 0 0,1 0 1 0 0,9 23-1 0 0,-11-34-38 0 0,1 1 0 0 0,0 0-1 0 0,0-1 1 0 0,1 1 0 0 0,0-1 0 0 0,0 0 0 0 0,0 0 0 0 0,0 0 0 0 0,1-1 0 0 0,0 0 0 0 0,-1 1-1 0 0,2-2 1 0 0,-1 1 0 0 0,0-1 0 0 0,1 1 0 0 0,0-2 0 0 0,-1 1 0 0 0,1 0 0 0 0,0-1 0 0 0,1 0-1 0 0,-1-1 1 0 0,7 2 0 0 0,-4-2-16 0 0,1-1 0 0 0,0 0 0 0 0,0 0 0 0 0,0-1 0 0 0,0 0 0 0 0,-1 0 0 0 0,1-1-1 0 0,0-1 1 0 0,-1 0 0 0 0,0 0 0 0 0,1 0 0 0 0,-1-1 0 0 0,15-10 0 0 0,-9 4 4 0 0,-1-1 1 0 0,0-1-1 0 0,0 0 1 0 0,-1-1-1 0 0,-1 0 0 0 0,0-1 1 0 0,-1 0-1 0 0,0-1 1 0 0,-1 0-1 0 0,15-32 1 0 0,-11 16-12 0 0,-1-1 1 0 0,-2-1-1 0 0,0 0 0 0 0,9-62 1 0 0,-17 76-15 0 0,-1 0 0 0 0,0-1-1 0 0,-2 1 1 0 0,0 0 0 0 0,-1-1 0 0 0,-1 1 0 0 0,-8-31-1 0 0,8 43-2 0 0,0 0-1 0 0,0 1 0 0 0,-1-1 0 0 0,0 1 1 0 0,0 0-1 0 0,-1 0 0 0 0,0 0 1 0 0,0 0-1 0 0,-1 1 0 0 0,-6-8 0 0 0,7 10 2 0 0,-1-1 0 0 0,1 1-1 0 0,-1 0 1 0 0,0 0 0 0 0,0 0 0 0 0,0 1-1 0 0,0 0 1 0 0,-1 0 0 0 0,1 0-1 0 0,0 1 1 0 0,-1-1 0 0 0,0 1-1 0 0,1 1 1 0 0,-10-1 0 0 0,6 1-17 0 0,-1 1 1 0 0,1 0-1 0 0,-1 0 0 0 0,1 1 1 0 0,-1 1-1 0 0,1-1 1 0 0,0 1-1 0 0,0 1 1 0 0,1 0-1 0 0,-1 0 1 0 0,1 1-1 0 0,0 0 1 0 0,-12 9-1 0 0,13-9-268 0 0,1 1-1 0 0,-1-1 1 0 0,1 1 0 0 0,1 1 0 0 0,-1-1-1 0 0,1 1 1 0 0,0 0 0 0 0,0 0-1 0 0,1 0 1 0 0,0 1 0 0 0,0 0-1 0 0,1 0 1 0 0,0 0 0 0 0,0 0-1 0 0,-1 10 1 0 0,3-14-158 0 0,1 0-1 0 0,0 0 1 0 0,0 0 0 0 0,0 0-1 0 0,0 0 1 0 0,1 0 0 0 0,0 0-1 0 0,1 5 1 0 0,10 16-5803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06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176 147 2216 0 0,'-1'-137'13052'0'0,"1"136"-12978"0"0,0 1 1 0 0,-1 0-1 0 0,1 0 0 0 0,0-1 1 0 0,0 1-1 0 0,0 0 0 0 0,0-1 0 0 0,0 1 1 0 0,0 0-1 0 0,0 0 0 0 0,0-1 1 0 0,0 1-1 0 0,0 0 0 0 0,1-1 1 0 0,-1 1-1 0 0,0 0 0 0 0,0 0 0 0 0,0-1 1 0 0,0 1-1 0 0,0 0 0 0 0,0 0 1 0 0,1-1-1 0 0,-1 1 0 0 0,0 0 1 0 0,0 0-1 0 0,0-1 0 0 0,1 1 0 0 0,-1 0 1 0 0,0 0-1 0 0,0 0 0 0 0,1-1 1 0 0,-1 1-1 0 0,0 0 0 0 0,0 0 1 0 0,1 0-1 0 0,-1 0 0 0 0,0 0 0 0 0,1 0 1 0 0,10 6 1179 0 0,9 16 81 0 0,6 17-389 0 0,-3 1 0 0 0,-1 1 0 0 0,-3 1 0 0 0,-1 1 0 0 0,-2 1 0 0 0,14 59 0 0 0,-8-13-176 0 0,-5 1 0 0 0,10 174 1 0 0,-24-135-435 0 0,-20 187-1 0 0,10-259-262 0 0,-2-2 0 0 0,-2 1 0 0 0,-3-1 0 0 0,-29 74 0 0 0,27-93-44 0 0,-2 0-1 0 0,0-1 1 0 0,-3-1-1 0 0,-1 0 1 0 0,-2-2-1 0 0,-53 58 0 0 0,67-80-164 0 0,-5 5-713 0 0,-1 0-1 0 0,-1 0 1 0 0,0-2 0 0 0,-23 15-1 0 0,35-26-1328 0 0,5-2 1980 0 0,-1-1 0 0 0,1 0 0 0 0,-1 0 0 0 0,0 0 0 0 0,1 0 0 0 0,-1 0 0 0 0,1 0 0 0 0,-1 0 0 0 0,1 0 0 0 0,-1 0 0 0 0,1 0 0 0 0,-1 0 0 0 0,1 0 0 0 0,-1-1 0 0 0,1 1 0 0 0,-1 0 0 0 0,1 0 0 0 0,-1 0 0 0 0,1-1 0 0 0,-1 1 0 0 0,-2-3-1189 0 0,2 1 871 0 0,1 1 0 0 0,0 0 0 0 0,-1 0 0 0 0,1-1 0 0 0,0 1 0 0 0,0 0 0 0 0,0-1 0 0 0,0 1 0 0 0,0 0 0 0 0,0-1 0 0 0,0 1 0 0 0,0 0 0 0 0,0-1-1 0 0,1 1 1 0 0,0-2 0 0 0,8-18-7640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07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1 212 1456 0 0,'16'-42'7400'0'0,"-6"17"-319"0"0,8-28 1 0 0,-17 51-6867 0 0,0-1 1 0 0,0 0-1 0 0,0 1 1 0 0,0-1 0 0 0,1 0-1 0 0,-1 1 1 0 0,1 0-1 0 0,0-1 1 0 0,0 1 0 0 0,0 0-1 0 0,0 0 1 0 0,0 0-1 0 0,0 0 1 0 0,0 0-1 0 0,1 1 1 0 0,-1-1 0 0 0,1 1-1 0 0,-1-1 1 0 0,1 1-1 0 0,3-1 1 0 0,6-2-256 0 0,1 0-1 0 0,0 1 1 0 0,16-2 0 0 0,-8 1 339 0 0,132-18-1926 0 0,-52 17-7953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07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150 119 848 0 0,'-140'57'16528'0'0,"139"-57"-16356"0"0,1 0-1 0 0,-1 0 1 0 0,1 1 0 0 0,-1-1 0 0 0,0 0 0 0 0,1 1 0 0 0,-1-1 0 0 0,1 1 0 0 0,-1-1 0 0 0,1 1 0 0 0,-1-1 0 0 0,1 1 0 0 0,-1-1 0 0 0,1 1 0 0 0,-1-1 0 0 0,1 1 0 0 0,0 0 0 0 0,-1 0 0 0 0,1-1-132 0 0,0 1 1 0 0,1-1 0 0 0,-1 0-1 0 0,0 1 1 0 0,0-1 0 0 0,0 1 0 0 0,1-1-1 0 0,-1 0 1 0 0,0 0 0 0 0,0 1 0 0 0,1-1-1 0 0,-1 0 1 0 0,0 1 0 0 0,1-1-1 0 0,-1 0 1 0 0,0 0 0 0 0,1 0 0 0 0,-1 1-1 0 0,0-1 1 0 0,1 0 0 0 0,-1 0 0 0 0,0 0-1 0 0,1 0 1 0 0,-1 0 0 0 0,1 0-1 0 0,-1 0 1 0 0,0 0 0 0 0,1 0 0 0 0,-1 0-1 0 0,1 0 1 0 0,-1 0 0 0 0,0 0 0 0 0,1 0-1 0 0,0 0 1 0 0,36 1 7 0 0,0-2 0 0 0,0-2-1 0 0,-1-1 1 0 0,1-2 0 0 0,-1-2 0 0 0,45-14 0 0 0,67-33-4122 0 0,-11-8-4086 0 0,-78 33 395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07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895 195 688 0 0,'-61'-90'14795'0'0,"48"72"-12248"0"0,12 17-2408 0 0,-1 0 0 0 0,1 0 0 0 0,-1-1 0 0 0,1 1 0 0 0,-1 0 0 0 0,1 0 0 0 0,-1 0 0 0 0,0 1 0 0 0,0-1 0 0 0,0 0 0 0 0,1 1 0 0 0,-1-1 0 0 0,0 1 0 0 0,0-1 0 0 0,0 1 0 0 0,0 0 0 0 0,0 0 0 0 0,0 0 0 0 0,0 0 0 0 0,1 0 0 0 0,-1 0 0 0 0,0 1 0 0 0,0-1 1 0 0,0 1-1 0 0,0-1 0 0 0,-1 1 0 0 0,-8 3 263 0 0,1-1 0 0 0,0 2 0 0 0,-10 4 1 0 0,-3 5 128 0 0,0 1 1 0 0,0 0 0 0 0,2 2 0 0 0,0 1-1 0 0,-36 39 1 0 0,12-5 330 0 0,-44 69 0 0 0,61-79-386 0 0,1 1 0 0 0,-37 84 0 0 0,56-107-402 0 0,0 0 1 0 0,2 1 0 0 0,0 0-1 0 0,1 0 1 0 0,1 0-1 0 0,1 1 1 0 0,1 0 0 0 0,1-1-1 0 0,2 26 1 0 0,0-38-57 0 0,1 0 0 0 0,0-1 0 0 0,0 1 0 0 0,0-1-1 0 0,1 1 1 0 0,1-1 0 0 0,-1 0 0 0 0,1 0 0 0 0,1 0 0 0 0,-1-1 0 0 0,9 10 0 0 0,-4-6-4 0 0,0-2 1 0 0,1 1-1 0 0,0-1 1 0 0,1-1-1 0 0,0 0 1 0 0,22 13-1 0 0,-9-10 10 0 0,0 0-1 0 0,0-1 0 0 0,1-2 1 0 0,0-1-1 0 0,1 0 0 0 0,-1-2 1 0 0,33 2-1 0 0,-35-6 44 0 0,0-1 0 0 0,0-1 0 0 0,0-1 0 0 0,0-1-1 0 0,-1-1 1 0 0,1-1 0 0 0,-1-1 0 0 0,0-1 0 0 0,-1-1 0 0 0,0-1 0 0 0,0-1-1 0 0,0-1 1 0 0,-2 0 0 0 0,29-22 0 0 0,-13 5-21 0 0,-2-1-1 0 0,0-1 1 0 0,-2-2 0 0 0,-2-1 0 0 0,-1-2-1 0 0,38-60 1 0 0,-50 70-67 0 0,-1-1 1 0 0,-2-1-1 0 0,0 0 1 0 0,-2 0-1 0 0,-1-1 1 0 0,-1-1-1 0 0,7-39 1 0 0,-14 55 22 0 0,-1 1-1 0 0,0-2 1 0 0,0 1 0 0 0,-2 0-1 0 0,1 0 1 0 0,-2 0 0 0 0,0 0-1 0 0,0 1 1 0 0,-1-1 0 0 0,-1 0-1 0 0,0 1 1 0 0,0 0 0 0 0,-2 0-1 0 0,1 0 1 0 0,-2 0 0 0 0,1 1-1 0 0,-1 0 1 0 0,-1 1 0 0 0,-10-11-1 0 0,0 3-16 0 0,0 1 0 0 0,-2 1-1 0 0,0 1 1 0 0,-1 0 0 0 0,0 2-1 0 0,-1 0 1 0 0,0 2-1 0 0,-45-16 1 0 0,28 13-326 0 0,-1 3-1 0 0,-1 1 0 0 0,1 2 1 0 0,-66-4-1 0 0,52 11-923 0 0,-1 2 0 0 0,1 2-1 0 0,-108 20 1 0 0,71-1-4664 0 0,-128 47 0 0 0,83-17-5078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24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1444 0 0,'18'-2'4645'0'0,"-6"-1"-3749"0"0,3 1-716 0 0,-1 2-2073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25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17 360 0 0,'0'0'7141'0'0,"3"-7"-6301"0"0,6 0-1480 0 0,1 4-2305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6:25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4 216 0 0,'0'0'8974'0'0,"7"-4"-8342"0"0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29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0 148 0 0,'0'0'1592'0'0,"-9"6"-492"0"0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37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20 2060 0 0,'14'-20'13457'0'0,"-30"95"-13135"0"0,3-15-195 0 0,-18 130 192 0 0,-8 233 1 0 0,38-397-268 0 0,1 0 1 0 0,1 0 0 0 0,1 1-1 0 0,1-1 1 0 0,2-1-1 0 0,14 48 1 0 0,-18-70-57 0 0,0 0-1 0 0,0 0 1 0 0,1 0 0 0 0,-1 0-1 0 0,1 0 1 0 0,0 0 0 0 0,0 0-1 0 0,0 0 1 0 0,0-1 0 0 0,0 1-1 0 0,1-1 1 0 0,-1 0-1 0 0,1 1 1 0 0,-1-1 0 0 0,1 0-1 0 0,0-1 1 0 0,0 1 0 0 0,4 2-1 0 0,-4-4-59 0 0,0 1-1 0 0,1-1 0 0 0,-1 1 0 0 0,0-1 0 0 0,0 0 0 0 0,1-1 0 0 0,-1 1 0 0 0,0 0 0 0 0,0-1 0 0 0,0 0 0 0 0,1 1 0 0 0,-1-2 0 0 0,0 1 0 0 0,0 0 0 0 0,0 0 0 0 0,0-1 0 0 0,-1 1 0 0 0,1-1 0 0 0,4-3 0 0 0,5-5-198 0 0,0 0-1 0 0,-1 0 0 0 0,0-1 0 0 0,0 0 0 0 0,-1-1 1 0 0,-1 0-1 0 0,0-1 0 0 0,0 0 0 0 0,-1 0 0 0 0,11-27 1 0 0,-5 1 1311 0 0,-1 0 1 0 0,14-73-1 0 0,-26 96-290 0 0,6-16 53 0 0,0 72-781 0 0,-4 19-56 0 0,-3-36-78 0 0,1 0 0 0 0,1-1 1 0 0,1 1-1 0 0,0 0 0 0 0,15 42 1 0 0,-18-64 38 0 0,0 0 0 0 0,1 0 0 0 0,-1 0 0 0 0,0 0 0 0 0,1 0 0 0 0,-1 0 0 0 0,1 0 0 0 0,0 0 1 0 0,-1 0-1 0 0,1 0 0 0 0,0 0 0 0 0,0 0 0 0 0,-1 0 0 0 0,1-1 0 0 0,0 1 0 0 0,0 0 0 0 0,0 0 1 0 0,0-1-1 0 0,0 1 0 0 0,0-1 0 0 0,0 1 0 0 0,0-1 0 0 0,0 1 0 0 0,0-1 0 0 0,1 0 1 0 0,1 1-1 0 0,-1-1-17 0 0,0-1 0 0 0,0 1 0 0 0,0-1 0 0 0,0 1 0 0 0,0-1 0 0 0,-1 0 0 0 0,1 0 0 0 0,0 0 0 0 0,0 0 0 0 0,-1 0 0 0 0,1 0 0 0 0,0 0 0 0 0,-1-1 0 0 0,2-1 0 0 0,5-5-167 0 0,0-1-1 0 0,-1 0 1 0 0,0-1-1 0 0,6-10 1 0 0,7-22 611 0 0,-1-1 0 0 0,-2 0 0 0 0,19-82 0 0 0,-35 124-332 0 0,7-24 619 0 0,-10 43-495 0 0,-7 32-62 0 0,-4 58 1 0 0,12-89-57 0 0,1 0 1 0 0,0-1-1 0 0,1 1 1 0 0,1-1 0 0 0,1 1-1 0 0,8 27 1 0 0,-10-43-18 0 0,0-1 0 0 0,0 1 1 0 0,0-1-1 0 0,0 0 0 0 0,0 1 1 0 0,0-1-1 0 0,1 0 0 0 0,-1 0 0 0 0,1 0 1 0 0,-1 0-1 0 0,1 0 0 0 0,0 0 1 0 0,0 0-1 0 0,0 0 0 0 0,0-1 1 0 0,0 1-1 0 0,0-1 0 0 0,1 1 0 0 0,-1-1 1 0 0,0 0-1 0 0,1 0 0 0 0,2 1 1 0 0,-1-2-1 0 0,-1 1-1 0 0,1-1 1 0 0,-1 0 0 0 0,1 0 0 0 0,0 0 0 0 0,-1-1 0 0 0,1 1 0 0 0,-1-1 0 0 0,1 0 0 0 0,-1 0 0 0 0,1 0 0 0 0,-1 0 0 0 0,0-1 0 0 0,1 1 0 0 0,4-4-1 0 0,6-5 52 0 0,0-1 0 0 0,-1 0-1 0 0,0-1 1 0 0,-1 0-1 0 0,0 0 1 0 0,-1-2-1 0 0,-1 1 1 0 0,0-1 0 0 0,-1-1-1 0 0,0 0 1 0 0,-1 0-1 0 0,-1-1 1 0 0,0 0-1 0 0,-1 0 1 0 0,-1 0-1 0 0,-1-1 1 0 0,4-22 0 0 0,-8 32-26 0 0,1 0 0 0 0,-1 0 0 0 0,0 0 0 0 0,-1 0 0 0 0,0 0 0 0 0,0 0 1 0 0,0 0-1 0 0,-1 1 0 0 0,0-1 0 0 0,0 0 0 0 0,-1 1 0 0 0,0 0 0 0 0,0-1 1 0 0,0 1-1 0 0,-7-8 0 0 0,8 11-45 0 0,-1 0 0 0 0,0 0 0 0 0,0 0 0 0 0,-1 0 0 0 0,1 0 0 0 0,0 1 0 0 0,-1-1 0 0 0,0 1 0 0 0,1 0 0 0 0,-1 0 0 0 0,0 1 0 0 0,0-1 0 0 0,0 1 1 0 0,0 0-1 0 0,-1 0 0 0 0,1 0 0 0 0,0 0 0 0 0,0 1 0 0 0,-1-1 0 0 0,1 1 0 0 0,0 0 0 0 0,0 1 0 0 0,-1-1 0 0 0,1 1 0 0 0,-8 2 0 0 0,4-1-7 0 0,-1 1-1 0 0,1 0 1 0 0,0 1 0 0 0,1 0 0 0 0,-1 0-1 0 0,1 1 1 0 0,-1 0 0 0 0,1 0 0 0 0,1 1-1 0 0,-11 10 1 0 0,12-11 4 0 0,1-1 0 0 0,0 1-1 0 0,0 1 1 0 0,1-1 0 0 0,0 0 0 0 0,0 1-1 0 0,0 0 1 0 0,0-1 0 0 0,1 1 0 0 0,0 0-1 0 0,0 1 1 0 0,1-1 0 0 0,0 0 0 0 0,0 0 0 0 0,0 7-1 0 0,1-11 6 0 0,0-1-1 0 0,0 1 1 0 0,0-1-1 0 0,1 0 1 0 0,-1 1-1 0 0,0-1 0 0 0,1 1 1 0 0,0-1-1 0 0,-1 0 1 0 0,1 0-1 0 0,0 1 1 0 0,-1-1-1 0 0,1 0 1 0 0,0 0-1 0 0,0 0 1 0 0,0 0-1 0 0,0 0 0 0 0,0 0 1 0 0,0 0-1 0 0,1 0 1 0 0,-1 0-1 0 0,0 0 1 0 0,0 0-1 0 0,1-1 1 0 0,-1 1-1 0 0,0-1 1 0 0,1 1-1 0 0,-1-1 0 0 0,0 1 1 0 0,1-1-1 0 0,-1 0 1 0 0,3 0-1 0 0,3 1 3 0 0,0 0 0 0 0,0-1 0 0 0,0 0 0 0 0,0 0-1 0 0,7-1 1 0 0,10-5-26 0 0,1 0-1 0 0,-2-2 1 0 0,1 0-1 0 0,42-23 1 0 0,1 1-18 0 0,-46 21 22 0 0,-11 4-30 0 0,1 0 0 0 0,-1 1 1 0 0,1 1-1 0 0,-1-1 0 0 0,1 2 0 0 0,16-3 0 0 0,-24 6 45 0 0,-1-1-1 0 0,0 0 1 0 0,1 1 0 0 0,-1 0-1 0 0,0-1 1 0 0,0 1 0 0 0,0 0 0 0 0,0 0-1 0 0,1 0 1 0 0,-1 0 0 0 0,-1 1-1 0 0,1-1 1 0 0,0 0 0 0 0,0 1 0 0 0,0 0-1 0 0,-1-1 1 0 0,1 1 0 0 0,-1 0-1 0 0,1 0 1 0 0,-1 0 0 0 0,0 0 0 0 0,0 0-1 0 0,2 3 1 0 0,1 4 12 0 0,0 1-1 0 0,0-1 1 0 0,3 17 0 0 0,-3 1 134 0 0,0 0 0 0 0,-2 1 0 0 0,-2 28 0 0 0,0-51-53 0 0,0-4 353 0 0,10-27-243 0 0,-6 14-167 0 0,9-24-72 0 0,2 1-1 0 0,1 0 1 0 0,2 1-1 0 0,2 1 1 0 0,1 1 0 0 0,1 1-1 0 0,44-47 1 0 0,-65 77 34 0 0,-1 0 1 0 0,1 0-1 0 0,0 1 0 0 0,0-1 1 0 0,-1 0-1 0 0,1 1 1 0 0,0-1-1 0 0,0 1 1 0 0,0-1-1 0 0,0 1 0 0 0,0 0 1 0 0,0-1-1 0 0,0 1 1 0 0,-1 0-1 0 0,1-1 1 0 0,0 1-1 0 0,0 0 0 0 0,0 0 1 0 0,0 0-1 0 0,0 0 1 0 0,0 0-1 0 0,0 0 1 0 0,0 0-1 0 0,0 0 0 0 0,0 1 1 0 0,0-1-1 0 0,0 0 1 0 0,0 0-1 0 0,0 1 1 0 0,0-1-1 0 0,0 1 0 0 0,0-1 1 0 0,0 1-1 0 0,-1-1 1 0 0,1 1-1 0 0,0 0 1 0 0,0-1-1 0 0,-1 1 0 0 0,1 0 1 0 0,0 0-1 0 0,2 2 1 0 0,-1 0 0 0 0,1 0 0 0 0,-1 1 1 0 0,0-1-1 0 0,0 0 0 0 0,-1 1 0 0 0,1-1 0 0 0,1 6 0 0 0,1 7 18 0 0,-1 0 0 0 0,-1 0 0 0 0,0 1 0 0 0,-2 31 0 0 0,-11 69 90 0 0,1-29-36 0 0,7-29 295 0 0,3-58-358 0 0,0-1-1 0 0,0 1 1 0 0,0-1 0 0 0,0 0 0 0 0,0 1 0 0 0,1-1-1 0 0,-1 0 1 0 0,0 1 0 0 0,0-1 0 0 0,1 0 0 0 0,-1 0-1 0 0,0 1 1 0 0,0-1 0 0 0,1 0 0 0 0,-1 0 0 0 0,0 1-1 0 0,1-1 1 0 0,-1 0 0 0 0,0 0 0 0 0,1 0 0 0 0,-1 0-1 0 0,0 1 1 0 0,1-1 0 0 0,-1 0 0 0 0,1 0 0 0 0,-1 0-1 0 0,0 0 1 0 0,1 0 0 0 0,-1 0 0 0 0,1 0 0 0 0,-1 0 0 0 0,0 0-1 0 0,1 0 1 0 0,-1 0 0 0 0,0 0 0 0 0,1-1 0 0 0,-1 1-1 0 0,1 0 1 0 0,-1 0 0 0 0,0 0 0 0 0,1 0 0 0 0,-1-1-1 0 0,0 1 1 0 0,1 0 0 0 0,-1 0 0 0 0,0 0 0 0 0,1-1-1 0 0,18-10-2 0 0,-8 2-537 0 0,0 0 1 0 0,0-1-1 0 0,-1-1 1 0 0,15-20-1 0 0,-18 21-1401 0 0,0-1 0 0 0,-1 0 0 0 0,6-14 0 0 0,-4 5-3988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37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3 980 0 0,'-40'-1'2548'0'0,"-58"1"8536"0"0,29-1-7944 0 0,36 1-5892 0 0,0 0-4194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37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 1656 0 0,'-40'28'9894'0'0,"15"-11"-5800"0"0,163-26-3884 0 0,-80 3-1955 0 0,31-2-4299 0 0,-41 5 383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37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9169 0 0,'0'0'22594'0'0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48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1 448 0 0,'0'0'2364'0'0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54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9 296 0 0,'0'0'2812'0'0,"0"-8"-2400"0"0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6:58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87 143 60 0 0,'0'0'7255'0'0,"-2"-1"-7250"0"0,-4-1 0 0 0,5 1 24 0 0,0 1-10 0 0,0-1-1 0 0,0 0 1 0 0,0 0 0 0 0,0 0 0 0 0,0 0-1 0 0,1 0 1 0 0,-1 0 0 0 0,0-1 0 0 0,1 1-1 0 0,-1 0 1 0 0,1 0 0 0 0,-1 0 0 0 0,1-1-1 0 0,-1-1 1 0 0,-4-8 48 0 0,4 9 84 0 0,-12-27-74 0 0,12 28-52 0 0,-8-12-39 0 0,8 12 43 0 0,1 0-57 0 0,-3-3 30 0 0,-5-4 19 0 0,7 7 35 0 0,0 0-44 0 0,-1-4-10 0 0,1 4-3 0 0,-5-11 158 0 0,5 11-122 0 0,0-1 1 0 0,-1 1 0 0 0,1-1-1 0 0,0 0 1 0 0,0 0 0 0 0,0 1-1 0 0,0-1 1 0 0,0 0 0 0 0,0 0-1 0 0,1 0 1 0 0,-1-3 0 0 0,0 3-4 0 0,-1-2-561 0 0,9 12-445 0 0,7 12-2690 0 0,-7-11 2584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05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1308 0 0,'0'0'1449'0'0,"-6"8"1443"0"0,2-4-2540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06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1368 0 0,'0'0'5476'0'0,"2"6"-4901"0"0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30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1 433 1332 0 0,'0'0'3242'0'0,"2"12"1607"0"0,4 7-3268 0 0,-6-17-1005 0 0,1-1-422 0 0,-1 0 0 0 0,1 0 1 0 0,-1 0-1 0 0,1 0 1 0 0,-1 0-1 0 0,1 0 0 0 0,-1 0 1 0 0,1 0-1 0 0,0 0 0 0 0,0 0 1 0 0,0 0-1 0 0,-1 0 1 0 0,1-1-1 0 0,2 2 0 0 0,1-3-95 0 0,0 0 0 0 0,0 0 0 0 0,-1 0 0 0 0,1-1-1 0 0,0 0 1 0 0,0 1 0 0 0,-1-1 0 0 0,1 0 0 0 0,-1-1-1 0 0,0 1 1 0 0,0-1 0 0 0,0 0 0 0 0,0 1 0 0 0,0-1-1 0 0,0 0 1 0 0,-1-1 0 0 0,5-6 0 0 0,2-3-6 0 0,0-1 0 0 0,-1 0-1 0 0,9-22 1 0 0,-4 0-19 0 0,0-2 0 0 0,-3 1 0 0 0,-1-1 0 0 0,-2-1 0 0 0,5-69 0 0 0,-9 48-116 0 0,-3 58 46 0 0,-2 5-2 0 0,-3 10 44 0 0,0 1-1 0 0,1 1 0 0 0,1-1 1 0 0,0 0-1 0 0,0 1 0 0 0,1 20 0 0 0,-2 1 7 0 0,-39 339 74 0 0,-19 128 252 0 0,51-442 2592 0 0,10-59-2606 0 0,-4-46 428 0 0,5-40-687 0 0,3 1 0 0 0,4 0 0 0 0,4 0 0 0 0,25-97-1 0 0,-27 144-79 0 0,2 0 0 0 0,17-39 0 0 0,-22 62-1 0 0,0-1 0 0 0,1 1 1 0 0,1 1-1 0 0,0-1 0 0 0,1 1 0 0 0,0 1 1 0 0,1-1-1 0 0,14-12 0 0 0,-20 21 13 0 0,-1 0 0 0 0,1 0-1 0 0,-1 0 1 0 0,1 1 0 0 0,0-1-1 0 0,0 1 1 0 0,0 0 0 0 0,0 1-1 0 0,0-1 1 0 0,1 0 0 0 0,-1 1-1 0 0,0 0 1 0 0,1 0 0 0 0,-1 1-1 0 0,1-1 1 0 0,-1 1 0 0 0,1 0-1 0 0,-1 0 1 0 0,1 0 0 0 0,-1 1-1 0 0,1 0 1 0 0,-1-1 0 0 0,1 2 0 0 0,-1-1-1 0 0,0 0 1 0 0,1 1 0 0 0,-1 0-1 0 0,0 0 1 0 0,0 0 0 0 0,-1 0-1 0 0,1 1 1 0 0,0 0 0 0 0,-1 0-1 0 0,1 0 1 0 0,-1 0 0 0 0,0 0-1 0 0,0 0 1 0 0,0 1 0 0 0,0 0-1 0 0,-1-1 1 0 0,0 1 0 0 0,0 0-1 0 0,0 0 1 0 0,3 7 0 0 0,-3-3-1 0 0,0 0 0 0 0,0 0 0 0 0,0 0 0 0 0,-1 0-1 0 0,0 0 1 0 0,-1 1 0 0 0,0-1 0 0 0,0 0 0 0 0,-1 0 0 0 0,0 0 0 0 0,0 1 0 0 0,-1-1 0 0 0,0 0 0 0 0,0 0 0 0 0,-4 8 0 0 0,0-2 3 0 0,0 0 0 0 0,-1-1 0 0 0,0 0 0 0 0,-1 0 0 0 0,-1-1 0 0 0,0 0 0 0 0,-15 16-1 0 0,20-24 2 0 0,-1 0-1 0 0,1 0 1 0 0,-1 0 0 0 0,0 0-1 0 0,0-1 1 0 0,0 0-1 0 0,-1 0 1 0 0,1 0-1 0 0,-1-1 1 0 0,0 0-1 0 0,1 0 1 0 0,-1 0-1 0 0,0-1 1 0 0,0 1-1 0 0,0-1 1 0 0,0-1-1 0 0,-1 1 1 0 0,1-1-1 0 0,0-1 1 0 0,0 1-1 0 0,0-1 1 0 0,-8-1-1 0 0,10 0-33 0 0,0 1 0 0 0,-1-1 1 0 0,1 1-1 0 0,0 0 0 0 0,-1 1 0 0 0,1-1 0 0 0,-1 1 1 0 0,1 0-1 0 0,-1 0 0 0 0,-7 1 0 0 0,13 3 22 0 0,1-1-1 0 0,0 1 0 0 0,0-1 1 0 0,1 1-1 0 0,-1-1 1 0 0,5 4-1 0 0,-5-4 6 0 0,23 28-222 0 0,1-1 0 0 0,1-1 1 0 0,2-2-1 0 0,55 42 0 0 0,-74-62-472 0 0,1 0 1 0 0,0-1-1 0 0,1 0 0 0 0,-1-1 0 0 0,14 3 0 0 0,-19-6-184 0 0,0 0 0 0 0,0-1 0 0 0,1 0 0 0 0,-1-1 0 0 0,1 1 0 0 0,-1-1 0 0 0,9-1 0 0 0,5-3-3410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30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33 109 1988 0 0,'-2'-47'8143'0'0,"1"3"-3619"0"0,1 42-4076 0 0,14-1-24 0 0,-8 6-383 0 0,-1-1 0 0 0,0 1 0 0 0,0 0 0 0 0,-1 1 0 0 0,1-1 0 0 0,-1 1 0 0 0,1 0 0 0 0,-1 0 0 0 0,-1 0 0 0 0,1 1 0 0 0,0-1 0 0 0,-1 1 0 0 0,5 9 0 0 0,1 2 63 0 0,-2 0-1 0 0,0 0 0 0 0,7 25 0 0 0,-11-31 34 0 0,-1 1 0 0 0,-1-1 0 0 0,1 1 0 0 0,-2 0 0 0 0,0 0 0 0 0,0-1 0 0 0,-1 1 0 0 0,0 0 0 0 0,0-1 0 0 0,-5 16 0 0 0,3-18-7 0 0,0 1 1 0 0,0 0 0 0 0,0-1 0 0 0,-1 0 0 0 0,0 0 0 0 0,-1 0 0 0 0,0 0-1 0 0,0-1 1 0 0,-1 0 0 0 0,1 0 0 0 0,-2 0 0 0 0,-11 10 0 0 0,17-16-115 0 0,-1 0 1 0 0,1 0-1 0 0,0 0 1 0 0,0 0-1 0 0,-1 0 1 0 0,1 0-1 0 0,-1 0 1 0 0,1-1 0 0 0,-1 1-1 0 0,1 0 1 0 0,-1-1-1 0 0,0 0 1 0 0,1 1-1 0 0,-1-1 1 0 0,1 0-1 0 0,-1 0 1 0 0,0 1-1 0 0,1-1 1 0 0,-1 0-1 0 0,0-1 1 0 0,1 1-1 0 0,-1 0 1 0 0,0 0-1 0 0,1-1 1 0 0,-1 1-1 0 0,1-1 1 0 0,-1 0-1 0 0,1 1 1 0 0,-1-1-1 0 0,1 0 1 0 0,-1 0-1 0 0,1 0 1 0 0,-1 0 0 0 0,1 0-1 0 0,-1-1 1 0 0,-1-1-15 0 0,1 0 1 0 0,0 0 0 0 0,1 0 0 0 0,-1 0 0 0 0,1 0 0 0 0,-1 0-1 0 0,1-1 1 0 0,0 1 0 0 0,0 0 0 0 0,0-1 0 0 0,1 1-1 0 0,-1-1 1 0 0,1 1 0 0 0,0-1 0 0 0,0 1 0 0 0,0-5 0 0 0,2-4-2 0 0,0 0 0 0 0,0 0 0 0 0,2 1 0 0 0,-1-1 1 0 0,1 1-1 0 0,1 0 0 0 0,12-21 0 0 0,4-1-26 0 0,28-34-1 0 0,1-1 38 0 0,1 4-57 0 0,-50 62 18 0 0,-10 27-45 0 0,-6 2 53 0 0,-6 12-5 0 0,-28 70 1 0 0,45-97 24 0 0,0-1-1 0 0,1 0 1 0 0,0 1 0 0 0,1-1 0 0 0,0 1 0 0 0,1 0-1 0 0,1 0 1 0 0,-1-1 0 0 0,2 1 0 0 0,0 0 0 0 0,3 17 0 0 0,-2-23 6 0 0,-1-1 1 0 0,1 0 0 0 0,0 1-1 0 0,1-1 1 0 0,-1 0 0 0 0,1-1 0 0 0,0 1-1 0 0,0 0 1 0 0,1-1 0 0 0,-1 0-1 0 0,1 1 1 0 0,0-2 0 0 0,0 1 0 0 0,7 5-1 0 0,-3-4-102 0 0,0-1 0 0 0,0 0-1 0 0,0 0 1 0 0,0 0-1 0 0,1-1 1 0 0,-1-1-1 0 0,1 1 1 0 0,12 0 0 0 0,2 0-1017 0 0,0-2-1 0 0,0 0 1 0 0,1-2 0 0 0,-1 0 0 0 0,0-2 0 0 0,26-6 0 0 0,-4-2-2740 0 0,3-5-1499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31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32 1340 0 0,'-4'1'2845'0'0,"-66"19"9819"0"0,88-12-11609 0 0,0-7-931 0 0,1-2 0 0 0,-1 0 1 0 0,0 0-1 0 0,0-2 0 0 0,30-8 1 0 0,-11 3-534 0 0,-26 6-394 0 0,0-1 0 0 0,0 0 0 0 0,11-5 1 0 0,-19 7-64 0 0,0 0 0 0 0,0-1 0 0 0,-1 0 0 0 0,1 0 1 0 0,0 0-1 0 0,-1 0 0 0 0,1 0 0 0 0,3-4 0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31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13 232 0 0,'-3'-1'2887'0'0,"-42"-9"5700"0"0,43 9-7635 0 0,-16 0 2433 0 0,17 3-3181 0 0,-1-1 0 0 0,1 0 0 0 0,-1 1 0 0 0,1-1 0 0 0,0 1 0 0 0,-1 0 0 0 0,1-1 0 0 0,0 1 0 0 0,0 0 0 0 0,0 0 0 0 0,0 0 0 0 0,1 0-1 0 0,-1 0 1 0 0,0 0 0 0 0,1 0 0 0 0,0 0 0 0 0,-1 0 0 0 0,1 0 0 0 0,0 0 0 0 0,0 0 0 0 0,0 4 0 0 0,5 56 1134 0 0,-2-36-955 0 0,5 73-598 0 0,31 148 0 0 0,-36-234-895 0 0,0-1 0 0 0,8 18 1 0 0,-9-26 69 0 0,-1 0 1 0 0,1-1-1 0 0,0 1 1 0 0,1-1-1 0 0,-1 0 1 0 0,1 0 0 0 0,3 4-1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32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52 524 956 0 0,'-37'3'11753'0'0,"23"-2"-9091"0"0,15-2-2584 0 0,-1 0 1 0 0,1 0 0 0 0,0 0-1 0 0,0 0 1 0 0,1 0-1 0 0,-1 0 1 0 0,0 0 0 0 0,0 0-1 0 0,0 0 1 0 0,1 1 0 0 0,-1-1-1 0 0,0 1 1 0 0,0-1-1 0 0,3 0 1 0 0,0 0 71 0 0,24-13 88 0 0,0 0 0 0 0,0-2 1 0 0,-2 0-1 0 0,0-2 0 0 0,-1-1 1 0 0,0-1-1 0 0,-2-2 1 0 0,31-34-1 0 0,-43 40-196 0 0,0 1-1 0 0,-2-1 1 0 0,1-1-1 0 0,-2 0 1 0 0,0 0-1 0 0,6-22 1 0 0,22-110 94 0 0,-31 121-121 0 0,-5 28-16 0 0,0 1 1 0 0,0-1-1 0 0,-1 0 0 0 0,1 0 0 0 0,0 0 1 0 0,0 0-1 0 0,0 0 0 0 0,-1 0 0 0 0,1 1 1 0 0,0-1-1 0 0,0 0 0 0 0,0 0 0 0 0,-1 0 0 0 0,1 0 1 0 0,0 0-1 0 0,0 0 0 0 0,0 0 0 0 0,-1 0 1 0 0,1 0-1 0 0,0 0 0 0 0,0 0 0 0 0,-1 0 1 0 0,1 0-1 0 0,0 0 0 0 0,0 0 0 0 0,0 0 1 0 0,-1 0-1 0 0,1-1 0 0 0,0 1 0 0 0,0 0 1 0 0,0 0-1 0 0,-1 0 0 0 0,1 0 0 0 0,0 0 1 0 0,0 0-1 0 0,0-1 0 0 0,0 1 0 0 0,0 0 0 0 0,-1 0 1 0 0,1 0-1 0 0,0 0 0 0 0,0-1 0 0 0,0 1 1 0 0,0 0-1 0 0,0 0 0 0 0,0 0 0 0 0,0-1 1 0 0,0 1-1 0 0,0 0 0 0 0,-1 0 0 0 0,1 0 1 0 0,0-1-1 0 0,0 1 0 0 0,0 0 0 0 0,0 0 1 0 0,0 0-1 0 0,0-1 0 0 0,0 1 0 0 0,1 0 1 0 0,-16 15-27 0 0,4 7 27 0 0,0 0 0 0 0,1 1 1 0 0,-8 29-1 0 0,-16 76 8 0 0,28-103-8 0 0,-98 620 655 0 0,86-498-580 0 0,12-99-8 0 0,-9 57 1047 0 0,15-104-1078 0 0,0 0-1 0 0,0-1 1 0 0,0 1-1 0 0,0 0 1 0 0,-1 0-1 0 0,1-1 1 0 0,0 1-1 0 0,0 0 0 0 0,-1-1 1 0 0,1 1-1 0 0,0 0 1 0 0,-1-1-1 0 0,1 1 1 0 0,-1 0-1 0 0,1-1 1 0 0,-1 1-1 0 0,1-1 1 0 0,-1 1-1 0 0,0 0 1 0 0,0-1-23 0 0,1 0-1 0 0,-1 0 1 0 0,1 0 0 0 0,0 0 0 0 0,-1-1 0 0 0,1 1 0 0 0,0 0-1 0 0,-1 0 1 0 0,1 0 0 0 0,-1 0 0 0 0,1-1 0 0 0,0 1 0 0 0,-1 0-1 0 0,1 0 1 0 0,0-1 0 0 0,0 1 0 0 0,-1 0 0 0 0,1 0 0 0 0,0-1 0 0 0,0 1-1 0 0,-1 0 1 0 0,1-1 0 0 0,0 1 0 0 0,-1-1 0 0 0,-10-29 158 0 0,7-1-145 0 0,0 1 0 0 0,2-1 0 0 0,2 0-1 0 0,0 0 1 0 0,2 1 0 0 0,2-1 0 0 0,1 1-1 0 0,12-44 1 0 0,-12 55-24 0 0,1 1 0 0 0,1 0-1 0 0,1 0 1 0 0,0 0 0 0 0,1 1-1 0 0,1 1 1 0 0,1 0 0 0 0,0 0 0 0 0,1 1-1 0 0,1 0 1 0 0,0 1 0 0 0,1 0-1 0 0,0 2 1 0 0,26-19 0 0 0,-32 27-8 0 0,-1 0 0 0 0,1 0 1 0 0,0 0-1 0 0,0 1 1 0 0,1 0-1 0 0,-1 1 0 0 0,1 0 1 0 0,-1 0-1 0 0,1 1 0 0 0,16 0 1 0 0,-22 0 0 0 0,0 2 1 0 0,0-1 0 0 0,-1 0-1 0 0,1 1 1 0 0,0-1 0 0 0,-1 1-1 0 0,1 0 1 0 0,0 0 0 0 0,-1 0-1 0 0,1 0 1 0 0,-1 0-1 0 0,1 0 1 0 0,-1 1 0 0 0,0-1-1 0 0,0 1 1 0 0,0 0 0 0 0,0-1-1 0 0,0 1 1 0 0,0 0 0 0 0,0 1-1 0 0,0-1 1 0 0,-1 0 0 0 0,1 0-1 0 0,-1 1 1 0 0,1-1 0 0 0,-1 0-1 0 0,0 1 1 0 0,0 0 0 0 0,0-1-1 0 0,-1 1 1 0 0,1 0-1 0 0,0-1 1 0 0,-1 1 0 0 0,0 0-1 0 0,0-1 1 0 0,0 1 0 0 0,0 5-1 0 0,-1 2 8 0 0,0 1-1 0 0,-1-1 0 0 0,0 1 0 0 0,-1-1 0 0 0,0 0 0 0 0,-1 0 0 0 0,0 0 0 0 0,0 0 1 0 0,-1-1-1 0 0,0 0 0 0 0,-1 0 0 0 0,0 0 0 0 0,-14 15 0 0 0,7-10 6 0 0,0 0 0 0 0,-1-1-1 0 0,-1 0 1 0 0,0-1 0 0 0,-1-1 0 0 0,-31 17-1 0 0,43-26-7 0 0,0 0-1 0 0,0 0 0 0 0,0 0 0 0 0,-1 0 0 0 0,1-1 0 0 0,-1 0 0 0 0,1 0 1 0 0,-1 0-1 0 0,1-1 0 0 0,-1 1 0 0 0,1-1 0 0 0,-1 0 0 0 0,0-1 1 0 0,-6 0-1 0 0,10 1-1 0 0,0 0 0 0 0,0-1 0 0 0,0 1 0 0 0,0 0 0 0 0,0-1 0 0 0,0 1 0 0 0,0-1 0 0 0,0 1 0 0 0,0-1 0 0 0,0 1 0 0 0,0-1 0 0 0,0 0 0 0 0,0 1 0 0 0,1-1 0 0 0,-1 0 0 0 0,0 0 0 0 0,1 0 0 0 0,-1 0 0 0 0,0 1 0 0 0,1-1 0 0 0,-1 0 0 0 0,1 0 0 0 0,-1 0 0 0 0,1 0 0 0 0,0 0 0 0 0,-1 0 0 0 0,1 0 0 0 0,0-3 0 0 0,2-22-26 0 0,-2 25 27 0 0,1-1-4 0 0,-1 1 0 0 0,1-1 0 0 0,0 0 0 0 0,0 0 0 0 0,0 0 0 0 0,1 1 0 0 0,-1-1 1 0 0,0 0-1 0 0,1 1 0 0 0,-1-1 0 0 0,1 1 0 0 0,-1 0 0 0 0,1 0 0 0 0,0-1 0 0 0,-1 1 0 0 0,1 0 0 0 0,0 0 0 0 0,0 0 0 0 0,0 1 0 0 0,0-1 0 0 0,0 0 0 0 0,0 1 0 0 0,0-1 0 0 0,0 1 1 0 0,0 0-1 0 0,0 0 0 0 0,2 0 0 0 0,3-1 0 0 0,0 1 1 0 0,0 0-1 0 0,0 0 1 0 0,0 1-1 0 0,0 0 1 0 0,9 2-1 0 0,-6 1 7 0 0,-1 0 0 0 0,1 0 1 0 0,-1 1-1 0 0,0 0 0 0 0,-1 1 0 0 0,1 0 1 0 0,-1 0-1 0 0,14 14 0 0 0,54 67-106 0 0,-63-71 19 0 0,7 10-650 0 0,55 62-1702 0 0,-62-74-59 0 0,1-1 0 0 0,0 0 0 0 0,30 19 0 0 0,-24-19-3957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32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89 908 0 0,'2'-35'7705'0'0,"-1"-6"-1709"0"0,-1 41-5964 0 0,0-1 0 0 0,0 1 0 0 0,0 0-1 0 0,1 0 1 0 0,-1-1 0 0 0,0 1 0 0 0,0 0-1 0 0,0-1 1 0 0,0 1 0 0 0,0 0 0 0 0,0 0-1 0 0,1-1 1 0 0,-1 1 0 0 0,0 0 0 0 0,0 0 0 0 0,0 0-1 0 0,1-1 1 0 0,-1 1 0 0 0,0 0 0 0 0,0 0-1 0 0,0 0 1 0 0,1 0 0 0 0,-1-1 0 0 0,0 1-1 0 0,1 0 1 0 0,-1 0 0 0 0,0 0 0 0 0,0 0-1 0 0,1 0 1 0 0,-1 0 0 0 0,0 0 0 0 0,1 0-1 0 0,-1 0 1 0 0,0 0 0 0 0,0 0 0 0 0,1 0-1 0 0,-1 0 1 0 0,0 0 0 0 0,1 0 0 0 0,-1 0 0 0 0,0 0-1 0 0,0 0 1 0 0,1 0 0 0 0,-1 0 0 0 0,0 1-1 0 0,0-1 1 0 0,1 0 0 0 0,-1 0 0 0 0,0 0-1 0 0,0 0 1 0 0,1 1 0 0 0,-1-1 0 0 0,0 0-1 0 0,0 0 1 0 0,0 0 0 0 0,1 1 0 0 0,14 9 874 0 0,1 6-232 0 0,-1 0 0 0 0,25 37 0 0 0,-23-29-448 0 0,20 21 1 0 0,-31-39-170 0 0,1 0 0 0 0,0 0 0 0 0,-1 0 0 0 0,2-1 0 0 0,-1 0 1 0 0,1 0-1 0 0,12 5 0 0 0,-19-9-46 0 0,1 0 0 0 0,0 0-1 0 0,0-1 1 0 0,0 1 0 0 0,0-1 0 0 0,0 1 0 0 0,0-1 0 0 0,0 0-1 0 0,0 0 1 0 0,0 0 0 0 0,0 0 0 0 0,0 0 0 0 0,0 0-1 0 0,0-1 1 0 0,0 1 0 0 0,0-1 0 0 0,0 1 0 0 0,3-2 0 0 0,-2 0-2 0 0,-1 0 0 0 0,1 0 0 0 0,0 0 0 0 0,-1 0 0 0 0,0 0 0 0 0,1-1 0 0 0,-1 1 0 0 0,0 0 0 0 0,0-1 0 0 0,2-4 0 0 0,2-3 0 0 0,-2-1 0 0 0,1 1 0 0 0,-1-1 0 0 0,-1 0 0 0 0,3-13 0 0 0,-3 7 2 0 0,0-31 0 0 0,1-2-41 0 0,-4 48 28 0 0,-13 28 12 0 0,-50 208 956 0 0,49-170-656 0 0,-47 231 1145 0 0,-39 153 883 0 0,91-419-1831 0 0,-23 50 0 0 0,29-71-386 0 0,-2 1-1 0 0,1-2 1 0 0,-1 1-1 0 0,0 0 1 0 0,-1-1-1 0 0,0 0 0 0 0,0 0 1 0 0,-1-1-1 0 0,1 1 1 0 0,-12 6-1 0 0,17-12-112 0 0,-1 0-1 0 0,0 0 1 0 0,1 0 0 0 0,-1 0-1 0 0,0 0 1 0 0,0 0-1 0 0,0-1 1 0 0,0 1 0 0 0,0-1-1 0 0,0 1 1 0 0,0-1-1 0 0,0 0 1 0 0,0 0 0 0 0,0 1-1 0 0,0-2 1 0 0,0 1 0 0 0,0 0-1 0 0,0 0 1 0 0,1-1-1 0 0,-1 1 1 0 0,0-1 0 0 0,0 1-1 0 0,0-1 1 0 0,0 0-1 0 0,0 0 1 0 0,1 0 0 0 0,-1 0-1 0 0,0 0 1 0 0,1 0-1 0 0,-1 0 1 0 0,1-1 0 0 0,-1 1-1 0 0,1 0 1 0 0,-1-1-1 0 0,1 0 1 0 0,0 1 0 0 0,-2-3-1 0 0,0-2-167 0 0,-1 0 0 0 0,1-1-1 0 0,0 1 1 0 0,1-1 0 0 0,-1 1 0 0 0,1-1-1 0 0,1 0 1 0 0,-1 1 0 0 0,0-13 0 0 0,2 1-544 0 0,1 0 1 0 0,0 0 0 0 0,1 0 0 0 0,1 1-1 0 0,1-1 1 0 0,1 1 0 0 0,12-34-1 0 0,5 3-4886 0 0,38-65 0 0 0,-31 67-1911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32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17 188 1276 0 0,'-16'25'13590'0'0,"16"-24"-13514"0"0,0 0-1 0 0,0-1 1 0 0,0 1-1 0 0,0 0 1 0 0,0-1-1 0 0,0 1 1 0 0,0 0-1 0 0,0-1 1 0 0,0 1-1 0 0,0-1 1 0 0,0 1-1 0 0,1 0 1 0 0,-1-1-1 0 0,0 1 1 0 0,0 0-1 0 0,1-1 1 0 0,-1 1-1 0 0,0-1 1 0 0,1 1-1 0 0,-1-1 1 0 0,0 1-1 0 0,1-1 1 0 0,-1 1 0 0 0,1-1-1 0 0,-1 1 1 0 0,1-1-1 0 0,0 1 1 0 0,1 0-9 0 0,-1 0 0 0 0,1-1 1 0 0,0 1-1 0 0,0-1 1 0 0,-1 1-1 0 0,1-1 0 0 0,0 0 1 0 0,0 1-1 0 0,0-1 0 0 0,1 0 1 0 0,9-1-31 0 0,-1 0 1 0 0,19-4-1 0 0,-22 3 174 0 0,33-6-33 0 0,-1-1 0 0 0,47-20 1 0 0,-64 21-677 0 0,-1-2 0 0 0,0-1 0 0 0,0-1 0 0 0,-1-1 0 0 0,21-17 0 0 0,-35 24-198 0 0,-1 0 0 0 0,1 0 1 0 0,-1-1-1 0 0,8-11 0 0 0,-11 14-182 0 0,-1 0 0 0 0,1-1 0 0 0,-1 1 1 0 0,0-1-1 0 0,2-7 0 0 0,-1-7-3564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33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2 2364 0 0,'-5'-1'1005'0'0,"0"1"-1"0"0,0-1 0 0 0,0 1 1 0 0,0 0-1 0 0,-1 1 1 0 0,-8 1-1 0 0,12-2-771 0 0,0 1 1 0 0,0 0-1 0 0,0 0 0 0 0,0 0 0 0 0,0 0 0 0 0,1 0 1 0 0,-1 0-1 0 0,0 0 0 0 0,1 1 0 0 0,-1-1 0 0 0,1 0 1 0 0,-1 1-1 0 0,1 0 0 0 0,0-1 0 0 0,0 1 1 0 0,0 0-1 0 0,-1 0 0 0 0,2-1 0 0 0,-1 1 0 0 0,-1 3 1 0 0,-3 13 565 0 0,1 1 1 0 0,0-1 0 0 0,2 1 0 0 0,0 0-1 0 0,1 0 1 0 0,2 24 0 0 0,-1-23-474 0 0,0 19-77 0 0,14 371-76 0 0,-13-399-1040 0 0,1 1 1 0 0,5 19-1 0 0,5-6-2378 0 0,-11-24 2770 0 0,0 0 1 0 0,1 1-1 0 0,-1-1 1 0 0,0 0 0 0 0,0 0-1 0 0,1 0 1 0 0,-1 0-1 0 0,0 0 1 0 0,1 0-1 0 0,-1-1 1 0 0,1 1-1 0 0,-1 0 1 0 0,3 0-1 0 0,9 1-5272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33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45 471 1408 0 0,'13'-21'4512'0'0,"31"-41"5161"0"0,-37 54-9159 0 0,0-1 0 0 0,1 2 0 0 0,0-1-1 0 0,17-11 1 0 0,4 0-142 0 0,-1-1-1 0 0,41-39 1 0 0,-60 50-347 0 0,-1 0 1 0 0,0 0-1 0 0,-1-1 1 0 0,0 0-1 0 0,-1 0 0 0 0,0-1 1 0 0,0 0-1 0 0,-1 0 1 0 0,0 0-1 0 0,5-24 0 0 0,-7 23-20 0 0,0 4-4 0 0,-1 0 1 0 0,-1-1 0 0 0,1 1 0 0 0,-1 0-1 0 0,-1 0 1 0 0,0-1 0 0 0,-1-12-1 0 0,0 17-14 0 0,1 4 13 0 0,-1-1 0 0 0,1 1 0 0 0,0-1 0 0 0,-1 1-1 0 0,1-1 1 0 0,-1 1 0 0 0,1-1 0 0 0,0 1 0 0 0,-1 0 0 0 0,1-1 0 0 0,-1 1-1 0 0,1-1 1 0 0,-1 1 0 0 0,0 0 0 0 0,1 0 0 0 0,-1-1 0 0 0,1 1 0 0 0,-1 0-1 0 0,1 0 1 0 0,-1 0 0 0 0,0-1 0 0 0,1 1 0 0 0,-1 0 0 0 0,0 0 0 0 0,1 0-1 0 0,-1 0 1 0 0,1 0 0 0 0,-1 0 0 0 0,0 1 0 0 0,1-1 0 0 0,-1 0 0 0 0,0 0-1 0 0,1 0 1 0 0,-1 0 0 0 0,1 1 0 0 0,-1-1 0 0 0,1 0 0 0 0,-1 1 0 0 0,1-1-1 0 0,-1 0 1 0 0,1 1 0 0 0,-1-1 0 0 0,1 1 0 0 0,-1-1 0 0 0,1 1 0 0 0,0-1-1 0 0,-1 1 1 0 0,1-1 0 0 0,-1 1 0 0 0,0 0 0 0 0,-8 9 1 0 0,0 1-1 0 0,1 0 1 0 0,0 0 0 0 0,1 1 0 0 0,0 0 0 0 0,-7 18 0 0 0,-26 82 36 0 0,32-86-19 0 0,-35 126 108 0 0,6 2 1 0 0,-22 193-1 0 0,58-334-94 0 0,-1 9 278 0 0,-1-1 0 0 0,-2 1 0 0 0,-9 30 0 0 0,14-51-301 0 0,0-1 1 0 0,0 1 0 0 0,0-1-1 0 0,-1 1 1 0 0,1-1-1 0 0,0 1 1 0 0,0-1-1 0 0,-1 0 1 0 0,1 1-1 0 0,0-1 1 0 0,-1 1-1 0 0,1-1 1 0 0,0 0-1 0 0,-1 1 1 0 0,1-1-1 0 0,-1 0 1 0 0,1 0-1 0 0,-1 1 1 0 0,1-1-1 0 0,0 0 1 0 0,-1 0 0 0 0,1 0-1 0 0,-1 0 1 0 0,1 1-1 0 0,-1-1 1 0 0,1 0-1 0 0,-1 0 1 0 0,1 0-1 0 0,-1 0 1 0 0,1 0-1 0 0,-1 0 1 0 0,1 0-1 0 0,-1 0 1 0 0,1 0-1 0 0,-1-1 1 0 0,1 1-1 0 0,-1 0 1 0 0,1 0-1 0 0,-1 0 1 0 0,1 0-1 0 0,0-1 1 0 0,-1 1 0 0 0,1 0-1 0 0,-1-1 1 0 0,1 1-1 0 0,0 0 1 0 0,-1-1-1 0 0,1 1 1 0 0,0 0-1 0 0,-1-1 1 0 0,1 1-1 0 0,0 0 1 0 0,-1-1-1 0 0,1 0 1 0 0,-17-23 89 0 0,11 11-102 0 0,1 0 0 0 0,0-1 1 0 0,1 0-1 0 0,1 0 0 0 0,0-1 1 0 0,1 1-1 0 0,0 0 1 0 0,1-1-1 0 0,1 1 0 0 0,0-1 1 0 0,2 1-1 0 0,-1-1 0 0 0,1 1 1 0 0,1 0-1 0 0,1-1 0 0 0,5-13 1 0 0,-1 7-5 0 0,0 1 1 0 0,1 0 0 0 0,1 0 0 0 0,1 1-1 0 0,1 1 1 0 0,1 0 0 0 0,0 0-1 0 0,1 1 1 0 0,33-29 0 0 0,-31 32-17 0 0,2 1 0 0 0,0 0-1 0 0,34-16 1 0 0,-42 23 12 0 0,1 1-1 0 0,0 1 0 0 0,0 0 0 0 0,1 1 0 0 0,-1 0 0 0 0,1 1 1 0 0,0 0-1 0 0,13 0 0 0 0,-20 2 11 0 0,-1 0 0 0 0,0 0 0 0 0,0 0 0 0 0,1 1 0 0 0,-1 0 0 0 0,0 0 0 0 0,0 0 0 0 0,0 0 0 0 0,0 1 0 0 0,0-1 0 0 0,4 3 0 0 0,-6-3 2 0 0,-1 0 0 0 0,0 0 0 0 0,0 1 0 0 0,0-1 0 0 0,0 0 0 0 0,0 0 0 0 0,0 1 0 0 0,0-1-1 0 0,0 0 1 0 0,0 1 0 0 0,-1-1 0 0 0,1 1 0 0 0,-1-1 0 0 0,1 1 0 0 0,-1-1 0 0 0,1 1-1 0 0,-1 0 1 0 0,0-1 0 0 0,0 1 0 0 0,0-1 0 0 0,0 1 0 0 0,0 0 0 0 0,0-1 0 0 0,0 1 0 0 0,0-1-1 0 0,-1 1 1 0 0,1-1 0 0 0,-1 1 0 0 0,1 0 0 0 0,-1-1 0 0 0,-1 2 0 0 0,-1 6 1 0 0,-2-1 0 0 0,1 0 0 0 0,-1-1 0 0 0,0 1 0 0 0,-1-1 0 0 0,0 0 0 0 0,0 0 0 0 0,0-1 0 0 0,-12 9 0 0 0,-5 2 3 0 0,-42 25 0 0 0,46-32 1 0 0,-1-1 1 0 0,-1-1-1 0 0,-20 6 0 0 0,15-6 16 0 0,-20 3-67 0 0,44-11 29 0 0,-1 1-19 0 0,-1 1 35 0 0,11 8-18 0 0,37 34-546 0 0,12 13 1151 0 0,91 73 0 0 0,-123-113-1480 0 0,1 0-1 0 0,43 20 1 0 0,-49-28-926 0 0,0-1 1 0 0,1-1 0 0 0,0-1 0 0 0,32 5-1 0 0,-15-6-6177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34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31 114 436 0 0,'-9'-7'5640'0'0,"-1"-4"-2049"0"0,-2-2 927 0 0,12 13-4439 0 0,0-1 0 0 0,0 1 0 0 0,0-1 0 0 0,0 0 1 0 0,1 1-1 0 0,-1-1 0 0 0,0 1 0 0 0,0-1 0 0 0,0 1 0 0 0,0-1 1 0 0,1 1-1 0 0,-1-1 0 0 0,0 1 0 0 0,0-1 0 0 0,1 1 1 0 0,-1-1-1 0 0,0 1 0 0 0,1-1 0 0 0,-1 1 0 0 0,1 0 0 0 0,-1-1 1 0 0,0 1-1 0 0,1 0 0 0 0,0-1 0 0 0,364-64 2491 0 0,-309 60-2532 0 0,-55 5-38 0 0,0 0 1 0 0,-1 0 0 0 0,0 0 0 0 0,1 0-1 0 0,-1 0 1 0 0,1 1 0 0 0,-1-1 0 0 0,1 0-1 0 0,-1 0 1 0 0,1 1 0 0 0,-1-1 0 0 0,1 0-1 0 0,-1 1 1 0 0,0-1 0 0 0,1 0 0 0 0,-1 1-1 0 0,0-1 1 0 0,1 0 0 0 0,-1 1 0 0 0,0-1-1 0 0,0 1 1 0 0,1-1 0 0 0,-1 1 0 0 0,0-1-1 0 0,0 1 1 0 0,0-1 0 0 0,0 1 0 0 0,1-1-1 0 0,-1 1 1 0 0,0-1 0 0 0,0 1 0 0 0,0-1-1 0 0,0 1 1 0 0,0-1 0 0 0,0 1 0 0 0,-1-1-1 0 0,1 1 1 0 0,0-1 0 0 0,0 1-1 0 0,0-1 1 0 0,0 1 0 0 0,0-1 0 0 0,-1 1-1 0 0,-8 20 18 0 0,-26 27 256 0 0,-71 78 0 0 0,31-42 691 0 0,64-71-797 0 0,-1 0 7 0 0,1 0 0 0 0,0 1 0 0 0,1 1 0 0 0,1 0 0 0 0,0 0 1 0 0,-10 25-1 0 0,18-39-156 0 0,1 0 1 0 0,0 0-1 0 0,0 0 1 0 0,0 0-1 0 0,0 0 1 0 0,0-1-1 0 0,0 1 1 0 0,0 0-1 0 0,0 0 1 0 0,0 0-1 0 0,1 0 1 0 0,-1-1-1 0 0,0 1 1 0 0,0 0-1 0 0,1 0 1 0 0,-1 0-1 0 0,1-1 1 0 0,-1 1-1 0 0,1 0 1 0 0,-1-1-1 0 0,1 1 1 0 0,-1 0-1 0 0,1-1 1 0 0,-1 1-1 0 0,1-1 1 0 0,0 1-1 0 0,-1-1 1 0 0,1 1-1 0 0,0-1 1 0 0,0 1-1 0 0,-1-1 1 0 0,1 0-1 0 0,0 1 0 0 0,0-1 1 0 0,0 0-1 0 0,-1 0 1 0 0,1 1-1 0 0,0-1 1 0 0,1 0-1 0 0,37 4 231 0 0,-36-4-226 0 0,34 0-17 0 0,0-1 1 0 0,59-11-1 0 0,74-24-2278 0 0,-156 33 1973 0 0,133-38-3684 0 0,-48 9-1925 0 0,-20 5-2035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34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53 3104 0 0,'-4'0'2539'0'0,"-51"2"6087"0"0,52-2-7558 0 0,-16 0 2693 0 0,57-1-3243 0 0,1-2 1 0 0,42-8-1 0 0,-11 2-335 0 0,0 0-436 0 0,87-8-1357 0 0,-52 12-9324 0 0,-89 7 5299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34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16 1488 0 0,'-48'28'5898'0'0,"-21"14"1827"0"0,69-41-7661 0 0,0-1-1 0 0,-1 0 1 0 0,1 0-1 0 0,0 0 1 0 0,-1 0 0 0 0,1 0-1 0 0,0 1 1 0 0,-1-1-1 0 0,1 0 1 0 0,0 0-1 0 0,-1 0 1 0 0,1 1-1 0 0,0-1 1 0 0,0 0-1 0 0,-1 1 1 0 0,1-1-1 0 0,0 0 1 0 0,0 0-1 0 0,-1 1 1 0 0,1-1-1 0 0,0 1 1 0 0,0-1-1 0 0,0 0 1 0 0,0 1-1 0 0,0-1 1 0 0,0 0 0 0 0,0 1-1 0 0,-1-1 1 0 0,1 0-1 0 0,0 1 1 0 0,0-1-1 0 0,0 1 1 0 0,1-1-1 0 0,-1 0 1 0 0,0 1-1 0 0,0-1 1 0 0,0 0-1 0 0,0 1 1 0 0,0-1-1 0 0,0 0 1 0 0,0 1-1 0 0,1-1 1 0 0,-1 1-1 0 0,19 5 971 0 0,25-3-593 0 0,212-28-600 0 0,-75-5-3678 0 0,-63-3-2992 0 0,-60 13 677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35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62 3252 0 0,'1'-2'2534'0'0,"11"-39"9930"0"0,-13 43-12410 0 0,-1 0 0 0 0,0 0 0 0 0,0 0 0 0 0,1 1 0 0 0,-1-1 0 0 0,1 0 0 0 0,-1 0 0 0 0,0 4 0 0 0,0-2 27 0 0,-101 200 1700 0 0,84-159-1388 0 0,2 1 0 0 0,-18 80 0 0 0,33-117-352 0 0,0 0-1 0 0,1 0 0 0 0,0-1 0 0 0,1 1 1 0 0,0 0-1 0 0,0 0 0 0 0,1 0 0 0 0,0-1 1 0 0,2 11-1 0 0,-1-15-21 0 0,-1 0 1 0 0,1 0-1 0 0,0-1 0 0 0,-1 1 1 0 0,2 0-1 0 0,-1-1 1 0 0,0 1-1 0 0,1-1 0 0 0,-1 0 1 0 0,1 0-1 0 0,0 0 0 0 0,0 0 1 0 0,1 0-1 0 0,-1-1 0 0 0,0 1 1 0 0,1-1-1 0 0,0 0 1 0 0,-1 0-1 0 0,1 0 0 0 0,0 0 1 0 0,4 0-1 0 0,5 2 24 0 0,0-1 0 0 0,0-1 0 0 0,0-1 0 0 0,0 1 0 0 0,0-2-1 0 0,0 0 1 0 0,0-1 0 0 0,0 0 0 0 0,0-1 0 0 0,0 0 0 0 0,-1-1 0 0 0,1 0 0 0 0,-1-1 0 0 0,1-1-1 0 0,19-10 1 0 0,-10 4 34 0 0,0-2 0 0 0,0-1 0 0 0,-2 0-1 0 0,0-2 1 0 0,-1 0 0 0 0,0-1-1 0 0,20-24 1 0 0,-28 28 51 0 0,-1 0 0 0 0,-1-1 0 0 0,1 0 1 0 0,-2 0-1 0 0,0-1 0 0 0,-1 0 0 0 0,0 0 0 0 0,-2-1 0 0 0,0 0 0 0 0,5-23 0 0 0,-9 32-84 0 0,0-1 0 0 0,0 0-1 0 0,-1 0 1 0 0,0 0-1 0 0,0 1 1 0 0,-1-1 0 0 0,0 0-1 0 0,-1 1 1 0 0,1-1 0 0 0,-2 0-1 0 0,1 1 1 0 0,-1 0 0 0 0,0 0-1 0 0,0 0 1 0 0,-1 0 0 0 0,0 0-1 0 0,0 0 1 0 0,0 1 0 0 0,-1 0-1 0 0,0 0 1 0 0,-1 0-1 0 0,1 1 1 0 0,-1 0 0 0 0,-9-7-1 0 0,-4-1-8 0 0,0 2 0 0 0,-2 0 0 0 0,1 0 0 0 0,-1 2 0 0 0,0 1-1 0 0,-1 1 1 0 0,0 0 0 0 0,-35-5 0 0 0,22 7-21 0 0,0 2-1 0 0,-1 1 1 0 0,1 2 0 0 0,-66 7-1 0 0,91-6-259 0 0,0 1 0 0 0,0 0 0 0 0,1 1 0 0 0,-1 0 0 0 0,1 1 0 0 0,0 0 0 0 0,0 0-1 0 0,-12 8 1 0 0,15-8-669 0 0,0 0-1 0 0,1 1 0 0 0,-1 0 1 0 0,-8 11-1 0 0,10-11-778 0 0,0 1 0 0 0,0-1 0 0 0,1 1 0 0 0,-1 0 1 0 0,-3 12-1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35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8061 0 0,'0'0'14541'0'0,"10"5"-16693"0"0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36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33 652 0 0,'2'-32'12362'0'0,"-8"239"-7921"0"0,-47 321-3880 0 0,51-516-548 0 0,-8 72 1115 0 0,10-82-925 0 0,8-13-136 0 0,1 2-38 0 0,0 1-1 0 0,1-1 1 0 0,0 2-1 0 0,0-1 1 0 0,0 1-1 0 0,1 1 1 0 0,0 0-1 0 0,1 0 1 0 0,22-7-1 0 0,15-2-2028 0 0,56-11 0 0 0,-67 18-1700 0 0,-19 4-208 0 0,-3-1-1792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37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43 164 1212 0 0,'-42'-103'14956'0'0,"41"105"-14910"0"0,1 1 1 0 0,0 0-1 0 0,0-1 0 0 0,1 1 0 0 0,-1 0 1 0 0,1-1-1 0 0,-1 1 0 0 0,1-1 0 0 0,0 1 0 0 0,0-1 1 0 0,2 5-1 0 0,2 7 55 0 0,5 27 23 0 0,64 298 141 0 0,-68-304-903 0 0,-3-18-111 0 0,0 0 0 0 0,0 19 1 0 0,-3-34 425 0 0,-2-4-13 0 0,0 0 277 0 0,0-1-1 0 0,0 1 1 0 0,0-1-1 0 0,0 1 1 0 0,0-1-1 0 0,1 0 1 0 0,-1 1-1 0 0,1-1 1 0 0,0 0-1 0 0,-2-4 1 0 0,-22-74 654 0 0,24 79-573 0 0,1 0 0 0 0,0 0 0 0 0,-1 0 1 0 0,1 1-1 0 0,0-1 0 0 0,0 0 0 0 0,1 0 1 0 0,-1 0-1 0 0,0 1 0 0 0,0-1 1 0 0,1 0-1 0 0,-1 0 0 0 0,1 0 0 0 0,0 1 1 0 0,-1-1-1 0 0,1 0 0 0 0,0 1 0 0 0,0-1 1 0 0,0 1-1 0 0,0-1 0 0 0,0 1 0 0 0,0 0 1 0 0,1-1-1 0 0,-1 1 0 0 0,0 0 1 0 0,1 0-1 0 0,-1 0 0 0 0,1 0 0 0 0,2-2 1 0 0,5-1 11 0 0,0 0 0 0 0,0 0 0 0 0,0 0 1 0 0,13-2-1 0 0,-7 2 1 0 0,-11 3 32 0 0,22-7-261 0 0,-1 0 0 0 0,0-2 1 0 0,40-22-1 0 0,-60 29 88 0 0,1 0 0 0 0,-1 0 0 0 0,0-1 0 0 0,-1 0 0 0 0,1 0 0 0 0,-1 0 0 0 0,0 0-1 0 0,0-1 1 0 0,0 0 0 0 0,0 1 0 0 0,-1-1 0 0 0,0-1 0 0 0,0 1 0 0 0,0 0 0 0 0,0-1 0 0 0,-1 0 0 0 0,0 1 0 0 0,-1-1 0 0 0,1 0 0 0 0,-1 0 0 0 0,0 0 0 0 0,0-8 0 0 0,-2-7 566 0 0,-1 1 1 0 0,-1 0-1 0 0,-1-1 1 0 0,-1 1-1 0 0,-1 1 1 0 0,-12-29-1 0 0,15 38 60 0 0,3 9-452 0 0,-3-6 531 0 0,0-1-1 0 0,0 1 1 0 0,-1-1 0 0 0,-5-8-1 0 0,8 15-200 0 0,0 3-387 0 0,1 0-1 0 0,0 0 0 0 0,-1 0 1 0 0,1 0-1 0 0,0 0 0 0 0,0 0 0 0 0,0 0 1 0 0,0 0-1 0 0,1 1 0 0 0,-1-1 1 0 0,1 0-1 0 0,-1 0 0 0 0,2 3 1 0 0,-1-1 10 0 0,53 234 217 0 0,-25-116-147 0 0,-21-83-421 0 0,12 43-1945 0 0,-1-31-6220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37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264 132 940 0 0,'2'-7'1125'0'0,"4"-17"3399"0"0,-2 0 1 0 0,0 0-1 0 0,1-28 1 0 0,-19 61-3993 0 0,9-3-454 0 0,0 1 1 0 0,1 0 0 0 0,0 0-1 0 0,0 0 1 0 0,0 1 0 0 0,1-1-1 0 0,0 1 1 0 0,-2 13 0 0 0,2-12-65 0 0,1-1 0 0 0,0 0 1 0 0,0 1-1 0 0,1 0 1 0 0,1-1-1 0 0,-1 1 0 0 0,1-1 1 0 0,1 1-1 0 0,-1 0 0 0 0,3 8 1 0 0,-1-11-15 0 0,-1-1 1 0 0,1 0 0 0 0,0 0 0 0 0,1 0-1 0 0,-1-1 1 0 0,1 1 0 0 0,0 0-1 0 0,0-1 1 0 0,0 0 0 0 0,1 0-1 0 0,0 0 1 0 0,0 0 0 0 0,0 0 0 0 0,0-1-1 0 0,0 1 1 0 0,1-1 0 0 0,5 3-1 0 0,105 52-50 0 0,-113-56 193 0 0,0-1 1 0 0,0 0-1 0 0,0 1 0 0 0,0-1 0 0 0,0 1 0 0 0,0 0 0 0 0,-1-1 0 0 0,1 1 0 0 0,0 0 0 0 0,-1 0 1 0 0,0 0-1 0 0,1 0 0 0 0,-1 1 0 0 0,0-1 0 0 0,0 0 0 0 0,0 0 0 0 0,0 1 0 0 0,0-1 0 0 0,0 5 1 0 0,-1-3-2 0 0,0-1 1 0 0,0 1-1 0 0,-1-1 1 0 0,1 0 0 0 0,-1 1-1 0 0,0-1 1 0 0,0 1 0 0 0,0-1-1 0 0,0 0 1 0 0,-1 0 0 0 0,1 0-1 0 0,-4 5 1 0 0,-5 6 145 0 0,-1-1 0 0 0,0 0 0 0 0,-1-1 1 0 0,-20 17-1 0 0,30-27-278 0 0,-14 12-64 0 0,-1-1-1 0 0,0-1 1 0 0,-1 0 0 0 0,-1-1-1 0 0,0-1 1 0 0,0-1-1 0 0,0 0 1 0 0,-1-2 0 0 0,-1 0-1 0 0,1-1 1 0 0,-1-2-1 0 0,0 0 1 0 0,0 0 0 0 0,-34-1-1 0 0,54-3-49 0 0,0 0 0 0 0,-1 0-1 0 0,1 0 1 0 0,0 0 0 0 0,-1-1-1 0 0,1 1 1 0 0,0 0 0 0 0,-1-1 0 0 0,1 1-1 0 0,0-1 1 0 0,0 1 0 0 0,0-1 0 0 0,-2-1-1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38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0 2140 0 0,'-9'12'3541'0'0,"4"-5"-945"0"0,-2 2 64 0 0,0 1-2144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39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1 952 0 0,'0'0'6131'0'0,"3"0"-5950"0"0,-3 0-175 0 0,9 0-167 0 0,-7 3-1057 0 0,-7 4-1084 0 0,-4 0 1117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28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16 0 0,'0'0'3210'0'0,"-17"10"-4591"0"0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28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1 340 0 0,'0'0'5141'0'0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40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0 2072 0 0,'-7'14'1711'0'0,"2"0"1"0"0,-1 1-1 0 0,-5 28 0 0 0,8-24-1037 0 0,0 0-1 0 0,0 31 0 0 0,-2-11 142 0 0,5-37-173 0 0,0-2-686 0 0,0 0 1 0 0,0 1-1 0 0,-1-1 1 0 0,1 0 0 0 0,0 0-1 0 0,0 1 1 0 0,0-1-1 0 0,0 0 1 0 0,0 1-1 0 0,0-1 1 0 0,0 0-1 0 0,0 0 1 0 0,0 1-1 0 0,0-1 1 0 0,0 0-1 0 0,1 0 1 0 0,-1 1 0 0 0,0-1-1 0 0,0 0 1 0 0,0 0-1 0 0,0 1 1 0 0,0-1-1 0 0,0 0 1 0 0,1 0-1 0 0,-1 1 1 0 0,0-1-1 0 0,0 0 1 0 0,17-15-5408 0 0,-8 7 2129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40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1244 0 0,'0'-25'12561'0'0,"0"24"-12484"0"0,0 0 0 0 0,0 1 0 0 0,0-1 0 0 0,1 0 0 0 0,-1 0 1 0 0,0 1-1 0 0,1-1 0 0 0,-1 0 0 0 0,0 1 0 0 0,1-1 1 0 0,-1 0-1 0 0,1 1 0 0 0,-1-1 0 0 0,1 1 0 0 0,-1-1 0 0 0,1 0 1 0 0,-1 1-1 0 0,1 0 0 0 0,0-1 0 0 0,-1 1 0 0 0,1-1 1 0 0,0 1-1 0 0,-1 0 0 0 0,1-1 0 0 0,0 1 0 0 0,0 0 0 0 0,24-6-111 0 0,-20 5 157 0 0,75-10-241 0 0,-31 9-3645 0 0,-49 2 3556 0 0,1 0 0 0 0,0 0 0 0 0,-1 0 0 0 0,1 0-1 0 0,0 0 1 0 0,-1 0 0 0 0,1 0 0 0 0,0 1 0 0 0,-1-1-1 0 0,1 0 1 0 0,0 0 0 0 0,-1 0 0 0 0,1 1 0 0 0,-1-1-1 0 0,1 0 1 0 0,0 1 0 0 0,-1-1 0 0 0,1 1 0 0 0,0 0-1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40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28 2212 0 0,'-55'33'10476'0'0,"72"-35"-9835"0"0,84-20-445 0 0,-35 5-3124 0 0,-31 7-428 0 0,2 0-1481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41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157 213 1040 0 0,'4'-14'12061'0'0,"1"45"-9705"0"0,-8 49-1167 0 0,-12 77 1 0 0,-23 79-693 0 0,34-212-408 0 0,-48 220 842 0 0,52-242-877 0 0,-1-1 0 0 0,1 0 1 0 0,0 0-1 0 0,0 1 0 0 0,-1-1 0 0 0,1 0 0 0 0,-1 0 0 0 0,1 0 0 0 0,-1 0 0 0 0,0 1 1 0 0,1-1-1 0 0,-1 0 0 0 0,0 0 0 0 0,0 0 0 0 0,0 0 0 0 0,1 0 0 0 0,-3 1 0 0 0,2-2-37 0 0,1 0-1 0 0,-1 0 0 0 0,0 0 0 0 0,1 0 0 0 0,-1 0 0 0 0,1 0 0 0 0,-1 0 0 0 0,1 0 1 0 0,-1 0-1 0 0,0 0 0 0 0,1-1 0 0 0,-1 1 0 0 0,1 0 0 0 0,-1 0 0 0 0,1 0 0 0 0,-1-1 1 0 0,1 1-1 0 0,-1 0 0 0 0,1-1 0 0 0,-1 1 0 0 0,1-1 0 0 0,0 1 0 0 0,-1 0 0 0 0,1-1 1 0 0,-1 1-1 0 0,1-1 0 0 0,-3-3 10 0 0,0 0 0 0 0,1 0 0 0 0,-1-1 1 0 0,1 1-1 0 0,0 0 0 0 0,0-1 0 0 0,-1-6 1 0 0,0-4-4 0 0,1 0 1 0 0,0 0 0 0 0,1 0 0 0 0,1 0 0 0 0,2-21 0 0 0,16-74-6 0 0,-15 89-11 0 0,9-34-4 0 0,1 0 0 0 0,3 1 0 0 0,2 1 0 0 0,32-65 0 0 0,-34 86-7 0 0,2 0-1 0 0,1 1 1 0 0,1 0 0 0 0,2 2-1 0 0,1 1 1 0 0,1 0 0 0 0,46-39-1 0 0,-53 54-10 0 0,0 0 0 0 0,1 1 0 0 0,0 1 0 0 0,27-12-1 0 0,-38 20 8 0 0,0 0-1 0 0,0 0 1 0 0,0 1-1 0 0,0 0 1 0 0,0 0 0 0 0,0 1-1 0 0,1 0 1 0 0,-1 0-1 0 0,1 1 1 0 0,-1 0-1 0 0,1 0 1 0 0,-1 0-1 0 0,1 1 1 0 0,-1 0-1 0 0,0 1 1 0 0,8 2-1 0 0,-12-3 7 0 0,0 0-1 0 0,-1 1 0 0 0,1-1 1 0 0,0 1-1 0 0,0-1 1 0 0,-1 1-1 0 0,1 0 0 0 0,-1 0 1 0 0,0 0-1 0 0,0 1 1 0 0,1-1-1 0 0,-1 0 0 0 0,-1 1 1 0 0,1-1-1 0 0,0 1 1 0 0,-1 0-1 0 0,1 0 0 0 0,1 4 1 0 0,-2-2 4 0 0,0 0-1 0 0,0 0 1 0 0,-1-1-1 0 0,1 1 1 0 0,-1 0 0 0 0,0 0-1 0 0,0 0 1 0 0,-1 0 0 0 0,0 0-1 0 0,-2 8 1 0 0,-2 2 5 0 0,0 0 1 0 0,-1-1-1 0 0,-1 0 0 0 0,0 0 1 0 0,-1 0-1 0 0,-13 16 0 0 0,5-11 0 0 0,0-1 0 0 0,-1 0 0 0 0,-1-1-1 0 0,-1-2 1 0 0,0 1 0 0 0,-1-2 0 0 0,-29 16-1 0 0,17-13 9 0 0,-1-2 0 0 0,0-1 0 0 0,-1-2 1 0 0,-47 12-1 0 0,38-17-20 0 0,36-7 8 0 0,4 0-7 0 0,-1 0 0 0 0,1 0 0 0 0,-1 0 0 0 0,1 1 0 0 0,-1 0 0 0 0,1-1 0 0 0,0 1 0 0 0,0 0 0 0 0,-7 3 0 0 0,13-1 0 0 0,-1 0-1 0 0,1 0 1 0 0,0 0 0 0 0,0-1 0 0 0,0 1 0 0 0,0-1 0 0 0,7 4 0 0 0,-6-4 2 0 0,41 35-1453 0 0,-2 3 0 0 0,58 65 1 0 0,-66-65-473 0 0,2-2 1 0 0,2-1 0 0 0,53 39 0 0 0,-64-58-4575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41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68 157 2960 0 0,'10'-38'4489'0'0,"-6"25"-2038"0"0,-1-1 0 0 0,11-21 1483 0 0,-13 36-3808 0 0,0 0 1 0 0,0 0 0 0 0,0-1-1 0 0,0 1 1 0 0,-1 0-1 0 0,1 0 1 0 0,0 0-1 0 0,0 0 1 0 0,0 0 0 0 0,-1 0-1 0 0,1 0 1 0 0,-1 0-1 0 0,2 2 1 0 0,-1 23 290 0 0,0-1 1 0 0,-2 1-1 0 0,-1-1 0 0 0,-9 48 1 0 0,5-37-233 0 0,-70 309-47 0 0,70-333-673 0 0,-1-14-149 0 0,6 0 642 0 0,1 0 0 0 0,-1 1 0 0 0,1-1 0 0 0,0 1 0 0 0,-1-1 0 0 0,1 0 0 0 0,0 1 0 0 0,0-1 0 0 0,0 0 0 0 0,0 1 1 0 0,0-1-1 0 0,0 0 0 0 0,1-1 0 0 0,0-3-101 0 0,-2-9 54 0 0,2 1 1 0 0,0 0-1 0 0,1 0 0 0 0,0 0 0 0 0,1 0 0 0 0,1 0 0 0 0,0 1 0 0 0,8-18 0 0 0,-8 24 83 0 0,-1 1-1 0 0,1-1 1 0 0,1 0-1 0 0,-1 1 0 0 0,1 0 1 0 0,0 0-1 0 0,1 1 1 0 0,-1-1-1 0 0,1 1 0 0 0,0 0 1 0 0,0 1-1 0 0,1 0 1 0 0,-1 0-1 0 0,1 0 0 0 0,0 0 1 0 0,13-4-1 0 0,101-23-1 0 0,16-5-26 0 0,-131 33-14 0 0,0 1 0 0 0,0-1-1 0 0,0 0 1 0 0,0-1-1 0 0,-1 1 1 0 0,0-1 0 0 0,0 0-1 0 0,0-1 1 0 0,0 1-1 0 0,-1-1 1 0 0,5-6 0 0 0,-3 3-55 0 0,0-1 1 0 0,-1 0-1 0 0,0 0 0 0 0,-1 0 1 0 0,0-1-1 0 0,4-13 1 0 0,-1-4 201 0 0,-2 1 1 0 0,-1-1 0 0 0,-1-1 0 0 0,-2-38 0 0 0,-16 79 1177 0 0,2 17-710 0 0,2 2 0 0 0,1 0-1 0 0,-9 44 1 0 0,-5 102-147 0 0,23-176-422 0 0,-7 126 104 0 0,8-114-470 0 0,1 1 1 0 0,0 0 0 0 0,1-1-1 0 0,1 1 1 0 0,0-1-1 0 0,9 24 1 0 0,-9-31-63 0 0,0-1 0 0 0,0 0 0 0 0,1 0 0 0 0,0 0 0 0 0,0 0-1 0 0,1 0 1 0 0,-1-1 0 0 0,1 0 0 0 0,1 0 0 0 0,6 6 0 0 0,-6-7-610 0 0,1 0-1 0 0,-1 0 1 0 0,1-1 0 0 0,-1 0-1 0 0,14 5 1 0 0,4-1-3840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41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932 101 2608 0 0,'3'-8'752'0'0,"-1"2"155"0"0,1-1-1 0 0,-1 0 1 0 0,0 0-1 0 0,-1 0 1 0 0,2-9-1 0 0,-3 15-738 0 0,0-1-1 0 0,0 1 0 0 0,0-1 0 0 0,0 1 0 0 0,-1-1 0 0 0,1 1 0 0 0,0-1 0 0 0,-1 1 0 0 0,1-1 1 0 0,-1 1-1 0 0,1-1 0 0 0,-1 1 0 0 0,0 0 0 0 0,1-1 0 0 0,-1 1 0 0 0,0 0 0 0 0,0 0 0 0 0,0 0 1 0 0,0 0-1 0 0,0-1 0 0 0,0 1 0 0 0,0 0 0 0 0,-1 1 0 0 0,1-1 0 0 0,0 0 0 0 0,0 0 0 0 0,-1 0 1 0 0,1 1-1 0 0,-1-1 0 0 0,-1 0 0 0 0,-1 0-59 0 0,0 0 0 0 0,1 0 0 0 0,-1 0 0 0 0,0 1 0 0 0,1-1 0 0 0,-1 1 0 0 0,0 0 0 0 0,0 0 0 0 0,1 0 0 0 0,-1 0 0 0 0,0 1 0 0 0,0 0 0 0 0,1-1 0 0 0,-1 2 0 0 0,0-1 0 0 0,1 0 0 0 0,0 1 0 0 0,-1-1 0 0 0,1 1 0 0 0,0 0 0 0 0,-1 0 0 0 0,1 0 0 0 0,0 1 0 0 0,1-1 0 0 0,-1 1-1 0 0,0-1 1 0 0,1 1 0 0 0,-1 0 0 0 0,1 0 0 0 0,0 0 0 0 0,0 0 0 0 0,0 1 0 0 0,0-1 0 0 0,1 1 0 0 0,0-1 0 0 0,-1 1 0 0 0,1-1 0 0 0,0 1 0 0 0,1 0 0 0 0,-1-1 0 0 0,0 1 0 0 0,1 0 0 0 0,0 0 0 0 0,0-1 0 0 0,0 1 0 0 0,1 0 0 0 0,-1 0 0 0 0,3 5 0 0 0,3 14 300 0 0,1-1 1 0 0,19 38-1 0 0,-18-44-252 0 0,-1 0 0 0 0,-1 0 0 0 0,0 0 0 0 0,-1 1 0 0 0,-1 0 1 0 0,4 28-1 0 0,-8-40-129 0 0,-1 0 1 0 0,1 1 0 0 0,-1-1-1 0 0,-1 0 1 0 0,1 0 0 0 0,-1 0-1 0 0,0 0 1 0 0,0 0 0 0 0,0 0-1 0 0,0 0 1 0 0,-1-1 0 0 0,0 1-1 0 0,0-1 1 0 0,-1 0 0 0 0,1 1-1 0 0,-1-2 1 0 0,1 1 0 0 0,-1 0-1 0 0,-8 5 1 0 0,-3 2-6 0 0,-1 0-1 0 0,-1-2 0 0 0,1 1 1 0 0,-24 8-1 0 0,-11 2-574 0 0,-1-3 0 0 0,-1-2-1 0 0,-72 11 1 0 0,-171 7-8552 0 0,140-22 578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8:35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76 696 0 0,'-5'-8'16492'0'0,"7"5"-16490"0"0,0 0-1 0 0,0 0 1 0 0,0 0-1 0 0,0 0 1 0 0,1 1-1 0 0,-1-1 0 0 0,1 1 1 0 0,-1-1-1 0 0,1 1 1 0 0,0 0-1 0 0,0 0 1 0 0,0 1-1 0 0,0-1 1 0 0,0 0-1 0 0,5-1 1 0 0,55-18-101 0 0,-57 19 92 0 0,-4 2 1 0 0,1 0-4 0 0,1-2 9 0 0,-2 1-1 0 0,1 1-1 0 0,-1-1 0 0 0,0 1 0 0 0,1-1 1 0 0,-1 1-1 0 0,1 0 0 0 0,-1 0 0 0 0,1 0 0 0 0,-1 0 1 0 0,0 0-1 0 0,1 1 0 0 0,-1-1 0 0 0,1 1 0 0 0,3 1 1 0 0,-2-2 3 0 0,-3 0 1 0 0,0 0 0 0 0,1 1-1 0 0,-1-1 1 0 0,1 0 0 0 0,-1 1-1 0 0,0-1 1 0 0,1 1 0 0 0,-1-1-1 0 0,0 1 1 0 0,0 0 0 0 0,1-1-1 0 0,-1 1 1 0 0,0 0-1 0 0,0 0 1 0 0,0 0 0 0 0,0 0-1 0 0,0 0 1 0 0,0 0 0 0 0,0 0-1 0 0,-1 0 1 0 0,1 0 0 0 0,0 1-1 0 0,1 1 1 0 0,0 2-2 0 0,0-1 1 0 0,0 1-1 0 0,0 0 1 0 0,0-1-1 0 0,-1 1 1 0 0,0 0-1 0 0,0 0 1 0 0,0 0-1 0 0,0 0 1 0 0,-1 0-1 0 0,0 0 1 0 0,0 0-1 0 0,-2 10 1 0 0,-6 34-2 0 0,8-47 1 0 0,-2 6 7 0 0,0-1 0 0 0,0 0 0 0 0,-1 0 1 0 0,-4 11-1 0 0,-5 10-4 0 0,-1 0 21 0 0,13-27-28 0 0,-4 9 48 0 0,1-4-38 0 0,3-4-2 0 0,2-2-9 0 0,3 0 1 0 0,-1 0 1 0 0,1 0-1 0 0,0 0 0 0 0,-1 0 1 0 0,8-3-1 0 0,2-1-9 0 0,-9 4-2 0 0,4 0 8 0 0,0 0 1 0 0,0 1-1 0 0,-1 0 1 0 0,1 0-1 0 0,0 1 1 0 0,-1 0-1 0 0,1 1 1 0 0,-1 0-1 0 0,1 0 1 0 0,12 7-1 0 0,-16-6 10 0 0,-1-1-1 0 0,1 1 0 0 0,0 0 1 0 0,-1 0-1 0 0,0 0 0 0 0,0 0 1 0 0,0 1-1 0 0,0-1 1 0 0,-1 1-1 0 0,0 0 0 0 0,0 0 1 0 0,0 1-1 0 0,0-1 1 0 0,2 8-1 0 0,-4-9 101 0 0,0 0 1 0 0,0 0-1 0 0,0 0 1 0 0,-1 0-1 0 0,1 0 1 0 0,-1 0-1 0 0,0 0 1 0 0,0 0-1 0 0,0 0 1 0 0,-1 0-1 0 0,1 0 1 0 0,-1 0-1 0 0,0 0 1 0 0,0 0-1 0 0,0-1 1 0 0,-3 6-1 0 0,1-3 133 0 0,-1-1 1 0 0,1 0-1 0 0,-1 0 0 0 0,0 0 0 0 0,0 0 1 0 0,-1 0-1 0 0,1-1 0 0 0,-1 0 1 0 0,-9 6-1 0 0,2-2 244 0 0,-1-1 1 0 0,0 0-1 0 0,-1-1 0 0 0,0 0 1 0 0,0-1-1 0 0,0-1 1 0 0,-1 0-1 0 0,-17 2 0 0 0,19-5-354 0 0,0-1 0 0 0,0 0 0 0 0,0 0-1 0 0,0-1 1 0 0,1-1 0 0 0,-1 0 0 0 0,0-1 0 0 0,-22-8-1 0 0,33 10-519 0 0,0 0-362 0 0,-10-2-2402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44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555 301 1068 0 0,'0'0'11968'0'0,"7"-10"-11429"0"0,66-99 65 0 0,-62 90-471 0 0,-1 0 0 0 0,-1 0 1 0 0,0-1-1 0 0,6-24 0 0 0,-14 42-138 0 0,-1 0 0 0 0,1 0 1 0 0,0-1-1 0 0,-1 1 0 0 0,0 0 0 0 0,1 0 1 0 0,-1-1-1 0 0,0 1 0 0 0,0 0 0 0 0,0 0 1 0 0,0-1-1 0 0,-1 1 0 0 0,1 0 1 0 0,0 0-1 0 0,-1-1 0 0 0,0 1 0 0 0,0 0 1 0 0,1 0-1 0 0,-1 0 0 0 0,0 0 1 0 0,-1 0-1 0 0,1 0 0 0 0,-3-3 0 0 0,3 4 0 0 0,0 1-1 0 0,0-1 1 0 0,-1 0-1 0 0,1 1 1 0 0,0-1 0 0 0,-1 1-1 0 0,1-1 1 0 0,0 1-1 0 0,-1 0 1 0 0,1-1-1 0 0,-1 1 1 0 0,1 0-1 0 0,-1 0 1 0 0,1 0-1 0 0,-1 0 1 0 0,1 0-1 0 0,0 1 1 0 0,-1-1-1 0 0,1 0 1 0 0,-1 1 0 0 0,1-1-1 0 0,0 1 1 0 0,-2 0-1 0 0,-30 14-56 0 0,15-4 35 0 0,1 1 0 0 0,0 1-1 0 0,1 0 1 0 0,0 1 0 0 0,1 1 0 0 0,-23 29 0 0 0,22-21 16 0 0,0 0 1 0 0,1 1-1 0 0,1 0 1 0 0,-17 42-1 0 0,29-60 17 0 0,0 0-1 0 0,0 0 1 0 0,0 0-1 0 0,1 0 1 0 0,0 0-1 0 0,0 0 0 0 0,0 0 1 0 0,1 0-1 0 0,0 1 1 0 0,0-1-1 0 0,1 0 1 0 0,0 0-1 0 0,0 0 1 0 0,0 1-1 0 0,5 10 1 0 0,-1-7 6 0 0,0 0 0 0 0,1 0 1 0 0,0-1-1 0 0,1 0 0 0 0,-1 0 1 0 0,2 0-1 0 0,16 14 0 0 0,-1-2 18 0 0,-1-1-28 0 0,36 41 0 0 0,-53-55 22 0 0,-1 0 1 0 0,1 1 0 0 0,-1-1-1 0 0,0 1 1 0 0,-1 0 0 0 0,1 0-1 0 0,-1 1 1 0 0,-1-1 0 0 0,0 0-1 0 0,0 1 1 0 0,2 15 0 0 0,-4-17 44 0 0,0-1 1 0 0,-1 1-1 0 0,0 0 1 0 0,0 0-1 0 0,0-1 1 0 0,-1 1-1 0 0,1-1 1 0 0,-2 1-1 0 0,1-1 1 0 0,0 0-1 0 0,-1 0 1 0 0,0 0-1 0 0,0 0 1 0 0,-1 0-1 0 0,1 0 1 0 0,-1-1-1 0 0,0 0 1 0 0,0 0-1 0 0,-1 0 1 0 0,-4 3-1 0 0,-4 3 118 0 0,0-1 0 0 0,-1-1-1 0 0,1 0 1 0 0,-2-1 0 0 0,1 0-1 0 0,-17 5 1 0 0,12-7-81 0 0,0 0-1 0 0,-1-1 1 0 0,1-1 0 0 0,-1-1 0 0 0,1 0-1 0 0,-1-2 1 0 0,-20-2 0 0 0,11-1 73 0 0,0-1 0 0 0,0-1 0 0 0,1-2 0 0 0,-30-11 0 0 0,50 15-129 0 0,0-1-1 0 0,0-1 1 0 0,0 1-1 0 0,0-1 1 0 0,1 0-1 0 0,0-1 1 0 0,-10-9-1 0 0,17 14-55 0 0,-1 0 0 0 0,1 0-1 0 0,-1 1 1 0 0,1-1 0 0 0,-1 0-1 0 0,1 0 1 0 0,0 0 0 0 0,-1 0-1 0 0,1 0 1 0 0,0 1-1 0 0,0-1 1 0 0,0 0 0 0 0,-1 0-1 0 0,1 0 1 0 0,0 0 0 0 0,0 0-1 0 0,1 0 1 0 0,-1 0 0 0 0,0 0-1 0 0,0 0 1 0 0,0 0-1 0 0,0 1 1 0 0,1-1 0 0 0,-1 0-1 0 0,1-2 1 0 0,13-17-780 0 0,-9 16 226 0 0,0 1 1 0 0,0-1-1 0 0,0 1 1 0 0,0 0-1 0 0,0 0 1 0 0,0 1-1 0 0,7-3 1 0 0,23-5-5732 0 0,-31 9 5344 0 0,10-4-3698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44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42 476 0 0,'23'-41'19415'0'0,"-30"56"-18324"0"0,-39 98 146 0 0,-19 54-784 0 0,56-138-2725 0 0,-9 58 1 0 0,18-83 1388 0 0,-1 13-1063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44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57 32 0 0,'25'-57'14685'0'0,"-20"61"-13147"0"0,-4-4-1486 0 0,-1 0 1 0 0,1 0 0 0 0,-1 0 0 0 0,1 0 0 0 0,-1 0 0 0 0,1 1 0 0 0,-1-1-1 0 0,0 0 1 0 0,1 0 0 0 0,-1 0 0 0 0,1 1 0 0 0,-1-1 0 0 0,0 0-1 0 0,1 1 1 0 0,-1-1 0 0 0,1 0 0 0 0,-1 1 0 0 0,0-1 0 0 0,0 0-1 0 0,1 1 1 0 0,-1-1 0 0 0,0 1 0 0 0,0-1 0 0 0,1 1 0 0 0,2 9 321 0 0,-1 0 0 0 0,0 0 1 0 0,-1 1-1 0 0,0-1 1 0 0,0 0-1 0 0,-1 0 0 0 0,0 1 1 0 0,-3 14-1 0 0,-3 10-92 0 0,-12 39 0 0 0,-3 13 126 0 0,13-67-324 0 0,14-35-234 0 0,16-22-122 0 0,2 1 0 0 0,47-56 0 0 0,-57 77 244 0 0,1 0 0 0 0,1 0 1 0 0,0 1-1 0 0,1 1 0 0 0,0 1 1 0 0,1 1-1 0 0,30-15 0 0 0,-43 24 28 0 0,0-1-1 0 0,0 2 1 0 0,1-1 0 0 0,-1 1-1 0 0,1-1 1 0 0,-1 1 0 0 0,1 1-1 0 0,-1-1 1 0 0,1 1-1 0 0,-1 0 1 0 0,11 1 0 0 0,-13 0 24 0 0,-1 0 0 0 0,1-1 0 0 0,-1 1 0 0 0,1 0 0 0 0,-1 0 0 0 0,1 1 0 0 0,-1-1 0 0 0,0 0 0 0 0,1 1 0 0 0,-1-1 0 0 0,0 1 1 0 0,0 0-1 0 0,0 0 0 0 0,0 0 0 0 0,-1 0 0 0 0,1 0 0 0 0,0 0 0 0 0,-1 0 0 0 0,0 1 0 0 0,1-1 0 0 0,-1 1 0 0 0,0-1 0 0 0,0 0 0 0 0,0 1 0 0 0,-1 0 1 0 0,2 3-1 0 0,-1 2 53 0 0,0 1 1 0 0,-1 0 0 0 0,1 0-1 0 0,-2 0 1 0 0,1-1-1 0 0,-1 1 1 0 0,-3 10 0 0 0,-18 63 186 0 0,17-65-220 0 0,-19 75 129 0 0,24-92-169 0 0,-1 1 0 0 0,1-1 0 0 0,0 1 0 0 0,-1 0 0 0 0,1-1 0 0 0,0 1 0 0 0,0-1 0 0 0,0 1 0 0 0,-1-1 0 0 0,1 1 0 0 0,0 0 0 0 0,0-1 0 0 0,0 1 0 0 0,0-1 0 0 0,0 1 0 0 0,0 0 0 0 0,0-1 0 0 0,0 1 0 0 0,1-1 0 0 0,-1 1 0 0 0,0 0 0 0 0,0-1 0 0 0,0 1 0 0 0,1-1 0 0 0,-1 1 0 0 0,0-1 0 0 0,1 2 0 0 0,0-2-11 0 0,0 0 0 0 0,0 1 1 0 0,-1-1-1 0 0,1 0 0 0 0,0 0 1 0 0,0 1-1 0 0,0-1 0 0 0,0 0 1 0 0,-1 0-1 0 0,1 0 0 0 0,0 0 0 0 0,0 0 1 0 0,0 0-1 0 0,0-1 0 0 0,0 1 1 0 0,1 0-1 0 0,2-2-132 0 0,1 1 0 0 0,0-1 0 0 0,-1 0 0 0 0,0 0 0 0 0,7-4 0 0 0,13-14-2063 0 0,-1 0 1 0 0,31-38-1 0 0,-34 33-1730 0 0,17-26-1 0 0,-23 26-918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45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9 1260 0 0,'-20'-2'2068'0'0,"1"2"-244"0"0,3-1-523 0 0,-1-1 735 0 0,-7 2-736 0 0,4-3-528 0 0,2 4-244 0 0,8 6-764 0 0,15 9-2296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49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82 80 0 0,'10'-11'4412'0'0,"-6"6"-3594"0"0,0 1 1 0 0,0-1 0 0 0,-1 0-1 0 0,0 0 1 0 0,0 0 0 0 0,-1 0-1 0 0,1 0 1 0 0,-1 0 0 0 0,3-12-1 0 0,-5 15-499 0 0,0 2-282 0 0,0-1 1 0 0,0 1-1 0 0,-1-1 0 0 0,1 1 1 0 0,0 0-1 0 0,0-1 0 0 0,-1 1 1 0 0,1-1-1 0 0,-1 1 0 0 0,1 0 1 0 0,0-1-1 0 0,-1 1 0 0 0,1 0 0 0 0,-1-1 1 0 0,1 1-1 0 0,-1 0 0 0 0,1 0 1 0 0,-1-1-1 0 0,0 1 0 0 0,-5 0-6 0 0,0-1-1 0 0,-1 2 1 0 0,1-1 0 0 0,-1 1-1 0 0,1 0 1 0 0,0 0 0 0 0,0 0-1 0 0,-1 1 1 0 0,1 0-1 0 0,0 0 1 0 0,1 1 0 0 0,-8 4-1 0 0,-7 4 1 0 0,1 0 0 0 0,-23 19 0 0 0,21-14-3 0 0,1 2 0 0 0,1 1 1 0 0,1 0-1 0 0,0 2 0 0 0,2 0 0 0 0,0 0 0 0 0,1 2 1 0 0,2 0-1 0 0,-15 32 0 0 0,26-49-18 0 0,-1 0-1 0 0,1 0 1 0 0,1 0-1 0 0,-1 0 1 0 0,1 0-1 0 0,0 1 1 0 0,0-1-1 0 0,1 0 1 0 0,0 1-1 0 0,0-1 1 0 0,0 1-1 0 0,1-1 1 0 0,2 8-1 0 0,-2-10-4 0 0,0-1 0 0 0,0 0-1 0 0,1 0 1 0 0,-1 0 0 0 0,1 0 0 0 0,0-1-1 0 0,0 1 1 0 0,0 0 0 0 0,0-1 0 0 0,0 1-1 0 0,1-1 1 0 0,-1 0 0 0 0,1 0 0 0 0,-1 0-1 0 0,1 0 1 0 0,0 0 0 0 0,0 0 0 0 0,0-1-1 0 0,0 0 1 0 0,0 1 0 0 0,0-1 0 0 0,0 0-1 0 0,0 0 1 0 0,1-1 0 0 0,-1 1 0 0 0,5 0-1 0 0,7-1-3 0 0,-1 1-1 0 0,0-2 1 0 0,0 0-1 0 0,29-5 1 0 0,56-20-109 0 0,-40 9-537 0 0,-57 17 94 0 0,2-2-213 0 0,2 1-485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50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300 108 1232 0 0,'-8'-7'9434'0'0,"6"8"-9357"0"0,1 1-1 0 0,-1 0 1 0 0,0-1 0 0 0,0 1 0 0 0,1 0 0 0 0,-1 0 0 0 0,1 0 0 0 0,-1 1 0 0 0,1-1 0 0 0,0 0 0 0 0,0 0 0 0 0,0 1 0 0 0,0-1-1 0 0,0 1 1 0 0,1-1 0 0 0,-1 1 0 0 0,1-1 0 0 0,-1 1 0 0 0,1-1 0 0 0,0 1 0 0 0,0-1 0 0 0,0 1 0 0 0,1 0 0 0 0,-1-1 0 0 0,0 1-1 0 0,1-1 1 0 0,0 1 0 0 0,-1-1 0 0 0,1 0 0 0 0,0 1 0 0 0,0-1 0 0 0,2 3 0 0 0,0-4-28 0 0,-1 0 0 0 0,1 1 0 0 0,-1-1 0 0 0,1 0 0 0 0,-1 0 0 0 0,1-1 0 0 0,0 1 0 0 0,0-1 0 0 0,-1 1 1 0 0,1-1-1 0 0,0 0 0 0 0,0 0 0 0 0,0 0 0 0 0,-1 0 0 0 0,1 0 0 0 0,5-2 0 0 0,-1 0-9 0 0,1 0 0 0 0,0-1 0 0 0,-1 0 0 0 0,0-1 0 0 0,0 0 0 0 0,11-6-1 0 0,-15 7-30 0 0,0 0-1 0 0,1 0 1 0 0,-1 0-1 0 0,0 0 0 0 0,0 0 1 0 0,-1 0-1 0 0,1-1 1 0 0,-1 0-1 0 0,0 1 0 0 0,0-1 1 0 0,0 0-1 0 0,0 0 1 0 0,0 0-1 0 0,1-8 0 0 0,-2 8 0 0 0,0 1-1 0 0,0-1 1 0 0,-1 1-1 0 0,1-1 1 0 0,-1 1-1 0 0,1-1 1 0 0,-1 1-1 0 0,-1-1 1 0 0,1 0-1 0 0,0 1 1 0 0,-1-1-1 0 0,0 1 1 0 0,1-1-1 0 0,-2 1 1 0 0,1 0-1 0 0,0-1 1 0 0,-1 1-1 0 0,1 0 1 0 0,-1 0-1 0 0,0 0 1 0 0,0 0-1 0 0,0 0 1 0 0,0 0-1 0 0,-3-3 1 0 0,4 6-9 0 0,0-1 0 0 0,0 0 1 0 0,1 0-1 0 0,-1 0 0 0 0,0 1 1 0 0,0-1-1 0 0,0 0 0 0 0,0 1 0 0 0,0-1 1 0 0,0 0-1 0 0,0 1 0 0 0,0-1 1 0 0,0 1-1 0 0,0 0 0 0 0,0-1 1 0 0,0 1-1 0 0,0 0 0 0 0,0 0 1 0 0,0 0-1 0 0,0 0 0 0 0,-2 0 1 0 0,0 0-3 0 0,0-1 2 0 0,0 1 0 0 0,1 0 1 0 0,-1 0-1 0 0,0 0 0 0 0,0 1 1 0 0,0-1-1 0 0,0 1 0 0 0,1-1 0 0 0,-1 1 1 0 0,0 0-1 0 0,0 0 0 0 0,1 0 1 0 0,-4 3-1 0 0,-1-2 6 0 0,-9 7 12 0 0,-1 0-1 0 0,2 0 1 0 0,-1 2-1 0 0,1 0 1 0 0,1 0-1 0 0,-17 18 1 0 0,-70 87 128 0 0,82-92-11 0 0,1 0 1 0 0,-17 33-1 0 0,29-46-94 0 0,1 0 1 0 0,0 1-1 0 0,0 0 0 0 0,1 0 1 0 0,1 0-1 0 0,0 0 0 0 0,-3 25 1 0 0,6-34-33 0 0,-1 0 0 0 0,1 1 0 0 0,0-1 0 0 0,0 0 1 0 0,1 0-1 0 0,-1 0 0 0 0,1 0 0 0 0,-1 0 0 0 0,1 0 1 0 0,0 0-1 0 0,0 0 0 0 0,0 0 0 0 0,1 0 0 0 0,-1-1 0 0 0,1 1 1 0 0,0 0-1 0 0,-1-1 0 0 0,1 1 0 0 0,0-1 0 0 0,0 0 1 0 0,1 0-1 0 0,-1 1 0 0 0,0-2 0 0 0,1 1 0 0 0,-1 0 1 0 0,1 0-1 0 0,0-1 0 0 0,-1 1 0 0 0,1-1 0 0 0,0 0 0 0 0,0 0 1 0 0,0 0-1 0 0,0 0 0 0 0,5 0 0 0 0,4 1 10 0 0,0-1 0 0 0,0-1 0 0 0,0 0 0 0 0,0 0 0 0 0,1-1 0 0 0,-1-1 0 0 0,17-4 0 0 0,124-43 513 0 0,-118 36-3605 0 0,1 1-3919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50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18 284 2236 0 0,'-17'-78'9852'0'0,"17"68"-8935"0"0,6 12 1 0 0,8 12-240 0 0,8 26-98 0 0,-2 0-1 0 0,-1 1 0 0 0,22 76 0 0 0,6 15-145 0 0,-30-88-315 0 0,-14-31 23 0 0,1-1-1 0 0,1 0 1 0 0,0 0 0 0 0,0 0-1 0 0,1-1 1 0 0,1 0 0 0 0,12 17-1 0 0,-18-27-86 0 0,1 0 0 0 0,-1 0 0 0 0,0 0 0 0 0,0-1-1 0 0,0 1 1 0 0,0 0 0 0 0,1 0 0 0 0,-1-1 0 0 0,0 1-1 0 0,1-1 1 0 0,-1 1 0 0 0,1-1 0 0 0,-1 0 0 0 0,0 1-1 0 0,1-1 1 0 0,-1 0 0 0 0,1 0 0 0 0,-1 0 0 0 0,1 0-1 0 0,-1 0 1 0 0,0-1 0 0 0,1 1 0 0 0,-1 0 0 0 0,1-1-1 0 0,-1 1 1 0 0,0 0 0 0 0,1-1 0 0 0,-1 0 0 0 0,0 1-1 0 0,1-1 1 0 0,-1 0 0 0 0,2-1 0 0 0,3-3 19 0 0,1-1 1 0 0,-1 1 0 0 0,0-1-1 0 0,7-9 1 0 0,-13 14-64 0 0,35-45 123 0 0,-2-2 1 0 0,41-79 0 0 0,-39 64-117 0 0,180-294 1 0 0,-211 348-127 0 0,-2 5-87 0 0,0 0-1 0 0,1 0 0 0 0,-1 0 1 0 0,1 0-1 0 0,0 0 0 0 0,0 0 1 0 0,0 1-1 0 0,0-1 0 0 0,1 1 1 0 0,-1 0-1 0 0,8-5 0 0 0,-10 8 8 0 0,0-1-1 0 0,0 1 0 0 0,0 0 1 0 0,-1 0-1 0 0,1 0 0 0 0,0 0 1 0 0,0 0-1 0 0,0 0 0 0 0,0 0 0 0 0,0 0 1 0 0,0 0-1 0 0,0 0 0 0 0,0 1 1 0 0,0-1-1 0 0,0 0 0 0 0,-1 1 1 0 0,1-1-1 0 0,0 1 0 0 0,0-1 1 0 0,0 1-1 0 0,1 0 0 0 0,14 15-4078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53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316 717 1160 0 0,'4'-13'1904'0'0,"0"-1"-1"0"0,-1 0 1 0 0,2-22 0 0 0,-5 35-1874 0 0,0 0-1 0 0,0 1 1 0 0,0-1 0 0 0,0 0-1 0 0,0 0 1 0 0,0 1 0 0 0,0-1 0 0 0,0 0-1 0 0,0 0 1 0 0,0 1 0 0 0,0-1 0 0 0,0 0-1 0 0,-1 1 1 0 0,1-1 0 0 0,0 0 0 0 0,-1 1-1 0 0,1-1 1 0 0,0 0 0 0 0,-1 1 0 0 0,1-1-1 0 0,-1 0 1 0 0,1 1 0 0 0,-1-1 0 0 0,1 1-1 0 0,-1-1 1 0 0,1 1 0 0 0,-1-1-1 0 0,0 1 1 0 0,1 0 0 0 0,-1-1 0 0 0,0 1-1 0 0,1 0 1 0 0,-1-1 0 0 0,0 1 0 0 0,0 0-1 0 0,1 0 1 0 0,-1 0 0 0 0,0-1 0 0 0,1 1-1 0 0,-1 0 1 0 0,0 0 0 0 0,0 0 0 0 0,1 0-1 0 0,-1 1 1 0 0,0-1 0 0 0,0 0-1 0 0,1 0 1 0 0,-1 0 0 0 0,0 0 0 0 0,0 1-1 0 0,1-1 1 0 0,-1 0 0 0 0,0 1 0 0 0,1-1-1 0 0,-2 1 1 0 0,-3 2 38 0 0,0-1 0 0 0,0 1-1 0 0,0 1 1 0 0,1-1 0 0 0,-8 7-1 0 0,-23 26 125 0 0,1 2-1 0 0,2 1 1 0 0,2 1-1 0 0,2 2 0 0 0,2 1 1 0 0,1 1-1 0 0,-18 48 1 0 0,40-85-177 0 0,0 1 0 0 0,1-1 0 0 0,0 1 0 0 0,0 0 1 0 0,1 0-1 0 0,0 0 0 0 0,1 0 0 0 0,0 0 0 0 0,0-1 0 0 0,2 15 0 0 0,-1-19-40 0 0,-1 0 0 0 0,1 0 0 0 0,0 0 0 0 0,0 0-1 0 0,0-1 1 0 0,0 1 0 0 0,1 0 0 0 0,-1-1 0 0 0,1 1 0 0 0,-1-1-1 0 0,1 1 1 0 0,0-1 0 0 0,0 0 0 0 0,0 0 0 0 0,0 0-1 0 0,0 0 1 0 0,1 0 0 0 0,-1 0 0 0 0,1-1 0 0 0,-1 1 0 0 0,1-1-1 0 0,-1 1 1 0 0,1-1 0 0 0,0 0 0 0 0,0 0 0 0 0,0 0-1 0 0,0-1 1 0 0,-1 1 0 0 0,1-1 0 0 0,6 1 0 0 0,4-1-138 0 0,-1-1 0 0 0,1 0 1 0 0,-1-1-1 0 0,1 0 1 0 0,-1-1-1 0 0,1-1 0 0 0,-1 0 1 0 0,-1 0-1 0 0,1-1 0 0 0,0 0 1 0 0,19-14-1 0 0,-8 3-106 0 0,0 0-1 0 0,-1-2 1 0 0,-1-1-1 0 0,24-27 1 0 0,-15 10 605 0 0,-2-2 0 0 0,-1-1 1 0 0,-2-1-1 0 0,24-52 0 0 0,-43 77 265 0 0,-11 23-90 0 0,-14 26-157 0 0,8-7-244 0 0,-26 70 285 0 0,34-86-353 0 0,0 0 0 0 0,1-1 0 0 0,0 1 0 0 0,1 0 0 0 0,0 0-1 0 0,1 0 1 0 0,1 14 0 0 0,-1-21-31 0 0,1-1-1 0 0,-1 1 0 0 0,1-1 1 0 0,0 1-1 0 0,0-1 1 0 0,0 0-1 0 0,1 1 0 0 0,-1-1 1 0 0,1 0-1 0 0,0 0 0 0 0,0 0 1 0 0,0 0-1 0 0,0 0 0 0 0,1-1 1 0 0,-1 1-1 0 0,1-1 0 0 0,4 4 1 0 0,-3-3-3 0 0,1 0 1 0 0,0-1-1 0 0,0 0 1 0 0,0 0-1 0 0,0 0 1 0 0,0 0-1 0 0,0-1 1 0 0,1 0 0 0 0,-1 0-1 0 0,9 1 1 0 0,-1-2-25 0 0,0 0 1 0 0,0-1 0 0 0,-1-1 0 0 0,1 0-1 0 0,0 0 1 0 0,-1-1 0 0 0,0-1-1 0 0,0 0 1 0 0,14-7 0 0 0,-18 6 6 0 0,0 0 0 0 0,0-1 0 0 0,0 0-1 0 0,0 0 1 0 0,-1-1 0 0 0,0 0 0 0 0,0-1 0 0 0,-1 1 0 0 0,0-1 0 0 0,-1 0 0 0 0,1-1 0 0 0,-2 1 0 0 0,1-1-1 0 0,-1 0 1 0 0,0 0 0 0 0,-1-1 0 0 0,0 1 0 0 0,-1-1 0 0 0,0 1 0 0 0,0-1 0 0 0,-1 0 0 0 0,0 0 0 0 0,-1 0-1 0 0,0 0 1 0 0,0 1 0 0 0,-1-1 0 0 0,-1 0 0 0 0,1 0 0 0 0,-2 1 0 0 0,1-1 0 0 0,-1 1 0 0 0,-1-1 0 0 0,-6-11-1 0 0,9 18 17 0 0,-1 0-1 0 0,0 0 0 0 0,0 0 1 0 0,0 0-1 0 0,-1 1 0 0 0,1-1 1 0 0,0 1-1 0 0,-1-1 0 0 0,0 1 1 0 0,1 0-1 0 0,-1 0 0 0 0,0 0 0 0 0,0 1 1 0 0,0-1-1 0 0,-1 1 0 0 0,1-1 1 0 0,0 1-1 0 0,-7-1 0 0 0,5 1 1 0 0,1 1-1 0 0,-1 0 0 0 0,0 0 1 0 0,0 1-1 0 0,1 0 0 0 0,-1-1 1 0 0,0 2-1 0 0,1-1 0 0 0,-1 0 1 0 0,1 1-1 0 0,-1 0 0 0 0,-4 3 0 0 0,-4 3 5 0 0,0 0-1 0 0,0 1 0 0 0,1 1 0 0 0,1 0 0 0 0,0 1 0 0 0,0 0 1 0 0,-13 18-1 0 0,13-15 62 0 0,2 1 1 0 0,0 0-1 0 0,-12 27 1 0 0,19-38-67 0 0,0 1 0 0 0,0-1 0 0 0,1 0 0 0 0,0 1 0 0 0,-1 0 0 0 0,2-1-1 0 0,-1 1 1 0 0,0-1 0 0 0,1 1 0 0 0,0 0 0 0 0,0 0 0 0 0,1-1 0 0 0,-1 1 0 0 0,1 0 0 0 0,0-1 0 0 0,0 1 0 0 0,0-1 0 0 0,4 8 0 0 0,-3-9-39 0 0,0-1 1 0 0,0 0-1 0 0,0 1 1 0 0,0-1-1 0 0,1 0 1 0 0,-1 0-1 0 0,1 0 1 0 0,-1-1-1 0 0,1 1 1 0 0,0-1-1 0 0,0 1 1 0 0,0-1-1 0 0,0 0 1 0 0,0 0-1 0 0,0 0 1 0 0,0 0 0 0 0,0-1-1 0 0,0 1 1 0 0,0-1-1 0 0,0 0 1 0 0,0 0-1 0 0,5 0 1 0 0,5-1-87 0 0,-1 0 1 0 0,1-1 0 0 0,0 0 0 0 0,14-5-1 0 0,-5 0 24 0 0,-1-1-1 0 0,0-1 0 0 0,-1-1 1 0 0,37-23-1 0 0,68-62-148 0 0,-40 28 28 0 0,-82 65 228 0 0,-1 0-1 0 0,1 1 0 0 0,0-1 1 0 0,0 0-1 0 0,0 1 1 0 0,0-1-1 0 0,0 1 0 0 0,0 0 1 0 0,0 0-1 0 0,1 1 1 0 0,-1-1-1 0 0,0 0 0 0 0,1 1 1 0 0,-1 0-1 0 0,5 0 1 0 0,-6 0 10 0 0,0 1 0 0 0,0-1 0 0 0,0 1 0 0 0,0 0 0 0 0,0 0 0 0 0,0 0 1 0 0,0 0-1 0 0,0 0 0 0 0,0 0 0 0 0,0 0 0 0 0,0 1 0 0 0,-1-1 0 0 0,1 1 1 0 0,-1-1-1 0 0,1 1 0 0 0,-1-1 0 0 0,0 1 0 0 0,1 0 0 0 0,-1 0 0 0 0,0 0 0 0 0,0 0 1 0 0,1 4-1 0 0,2 3 45 0 0,-1 0 0 0 0,-1 0 0 0 0,1 0 0 0 0,-2 0 1 0 0,1 1-1 0 0,-1-1 0 0 0,-1 1 0 0 0,0-1 0 0 0,0 1 1 0 0,-1-1-1 0 0,0 1 0 0 0,0-1 0 0 0,-1 1 0 0 0,0-1 1 0 0,-1 0-1 0 0,0 0 0 0 0,-1 0 0 0 0,0 0 0 0 0,0-1 0 0 0,0 0 1 0 0,-8 10-1 0 0,11-17-27 0 0,1 0 1 0 0,-1 0 0 0 0,0 0-1 0 0,0 0 1 0 0,1-1-1 0 0,-1 1 1 0 0,0 0 0 0 0,0 0-1 0 0,0-1 1 0 0,0 1-1 0 0,0 0 1 0 0,0-1-1 0 0,-1 1 1 0 0,1-1-35 0 0,1 0 0 0 0,0 0 0 0 0,-1 0 0 0 0,1 0 0 0 0,-1 0-1 0 0,1 0 1 0 0,0 0 0 0 0,-1 0 0 0 0,1 0 0 0 0,0 0 0 0 0,-1 0 0 0 0,1 0 0 0 0,0 0 0 0 0,-1 0 0 0 0,1 0-1 0 0,0-1 1 0 0,-1 1 0 0 0,1 0 0 0 0,0 0 0 0 0,-1 0 0 0 0,1-1 0 0 0,0 1 0 0 0,0 0 0 0 0,-1 0 0 0 0,1-1-1 0 0,0 1 1 0 0,0-1 0 0 0,-1 0-4 0 0,0-1-1 0 0,0 0 0 0 0,1 1 0 0 0,-1-1 1 0 0,1 0-1 0 0,-1 0 0 0 0,1 1 1 0 0,0-1-1 0 0,0 0 0 0 0,0 0 0 0 0,0 0 1 0 0,0 1-1 0 0,0-1 0 0 0,1-3 1 0 0,3-13-35 0 0,2 0 0 0 0,0 0 0 0 0,1 1 0 0 0,0 0 0 0 0,1 0 0 0 0,2 0 1 0 0,-1 1-1 0 0,24-29 0 0 0,-22 32 23 0 0,1 1 0 0 0,0-1 0 0 0,0 2 1 0 0,1-1-1 0 0,1 2 0 0 0,0 0 0 0 0,0 1 0 0 0,1 0 0 0 0,0 1 0 0 0,17-7 1 0 0,-24 13 5 0 0,1-1 1 0 0,-1 1 0 0 0,1 0 0 0 0,0 0-1 0 0,0 1 1 0 0,0 1 0 0 0,0-1 0 0 0,0 1 0 0 0,-1 1-1 0 0,1 0 1 0 0,13 3 0 0 0,-18-3 17 0 0,-1 0 1 0 0,0 0-1 0 0,1 0 1 0 0,-1 0-1 0 0,0 1 1 0 0,0 0-1 0 0,0-1 1 0 0,0 1-1 0 0,0 0 1 0 0,-1 1-1 0 0,1-1 1 0 0,-1 0-1 0 0,1 1 1 0 0,-1-1-1 0 0,0 1 1 0 0,0 0-1 0 0,0 0 1 0 0,0 0-1 0 0,0 0 1 0 0,-1 0-1 0 0,1 0 1 0 0,-1 0-1 0 0,0 1 1 0 0,0-1-1 0 0,0 0 1 0 0,-1 1-1 0 0,1-1 0 0 0,-1 1 1 0 0,1-1-1 0 0,-1 0 1 0 0,0 1-1 0 0,-1 3 1 0 0,-3 20 135 0 0,0 0 0 0 0,-2 0 1 0 0,-1 0-1 0 0,-17 40 0 0 0,8-21-19 0 0,15-45-139 0 0,1 0 0 0 0,0-1 0 0 0,-1 1 0 0 0,1 0 0 0 0,0-1 0 0 0,0 1 0 0 0,-1 0 0 0 0,1-1 0 0 0,0 1 0 0 0,0 0 0 0 0,0 0 0 0 0,0-1 0 0 0,0 1 0 0 0,0 0 0 0 0,0 0-1 0 0,0 0 1 0 0,0-1 0 0 0,0 1 0 0 0,1 0 0 0 0,-1-1 0 0 0,0 1 0 0 0,0 0 0 0 0,1 0 0 0 0,-1-1 0 0 0,0 1 0 0 0,1 0 0 0 0,-1-1 0 0 0,1 1 0 0 0,-1-1 0 0 0,1 1 0 0 0,-1-1 0 0 0,1 1 0 0 0,-1-1 0 0 0,1 1 0 0 0,-1-1 0 0 0,1 1 0 0 0,0-1 0 0 0,-1 0 0 0 0,2 1 0 0 0,1 0-68 0 0,-1-1 0 0 0,0 0 0 0 0,1 1 1 0 0,-1-1-1 0 0,0 0 0 0 0,1 0 0 0 0,-1-1 1 0 0,1 1-1 0 0,3-2 0 0 0,17-5-572 0 0,0-1 0 0 0,-1-1-1 0 0,0-1 1 0 0,0-1 0 0 0,-1-1 0 0 0,-1-1-1 0 0,25-20 1 0 0,-11 5-92 0 0,-2-2 0 0 0,-1-1 0 0 0,30-38 0 0 0,-27 24 540 0 0,-1-1 0 0 0,-3-2-1 0 0,40-85 1 0 0,-30 41 2039 0 0,32-115 0 0 0,-52 121-55 0 0,-15 58-746 0 0,2-1 1 0 0,11-27 776 0 0,-20 59-1498 0 0,-71 180 1708 0 0,-63 142-829 0 0,102-252-1036 0 0,-1 1 60 0 0,-45 138 0 0 0,77-203-387 0 0,0 1 0 0 0,1-1 1 0 0,1 1-1 0 0,0 0 0 0 0,0 0 1 0 0,1 0-1 0 0,1 14 0 0 0,-1-21 38 0 0,1 0-1 0 0,-1 0 1 0 0,1 0-1 0 0,0 0 1 0 0,0 0-1 0 0,0 0 1 0 0,1-1-1 0 0,-1 1 0 0 0,1 0 1 0 0,0-1-1 0 0,-1 1 1 0 0,1-1-1 0 0,0 1 1 0 0,0-1-1 0 0,1 0 1 0 0,-1 0-1 0 0,0 0 1 0 0,1 0-1 0 0,-1 0 1 0 0,1-1-1 0 0,0 1 0 0 0,-1-1 1 0 0,1 0-1 0 0,0 0 1 0 0,0 0-1 0 0,0 0 1 0 0,4 1-1 0 0,9 1-377 0 0,0-1-1 0 0,0-1 0 0 0,1 0 1 0 0,-1-1-1 0 0,0-1 0 0 0,0 0 1 0 0,1-1-1 0 0,-1-1 0 0 0,29-9 1 0 0,-9 0-4 0 0,-2-2 0 0 0,1-1 0 0 0,37-23 0 0 0,-39 19 711 0 0,-1-2-1 0 0,-1-1 1 0 0,43-40-1 0 0,-59 48 280 0 0,-1-1-1 0 0,0 0 1 0 0,-2-1-1 0 0,1-1 1 0 0,-2 0-1 0 0,0-1 1 0 0,-1 0-1 0 0,9-23 1 0 0,-10 8 722 0 0,-9 31-1147 0 0,1 1 1 0 0,-1 0-1 0 0,0-1 0 0 0,0 1 1 0 0,0-1-1 0 0,0 1 0 0 0,0-1 1 0 0,-1 1-1 0 0,1 0 0 0 0,0-1 0 0 0,-1 1 1 0 0,1-1-1 0 0,-1 1 0 0 0,1 0 1 0 0,-1-1-1 0 0,0 1 0 0 0,1 0 1 0 0,-1 0-1 0 0,-1-2 0 0 0,0 2-39 0 0,0 1 0 0 0,1 0 0 0 0,-1 0 0 0 0,0 0 0 0 0,1 0 0 0 0,-1 0 0 0 0,0 0 0 0 0,1 0 0 0 0,-1 0 0 0 0,0 1 0 0 0,1-1 0 0 0,-1 0 0 0 0,1 1 1 0 0,-1 0-1 0 0,1-1 0 0 0,-3 2 0 0 0,-11 6 47 0 0,0 0 0 0 0,0 0 0 0 0,1 2 0 0 0,0 0 0 0 0,-12 12 0 0 0,-61 63 293 0 0,80-77-322 0 0,4-5-24 0 0,-20 21 87 0 0,-30 40 0 0 0,48-57-79 0 0,0-1-1 0 0,1 1 1 0 0,0 1 0 0 0,0-1 0 0 0,1 1-1 0 0,0-1 1 0 0,0 1 0 0 0,1 0-1 0 0,0 0 1 0 0,0 0 0 0 0,-1 15 0 0 0,3-21-7 0 0,0 1 0 0 0,0-1 0 0 0,0 1 1 0 0,1-1-1 0 0,-1 1 0 0 0,1-1 0 0 0,-1 0 1 0 0,1 1-1 0 0,0-1 0 0 0,0 1 0 0 0,0-1 0 0 0,0 0 1 0 0,1 0-1 0 0,-1 0 0 0 0,1 0 0 0 0,-1 0 1 0 0,1 0-1 0 0,-1 0 0 0 0,1 0 0 0 0,2 1 1 0 0,0 0-42 0 0,0-1 1 0 0,0 0 0 0 0,-1 0 0 0 0,2-1 0 0 0,-1 1 0 0 0,0-1 0 0 0,0 1-1 0 0,0-1 1 0 0,1-1 0 0 0,7 2 0 0 0,-1-2-103 0 0,0 0 1 0 0,-1-1-1 0 0,1 0 0 0 0,0 0 1 0 0,0-1-1 0 0,-1 0 0 0 0,1-1 1 0 0,17-7-1 0 0,-15 3 57 0 0,0-1 1 0 0,-1 0-1 0 0,0-1 1 0 0,0 0-1 0 0,-1-1 1 0 0,0 0-1 0 0,0 0 1 0 0,-1-2-1 0 0,-1 1 1 0 0,13-20-1 0 0,-4 0 549 0 0,-1-1 1 0 0,-1 0-1 0 0,13-39 0 0 0,-28 69-195 0 0,-10 19-179 0 0,-4 9-36 0 0,2 1 0 0 0,1-1 0 0 0,1 2 1 0 0,1 0-1 0 0,-6 45 0 0 0,14-71-181 0 0,-1 0 0 0 0,1 0 1 0 0,0 0-1 0 0,0 0 0 0 0,1 0 0 0 0,-1 0 0 0 0,0 0 0 0 0,1 0 1 0 0,-1 0-1 0 0,1 0 0 0 0,-1 0 0 0 0,1-1 0 0 0,0 1 0 0 0,0 0 1 0 0,0 0-1 0 0,0-1 0 0 0,0 1 0 0 0,0 0 0 0 0,0-1 0 0 0,1 1 1 0 0,-1-1-1 0 0,1 0 0 0 0,-1 1 0 0 0,1-1 0 0 0,-1 0 0 0 0,1 0 1 0 0,0 0-1 0 0,-1 0 0 0 0,1 0 0 0 0,2 0 0 0 0,1 1-468 0 0,1-1 0 0 0,-1 0 0 0 0,1 0 0 0 0,-1 0 0 0 0,1-1-1 0 0,-1 1 1 0 0,1-1 0 0 0,-1-1 0 0 0,11-1 0 0 0,5-2-2718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53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98 114 1808 0 0,'10'-32'3334'0'0,"-4"15"-578"0"0,-1-1-1 0 0,4-23 1 0 0,-10 35-737 0 0,-6 18-1237 0 0,-7 21-212 0 0,-56 166 901 0 0,36-65-4352 0 0,33-132 2563 0 0,1 0 1 0 0,0-1-1 0 0,0 1 0 0 0,0-1 1 0 0,0 1-1 0 0,0-1 0 0 0,0 1 1 0 0,1-1-1 0 0,-1 1 0 0 0,0-1 1 0 0,1 1-1 0 0,-1-1 0 0 0,1 1 1 0 0,0-1-1 0 0,-1 0 0 0 0,2 3 1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53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43 171 76 0 0,'49'-79'10796'0'0,"-46"74"-10010"0"0,9-12 1154 0 0,-7 16-1116 0 0,-3 12-239 0 0,-3 13-367 0 0,-1 1-1 0 0,-2 0 0 0 0,0-1 1 0 0,-1 0-1 0 0,-2 0 0 0 0,0 0 1 0 0,-1-1-1 0 0,-2 0 1 0 0,0 0-1 0 0,-17 25 0 0 0,26-47-207 0 0,1 0 0 0 0,-1 0 0 0 0,0 0 0 0 0,1 0 0 0 0,-1 0 0 0 0,0 0-1 0 0,0 0 1 0 0,1 0 0 0 0,-1 0 0 0 0,0-1 0 0 0,0 1 0 0 0,0 0 0 0 0,0-1 0 0 0,-2 2 0 0 0,2-2-9 0 0,1 0 1 0 0,-1 0 0 0 0,1 0-1 0 0,-1 0 1 0 0,0 0 0 0 0,1 0-1 0 0,-1 0 1 0 0,1 0 0 0 0,-1 0-1 0 0,0 0 1 0 0,1-1 0 0 0,-1 1-1 0 0,1 0 1 0 0,-1 0 0 0 0,1 0 0 0 0,-1-1-1 0 0,1 1 1 0 0,-1 0 0 0 0,1-1-1 0 0,-1 1 1 0 0,0-1 0 0 0,1 0-6 0 0,-1 0 1 0 0,1 1 0 0 0,0-1 0 0 0,0 0 0 0 0,-1 0 0 0 0,1 0 0 0 0,0 0 0 0 0,0 0-1 0 0,0 0 1 0 0,0 0 0 0 0,0 0 0 0 0,0 0 0 0 0,0 0 0 0 0,0 1 0 0 0,1-1 0 0 0,-1 0-1 0 0,0 0 1 0 0,1-1 0 0 0,-1 1-7 0 0,3-13-76 0 0,1 1-1 0 0,0-1 1 0 0,0 1-1 0 0,2 0 0 0 0,-1 0 1 0 0,15-21-1 0 0,-1 5-61 0 0,35-41-1 0 0,-38 52 104 0 0,1 0 1 0 0,0 1-1 0 0,26-19 0 0 0,-33 29 28 0 0,0 0-1 0 0,0 1 0 0 0,0 0 0 0 0,1 1 0 0 0,0 0 0 0 0,0 0 0 0 0,1 1 0 0 0,19-4 0 0 0,-27 7 18 0 0,-1 1 0 0 0,0-1 0 0 0,1 1 0 0 0,-1 0 0 0 0,0 0 0 0 0,1 0 0 0 0,-1 0 0 0 0,0 1 0 0 0,1-1 0 0 0,-1 1 0 0 0,0 0 0 0 0,0 0 0 0 0,1 0 0 0 0,-1 0 0 0 0,0 0 0 0 0,0 1 0 0 0,0 0 0 0 0,0-1 0 0 0,-1 1 0 0 0,1 0 0 0 0,0 1 0 0 0,-1-1 0 0 0,1 0 0 0 0,-1 1 0 0 0,3 3 0 0 0,-2-1 10 0 0,0 0 1 0 0,-1 1-1 0 0,0-1 0 0 0,0 0 0 0 0,0 0 1 0 0,-1 1-1 0 0,1-1 0 0 0,-1 1 0 0 0,-1 0 1 0 0,1-1-1 0 0,-1 1 0 0 0,0 0 0 0 0,0-1 1 0 0,-2 9-1 0 0,-2 6 69 0 0,-1-1-1 0 0,-1 1 1 0 0,-1-1 0 0 0,0 0 0 0 0,-16 26-1 0 0,11-22-886 0 0,1 1 0 0 0,-11 36 0 0 0,22-59 544 0 0,-1 0 0 0 0,1 0 0 0 0,0 0 0 0 0,-1 0 0 0 0,1 1 0 0 0,0-1 0 0 0,0 0 0 0 0,0 0 0 0 0,0 0 0 0 0,0 0 0 0 0,0 1 0 0 0,0-1 0 0 0,0 0 0 0 0,0 0 0 0 0,1 0 0 0 0,-1 0 0 0 0,0 0 0 0 0,1 1 0 0 0,-1-1 1 0 0,1 0-1 0 0,-1 0 0 0 0,1 0 0 0 0,-1 0 0 0 0,1 0 0 0 0,0 0 0 0 0,0-1 0 0 0,-1 1 0 0 0,1 0 0 0 0,1 1 0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54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411 91 580 0 0,'9'-11'2832'0'0,"0"-1"1"0"0,-1 0-1 0 0,12-22 0 0 0,-20 34-2762 0 0,0-1 0 0 0,1 1 0 0 0,-1-1 0 0 0,0 0 0 0 0,1 1 0 0 0,-1-1 0 0 0,0 1 0 0 0,0-1 0 0 0,0 1 0 0 0,1-1 0 0 0,-1 0 0 0 0,0 1 0 0 0,0-1 0 0 0,0 1 0 0 0,0-1 0 0 0,0 0 0 0 0,0 1 0 0 0,0-1 0 0 0,0 1 0 0 0,-1-1 0 0 0,1 0 0 0 0,0 1 0 0 0,0-1 0 0 0,0 1 0 0 0,-1-1 0 0 0,1 1 0 0 0,0-1 0 0 0,-1 0 0 0 0,0 0-16 0 0,0 1 1 0 0,0-1-1 0 0,0 1 0 0 0,0-1 0 0 0,0 1 0 0 0,0 0 0 0 0,0-1 0 0 0,0 1 0 0 0,0 0 0 0 0,0-1 0 0 0,0 1 1 0 0,0 0-1 0 0,0 0 0 0 0,-1 0 0 0 0,-36 6 415 0 0,21-1-388 0 0,0 1 0 0 0,0 0 0 0 0,1 2 0 0 0,0 0 0 0 0,0 0 0 0 0,1 2 0 0 0,0 0 0 0 0,0 1 0 0 0,1 0 0 0 0,-22 24 0 0 0,34-34-74 0 0,1 1 0 0 0,-1 0 0 0 0,1 0 0 0 0,-1 0-1 0 0,1 1 1 0 0,0-1 0 0 0,-1 0 0 0 0,1 0 0 0 0,1 1 0 0 0,-1-1 0 0 0,0 0 0 0 0,0 1 0 0 0,1-1 0 0 0,0 1 0 0 0,-1-1 0 0 0,1 1 0 0 0,0-1 0 0 0,0 1 0 0 0,0-1 0 0 0,1 4-1 0 0,0-3-1 0 0,0 0-1 0 0,0 0 1 0 0,1 0-1 0 0,-1-1 1 0 0,1 1-1 0 0,0-1 1 0 0,0 1-1 0 0,0-1 1 0 0,0 1-1 0 0,0-1 0 0 0,0 0 1 0 0,0 0-1 0 0,1 0 1 0 0,-1 0-1 0 0,1 0 1 0 0,3 1-1 0 0,95 52 4 0 0,-100-54 32 0 0,1 0 0 0 0,-1 0 0 0 0,1-1 0 0 0,-1 1 0 0 0,1 0 0 0 0,-1 0 0 0 0,0 1 0 0 0,1-1 0 0 0,-1 0 0 0 0,0 0 0 0 0,0 1 0 0 0,0-1 0 0 0,0 0 0 0 0,0 1 0 0 0,0-1 0 0 0,0 1 0 0 0,0 0-1 0 0,-1-1 1 0 0,1 1 0 0 0,-1-1 0 0 0,1 1 0 0 0,-1 0 0 0 0,0 0 0 0 0,1-1 0 0 0,-1 1 0 0 0,0 0 0 0 0,0 0 0 0 0,-1 2 0 0 0,1-1 32 0 0,-1 0-1 0 0,0-1 1 0 0,1 1-1 0 0,-1-1 1 0 0,0 1-1 0 0,-1-1 1 0 0,1 0 0 0 0,0 1-1 0 0,-1-1 1 0 0,1 0-1 0 0,-1 0 1 0 0,0 0-1 0 0,0 0 1 0 0,0 0 0 0 0,0 0-1 0 0,-4 2 1 0 0,-4 2 24 0 0,0 0 0 0 0,0-1 0 0 0,0 0-1 0 0,-1 0 1 0 0,0-2 0 0 0,0 1 0 0 0,-14 2 0 0 0,16-5-293 0 0,1 0-1 0 0,0-1 1 0 0,0 1 0 0 0,-1-2-1 0 0,1 1 1 0 0,0-1-1 0 0,-1-1 1 0 0,1 1-1 0 0,0-2 1 0 0,-14-4 0 0 0,8 1-1453 0 0,0-1 0 0 0,0 0 0 0 0,1 0 1 0 0,0-2-1 0 0,-19-15 0 0 0,8 4-3359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54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76 2732 0 0,'-20'-27'7213'0'0,"-2"-5"-1981"0"0,21 31-4970 0 0,1 0-331 0 0,0 0 0 0 0,-1 0 1 0 0,1 1-1 0 0,0-1 1 0 0,0 0-1 0 0,0 1 0 0 0,-1-1 1 0 0,1 0-1 0 0,0 1 0 0 0,-1-1 1 0 0,1 0-1 0 0,-1 1 0 0 0,1-1 1 0 0,-1 1-1 0 0,1-1 0 0 0,-1 1 1 0 0,1-1-1 0 0,-1 1 0 0 0,1-1 1 0 0,-1 1-1 0 0,0 0 1 0 0,1-1-1 0 0,-1 1 0 0 0,0 0 1 0 0,1-1-1 0 0,-1 1 0 0 0,0 0 1 0 0,1 0-1 0 0,-1 0 0 0 0,0-1 1 0 0,0 1-1 0 0,1 0 0 0 0,-2 0 1 0 0,-29 1-5232 0 0,23-1 4085 0 0,-13-1-2971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54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 2416 0 0,'-205'20'7708'0'0,"192"-16"-7238"0"0,13-3-459 0 0,0-1 0 0 0,-1 0 1 0 0,1 0-1 0 0,0 0 1 0 0,0 0-1 0 0,0 1 1 0 0,0-1-1 0 0,0 0 0 0 0,0 0 1 0 0,0 0-1 0 0,0 1 1 0 0,0-1-1 0 0,0 0 0 0 0,0 0 1 0 0,0 0-1 0 0,0 1 1 0 0,0-1-1 0 0,0 0 1 0 0,0 0-1 0 0,0 0 0 0 0,0 1 1 0 0,0-1-1 0 0,0 0 1 0 0,1 0-1 0 0,-1 0 1 0 0,0 0-1 0 0,0 1 0 0 0,0-1 1 0 0,0 0-1 0 0,0 0 1 0 0,0 0-1 0 0,1 0 0 0 0,-1 0 1 0 0,0 1-1 0 0,2 0 14 0 0,-1 0-1 0 0,1 0 0 0 0,0 0 1 0 0,-1 0-1 0 0,1 0 1 0 0,0 0-1 0 0,0-1 0 0 0,0 1 1 0 0,0 0-1 0 0,3 0 1 0 0,62 4-3 0 0,104-5 1 0 0,-99-1-821 0 0,69 0-3520 0 0,-68-2 531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56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56 795 2060 0 0,'-4'4'929'0'0,"-1"0"0"0"0,1-1 0 0 0,0 1 0 0 0,0 1 0 0 0,0-1 0 0 0,1 1 0 0 0,-6 9 0 0 0,6-9-798 0 0,0 0 1 0 0,1 0-1 0 0,0 1 0 0 0,0-1 0 0 0,0 1 0 0 0,1 0 1 0 0,0-1-1 0 0,0 1 0 0 0,0 0 0 0 0,1 0 0 0 0,0-1 1 0 0,0 9-1 0 0,0-13-108 0 0,0 0 1 0 0,1 0 0 0 0,-1 0 0 0 0,0 0-1 0 0,0 0 1 0 0,1-1 0 0 0,-1 1-1 0 0,0 0 1 0 0,1 0 0 0 0,-1 0-1 0 0,1-1 1 0 0,-1 1 0 0 0,1 0 0 0 0,-1 0-1 0 0,1-1 1 0 0,0 1 0 0 0,-1-1-1 0 0,1 1 1 0 0,0-1 0 0 0,0 1-1 0 0,-1-1 1 0 0,1 1 0 0 0,0-1 0 0 0,1 1-1 0 0,0 0 16 0 0,1-1 0 0 0,0 1 0 0 0,-1-1-1 0 0,1 1 1 0 0,0-1 0 0 0,-1 0 0 0 0,1 0-1 0 0,3-1 1 0 0,6 0 66 0 0,0-2 0 0 0,19-6 0 0 0,-27 8-79 0 0,19-8-11 0 0,-1 0 0 0 0,1-2 1 0 0,-2-1-1 0 0,1 0 0 0 0,-2-2 1 0 0,0 0-1 0 0,-1-1 0 0 0,0-1 1 0 0,31-35-1 0 0,-16 11-47 0 0,-2-2 0 0 0,-1-1 0 0 0,38-73 0 0 0,-33 45-26 0 0,34-98 1 0 0,11-81 283 0 0,-74 223-153 0 0,-7 27-73 0 0,0 0 0 0 0,-1 0 1 0 0,1 0-1 0 0,0 0 0 0 0,0 1 1 0 0,0-1-1 0 0,0 0 1 0 0,0 0-1 0 0,0-1 0 0 0,0 1 1 0 0,0 0-1 0 0,0 0 0 0 0,0 0 1 0 0,0 0-1 0 0,0 0 0 0 0,-1 0 1 0 0,1 0-1 0 0,0 0 0 0 0,0 0 1 0 0,0 0-1 0 0,0 0 0 0 0,0 0 1 0 0,0 0-1 0 0,0 0 0 0 0,0 0 1 0 0,0 0-1 0 0,0 0 0 0 0,0 0 1 0 0,0 0-1 0 0,0 0 0 0 0,0 0 1 0 0,0 0-1 0 0,0 0 1 0 0,0-1-1 0 0,0 1 0 0 0,-1 0 1 0 0,1 0-1 0 0,0 0 0 0 0,0 0 1 0 0,0 0-1 0 0,0 0 0 0 0,0 0 1 0 0,0 0-1 0 0,0 0 0 0 0,0 0 1 0 0,0 0-1 0 0,0-1 0 0 0,0 1 1 0 0,0 0-1 0 0,1 0 0 0 0,-1 0 1 0 0,0 0-1 0 0,0 0 0 0 0,0 0 1 0 0,0 0-1 0 0,0 0 0 0 0,0 0 1 0 0,0 0-1 0 0,0 0 1 0 0,0 0-1 0 0,0 0 0 0 0,0 0 1 0 0,0-1-1 0 0,0 1 0 0 0,0 0 1 0 0,-8 15 19 0 0,-84 198 23 0 0,42-90 11 0 0,10-32 16 0 0,-44 107 231 0 0,61-137-193 0 0,-19 81 1 0 0,41-136-98 0 0,0 1-1 0 0,0-1 1 0 0,0 0 0 0 0,0 1 0 0 0,1-1 0 0 0,1 1 0 0 0,0 11 0 0 0,0-16-8 0 0,-1 0-1 0 0,1 0 1 0 0,-1 0 0 0 0,1 0-1 0 0,0 0 1 0 0,0-1-1 0 0,0 1 1 0 0,0 0 0 0 0,0-1-1 0 0,0 1 1 0 0,0 0-1 0 0,0-1 1 0 0,1 0 0 0 0,-1 1-1 0 0,0-1 1 0 0,1 0 0 0 0,0 1-1 0 0,-1-1 1 0 0,1 0-1 0 0,0 0 1 0 0,-1 0 0 0 0,1 0-1 0 0,0-1 1 0 0,0 1-1 0 0,0 0 1 0 0,0-1 0 0 0,-1 0-1 0 0,1 1 1 0 0,3-1 0 0 0,5 1-22 0 0,1-1 0 0 0,0-1 0 0 0,0 0 1 0 0,0 0-1 0 0,-1-1 0 0 0,1-1 1 0 0,-1 0-1 0 0,21-8 0 0 0,2-4-116 0 0,41-25 1 0 0,-40 19 41 0 0,-1-1 0 0 0,-1-2 0 0 0,-1-1 0 0 0,-2-2 0 0 0,0-1 0 0 0,-2-1 1 0 0,33-44-1 0 0,-28 27-36 0 0,-2-2 1 0 0,-2-1 0 0 0,-2-1-1 0 0,31-87 1 0 0,-43 101 182 0 0,-3 7 102 0 0,14-53-1 0 0,-25 81-115 0 0,-1 4-36 0 0,0 0 0 0 0,1 0-1 0 0,-2 0 1 0 0,1 0 0 0 0,0 0-1 0 0,-1 0 1 0 0,-1 3 0 0 0,-3 7 19 0 0,-195 467 415 0 0,116-281-84 0 0,76-183 418 0 0,8-24-87 0 0,12-31-431 0 0,-1 18-274 0 0,0 0 0 0 0,2 1 0 0 0,0 0 1 0 0,1 1-1 0 0,1 0 0 0 0,1 1 0 0 0,1 0 0 0 0,0 2 1 0 0,1 0-1 0 0,1 1 0 0 0,0 0 0 0 0,1 2 0 0 0,1 0 1 0 0,0 1-1 0 0,0 1 0 0 0,2 1 0 0 0,-1 1 0 0 0,33-10 1 0 0,-48 18 12 0 0,1-1 0 0 0,0 1 0 0 0,0 0 0 0 0,0 1 0 0 0,0-1 0 0 0,-1 1 0 0 0,1 1 0 0 0,0-1 0 0 0,0 1 0 0 0,0 1 0 0 0,0-1 0 0 0,-1 1 0 0 0,11 4 0 0 0,-13-4 11 0 0,-1 0-1 0 0,1 0 0 0 0,-1 0 1 0 0,0 1-1 0 0,0-1 0 0 0,0 1 1 0 0,0 0-1 0 0,-1-1 1 0 0,1 1-1 0 0,-1 1 0 0 0,1-1 1 0 0,-1 0-1 0 0,0 0 1 0 0,0 1-1 0 0,-1-1 0 0 0,1 1 1 0 0,-1 0-1 0 0,0 0 1 0 0,0-1-1 0 0,0 1 0 0 0,0 0 1 0 0,0 0-1 0 0,-1 0 1 0 0,0 0-1 0 0,0 4 0 0 0,-2 12 43 0 0,0-1 0 0 0,-1 1 0 0 0,-1-1 0 0 0,-1 1-1 0 0,-1-1 1 0 0,-12 29 0 0 0,3-8-13 0 0,8-24-39 0 0,-6 28 86 0 0,13-44-79 0 0,0 1-1 0 0,0-1 1 0 0,0 0-1 0 0,0 1 1 0 0,0-1-1 0 0,0 1 1 0 0,0-1-1 0 0,0 0 1 0 0,0 1-1 0 0,1-1 1 0 0,-1 0-1 0 0,0 1 1 0 0,0-1-1 0 0,1 0 1 0 0,-1 1-1 0 0,0-1 1 0 0,0 0-1 0 0,1 1 1 0 0,-1-1-1 0 0,0 0 1 0 0,1 0-1 0 0,-1 1 1 0 0,0-1-1 0 0,1 0 1 0 0,-1 0-1 0 0,0 0 1 0 0,1 0-1 0 0,-1 0 1 0 0,0 1-1 0 0,1-1 1 0 0,-1 0-1 0 0,1 0 1 0 0,-1 0-1 0 0,0 0 1 0 0,1 0-1 0 0,-1 0 1 0 0,1 0-1 0 0,0 0 1 0 0,14-1 12 0 0,-14 1-15 0 0,11-3 4 0 0,0 0 0 0 0,0 0 0 0 0,0-2 0 0 0,-1 1 0 0 0,1-1 0 0 0,-1-1 0 0 0,20-14 0 0 0,-10 8-22 0 0,13-9-21 0 0,-1-1-1 0 0,0-1 1 0 0,29-29-1 0 0,-44 35 58 0 0,-1-1 1 0 0,0 0-1 0 0,-2-1 0 0 0,0-1 0 0 0,-2 0 1 0 0,15-27-1 0 0,-11 0 315 0 0,-17 47-328 0 0,0 0 0 0 0,0-1-1 0 0,0 1 1 0 0,1-1 0 0 0,-1 1 0 0 0,0 0-1 0 0,0-1 1 0 0,0 1 0 0 0,0-1-1 0 0,0 1 1 0 0,0 0 0 0 0,0-1-1 0 0,0 1 1 0 0,0-1 0 0 0,0 1 0 0 0,0-1-1 0 0,0 1 1 0 0,0 0 0 0 0,0-1-1 0 0,0 1 1 0 0,-1-1 0 0 0,1 1-1 0 0,0 0 1 0 0,0-1 0 0 0,0 1-1 0 0,-1-1 1 0 0,1 1 0 0 0,0 0 0 0 0,0-1-1 0 0,-1 1 1 0 0,1 0 0 0 0,0 0-1 0 0,-1-1 1 0 0,1 1 0 0 0,0 0-1 0 0,-1 0 1 0 0,1-1 0 0 0,0 1-1 0 0,-1 0 1 0 0,1 0 0 0 0,-1 0 0 0 0,0-1-1 0 0,-15 1 66 0 0,10 3-57 0 0,0 0 0 0 0,0 0 0 0 0,1 1 0 0 0,0-1 0 0 0,-1 1 1 0 0,1 0-1 0 0,1 1 0 0 0,-1-1 0 0 0,-6 9 0 0 0,-33 49 59 0 0,41-58-63 0 0,-5 8 17 0 0,1 1 0 0 0,0 0 0 0 0,1 0 0 0 0,0 0 0 0 0,1 1 0 0 0,1 0 0 0 0,-3 15-1 0 0,6-24-12 0 0,1-1-1 0 0,-1 1 1 0 0,1-1-1 0 0,0 1 1 0 0,0 0-1 0 0,1-1 0 0 0,-1 1 1 0 0,1 0-1 0 0,0-1 1 0 0,0 1-1 0 0,3 5 1 0 0,-2-7 0 0 0,-1 0 0 0 0,1 0 0 0 0,0 0 0 0 0,0-1 0 0 0,0 1 1 0 0,1-1-1 0 0,-1 1 0 0 0,1-1 0 0 0,-1 0 0 0 0,1 0 1 0 0,0 0-1 0 0,0 0 0 0 0,0 0 0 0 0,0-1 0 0 0,0 1 0 0 0,0-1 1 0 0,4 2-1 0 0,6 0 10 0 0,0 0 0 0 0,0-1 0 0 0,1 0 0 0 0,-1-1 1 0 0,0 0-1 0 0,0-1 0 0 0,1-1 0 0 0,17-3 0 0 0,-3-1-568 0 0,-1-1-1 0 0,51-18 0 0 0,-52 15-1112 0 0,32-18 1 0 0,-48 21 375 0 0,0 0 1 0 0,0-1 0 0 0,10-8 0 0 0,-1-4-2367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56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0 2604 0 0,'-71'4'3562'0'0,"-115"13"2950"0"0,160-9-5650 0 0,24-7-557 0 0,10 6 152 0 0,0-5-419 0 0,-1-1 0 0 0,0 0-1 0 0,0 0 1 0 0,1-1 0 0 0,-1 1 0 0 0,0-2 0 0 0,10 0-1 0 0,3-1-116 0 0,331-21-7477 0 0,-257 14 2991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58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279 160 1844 0 0,'-26'-13'5256'0'0,"-6"-5"-1679"0"0,31 18-3547 0 0,1-1-1 0 0,-1 1 1 0 0,1 0-1 0 0,-1-1 1 0 0,1 1-1 0 0,0 0 1 0 0,-1-1 0 0 0,1 1-1 0 0,0 0 1 0 0,-1-1-1 0 0,1 1 1 0 0,0-1 0 0 0,-1 1-1 0 0,1 0 1 0 0,0-1-1 0 0,0 1 1 0 0,-1-1-1 0 0,1 1 1 0 0,0-1 0 0 0,0 1-1 0 0,0-1 1 0 0,0 1-1 0 0,0-1 1 0 0,0 1-1 0 0,0-1 1 0 0,0 1 0 0 0,0-1-1 0 0,0 0 1 0 0,0 1-1 0 0,0-1 1 0 0,1 0 0 0 0,-1 0-3 0 0,1 0 1 0 0,0 0 0 0 0,0 1 0 0 0,0-1 0 0 0,-1 0 0 0 0,1 0 0 0 0,0 1 0 0 0,0-1 0 0 0,0 1 0 0 0,0-1 0 0 0,1 0 0 0 0,-1 1 0 0 0,1-1 0 0 0,32-6 103 0 0,-34 7-99 0 0,5 0-23 0 0,1 0-1 0 0,-1 0 0 0 0,1 1 0 0 0,-1-1 0 0 0,0 1 0 0 0,0 1 1 0 0,1-1-1 0 0,-1 1 0 0 0,0 0 0 0 0,0 0 0 0 0,0 0 0 0 0,-1 1 1 0 0,1-1-1 0 0,-1 1 0 0 0,1 1 0 0 0,-1-1 0 0 0,0 0 0 0 0,0 1 1 0 0,0 0-1 0 0,4 6 0 0 0,-5-6 4 0 0,0-1 0 0 0,-1 1 0 0 0,0 0 0 0 0,1-1 0 0 0,-2 1 0 0 0,1 0 0 0 0,0 0 0 0 0,-1 1-1 0 0,0-1 1 0 0,0 0 0 0 0,0 0 0 0 0,0 0 0 0 0,-1 1 0 0 0,1-1 0 0 0,-1 0 0 0 0,0 1 0 0 0,0-1 0 0 0,-1 1 0 0 0,0-1 0 0 0,1 0 0 0 0,-1 0 0 0 0,-1 0 0 0 0,1 1 0 0 0,-3 4-1 0 0,-5 5 276 0 0,-1 0-1 0 0,0-1 1 0 0,-1 0-1 0 0,0-1 1 0 0,-1 0-1 0 0,0-1 1 0 0,-1-1-1 0 0,-1 0 1 0 0,-27 16-1 0 0,40-25-132 0 0,-5 2 6 0 0,6-3-156 0 0,0 0-1 0 0,0 0 1 0 0,0 0-1 0 0,0 0 1 0 0,0 0 0 0 0,0 0-1 0 0,0 0 1 0 0,0 0-1 0 0,0 0 1 0 0,0 0 0 0 0,0 1-1 0 0,0-1 1 0 0,1 0-1 0 0,-1 0 1 0 0,0 0 0 0 0,0 0-1 0 0,0 0 1 0 0,0 0-1 0 0,0 0 1 0 0,0 0-1 0 0,0 0 1 0 0,0 0 0 0 0,0 0-1 0 0,-1 1 1 0 0,1-1-1 0 0,0 0 1 0 0,0 0 0 0 0,0 0-1 0 0,0 0 1 0 0,0 0-1 0 0,0 0 1 0 0,0 0 0 0 0,0 0-1 0 0,0 0 1 0 0,0 0-1 0 0,0 0 1 0 0,0 0 0 0 0,0 0-1 0 0,0 0 1 0 0,0 1-1 0 0,0-1 1 0 0,0 0 0 0 0,0 0-1 0 0,0 0 1 0 0,-1 0-1 0 0,1 0 1 0 0,0 0 0 0 0,0 0-1 0 0,0 0 1 0 0,0 0-1 0 0,0 0 1 0 0,0 0 0 0 0,0 0-1 0 0,0 0 1 0 0,0 0-1 0 0,0 0 1 0 0,0 0-1 0 0,-1 0 1 0 0,1 0 0 0 0,0 0-1 0 0,0 0 1 0 0,0 0-1 0 0,8 1 0 0 0,-1 0-1 0 0,0 1 0 0 0,1 0 1 0 0,-1 0-1 0 0,0 0 1 0 0,0 1-1 0 0,0 0 0 0 0,0 1 1 0 0,-1 0-1 0 0,1 0 0 0 0,-1 0 1 0 0,0 1-1 0 0,7 6 0 0 0,-5-3 0 0 0,-1 1-1 0 0,0 0 0 0 0,0 0 0 0 0,-1 1 1 0 0,0-1-1 0 0,0 1 0 0 0,-1 1 0 0 0,5 13 1 0 0,-5-7 5 0 0,0 0 0 0 0,0 1 0 0 0,-2 0 0 0 0,0 0 0 0 0,-1 0 1 0 0,-1 0-1 0 0,-1 1 0 0 0,0-1 0 0 0,-1 0 0 0 0,-1 0 0 0 0,-5 20 0 0 0,1-19 28 0 0,0-1-1 0 0,-1 0 1 0 0,0-1-1 0 0,-2 1 1 0 0,0-2-1 0 0,-19 27 1 0 0,20-32 114 0 0,-1 0 0 0 0,0-1 0 0 0,-1 1 0 0 0,0-2 0 0 0,0 0 0 0 0,-1 0 0 0 0,-1-1 0 0 0,1 0 0 0 0,-24 11 0 0 0,27-16-75 0 0,0 0 1 0 0,0-1-1 0 0,0 0 1 0 0,0 0-1 0 0,-1-1 0 0 0,1 0 1 0 0,0-1-1 0 0,0 0 1 0 0,-1 0-1 0 0,1-1 0 0 0,0 0 1 0 0,-1 0-1 0 0,1-1 1 0 0,-15-4-1 0 0,19 4-65 0 0,0 0 1 0 0,0 1-1 0 0,-1-1 0 0 0,1-1 0 0 0,1 1 1 0 0,-1 0-1 0 0,0-1 0 0 0,0 0 0 0 0,1 0 1 0 0,0 0-1 0 0,0 0 0 0 0,0-1 0 0 0,0 1 0 0 0,0-1 1 0 0,0 0-1 0 0,1 0 0 0 0,0 0 0 0 0,0 0 1 0 0,0 0-1 0 0,0 0 0 0 0,1 0 0 0 0,-1-1 1 0 0,1 1-1 0 0,0-1 0 0 0,1 1 0 0 0,-1-1 1 0 0,1 1-1 0 0,0-8 0 0 0,1 2-10 0 0,1 0 0 0 0,1 0 0 0 0,-1 0 0 0 0,1 0 0 0 0,1 1 0 0 0,0-1 0 0 0,0 1 0 0 0,1 0 1 0 0,0 0-1 0 0,1 1 0 0 0,0-1 0 0 0,0 1 0 0 0,11-11 0 0 0,7-5-8 0 0,1 1 0 0 0,46-33 0 0 0,-9 15-156 0 0,3 2 0 0 0,69-29 1 0 0,20-12-936 0 0,-118 59 656 0 0,-1-1 1 0 0,36-31-1 0 0,-59 42 318 0 0,0 0 1 0 0,0-1-1 0 0,-1 0 0 0 0,0-1 0 0 0,-1 0 0 0 0,10-19 0 0 0,-15 24 85 0 0,-1 0 0 0 0,0-1 0 0 0,-1 1-1 0 0,0-1 1 0 0,0 0 0 0 0,-1 0-1 0 0,0 0 1 0 0,0 0 0 0 0,-1 0 0 0 0,0 0-1 0 0,-1-1 1 0 0,-1-11 0 0 0,1 20 39 0 0,0 1 0 0 0,0-1 0 0 0,0 0 0 0 0,0 1 0 0 0,0-1 0 0 0,0 0 0 0 0,0 1 0 0 0,-1-1 0 0 0,1 1 0 0 0,0-1 0 0 0,0 0 0 0 0,-1 1 0 0 0,1-1 1 0 0,-1 1-1 0 0,1-1 0 0 0,0 1 0 0 0,-1-1 0 0 0,1 1 0 0 0,-1-1 0 0 0,1 1 0 0 0,-1 0 0 0 0,1-1 0 0 0,-1 1 0 0 0,1 0 0 0 0,-1-1 0 0 0,0 1 0 0 0,1 0 0 0 0,-1 0 0 0 0,1-1 1 0 0,-1 1-1 0 0,0 0 0 0 0,1 0 0 0 0,-1 0 0 0 0,0 0 0 0 0,1 0 0 0 0,-1 0 0 0 0,0 0 0 0 0,1 0 0 0 0,-1 0 0 0 0,0 0 0 0 0,1 0 0 0 0,-1 0 0 0 0,0 1 0 0 0,1-1 0 0 0,-1 0 0 0 0,1 0 1 0 0,-1 1-1 0 0,1-1 0 0 0,-2 1 0 0 0,-1 1 2 0 0,-1-1 0 0 0,1 1 0 0 0,-1 0 0 0 0,1 1 0 0 0,0-1 0 0 0,-1 1 0 0 0,-1 2 0 0 0,-14 17 34 0 0,1 0 0 0 0,1 1 0 0 0,-22 39 1 0 0,31-46-9 0 0,0 1 0 0 0,1-1 0 0 0,0 1 1 0 0,2 0-1 0 0,0 1 0 0 0,-5 31 1 0 0,10-45-24 0 0,-1 0 1 0 0,1 0-1 0 0,0-1 1 0 0,0 1-1 0 0,0 0 1 0 0,1 0-1 0 0,-1-1 1 0 0,1 1-1 0 0,0 0 1 0 0,0-1-1 0 0,0 1 1 0 0,1-1-1 0 0,-1 1 1 0 0,1-1-1 0 0,0 0 1 0 0,0 1-1 0 0,0-1 1 0 0,0 0-1 0 0,1 0 1 0 0,-1-1-1 0 0,4 4 1 0 0,-2-3 2 0 0,1 0 0 0 0,0 0-1 0 0,-1 0 1 0 0,1-1 0 0 0,1 1 0 0 0,-1-1-1 0 0,0-1 1 0 0,0 1 0 0 0,1-1 0 0 0,-1 0 0 0 0,0 0-1 0 0,1 0 1 0 0,-1-1 0 0 0,7 0 0 0 0,4-1-5 0 0,1-1 1 0 0,-1 0-1 0 0,0-1 1 0 0,0-1-1 0 0,0 0 1 0 0,-1-1 0 0 0,0-1-1 0 0,1 0 1 0 0,-2-2-1 0 0,1 1 1 0 0,-1-2-1 0 0,0 0 1 0 0,-1 0-1 0 0,24-23 1 0 0,-18 14-26 0 0,-1-1 1 0 0,-1-1-1 0 0,-1 0 1 0 0,-1-1-1 0 0,0-1 1 0 0,-2 0-1 0 0,0-1 1 0 0,15-41-1 0 0,-23 51 19 0 0,-1 0-1 0 0,0-1 1 0 0,-1 1-1 0 0,0-1 1 0 0,-1 0-1 0 0,-1 1 1 0 0,0-1-1 0 0,-1 0 1 0 0,-2-20-1 0 0,2 32 3 0 0,0 1 1 0 0,-1 0-1 0 0,1 0 0 0 0,0-1 0 0 0,0 1 0 0 0,-1 0 0 0 0,1 0 0 0 0,-1 0 0 0 0,1-1 0 0 0,-1 1 0 0 0,1 0 1 0 0,-1 0-1 0 0,0 0 0 0 0,1 0 0 0 0,-1 0 0 0 0,0 0 0 0 0,0 0 0 0 0,0 0 0 0 0,0 0 0 0 0,0 1 0 0 0,0-1 1 0 0,0 0-1 0 0,0 0 0 0 0,0 1 0 0 0,0-1 0 0 0,-1 1 0 0 0,1-1 0 0 0,0 1 0 0 0,0 0 0 0 0,-1-1 1 0 0,1 1-1 0 0,0 0 0 0 0,-3 0 0 0 0,2 0 2 0 0,1 0 0 0 0,-1 0 0 0 0,0 1 0 0 0,0-1-1 0 0,1 1 1 0 0,-1 0 0 0 0,0 0 0 0 0,1-1 0 0 0,-1 1 0 0 0,0 0 0 0 0,1 0 0 0 0,0 0 0 0 0,-1 1 0 0 0,1-1 0 0 0,-1 0 0 0 0,1 0 0 0 0,0 1 0 0 0,0-1 0 0 0,0 1 0 0 0,0-1 0 0 0,0 1-1 0 0,0-1 1 0 0,-1 4 0 0 0,1-2 4 0 0,0-1 0 0 0,0 1 0 0 0,1-1 0 0 0,-1 1 0 0 0,0-1 0 0 0,1 1 0 0 0,0-1 0 0 0,0 1 0 0 0,0 0-1 0 0,0-1 1 0 0,0 1 0 0 0,0-1 0 0 0,1 1 0 0 0,-1-1 0 0 0,1 1 0 0 0,-1-1 0 0 0,1 1 0 0 0,2 4 0 0 0,0-3 0 0 0,-1-1 1 0 0,1 0 0 0 0,-1 1 0 0 0,1-1 0 0 0,0 0 0 0 0,0 0-1 0 0,1-1 1 0 0,-1 1 0 0 0,1 0 0 0 0,5 2 0 0 0,3 1 0 0 0,0-1 0 0 0,1 0 0 0 0,-1-1 0 0 0,1 0 0 0 0,0-1 0 0 0,20 2 0 0 0,-6-2-25 0 0,0-1-1 0 0,1-1 0 0 0,35-5 1 0 0,-52 3 13 0 0,0-1 0 0 0,0 0 0 0 0,0-1 0 0 0,0 0 1 0 0,-1-1-1 0 0,1 0 0 0 0,-1-1 0 0 0,0 0 0 0 0,-1 0 1 0 0,18-14-1 0 0,-23 16 9 0 0,0-1 1 0 0,0 0 0 0 0,0 0-1 0 0,-1 0 1 0 0,0 0 0 0 0,0 0-1 0 0,0-1 1 0 0,0 0-1 0 0,-1 0 1 0 0,3-8 0 0 0,-4 13-3 0 0,-1 0 0 0 0,0-1 0 0 0,0 1 0 0 0,0-1 0 0 0,1 1 0 0 0,-1 0 0 0 0,0-1 0 0 0,0 1 0 0 0,0 0 0 0 0,0-1 0 0 0,0 1 0 0 0,0-1 1 0 0,0 1-1 0 0,0-1 0 0 0,0 1 0 0 0,0 0 0 0 0,0-1 0 0 0,0 1 0 0 0,0-1 0 0 0,0 1 0 0 0,0 0 0 0 0,0-1 0 0 0,-1 1 0 0 0,1 0 0 0 0,0-1 0 0 0,0 1 0 0 0,0-1 1 0 0,-1 1-1 0 0,1 0 0 0 0,0 0 0 0 0,0-1 0 0 0,-1 1 0 0 0,1 0 0 0 0,0-1 0 0 0,-1 1 0 0 0,1 0 0 0 0,0 0 0 0 0,-1-1 0 0 0,1 1 0 0 0,0 0 0 0 0,-1 0 0 0 0,1 0 0 0 0,0 0 1 0 0,-1 0-1 0 0,1-1 0 0 0,-1 1 0 0 0,1 0 0 0 0,0 0 0 0 0,-1 0 0 0 0,1 0 0 0 0,-1 0 0 0 0,1 0 0 0 0,-1 0 0 0 0,1 0 0 0 0,0 1 0 0 0,-1-1 0 0 0,-20 6-15 0 0,9 1 32 0 0,-1 1 0 0 0,1 0 0 0 0,1 1 0 0 0,-1 0 0 0 0,1 1 0 0 0,-16 20 0 0 0,2 1 45 0 0,-26 41 1 0 0,39-54 16 0 0,-18 38 0 0 0,28-51-67 0 0,-1 1 1 0 0,1 0-1 0 0,0 0 1 0 0,1 0-1 0 0,0 1 0 0 0,-1-1 1 0 0,2 0-1 0 0,-1 0 1 0 0,1 1-1 0 0,0-1 0 0 0,1 9 1 0 0,0-12-45 0 0,0 0 0 0 0,1 0 1 0 0,-1 0-1 0 0,1 0 0 0 0,0 0 1 0 0,-1 0-1 0 0,1 0 0 0 0,0-1 0 0 0,1 1 1 0 0,-1-1-1 0 0,0 1 0 0 0,1-1 1 0 0,0 0-1 0 0,-1 0 0 0 0,1 0 1 0 0,0 0-1 0 0,0-1 0 0 0,0 1 0 0 0,0-1 1 0 0,0 0-1 0 0,0 1 0 0 0,1-1 1 0 0,5 0-1 0 0,4 3-298 0 0,0-2 0 0 0,0 0-1 0 0,0-1 1 0 0,23 0 0 0 0,-18-2 27 0 0,0-1-1 0 0,0-1 1 0 0,0-1 0 0 0,0 0 0 0 0,0-1-1 0 0,-1-1 1 0 0,0-1 0 0 0,0 0 0 0 0,-1-1-1 0 0,0-1 1 0 0,28-20 0 0 0,-28 16 738 0 0,0 0 1 0 0,-1-1-1 0 0,-1 0 1 0 0,0-1-1 0 0,-1-1 1 0 0,-1 0 0 0 0,0-1-1 0 0,-1 0 1 0 0,-1-1-1 0 0,12-28 1 0 0,-18 37-116 0 0,0-4 467 0 0,-4 13-778 0 0,0-1 0 0 0,0 1-1 0 0,-1 0 1 0 0,1 0 0 0 0,0 0 0 0 0,-1 0 0 0 0,1 0-1 0 0,0-1 1 0 0,-1 1 0 0 0,1 0 0 0 0,0 0 0 0 0,-1 0 0 0 0,1 0-1 0 0,0 0 1 0 0,-1 0 0 0 0,1 0 0 0 0,0 0 0 0 0,-1 0 0 0 0,1 1-1 0 0,0-1 1 0 0,-1 0 0 0 0,1 0 0 0 0,0 0 0 0 0,-1 0 0 0 0,1 0-1 0 0,0 0 1 0 0,0 1 0 0 0,-1-1 0 0 0,1 0 0 0 0,0 0-1 0 0,-1 0 1 0 0,1 1 0 0 0,0-1 0 0 0,0 0 0 0 0,0 0 0 0 0,-1 1-1 0 0,-7 5 24 0 0,1 1 0 0 0,-1 0 0 0 0,1 0 0 0 0,1 1 0 0 0,-1-1 0 0 0,1 1-1 0 0,1 1 1 0 0,-1-1 0 0 0,-4 12 0 0 0,2-7 14 0 0,1 0-5 0 0,0 0 0 0 0,1 0 0 0 0,-9 25 0 0 0,14-35-27 0 0,0 1 0 0 0,0-1 0 0 0,0 0-1 0 0,1 1 1 0 0,-1-1 0 0 0,1 1 0 0 0,-1-1 0 0 0,1 1-1 0 0,1 0 1 0 0,-1-1 0 0 0,0 1 0 0 0,1-1 0 0 0,-1 1-1 0 0,1-1 1 0 0,0 0 0 0 0,0 1 0 0 0,1-1 0 0 0,-1 0-1 0 0,1 0 1 0 0,-1 0 0 0 0,4 4 0 0 0,-2-4 0 0 0,0-1-1 0 0,-1 0 1 0 0,2 0 0 0 0,-1 0 0 0 0,0 0 0 0 0,0 0-1 0 0,0-1 1 0 0,1 1 0 0 0,-1-1 0 0 0,1 0 0 0 0,-1 0 0 0 0,1-1-1 0 0,-1 1 1 0 0,1-1 0 0 0,0 1 0 0 0,6-1 0 0 0,6-1 31 0 0,-1 0 1 0 0,23-6 0 0 0,-19 3 84 0 0,0-2 1 0 0,0 0-1 0 0,-1-1 1 0 0,0-1-1 0 0,-1-1 0 0 0,0-1 1 0 0,0 0-1 0 0,-1-1 1 0 0,0 0-1 0 0,-1-2 0 0 0,0 0 1 0 0,-1 0-1 0 0,0-1 1 0 0,-1-1-1 0 0,-1 0 0 0 0,-1-1 1 0 0,0-1-1 0 0,15-29 1 0 0,-24 41-88 0 0,1 0 0 0 0,-1 0 0 0 0,-1-1 0 0 0,1 1 0 0 0,-1 0 0 0 0,0-1 0 0 0,0 1 0 0 0,-1-1 0 0 0,1 1 1 0 0,-1-1-1 0 0,0 1 0 0 0,-1-1 0 0 0,0-5 0 0 0,0 8-41 0 0,0 0 1 0 0,0-1-1 0 0,0 2 1 0 0,0-1-1 0 0,-1 0 1 0 0,1 0-1 0 0,-1 0 1 0 0,0 1-1 0 0,0-1 1 0 0,0 1-1 0 0,0-1 1 0 0,0 1 0 0 0,0 0-1 0 0,-1 0 1 0 0,1 0-1 0 0,-1 0 1 0 0,0 0-1 0 0,1 0 1 0 0,-1 1-1 0 0,0-1 1 0 0,0 1-1 0 0,0 0 1 0 0,-5-1-1 0 0,0 0-238 0 0,0 0 0 0 0,0 1 0 0 0,0 0 0 0 0,0 0 0 0 0,0 1 0 0 0,0 0 0 0 0,0 0 0 0 0,-11 3 0 0 0,-3 1-3544 0 0,-36 14-1 0 0,46-14 1768 0 0,-9 3-3553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59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2 203 1296 0 0,'-1'-18'3199'0'0,"1"6"-1856"0"0,0 0 0 0 0,0 0 0 0 0,1 0 0 0 0,0 0 1 0 0,1 0-1 0 0,4-14 0 0 0,-5 25-955 0 0,1 2-285 0 0,1 0-91 0 0,0 0 1 0 0,-1 0-1 0 0,0 1 1 0 0,1-1-1 0 0,-1 1 1 0 0,0 0-1 0 0,0 0 1 0 0,0 0-1 0 0,0 0 1 0 0,0 0-1 0 0,0 0 1 0 0,-1 1-1 0 0,1-1 1 0 0,-1 0-1 0 0,1 1 1 0 0,0 3-1 0 0,22 52 136 0 0,-18-43-75 0 0,-3-7-43 0 0,28 66 128 0 0,-26-65-126 0 0,0 0-1 0 0,0 0 1 0 0,1 0 0 0 0,0-1 0 0 0,9 11 0 0 0,-13-18-25 0 0,-1 0 0 0 0,1 1 0 0 0,-1-1 0 0 0,1 0 0 0 0,0 0 1 0 0,0 0-1 0 0,0 0 0 0 0,0-1 0 0 0,0 1 0 0 0,-1 0 0 0 0,1-1 0 0 0,0 0 0 0 0,0 1 0 0 0,0-1 0 0 0,0 0 0 0 0,1 0 0 0 0,-1 0 0 0 0,0 0 0 0 0,0 0 1 0 0,0-1-1 0 0,0 1 0 0 0,0 0 0 0 0,0-1 0 0 0,-1 0 0 0 0,1 1 0 0 0,0-1 0 0 0,0 0 0 0 0,0 0 0 0 0,0 0 0 0 0,-1 0 0 0 0,3-2 0 0 0,3-2-3 0 0,0 0 0 0 0,0-1 0 0 0,-1 0-1 0 0,0 0 1 0 0,11-13 0 0 0,18-32-87 0 0,35-68 1 0 0,-34 54-63 0 0,-34 62 131 0 0,0 0-1 0 0,0 0 1 0 0,1 0-1 0 0,-1 1 0 0 0,0-1 1 0 0,1 1-1 0 0,0-1 1 0 0,3-1-1 0 0,-5 3 18 0 0,15 2 2 0 0,-10 1 0 0 0,-1 0 1 0 0,0 0-1 0 0,0 0 0 0 0,0 1 1 0 0,0 0-1 0 0,-1 0 0 0 0,1 0 1 0 0,6 7-1 0 0,-3-3 10 0 0,0 0 0 0 0,1 0 0 0 0,-1-1-1 0 0,1 0 1 0 0,1 0 0 0 0,-1-1 0 0 0,12 5 0 0 0,-19-9-7 0 0,0 0 1 0 0,0 0 0 0 0,0 0 0 0 0,0-1-1 0 0,1 1 1 0 0,-1 0 0 0 0,0-1 0 0 0,0 0-1 0 0,0 1 1 0 0,1-1 0 0 0,-1 0 0 0 0,0 0-1 0 0,1 0 1 0 0,-1 0 0 0 0,0-1-1 0 0,0 1 1 0 0,1 0 0 0 0,-1-1 0 0 0,4-1-1 0 0,-4 0-5 0 0,1 1 0 0 0,-1 0 0 0 0,0-1-1 0 0,0 1 1 0 0,0-1 0 0 0,0 0-1 0 0,0 0 1 0 0,-1 0 0 0 0,1 0-1 0 0,0 0 1 0 0,-1 0 0 0 0,1 0 0 0 0,-1-1-1 0 0,0 1 1 0 0,0 0 0 0 0,0-1-1 0 0,0 1 1 0 0,0-1 0 0 0,-1 1 0 0 0,1-1-1 0 0,-1 1 1 0 0,1-1 0 0 0,-1 0-1 0 0,0 1 1 0 0,0-1 0 0 0,0 1-1 0 0,-1-4 1 0 0,1-2-8 0 0,0 6 3 0 0,0 0 1 0 0,0 0-1 0 0,0 0 0 0 0,-1 0 0 0 0,1 0 1 0 0,-1 0-1 0 0,1 0 0 0 0,-1 0 1 0 0,0 0-1 0 0,1 0 0 0 0,-1 0 0 0 0,0 0 1 0 0,0 0-1 0 0,-1 1 0 0 0,1-1 0 0 0,0 0 1 0 0,0 1-1 0 0,-1-1 0 0 0,1 1 1 0 0,-1 0-1 0 0,0-1 0 0 0,1 1 0 0 0,-1 0 1 0 0,0 0-1 0 0,0 0 0 0 0,-2-1 0 0 0,1 1 2 0 0,0 1 1 0 0,1-1-1 0 0,-1 1 0 0 0,1 0 0 0 0,-1 0 0 0 0,0 0 0 0 0,1 0 0 0 0,-1 0 0 0 0,1 1 0 0 0,-1-1 0 0 0,0 1 0 0 0,1 0 0 0 0,-1 0 0 0 0,1 0 0 0 0,0 0 1 0 0,-4 2-1 0 0,-2 1 0 0 0,1 0 1 0 0,0 1-1 0 0,-9 8 1 0 0,2 0 10 0 0,1-1 0 0 0,1 1 0 0 0,0 1 1 0 0,1 0-1 0 0,-12 20 0 0 0,19-28 2 0 0,1 0-1 0 0,0 0 1 0 0,0 0-1 0 0,0 1 1 0 0,1-1 0 0 0,0 1-1 0 0,0 0 1 0 0,1-1-1 0 0,0 1 1 0 0,0 0 0 0 0,0 0-1 0 0,1 0 1 0 0,0 0-1 0 0,1 0 1 0 0,-1 0 0 0 0,4 11-1 0 0,-2-13-13 0 0,0-1 1 0 0,0 0-1 0 0,0 0 1 0 0,1 0-1 0 0,-1 0 0 0 0,1 0 1 0 0,0-1-1 0 0,1 1 1 0 0,-1-1-1 0 0,1 0 0 0 0,-1 0 1 0 0,1 0-1 0 0,0 0 0 0 0,0-1 1 0 0,0 1-1 0 0,0-1 1 0 0,1 0-1 0 0,-1 0 0 0 0,6 1 1 0 0,4 1-317 0 0,-1 0 1 0 0,1 0-1 0 0,0-2 1 0 0,0 0-1 0 0,16 0 1 0 0,-7-1-998 0 0,0-2 0 0 0,0-1 0 0 0,0-1 0 0 0,0 0 1 0 0,32-11-1 0 0,-19 2-2154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59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89 1044 0 0,'5'-7'1206'0'0,"0"0"0"0"0,-1-1 0 0 0,0 1 0 0 0,0-1 0 0 0,0 0 0 0 0,2-10 0 0 0,-3 11-530 0 0,-3 6-645 0 0,0 1 0 0 0,1 0 1 0 0,-1-1-1 0 0,0 1 0 0 0,0-1 1 0 0,0 1-1 0 0,0-1 1 0 0,0 1-1 0 0,1-1 0 0 0,-1 1 1 0 0,0-1-1 0 0,0 0 0 0 0,0 1 1 0 0,0-1-1 0 0,0 1 0 0 0,-1-1 1 0 0,1 1-1 0 0,0-1 1 0 0,0 1-1 0 0,0-1 0 0 0,0 1 1 0 0,0-1-1 0 0,-1 1 0 0 0,1-1 1 0 0,0 1-1 0 0,-1 0 1 0 0,1-1-1 0 0,0 1 0 0 0,-1-1 1 0 0,1 1-1 0 0,0 0 0 0 0,-1-1 1 0 0,1 1-1 0 0,0 0 0 0 0,-1-1 1 0 0,1 1-1 0 0,-1 0 1 0 0,1 0-1 0 0,-1-1 0 0 0,1 1 1 0 0,-1 0-1 0 0,1 0 0 0 0,-1 0 1 0 0,1 0-1 0 0,-1 0 1 0 0,1 0-1 0 0,-1 0 0 0 0,0 0 1 0 0,-1-1 9 0 0,-1 1 0 0 0,1 0-1 0 0,0 0 1 0 0,-1 1 0 0 0,1-1 0 0 0,-1 0 0 0 0,1 1 0 0 0,-3 0 0 0 0,-14 10 80 0 0,0 0 0 0 0,2 1 0 0 0,-1 0 0 0 0,1 2 0 0 0,1 0 0 0 0,1 0 0 0 0,-26 32 0 0 0,31-34-54 0 0,0 1-1 0 0,-13 23 1 0 0,21-32-44 0 0,0-1 0 0 0,0 1 0 0 0,0 0 1 0 0,1 0-1 0 0,-1 0 0 0 0,1 0 1 0 0,0 0-1 0 0,0 1 0 0 0,1-1 1 0 0,-1 0-1 0 0,1 0 0 0 0,0 0 0 0 0,0 1 1 0 0,0-1-1 0 0,2 6 0 0 0,-1-7-18 0 0,1 0 0 0 0,-1-1 0 0 0,1 1 0 0 0,0 0 0 0 0,-1-1-1 0 0,1 0 1 0 0,0 1 0 0 0,1-1 0 0 0,-1 0 0 0 0,0 0 0 0 0,1 0 0 0 0,-1 0 0 0 0,1-1-1 0 0,-1 1 1 0 0,1-1 0 0 0,0 1 0 0 0,0-1 0 0 0,0 0 0 0 0,-1 0 0 0 0,1 0-1 0 0,5 0 1 0 0,4 2-206 0 0,0-1-1 0 0,0 0 0 0 0,0-2 1 0 0,15 1-1 0 0,-3-3-687 0 0,0-2 1 0 0,0 0-1 0 0,0-1 1 0 0,-1-2 0 0 0,1 0-1 0 0,-2-1 1 0 0,1-2-1 0 0,40-23 1 0 0,-19 5-1418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1:59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259 212 1580 0 0,'18'-48'2826'0'0,"-1"2"1988"0"0,17-72-1 0 0,-78 217-3543 0 0,-57 150-1053 0 0,-33 84 90 0 0,99-230-145 0 0,31-88-165 0 0,1 1 1 0 0,0-1 0 0 0,1 1-1 0 0,0 28 1 0 0,2-41-117 0 0,1 0 1 0 0,-1 1 0 0 0,0-1-1 0 0,1 0 1 0 0,0 0 0 0 0,0 0 0 0 0,0 0-1 0 0,0 0 1 0 0,0-1 0 0 0,0 1-1 0 0,1 0 1 0 0,0 0 0 0 0,-1-1-1 0 0,1 1 1 0 0,0-1 0 0 0,0 0-1 0 0,0 1 1 0 0,4 2 0 0 0,-2-2-112 0 0,0-1 1 0 0,1 1 0 0 0,0-1 0 0 0,-1 0-1 0 0,1 0 1 0 0,0 0 0 0 0,0-1-1 0 0,0 1 1 0 0,0-1 0 0 0,7 0 0 0 0,2 1-275 0 0,0-2 0 0 0,0 0 1 0 0,0-1-1 0 0,-1-1 1 0 0,1 0-1 0 0,0 0 1 0 0,18-7-1 0 0,-10 1 224 0 0,-1-1 0 0 0,0-2 0 0 0,-1 0 0 0 0,0-1 0 0 0,-1-1 0 0 0,25-21 0 0 0,1-6 1566 0 0,49-56 1 0 0,-46 36 1492 0 0,-34 40-877 0 0,23-24 1 0 0,-35 42-1459 0 0,-11 16-259 0 0,-15 22-63 0 0,1 2 0 0 0,2 1 0 0 0,1 0 0 0 0,-18 56-1 0 0,36-91-103 0 0,1 1 0 0 0,0-1 0 0 0,0 0 0 0 0,0 1 0 0 0,1-1 0 0 0,0 0 0 0 0,0 1 0 0 0,0-1 0 0 0,0 1-1 0 0,0-1 1 0 0,1 0 0 0 0,0 1 0 0 0,0-1 0 0 0,3 8 0 0 0,-3-10-7 0 0,1 0 0 0 0,-1 1 0 0 0,1-1 0 0 0,-1 0-1 0 0,1 0 1 0 0,0 0 0 0 0,0 0 0 0 0,0 0 0 0 0,0-1 0 0 0,0 1 0 0 0,0-1 0 0 0,0 1 0 0 0,1-1 0 0 0,-1 0 0 0 0,0 1-1 0 0,1-1 1 0 0,-1-1 0 0 0,1 1 0 0 0,0 0 0 0 0,-1 0 0 0 0,1-1 0 0 0,0 0 0 0 0,-1 1 0 0 0,1-1 0 0 0,3-1-1 0 0,3 1 5 0 0,-1-1-1 0 0,1-1 0 0 0,-1 0 1 0 0,1 0-1 0 0,-1 0 0 0 0,0-1 0 0 0,0 0 1 0 0,0-1-1 0 0,0 0 0 0 0,-1 0 0 0 0,1-1 1 0 0,-1 1-1 0 0,0-2 0 0 0,-1 1 0 0 0,1-1 1 0 0,-1 0-1 0 0,0 0 0 0 0,5-9 0 0 0,-4 7 32 0 0,0-1-1 0 0,-1 0 1 0 0,-1 0 0 0 0,1 0-1 0 0,-2-1 1 0 0,1 0-1 0 0,-1 0 1 0 0,-1 0-1 0 0,0-1 1 0 0,0 1-1 0 0,-1-1 1 0 0,0 1-1 0 0,-1-1 1 0 0,0-13 0 0 0,-2 18-39 0 0,0-1 1 0 0,0 1 0 0 0,0 0 0 0 0,-1 0 0 0 0,0 1 0 0 0,0-1 0 0 0,0 0 0 0 0,-1 1-1 0 0,0-1 1 0 0,0 1 0 0 0,-1 0 0 0 0,1 0 0 0 0,-1 0 0 0 0,0 0 0 0 0,0 1 0 0 0,-1-1 0 0 0,1 1-1 0 0,-1 0 1 0 0,0 1 0 0 0,0-1 0 0 0,0 1 0 0 0,-1 0 0 0 0,1 0 0 0 0,-11-3 0 0 0,4 2-39 0 0,1 0 1 0 0,-1 0 0 0 0,0 1 0 0 0,0 1 0 0 0,0 0 0 0 0,-1 1 0 0 0,1 0-1 0 0,0 1 1 0 0,0 0 0 0 0,-1 1 0 0 0,-19 4 0 0 0,28-4-257 0 0,0 0-1 0 0,1 1 1 0 0,-1-1-1 0 0,0 1 1 0 0,1-1 0 0 0,-1 1-1 0 0,1 0 1 0 0,0 0 0 0 0,-1 1-1 0 0,-3 3 1 0 0,7-6 208 0 0,0 0-1 0 0,0 1 1 0 0,0-1-1 0 0,0 1 1 0 0,0-1 0 0 0,0 1-1 0 0,1-1 1 0 0,-1 0 0 0 0,0 1-1 0 0,0-1 1 0 0,0 1-1 0 0,0-1 1 0 0,0 0 0 0 0,1 1-1 0 0,-1-1 1 0 0,0 0 0 0 0,0 1-1 0 0,0-1 1 0 0,1 1-1 0 0,-1-1 1 0 0,0 0 0 0 0,1 0-1 0 0,-1 1 1 0 0,0-1 0 0 0,1 0-1 0 0,-1 0 1 0 0,0 1-1 0 0,1-1 1 0 0,-1 0 0 0 0,1 0-1 0 0,-1 0 1 0 0,0 0 0 0 0,1 1-1 0 0,-1-1 1 0 0,1 0-1 0 0,14 6-1056 0 0,-15-6 1118 0 0,8 2-672 0 0,1-1-1 0 0,-1 0 0 0 0,0 0 1 0 0,1-1-1 0 0,-1 0 0 0 0,12-1 1 0 0,-13 0 83 0 0,18 0-1330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00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1 132 3400 0 0,'52'-13'1994'0'0,"-25"5"-503"0"0,41-6 0 0 0,-62 13-1376 0 0,0 1 0 0 0,0-1 0 0 0,0 1-1 0 0,0 0 1 0 0,0 1 0 0 0,0-1 0 0 0,0 1-1 0 0,0 1 1 0 0,0-1 0 0 0,-1 1 0 0 0,1 0-1 0 0,9 4 1 0 0,-11-3-36 0 0,0 0-1 0 0,0 0 1 0 0,0 0-1 0 0,0 1 1 0 0,-1-1-1 0 0,1 1 1 0 0,-1 0-1 0 0,0 0 1 0 0,0 1-1 0 0,-1-1 1 0 0,1 1-1 0 0,-1-1 1 0 0,0 1-1 0 0,0 0 1 0 0,0 0-1 0 0,-1-1 0 0 0,0 1 1 0 0,0 0-1 0 0,0 1 1 0 0,0 7-1 0 0,0-3 192 0 0,-1 1-1 0 0,-1-1 0 0 0,0 1 1 0 0,0-1-1 0 0,-1 0 1 0 0,0 0-1 0 0,-1 0 0 0 0,0 0 1 0 0,-6 12-1 0 0,-17 41 7544 0 0,32-82-7108 0 0,3 2-575 0 0,1 0 1 0 0,0 1-1 0 0,1 0 0 0 0,1 1 1 0 0,26-26-1 0 0,77-60-225 0 0,-16 35-2002 0 0,-2 1-7588 0 0,-86 54 5853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00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9 2300 0 0,'-169'-8'11382'0'0,"412"23"-13439"0"0,-149-7-2205 0 0,-29-4-697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00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362 0 2988 0 0,'-9'5'12475'0'0,"-14"15"-11243"0"0,-26 31 0 0 0,5-6-1337 0 0,-8 7-970 0 0,-89 81-7774 0 0,98-99 3355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02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62 1456 0 0,'8'-24'7264'0'0,"-2"-5"-3310"0"0,-6 27-3239 0 0,4-4 505 0 0,-7 62-1028 0 0,-3 0 0 0 0,-1 0 0 0 0,-25 89-1 0 0,-4 27-58 0 0,32-148-2728 0 0,1 33-1 0 0,7-45-1135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03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54 952 0 0,'5'-7'1318'0'0,"-2"4"-509"0"0,-1 0 1 0 0,1 0-1 0 0,-1 0 0 0 0,0 0 1 0 0,0-1-1 0 0,0 1 0 0 0,0-1 1 0 0,-1 1-1 0 0,0-1 0 0 0,1 1 0 0 0,0-6 1 0 0,-2 8-337 0 0,-2 1-87 0 0,-6 2-224 0 0,1 1 1 0 0,-1 0 0 0 0,1 0 0 0 0,0 1 0 0 0,1 0-1 0 0,-13 9 1 0 0,-38 36 78 0 0,25-21-159 0 0,29-25-80 0 0,-4 3 8 0 0,0 0-1 0 0,1 0 1 0 0,-9 11-1 0 0,13-16-7 0 0,1 1-1 0 0,0-1 1 0 0,0 1-1 0 0,0 0 1 0 0,1-1-1 0 0,-1 1 1 0 0,0 0-1 0 0,1-1 1 0 0,-1 1-1 0 0,1 0 1 0 0,-1 0-1 0 0,1 0 1 0 0,0-1-1 0 0,0 1 1 0 0,0 0-1 0 0,0 0 1 0 0,0 0-1 0 0,0 0 1 0 0,0 0-1 0 0,0-1 1 0 0,1 1-1 0 0,0 3 1 0 0,1-3-1 0 0,0 1-1 0 0,0-1 1 0 0,-1 0 0 0 0,1 1-1 0 0,1-1 1 0 0,-1 0 0 0 0,0 0 0 0 0,0-1-1 0 0,1 1 1 0 0,-1 0 0 0 0,1-1-1 0 0,-1 1 1 0 0,4 0 0 0 0,11 8-16 0 0,-9-5 58 0 0,9 7-99 0 0,27 26 0 0 0,-39-33 151 0 0,0 0 0 0 0,-1 1 1 0 0,0-1-1 0 0,0 1 0 0 0,0 0 0 0 0,-1 0 0 0 0,1 1 0 0 0,-1-1 0 0 0,2 9 0 0 0,-4-12 91 0 0,0 1-1 0 0,-1 0 1 0 0,1-1-1 0 0,-1 1 1 0 0,0 0-1 0 0,0 0 1 0 0,0-1-1 0 0,-1 1 1 0 0,1 0 0 0 0,-1-1-1 0 0,0 1 1 0 0,0 0-1 0 0,0-1 1 0 0,0 1-1 0 0,-1-1 1 0 0,0 0-1 0 0,1 1 1 0 0,-1-1-1 0 0,0 0 1 0 0,-1 0-1 0 0,1 0 1 0 0,-6 5-1 0 0,2-2 62 0 0,0-1-1 0 0,-1 1 0 0 0,1-1 1 0 0,-1 0-1 0 0,0-1 1 0 0,-1 1-1 0 0,1-2 1 0 0,-15 6-1 0 0,17-8-204 0 0,-1 0 0 0 0,1-1 0 0 0,0 0 1 0 0,0-1-1 0 0,0 1 0 0 0,0-1 0 0 0,-1 0 0 0 0,1 0 0 0 0,0 0 0 0 0,1-1 0 0 0,-1 0 1 0 0,0 0-1 0 0,0 0 0 0 0,1 0 0 0 0,-9-7 0 0 0,8 6-221 0 0,0-1-1 0 0,0-1 1 0 0,0 1-1 0 0,1-1 1 0 0,0 0 0 0 0,0 0-1 0 0,0 0 1 0 0,0 0-1 0 0,1-1 1 0 0,0 0-1 0 0,0 1 1 0 0,0-1 0 0 0,-1-7-1 0 0,-3-10-3063 0 0,1 0 0 0 0,-4-28 0 0 0,8 38 1047 0 0,-3-12-3377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03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50 2964 0 0,'-3'-9'4137'0'0,"-4"-4"-1537"0"0,2 2-1036 0 0,1 3-272 0 0,1-1-1096 0 0,10 19-2592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04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385 159 20 0 0,'4'-10'1551'0'0,"-1"0"0"0"0,0 0 0 0 0,-1-1 0 0 0,0 1 0 0 0,0-16 0 0 0,-1 22-1323 0 0,-1-1 1 0 0,0 1-1 0 0,-1 0 1 0 0,1 0-1 0 0,-1 0 1 0 0,0 0-1 0 0,0 0 1 0 0,0 0-1 0 0,0 0 1 0 0,-1 0-1 0 0,1 0 1 0 0,-1 1-1 0 0,0-1 0 0 0,0 1 1 0 0,-1-1-1 0 0,-3-4 1 0 0,3 6-199 0 0,1 1 0 0 0,-1 0 1 0 0,1 0-1 0 0,-1 0 0 0 0,0 0 0 0 0,0 0 1 0 0,1 0-1 0 0,-1 1 0 0 0,0-1 0 0 0,0 1 0 0 0,0 0 1 0 0,1 0-1 0 0,-1 0 0 0 0,0 0 0 0 0,0 0 1 0 0,0 1-1 0 0,0 0 0 0 0,1-1 0 0 0,-4 2 1 0 0,-8 4-9 0 0,0 1 0 0 0,1 0 0 0 0,0 1 0 0 0,0 1 0 0 0,1 0 0 0 0,0 0 0 0 0,1 1 0 0 0,-14 15 0 0 0,-6 11 27 0 0,-36 52 1 0 0,50-64-18 0 0,2 1 0 0 0,-18 37 0 0 0,27-49-20 0 0,1-1 0 0 0,1 1 1 0 0,0 0-1 0 0,1 0 1 0 0,0 0-1 0 0,1 0 0 0 0,-1 21 1 0 0,3-31-3 0 0,0 1 0 0 0,0-1 0 0 0,1 1 0 0 0,-1-1 0 0 0,1 1 0 0 0,-1-1 1 0 0,1 0-1 0 0,0 1 0 0 0,1-1 0 0 0,-1 0 0 0 0,0 0 0 0 0,1 1 0 0 0,0-1 0 0 0,0-1 1 0 0,0 1-1 0 0,0 0 0 0 0,3 3 0 0 0,-2-3-20 0 0,1-1 0 0 0,-1 1 1 0 0,1-1-1 0 0,0 0 0 0 0,-1 0 0 0 0,1 0 0 0 0,0-1 0 0 0,0 1 1 0 0,0-1-1 0 0,1 0 0 0 0,-1 0 0 0 0,5 0 0 0 0,7 0-183 0 0,0-1-1 0 0,1 0 1 0 0,-1-1 0 0 0,0-1-1 0 0,-1-1 1 0 0,19-5-1 0 0,5-2-765 0 0,0-1-1 0 0,-1-3 0 0 0,-1-1 1 0 0,0-1-1 0 0,-1-2 0 0 0,-1-2 1 0 0,-1-1-1 0 0,45-37 0 0 0,-35 19-1006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0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100 304 1068 0 0,'18'-53'3173'0'0,"-3"0"1"0"0,-2-1-1 0 0,6-67 0 0 0,-18 116-3046 0 0,0-10 751 0 0,-3 12-505 0 0,-4 8-301 0 0,1 3-31 0 0,1 1 1 0 0,-1 0-1 0 0,2 0 1 0 0,-1 0-1 0 0,1 0 1 0 0,-2 12-1 0 0,-1-2-3 0 0,-29 103 148 0 0,4 1 1 0 0,-21 180 0 0 0,49-266-46 0 0,1 54 1 0 0,2-79-252 0 0,1-1 0 0 0,1 0 0 0 0,0 1 1 0 0,0-1-1 0 0,1 0 0 0 0,0 0 0 0 0,1-1 0 0 0,0 1 0 0 0,8 12 0 0 0,-11-20-76 0 0,1 0-1 0 0,0-1 0 0 0,0 1 1 0 0,0 0-1 0 0,0-1 0 0 0,1 1 1 0 0,-1-1-1 0 0,1 0 0 0 0,-1 0 1 0 0,1 0-1 0 0,0 0 0 0 0,0 0 1 0 0,0-1-1 0 0,0 1 0 0 0,0-1 1 0 0,0 0-1 0 0,0 0 0 0 0,4 1 1 0 0,-3-1-124 0 0,1-1 0 0 0,-1 0 1 0 0,1 0-1 0 0,-1 0 1 0 0,1-1-1 0 0,-1 0 1 0 0,1 1-1 0 0,-1-2 1 0 0,0 1-1 0 0,1 0 0 0 0,7-5 1 0 0,-1 0-35 0 0,0 0 1 0 0,0-1-1 0 0,-1-1 0 0 0,0 0 1 0 0,0 0-1 0 0,-1-1 0 0 0,0 0 1 0 0,11-15-1 0 0,-6 3 955 0 0,0-1 0 0 0,-2 0 0 0 0,0 0 0 0 0,12-35 0 0 0,-11 18 2701 0 0,16-80 0 0 0,-27 99-2159 0 0,-9 27-786 0 0,-12 38-489 0 0,15-34 251 0 0,-6 15-90 0 0,1 0-1 0 0,1 0 1 0 0,2 1 0 0 0,-6 46 0 0 0,12-67-28 0 0,-1 0 0 0 0,1 0-1 0 0,0 0 1 0 0,0 0 0 0 0,1 0 0 0 0,0 0 0 0 0,0 0 0 0 0,0 0 0 0 0,1 0-1 0 0,0 0 1 0 0,4 9 0 0 0,-4-11-2 0 0,1-1-1 0 0,-1 0 1 0 0,0 0-1 0 0,1 0 1 0 0,0-1-1 0 0,-1 1 1 0 0,1-1-1 0 0,0 1 1 0 0,0-1-1 0 0,0 0 1 0 0,1 0-1 0 0,-1 0 0 0 0,1-1 1 0 0,-1 1-1 0 0,1-1 1 0 0,-1 0-1 0 0,1 0 1 0 0,0 0-1 0 0,6 1 1 0 0,1-1-4 0 0,0-1 1 0 0,-1 0 0 0 0,1 0-1 0 0,0-1 1 0 0,-1 0-1 0 0,1-1 1 0 0,-1 0 0 0 0,0-1-1 0 0,1 0 1 0 0,-1 0-1 0 0,-1-1 1 0 0,1-1 0 0 0,0 0-1 0 0,-1 0 1 0 0,0-1-1 0 0,0 0 1 0 0,-1 0-1 0 0,0-1 1 0 0,11-10 0 0 0,-11 8-1 0 0,0 0 0 0 0,0-1 0 0 0,-1 1 1 0 0,0-1-1 0 0,0-1 0 0 0,-2 1 0 0 0,1-1 0 0 0,-1 0 1 0 0,-1 0-1 0 0,1-1 0 0 0,-2 1 0 0 0,0-1 1 0 0,0 0-1 0 0,-2 0 0 0 0,1 0 0 0 0,-1-22 1 0 0,-1 30-4 0 0,0-1 0 0 0,-1 1 1 0 0,1 0-1 0 0,-1 0 1 0 0,0 0-1 0 0,0 0 1 0 0,-1 0-1 0 0,1 0 1 0 0,-1 0-1 0 0,0 0 1 0 0,0 0-1 0 0,0 0 1 0 0,0 1-1 0 0,-1-1 1 0 0,1 1-1 0 0,-1 0 0 0 0,0 0 1 0 0,0 0-1 0 0,0 0 1 0 0,-1 0-1 0 0,1 1 1 0 0,-1-1-1 0 0,1 1 1 0 0,-1 0-1 0 0,0 0 1 0 0,-4-1-1 0 0,3 1-51 0 0,-1 1-1 0 0,1 0 0 0 0,-1 0 1 0 0,1 0-1 0 0,-1 1 1 0 0,1 0-1 0 0,-1 0 1 0 0,1 0-1 0 0,-1 0 0 0 0,1 1 1 0 0,0 0-1 0 0,-1 0 1 0 0,1 1-1 0 0,0 0 1 0 0,-1 0-1 0 0,1 0 0 0 0,0 0 1 0 0,0 1-1 0 0,-7 5 1 0 0,5-3-396 0 0,2-1-1 0 0,-1 1 1 0 0,1 1 0 0 0,-9 9 0 0 0,12-13-94 0 0,0 1 0 0 0,0 0 0 0 0,0 0-1 0 0,1-1 1 0 0,-1 2 0 0 0,1-1 0 0 0,0 0 0 0 0,-1 0 0 0 0,1 0-1 0 0,1 0 1 0 0,-1 1 0 0 0,0 5 0 0 0,2 2-3727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05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49 1340 0 0,'17'-14'5141'0'0,"21"-21"0"0"0,-67 44-4880 0 0,-4 10-148 0 0,1 2 0 0 0,-51 42-1 0 0,67-50-62 0 0,15-12-42 0 0,0-1-1 0 0,-1 1 1 0 0,1 1 0 0 0,0-1-1 0 0,0 0 1 0 0,0 0-1 0 0,0 0 1 0 0,0 1 0 0 0,0-1-1 0 0,0 0 1 0 0,0 1 0 0 0,0-1-1 0 0,0 1 1 0 0,1-1-1 0 0,-1 1 1 0 0,1-1 0 0 0,-1 1-1 0 0,1-1 1 0 0,0 1 0 0 0,-1 0-1 0 0,1 2 1 0 0,1-2-4 0 0,-1 0-1 0 0,1 0 1 0 0,0 0-1 0 0,-1 0 1 0 0,1 0 0 0 0,0 0-1 0 0,0-1 1 0 0,0 1 0 0 0,0 0-1 0 0,1-1 1 0 0,-1 1 0 0 0,0-1-1 0 0,1 1 1 0 0,-1-1 0 0 0,3 2-1 0 0,6 4-4 0 0,1 0 0 0 0,-1-1 0 0 0,2 0 0 0 0,15 6 0 0 0,-20-9 5 0 0,16 8 22 0 0,0 1 0 0 0,35 24 0 0 0,-56-35 47 0 0,-2-1-1 0 0,1 1 0 0 0,0 0 0 0 0,0 0 0 0 0,0 0 0 0 0,0 0 0 0 0,0 0 0 0 0,-1 0 0 0 0,1 0 0 0 0,0 0 0 0 0,-1 0 0 0 0,1 0 0 0 0,-1 1 0 0 0,0-1 1 0 0,1 0-1 0 0,-1 0 0 0 0,0 0 0 0 0,1 1 0 0 0,-1-1 0 0 0,0 0 0 0 0,0 0 0 0 0,0 1 0 0 0,0-1 0 0 0,0 0 0 0 0,-1 0 0 0 0,1 1 0 0 0,0-1 0 0 0,-1 0 0 0 0,1 0 1 0 0,0 1-1 0 0,-1-1 0 0 0,1 0 0 0 0,-1 0 0 0 0,0 0 0 0 0,1 0 0 0 0,-1 0 0 0 0,0 0 0 0 0,0 0 0 0 0,-1 1 0 0 0,-2 3 142 0 0,0-1 1 0 0,0 0-1 0 0,0 0 0 0 0,-1 0 0 0 0,1-1 1 0 0,-1 1-1 0 0,-5 2 0 0 0,-9 2-15 0 0,0-1 0 0 0,0-1 0 0 0,0 0 0 0 0,-1-2 0 0 0,0 0 0 0 0,0-1 0 0 0,0-1 0 0 0,0-1 0 0 0,0-1 0 0 0,-1 0 0 0 0,1-2 0 0 0,-30-5 0 0 0,21 0-312 0 0,20-1-466 0 0,6 4 295 0 0,2 4 187 0 0,1-1 0 0 0,0 0 1 0 0,-1 0-1 0 0,1 0 0 0 0,0 0 0 0 0,-1 0 0 0 0,1 0 0 0 0,0 0 0 0 0,0 0 0 0 0,0 0 0 0 0,0 0 0 0 0,0 0 0 0 0,0 0 0 0 0,0 0 0 0 0,0 0 0 0 0,0 0 0 0 0,0 0 0 0 0,1 0 0 0 0,-1 0 0 0 0,0 0 0 0 0,1 1 0 0 0,-1-1 0 0 0,1 0 0 0 0,-1 0 0 0 0,1 0 0 0 0,-1 0 0 0 0,1 1 1 0 0,1-2-1 0 0,17-20-2116 0 0,33-19-4612 0 0,-33 27 2296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05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116 103 992 0 0,'4'10'4672'0'0,"-5"10"-2269"0"0,0-13-2036 0 0,1 0 0 0 0,0-1 0 0 0,0 1 0 0 0,1 0 1 0 0,-1 0-1 0 0,3 7 0 0 0,-2-12-321 0 0,0 0 0 0 0,0 0 0 0 0,0 0 0 0 0,0 0-1 0 0,0 0 1 0 0,0 0 0 0 0,0 0 0 0 0,1-1 0 0 0,-1 1 0 0 0,1 0 0 0 0,-1-1 0 0 0,1 1 0 0 0,0-1 0 0 0,0 0 0 0 0,0 0 0 0 0,-1 1 0 0 0,1-1 0 0 0,0 0 0 0 0,0 0 0 0 0,1-1 0 0 0,-1 1 0 0 0,0 0 0 0 0,4 0 0 0 0,3 0 18 0 0,-1 0 0 0 0,1 0 1 0 0,-1-1-1 0 0,1 0 0 0 0,0 0 0 0 0,-1-1 1 0 0,1 0-1 0 0,-1-1 0 0 0,0 0 1 0 0,1 0-1 0 0,-1-1 0 0 0,0 0 0 0 0,0 0 1 0 0,-1-1-1 0 0,1 0 0 0 0,-1 0 1 0 0,9-7-1 0 0,-10 7 26 0 0,0-1 0 0 0,-1 1 0 0 0,0-1 0 0 0,0 0 0 0 0,0-1 0 0 0,-1 1 0 0 0,0-1 0 0 0,0 0-1 0 0,0 0 1 0 0,-1 0 0 0 0,0 0 0 0 0,0-1 0 0 0,0 1 0 0 0,-1-1 0 0 0,0 0 0 0 0,-1 1 0 0 0,1-1 0 0 0,-1 0 0 0 0,0 0 0 0 0,-1 0 0 0 0,0-9 0 0 0,0 14-74 0 0,0 0 0 0 0,0 0-1 0 0,0 0 1 0 0,-1 0 0 0 0,1 0 0 0 0,-1 1-1 0 0,1-1 1 0 0,-1 0 0 0 0,0 0 0 0 0,1 1-1 0 0,-1-1 1 0 0,0 0 0 0 0,0 1 0 0 0,0-1-1 0 0,-1 1 1 0 0,1-1 0 0 0,0 1 0 0 0,0-1-1 0 0,-1 1 1 0 0,1 0 0 0 0,-3-2 0 0 0,2 2-10 0 0,-1 0 1 0 0,1 0-1 0 0,-1 0 1 0 0,0 1-1 0 0,0-1 1 0 0,1 1-1 0 0,-1-1 1 0 0,0 1-1 0 0,0 0 1 0 0,1 0-1 0 0,-1 0 1 0 0,0 0-1 0 0,-2 1 1 0 0,-7 2-6 0 0,1 0 1 0 0,1 0 0 0 0,-1 1 0 0 0,0 0-1 0 0,-18 11 1 0 0,3 1 19 0 0,1 1-1 0 0,1 1 1 0 0,-35 34 0 0 0,44-38-4 0 0,1 1 1 0 0,1 1-1 0 0,1 0 1 0 0,0 1-1 0 0,1 0 1 0 0,-11 24-1 0 0,20-37-11 0 0,0-1 0 0 0,1 1 0 0 0,-1 0 0 0 0,1 0 0 0 0,0 0 0 0 0,0 0 0 0 0,1 0 0 0 0,-1 0-1 0 0,1 0 1 0 0,0 0 0 0 0,0 0 0 0 0,0 0 0 0 0,0 0 0 0 0,1 0 0 0 0,-1 0 0 0 0,1 0 0 0 0,0 0-1 0 0,3 7 1 0 0,-1-7-99 0 0,-1 0 0 0 0,1-1 0 0 0,0 1 0 0 0,0 0 0 0 0,0-1 0 0 0,1 0 0 0 0,-1 0 0 0 0,1 0 0 0 0,-1 0 0 0 0,1-1 0 0 0,0 1 0 0 0,0-1 0 0 0,0 0 0 0 0,1 0 0 0 0,-1 0 0 0 0,5 1 0 0 0,9 2-471 0 0,0-1 1 0 0,0-1-1 0 0,0 0 0 0 0,1-1 1 0 0,23-1-1 0 0,92-11-4687 0 0,-90 4 2228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06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310 764 1936 0 0,'3'-6'964'0'0,"0"1"-1"0"0,0-1 1 0 0,0 0-1 0 0,0 0 1 0 0,-1 0-1 0 0,2-11 1 0 0,-3 15-735 0 0,-1-1 0 0 0,1 1 0 0 0,-1-1 0 0 0,0 1 1 0 0,0-1-1 0 0,0 1 0 0 0,-1-1 0 0 0,1 1 0 0 0,0-1 0 0 0,-1 1 1 0 0,0-1-1 0 0,0 1 0 0 0,1 0 0 0 0,-1-1 0 0 0,0 1 1 0 0,-1 0-1 0 0,1 0 0 0 0,-3-4 0 0 0,3 5-189 0 0,0 0 0 0 0,0 1 1 0 0,-1-1-1 0 0,1 0 0 0 0,0 1 0 0 0,0-1 0 0 0,-1 1 0 0 0,1 0 0 0 0,0-1 0 0 0,0 1 1 0 0,-1 0-1 0 0,1 0 0 0 0,0-1 0 0 0,-1 1 0 0 0,1 0 0 0 0,0 1 0 0 0,-1-1 0 0 0,1 0 1 0 0,0 0-1 0 0,-1 0 0 0 0,-1 1 0 0 0,-26 9 265 0 0,13-3-198 0 0,1 2 0 0 0,0 0 0 0 0,1 0-1 0 0,-1 2 1 0 0,2-1 0 0 0,-1 2-1 0 0,-14 16 1 0 0,11-9-44 0 0,0 1 0 0 0,2 1 0 0 0,0 0 0 0 0,-15 29 0 0 0,28-45-52 0 0,-24 50 66 0 0,24-51-67 0 0,1 1 0 0 0,-1-1 0 0 0,1 1 0 0 0,0-1 0 0 0,0 1 0 0 0,1-1 0 0 0,-1 1 0 0 0,1-1 0 0 0,0 1-1 0 0,1 7 1 0 0,0-10-2 0 0,-1 0 0 0 0,0-1 0 0 0,1 1 0 0 0,0 0 0 0 0,-1-1 0 0 0,1 1 0 0 0,0 0 0 0 0,0-1 0 0 0,0 1 0 0 0,0-1 0 0 0,0 1 0 0 0,0-1 0 0 0,1 0 0 0 0,-1 0 0 0 0,0 1 0 0 0,1-1 0 0 0,-1 0 0 0 0,1 0 0 0 0,-1 0 0 0 0,1 0 0 0 0,2 0 0 0 0,-1 0 1 0 0,1 0 0 0 0,-1 0 0 0 0,1 0 0 0 0,0-1 0 0 0,-1 1 0 0 0,1-1 0 0 0,0 0 0 0 0,0 0 0 0 0,6-2 0 0 0,3 0-2 0 0,0-1 0 0 0,-1-1 1 0 0,0 0-1 0 0,23-12 0 0 0,-13 4-10 0 0,-1-1-1 0 0,0-1 1 0 0,-1 0-1 0 0,-1-2 0 0 0,0 0 1 0 0,21-26-1 0 0,-17 15-10 0 0,-1-1-1 0 0,-1-2 1 0 0,29-56 0 0 0,-13 7 1 0 0,-4-2 0 0 0,39-148 0 0 0,-57 161 307 0 0,12-129 0 0 0,-24 171-5 0 0,-3 23-265 0 0,0 0 0 0 0,1 0 0 0 0,-2 0 1 0 0,1 0-1 0 0,0 0 0 0 0,-1 0 0 0 0,1 0 0 0 0,-1 0 1 0 0,-1-4-1 0 0,2 7-20 0 0,-1 0-1 0 0,1-1 1 0 0,0 1 0 0 0,-1 0-1 0 0,1 0 1 0 0,0-1 0 0 0,-1 1-1 0 0,1 0 1 0 0,-1 0 0 0 0,1 0-1 0 0,-1-1 1 0 0,1 1 0 0 0,0 0-1 0 0,-1 0 1 0 0,1 0 0 0 0,-1 0-1 0 0,1 0 1 0 0,-1 0 0 0 0,1 0-1 0 0,-1 0 1 0 0,1 0 0 0 0,-1 0-1 0 0,1 0 1 0 0,0 0 0 0 0,-1 0-1 0 0,1 0 1 0 0,-1 0 0 0 0,1 1-1 0 0,-1-1 1 0 0,-13 6 47 0 0,6 0-29 0 0,0 1 1 0 0,0 0-1 0 0,1 1 0 0 0,0 0 0 0 0,0 0 0 0 0,1 0 1 0 0,0 1-1 0 0,-7 12 0 0 0,-34 79 29 0 0,46-99-50 0 0,-22 58 36 0 0,2 0-1 0 0,-17 77 1 0 0,30-99-3 0 0,2 0 0 0 0,2 1 1 0 0,1 0-1 0 0,2 0 0 0 0,3 39 1 0 0,0-58-93 0 0,0 0 1 0 0,2-1 0 0 0,0 1-1 0 0,9 24 1 0 0,-10-35-422 0 0,1 0-1 0 0,0 0 1 0 0,1-1 0 0 0,8 13-1 0 0,-9-15-434 0 0,1 0 0 0 0,-1 0-1 0 0,1 0 1 0 0,0-1 0 0 0,1 0-1 0 0,10 7 1 0 0,11 2-5216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07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0 101 496 0 0,'5'-9'955'0'0,"0"-1"0"0"0,0 1 0 0 0,0 0 0 0 0,1 1 0 0 0,1-1 1 0 0,0 1-1 0 0,0 0 0 0 0,0 1 0 0 0,10-8 0 0 0,-16 14-913 0 0,1 0 0 0 0,-1 0 1 0 0,1 0-1 0 0,-1 1 0 0 0,1-1 1 0 0,-1 0-1 0 0,1 0 0 0 0,-1 1 0 0 0,1-1 1 0 0,0 1-1 0 0,-1 0 0 0 0,1-1 1 0 0,0 1-1 0 0,-1 0 0 0 0,1 0 0 0 0,0 0 1 0 0,0 0-1 0 0,-1 0 0 0 0,1 1 1 0 0,0-1-1 0 0,-1 0 0 0 0,1 1 0 0 0,3 1 1 0 0,-4-1-9 0 0,1 1-1 0 0,0-1 1 0 0,-1 1 0 0 0,1-1 0 0 0,-1 1 0 0 0,0 0-1 0 0,1 0 1 0 0,-1 0 0 0 0,0 0 0 0 0,0 0 0 0 0,0 0-1 0 0,-1 0 1 0 0,1 0 0 0 0,0 0 0 0 0,0 4 0 0 0,1 7 76 0 0,-1 0 0 0 0,0 1 0 0 0,-1-1 1 0 0,-2 22-1 0 0,-7 33 182 0 0,4-34-136 0 0,-1 50-1 0 0,5-82-142 0 0,1 1-1 0 0,0 0 0 0 0,1 0 1 0 0,-1-1-1 0 0,0 1 1 0 0,1 0-1 0 0,0-1 1 0 0,-1 1-1 0 0,1 0 0 0 0,0-1 1 0 0,0 1-1 0 0,1-1 1 0 0,-1 1-1 0 0,0-1 1 0 0,1 0-1 0 0,-1 0 0 0 0,1 1 1 0 0,0-1-1 0 0,0 0 1 0 0,3 2-1 0 0,-1-1-4 0 0,0-1 1 0 0,0 0-1 0 0,1 0 0 0 0,-1-1 1 0 0,0 1-1 0 0,0-1 0 0 0,1 0 1 0 0,-1 0-1 0 0,1-1 1 0 0,-1 1-1 0 0,1-1 0 0 0,4 0 1 0 0,2-1-14 0 0,-1 0 0 0 0,0-1 0 0 0,0 0 0 0 0,0 0 0 0 0,0-1 0 0 0,-1 0 0 0 0,1-1 1 0 0,-1 0-1 0 0,15-8 0 0 0,-10 3-4 0 0,0 0 0 0 0,0-1 0 0 0,-1-1-1 0 0,0 0 1 0 0,12-13 0 0 0,-12 8 193 0 0,0-1-1 0 0,-1 0 0 0 0,-1-1 1 0 0,-1 0-1 0 0,0-1 1 0 0,-2 0-1 0 0,0 0 1 0 0,-1-1-1 0 0,7-29 0 0 0,-14 48-173 0 0,0 1-1 0 0,0 0 0 0 0,0 0 0 0 0,1-1 0 0 0,-1 1 0 0 0,0 0 1 0 0,0 0-1 0 0,0-1 0 0 0,0 1 0 0 0,0 0 0 0 0,0-1 0 0 0,0 1 1 0 0,0 0-1 0 0,0 0 0 0 0,0-1 0 0 0,0 1 0 0 0,0 0 0 0 0,0 0 1 0 0,0-1-1 0 0,0 1 0 0 0,0 0 0 0 0,0 0 0 0 0,0-1 1 0 0,-1 1-1 0 0,1 0 0 0 0,0 0 0 0 0,0-1 0 0 0,0 1 0 0 0,0 0 1 0 0,0 0-1 0 0,-1-1 0 0 0,1 1 0 0 0,0 0 0 0 0,-9 3 74 0 0,-8 13-26 0 0,7-2-31 0 0,0 1 0 0 0,1 0 0 0 0,1 0 0 0 0,0 1-1 0 0,2 0 1 0 0,0 1 0 0 0,0 0 0 0 0,2-1-1 0 0,0 2 1 0 0,1-1 0 0 0,-2 26 0 0 0,5-36-21 0 0,0-1 0 0 0,0 0 0 0 0,1 0 0 0 0,0 0 1 0 0,0 0-1 0 0,0-1 0 0 0,1 1 0 0 0,0 0 0 0 0,0 0 0 0 0,1-1 1 0 0,-1 1-1 0 0,1-1 0 0 0,5 7 0 0 0,-5-9-103 0 0,0 0 0 0 0,0 0 0 0 0,0 0 0 0 0,0 0 0 0 0,1-1 0 0 0,0 1 1 0 0,-1-1-1 0 0,1 0 0 0 0,0 0 0 0 0,0 0 0 0 0,0 0 0 0 0,0-1 0 0 0,0 0 0 0 0,1 0 0 0 0,-1 0 0 0 0,0 0 0 0 0,1-1 0 0 0,-1 0 1 0 0,6 0-1 0 0,-2 0-96 0 0,1-1 1 0 0,-1 0 0 0 0,0 0-1 0 0,0-1 1 0 0,0 0 0 0 0,0-1-1 0 0,0 1 1 0 0,-1-2 0 0 0,1 1-1 0 0,-1-1 1 0 0,1 0 0 0 0,-2 0-1 0 0,1-1 1 0 0,0 0 0 0 0,-1-1-1 0 0,0 1 1 0 0,0-1 0 0 0,0 0-1 0 0,-1 0 1 0 0,0-1 0 0 0,6-9-1 0 0,6-13 706 0 0,-1-1 0 0 0,-1-1 0 0 0,19-59 0 0 0,-21 54 850 0 0,-11 30-1239 0 0,-2 6-117 0 0,0 0 0 0 0,0-1 0 0 0,0 1 1 0 0,0-1-1 0 0,0 1 0 0 0,1 0 0 0 0,-1-1 0 0 0,0 1 1 0 0,0-1-1 0 0,0 1 0 0 0,1 0 0 0 0,-1-1 0 0 0,0 1 1 0 0,0 0-1 0 0,1-1 0 0 0,-1 1 0 0 0,0 0 0 0 0,1-1 1 0 0,-1 1-1 0 0,0 0 0 0 0,1 0 0 0 0,-1 0 0 0 0,1-1 1 0 0,1 1-4 0 0,-1-1 1 0 0,0 1 0 0 0,0 0-1 0 0,1 0 1 0 0,-1 0 0 0 0,0 0-1 0 0,1 0 1 0 0,-1 0 0 0 0,0 1-1 0 0,0-1 1 0 0,1 0 0 0 0,-1 0-1 0 0,0 1 1 0 0,0-1 0 0 0,1 1-1 0 0,-1-1 1 0 0,0 1 0 0 0,0 0 0 0 0,0-1-1 0 0,0 1 1 0 0,0 0 0 0 0,0 0-1 0 0,0 0 1 0 0,0 0 0 0 0,0 0-1 0 0,0 0 1 0 0,-1 0 0 0 0,1 0-1 0 0,0 0 1 0 0,-1 0 0 0 0,1 0-1 0 0,-1 0 1 0 0,1 1 0 0 0,0 0-1 0 0,0 1 3 0 0,6 9 51 0 0,-2 0-1 0 0,1 0 1 0 0,-1 0 0 0 0,-1 1-1 0 0,-1 0 1 0 0,1 0 0 0 0,-2 0-1 0 0,0 0 1 0 0,-1 1 0 0 0,0-1-1 0 0,0 1 1 0 0,-2-1-1 0 0,0 0 1 0 0,0 1 0 0 0,-7 24-1 0 0,7-37-50 0 0,1 1 1 0 0,-1-1-1 0 0,0 0 0 0 0,1 0 0 0 0,-1 0 0 0 0,0 0 1 0 0,0 0-1 0 0,0 0 0 0 0,0 0 0 0 0,0 0 0 0 0,0 0 0 0 0,0 0 1 0 0,0 0-1 0 0,0-1 0 0 0,-1 1 0 0 0,1 0 0 0 0,0-1 0 0 0,0 1 1 0 0,-1-1-1 0 0,1 1 0 0 0,0-1 0 0 0,-1 0 0 0 0,1 1 0 0 0,0-1 1 0 0,-1 0-1 0 0,-1 0 0 0 0,2 0-8 0 0,1-1 0 0 0,-1 1 1 0 0,1 0-1 0 0,-1-1 0 0 0,1 1 0 0 0,-1 0 0 0 0,1-1 1 0 0,0 1-1 0 0,-1 0 0 0 0,1-1 0 0 0,-1 1 0 0 0,1-1 1 0 0,0 1-1 0 0,-1-1 0 0 0,1 1 0 0 0,0-1 0 0 0,0 1 1 0 0,-1-1-1 0 0,1 1 0 0 0,0-1 0 0 0,0 1 0 0 0,0-1 1 0 0,0 1-1 0 0,0-1 0 0 0,-1 0 0 0 0,1 1 0 0 0,0-1 1 0 0,0 1-1 0 0,0-1 0 0 0,1 1 0 0 0,-1-1 0 0 0,0 0 1 0 0,0 0-1 0 0,4-21-52 0 0,2 8 20 0 0,1-1 1 0 0,0 2 0 0 0,1-1 0 0 0,1 1 0 0 0,0 0 0 0 0,0 1 0 0 0,1 0-1 0 0,1 1 1 0 0,0 0 0 0 0,1 1 0 0 0,23-17 0 0 0,-19 16 14 0 0,2 0 0 0 0,-1 1 0 0 0,1 1 0 0 0,1 1 0 0 0,0 0 0 0 0,0 1 0 0 0,0 2 1 0 0,35-7-1 0 0,-48 11 21 0 0,1 0 1 0 0,-1 1 0 0 0,0 0-1 0 0,1 0 1 0 0,-1 0 0 0 0,1 1-1 0 0,-1 0 1 0 0,0 0 0 0 0,0 1-1 0 0,1 0 1 0 0,-1 0 0 0 0,0 0-1 0 0,8 5 1 0 0,-11-5 4 0 0,1 0 0 0 0,-1 1 1 0 0,0 0-1 0 0,0-1 0 0 0,0 1 0 0 0,-1 0 1 0 0,1 0-1 0 0,-1 1 0 0 0,1-1 0 0 0,-1 0 0 0 0,0 1 1 0 0,-1 0-1 0 0,1-1 0 0 0,0 1 0 0 0,-1 0 0 0 0,0 0 1 0 0,0 0-1 0 0,0-1 0 0 0,-1 1 0 0 0,1 0 1 0 0,-1 0-1 0 0,0 7 0 0 0,-1 1 44 0 0,0 1 0 0 0,-1 0 0 0 0,-1-1 0 0 0,-7 23 0 0 0,-5 23-756 0 0,15-57 489 0 0,-1 1-1 0 0,1 0 1 0 0,0 0 0 0 0,-1 0 0 0 0,1-1 0 0 0,0 1-1 0 0,0 0 1 0 0,0 0 0 0 0,1 0 0 0 0,-1 0 0 0 0,0-1-1 0 0,1 1 1 0 0,-1 0 0 0 0,1 0 0 0 0,-1-1 0 0 0,1 1-1 0 0,0 0 1 0 0,0-1 0 0 0,0 1 0 0 0,0-1 0 0 0,0 1-1 0 0,0-1 1 0 0,0 0 0 0 0,1 1 0 0 0,-1-1 0 0 0,0 0-1 0 0,1 0 1 0 0,-1 0 0 0 0,1 0 0 0 0,-1 0 0 0 0,1 0-1 0 0,0 0 1 0 0,-1 0 0 0 0,1-1 0 0 0,0 1 0 0 0,-1 0-1 0 0,1-1 1 0 0,0 0 0 0 0,3 1 0 0 0,10 1-2170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08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319 708 1668 0 0,'5'-6'1105'0'0,"0"-1"0"0"0,-1 0 0 0 0,1 0 0 0 0,-1-1 0 0 0,-1 1 0 0 0,1-1 0 0 0,-2 0 0 0 0,5-15 0 0 0,-7 22-1053 0 0,1 0 0 0 0,-1 0 0 0 0,0-1 0 0 0,0 1-1 0 0,0 0 1 0 0,0 0 0 0 0,0-1 0 0 0,0 1 0 0 0,0 0 0 0 0,0 0 0 0 0,0-1-1 0 0,-1 1 1 0 0,1 0 0 0 0,0 0 0 0 0,-1-1 0 0 0,1 1 0 0 0,-1 0 0 0 0,0 0-1 0 0,1 0 1 0 0,-1 0 0 0 0,0 0 0 0 0,0 0 0 0 0,1 0 0 0 0,-1 0 0 0 0,0 0-1 0 0,0 0 1 0 0,0 0 0 0 0,0 1 0 0 0,0-1 0 0 0,0 0 0 0 0,0 1 0 0 0,-1-1-1 0 0,1 1 1 0 0,0-1 0 0 0,0 1 0 0 0,0-1 0 0 0,-1 1 0 0 0,1 0 0 0 0,0 0-1 0 0,0-1 1 0 0,-1 1 0 0 0,1 0 0 0 0,0 0 0 0 0,0 0 0 0 0,-1 1 0 0 0,-1-1-1 0 0,-5 1-2 0 0,0 0 0 0 0,0 0-1 0 0,0 1 1 0 0,1 0-1 0 0,-15 6 1 0 0,1 1-10 0 0,1 2 1 0 0,0 0-1 0 0,1 1 1 0 0,0 0-1 0 0,1 2 1 0 0,1 0-1 0 0,0 1 1 0 0,1 1-1 0 0,0 1 1 0 0,2 0-1 0 0,0 1 1 0 0,0 0-1 0 0,-11 23 1 0 0,23-38-34 0 0,1 1 1 0 0,-1-1 0 0 0,1 1-1 0 0,-1-1 1 0 0,1 1 0 0 0,0 0-1 0 0,1-1 1 0 0,-1 1 0 0 0,1 0-1 0 0,-1 0 1 0 0,1-1 0 0 0,0 1-1 0 0,2 7 1 0 0,-2-9-2 0 0,1 0 0 0 0,0-1 0 0 0,-1 1 0 0 0,1 0 0 0 0,0 0 0 0 0,1-1 0 0 0,-1 1 0 0 0,0-1 1 0 0,0 1-1 0 0,1-1 0 0 0,-1 1 0 0 0,0-1 0 0 0,1 0 0 0 0,0 0 0 0 0,-1 0 0 0 0,1 0 0 0 0,0 0 0 0 0,-1 0 0 0 0,1 0 0 0 0,0 0 0 0 0,0-1 0 0 0,0 1 0 0 0,0-1 0 0 0,-1 1 0 0 0,1-1 0 0 0,0 0 0 0 0,4 0 0 0 0,6 1-1 0 0,1-1 0 0 0,-1-1-1 0 0,1 0 1 0 0,-1 0 0 0 0,0-1-1 0 0,1-1 1 0 0,-1 0 0 0 0,0-1-1 0 0,-1 0 1 0 0,1-1 0 0 0,-1-1 0 0 0,0 1-1 0 0,0-2 1 0 0,16-11 0 0 0,-5 1-26 0 0,1-2 1 0 0,-2 0 0 0 0,-1-1-1 0 0,0-1 1 0 0,21-30 0 0 0,-4-3-17 0 0,-2-2 0 0 0,-3-1 1 0 0,29-70-1 0 0,54-192 748 0 0,-106 292-408 0 0,10-37 272 0 0,-19 62-515 0 0,0 2-56 0 0,0 0 0 0 0,0-1 1 0 0,0 1-1 0 0,0 0 0 0 0,0 0 1 0 0,0-1-1 0 0,0 1 0 0 0,0 0 1 0 0,0 0-1 0 0,0-1 0 0 0,0 1 1 0 0,0 0-1 0 0,0 0 0 0 0,-1 0 1 0 0,1-1-1 0 0,0 1 0 0 0,0 0 1 0 0,0 0-1 0 0,0-1 0 0 0,0 1 0 0 0,-1 0 1 0 0,1 0-1 0 0,0 0 0 0 0,0 0 1 0 0,0-1-1 0 0,-1 1 0 0 0,1 0 1 0 0,0 0-1 0 0,0 0 0 0 0,-1 0 1 0 0,1 0-1 0 0,0 0 0 0 0,0 0 1 0 0,0-1-1 0 0,-1 1 0 0 0,1 0 1 0 0,-7 7 6 0 0,0 0 1 0 0,1 1 0 0 0,0-1 0 0 0,0 1 0 0 0,-6 12 0 0 0,-24 49 9 0 0,23-42 1 0 0,-30 62 76 0 0,4 1-1 0 0,4 2 0 0 0,-44 178 1 0 0,75-247-48 0 0,0 0 0 0 0,1 0 1 0 0,0 24-1 0 0,3-40-31 0 0,0-1 1 0 0,1 1-1 0 0,-1-1 0 0 0,1 1 0 0 0,0-1 1 0 0,1 0-1 0 0,0 1 0 0 0,0-1 0 0 0,0 0 0 0 0,1 0 1 0 0,-1 0-1 0 0,2-1 0 0 0,-1 1 0 0 0,0-1 1 0 0,8 9-1 0 0,-6-10-8 0 0,1 1 0 0 0,0-1 0 0 0,0 0 0 0 0,0 0 0 0 0,0-1 0 0 0,1 0 1 0 0,-1 0-1 0 0,1-1 0 0 0,0 0 0 0 0,0 0 0 0 0,0 0 0 0 0,0-1 0 0 0,0 0 0 0 0,9 0 0 0 0,0 0 7 0 0,1-1 0 0 0,0-1 0 0 0,-1-1 0 0 0,33-6-1 0 0,-29 2-15 0 0,-1-1-1 0 0,0 0 0 0 0,0-2 0 0 0,-1 0 0 0 0,0-1 1 0 0,0-1-1 0 0,-1 0 0 0 0,-1-2 0 0 0,0 0 1 0 0,0 0-1 0 0,-1-2 0 0 0,-1 1 0 0 0,-1-2 1 0 0,0 0-1 0 0,-1-1 0 0 0,-1 0 0 0 0,0-1 0 0 0,-1 0 1 0 0,-1 0-1 0 0,-1-1 0 0 0,-1 0 0 0 0,9-35 1 0 0,-14 30 47 0 0,-2 24-49 0 0,0-1 1 0 0,0 0-1 0 0,0 0 1 0 0,0 0-1 0 0,0 0 0 0 0,0 1 1 0 0,0-1-1 0 0,0 0 1 0 0,-1 0-1 0 0,1 0 1 0 0,0 1-1 0 0,0-1 1 0 0,-1 0-1 0 0,1 0 1 0 0,0 1-1 0 0,-1-1 1 0 0,1 0-1 0 0,-1 1 1 0 0,1-1-1 0 0,-1 0 0 0 0,1 1 1 0 0,-1-1-1 0 0,1 1 1 0 0,-1-1-1 0 0,0 1 1 0 0,1-1-1 0 0,-1 1 1 0 0,0-1-1 0 0,1 1 1 0 0,-1 0-1 0 0,0-1 1 0 0,0 1-1 0 0,1 0 1 0 0,-1 0-1 0 0,-1-1 0 0 0,0 1 2 0 0,1 1-1 0 0,-1-1 0 0 0,0 1 0 0 0,1-1 0 0 0,-1 1 0 0 0,1-1 1 0 0,-1 1-1 0 0,1 0 0 0 0,-1 0 0 0 0,-1 1 0 0 0,3-2 2 0 0,-14 11 8 0 0,1-1 0 0 0,0 2 0 0 0,1 0-1 0 0,0 0 1 0 0,0 1 0 0 0,2 1 0 0 0,-14 21 0 0 0,10-12 18 0 0,2 1 1 0 0,0-1-1 0 0,2 2 1 0 0,-10 31-1 0 0,18-48-12 0 0,0 0-1 0 0,0 0 1 0 0,1 0-1 0 0,0 1 1 0 0,0-1-1 0 0,1 0 1 0 0,1 13-1 0 0,0-18-7 0 0,-1 0 0 0 0,1 0 1 0 0,0 1-1 0 0,-1-1 0 0 0,2 0 0 0 0,-1 0 0 0 0,0 0 0 0 0,1 0 0 0 0,-1-1 0 0 0,1 1 0 0 0,0 0 1 0 0,0-1-1 0 0,0 1 0 0 0,0-1 0 0 0,0 1 0 0 0,0-1 0 0 0,1 0 0 0 0,-1 0 0 0 0,1 0 0 0 0,0 0 1 0 0,4 2-1 0 0,5 0 7 0 0,-1 0 0 0 0,1 0-1 0 0,-1-2 1 0 0,1 1 0 0 0,0-1 0 0 0,0-1 0 0 0,0 0 0 0 0,0-1 0 0 0,21-2 0 0 0,-7-1-8 0 0,0-1 0 0 0,0-2 0 0 0,34-11 0 0 0,-35 9-17 0 0,-1-2 0 0 0,0-1 0 0 0,-1-1 0 0 0,0-1 0 0 0,25-20 0 0 0,-36 24 1 0 0,0 0-1 0 0,-1-1 1 0 0,0-1 0 0 0,0 0 0 0 0,-1 0 0 0 0,0-1 0 0 0,-1-1 0 0 0,-1 1 0 0 0,0-1 0 0 0,8-19 0 0 0,-14 27 8 0 0,0 1 0 0 0,-1-1-1 0 0,0 0 1 0 0,0 0 0 0 0,0 0 0 0 0,0 0-1 0 0,-1 0 1 0 0,0 0 0 0 0,0 0 0 0 0,0 0 0 0 0,0 0-1 0 0,-1 0 1 0 0,0 0 0 0 0,0 0 0 0 0,-1 0-1 0 0,1 1 1 0 0,-5-9 0 0 0,4 9 0 0 0,0 1-1 0 0,0-1 1 0 0,-1 1 0 0 0,1 0-1 0 0,-1 0 1 0 0,0 1 0 0 0,0-1-1 0 0,0 0 1 0 0,0 1-1 0 0,0 0 1 0 0,-1-1 0 0 0,1 2-1 0 0,-1-1 1 0 0,0 0 0 0 0,1 1-1 0 0,-1-1 1 0 0,0 1 0 0 0,0 0-1 0 0,0 0 1 0 0,0 1-1 0 0,0-1 1 0 0,0 1 0 0 0,-6 0-1 0 0,4 0 2 0 0,1 0 0 0 0,0 0 0 0 0,-1 1 0 0 0,1 0 1 0 0,0 0-1 0 0,0 0 0 0 0,0 0 0 0 0,0 1 0 0 0,0 0 0 0 0,0 0 0 0 0,0 0 0 0 0,0 1 0 0 0,1 0 0 0 0,-1 0 0 0 0,1 0 0 0 0,0 0 0 0 0,0 1 0 0 0,0-1 0 0 0,-4 6 0 0 0,8-8 1 0 0,-1 0 0 0 0,1 0-1 0 0,-1 0 1 0 0,1 0 0 0 0,-1 0 0 0 0,1 0 0 0 0,0 0 0 0 0,-1 0-1 0 0,1 0 1 0 0,0 0 0 0 0,0 0 0 0 0,-1 0 0 0 0,1 0-1 0 0,0 0 1 0 0,0 0 0 0 0,1 0 0 0 0,-1 0 0 0 0,0 0-1 0 0,0 1 1 0 0,0-1 0 0 0,1 0 0 0 0,-1 0 0 0 0,1 1 0 0 0,0 0 1 0 0,1 0 0 0 0,-1 0 0 0 0,0-1 0 0 0,1 1 0 0 0,0-1 0 0 0,-1 1 0 0 0,1-1 0 0 0,0 0 0 0 0,-1 1 1 0 0,1-1-1 0 0,3 1 0 0 0,2 1 3 0 0,1 1 0 0 0,0-2 0 0 0,0 1 1 0 0,0-1-1 0 0,8 1 0 0 0,10 0 0 0 0,-1-2-1 0 0,1 0 1 0 0,0-2-1 0 0,0-1 1 0 0,-1-1 0 0 0,28-7-1 0 0,-17 1-3 0 0,0-1-1 0 0,-1-2 1 0 0,54-26-1 0 0,-78 32 8 0 0,0 0 0 0 0,-1-1 0 0 0,1 0 0 0 0,15-16 0 0 0,-24 20-2 0 0,-1-3-5 0 0,-12 2 4 0 0,5 4-1 0 0,0 1 1 0 0,-1 0-1 0 0,1 1 1 0 0,1 0-1 0 0,-1 0 1 0 0,0 0-1 0 0,0 0 0 0 0,1 1 1 0 0,-8 4-1 0 0,-48 35 93 0 0,57-39-84 0 0,-23 17 57 0 0,2 1 0 0 0,-34 36 0 0 0,50-48-44 0 0,1 1 0 0 0,0 0-1 0 0,1 0 1 0 0,0 1 0 0 0,1 0 0 0 0,0 0 0 0 0,0 1 0 0 0,1-1 0 0 0,-5 21 0 0 0,9-30-14 0 0,0 1-1 0 0,1 0 1 0 0,0-1 0 0 0,-1 1 0 0 0,1-1-1 0 0,0 1 1 0 0,0 0 0 0 0,1-1 0 0 0,-1 1 0 0 0,0 0-1 0 0,1-1 1 0 0,0 1 0 0 0,0-1 0 0 0,-1 1 0 0 0,1-1-1 0 0,1 1 1 0 0,-1-1 0 0 0,2 3 0 0 0,-1-2-6 0 0,1 0 0 0 0,0-1 0 0 0,0 1 0 0 0,-1-1 0 0 0,2 1 0 0 0,-1-1 0 0 0,0 0 0 0 0,0 0 0 0 0,1-1 0 0 0,-1 1 0 0 0,6 1 0 0 0,7 2-416 0 0,1-1 1 0 0,0-1-1 0 0,0-1 0 0 0,26 0 1 0 0,-40-2 245 0 0,139-3-8233 0 0,-79-3 1914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09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97 1188 0 0,'51'-77'9564'0'0,"-44"62"-7692"0"0,-7 15-1853 0 0,0 0 0 0 0,0 0 0 0 0,0-1 0 0 0,0 1 0 0 0,0 0 0 0 0,0 0 0 0 0,0 0 0 0 0,0 0 0 0 0,0 0 0 0 0,0 0 1 0 0,0 0-1 0 0,0-1 0 0 0,0 1 0 0 0,0 0 0 0 0,0 0 0 0 0,0 0 0 0 0,0 0 0 0 0,0 0 0 0 0,0 0 0 0 0,0-1 0 0 0,0 1 0 0 0,0 0 0 0 0,0 0 0 0 0,0 0 0 0 0,0 0 0 0 0,0 0 0 0 0,-1 0 0 0 0,1 0 0 0 0,0 0 0 0 0,0 0 0 0 0,0-1 1 0 0,0 1-1 0 0,0 0 0 0 0,0 0 0 0 0,0 0 0 0 0,0 0 0 0 0,0 0 0 0 0,-1 0 0 0 0,1 0 0 0 0,0 0 0 0 0,0 0 0 0 0,0 0 0 0 0,0 0 0 0 0,0 0 0 0 0,0 0 0 0 0,0 0 0 0 0,-1 0 0 0 0,1 0 0 0 0,0 0 0 0 0,-22 12 292 0 0,-31 28-180 0 0,2 2 0 0 0,1 3 0 0 0,3 1 0 0 0,-52 67 0 0 0,92-105-121 0 0,1 0 0 0 0,0 1 1 0 0,1-1-1 0 0,0 1 0 0 0,1 0 0 0 0,-8 18 0 0 0,12-25-7 0 0,-1 0-1 0 0,0 0 1 0 0,1 1-1 0 0,-1-1 1 0 0,1 0-1 0 0,0 0 1 0 0,0 0-1 0 0,-1 0 1 0 0,1 0-1 0 0,1 1 1 0 0,-1-1-1 0 0,0 0 1 0 0,0 0-1 0 0,1 0 1 0 0,0 0-1 0 0,-1 0 1 0 0,1 0-1 0 0,0 0 1 0 0,0 0-1 0 0,0 0 1 0 0,0 0-1 0 0,0 0 1 0 0,0 0-1 0 0,1-1 1 0 0,-1 1-1 0 0,1 0 1 0 0,-1-1-1 0 0,1 0 1 0 0,-1 1-1 0 0,1-1 1 0 0,0 0-1 0 0,0 1 1 0 0,0-1-1 0 0,0 0 1 0 0,0-1-1 0 0,0 1 1 0 0,4 1-1 0 0,2 1 3 0 0,1-1-1 0 0,0 0 1 0 0,0-1 0 0 0,0 0 0 0 0,-1 0-1 0 0,1-1 1 0 0,0 0 0 0 0,0 0-1 0 0,0-1 1 0 0,0 0 0 0 0,0-1 0 0 0,0 0-1 0 0,-1-1 1 0 0,1 1 0 0 0,-1-2-1 0 0,0 1 1 0 0,1-1 0 0 0,9-7 0 0 0,-8 5-13 0 0,0-2 1 0 0,0 1-1 0 0,0-2 1 0 0,-1 1-1 0 0,-1-1 1 0 0,1-1-1 0 0,-1 1 1 0 0,-1-1-1 0 0,0-1 1 0 0,0 1-1 0 0,-1-1 1 0 0,7-18-1 0 0,-2-3 81 0 0,-2-1 0 0 0,9-59 0 0 0,-8 36 577 0 0,-10 56-647 0 0,0 0-1 0 0,1 0 0 0 0,-1 0 0 0 0,0-1 0 0 0,0 1 0 0 0,0 0 0 0 0,0 0 0 0 0,0 0 1 0 0,0-1-1 0 0,1 1 0 0 0,-1 0 0 0 0,0 0 0 0 0,0-1 0 0 0,0 1 0 0 0,0 0 1 0 0,0 0-1 0 0,0-1 0 0 0,0 1 0 0 0,0 0 0 0 0,0 0 0 0 0,0-1 0 0 0,0 1 0 0 0,0 0 1 0 0,0 0-1 0 0,0 0 0 0 0,0-1 0 0 0,0 1 0 0 0,-1 0 0 0 0,1 0 0 0 0,0-1 0 0 0,0 1 1 0 0,0 0-1 0 0,0 0 0 0 0,0 0 0 0 0,-1-1 0 0 0,1 1 0 0 0,0 0 0 0 0,0 0 1 0 0,0 0-1 0 0,0 0 0 0 0,-1-1 0 0 0,1 1 0 0 0,0 0 0 0 0,-10 9 23 0 0,-8 19 4 0 0,-3 16 20 0 0,2 0 0 0 0,1 2 0 0 0,-16 71 0 0 0,33-113-263 0 0,0 1 0 0 0,0-1 0 0 0,1 0 0 0 0,0 0 0 0 0,0 1 0 0 0,0-1 0 0 0,0 0 0 0 0,1 0 0 0 0,0 0 0 0 0,0 1 0 0 0,0-1 0 0 0,0 0 0 0 0,0 0 0 0 0,1 0 0 0 0,4 7 0 0 0,-4-9-210 0 0,-1 1-1 0 0,1-1 1 0 0,0 0 0 0 0,0 1 0 0 0,1-1 0 0 0,-1 0-1 0 0,0-1 1 0 0,1 1 0 0 0,-1 0 0 0 0,1-1 0 0 0,0 1-1 0 0,-1-1 1 0 0,1 0 0 0 0,5 2 0 0 0,8 1-3298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09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377 684 1548 0 0,'10'-15'1513'0'0,"0"-1"0"0"0,-1 0-1 0 0,-1 0 1 0 0,-1-1 0 0 0,0 0-1 0 0,-1 0 1 0 0,5-22 0 0 0,-10 38-1475 0 0,-1-1-1 0 0,0 1 1 0 0,0 0-1 0 0,1 0 1 0 0,-1 0 0 0 0,0-1-1 0 0,0 1 1 0 0,0 0-1 0 0,0 0 1 0 0,0-1 0 0 0,0 1-1 0 0,-1 0 1 0 0,1 0 0 0 0,0-1-1 0 0,0 1 1 0 0,-1 0-1 0 0,1 0 1 0 0,-1 0 0 0 0,1 0-1 0 0,-1-1 1 0 0,0 1-1 0 0,0 0 1 0 0,1 0 0 0 0,-1 0-1 0 0,0 0 1 0 0,0 1 0 0 0,0-1-1 0 0,0 0 1 0 0,0 0-1 0 0,0 0 1 0 0,0 1 0 0 0,0-1-1 0 0,0 1 1 0 0,0-1-1 0 0,0 1 1 0 0,0-1 0 0 0,-1 1-1 0 0,1-1 1 0 0,0 1 0 0 0,0 0-1 0 0,-1 0 1 0 0,1 0-1 0 0,0 0 1 0 0,0 0 0 0 0,-1 0-1 0 0,0 0 1 0 0,-5 0-10 0 0,0 1 0 0 0,0 0 0 0 0,1 1 0 0 0,-1 0 0 0 0,0-1 0 0 0,1 2 0 0 0,-8 3 0 0 0,-25 14 34 0 0,1 3 0 0 0,0 1 0 0 0,2 1-1 0 0,1 2 1 0 0,1 2 0 0 0,-43 46 0 0 0,69-66-52 0 0,0 0 1 0 0,1 1-1 0 0,0 0 1 0 0,1 0 0 0 0,-8 16-1 0 0,13-23-7 0 0,0-1 0 0 0,0 0 1 0 0,0 1-1 0 0,1-1 0 0 0,-1 1 0 0 0,1-1 0 0 0,-1 1 0 0 0,1-1 0 0 0,0 1 1 0 0,0-1-1 0 0,0 1 0 0 0,1-1 0 0 0,0 6 0 0 0,0-7 0 0 0,0 1-1 0 0,0 0 1 0 0,0-1-1 0 0,0 1 1 0 0,0-1-1 0 0,0 1 1 0 0,0-1-1 0 0,1 1 1 0 0,-1-1-1 0 0,0 0 1 0 0,1 0-1 0 0,0 1 0 0 0,-1-1 1 0 0,1 0-1 0 0,-1 0 1 0 0,1-1-1 0 0,0 1 1 0 0,0 0-1 0 0,0-1 1 0 0,-1 1-1 0 0,3 0 1 0 0,9 1-77 0 0,0 1 0 0 0,0-2 0 0 0,0 0 0 0 0,1 0 0 0 0,-1-1 0 0 0,0-1 0 0 0,0 0 0 0 0,0-1 0 0 0,0-1 0 0 0,0 0 0 0 0,0 0 0 0 0,-1-1 0 0 0,0-1 0 0 0,1 0 0 0 0,21-13 0 0 0,-8 2-104 0 0,-2 0 0 0 0,0-2 1 0 0,-1 0-1 0 0,-1-2 1 0 0,-1 0-1 0 0,21-27 0 0 0,-15 13 37 0 0,-2-1-1 0 0,-1-2 0 0 0,-2 0 0 0 0,20-46 1 0 0,52-167 207 0 0,-38 61 1836 0 0,-56 188-1894 0 0,1 1-1 0 0,-1-1 1 0 0,0 1-1 0 0,0-1 0 0 0,1 1 1 0 0,-1-1-1 0 0,0 0 1 0 0,0 1-1 0 0,0-1 0 0 0,0 0 1 0 0,0 1-1 0 0,0-1 1 0 0,0 0-1 0 0,0 1 0 0 0,0-1 1 0 0,0 1-1 0 0,0-1 1 0 0,-1 0-1 0 0,1 0 1 0 0,-9 4 95 0 0,-10 19-49 0 0,-22 47-6 0 0,-54 126 0 0 0,51-101-11 0 0,-29 79 166 0 0,62-143-197 0 0,2 0 1 0 0,2 1-1 0 0,-8 60 0 0 0,15-86-198 0 0,0 0-1 0 0,0 1 0 0 0,0-1 1 0 0,1 0-1 0 0,-1 1 1 0 0,1-1-1 0 0,0 0 0 0 0,1 0 1 0 0,0 0-1 0 0,-1 0 1 0 0,2 0-1 0 0,-1 0 0 0 0,4 6 1 0 0,-2-6-320 0 0,-1-1 1 0 0,1 0 0 0 0,-1 0-1 0 0,1 0 1 0 0,0 0-1 0 0,1-1 1 0 0,-1 0-1 0 0,1 0 1 0 0,-1 0 0 0 0,1 0-1 0 0,0-1 1 0 0,0 1-1 0 0,5 1 1 0 0,14 3-2965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10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408 686 184 0 0,'4'-6'880'0'0,"0"0"0"0"0,0-1 0 0 0,0 1-1 0 0,-1-1 1 0 0,-1 0 0 0 0,1 0 0 0 0,-1 0 0 0 0,2-8 0 0 0,-4 13-761 0 0,0 0 0 0 0,1 0 0 0 0,-1 0 1 0 0,0 0-1 0 0,0 0 0 0 0,0 0 0 0 0,0 0 1 0 0,0 1-1 0 0,-1-1 0 0 0,1 0 0 0 0,0 0 0 0 0,-1 0 1 0 0,1 0-1 0 0,-1 0 0 0 0,0 1 0 0 0,0-1 1 0 0,0 0-1 0 0,0 1 0 0 0,0-1 0 0 0,0 0 1 0 0,0 1-1 0 0,0 0 0 0 0,-1-1 0 0 0,1 1 0 0 0,-1 0 1 0 0,1-1-1 0 0,-1 1 0 0 0,1 0 0 0 0,-1 0 1 0 0,0 0-1 0 0,1 0 0 0 0,-1 1 0 0 0,0-1 1 0 0,-3-1-1 0 0,1 2-53 0 0,0-1 0 0 0,0 0 0 0 0,1 1 0 0 0,-1 0 1 0 0,0 0-1 0 0,0 0 0 0 0,0 1 0 0 0,0-1 0 0 0,0 1 0 0 0,0 0 0 0 0,1 0 1 0 0,-5 2-1 0 0,-44 22 519 0 0,40-19-424 0 0,-26 16 157 0 0,0 1 0 0 0,-40 31 0 0 0,62-41-261 0 0,1 0 0 0 0,1 0 1 0 0,0 2-1 0 0,1 0 1 0 0,0 0-1 0 0,1 1 0 0 0,-12 22 1 0 0,22-35-50 0 0,1-1 1 0 0,0 1 0 0 0,-1 0 0 0 0,1 0-1 0 0,0-1 1 0 0,0 1 0 0 0,1 0-1 0 0,-1 0 1 0 0,1 0 0 0 0,-1 0-1 0 0,1 0 1 0 0,0 0 0 0 0,0 0-1 0 0,0 0 1 0 0,1 6 0 0 0,0-7-1 0 0,0 0-1 0 0,0 0 1 0 0,0 0 0 0 0,1 0 0 0 0,-1 0-1 0 0,0-1 1 0 0,1 1 0 0 0,-1 0 0 0 0,1-1 0 0 0,0 1-1 0 0,-1-1 1 0 0,1 1 0 0 0,0-1 0 0 0,0 0 0 0 0,0 0-1 0 0,0 0 1 0 0,0 0 0 0 0,0 0 0 0 0,0 0-1 0 0,0-1 1 0 0,0 1 0 0 0,3 0 0 0 0,7 1 8 0 0,1 0 0 0 0,0-1 0 0 0,0 0-1 0 0,0-1 1 0 0,-1 0 0 0 0,1-1 0 0 0,0-1 0 0 0,0 0 0 0 0,-1 0 0 0 0,1-1 0 0 0,-1-1 0 0 0,18-8 0 0 0,-3 0-64 0 0,-1-1 0 0 0,0-1 0 0 0,0-1 0 0 0,30-25 0 0 0,-26 14-63 0 0,-1 0 0 0 0,-1-2 0 0 0,-2-2 0 0 0,-1 0 0 0 0,32-49 0 0 0,-13 7 20 0 0,52-115-1 0 0,-60 96 916 0 0,37-134-1 0 0,-73 224-820 0 0,1 1 1 0 0,-1 0-1 0 0,0 0 0 0 0,0-1 0 0 0,0 1 1 0 0,0 0-1 0 0,0-1 0 0 0,0 1 0 0 0,0 0 1 0 0,0-1-1 0 0,0 1 0 0 0,1 0 0 0 0,-1 0 1 0 0,0-1-1 0 0,-1 1 0 0 0,1 0 0 0 0,0-1 1 0 0,0 1-1 0 0,0 0 0 0 0,0 0 0 0 0,0-1 1 0 0,0 1-1 0 0,0 0 0 0 0,0-1 0 0 0,0 1 1 0 0,-1 0-1 0 0,1 0 0 0 0,0-1 0 0 0,0 1 1 0 0,0 0-1 0 0,-1 0 0 0 0,1 0 0 0 0,0-1 1 0 0,0 1-1 0 0,0 0 0 0 0,-1 0 0 0 0,1 0 1 0 0,0 0-1 0 0,0-1 0 0 0,-1 1 0 0 0,1 0 1 0 0,0 0-1 0 0,-1 0 0 0 0,1 0 0 0 0,0 0 0 0 0,0 0 1 0 0,-1 0-1 0 0,1 0 0 0 0,0 0 0 0 0,-1 0 1 0 0,1 0-1 0 0,0 0 0 0 0,-1 0 0 0 0,1 0 1 0 0,0 0-1 0 0,0 0 0 0 0,-1 0 0 0 0,1 0 1 0 0,0 0-1 0 0,-1 1 0 0 0,1-1 0 0 0,-16 6 52 0 0,9 0-40 0 0,0 0 0 0 0,-1 0 0 0 0,2 1 0 0 0,-1-1 0 0 0,1 2 0 0 0,0-1-1 0 0,-9 16 1 0 0,7-11-8 0 0,-177 275 84 0 0,148-219-26 0 0,3 1-1 0 0,-36 105 1 0 0,65-160-20 0 0,0 0 1 0 0,1 0-1 0 0,1 0 1 0 0,1 1-1 0 0,0-1 0 0 0,0 30 1 0 0,3-39-121 0 0,-1 0 1 0 0,1 0-1 0 0,0-1 1 0 0,0 1-1 0 0,0-1 1 0 0,1 1-1 0 0,0-1 0 0 0,-1 1 1 0 0,2-1-1 0 0,-1 0 1 0 0,0 0-1 0 0,1 0 1 0 0,0 0-1 0 0,0 0 1 0 0,0-1-1 0 0,0 1 1 0 0,1-1-1 0 0,-1 0 1 0 0,1 0-1 0 0,0 0 0 0 0,0-1 1 0 0,0 1-1 0 0,0-1 1 0 0,0 0-1 0 0,8 3 1 0 0,0-1-247 0 0,0 0 1 0 0,0-1-1 0 0,1 0 1 0 0,-1-1 0 0 0,1 0-1 0 0,0-1 1 0 0,0-1-1 0 0,-1 0 1 0 0,1 0-1 0 0,0-1 1 0 0,0-1 0 0 0,-1 0-1 0 0,1-1 1 0 0,-1 0-1 0 0,0-1 1 0 0,0-1-1 0 0,0 0 1 0 0,18-10 0 0 0,-9 2 500 0 0,-1 0 0 0 0,0-2 0 0 0,-1 0 0 0 0,-1-1 0 0 0,-1-1 0 0 0,0-1 0 0 0,-1 0 1 0 0,26-38-1 0 0,-35 45 98 0 0,14-21 2881 0 0,34-65 0 0 0,-54 95-2828 0 0,-4 24-142 0 0,-14 19-80 0 0,1 1-1 0 0,2 1 1 0 0,-15 82-1 0 0,29-122-133 0 0,0-1-1 0 0,-1 0 0 0 0,1 1 0 0 0,0-1 1 0 0,0 0-1 0 0,0 1 0 0 0,0-1 0 0 0,1 1 1 0 0,-1-1-1 0 0,1 0 0 0 0,-1 1 0 0 0,1-1 1 0 0,0 0-1 0 0,0 0 0 0 0,0 1 0 0 0,0-1 1 0 0,0 0-1 0 0,0 0 0 0 0,1 0 0 0 0,-1 0 1 0 0,1-1-1 0 0,-1 1 0 0 0,1 0 0 0 0,0 0 1 0 0,0-1-1 0 0,0 1 0 0 0,0-1 0 0 0,0 0 1 0 0,0 0-1 0 0,0 0 0 0 0,0 0 1 0 0,0 0-1 0 0,1 0 0 0 0,-1 0 0 0 0,0-1 1 0 0,1 1-1 0 0,-1-1 0 0 0,0 1 0 0 0,5-1 1 0 0,2 0-914 0 0,0 1 1 0 0,0-2-1 0 0,0 1 1 0 0,0-1-1 0 0,-1-1 0 0 0,1 0 1 0 0,0 0-1 0 0,-1 0 1 0 0,15-7-1 0 0,4-4-4750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10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90 120 0 0,'-41'-48'8758'0'0,"6"8"-5310"0"0,34 38-3520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10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12 316 0 0,'14'-11'8530'0'0,"-14"11"-8474"0"0,-5 23 3862 0 0,1-10-4302 0 0,-53 174 2711 0 0,37-126-2011 0 0,-15 37 184 0 0,-58 117-1 0 0,25-89-3784 0 0,48-96-2260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11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1 264 1492 0 0,'0'-7'583'0'0,"-1"0"0"0"0,1 0 0 0 0,0 0 0 0 0,1 1 0 0 0,0-1 0 0 0,0 0 0 0 0,0 0 0 0 0,1 1 0 0 0,0-1 0 0 0,0 1 0 0 0,1-1 0 0 0,0 1 0 0 0,4-7 0 0 0,-1 4-357 0 0,0 0 0 0 0,1 0 0 0 0,1 1 1 0 0,-1 0-1 0 0,1 1 0 0 0,1 0 0 0 0,13-10 0 0 0,-3 5-35 0 0,0 0 0 0 0,1 2 0 0 0,0 0 0 0 0,1 1-1 0 0,0 2 1 0 0,0 0 0 0 0,36-7 0 0 0,-38 11-145 0 0,0 0 0 0 0,-1 1 0 0 0,1 1 0 0 0,0 1 0 0 0,0 1 0 0 0,0 0 0 0 0,0 2 0 0 0,0 0 1 0 0,25 8-1 0 0,-38-9-22 0 0,0 0-1 0 0,-1 0 1 0 0,1 0 0 0 0,-1 1 0 0 0,0 0 0 0 0,0 1 0 0 0,0-1 0 0 0,0 1 0 0 0,0 0 0 0 0,-1 0 0 0 0,0 0 0 0 0,0 0 0 0 0,0 1 0 0 0,0 0 0 0 0,-1 0 0 0 0,1 0-1 0 0,-1 0 1 0 0,2 6 0 0 0,-2-2 69 0 0,0 0-1 0 0,-1 0 0 0 0,0 0 0 0 0,0 0 0 0 0,-1 0 1 0 0,0 0-1 0 0,-1 0 0 0 0,0 1 0 0 0,0-1 1 0 0,-1 0-1 0 0,-3 11 0 0 0,-25 94 601 0 0,3-18-323 0 0,25-94-366 0 0,1-1 1 0 0,0 1-1 0 0,0 0 0 0 0,-1-1 1 0 0,1 1-1 0 0,0 0 1 0 0,0 0-1 0 0,1-1 0 0 0,-1 1 1 0 0,0 0-1 0 0,1 0 1 0 0,-1-1-1 0 0,0 1 0 0 0,1 0 1 0 0,0-1-1 0 0,-1 1 1 0 0,1-1-1 0 0,0 1 0 0 0,0-1 1 0 0,0 1-1 0 0,0-1 1 0 0,0 0-1 0 0,1 1 0 0 0,-1-1 1 0 0,0 0-1 0 0,0 0 1 0 0,1 0-1 0 0,-1 0 0 0 0,1 0 1 0 0,-1 0-1 0 0,1 0 1 0 0,-1 0-1 0 0,1-1 0 0 0,0 1 1 0 0,-1-1-1 0 0,1 1 1 0 0,0-1-1 0 0,-1 1 0 0 0,4-1 1 0 0,5 1-456 0 0,-1 0-1 0 0,1 0 1 0 0,0-2 0 0 0,0 1 0 0 0,13-3 0 0 0,-10 1-1424 0 0,-1-1 1 0 0,18-5-1 0 0,-2-4-3641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11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78 2212 0 0,'-24'-18'3495'0'0,"12"8"-1958"0"0,-1 0 1 0 0,0 2-1 0 0,-19-12 0 0 0,24 17-1511 0 0,6 2 75 0 0,0 0 0 0 0,0-1-1 0 0,-1 1 1 0 0,1 1 0 0 0,-1-1 0 0 0,1 0 0 0 0,-1 1-1 0 0,1-1 1 0 0,-5 1 0 0 0,7 0-187 0 0,-1 0 0 0 0,1 0-1 0 0,-1 0 1 0 0,1 0 0 0 0,-1 0 0 0 0,0 1 0 0 0,1-1 0 0 0,-1 0 0 0 0,1 0 0 0 0,-1 1-1 0 0,1-1 1 0 0,-1 1 0 0 0,1-1 0 0 0,0 0 0 0 0,-1 1 0 0 0,1-1 0 0 0,-1 1-1 0 0,0 0 1 0 0,-4 18-5033 0 0,4-6 1389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12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364 82 1560 0 0,'-21'11'1880'0'0,"1"2"0"0"0,0 0 0 0 0,-34 31 0 0 0,-46 55-637 0 0,96-95-1128 0 0,-15 15 32 0 0,1 1 0 0 0,1 1 0 0 0,0 0 0 0 0,2 1 0 0 0,0 1 0 0 0,-21 47 0 0 0,35-67-110 0 0,-1 0-1 0 0,1 1 1 0 0,0-1-1 0 0,0 1 1 0 0,1-1-1 0 0,-1 1 1 0 0,1 0-1 0 0,-1-1 0 0 0,1 1 1 0 0,0-1-1 0 0,0 1 1 0 0,1 0-1 0 0,-1-1 1 0 0,1 1-1 0 0,0-1 1 0 0,0 1-1 0 0,0-1 1 0 0,0 1-1 0 0,1-1 1 0 0,-1 0-1 0 0,1 1 1 0 0,2 2-1 0 0,-1-3 17 0 0,0 0 0 0 0,0 0 0 0 0,0 0 0 0 0,1 0 0 0 0,-1 0 0 0 0,1-1 0 0 0,0 0 0 0 0,0 0 0 0 0,0 0 0 0 0,0 0 0 0 0,0 0 1 0 0,0-1-1 0 0,0 0 0 0 0,0 0 0 0 0,1 0 0 0 0,-1 0 0 0 0,9 0 0 0 0,-5-1 28 0 0,1 0 0 0 0,-1 0 0 0 0,0-1 0 0 0,1 0 1 0 0,-1 0-1 0 0,0-1 0 0 0,0 0 0 0 0,0 0 0 0 0,0-1 1 0 0,0 0-1 0 0,-1-1 0 0 0,1 0 0 0 0,-1 0 1 0 0,0 0-1 0 0,0-1 0 0 0,0 0 0 0 0,-1 0 0 0 0,0-1 1 0 0,0 1-1 0 0,0-2 0 0 0,-1 1 0 0 0,8-11 0 0 0,-7 7-49 0 0,0-1 0 0 0,-1 1-1 0 0,0-1 1 0 0,-1 0 0 0 0,0-1 0 0 0,-1 1-1 0 0,0 0 1 0 0,-1-1 0 0 0,0 0-1 0 0,0 0 1 0 0,-2 0 0 0 0,1 0-1 0 0,-2 1 1 0 0,1-1 0 0 0,-4-15-1 0 0,-5-9-15 0 0,-1 1-1 0 0,-2 0 0 0 0,-19-40 1 0 0,6 17-53 0 0,25 56 33 0 0,-1 1 0 0 0,1 0 1 0 0,0-1-1 0 0,0 1 0 0 0,0-1 0 0 0,0 1 0 0 0,0 0 1 0 0,0-1-1 0 0,0 1 0 0 0,0-1 0 0 0,0 1 0 0 0,0 0 0 0 0,1-1 1 0 0,-1 1-1 0 0,1 0 0 0 0,-1-1 0 0 0,1 1 0 0 0,0 0 1 0 0,-1-1-1 0 0,1 1 0 0 0,0 0 0 0 0,0 0 0 0 0,0 0 0 0 0,0 0 1 0 0,0 0-1 0 0,0 0 0 0 0,0 0 0 0 0,0 0 0 0 0,0 0 1 0 0,0 1-1 0 0,0-1 0 0 0,1 0 0 0 0,-1 1 0 0 0,0-1 0 0 0,1 1 1 0 0,1-1-1 0 0,5-2-7 0 0,0 0 1 0 0,0 0-1 0 0,0 1 1 0 0,13-1-1 0 0,-7 2 2 0 0,-1 0 0 0 0,0 2 1 0 0,0 0-1 0 0,0 0 0 0 0,0 1 0 0 0,0 0 0 0 0,0 2 0 0 0,0-1 0 0 0,-1 2 1 0 0,1-1-1 0 0,-1 2 0 0 0,0-1 0 0 0,-1 2 0 0 0,1 0 0 0 0,-1 0 0 0 0,-1 1 1 0 0,15 13-1 0 0,-15-12 10 0 0,0 1 0 0 0,-1 0 1 0 0,0 0-1 0 0,0 1 0 0 0,-1 0 1 0 0,-1 0-1 0 0,0 1 0 0 0,-1 0 1 0 0,0 1-1 0 0,0-1 0 0 0,-2 1 1 0 0,1 0-1 0 0,-2 0 0 0 0,0 0 1 0 0,0 1-1 0 0,1 25 0 0 0,-5-31 15 0 0,0 0-1 0 0,0 0 0 0 0,0-1 1 0 0,-1 1-1 0 0,0 0 0 0 0,-1-1 1 0 0,0 0-1 0 0,0 1 0 0 0,0-1 1 0 0,-1 0-1 0 0,0-1 0 0 0,-1 1 1 0 0,-5 6-1 0 0,2-1 32 0 0,-2 0 248 0 0,10-12-285 0 0,-1 1-1 0 0,1-1 1 0 0,-1 0 0 0 0,1 0 0 0 0,0 0-1 0 0,-1 0 1 0 0,1 1 0 0 0,-1-1 0 0 0,1 0 0 0 0,-1 0-1 0 0,1 0 1 0 0,-1 0 0 0 0,1 0 0 0 0,-1 0-1 0 0,1 0 1 0 0,0 0 0 0 0,-1 0 0 0 0,1-1 0 0 0,-1 1-1 0 0,1 0 1 0 0,-1 0 0 0 0,1 0 0 0 0,0 0-1 0 0,-1-1 1 0 0,1 1 0 0 0,-1 0 0 0 0,0-1-1 0 0,1-3-2 0 0,23-28-17 0 0,1 1 0 0 0,2 1-1 0 0,0 1 1 0 0,2 1 0 0 0,1 2-1 0 0,37-27 1 0 0,21-6-66 0 0,-76 53 68 0 0,1-1 0 0 0,0 2-1 0 0,0 0 1 0 0,1 0 0 0 0,24-5 0 0 0,-34 9 6 0 0,1 1 0 0 0,0 0 1 0 0,0-1-1 0 0,0 1 0 0 0,0 1 0 0 0,0-1 0 0 0,0 0 1 0 0,0 1-1 0 0,0 0 0 0 0,0 0 0 0 0,-1 0 1 0 0,1 1-1 0 0,0-1 0 0 0,-1 1 0 0 0,1 0 1 0 0,-1 0-1 0 0,0 0 0 0 0,1 0 0 0 0,-1 0 1 0 0,0 1-1 0 0,0 0 0 0 0,0 0 0 0 0,-1-1 1 0 0,1 1-1 0 0,-1 1 0 0 0,0-1 0 0 0,1 0 1 0 0,-2 1-1 0 0,1-1 0 0 0,0 1 0 0 0,-1-1 0 0 0,2 5 1 0 0,1 2 11 0 0,-1 0 1 0 0,-1 0 0 0 0,0 1-1 0 0,0-1 1 0 0,-1 1-1 0 0,0-1 1 0 0,0 1 0 0 0,-1 0-1 0 0,-1-1 1 0 0,-3 21-1 0 0,0-16-180 0 0,-1 0 0 0 0,0 0 0 0 0,0-1 0 0 0,-10 17 0 0 0,8-18-2180 0 0,-1-1 0 0 0,-13 17 0 0 0,10-15-3373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12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3288 0 0,'10'3'7593'0'0,"6"2"-1900"0"0,-2-1-4873 0 0,-2 1-1108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13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34 2164 0 0,'-27'-28'9482'0'0,"26"27"-8987"0"0,1 0-454 0 0,0 1-1 0 0,-1 0 0 0 0,1-1 1 0 0,0 1-1 0 0,-1 0 1 0 0,1-1-1 0 0,-1 1 0 0 0,1 0 1 0 0,0 0-1 0 0,-1-1 1 0 0,1 1-1 0 0,-1 0 0 0 0,1 0 1 0 0,-1 0-1 0 0,1-1 1 0 0,-1 1-1 0 0,1 0 1 0 0,-1 0-1 0 0,1 0 0 0 0,0 0 1 0 0,-1 0-1 0 0,1 0 1 0 0,-1 0-1 0 0,1 0 0 0 0,-1 0 1 0 0,1 0-1 0 0,-1 0 1 0 0,1 1-1 0 0,-1-1 0 0 0,1 0 1 0 0,-1 0-1 0 0,1 0 1 0 0,-1 1-1 0 0,1-1 1 0 0,0 0-1 0 0,-1 0 0 0 0,1 1 1 0 0,-1-1-1 0 0,1 0 1 0 0,0 1-1 0 0,-1-1 0 0 0,1 1 1 0 0,-1 0-1 0 0,-31 53 623 0 0,-33 75-1 0 0,18-31-477 0 0,29-64-517 0 0,2 0 1 0 0,1 1 0 0 0,-18 66-1 0 0,32-98 25 0 0,-3 21-737 0 0,4-23 863 0 0,0 0 1 0 0,0 0 0 0 0,0 0 0 0 0,0 0 0 0 0,0 0-1 0 0,0 0 1 0 0,0 0 0 0 0,1 0 0 0 0,-1 0-1 0 0,0 0 1 0 0,1 0 0 0 0,-1-1 0 0 0,0 1 0 0 0,1 0-1 0 0,-1 0 1 0 0,1 0 0 0 0,-1 0 0 0 0,1-1-1 0 0,0 1 1 0 0,-1 0 0 0 0,3 1 0 0 0,6 4-2584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13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226 104 1364 0 0,'15'-16'3039'0'0,"-1"0"0"0"0,-1-1 0 0 0,18-28 0 0 0,-28 35-1891 0 0,-13 16-798 0 0,2 0-306 0 0,1 1 0 0 0,-1 0 0 0 0,1 1 0 0 0,0-1 0 0 0,0 1 1 0 0,1 1-1 0 0,-6 9 0 0 0,12-17-43 0 0,0 1 0 0 0,0-1 1 0 0,-1 0-1 0 0,1 1 0 0 0,1-1 1 0 0,-1 0-1 0 0,0 0 0 0 0,0 1 1 0 0,0-1-1 0 0,1 0 0 0 0,-1 0 1 0 0,0 0-1 0 0,1 1 0 0 0,-1-1 1 0 0,1 0-1 0 0,0 0 0 0 0,-1 0 1 0 0,1 0-1 0 0,0 0 0 0 0,1 1 1 0 0,17 19-8 0 0,29 12 23 0 0,-31-22-38 0 0,30 25 1 0 0,-43-32 57 0 0,0 0-1 0 0,0 0 0 0 0,0 0 1 0 0,-1 1-1 0 0,1 0 0 0 0,-1 0 1 0 0,0 0-1 0 0,0 0 0 0 0,-1 0 1 0 0,0 1-1 0 0,2 5 0 0 0,-3-8 65 0 0,0-1 0 0 0,-1 1-1 0 0,1 0 1 0 0,-1 0-1 0 0,0 0 1 0 0,0 0-1 0 0,0 0 1 0 0,0-1-1 0 0,-1 1 1 0 0,1 0-1 0 0,-1 0 1 0 0,1 0 0 0 0,-1 0-1 0 0,0-1 1 0 0,0 1-1 0 0,-1 0 1 0 0,-1 2-1 0 0,1-1 32 0 0,-1 0-1 0 0,0 0 0 0 0,-1 0 0 0 0,1-1 1 0 0,-1 1-1 0 0,0-1 0 0 0,1 0 0 0 0,-1 0 1 0 0,-7 3-1 0 0,2-1 12 0 0,-1-1 0 0 0,0 0 1 0 0,1 0-1 0 0,-2-1 0 0 0,1 0 0 0 0,0-1 1 0 0,0 0-1 0 0,-21 1 0 0 0,21-3-199 0 0,1-1 1 0 0,-1 0-1 0 0,0-1 0 0 0,1 0 0 0 0,-1 0 0 0 0,1-1 1 0 0,-1 0-1 0 0,1 0 0 0 0,0-1 0 0 0,1-1 1 0 0,-1 0-1 0 0,1 0 0 0 0,-1 0 0 0 0,-13-14 0 0 0,12 10-698 0 0,1 0 0 0 0,0-1 0 0 0,1 0 0 0 0,-10-15-1 0 0,10 12-1157 0 0,1-1-1 0 0,0 0 1 0 0,-7-21-1 0 0,5 4-3642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14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2024 0 0,'0'0'1960'0'0,"5"-10"853"0"0,-3 3-369 0 0,1-5-1308 0 0,-5 24-3268 0 0,1 3-3709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14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531 109 596 0 0,'0'-5'657'0'0,"1"1"1"0"0,-1 0-1 0 0,0 0 1 0 0,0 0-1 0 0,0-1 1 0 0,0 1-1 0 0,-1 0 1 0 0,0 0-1 0 0,0 0 0 0 0,-2-7 1 0 0,2 8-405 0 0,-1 0-1 0 0,0-1 1 0 0,1 1 0 0 0,-1 0 0 0 0,0 1 0 0 0,-1-1-1 0 0,1 0 1 0 0,0 1 0 0 0,-1-1 0 0 0,0 1-1 0 0,-2-3 1 0 0,0 2-169 0 0,1 1 0 0 0,-1-1 0 0 0,0 1 0 0 0,0 0 0 0 0,0 0 0 0 0,0 1-1 0 0,0 0 1 0 0,0-1 0 0 0,0 2 0 0 0,0-1 0 0 0,-1 1 0 0 0,1-1 0 0 0,0 1 0 0 0,0 1-1 0 0,-1-1 1 0 0,1 1 0 0 0,-6 1 0 0 0,-4 3-39 0 0,-1 0-1 0 0,1 1 1 0 0,0 0-1 0 0,1 2 1 0 0,-1-1 0 0 0,2 2-1 0 0,-1 0 1 0 0,1 0-1 0 0,-20 20 1 0 0,0 3 2 0 0,2 1 0 0 0,-32 46 0 0 0,41-50 5 0 0,-33 58 0 0 0,50-77-38 0 0,0 0-1 0 0,0 1 1 0 0,1-1 0 0 0,1 1-1 0 0,-1 0 1 0 0,2 0-1 0 0,0 0 1 0 0,0 1 0 0 0,1-1-1 0 0,0 14 1 0 0,1-22-18 0 0,1 1 1 0 0,-1-1-1 0 0,1 0 1 0 0,0 1-1 0 0,0-1 1 0 0,0 0-1 0 0,1 1 1 0 0,-1-1 0 0 0,1 0-1 0 0,-1 0 1 0 0,1 0-1 0 0,0 0 1 0 0,0-1-1 0 0,0 1 1 0 0,1 0-1 0 0,-1-1 1 0 0,1 1-1 0 0,-1-1 1 0 0,1 0-1 0 0,0 0 1 0 0,0 0-1 0 0,0 0 1 0 0,0-1-1 0 0,0 1 1 0 0,0-1-1 0 0,1 0 1 0 0,-1 0-1 0 0,0 0 1 0 0,7 1-1 0 0,4 0-168 0 0,1 0 0 0 0,-1 0 0 0 0,0-2 0 0 0,1 0 0 0 0,-1-1 0 0 0,14-2 0 0 0,11-3-643 0 0,0-2-1 0 0,-1-1 1 0 0,-1-2 0 0 0,0-2-1 0 0,0-1 1 0 0,-1-2 0 0 0,-1-2-1 0 0,39-25 1 0 0,-29 11-1346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15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184 272 64 0 0,'20'-37'3042'0'0,"20"-52"-1"0"0,-34 73-1997 0 0,-1-1 0 0 0,0 1 0 0 0,-1-1 0 0 0,-1 0 0 0 0,2-35 0 0 0,-5 52-1028 0 0,0-1 0 0 0,0 1 0 0 0,0 0 0 0 0,0-1-1 0 0,0 1 1 0 0,0-1 0 0 0,0 1 0 0 0,0 0 0 0 0,0-1 0 0 0,0 1 0 0 0,0-1-1 0 0,0 1 1 0 0,0 0 0 0 0,0-1 0 0 0,0 1 0 0 0,-1 0 0 0 0,1-1 0 0 0,0 1 0 0 0,0 0-1 0 0,0-1 1 0 0,-1 1 0 0 0,1 0 0 0 0,0 0 0 0 0,0-1 0 0 0,-1 1 0 0 0,1 0-1 0 0,0 0 1 0 0,-1-1 0 0 0,1 1 0 0 0,0 0 0 0 0,-1 0 0 0 0,1 0 0 0 0,0 0-1 0 0,-1-1 1 0 0,1 1 0 0 0,-1 0 0 0 0,1 0 0 0 0,0 0 0 0 0,-1 0 0 0 0,1 0-1 0 0,0 0 1 0 0,-1 0 0 0 0,1 0 0 0 0,-1 0 0 0 0,1 0 0 0 0,0 0 0 0 0,-1 0 0 0 0,1 0-1 0 0,-1 1 1 0 0,-1-1 1 0 0,1 1-1 0 0,-1 0 0 0 0,1-1 0 0 0,-1 1 1 0 0,1 0-1 0 0,-1 0 0 0 0,1 0 0 0 0,0 0 1 0 0,-1 0-1 0 0,0 2 0 0 0,-20 25 136 0 0,1 2 0 0 0,1 1 0 0 0,-26 57 0 0 0,-32 107 232 0 0,66-164-335 0 0,1 1 0 0 0,2 1 0 0 0,2 0 0 0 0,1 0 0 0 0,1 0 0 0 0,0 54 0 0 0,5-82-40 0 0,0 0 0 0 0,1 1 0 0 0,0-1-1 0 0,0 0 1 0 0,0 0 0 0 0,0 0 0 0 0,1 1 0 0 0,0-1 0 0 0,0-1 0 0 0,1 1 0 0 0,-1 0-1 0 0,1-1 1 0 0,0 1 0 0 0,0-1 0 0 0,0 0 0 0 0,1 0 0 0 0,-1 0 0 0 0,8 6-1 0 0,-6-7-45 0 0,0 0-1 0 0,0 0 0 0 0,1 0 1 0 0,0 0-1 0 0,-1-1 0 0 0,1 0 1 0 0,0 0-1 0 0,0-1 0 0 0,0 0 0 0 0,1 0 1 0 0,-1 0-1 0 0,0-1 0 0 0,0 1 1 0 0,0-2-1 0 0,12 0 0 0 0,-6-1-28 0 0,0-1-1 0 0,-1 0 0 0 0,1-1 1 0 0,-1 0-1 0 0,0 0 0 0 0,0-1 1 0 0,0-1-1 0 0,-1 0 0 0 0,0 0 1 0 0,0-1-1 0 0,0 0 0 0 0,-1-1 1 0 0,0 0-1 0 0,-1 0 0 0 0,0-1 1 0 0,0 0-1 0 0,10-16 0 0 0,-4 2 470 0 0,0 0 0 0 0,-2 0 0 0 0,-1-1 0 0 0,-1-1 0 0 0,-1 0 0 0 0,11-47 0 0 0,-19 64-146 0 0,-3 7-97 0 0,-8 12-46 0 0,-10 18-81 0 0,11-13-10 0 0,-1 0 0 0 0,2 1 1 0 0,0 0-1 0 0,1 1 0 0 0,1-1 1 0 0,1 1-1 0 0,0 0 0 0 0,1 1 1 0 0,-2 33-1 0 0,6-48-19 0 0,0 0 0 0 0,0-1 0 0 0,0 1 0 0 0,1 0-1 0 0,0-1 1 0 0,-1 1 0 0 0,1 0 0 0 0,0-1 0 0 0,1 1 0 0 0,-1-1 0 0 0,1 0 0 0 0,-1 1 0 0 0,1-1 0 0 0,0 0 0 0 0,0 0-1 0 0,1 0 1 0 0,3 4 0 0 0,-2-4 1 0 0,0 0-1 0 0,0-1 0 0 0,0 1 0 0 0,0-1 0 0 0,0 0 1 0 0,0 0-1 0 0,1 0 0 0 0,-1-1 0 0 0,1 1 0 0 0,-1-1 1 0 0,1 0-1 0 0,5 0 0 0 0,5 0-3 0 0,-1-1 0 0 0,1 0 0 0 0,0-1 0 0 0,0-1 0 0 0,-1 0 0 0 0,1-1 0 0 0,24-9 0 0 0,-30 9 1 0 0,-1-1 1 0 0,0 0-1 0 0,0 0 0 0 0,-1-1 0 0 0,1 0 0 0 0,-1 0 0 0 0,0-1 1 0 0,0 0-1 0 0,-1 0 0 0 0,0 0 0 0 0,0-1 0 0 0,0 0 0 0 0,-1 0 1 0 0,0-1-1 0 0,0 0 0 0 0,-1 1 0 0 0,0-1 0 0 0,-1-1 0 0 0,1 1 1 0 0,-1-1-1 0 0,-1 1 0 0 0,0-1 0 0 0,0 0 0 0 0,-1 0 0 0 0,0 0 1 0 0,0 0-1 0 0,-1 0 0 0 0,0 0 0 0 0,-1 1 0 0 0,0-1 0 0 0,0 0 1 0 0,-1 0-1 0 0,0 0 0 0 0,-1 1 0 0 0,0-1 0 0 0,0 1 0 0 0,-1 0 1 0 0,0 0-1 0 0,-7-11 0 0 0,7 13-1 0 0,-1 1 0 0 0,0-1 0 0 0,0 1 0 0 0,0 0 0 0 0,-1 1 0 0 0,1-1 0 0 0,-1 1 0 0 0,0 0 0 0 0,0 0 0 0 0,-1 1 0 0 0,1 0 0 0 0,-1 0 0 0 0,0 1 0 0 0,0-1 0 0 0,0 2 0 0 0,0-1 0 0 0,0 1 0 0 0,0 0 0 0 0,0 0 0 0 0,-14 1 0 0 0,13 0-38 0 0,-1 1-1 0 0,0-1 1 0 0,1 2-1 0 0,-1-1 0 0 0,1 1 1 0 0,-1 1-1 0 0,1-1 1 0 0,0 2-1 0 0,0-1 1 0 0,0 1-1 0 0,0 0 1 0 0,1 0-1 0 0,0 1 0 0 0,0 0 1 0 0,0 1-1 0 0,0-1 1 0 0,-6 9-1 0 0,11-13-46 0 0,1 1 1 0 0,-1 0-1 0 0,1 0 0 0 0,-1 0 0 0 0,1 0 1 0 0,0 0-1 0 0,0 0 0 0 0,0 0 0 0 0,0 1 1 0 0,0-1-1 0 0,0 0 0 0 0,1 0 0 0 0,-1 1 1 0 0,1-1-1 0 0,0 1 0 0 0,-1-1 0 0 0,1 0 1 0 0,0 1-1 0 0,0-1 0 0 0,1 4 0 0 0,0-3-2 0 0,0-1 0 0 0,0 0-1 0 0,0 0 1 0 0,1 0 0 0 0,-1 0-1 0 0,0 0 1 0 0,1-1 0 0 0,-1 1-1 0 0,1 0 1 0 0,0-1 0 0 0,-1 1-1 0 0,1-1 1 0 0,0 1 0 0 0,0-1-1 0 0,0 0 1 0 0,0 0-1 0 0,0 0 1 0 0,0 0 0 0 0,1 0-1 0 0,-1 0 1 0 0,2 0 0 0 0,12 3-238 0 0,-1-1 0 0 0,0 0 0 0 0,1-1 0 0 0,-1-1 1 0 0,1-1-1 0 0,16-1 0 0 0,93-14-392 0 0,-36-2 693 0 0,89-29 0 0 0,-130 30 1511 0 0,74-36-1 0 0,-101 38-648 0 0,-18 7-334 0 0,-16 7-408 0 0,4 2-85 0 0,1 1 1 0 0,-1 1-1 0 0,1 0 0 0 0,-1 0 0 0 0,1 0 0 0 0,0 1 0 0 0,1 0 0 0 0,-14 12 1 0 0,17-14-12 0 0,0 0 1 0 0,1 0-1 0 0,0 0 1 0 0,0 1-1 0 0,0-1 1 0 0,0 1-1 0 0,0-1 1 0 0,1 1-1 0 0,-1 0 1 0 0,1 0-1 0 0,0 0 1 0 0,0 1-1 0 0,1-1 1 0 0,-1 0-1 0 0,1 1 1 0 0,0-1 0 0 0,0 0-1 0 0,1 1 1 0 0,-1 0-1 0 0,1 6 1 0 0,1-6 3 0 0,0 0 1 0 0,1 0-1 0 0,0-1 1 0 0,-1 1 0 0 0,2 0-1 0 0,-1 0 1 0 0,0-1-1 0 0,1 0 1 0 0,0 1 0 0 0,0-1-1 0 0,4 4 1 0 0,5 4 3 0 0,0-1 0 0 0,15 11 0 0 0,-17-14 1 0 0,0 1 0 0 0,0-1-1 0 0,14 18 1 0 0,-14-14 30 0 0,-8-10-35 0 0,0 0 1 0 0,0 0-1 0 0,-1 0 0 0 0,1 0 0 0 0,-1 1 1 0 0,1-1-1 0 0,-1 1 0 0 0,2 2 0 0 0,-3-4 14 0 0,0 0 0 0 0,0 1 0 0 0,0-1 0 0 0,0 0 0 0 0,0 1 0 0 0,0-1 0 0 0,0 0 0 0 0,0 1 0 0 0,-1-1 1 0 0,1 0-1 0 0,0 0 0 0 0,-1 1 0 0 0,1-1 0 0 0,-1 0 0 0 0,1 0 0 0 0,-1 0 0 0 0,0 0 0 0 0,0 0 0 0 0,1 1 0 0 0,-1-1 0 0 0,0-1 0 0 0,-1 2 0 0 0,-4 4 63 0 0,0 0 0 0 0,0-1-1 0 0,-1 0 1 0 0,0 0 0 0 0,0-1 0 0 0,0 0 0 0 0,0 0 0 0 0,-1 0 0 0 0,-10 2 0 0 0,1 0-112 0 0,0-1 1 0 0,0-1-1 0 0,-24 2 0 0 0,41-6-47 0 0,-1 0-1 0 0,1 1 1 0 0,-1-1-1 0 0,1 0 1 0 0,0 0-1 0 0,-1 0 1 0 0,1 0-1 0 0,-1 0 1 0 0,1 0-1 0 0,-1 0 1 0 0,1 0-1 0 0,-1 0 1 0 0,1 0-1 0 0,-1 0 1 0 0,1 0-1 0 0,-1 0 1 0 0,1-1-1 0 0,-1 1 1 0 0,1 0-1 0 0,0 0 1 0 0,-1 0-1 0 0,1-1 1 0 0,-1 1-1 0 0,1 0 1 0 0,0 0-1 0 0,-1-1 1 0 0,1 1-1 0 0,0 0 1 0 0,-1-1-1 0 0,1 1 1 0 0,0 0-1 0 0,-1-1 1 0 0,1 1-1 0 0,0-1 1 0 0,0 1-1 0 0,0-1 1 0 0,-1 1-1 0 0,1 0 1 0 0,0-1-1 0 0,0 1 1 0 0,0-1-1 0 0,0 1 1 0 0,0-1-1 0 0,0 1 1 0 0,0-1-1 0 0,0 1 1 0 0,0-1-1 0 0,0 1 1 0 0,0-1-1 0 0,0 1 1 0 0,0-1-1 0 0,0 1 1 0 0,0 0-1 0 0,1-1 1 0 0,-1 1-1 0 0,0-1 1 0 0,0 1-1 0 0,0-1 1 0 0,1 0-1 0 0,14-23-4612 0 0,-4 12 939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16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223 790 1500 0 0,'0'0'1940'0'0,"3"20"5208"0"0,-4-20-7150 0 0,-3 18 1771 0 0,4-17-1735 0 0,0-1 1 0 0,0 1-1 0 0,1-1 0 0 0,-1 1 0 0 0,0-1 0 0 0,1 1 1 0 0,-1-1-1 0 0,0 1 0 0 0,1-1 0 0 0,-1 0 0 0 0,1 1 1 0 0,-1-1-1 0 0,1 1 0 0 0,-1-1 0 0 0,0 0 1 0 0,1 1-1 0 0,-1-1 0 0 0,1 0 0 0 0,0 0 0 0 0,-1 1 1 0 0,1-1-1 0 0,-1 0 0 0 0,1 0 0 0 0,-1 0 1 0 0,1 0-1 0 0,0 0 0 0 0,-1 0 0 0 0,1 0 0 0 0,-1 0 1 0 0,1 0-1 0 0,0 0 0 0 0,-1 0 0 0 0,2 0 1 0 0,6-1 43 0 0,0 1 0 0 0,0-1 0 0 0,0-1 0 0 0,0 0 0 0 0,0 0 1 0 0,-1 0-1 0 0,1-1 0 0 0,9-5 0 0 0,-14 7-72 0 0,-1-1 1 0 0,0 0-1 0 0,1 1 1 0 0,-1-1-1 0 0,0 0 0 0 0,0 0 1 0 0,0 0-1 0 0,0 0 1 0 0,-1 0-1 0 0,1 0 0 0 0,-1-1 1 0 0,1 1-1 0 0,-1-1 1 0 0,0 1-1 0 0,1-1 0 0 0,-1 1 1 0 0,-1-1-1 0 0,1 0 1 0 0,0 0-1 0 0,-1 1 0 0 0,1-1 1 0 0,-1 0-1 0 0,0 0 1 0 0,0-3-1 0 0,0 5-8 0 0,0-1 0 0 0,-1 0 1 0 0,1 1-1 0 0,0-1 0 0 0,-1 0 0 0 0,0 1 1 0 0,1-1-1 0 0,-1 1 0 0 0,0-1 0 0 0,0 1 1 0 0,1 0-1 0 0,-1-1 0 0 0,0 1 0 0 0,-1 0 1 0 0,0-2-1 0 0,-7-6 2 0 0,-7 2 3 0 0,10 5-2 0 0,-1 2 0 0 0,0-1 0 0 0,0 1-1 0 0,0 0 1 0 0,0 0 0 0 0,0 0 0 0 0,0 1-1 0 0,0 0 1 0 0,0 1 0 0 0,1 0 0 0 0,-1 0-1 0 0,0 0 1 0 0,1 1 0 0 0,0 0 0 0 0,-1 0-1 0 0,1 0 1 0 0,-10 9 0 0 0,-5 3 23 0 0,1 0-1 0 0,1 2 1 0 0,-27 30 0 0 0,32-32-3 0 0,1 1 0 0 0,-12 19 0 0 0,21-29-12 0 0,1 0 1 0 0,0 0-1 0 0,0 0 0 0 0,0 0 0 0 0,1 0 0 0 0,0 0 0 0 0,0 1 1 0 0,0-1-1 0 0,1 1 0 0 0,-1 11 0 0 0,3-16-9 0 0,-1 1 1 0 0,1-1-1 0 0,-1 1 0 0 0,1-1 1 0 0,0 1-1 0 0,0-1 1 0 0,0 1-1 0 0,0-1 0 0 0,0 1 1 0 0,0-1-1 0 0,1 0 0 0 0,-1 0 1 0 0,1 0-1 0 0,0 0 1 0 0,0 0-1 0 0,-1 0 0 0 0,1 0 1 0 0,0-1-1 0 0,1 1 0 0 0,-1 0 1 0 0,0-1-1 0 0,0 0 1 0 0,1 0-1 0 0,-1 0 0 0 0,0 0 1 0 0,1 0-1 0 0,4 1 0 0 0,6 2-265 0 0,0-1-1 0 0,1 0 0 0 0,26 1 0 0 0,-11-4-424 0 0,0 0 0 0 0,0-2-1 0 0,51-10 1 0 0,-26 0-125 0 0,54-20 0 0 0,-73 20 339 0 0,-1-2-1 0 0,-1-1 0 0 0,43-26 1 0 0,-62 32 793 0 0,-1 1 0 0 0,0-2 0 0 0,-1 0 1 0 0,0-1-1 0 0,-1 0 0 0 0,0 0 0 0 0,-1-1 0 0 0,0-1 1 0 0,-1 0-1 0 0,11-19 0 0 0,-18 29-151 0 0,-1 0 0 0 0,1-1 0 0 0,-1 1 0 0 0,0-1 0 0 0,0 1 0 0 0,0-1 0 0 0,0 1 1 0 0,0-6-1 0 0,-1 8-96 0 0,0-1 1 0 0,-1 0 0 0 0,1 0 0 0 0,0 0 0 0 0,-1 1-1 0 0,1-1 1 0 0,-1 0 0 0 0,1 0 0 0 0,-1 1 0 0 0,0-1-1 0 0,0 1 1 0 0,0-1 0 0 0,0 1 0 0 0,0-1 0 0 0,0 1-1 0 0,0-1 1 0 0,-2 0 0 0 0,2 1-40 0 0,-1 0 1 0 0,1 0 0 0 0,-1 1-1 0 0,1-1 1 0 0,-1 1-1 0 0,1-1 1 0 0,-1 1 0 0 0,1 0-1 0 0,-1-1 1 0 0,1 1-1 0 0,-1 0 1 0 0,1 0-1 0 0,-1 0 1 0 0,1 0 0 0 0,-1 1-1 0 0,0-1 1 0 0,1 0-1 0 0,-2 1 1 0 0,-28 8 213 0 0,19-5-177 0 0,1 2 1 0 0,0 0-1 0 0,0 0 0 0 0,0 0 0 0 0,1 2 0 0 0,-18 15 1 0 0,6-2 38 0 0,-33 41 0 0 0,41-45-68 0 0,2 1-1 0 0,-16 28 0 0 0,24-41-26 0 0,2 1 0 0 0,-1 0 0 0 0,1-1-1 0 0,-1 1 1 0 0,2 0 0 0 0,-1 0 0 0 0,1 1-1 0 0,0-1 1 0 0,0 0 0 0 0,0 0 0 0 0,1 1-1 0 0,0-1 1 0 0,1 9 0 0 0,0-14-6 0 0,-1 1 1 0 0,1 0 0 0 0,-1 0 0 0 0,1 0-1 0 0,0 0 1 0 0,0 0 0 0 0,0-1 0 0 0,0 1-1 0 0,0 0 1 0 0,0-1 0 0 0,0 1 0 0 0,0-1-1 0 0,1 1 1 0 0,-1-1 0 0 0,1 0-1 0 0,-1 1 1 0 0,1-1 0 0 0,-1 0 0 0 0,4 1-1 0 0,-2 0 2 0 0,1-1-1 0 0,0 0 1 0 0,-1 0-1 0 0,1 0 0 0 0,0 0 1 0 0,0-1-1 0 0,0 1 1 0 0,-1-1-1 0 0,7 0 1 0 0,3-2 1 0 0,0 0 0 0 0,1 0 1 0 0,-1-1-1 0 0,21-8 1 0 0,-7 0-6 0 0,0-1 1 0 0,0-1 0 0 0,-1-1-1 0 0,-1-2 1 0 0,41-32 0 0 0,-34 20-5 0 0,-1-2 1 0 0,-1-1-1 0 0,36-48 1 0 0,-12 0 1 0 0,-2-3 1 0 0,72-159 0 0 0,-122 238-15 0 0,63-153 289 0 0,-58 138-97 0 0,-2-1 0 0 0,0 0 0 0 0,-1 0 0 0 0,-1 0-1 0 0,-1 0 1 0 0,-1-33 0 0 0,-1 50-171 0 0,1 1 1 0 0,-1-1 0 0 0,-1 0-1 0 0,1 1 1 0 0,0-1-1 0 0,0 0 1 0 0,-1 0 0 0 0,1 1-1 0 0,-1-1 1 0 0,1 0-1 0 0,-1 1 1 0 0,0-1 0 0 0,0 1-1 0 0,0-1 1 0 0,0 1-1 0 0,0-1 1 0 0,0 1 0 0 0,0 0-1 0 0,0-1 1 0 0,0 1-1 0 0,-1 0 1 0 0,-1-1 0 0 0,2 1-3 0 0,-1 0 1 0 0,0 1 0 0 0,0-1 0 0 0,0 1 0 0 0,0 0 0 0 0,0 0 0 0 0,0 0 0 0 0,0 0 0 0 0,0 0 0 0 0,0 0 0 0 0,0 0 0 0 0,0 0 0 0 0,0 1-1 0 0,1-1 1 0 0,-1 1 0 0 0,-3 0 0 0 0,-4 4 10 0 0,0-1 0 0 0,0 1 0 0 0,0 0 0 0 0,0 1 0 0 0,1 0 0 0 0,-8 8 0 0 0,-7 8-2 0 0,1 2 0 0 0,1 0 0 0 0,2 1 1 0 0,0 2-1 0 0,-29 55 0 0 0,16-15-1 0 0,-35 102-1 0 0,54-129 6 0 0,1 0 0 0 0,-6 45 0 0 0,15-68-5 0 0,1 0-1 0 0,1 0 1 0 0,0 0 0 0 0,1 0 0 0 0,1 0 0 0 0,1-1 0 0 0,0 1 0 0 0,6 17 0 0 0,-6-28-58 0 0,0-1-1 0 0,0 1 1 0 0,1 0-1 0 0,0-1 1 0 0,0 0-1 0 0,0 1 1 0 0,1-1-1 0 0,0 0 1 0 0,0-1-1 0 0,0 1 1 0 0,5 3-1 0 0,-1-1-234 0 0,1-1 0 0 0,0 0 0 0 0,0 0 0 0 0,0-1 0 0 0,19 7 0 0 0,-1-3-1692 0 0,0-1 1 0 0,1-1-1 0 0,53 5 0 0 0,-18-5-3531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17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2172 0 0,'5'-7'1065'0'0,"-1"0"-1"0"0,1 0 1 0 0,0 0 0 0 0,0 1-1 0 0,8-8 1 0 0,-10 11-906 0 0,0 1 1 0 0,-1 0 0 0 0,1 0-1 0 0,0 0 1 0 0,0 1 0 0 0,0-1-1 0 0,0 1 1 0 0,0-1 0 0 0,0 1-1 0 0,1 0 1 0 0,-1 0 0 0 0,0 0-1 0 0,1 1 1 0 0,-1-1 0 0 0,5 1-1 0 0,-7 0-133 0 0,0 0 0 0 0,0 1 0 0 0,0-1-1 0 0,0 0 1 0 0,0 1 0 0 0,0-1 0 0 0,0 1 0 0 0,0-1-1 0 0,0 1 1 0 0,0-1 0 0 0,0 1 0 0 0,0 0 0 0 0,0 0-1 0 0,0-1 1 0 0,0 1 0 0 0,-1 0 0 0 0,1 0 0 0 0,0 0-1 0 0,0 0 1 0 0,-1 0 0 0 0,1 0 0 0 0,-1 0-1 0 0,1 0 1 0 0,-1 0 0 0 0,1 2 0 0 0,5 27 509 0 0,-7-15-329 0 0,0 0-1 0 0,-1 0 1 0 0,0 0 0 0 0,-9 24 0 0 0,-25 59 229 0 0,2-6-186 0 0,33-91-246 0 0,1 0 0 0 0,-1 1 0 0 0,1-1 0 0 0,-1 1 0 0 0,1-1 1 0 0,0 1-1 0 0,0 0 0 0 0,0-1 0 0 0,0 1 0 0 0,0-1 0 0 0,0 1 0 0 0,0-1 0 0 0,0 1 0 0 0,1-1 0 0 0,-1 1 0 0 0,0-1 0 0 0,1 1 0 0 0,-1-1 0 0 0,1 1 0 0 0,0-1 0 0 0,0 0 0 0 0,-1 1 0 0 0,1-1 0 0 0,0 0 0 0 0,0 0 0 0 0,0 1 0 0 0,0-1 0 0 0,0 0 0 0 0,1 0 0 0 0,-1 0 0 0 0,0 0 0 0 0,0-1 0 0 0,1 1 1 0 0,-1 0-1 0 0,0 0 0 0 0,1-1 0 0 0,-1 1 0 0 0,1-1 0 0 0,-1 1 0 0 0,1-1 0 0 0,-1 0 0 0 0,1 1 0 0 0,2-1 0 0 0,6 1 8 0 0,0 0-1 0 0,0-1 1 0 0,0 0 0 0 0,-1-1 0 0 0,18-3-1 0 0,-10 1-8 0 0,1-1-1 0 0,-1-1 1 0 0,0-1-1 0 0,0-1 1 0 0,-1 0-1 0 0,1-1 1 0 0,-2 0-1 0 0,1-1 1 0 0,-1-1-1 0 0,-1-1 1 0 0,0 0-1 0 0,0-1 1 0 0,-1 0-1 0 0,-1-1 1 0 0,0 0-1 0 0,12-19 1 0 0,-18 24 23 0 0,-2 0-1 0 0,1-1 1 0 0,-1 0 0 0 0,0 1 0 0 0,-1-1 0 0 0,0-1 0 0 0,-1 1 0 0 0,0 0 0 0 0,0-1 0 0 0,-1 1-1 0 0,0-1 1 0 0,0 1 0 0 0,-1-1 0 0 0,-1 1 0 0 0,0-1 0 0 0,0 1 0 0 0,-3-13 0 0 0,4 21-20 0 0,-1-1-1 0 0,1 1 1 0 0,0 0 0 0 0,-1 0 0 0 0,1 0 0 0 0,0 0 0 0 0,-1 0-1 0 0,0 0 1 0 0,1 0 0 0 0,-1 0 0 0 0,1 0 0 0 0,-1 0 0 0 0,0 0 0 0 0,0 1-1 0 0,0-1 1 0 0,1 0 0 0 0,-1 0 0 0 0,0 1 0 0 0,0-1 0 0 0,0 0-1 0 0,0 1 1 0 0,0-1 0 0 0,0 1 0 0 0,-2-1 0 0 0,2 1-2 0 0,-1 0 0 0 0,0 0 1 0 0,1 0-1 0 0,-1 0 0 0 0,0 1 0 0 0,1-1 0 0 0,-1 0 1 0 0,1 1-1 0 0,-1 0 0 0 0,1-1 0 0 0,-1 1 1 0 0,1 0-1 0 0,-1-1 0 0 0,-2 3 0 0 0,-3 3 7 0 0,-1 0-1 0 0,1 1 1 0 0,1 0-1 0 0,-11 12 0 0 0,7-5 7 0 0,0 1-1 0 0,1 0 0 0 0,1 0 0 0 0,0 1 1 0 0,-9 27-1 0 0,14-33-4 0 0,-1 1 1 0 0,2 0-1 0 0,0 0 1 0 0,0 0-1 0 0,1 1 1 0 0,0-1-1 0 0,1 0 0 0 0,0 0 1 0 0,3 20-1 0 0,-2-25 3 0 0,1-1-1 0 0,0 0 1 0 0,-1 0-1 0 0,2 0 1 0 0,-1 0-1 0 0,0-1 1 0 0,1 1-1 0 0,0 0 1 0 0,0-1-1 0 0,0 0 1 0 0,1 0-1 0 0,7 7 1 0 0,-4-5-137 0 0,-1-1 1 0 0,1-1-1 0 0,1 1 1 0 0,-1-1-1 0 0,0-1 1 0 0,1 1-1 0 0,13 3 1 0 0,-5-3-630 0 0,-1 0 0 0 0,1-1 1 0 0,-1-1-1 0 0,1-1 0 0 0,0 0 0 0 0,0-1 1 0 0,0-1-1 0 0,20-3 0 0 0,-11-2-1591 0 0,0-4-467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17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65 119 40 0 0,'9'-27'3895'0'0,"-4"14"-2076"0"0,-1 0 1 0 0,-1 0-1 0 0,0 0 1 0 0,2-25-1 0 0,-5 36-1280 0 0,1 3-532 0 0,0-1 0 0 0,-1 0 0 0 0,1 1 1 0 0,0-1-1 0 0,-1 1 0 0 0,1-1 1 0 0,0 1-1 0 0,-1-1 0 0 0,1 1 0 0 0,-1-1 1 0 0,1 1-1 0 0,-1 0 0 0 0,1-1 1 0 0,-1 1-1 0 0,0-1 0 0 0,1 1 1 0 0,-1 0-1 0 0,0 0 0 0 0,1-1 0 0 0,-1 1 1 0 0,0 0-1 0 0,0 0 0 0 0,0-1 1 0 0,0 1-1 0 0,0 0 0 0 0,0 0 0 0 0,0-1 1 0 0,0 2-1 0 0,1 26 120 0 0,-1-25-107 0 0,0 18 58 0 0,-1 0 0 0 0,-1 0 1 0 0,-6 25-1 0 0,5-35-33 0 0,0 0-1 0 0,-1 0 0 0 0,0 0 0 0 0,0 0 1 0 0,-1-1-1 0 0,-1 0 0 0 0,-9 13 1 0 0,13-20-26 0 0,0 0 1 0 0,-1-1 0 0 0,1 1 0 0 0,-1-1 0 0 0,0 0 0 0 0,-4 3-1 0 0,4-3-3 0 0,1-1 10 0 0,-1-1-25 0 0,2 0-1 0 0,0 0 0 0 0,0-1 1 0 0,0 1-1 0 0,0 0 0 0 0,0 0 0 0 0,0-1 1 0 0,0 1-1 0 0,0 0 0 0 0,1-1 0 0 0,-1 1 0 0 0,0-1 1 0 0,0 1-1 0 0,0-1 0 0 0,1 0 0 0 0,-1 1 0 0 0,0-1 1 0 0,1 0-1 0 0,-1 1 0 0 0,0-1 0 0 0,1 0 1 0 0,-1 0-1 0 0,1 0 0 0 0,-1 1 0 0 0,1-1 0 0 0,0 0 1 0 0,-1 0-1 0 0,1 0 0 0 0,0 0 0 0 0,-1-1 0 0 0,1-1-1 0 0,0 0 0 0 0,0 0-1 0 0,1 0 1 0 0,-1 0-1 0 0,1 0 1 0 0,-1 0-1 0 0,1 0 1 0 0,0 0-1 0 0,2-5 1 0 0,4-6-14 0 0,1 0-1 0 0,17-23 1 0 0,-17 26 4 0 0,1 1 1 0 0,0 0-1 0 0,1 0 1 0 0,0 1-1 0 0,1 1 0 0 0,12-9 1 0 0,6 0-38 0 0,38-18 1 0 0,-56 30 44 0 0,0 1-1 0 0,0 0 1 0 0,1 1-1 0 0,-1 0 0 0 0,1 0 1 0 0,0 2-1 0 0,0 0 1 0 0,0 0-1 0 0,0 1 0 0 0,0 0 1 0 0,20 4-1 0 0,-26-3 12 0 0,-1 0 0 0 0,1 0 0 0 0,-1 1 0 0 0,0 0 0 0 0,0 0 0 0 0,0 1 0 0 0,0-1 0 0 0,0 1 0 0 0,0 0 0 0 0,-1 1 0 0 0,8 5 0 0 0,-9-5 5 0 0,0-1 0 0 0,0 1 0 0 0,-1 0 0 0 0,0 0 0 0 0,1 0 0 0 0,-1 0 0 0 0,0 0 0 0 0,-1 0 0 0 0,1 0 0 0 0,-1 1 0 0 0,0-1 0 0 0,0 0 0 0 0,0 1 0 0 0,-1-1 0 0 0,1 1 0 0 0,-1 5 0 0 0,-2 6 45 0 0,0 1 1 0 0,0-1 0 0 0,-2 1-1 0 0,0-1 1 0 0,-9 23 0 0 0,-4 15-2847 0 0,17-53 2566 0 0,0 0 0 0 0,0 0 0 0 0,0 0 0 0 0,0 0 0 0 0,0 0 0 0 0,0 0-1 0 0,0-1 1 0 0,0 1 0 0 0,1 0 0 0 0,-1 0 0 0 0,0 0 0 0 0,1 0 0 0 0,-1 0 0 0 0,1 0 0 0 0,-1-1-1 0 0,0 1 1 0 0,1 0 0 0 0,0 0 0 0 0,-1-1 0 0 0,1 1 0 0 0,-1 0 0 0 0,1-1 0 0 0,0 1 0 0 0,0 0 0 0 0,-1-1-1 0 0,1 1 1 0 0,1 0 0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18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309 549 1000 0 0,'4'-4'797'0'0,"0"0"1"0"0,1-1-1 0 0,-2 1 0 0 0,1-1 0 0 0,0 0 0 0 0,-1-1 1 0 0,0 1-1 0 0,0 0 0 0 0,-1-1 0 0 0,1 1 1 0 0,-1-1-1 0 0,0 0 0 0 0,-1 0 0 0 0,2-9 1 0 0,-3 14-746 0 0,0 0 1 0 0,0 0 0 0 0,0 0 0 0 0,-1-1 0 0 0,1 1 0 0 0,0 0 0 0 0,-1 0 0 0 0,1 0 0 0 0,0 0 0 0 0,-1 0 0 0 0,1 0 0 0 0,-1 0 0 0 0,0 0 0 0 0,1 0 0 0 0,-1 0 0 0 0,0 0 0 0 0,0 0 0 0 0,0 0 0 0 0,1 0 0 0 0,-1 0 0 0 0,0 1-1 0 0,0-1 1 0 0,0 0 0 0 0,0 1 0 0 0,0-1 0 0 0,-1 1 0 0 0,1-1 0 0 0,0 1 0 0 0,0-1 0 0 0,0 1 0 0 0,0 0 0 0 0,-1 0 0 0 0,1-1 0 0 0,0 1 0 0 0,-2 0 0 0 0,-3 0-10 0 0,1 0 0 0 0,0 1 0 0 0,0-1 0 0 0,0 1 0 0 0,0 0 0 0 0,0 0 0 0 0,-6 2 0 0 0,-12 7 34 0 0,0 0-1 0 0,1 1 0 0 0,0 2 0 0 0,-39 28 0 0 0,47-30-58 0 0,0 1-1 0 0,1 1 1 0 0,0 0-1 0 0,1 0 1 0 0,0 2-1 0 0,1-1 1 0 0,-13 24-1 0 0,22-34-8 0 0,0 0-1 0 0,0 0 1 0 0,0 1-1 0 0,1-1 1 0 0,-1 0-1 0 0,1 0 1 0 0,0 1 0 0 0,1-1-1 0 0,-1 8 1 0 0,1-11-5 0 0,0 1 0 0 0,0 0-1 0 0,0 0 1 0 0,1 0 0 0 0,-1-1 0 0 0,1 1 0 0 0,0 0 0 0 0,-1 0 0 0 0,1-1 0 0 0,0 1 0 0 0,0-1 0 0 0,0 1 0 0 0,0-1 0 0 0,0 1-1 0 0,0-1 1 0 0,1 1 0 0 0,-1-1 0 0 0,0 0 0 0 0,1 0 0 0 0,-1 0 0 0 0,1 0 0 0 0,-1 0 0 0 0,1 0 0 0 0,-1 0 0 0 0,4 1-1 0 0,4 1-1 0 0,-1 0 0 0 0,1-1 0 0 0,0 0 0 0 0,0-1 0 0 0,0 0 0 0 0,-1 0-1 0 0,1-1 1 0 0,0 0 0 0 0,0-1 0 0 0,0 1 0 0 0,0-2 0 0 0,0 1 0 0 0,0-1 0 0 0,-1-1-1 0 0,1 0 1 0 0,9-4 0 0 0,4-3-99 0 0,0-1 0 0 0,-1 0 0 0 0,-1-2 1 0 0,37-29-1 0 0,-33 20-27 0 0,0-1 0 0 0,-2-1 1 0 0,0-1-1 0 0,-2-1 0 0 0,-1-1 0 0 0,-1 0 1 0 0,16-34-1 0 0,-4-1 38 0 0,-3-1 1 0 0,26-91 0 0 0,-47 134 328 0 0,-1 0 0 0 0,-1 1 0 0 0,-1-2 1 0 0,1-24-1 0 0,-4 44-239 0 0,0 1 1 0 0,0-1-1 0 0,0 1 0 0 0,0 0 1 0 0,0-1-1 0 0,-1 1 1 0 0,1-1-1 0 0,0 1 0 0 0,0-1 1 0 0,0 1-1 0 0,-1-1 0 0 0,1 1 1 0 0,0 0-1 0 0,-1-1 1 0 0,1 1-1 0 0,0 0 0 0 0,-1-1 1 0 0,1 1-1 0 0,-1 0 1 0 0,1 0-1 0 0,0-1 0 0 0,-1 1 1 0 0,1 0-1 0 0,-1 0 1 0 0,1-1-1 0 0,-1 1 0 0 0,1 0 1 0 0,-1 0-1 0 0,1 0 1 0 0,-1 0-1 0 0,1 0 0 0 0,-1 0 1 0 0,1 0-1 0 0,-1 0 1 0 0,1 0-1 0 0,-1 0 0 0 0,1 0 1 0 0,-1 0-1 0 0,1 0 1 0 0,0 0-1 0 0,-2 1 0 0 0,-18 6 45 0 0,11 0-24 0 0,1 0-1 0 0,-1 1 1 0 0,2 0-1 0 0,-1 1 1 0 0,1 0-1 0 0,0 0 1 0 0,-9 17-1 0 0,-33 74 270 0 0,49-100-293 0 0,-23 54 321 0 0,-25 91-1 0 0,42-120-302 0 0,0 1 0 0 0,2 1 0 0 0,0-1-1 0 0,2 1 1 0 0,3 49 0 0 0,-1-71-227 0 0,1 1 1 0 0,0-1-1 0 0,1 0 1 0 0,-1 0-1 0 0,1 0 1 0 0,0 0-1 0 0,0 0 1 0 0,1-1-1 0 0,-1 1 1 0 0,1 0-1 0 0,0-1 1 0 0,0 0-1 0 0,8 8 1 0 0,-4-5-801 0 0,1-1 1 0 0,0 0 0 0 0,0 0-1 0 0,0-1 1 0 0,0 0 0 0 0,14 6 0 0 0,1-2-3548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19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185 255 2176 0 0,'3'-12'6885'0'0,"-3"10"-6498"0"0,-6-26 5841 0 0,6 22-6391 0 0,11 3 223 0 0,2 0 4 0 0,-1 0-1 0 0,0-1 1 0 0,21-9 0 0 0,-29 10-57 0 0,0 1-1 0 0,0-1 1 0 0,0 0-1 0 0,0 0 1 0 0,0 0-1 0 0,-1 0 1 0 0,0 0-1 0 0,1-1 1 0 0,-1 0-1 0 0,-1 0 1 0 0,1 0-1 0 0,0 0 1 0 0,-1 0-1 0 0,2-5 0 0 0,-1 2-2 0 0,0 1-1 0 0,-1 0 1 0 0,0-1-1 0 0,0 0 1 0 0,-1 0-1 0 0,0 1 1 0 0,0-1-1 0 0,0 0 0 0 0,-1 0 1 0 0,0 0-1 0 0,-2-11 1 0 0,1 13-2 0 0,0 3-2 0 0,0 0 0 0 0,0 1 0 0 0,0-1 0 0 0,-1 0 0 0 0,1 0 0 0 0,0 1-1 0 0,-1-1 1 0 0,1 1 0 0 0,-1 0 0 0 0,0-1 0 0 0,1 1 0 0 0,-1 0-1 0 0,0 0 1 0 0,0 0 0 0 0,0 0 0 0 0,0 0 0 0 0,0 0 0 0 0,0 1 0 0 0,0-1-1 0 0,0 1 1 0 0,0-1 0 0 0,0 1 0 0 0,0 0 0 0 0,0 0 0 0 0,0 0-1 0 0,0 0 1 0 0,0 0 0 0 0,0 0 0 0 0,0 0 0 0 0,0 1 0 0 0,-4 1 0 0 0,-2 0 7 0 0,-1 1 1 0 0,2 0 0 0 0,-1 1 0 0 0,0 0 0 0 0,-10 7 0 0 0,-11 8 154 0 0,1 1 1 0 0,-39 37-1 0 0,58-48-120 0 0,0 0-1 0 0,1 0 0 0 0,0 1 1 0 0,0 0-1 0 0,1 1 0 0 0,1-1 1 0 0,0 1-1 0 0,0 1 0 0 0,1-1 1 0 0,-5 18-1 0 0,9-26-30 0 0,0-1 0 0 0,1 1 0 0 0,0-1-1 0 0,-1 1 1 0 0,1-1 0 0 0,0 1 0 0 0,0-1 0 0 0,1 1 0 0 0,-1-1-1 0 0,0 1 1 0 0,1-1 0 0 0,-1 1 0 0 0,1-1 0 0 0,0 1-1 0 0,0-1 1 0 0,0 0 0 0 0,0 1 0 0 0,1-1 0 0 0,1 3-1 0 0,0-2-2 0 0,0 0 0 0 0,0 1-1 0 0,1-1 1 0 0,-1-1 0 0 0,1 1-1 0 0,0 0 1 0 0,-1-1 0 0 0,1 0-1 0 0,1 0 1 0 0,4 2 0 0 0,3 0-300 0 0,0 0 1 0 0,1-1-1 0 0,-1 0 1 0 0,1-1 0 0 0,0 0-1 0 0,23-1 1 0 0,-18-2-290 0 0,-1-1 0 0 0,1-1 0 0 0,-1-1 0 0 0,0 0 1 0 0,0-1-1 0 0,0-1 0 0 0,-1 0 0 0 0,0-1 0 0 0,0-1 1 0 0,15-10-1 0 0,-13 6 660 0 0,0-1 0 0 0,-1-1-1 0 0,0-1 1 0 0,-1 0 0 0 0,-1-1 0 0 0,0 0 0 0 0,20-30 0 0 0,37-54 5468 0 0,-72 100-5531 0 0,1-1 0 0 0,-1 1 0 0 0,0-1 0 0 0,1 1 0 0 0,-1-1 0 0 0,0 1-1 0 0,1 0 1 0 0,-1-1 0 0 0,1 1 0 0 0,-1 0 0 0 0,1-1 0 0 0,-1 1 0 0 0,1 0 0 0 0,-1 0 0 0 0,1-1 0 0 0,-1 1 0 0 0,1 0 0 0 0,-1 0-1 0 0,1 0 1 0 0,-1 0 0 0 0,1 0 0 0 0,0 0 0 0 0,-1 0 0 0 0,1 0 0 0 0,-1 0 0 0 0,1 0 0 0 0,-1 0 0 0 0,1 0 0 0 0,0 0 0 0 0,-1 0-1 0 0,1 0 1 0 0,0 1 0 0 0,1 0 1 0 0,-1 0 0 0 0,0 0 0 0 0,1 1-1 0 0,-1-1 1 0 0,0 0 0 0 0,0 1 0 0 0,1-1 0 0 0,-1 1-1 0 0,0-1 1 0 0,1 3 0 0 0,14 39 234 0 0,-14-32 15 0 0,0-1-1 0 0,-1 0 0 0 0,0 1 0 0 0,0-1 0 0 0,-1 1 0 0 0,-1-1 0 0 0,1 1 0 0 0,-2-1 0 0 0,0 1 1 0 0,0-1-1 0 0,0 0 0 0 0,-2 0 0 0 0,1 0 0 0 0,-1 0 0 0 0,-1-1 0 0 0,1 1 0 0 0,-2-1 1 0 0,1 0-1 0 0,-1-1 0 0 0,-1 1 0 0 0,-7 7 0 0 0,14-15-223 0 0,-1-1 1 0 0,1 1-1 0 0,-1 0 0 0 0,1-1 1 0 0,-1 1-1 0 0,1-1 0 0 0,-1 1 1 0 0,0 0-1 0 0,1-1 0 0 0,-1 1 1 0 0,0-1-1 0 0,1 0 0 0 0,-1 1 0 0 0,0-1 1 0 0,1 0-1 0 0,-1 1 0 0 0,0-1 1 0 0,0 0-1 0 0,0 0 0 0 0,1 1 1 0 0,-1-1-1 0 0,0 0 0 0 0,0 0 1 0 0,0 0-1 0 0,1 0 0 0 0,-1 0 1 0 0,0 0-1 0 0,0 0 0 0 0,0-1 1 0 0,0 1-1 0 0,1 0 0 0 0,-1 0 1 0 0,0-1-1 0 0,0 1 0 0 0,1 0 1 0 0,-1-1-1 0 0,-1 0 0 0 0,2 0-27 0 0,-1 0 0 0 0,0 0 0 0 0,1 0 0 0 0,-1 0 0 0 0,1 0 0 0 0,-1 0 0 0 0,1 0 0 0 0,-1-1 0 0 0,1 1 0 0 0,0 0 0 0 0,0 0 0 0 0,-1 0 0 0 0,1-1 0 0 0,0 1 0 0 0,0 0 0 0 0,0 0 0 0 0,0-1 0 0 0,0 1 0 0 0,1 0 0 0 0,-1 0 0 0 0,1-2 0 0 0,3-7-51 0 0,0 1 0 0 0,1-1 0 0 0,0 1 0 0 0,1 0 0 0 0,0 0 0 0 0,0 1 0 0 0,1 0 0 0 0,0 0 1 0 0,14-12-1 0 0,6-3-1475 0 0,47-30 1 0 0,22-7-4144 0 0,-60 39 732 0 0,-2 0-2454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19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175 371 64 0 0,'-55'21'8007'0'0,"-30"4"-2620"0"0,67-20-4640 0 0,16-4-522 0 0,0-1-33 0 0,-8 2 168 0 0,8-3-218 0 0,5-5-51 0 0,5-1-54 0 0,0 1 1 0 0,0-1 0 0 0,0 2 0 0 0,1-1-1 0 0,12-5 1 0 0,4-3-8 0 0,41-27 1 0 0,113-77 6 0 0,-138 89-36 0 0,37-30 42 0 0,-68 50-35 0 0,0 0 0 0 0,-1 0 1 0 0,0-1-1 0 0,0 0 0 0 0,7-13 1 0 0,-16 23-10 0 0,10-20-18 0 0,-10 20 17 0 0,0-1 1 0 0,1 1 0 0 0,-1-1 0 0 0,0 1 0 0 0,0-1 0 0 0,1 0-1 0 0,-1 1 1 0 0,0-1 0 0 0,0 1 0 0 0,0-1 0 0 0,0 0 0 0 0,0 1 0 0 0,0-1-1 0 0,0 1 1 0 0,0-1 0 0 0,0 0 0 0 0,0 1 0 0 0,-1-1 0 0 0,1 1-1 0 0,0-1 1 0 0,0 0 0 0 0,0 1 0 0 0,-1-1 0 0 0,1 1 0 0 0,0-1-1 0 0,-1 1 1 0 0,1-1 0 0 0,0 1 0 0 0,-1-1 0 0 0,1 1 0 0 0,-1 0 0 0 0,1-1-1 0 0,-1 1 1 0 0,0-1 0 0 0,-1 0-1 0 0,-1 0-1 0 0,0 0 1 0 0,0 0-1 0 0,0 0 1 0 0,0 1-1 0 0,0-1 1 0 0,-1 1-1 0 0,1 0 1 0 0,0 0-1 0 0,0 0 1 0 0,0 0-1 0 0,0 1 1 0 0,0-1-1 0 0,0 1 1 0 0,0 0-1 0 0,0 0 1 0 0,0 0 0 0 0,0 0-1 0 0,-3 2 1 0 0,-1 0-11 0 0,2-1 10 0 0,0 0-1 0 0,0 0 1 0 0,1 1 0 0 0,-1-1-1 0 0,1 1 1 0 0,-1 0 0 0 0,1 1-1 0 0,0-1 1 0 0,0 1 0 0 0,1-1-1 0 0,-1 1 1 0 0,1 0 0 0 0,0 1-1 0 0,-4 5 1 0 0,6-7 2 0 0,-1 0-1 0 0,1 0 1 0 0,0 1 0 0 0,0-1 0 0 0,1 0-1 0 0,-1 0 1 0 0,1 1 0 0 0,0-1-1 0 0,-1 0 1 0 0,1 1 0 0 0,1-1-1 0 0,-1 0 1 0 0,0 1 0 0 0,1-1 0 0 0,0 0-1 0 0,0 1 1 0 0,0-1 0 0 0,0 0-1 0 0,0 0 1 0 0,1 0 0 0 0,-1 0-1 0 0,1 0 1 0 0,3 3 0 0 0,10 15 2 0 0,2 0 0 0 0,35 32-1 0 0,-33-35 10 0 0,0 1 0 0 0,29 40-1 0 0,-47-58-5 0 0,0 1 0 0 0,0 0 0 0 0,0 0 0 0 0,0 0-1 0 0,0-1 1 0 0,0 1 0 0 0,0 0 0 0 0,-1 0 0 0 0,1 0 0 0 0,-1 0 0 0 0,1 0 0 0 0,-1 0-1 0 0,0 0 1 0 0,0 0 0 0 0,0 0 0 0 0,0 1 0 0 0,0-1 0 0 0,0 0 0 0 0,-1 0 0 0 0,1 0-1 0 0,-1 2 1 0 0,-1-1 2 0 0,1 0-1 0 0,-1-1 1 0 0,0 1-1 0 0,0-1 1 0 0,0 1-1 0 0,0-1 1 0 0,0 0-1 0 0,0 0 0 0 0,0 0 1 0 0,-1 0-1 0 0,1 0 1 0 0,-6 2-1 0 0,-3 2 10 0 0,0-1-1 0 0,-1 0 1 0 0,1-1-1 0 0,-1-1 0 0 0,-24 5 1 0 0,9-6-124 0 0,1-1 0 0 0,-1-1 0 0 0,1-1 0 0 0,-1-2 0 0 0,-43-9 0 0 0,69 12-17 0 0,0 0 0 0 0,0-1 0 0 0,0 1 1 0 0,0 0-1 0 0,0-1 0 0 0,0 1 0 0 0,0 0 1 0 0,0-1-1 0 0,1 1 0 0 0,-1-1 0 0 0,0 1 1 0 0,0-1-1 0 0,1 0 0 0 0,-1 1 0 0 0,0-1 1 0 0,1 0-1 0 0,-1 1 0 0 0,0-3 0 0 0,0 3-84 0 0,1-1-1 0 0,0 1 1 0 0,0-1-1 0 0,0 1 1 0 0,0-1-1 0 0,0 1 1 0 0,-1-1-1 0 0,1 1 1 0 0,0-1-1 0 0,1 0 1 0 0,-1 1-1 0 0,0-1 1 0 0,0 1-1 0 0,0-1 1 0 0,0 1-1 0 0,0-1 1 0 0,0 1-1 0 0,1-1 1 0 0,-1 1-1 0 0,0-1 1 0 0,0 1-1 0 0,14-13-5413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21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349 790 1088 0 0,'4'-3'934'0'0,"1"0"0"0"0,-1 1 0 0 0,0-2-1 0 0,-1 1 1 0 0,1 0 0 0 0,0-1 0 0 0,2-3 0 0 0,-5 5-663 0 0,1 0-1 0 0,-1 0 1 0 0,0 1 0 0 0,0-1 0 0 0,0 0 0 0 0,0 0 0 0 0,0 0-1 0 0,-1 0 1 0 0,1 0 0 0 0,-1 0 0 0 0,1 0 0 0 0,-1 0-1 0 0,0 0 1 0 0,1-1 0 0 0,-1 1 0 0 0,0 0 0 0 0,-1 0 0 0 0,1 0-1 0 0,-1-4 1 0 0,1 5-207 0 0,-1-1-1 0 0,1 1 0 0 0,-1 0 1 0 0,1-1-1 0 0,-1 1 1 0 0,0 0-1 0 0,0 0 1 0 0,0-1-1 0 0,1 1 0 0 0,-1 0 1 0 0,0 0-1 0 0,-1 0 1 0 0,1 0-1 0 0,0 0 0 0 0,0 0 1 0 0,0 1-1 0 0,0-1 1 0 0,-1 0-1 0 0,1 0 0 0 0,-3 0 1 0 0,1 0-11 0 0,-1 0 1 0 0,0 0-1 0 0,1 1 1 0 0,-1 0-1 0 0,1-1 1 0 0,-1 1-1 0 0,0 1 0 0 0,-4 0 1 0 0,-4 1-7 0 0,0 0 0 0 0,0 2-1 0 0,0-1 1 0 0,-15 8 0 0 0,4 0-11 0 0,1 0-1 0 0,0 2 1 0 0,0 0 0 0 0,1 2-1 0 0,1 0 1 0 0,1 1-1 0 0,0 1 1 0 0,1 1 0 0 0,-25 30-1 0 0,40-43-25 0 0,-1 0-1 0 0,1 0 1 0 0,0 0-1 0 0,0 1 1 0 0,1-1-1 0 0,0 1 1 0 0,0 0-1 0 0,0-1 1 0 0,0 1-1 0 0,1 0 1 0 0,0 0-1 0 0,0 0 1 0 0,1 0-1 0 0,0 11 1 0 0,1-13-29 0 0,-1 1-1 0 0,2-1 1 0 0,-1 0 0 0 0,0 0 0 0 0,1 0-1 0 0,0 0 1 0 0,0 0 0 0 0,0 0-1 0 0,0 0 1 0 0,1-1 0 0 0,-1 1 0 0 0,1-1-1 0 0,0 0 1 0 0,0 0 0 0 0,0 0-1 0 0,1 0 1 0 0,-1 0 0 0 0,1-1 0 0 0,-1 1-1 0 0,1-1 1 0 0,5 2 0 0 0,9 4-290 0 0,0-1 0 0 0,0 0 0 0 0,1-2 0 0 0,0 0 0 0 0,1-1 0 0 0,-1-1 0 0 0,27 1 0 0 0,-3-3-262 0 0,0-2 0 0 0,55-7 0 0 0,-53 2 196 0 0,0-2-1 0 0,-1-2 1 0 0,0-2 0 0 0,80-34 0 0 0,-103 36 497 0 0,0-1 0 0 0,0 0 0 0 0,-1-2 0 0 0,-1 0 0 0 0,0-1 0 0 0,-1-1 0 0 0,0-1 0 0 0,-1-1 0 0 0,-1 0 0 0 0,-1-1 0 0 0,17-26 0 0 0,-27 37 188 0 0,-1 0 0 0 0,0-1 1 0 0,-1 0-1 0 0,5-14 0 0 0,-7 19-214 0 0,0 0 0 0 0,-1 0-1 0 0,1-1 1 0 0,-1 1 0 0 0,0 0-1 0 0,1-1 1 0 0,-1 1 0 0 0,-1 0-1 0 0,1-1 1 0 0,0 1 0 0 0,-1 0 0 0 0,0 0-1 0 0,1-1 1 0 0,-3-3 0 0 0,2 6-76 0 0,0 0 1 0 0,0 0 0 0 0,1 0-1 0 0,-1 0 1 0 0,0 0 0 0 0,0 0-1 0 0,0 0 1 0 0,0 0-1 0 0,-1 1 1 0 0,1-1 0 0 0,0 1-1 0 0,0-1 1 0 0,0 0 0 0 0,0 1-1 0 0,-1 0 1 0 0,1-1 0 0 0,0 1-1 0 0,-2 0 1 0 0,-24-2 95 0 0,15 4-84 0 0,0 1 1 0 0,0 0-1 0 0,1 1 1 0 0,-1 0-1 0 0,1 0 0 0 0,-18 11 1 0 0,-61 41 64 0 0,67-39-68 0 0,0 0 0 0 0,-22 21 0 0 0,39-31-19 0 0,-1 0 0 0 0,1-1 0 0 0,0 2 0 0 0,1-1 0 0 0,0 1 1 0 0,0 0-1 0 0,0 0 0 0 0,1 0 0 0 0,0 1 0 0 0,-3 11 0 0 0,6-17-32 0 0,1 0 1 0 0,0 0 0 0 0,-1-1-1 0 0,1 1 1 0 0,0 0 0 0 0,1 0 0 0 0,-1 0-1 0 0,0-1 1 0 0,1 1 0 0 0,-1 0-1 0 0,1-1 1 0 0,0 1 0 0 0,0 0-1 0 0,0-1 1 0 0,0 1 0 0 0,1-1-1 0 0,-1 1 1 0 0,1-1 0 0 0,-1 0-1 0 0,1 1 1 0 0,0-1 0 0 0,0 0-1 0 0,0 0 1 0 0,0-1 0 0 0,0 1 0 0 0,0 0-1 0 0,0 0 1 0 0,1-1 0 0 0,-1 0-1 0 0,1 1 1 0 0,-1-1 0 0 0,4 1-1 0 0,3 2-336 0 0,1-1 0 0 0,0 1 0 0 0,0-2 0 0 0,0 1 0 0 0,0-2 0 0 0,0 1 0 0 0,17 0-1 0 0,-18-2 269 0 0,0-1-1 0 0,0 1 0 0 0,0-1 1 0 0,0-1-1 0 0,0 1 0 0 0,-1-2 1 0 0,1 1-1 0 0,-1-1 0 0 0,0 0 1 0 0,1-1-1 0 0,-1 0 0 0 0,-1 0 1 0 0,1-1-1 0 0,-1 0 0 0 0,1 0 1 0 0,-2-1-1 0 0,1 0 0 0 0,0 0 1 0 0,-1 0-1 0 0,0-1 0 0 0,-1 0 1 0 0,0 0-1 0 0,8-14 0 0 0,7-16 2195 0 0,32-80 0 0 0,-52 115-1789 0 0,0 4-280 0 0,-8 28 23 0 0,3-15-29 0 0,1 0 1 0 0,0 0 0 0 0,1 1 0 0 0,1-1 0 0 0,0 21 0 0 0,2-33-25 0 0,0 1-1 0 0,0 0 1 0 0,1-1 0 0 0,0 1 0 0 0,-1-1 0 0 0,1 1 0 0 0,1-1-1 0 0,-1 1 1 0 0,0-1 0 0 0,1 0 0 0 0,0 0 0 0 0,-1 0 0 0 0,1 0-1 0 0,0 0 1 0 0,1 0 0 0 0,-1 0 0 0 0,1 0 0 0 0,-1-1-1 0 0,1 0 1 0 0,0 1 0 0 0,0-1 0 0 0,0 0 0 0 0,0 0 0 0 0,0 0-1 0 0,0-1 1 0 0,0 1 0 0 0,1-1 0 0 0,5 2 0 0 0,6 1-199 0 0,0 0 1 0 0,0-1 0 0 0,1-1-1 0 0,-1 0 1 0 0,1-1 0 0 0,-1-1 0 0 0,1 0-1 0 0,-1-1 1 0 0,1-1 0 0 0,-1 0-1 0 0,1-1 1 0 0,25-9 0 0 0,-24 6-34 0 0,0-2 1 0 0,0 0 0 0 0,-1 0 0 0 0,0-2 0 0 0,-1 0 0 0 0,0 0-1 0 0,0-2 1 0 0,-1 0 0 0 0,-1 0 0 0 0,19-23 0 0 0,-4-2 108 0 0,-2 0 0 0 0,-1-2 0 0 0,-2-1 0 0 0,31-77 0 0 0,-21 30 701 0 0,29-124 1 0 0,-30 20 2074 0 0,-17 82-494 0 0,-15 108-2159 0 0,0 1 0 0 0,0 0 0 0 0,0 0 0 0 0,0 0 0 0 0,0-1 0 0 0,0 1 0 0 0,0 0 0 0 0,0 0 0 0 0,1-1 0 0 0,-1 1 0 0 0,0 0 0 0 0,0 0 0 0 0,0-1 0 0 0,0 1 0 0 0,0 0 0 0 0,0 0 0 0 0,-1-1 0 0 0,1 1 0 0 0,0 0 0 0 0,0 0 0 0 0,0-1 0 0 0,0 1 0 0 0,0 0 0 0 0,0 0 0 0 0,0-1 0 0 0,0 1 0 0 0,-1 0 0 0 0,1 0 0 0 0,0 0 0 0 0,0-1 0 0 0,0 1-1 0 0,0 0 1 0 0,-1 0 0 0 0,1 0 0 0 0,0 0 0 0 0,0 0 0 0 0,0-1 0 0 0,-1 1 0 0 0,1 0 0 0 0,0 0 0 0 0,0 0 0 0 0,-1 0 0 0 0,1 0 0 0 0,0 0 0 0 0,0 0 0 0 0,-1 0 0 0 0,1 0 0 0 0,0 0 0 0 0,0 0 0 0 0,-1 0 0 0 0,1 0 0 0 0,0 0 0 0 0,0 0 0 0 0,-1 0 0 0 0,1 0 0 0 0,0 0 0 0 0,0 0 0 0 0,-1 0 0 0 0,1 0 0 0 0,0 0 0 0 0,0 1 0 0 0,0-1 0 0 0,-1 0 0 0 0,1 0 0 0 0,0 0 0 0 0,0 0-1 0 0,-1 1 1 0 0,-13 10 114 0 0,1 9-61 0 0,1 0-1 0 0,1 1 1 0 0,-16 40 0 0 0,-15 71-4 0 0,23-71-31 0 0,-11 38 64 0 0,-32 177-1 0 0,60-263-213 0 0,1 1 0 0 0,0-1 0 0 0,1 1 0 0 0,0 0 0 0 0,1-1 0 0 0,1 1 0 0 0,0-1 0 0 0,6 21 0 0 0,-5-27-159 0 0,0 0 1 0 0,0 0 0 0 0,0 0-1 0 0,1-1 1 0 0,0 0 0 0 0,0 1-1 0 0,0-1 1 0 0,1 0 0 0 0,0-1-1 0 0,0 1 1 0 0,1-1 0 0 0,0 0-1 0 0,0-1 1 0 0,0 1 0 0 0,0-1-1 0 0,12 6 1 0 0,-8-5-570 0 0,1-1-1 0 0,-1 0 1 0 0,1-1-1 0 0,-1 0 1 0 0,14 2-1 0 0,0-3-1656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21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201 243 1928 0 0,'10'-18'1843'0'0,"-1"0"0"0"0,0 0 0 0 0,10-36 0 0 0,-16 42-1158 0 0,0 1 0 0 0,-1-1 0 0 0,-1 1 0 0 0,1-1 0 0 0,-2 1 0 0 0,0-1 0 0 0,-3-23 0 0 0,3 35-659 0 0,0-1 0 0 0,0 0-1 0 0,0 0 1 0 0,0 0 0 0 0,0 0 0 0 0,-1 0-1 0 0,1 0 1 0 0,0 1 0 0 0,-1-1 0 0 0,1 0-1 0 0,-1 0 1 0 0,1 1 0 0 0,-1-1 0 0 0,1 0-1 0 0,-1 1 1 0 0,1-1 0 0 0,-1 0 0 0 0,0 1-1 0 0,1-1 1 0 0,-1 1 0 0 0,0-1 0 0 0,0 1-1 0 0,1-1 1 0 0,-1 1 0 0 0,0-1 0 0 0,0 1-1 0 0,-1-1 1 0 0,-1 1-1 0 0,1 0-1 0 0,0 0 0 0 0,0 0 1 0 0,0 0-1 0 0,-1 1 1 0 0,1-1-1 0 0,0 0 0 0 0,0 1 1 0 0,0 0-1 0 0,-4 1 1 0 0,-3 2 12 0 0,0 1 0 0 0,0 0 0 0 0,-13 11-1 0 0,4-2-11 0 0,1 2 0 0 0,1 0-1 0 0,1 0 1 0 0,0 2 0 0 0,1 0-1 0 0,1 1 1 0 0,1 0 0 0 0,1 1-1 0 0,-13 28 1 0 0,23-45-18 0 0,-1 0 1 0 0,1 0-1 0 0,0 0 0 0 0,0 0 1 0 0,0 0-1 0 0,1 0 0 0 0,-1 0 0 0 0,1 0 1 0 0,0 0-1 0 0,-1 0 0 0 0,1 0 0 0 0,1 0 1 0 0,-1 0-1 0 0,0 0 0 0 0,1 0 1 0 0,0 0-1 0 0,-1 0 0 0 0,1 0 0 0 0,0 0 1 0 0,1 0-1 0 0,-1 0 0 0 0,0 0 1 0 0,1-1-1 0 0,0 1 0 0 0,-1-1 0 0 0,1 1 1 0 0,0-1-1 0 0,0 1 0 0 0,1-1 0 0 0,-1 0 1 0 0,0 0-1 0 0,1 0 0 0 0,-1-1 1 0 0,1 1-1 0 0,0 0 0 0 0,-1-1 0 0 0,1 0 1 0 0,0 1-1 0 0,0-1 0 0 0,0-1 1 0 0,0 1-1 0 0,0 0 0 0 0,0-1 0 0 0,0 1 1 0 0,0-1-1 0 0,5 0 0 0 0,0 0-38 0 0,-1-1 1 0 0,1 0-1 0 0,-1 0 0 0 0,0-1 1 0 0,1 0-1 0 0,-1 0 0 0 0,0-1 1 0 0,0 0-1 0 0,0 0 0 0 0,-1 0 1 0 0,13-9-1 0 0,-9 4-18 0 0,0 0-1 0 0,0-1 1 0 0,-1 0-1 0 0,0-1 1 0 0,0 1 0 0 0,10-18-1 0 0,3-5 223 0 0,-2-1 0 0 0,20-43 0 0 0,-32 61-175 0 0,-5 17 1 0 0,-2 8 1 0 0,-2 13 126 0 0,-9 46 1 0 0,1-1-1012 0 0,9-23-2580 0 0,0-44 2982 0 0,0 1-1 0 0,1 0 0 0 0,-1 0 1 0 0,0-1-1 0 0,1 1 1 0 0,0 0-1 0 0,-1-1 0 0 0,1 1 1 0 0,0 0-1 0 0,0-1 1 0 0,0 1-1 0 0,1 1 1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21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1 212 852 0 0,'39'-71'5854'0'0,"-29"50"-4482"0"0,1 1 0 0 0,1 0 0 0 0,28-35 0 0 0,-39 53-1328 0 0,1 0 0 0 0,0 0 0 0 0,-1 0 0 0 0,1 1 0 0 0,0-1 0 0 0,0 0 0 0 0,0 1 0 0 0,0-1 0 0 0,0 1 0 0 0,0 0 0 0 0,1 0 0 0 0,-1 0 0 0 0,0 0 0 0 0,1 0 0 0 0,-1 0 0 0 0,1 1 0 0 0,-1-1 0 0 0,1 1 1 0 0,-1 0-1 0 0,1-1 0 0 0,-1 1 0 0 0,1 0 0 0 0,-1 1 0 0 0,1-1 0 0 0,-1 0 0 0 0,1 1 0 0 0,-1-1 0 0 0,0 1 0 0 0,1 0 0 0 0,-1 0 0 0 0,0 0 0 0 0,1 0 0 0 0,-1 0 0 0 0,0 0 0 0 0,0 1 0 0 0,4 2 0 0 0,-1 1 40 0 0,0 0-1 0 0,-1 0 0 0 0,1 0 1 0 0,-1 0-1 0 0,0 1 0 0 0,0 0 1 0 0,-1 0-1 0 0,0 0 0 0 0,0 0 1 0 0,0 0-1 0 0,-1 1 0 0 0,3 11 1 0 0,-3-8 25 0 0,-1 0 1 0 0,0 1 0 0 0,-1-1-1 0 0,0 1 1 0 0,-1-1 0 0 0,0 1-1 0 0,0-1 1 0 0,-6 20-1 0 0,2-16 540 0 0,0 0 0 0 0,0-1 0 0 0,-1 0-1 0 0,-1 0 1 0 0,-13 21 0 0 0,19-33-516 0 0,0 1 1 0 0,0-1-1 0 0,0 0 0 0 0,-1 1 1 0 0,1-1-1 0 0,0 0 0 0 0,0 0 1 0 0,-1 0-1 0 0,1 0 1 0 0,0 0-1 0 0,-1 0 0 0 0,1 0 1 0 0,-1-1-1 0 0,1 1 0 0 0,-3 0 1 0 0,4-1-114 0 0,-1 0 0 0 0,0 0 0 0 0,1 0 1 0 0,-1 0-1 0 0,0 0 0 0 0,1 0 0 0 0,-1 0 0 0 0,1 0 0 0 0,-1-1 1 0 0,0 1-1 0 0,1 0 0 0 0,-1 0 0 0 0,1-1 0 0 0,-1 1 0 0 0,1 0 1 0 0,-1-1-1 0 0,1 1 0 0 0,-1 0 0 0 0,1-1 0 0 0,-1 1 1 0 0,1-1-1 0 0,-1 1 0 0 0,1-1 0 0 0,-1 1 0 0 0,1-1 0 0 0,0 1 1 0 0,-1-1-1 0 0,1 1 0 0 0,0-1 0 0 0,0 0 0 0 0,0 1 1 0 0,-1-1-1 0 0,1 1 0 0 0,0-2 0 0 0,0-2-4 0 0,0-1 1 0 0,1 1-1 0 0,-1 0 1 0 0,1 0-1 0 0,0 0 0 0 0,0 0 1 0 0,0 0-1 0 0,1 0 1 0 0,-1 0-1 0 0,1 0 0 0 0,0 0 1 0 0,0 0-1 0 0,4-4 1 0 0,-4 5-5 0 0,7-11-161 0 0,1 1 0 0 0,0 0 0 0 0,1 0 0 0 0,0 2 0 0 0,1-1 0 0 0,0 1 1 0 0,1 1-1 0 0,0 0 0 0 0,20-11 0 0 0,51-24-3406 0 0,0 8-4684 0 0,-55 25 1058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23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0 702 992 0 0,'1'-5'711'0'0,"-1"1"1"0"0,1-1-1 0 0,-1 1 0 0 0,1-1 0 0 0,0 1 1 0 0,1-1-1 0 0,-1 1 0 0 0,4-7 1 0 0,-2 5-365 0 0,1 0 1 0 0,0 1-1 0 0,0-1 1 0 0,0 1 0 0 0,0 0-1 0 0,1 0 1 0 0,0 0 0 0 0,8-6-1 0 0,-12 10-321 0 0,1 0-1 0 0,0 1 1 0 0,-1-1-1 0 0,1 0 1 0 0,0 0-1 0 0,0 1 1 0 0,-1-1 0 0 0,1 1-1 0 0,0 0 1 0 0,0-1-1 0 0,0 1 1 0 0,0 0-1 0 0,0 0 1 0 0,-1 0-1 0 0,1 0 1 0 0,0 1-1 0 0,0-1 1 0 0,0 0-1 0 0,0 1 1 0 0,0 0-1 0 0,-1-1 1 0 0,1 1 0 0 0,0 0-1 0 0,-1 0 1 0 0,1-1-1 0 0,0 2 1 0 0,-1-1-1 0 0,2 1 1 0 0,1 1-11 0 0,0 0 1 0 0,0 0 0 0 0,-1 1 0 0 0,1 0 0 0 0,-1-1-1 0 0,0 1 1 0 0,0 0 0 0 0,0 1 0 0 0,2 4-1 0 0,-2-3 5 0 0,0 1 0 0 0,-1 0 0 0 0,0 0 0 0 0,0 0 0 0 0,0 0 0 0 0,-1 0 0 0 0,0 0 0 0 0,-1 0 0 0 0,1 1 0 0 0,-1-1 0 0 0,-1 0 0 0 0,1 0 0 0 0,-1 0 0 0 0,-3 11 0 0 0,1-9 178 0 0,-1 0-1 0 0,1 1 1 0 0,-2-1-1 0 0,1-1 1 0 0,-1 1-1 0 0,-1-1 1 0 0,1 0-1 0 0,-1 0 1 0 0,-14 13-1 0 0,19-20 49 0 0,0-2-236 0 0,0-1 0 0 0,0 1 1 0 0,0-1-1 0 0,1 0 0 0 0,-1 1 0 0 0,0-1 1 0 0,1 0-1 0 0,0 0 0 0 0,-1 1 1 0 0,1-1-1 0 0,0 0 0 0 0,0 0 1 0 0,0 0-1 0 0,0 1 0 0 0,0-1 1 0 0,0 0-1 0 0,0 0 0 0 0,1 0 0 0 0,-1 1 1 0 0,1-1-1 0 0,-1 0 0 0 0,1 1 1 0 0,0-1-1 0 0,1-3 0 0 0,4-7-20 0 0,1 0-1 0 0,9-14 1 0 0,-11 19-6 0 0,3-6 11 0 0,1 1 0 0 0,0 0 0 0 0,0 1 0 0 0,2 0 0 0 0,-1 1 0 0 0,1 0 0 0 0,1 1 0 0 0,24-17 0 0 0,-31 23 2 0 0,1 1 0 0 0,-1-1 1 0 0,1 1-1 0 0,-1 0 0 0 0,1 0 0 0 0,0 0 1 0 0,0 1-1 0 0,0 0 0 0 0,0 0 0 0 0,0 1 1 0 0,0-1-1 0 0,0 1 0 0 0,0 1 1 0 0,0-1-1 0 0,0 1 0 0 0,0 0 0 0 0,0 0 1 0 0,-1 1-1 0 0,1 0 0 0 0,0 0 0 0 0,-1 0 1 0 0,1 1-1 0 0,-1-1 0 0 0,9 7 0 0 0,-5-3 7 0 0,-2 1 0 0 0,1 0 0 0 0,-1 0 0 0 0,0 0-1 0 0,0 1 1 0 0,-1 0 0 0 0,0 0 0 0 0,0 1 0 0 0,-1 0-1 0 0,0 0 1 0 0,5 14 0 0 0,-7-18 8 0 0,-1 1 0 0 0,-1-1 0 0 0,1 1 0 0 0,-1 0 0 0 0,0 0 1 0 0,0-1-1 0 0,0 1 0 0 0,-1 0 0 0 0,0 0 0 0 0,0 0 0 0 0,-1-1 0 0 0,0 1 0 0 0,0 0 0 0 0,0 0 0 0 0,0-1 0 0 0,-1 1 0 0 0,0-1 0 0 0,0 1 0 0 0,-1-1 1 0 0,1 0-1 0 0,-6 7 0 0 0,7-10-4 0 0,0 0 0 0 0,-1-1 0 0 0,1 1 0 0 0,-1-1 0 0 0,1 1 0 0 0,-1-1 0 0 0,1 0 0 0 0,-1 1 0 0 0,-3 1 0 0 0,4-3-7 0 0,0 0 0 0 0,0 1 0 0 0,1-1 0 0 0,-1 0 0 0 0,0 0 0 0 0,0 0 0 0 0,0 0 0 0 0,0 0 0 0 0,1 0-1 0 0,-1 0 1 0 0,0 0 0 0 0,0 0 0 0 0,0 0 0 0 0,0 0 0 0 0,0-1 0 0 0,1 1 0 0 0,-1 0 0 0 0,-1-1 0 0 0,1 0-3 0 0,1 1 0 0 0,-1-1-1 0 0,1 1 1 0 0,-1-1 0 0 0,1 0 0 0 0,-1 1 0 0 0,1-1 0 0 0,0 0 0 0 0,-1 1 0 0 0,1-1 0 0 0,0 0 0 0 0,0 1 0 0 0,0-1 0 0 0,-1 0 0 0 0,1 0-1 0 0,0 1 1 0 0,0-1 0 0 0,0 0 0 0 0,0 0 0 0 0,0 1 0 0 0,0-1 0 0 0,1 0 0 0 0,-1 0 0 0 0,4-19-7 0 0,-4 19 8 0 0,4-14-17 0 0,0 0 1 0 0,2 1 0 0 0,-1-1 0 0 0,2 1 0 0 0,0 0 0 0 0,0 1-1 0 0,2 0 1 0 0,-1 0 0 0 0,2 1 0 0 0,0 0 0 0 0,0 0-1 0 0,1 1 1 0 0,0 1 0 0 0,1-1 0 0 0,0 2 0 0 0,1 0 0 0 0,0 0-1 0 0,0 2 1 0 0,1-1 0 0 0,0 2 0 0 0,24-9 0 0 0,-34 14 14 0 0,0 0 0 0 0,0 0 0 0 0,0 0 0 0 0,1 1 0 0 0,-1 0 0 0 0,0-1 0 0 0,1 1 0 0 0,-1 1 0 0 0,0-1 0 0 0,0 1 0 0 0,1 0 0 0 0,-1 0 0 0 0,0 0 0 0 0,0 0 0 0 0,0 1 0 0 0,0-1 0 0 0,0 1 0 0 0,6 4 0 0 0,-8-4 7 0 0,1 0 0 0 0,-1 1 0 0 0,1-1 0 0 0,-1 1 0 0 0,0-1 0 0 0,0 1-1 0 0,0 0 1 0 0,-1 0 0 0 0,1-1 0 0 0,-1 1 0 0 0,1 1 0 0 0,-1-1-1 0 0,0 0 1 0 0,0 0 0 0 0,0 0 0 0 0,-1 0 0 0 0,1 1 0 0 0,-1-1 0 0 0,0 0-1 0 0,0 1 1 0 0,0-1 0 0 0,0 0 0 0 0,0 1 0 0 0,-2 4 0 0 0,-3 14 33 0 0,-2-1 0 0 0,-1 1 0 0 0,0-1 0 0 0,-2 0 0 0 0,-14 23 0 0 0,2-1-93 0 0,21-42-10 0 0,1 0-1 0 0,-1 0 0 0 0,1 0 1 0 0,-1 0-1 0 0,1 0 0 0 0,-1 0 1 0 0,1 0-1 0 0,-1 0 0 0 0,1 0 1 0 0,0 0-1 0 0,0 0 0 0 0,0 0 1 0 0,0 0-1 0 0,-1 0 0 0 0,1 0 1 0 0,0 0-1 0 0,1 1 0 0 0,-1-1 1 0 0,0 0-1 0 0,0 0 0 0 0,0 0 1 0 0,1 0-1 0 0,-1 0 0 0 0,1 0 1 0 0,-1 0-1 0 0,1 0 0 0 0,-1 0 1 0 0,1 0-1 0 0,-1 0 0 0 0,1 0 1 0 0,0-1-1 0 0,-1 1 0 0 0,1 0 0 0 0,2 1 1 0 0,-1-1-104 0 0,0 0 0 0 0,1 0-1 0 0,-1 0 1 0 0,1 0 0 0 0,0-1 0 0 0,-1 1 0 0 0,1-1 0 0 0,0 1-1 0 0,-1-1 1 0 0,1 0 0 0 0,0 0 0 0 0,-1-1 0 0 0,1 1 0 0 0,3-1 0 0 0,11-3-329 0 0,0-1 1 0 0,0 0 0 0 0,-1-2-1 0 0,1 0 1 0 0,-1 0 0 0 0,-1-2-1 0 0,0 0 1 0 0,23-18 0 0 0,0-3 1861 0 0,63-68 0 0 0,-80 74 431 0 0,-1-2 1 0 0,21-36-1 0 0,-17 25-81 0 0,-23 35-1396 0 0,-22 29-204 0 0,10-14-96 0 0,1 2 1 0 0,1-1 0 0 0,0 1-1 0 0,1 1 1 0 0,1 0-1 0 0,0 0 1 0 0,1 0 0 0 0,1 1-1 0 0,-3 17 1 0 0,7-31-14 0 0,1 1 0 0 0,0-1-1 0 0,0 0 1 0 0,0 1 0 0 0,0-1 0 0 0,1 0 0 0 0,-1 0 0 0 0,1 1 0 0 0,0-1 0 0 0,0 0 0 0 0,0 0-1 0 0,0 0 1 0 0,0 0 0 0 0,1 0 0 0 0,-1 0 0 0 0,1 0 0 0 0,0 0 0 0 0,2 2 0 0 0,0-1-90 0 0,0 0 1 0 0,0-1-1 0 0,0 0 1 0 0,0 0-1 0 0,1 0 1 0 0,-1 0-1 0 0,1-1 1 0 0,0 0-1 0 0,-1 0 1 0 0,10 3-1 0 0,-2-2-154 0 0,0-1 0 0 0,0 0-1 0 0,0 0 1 0 0,1-1 0 0 0,-1-1-1 0 0,1 0 1 0 0,-1-1 0 0 0,0 0-1 0 0,13-3 1 0 0,-14 0 159 0 0,0 1 1 0 0,0-1-1 0 0,0-1 0 0 0,-1 0 1 0 0,0 0-1 0 0,0-1 0 0 0,-1 0 0 0 0,1-1 1 0 0,-1 0-1 0 0,0 0 0 0 0,-1-1 1 0 0,0 0-1 0 0,11-16 0 0 0,-2 2 705 0 0,-2-2-1 0 0,-1 0 1 0 0,-1 0 0 0 0,14-41-1 0 0,-17 37 269 0 0,-12 23-672 0 0,-8 16-136 0 0,0 4-70 0 0,1 0-1 0 0,0 1 1 0 0,1 0 0 0 0,-6 18 0 0 0,11-27-7 0 0,1 1 1 0 0,0-1-1 0 0,0 1 0 0 0,0-1 1 0 0,1 1-1 0 0,0 0 0 0 0,1 0 1 0 0,0 0-1 0 0,0-1 0 0 0,1 1 1 0 0,2 13-1 0 0,-2-18-14 0 0,0 0 0 0 0,0 0-1 0 0,0 0 1 0 0,1 0 0 0 0,-1 0 0 0 0,1 0 0 0 0,0-1-1 0 0,0 1 1 0 0,0-1 0 0 0,0 1 0 0 0,0-1 0 0 0,1 0-1 0 0,-1 0 1 0 0,1 0 0 0 0,3 2 0 0 0,-1-1-83 0 0,0 0 0 0 0,1 0 0 0 0,-1-1 0 0 0,1 0 0 0 0,0-1 0 0 0,0 1 0 0 0,10 1 1 0 0,-1-2-202 0 0,0 0 0 0 0,0-2 0 0 0,0 1 0 0 0,0-2 0 0 0,25-4 1 0 0,-16-1 59 0 0,-1-1 0 0 0,1 0 1 0 0,-2-2-1 0 0,1 0 1 0 0,-2-2-1 0 0,1 0 1 0 0,-2-2-1 0 0,1 0 1 0 0,-2-1-1 0 0,0-1 1 0 0,-1-1-1 0 0,-1 0 1 0 0,29-38-1 0 0,-15 11 330 0 0,-2-1 0 0 0,-1-1 0 0 0,-3-2 0 0 0,-2-1-1 0 0,22-67 1 0 0,-27 57 1181 0 0,-3-1 0 0 0,12-93 1 0 0,-26 153-1273 0 0,-1-1 1 0 0,0 1 0 0 0,0-1-1 0 0,0 1 1 0 0,0-1 0 0 0,0 1-1 0 0,0-1 1 0 0,0 1 0 0 0,0-1-1 0 0,0 0 1 0 0,0 1 0 0 0,0-1-1 0 0,0 1 1 0 0,0-1 0 0 0,0 1-1 0 0,0-1 1 0 0,0 1 0 0 0,-1-1-1 0 0,1 1 1 0 0,0-1 0 0 0,0 1-1 0 0,-1-1 1 0 0,1 1-1 0 0,0-1 1 0 0,-1 1 0 0 0,1-1-1 0 0,0 1 1 0 0,-1 0 0 0 0,1-1-1 0 0,-1 1 1 0 0,1 0 0 0 0,0-1-1 0 0,-1 1 1 0 0,1 0 0 0 0,-1 0-1 0 0,1-1 1 0 0,-1 1 0 0 0,1 0-1 0 0,-1 0 1 0 0,0 0 0 0 0,1 0-1 0 0,-1-1 1 0 0,1 1 0 0 0,-1 0-1 0 0,1 0 1 0 0,-1 0 0 0 0,1 0-1 0 0,-2 1 1 0 0,0-1 3 0 0,0 0 1 0 0,0 1-1 0 0,0-1 1 0 0,0 1-1 0 0,0 0 1 0 0,0 0-1 0 0,0 0 0 0 0,1 0 1 0 0,-1 0-1 0 0,0 0 1 0 0,-2 2-1 0 0,-12 14 25 0 0,0 0-1 0 0,2 1 1 0 0,0 0-1 0 0,1 1 1 0 0,-15 29 0 0 0,-44 109 12 0 0,68-149-43 0 0,-15 37 26 0 0,2 1 0 0 0,2 0 0 0 0,2 1-1 0 0,-11 81 1 0 0,22-114-13 0 0,1-1-1 0 0,1 1 1 0 0,1-1 0 0 0,0 1 0 0 0,0-1-1 0 0,5 19 1 0 0,-4-26-44 0 0,-1-1 0 0 0,1 0 0 0 0,0 0 0 0 0,0 0 0 0 0,1 0 0 0 0,0 0-1 0 0,0-1 1 0 0,0 1 0 0 0,0-1 0 0 0,1 1 0 0 0,-1-1 0 0 0,1 0 0 0 0,0-1 0 0 0,1 1 0 0 0,-1-1 0 0 0,1 0 0 0 0,-1 0 0 0 0,9 4 0 0 0,-2-2-170 0 0,2 0 1 0 0,-1-1-1 0 0,1-1 1 0 0,-1 0-1 0 0,1 0 0 0 0,0-1 1 0 0,0-1-1 0 0,0 0 1 0 0,0-1-1 0 0,0-1 1 0 0,0 0-1 0 0,0 0 1 0 0,0-1-1 0 0,-1-1 1 0 0,1 0-1 0 0,-1-1 1 0 0,1 0-1 0 0,17-9 1 0 0,-11 3 85 0 0,-1-1 0 0 0,0-1 1 0 0,0 0-1 0 0,-1-1 1 0 0,-1-1-1 0 0,0 0 1 0 0,-1-1-1 0 0,-1-1 1 0 0,0-1-1 0 0,18-28 1 0 0,-5-1 390 0 0,-2-1-1 0 0,-2 0 1 0 0,-2-2 0 0 0,23-79 0 0 0,-28 66 1988 0 0,14-101-1 0 0,-25 127-1635 0 0,-5 33-437 0 0,-2 4-184 0 0,1-1 0 0 0,-1 0 0 0 0,0 1 0 0 0,1-1 0 0 0,-1 1 0 0 0,1 0 0 0 0,-1 0 0 0 0,1-1 0 0 0,-1 1 0 0 0,1 0 0 0 0,-1 0 0 0 0,1 0 0 0 0,0 1 0 0 0,0-1 0 0 0,-1 0 0 0 0,1 0 0 0 0,0 1 0 0 0,-1 2 0 0 0,-19 32 45 0 0,17-27-39 0 0,-29 62 35 0 0,3 2 0 0 0,3 1-1 0 0,4 1 1 0 0,-24 129 0 0 0,43-186-20 0 0,1 0 1 0 0,1 0 0 0 0,0 0-1 0 0,2 0 1 0 0,0 0-1 0 0,1 0 1 0 0,3 19 0 0 0,-4-34-21 0 0,1 0 1 0 0,0 0 0 0 0,0 0 0 0 0,1-1-1 0 0,-1 1 1 0 0,0 0 0 0 0,1 0 0 0 0,0-1-1 0 0,-1 1 1 0 0,1-1 0 0 0,0 0 0 0 0,0 1 0 0 0,1-1-1 0 0,-1 0 1 0 0,0 0 0 0 0,6 3 0 0 0,-4-3 0 0 0,0 0-1 0 0,1 0 1 0 0,-1-1 0 0 0,1 1 0 0 0,-1-1 0 0 0,1 0 0 0 0,0 0 0 0 0,-1-1 0 0 0,1 1 0 0 0,5-1 0 0 0,4-1-335 0 0,-1-1 1 0 0,1 0-1 0 0,-1-1 0 0 0,0 0 1 0 0,0-1-1 0 0,23-10 0 0 0,-13 3-1858 0 0,0-2-1 0 0,0-1 0 0 0,33-27 0 0 0,-34 20-2271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24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14 660 0 0,'-4'0'750'0'0,"-12"-2"2094"0"0,0 1 0 0 0,-26-10 2050 0 0,59 11-4178 0 0,41 4-968 0 0,-40-3 366 0 0,55 4-1247 0 0,55 4-5252 0 0,-106-7 3737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24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0 1964 0 0,'0'0'3402'0'0,"2"0"-2960"0"0,0 1 0 0 0,-1-1 0 0 0,1 1-1 0 0,-1-1 1 0 0,1 1 0 0 0,-1 0 0 0 0,1 0-1 0 0,-1 0 1 0 0,0 0 0 0 0,1 0 0 0 0,-1 0-1 0 0,2 2 1 0 0,-5 8 56 0 0,0 0 1 0 0,-1 0-1 0 0,0 0 0 0 0,0 0 1 0 0,-2 0-1 0 0,-9 18 1 0 0,-7 18 72 0 0,16-33-465 0 0,0 1-1 0 0,1-1 0 0 0,1 1 0 0 0,0 0 0 0 0,-1 22 0 0 0,3-34-126 0 0,1 1 0 0 0,1-1 0 0 0,-1 1 0 0 0,0 0 0 0 0,1-1 0 0 0,0 1-1 0 0,0-1 1 0 0,0 1 0 0 0,0-1 0 0 0,0 1 0 0 0,1-1 0 0 0,0 0 0 0 0,-1 0-1 0 0,1 1 1 0 0,0-1 0 0 0,1-1 0 0 0,-1 1 0 0 0,0 0 0 0 0,1 0 0 0 0,0-1 0 0 0,-1 0-1 0 0,1 1 1 0 0,0-1 0 0 0,0 0 0 0 0,1 0 0 0 0,-1-1 0 0 0,6 3 0 0 0,-2-1-436 0 0,0-1 1 0 0,0 0 0 0 0,1-1-1 0 0,-1 0 1 0 0,0 0 0 0 0,10 0-1 0 0,24-5-4844 0 0,-19 0 992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24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109 105 1660 0 0,'-12'-16'2172'0'0,"0"3"-479"0"0,2 1-357 0 0,-1-2-284 0 0,-1 5-200 0 0,4-1-176 0 0,-1 1-212 0 0,0 1 216 0 0,-4-1-632 0 0,1 4-968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25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73 700 0 0,'5'-15'4179'0'0,"19"-34"1995"0"0,-23 47-5951 0 0,-1 2-199 0 0,0 0-1 0 0,0-1 1 0 0,0 1-1 0 0,0 0 1 0 0,0 0-1 0 0,0-1 1 0 0,0 1-1 0 0,0 0 1 0 0,0-1-1 0 0,0 1 1 0 0,0 0-1 0 0,0 0 1 0 0,1-1-1 0 0,-1 1 1 0 0,0 0-1 0 0,0 0 1 0 0,0-1-1 0 0,0 1 1 0 0,1 0-1 0 0,-1 0 1 0 0,0 0-1 0 0,0-1 0 0 0,1 1 1 0 0,-1 0-1 0 0,0 0 1 0 0,1 0-1 0 0,0 8 145 0 0,1 1 0 0 0,-1 0-1 0 0,0 0 1 0 0,-1 0-1 0 0,0 0 1 0 0,-2 11 0 0 0,-10 58 540 0 0,8-54-486 0 0,-207 913 3516 0 0,138-699-3400 0 0,51-178-23 0 0,-55 108 0 0 0,77-168-378 0 0,-1 1 1 0 0,1 0-1 0 0,0-1 1 0 0,0 1-1 0 0,0-1 1 0 0,0 1-1 0 0,-1-1 1 0 0,1 1 0 0 0,0-1-1 0 0,0 0 1 0 0,-1 1-1 0 0,1-1 1 0 0,0 1-1 0 0,-1-1 1 0 0,1 1-1 0 0,-1-1 1 0 0,1 0-1 0 0,0 1 1 0 0,-1-1-1 0 0,1 0 1 0 0,-1 0 0 0 0,1 1-1 0 0,-1-1 1 0 0,1 0-1 0 0,-1 0 1 0 0,1 0-1 0 0,-1 1 1 0 0,1-1-1 0 0,-1 0 1 0 0,1 0-1 0 0,-1 0 1 0 0,1 0 0 0 0,-1 0-1 0 0,1 0 1 0 0,-1 0-1 0 0,0 0 1 0 0,1 0-1 0 0,-1 0 1 0 0,1-1-1 0 0,-1 1 1 0 0,1 0-1 0 0,-1 0 1 0 0,1 0-1 0 0,-1-1 1 0 0,1 1 0 0 0,0 0-1 0 0,-1-1 1 0 0,-1 0-289 0 0,1-1 1 0 0,0 1 0 0 0,0-1 0 0 0,0 1 0 0 0,0-1-1 0 0,1 1 1 0 0,-1-1 0 0 0,0 0 0 0 0,1 1 0 0 0,-1-1-1 0 0,1 0 1 0 0,-1-3 0 0 0,0-13-3286 0 0,2-4-1493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26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1 566 2212 0 0,'6'-18'810'0'0,"2"1"-1"0"0,0 0 0 0 0,1 1 1 0 0,1 0-1 0 0,0 0 0 0 0,13-14 1 0 0,-15 22-634 0 0,0 0 1 0 0,0 0-1 0 0,1 1 0 0 0,0 0 1 0 0,0 0-1 0 0,1 1 1 0 0,-1 0-1 0 0,2 1 1 0 0,-1 0-1 0 0,0 1 0 0 0,15-5 1 0 0,-8 5-70 0 0,-1 1 1 0 0,1 0-1 0 0,0 1 1 0 0,0 1-1 0 0,0 1 0 0 0,1 0 1 0 0,-1 1-1 0 0,0 1 1 0 0,0 1-1 0 0,20 5 1 0 0,-23-4-81 0 0,0 1 0 0 0,0 0 0 0 0,0 0 0 0 0,-1 2 1 0 0,0-1-1 0 0,0 2 0 0 0,0 0 0 0 0,-1 0 1 0 0,-1 1-1 0 0,1 1 0 0 0,-2 0 0 0 0,13 14 0 0 0,-19-19 14 0 0,0 0 0 0 0,0 1 0 0 0,-1-1 0 0 0,1 1 0 0 0,-1 0 0 0 0,0 0 0 0 0,-1 1 0 0 0,0-1 0 0 0,0 0 0 0 0,0 1 0 0 0,-1-1 0 0 0,0 1 0 0 0,0-1 0 0 0,0 10 0 0 0,-2-8 49 0 0,0 0-1 0 0,0 0 1 0 0,0 0 0 0 0,-1-1 0 0 0,-1 1 0 0 0,1 0 0 0 0,-1-1 0 0 0,0 0 0 0 0,-1 0 0 0 0,0 0 0 0 0,-7 11 0 0 0,2-6 29 0 0,0-1 0 0 0,0-1 1 0 0,-1 1-1 0 0,0-1 0 0 0,-15 10 1 0 0,-60 35 684 0 0,71-47-570 0 0,10-5-117 0 0,-11 4 370 0 0,15-7-482 0 0,0 0 0 0 0,0 1-1 0 0,-1-1 1 0 0,1 0 0 0 0,0 0-1 0 0,0 0 1 0 0,-1 0 0 0 0,1 0-1 0 0,0 0 1 0 0,0 0 0 0 0,-1 0-1 0 0,1 0 1 0 0,0 0 0 0 0,0 0-1 0 0,0 0 1 0 0,-1 0-1 0 0,1-1 1 0 0,0 1 0 0 0,0 0-1 0 0,0 0 1 0 0,-1 0 0 0 0,1 0-1 0 0,0 0 1 0 0,0 0 0 0 0,0 0-1 0 0,-1-1 1 0 0,1 1 0 0 0,0 0-1 0 0,0 0 1 0 0,0 0 0 0 0,0 0-1 0 0,-1-1 1 0 0,1 1-1 0 0,0 0 1 0 0,0 0 0 0 0,0 0-1 0 0,0-1 1 0 0,0 1 0 0 0,0 0-1 0 0,0 0 1 0 0,0-1 0 0 0,0 1-1 0 0,0 0 1 0 0,0 0 0 0 0,0 0-1 0 0,0-1 1 0 0,0 1-1 0 0,0 0 1 0 0,0 0 0 0 0,0-1-1 0 0,1-2-2 0 0,1 0-1 0 0,0 0 0 0 0,0 0 0 0 0,0 0 0 0 0,1 0 0 0 0,-1 1 0 0 0,0-1 1 0 0,1 1-1 0 0,0-1 0 0 0,0 1 0 0 0,4-3 0 0 0,6-5-38 0 0,126-114-743 0 0,61-59-533 0 0,-175 155 1183 0 0,0 0 0 0 0,-2-1 0 0 0,-1-2 0 0 0,-1 0 0 0 0,19-39 0 0 0,-32 50 128 0 0,-1 1-1 0 0,0-2 1 0 0,-2 1 0 0 0,0-1-1 0 0,-1 1 1 0 0,-1-1 0 0 0,-1 0-1 0 0,-1-26 1 0 0,-1 46 4 0 0,0 0 0 0 0,0 0 0 0 0,0-1 0 0 0,0 1 0 0 0,0 0 0 0 0,0 0 0 0 0,0 0 0 0 0,0-1 0 0 0,-1 1 0 0 0,1 0 0 0 0,-1 0 0 0 0,1 0 0 0 0,0-1 0 0 0,-1 1 0 0 0,0 0 0 0 0,1 0 0 0 0,-1 0 0 0 0,0 0 0 0 0,1 0 0 0 0,-1 0 0 0 0,0 0 0 0 0,-1-1 0 0 0,1 2 1 0 0,-1 0 1 0 0,1-1 0 0 0,0 1-1 0 0,0 0 1 0 0,0 0-1 0 0,0 0 1 0 0,0 0 0 0 0,-1 0-1 0 0,1 0 1 0 0,0 0-1 0 0,0 0 1 0 0,0 0 0 0 0,0 1-1 0 0,0-1 1 0 0,0 0-1 0 0,-1 1 1 0 0,1-1 0 0 0,0 1-1 0 0,-1 0 1 0 0,-4 2 15 0 0,0 1 0 0 0,0 0 0 0 0,0 1 0 0 0,1-1 0 0 0,0 1 0 0 0,-8 9 0 0 0,-6 12-8 0 0,1 0-1 0 0,1 2 0 0 0,1 0 1 0 0,2 0-1 0 0,-16 45 0 0 0,16-33 0 0 0,2 0-1 0 0,2 1 1 0 0,-8 71-1 0 0,17-96 11 0 0,0-1 0 0 0,1 1 0 0 0,0-1 0 0 0,2 0 0 0 0,0 1 0 0 0,0-1 0 0 0,7 22 0 0 0,-6-29-11 0 0,0 1 1 0 0,1-1-1 0 0,-1-1 1 0 0,2 1-1 0 0,-1-1 1 0 0,1 1-1 0 0,0-1 0 0 0,1 0 1 0 0,-1-1-1 0 0,1 0 1 0 0,1 0-1 0 0,-1 0 1 0 0,1 0-1 0 0,12 7 1 0 0,-13-9-40 0 0,1 0 1 0 0,0-1 0 0 0,0 0 0 0 0,0 0-1 0 0,0 0 1 0 0,1-1 0 0 0,-1 0 0 0 0,1 0-1 0 0,-1-1 1 0 0,1 0 0 0 0,0 0 0 0 0,0-1-1 0 0,-1 0 1 0 0,1 0 0 0 0,0-1 0 0 0,-1 0-1 0 0,1 0 1 0 0,0-1 0 0 0,-1 0 0 0 0,0 0-1 0 0,1-1 1 0 0,-1 0 0 0 0,0 0 0 0 0,0 0-1 0 0,-1-1 1 0 0,1 0 0 0 0,-1-1 0 0 0,0 0-1 0 0,0 0 1 0 0,9-10 0 0 0,-3 2 106 0 0,-1 0 0 0 0,0-1 1 0 0,-1-1-1 0 0,-1 0 0 0 0,7-16 0 0 0,30-81 2665 0 0,-24 55-939 0 0,-21 56-1703 0 0,-4 4-88 0 0,1 0 1 0 0,-1 1-1 0 0,1-1 0 0 0,0 1 0 0 0,0-1 0 0 0,-1 5 1 0 0,-2 4 25 0 0,1 1 0 0 0,0-1 0 0 0,1 1 0 0 0,0-1 0 0 0,1 1 0 0 0,1 0 0 0 0,0 0 0 0 0,0 0 0 0 0,2 0 0 0 0,-1-1 0 0 0,2 1 0 0 0,3 18 0 0 0,-3-23-108 0 0,0-1 1 0 0,1 0-1 0 0,-1 0 0 0 0,2 0 1 0 0,-1 0-1 0 0,1 0 0 0 0,0 0 1 0 0,0-1-1 0 0,9 10 1 0 0,-9-12-220 0 0,0 0 1 0 0,0 0 0 0 0,0-1 0 0 0,1 0 0 0 0,-1 0 0 0 0,1 0-1 0 0,0 0 1 0 0,0-1 0 0 0,0 0 0 0 0,0 0 0 0 0,0 0 0 0 0,1-1 0 0 0,-1 0-1 0 0,9 2 1 0 0,-11-3-264 0 0,1 0 0 0 0,-1 1 1 0 0,0-1-1 0 0,1 0 0 0 0,-1 0 0 0 0,0-1 0 0 0,1 1 0 0 0,-1-1 0 0 0,0 0 0 0 0,0 0 0 0 0,5-1 1 0 0,6-3-3740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26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80 1728 0 0,'-27'-53'7736'0'0,"14"28"-5941"0"0,12 24-1618 0 0,-2 0-135 0 0,-9 1-483 0 0,10 3-43 0 0,1-1-1 0 0,-1 0 1 0 0,1 1-1 0 0,0-1 1 0 0,0 1-1 0 0,0-1 1 0 0,0 1-1 0 0,0 0 1 0 0,0-1-1 0 0,0 4 1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27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290 913 16 0 0,'10'-6'7170'0'0,"-8"4"-6660"0"0,0 1 1 0 0,0-1-1 0 0,-1 1 1 0 0,1-1-1 0 0,-1 0 0 0 0,1 1 1 0 0,-1-1-1 0 0,0 0 1 0 0,1 0-1 0 0,-1 0 0 0 0,0 0 1 0 0,-1 0-1 0 0,1 0 1 0 0,1-3-1 0 0,-2 3 67 0 0,0 1-508 0 0,0 0 0 0 0,1 0 0 0 0,-2 0 0 0 0,1 0 0 0 0,0 0 0 0 0,0-1 0 0 0,0 1 0 0 0,0 0 0 0 0,-1 0 0 0 0,1 0 0 0 0,0 0 0 0 0,-1 0 0 0 0,1 0 0 0 0,-1 0 0 0 0,1 0 0 0 0,-1 1 0 0 0,0-1 0 0 0,1 0 0 0 0,-1 0 0 0 0,0 0 0 0 0,0 1 0 0 0,1-1 0 0 0,-1 0 0 0 0,0 1 0 0 0,-2-2 0 0 0,1 1-31 0 0,0 1 1 0 0,0-1 0 0 0,0 1-1 0 0,-1-1 1 0 0,1 1 0 0 0,0 0-1 0 0,0 0 1 0 0,-1 0 0 0 0,1 0 0 0 0,0 0-1 0 0,-4 2 1 0 0,-7 1-40 0 0,1 1 0 0 0,0 0 0 0 0,-17 9 1 0 0,28-12 31 0 0,-19 9-13 0 0,0 1-1 0 0,1 2 1 0 0,0-1-1 0 0,-20 20 1 0 0,29-23-15 0 0,-1 1 0 0 0,2 0 0 0 0,-1 1 1 0 0,1 0-1 0 0,1 1 0 0 0,0 0 0 0 0,-12 23 0 0 0,19-32-16 0 0,-1 1 0 0 0,1-1 0 0 0,0 1 0 0 0,0 0 1 0 0,0-1-1 0 0,0 1 0 0 0,1 0 0 0 0,0-1 0 0 0,-1 1 0 0 0,1 0 0 0 0,0 0 0 0 0,1-1 0 0 0,-1 1 0 0 0,1 0 0 0 0,0-1 0 0 0,0 1 0 0 0,1 4 0 0 0,1-3-80 0 0,-1-1-1 0 0,1 0 1 0 0,-1 0-1 0 0,1-1 1 0 0,0 1-1 0 0,0 0 1 0 0,1-1-1 0 0,-1 0 1 0 0,1 0-1 0 0,0 0 1 0 0,0 0-1 0 0,4 2 1 0 0,6 2-202 0 0,0 0 1 0 0,1-1 0 0 0,0-1-1 0 0,0 0 1 0 0,0-1 0 0 0,1-1 0 0 0,16 2-1 0 0,7-1-131 0 0,0-2-1 0 0,0-1 1 0 0,0-2 0 0 0,1-1-1 0 0,-1-3 1 0 0,-1-1-1 0 0,1-1 1 0 0,-1-3-1 0 0,46-17 1 0 0,-62 18 528 0 0,1-1 0 0 0,-2 0 0 0 0,1-2-1 0 0,-1-1 1 0 0,-1-1 0 0 0,0 0 0 0 0,-1-1 0 0 0,-1-1 0 0 0,-1-1-1 0 0,0-1 1 0 0,-1 0 0 0 0,0-1 0 0 0,-2-1 0 0 0,-1 0 0 0 0,22-44-1 0 0,-33 61-13 0 0,0-1-1 0 0,-1 0 0 0 0,0 0 1 0 0,1 0-1 0 0,-1 0 1 0 0,-1 0-1 0 0,1 0 0 0 0,-1 0 1 0 0,1-1-1 0 0,-1 1 0 0 0,0 0 1 0 0,-1 0-1 0 0,1 0 1 0 0,-1 0-1 0 0,-2-8 0 0 0,2 10-62 0 0,0-1 1 0 0,0 1-1 0 0,0 0 0 0 0,-1 0 0 0 0,1 0 0 0 0,-1 0 0 0 0,0 0 0 0 0,0 0 1 0 0,1 1-1 0 0,-1-1 0 0 0,0 1 0 0 0,-1-1 0 0 0,1 1 0 0 0,0 0 1 0 0,0-1-1 0 0,0 1 0 0 0,-1 0 0 0 0,1 1 0 0 0,-1-1 0 0 0,1 0 0 0 0,0 1 1 0 0,-1-1-1 0 0,1 1 0 0 0,-1 0 0 0 0,1 0 0 0 0,-1 0 0 0 0,-2 0 1 0 0,-7 1 28 0 0,1 0 0 0 0,0 1 1 0 0,-1 0-1 0 0,1 1 0 0 0,0 0 1 0 0,0 0-1 0 0,1 2 0 0 0,-1-1 1 0 0,-14 9-1 0 0,6-1-11 0 0,-1 1 0 0 0,2 0 1 0 0,-30 28-1 0 0,31-24-13 0 0,0 0 1 0 0,1 2 0 0 0,-13 19-1 0 0,25-32-18 0 0,0 0 0 0 0,0 1 0 0 0,0-1 0 0 0,1 1-1 0 0,0 0 1 0 0,0 0 0 0 0,1 0 0 0 0,0 1 0 0 0,0-1-1 0 0,1 0 1 0 0,0 1 0 0 0,0-1 0 0 0,1 15 0 0 0,0-19-3 0 0,1 0 0 0 0,0 1 0 0 0,0-1 0 0 0,-1 0 0 0 0,2 0 0 0 0,-1-1 0 0 0,0 1 0 0 0,1 0 0 0 0,-1 0 0 0 0,1-1 0 0 0,0 1 0 0 0,0 0 0 0 0,0-1 0 0 0,0 0 0 0 0,4 4 0 0 0,-2-3 4 0 0,1 0 0 0 0,-1 0 0 0 0,1 0 1 0 0,0 0-1 0 0,0-1 0 0 0,0 0 0 0 0,0 0 1 0 0,8 2-1 0 0,-3-2-5 0 0,-1-1 0 0 0,1 1 1 0 0,0-2-1 0 0,-1 1 0 0 0,1-1 1 0 0,0-1-1 0 0,0 0 0 0 0,-1 0 0 0 0,19-5 1 0 0,-18 2-7 0 0,1-1 0 0 0,-1 0 1 0 0,0 0-1 0 0,0-1 0 0 0,-1 0 1 0 0,0 0-1 0 0,0-1 1 0 0,0-1-1 0 0,-1 0 0 0 0,8-8 1 0 0,6-12 89 0 0,35-55-1 0 0,-7 9 810 0 0,-41 63-764 0 0,-14 21-79 0 0,-5 10-36 0 0,9-19-22 0 0,-12 29-4 0 0,-10 37 0 0 0,21-59 18 0 0,-1 1 1 0 0,2 0-1 0 0,-1-1 0 0 0,1 1 0 0 0,1 0 0 0 0,-1 0 0 0 0,2 0 0 0 0,-1 0 0 0 0,3 13 0 0 0,-2-18-5 0 0,0-1-1 0 0,0 1 0 0 0,1-1 0 0 0,-1 0 1 0 0,1 0-1 0 0,0 0 0 0 0,0 0 0 0 0,0 0 0 0 0,0 0 1 0 0,0 0-1 0 0,1-1 0 0 0,-1 1 0 0 0,1-1 1 0 0,3 3-1 0 0,-1-1 0 0 0,0-1 1 0 0,1 0-1 0 0,0 0 1 0 0,0-1 0 0 0,0 1-1 0 0,0-1 1 0 0,9 2-1 0 0,-2-2-97 0 0,0 0 0 0 0,0-1-1 0 0,1 0 1 0 0,-1-1 0 0 0,0 0-1 0 0,27-5 1 0 0,-26 1-47 0 0,0 0 1 0 0,-1-1-1 0 0,0 0 0 0 0,0-1 1 0 0,0-1-1 0 0,-1 0 0 0 0,0 0 1 0 0,0-1-1 0 0,-1-1 0 0 0,0 0 1 0 0,0-1-1 0 0,-1 0 0 0 0,9-11 1 0 0,12-18-249 0 0,-2 0 0 0 0,33-61 1 0 0,-21 27 327 0 0,-3-1 0 0 0,-4-2 0 0 0,-3-1 0 0 0,-4-2 0 0 0,26-116 0 0 0,-45 149 767 0 0,-2 0 1 0 0,-2 0-1 0 0,-4-90 0 0 0,0 131-656 0 0,-1-1-1 0 0,1 1 1 0 0,-1 0-1 0 0,-1 0 1 0 0,1 0-1 0 0,-1 0 0 0 0,-3-8 1 0 0,4 13-51 0 0,1-1 1 0 0,-1 0-1 0 0,0 1 0 0 0,1-1 1 0 0,-1 1-1 0 0,0-1 1 0 0,0 1-1 0 0,1 0 0 0 0,-1-1 1 0 0,0 1-1 0 0,0 0 1 0 0,0-1-1 0 0,1 1 1 0 0,-1 0-1 0 0,0 0 0 0 0,0 0 1 0 0,0 0-1 0 0,0 0 1 0 0,0 0-1 0 0,1 0 0 0 0,-1 0 1 0 0,0 0-1 0 0,0 0 1 0 0,0 0-1 0 0,0 1 0 0 0,1-1 1 0 0,-1 0-1 0 0,0 1 1 0 0,0-1-1 0 0,0 0 0 0 0,1 1 1 0 0,-2 0-1 0 0,-24 16 65 0 0,12 0-36 0 0,0 0 0 0 0,0 1-1 0 0,2 0 1 0 0,0 1-1 0 0,1 0 1 0 0,1 1-1 0 0,-8 25 1 0 0,-43 151 285 0 0,38-106-181 0 0,4 1 0 0 0,5 1-1 0 0,-6 172 1 0 0,20-238-64 0 0,1 0-1 0 0,8 46 1 0 0,-8-66-301 0 0,0 0 1 0 0,0 1 0 0 0,1-1-1 0 0,0 0 1 0 0,1 0-1 0 0,0 0 1 0 0,-1 0 0 0 0,2 0-1 0 0,-1-1 1 0 0,1 1 0 0 0,0-1-1 0 0,0 0 1 0 0,0 0-1 0 0,1-1 1 0 0,-1 1 0 0 0,10 6-1 0 0,-12-10-25 0 0,0 0 0 0 0,1 0 1 0 0,-1 0-1 0 0,1 0 0 0 0,-1 0 0 0 0,1-1 0 0 0,-1 1 0 0 0,1-1 0 0 0,-1 0 0 0 0,1 0 0 0 0,-1 0 1 0 0,1 0-1 0 0,-1 0 0 0 0,1 0 0 0 0,0 0 0 0 0,-1-1 0 0 0,3 0 0 0 0,0-1-242 0 0,0 0 1 0 0,0 0-1 0 0,-1 0 0 0 0,1 0 0 0 0,-1-1 1 0 0,1 0-1 0 0,-1 0 0 0 0,5-4 0 0 0,8-9-1543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27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0 284 1860 0 0,'54'-87'6163'0'0,"45"-98"-1"0"0,-91 174-5054 0 0,-11 28-830 0 0,-8 29-212 0 0,-14 36 56 0 0,10-35-76 0 0,2 0 0 0 0,-12 79-1 0 0,25-121-215 0 0,-1 0 1 0 0,1-1-1 0 0,0 1 0 0 0,1 0 0 0 0,-1 0 0 0 0,1 0 1 0 0,0-1-1 0 0,0 1 0 0 0,1 0 0 0 0,-1-1 1 0 0,1 1-1 0 0,0-1 0 0 0,0 1 0 0 0,1-1 1 0 0,-1 0-1 0 0,1 0 0 0 0,0 0 0 0 0,5 5 0 0 0,-5-6-161 0 0,0 0-1 0 0,1-1 0 0 0,-1 0 1 0 0,0 1-1 0 0,1-1 0 0 0,0-1 1 0 0,-1 1-1 0 0,1 0 0 0 0,0-1 1 0 0,0 0-1 0 0,0 0 0 0 0,0 0 1 0 0,0 0-1 0 0,0 0 0 0 0,0-1 1 0 0,0 0-1 0 0,0 0 0 0 0,0 0 1 0 0,0 0-1 0 0,0-1 0 0 0,0 0 0 0 0,6-1 1 0 0,9-4-2307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27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0 320 3372 0 0,'25'-28'2096'0'0,"-1"-1"0"0"0,-2-2 0 0 0,-2 0 0 0 0,0-1 0 0 0,21-50-1 0 0,-40 80-1822 0 0,-13 22-28 0 0,-11 34-103 0 0,13-34-125 0 0,2 2-1 0 0,0-1 0 0 0,1 1 0 0 0,-5 27 0 0 0,11-42 2 0 0,0 0 1 0 0,0 0-1 0 0,1 0 0 0 0,-1 0 1 0 0,2 0-1 0 0,-1 0 0 0 0,1 0 0 0 0,0 0 1 0 0,3 10-1 0 0,-2-14-5 0 0,-1 0 1 0 0,1 0-1 0 0,0 0 0 0 0,0 0 1 0 0,0 0-1 0 0,0 0 0 0 0,0-1 1 0 0,0 1-1 0 0,1-1 0 0 0,0 1 1 0 0,-1-1-1 0 0,1 0 0 0 0,0 0 1 0 0,0 0-1 0 0,0 0 0 0 0,0-1 1 0 0,0 1-1 0 0,0-1 0 0 0,1 0 1 0 0,-1 0-1 0 0,4 1 0 0 0,2 0 4 0 0,-1 0 1 0 0,1-1-1 0 0,-1 0 0 0 0,1-1 0 0 0,0 0 0 0 0,-1 0 1 0 0,1 0-1 0 0,-1-1 0 0 0,1-1 0 0 0,-1 1 0 0 0,13-5 1 0 0,-10 2-2 0 0,0-1 1 0 0,0 0-1 0 0,-1-1 1 0 0,1 0-1 0 0,-1-1 1 0 0,0 0-1 0 0,14-14 1 0 0,-11 10 0 0 0,-2-2 1 0 0,0 1-1 0 0,0-2 1 0 0,-2 1-1 0 0,1-2 1 0 0,-2 1 0 0 0,0-1-1 0 0,0 0 1 0 0,-2-1-1 0 0,0 0 1 0 0,8-32 0 0 0,-13 42-12 0 0,0 0-1 0 0,0-1 1 0 0,0 1 0 0 0,-1-1 0 0 0,0 1 0 0 0,-1-1 0 0 0,1 1 0 0 0,-1-1 0 0 0,0 1 0 0 0,-1 0 0 0 0,0-1 0 0 0,0 1 0 0 0,0 0 0 0 0,-4-6 0 0 0,4 8-7 0 0,-1 0 1 0 0,1 0-1 0 0,-1 0 1 0 0,-1 1 0 0 0,1 0-1 0 0,0-1 1 0 0,-1 1 0 0 0,1 0-1 0 0,-1 1 1 0 0,0-1 0 0 0,0 1-1 0 0,0-1 1 0 0,-1 1 0 0 0,1 1-1 0 0,0-1 1 0 0,-1 1-1 0 0,1-1 1 0 0,-1 1 0 0 0,1 0-1 0 0,-7 0 1 0 0,-1 0 9 0 0,0 1 0 0 0,1 1 0 0 0,-1-1 0 0 0,0 2 0 0 0,1 0 0 0 0,-1 0 0 0 0,1 1 0 0 0,0 0 0 0 0,0 1 0 0 0,0 0 0 0 0,-15 9 0 0 0,18-9-160 0 0,0 1 0 0 0,0-1 1 0 0,1 2-1 0 0,-1-1 0 0 0,1 1 0 0 0,1 0 0 0 0,-1 1 0 0 0,1-1 0 0 0,0 1 1 0 0,0 1-1 0 0,1-1 0 0 0,0 1 0 0 0,0 0 0 0 0,1 0 0 0 0,-4 9 0 0 0,7-13-153 0 0,0 0 0 0 0,0-1 0 0 0,1 1 0 0 0,-1 0-1 0 0,1 0 1 0 0,-1 0 0 0 0,1-1 0 0 0,0 1 0 0 0,1 5-1 0 0,9 19-4959 0 0,-2-16 485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28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139 167 512 0 0,'23'-67'12146'0'0,"-25"68"-12091"0"0,0 0-1 0 0,0 1 0 0 0,1-1 0 0 0,-1 1 1 0 0,1 0-1 0 0,0 0 0 0 0,-1-1 0 0 0,1 1 0 0 0,0 0 1 0 0,0 0-1 0 0,0 0 0 0 0,0 0 0 0 0,0 0 1 0 0,0 3-1 0 0,-2 2 41 0 0,-51 113 292 0 0,-17 34 225 0 0,64-142 171 0 0,1 0 2007 0 0,6-23-1662 0 0,1 2-1074 0 0,1 0 1 0 0,1 0-1 0 0,0 0 0 0 0,0 1 0 0 0,1-1 1 0 0,5-8-1 0 0,31-49 25 0 0,-29 49-57 0 0,87-123 20 0 0,-84 123-69 0 0,1 0 0 0 0,0 1 0 0 0,1 1 0 0 0,1 0 0 0 0,29-19 0 0 0,-42 32 18 0 0,-1 0-1 0 0,0 0 0 0 0,0 0 0 0 0,1 1 0 0 0,-1-1 0 0 0,1 1 1 0 0,-1 0-1 0 0,1 0 0 0 0,-1 1 0 0 0,1-1 0 0 0,0 1 0 0 0,-1-1 0 0 0,1 1 1 0 0,0 1-1 0 0,-1-1 0 0 0,1 0 0 0 0,6 2 0 0 0,-7-1 9 0 0,-1 0 0 0 0,1 1 1 0 0,0-1-1 0 0,0 1 0 0 0,-1-1 0 0 0,1 1 0 0 0,-1 0 0 0 0,0 0 0 0 0,1 0 0 0 0,-1 0 0 0 0,0 1 1 0 0,0-1-1 0 0,0 0 0 0 0,0 1 0 0 0,-1 0 0 0 0,1-1 0 0 0,-1 1 0 0 0,0 0 0 0 0,1 0 1 0 0,-1 0-1 0 0,1 5 0 0 0,0 3 7 0 0,0 0 1 0 0,0 0-1 0 0,-1 1 1 0 0,-1-1-1 0 0,0 1 0 0 0,0-1 1 0 0,-1 0-1 0 0,-1 1 1 0 0,-3 14-1 0 0,-6 13 232 0 0,-21 49 0 0 0,14-39 108 0 0,-9 26 469 0 0,27-75-794 0 0,0 1-1 0 0,0 0 0 0 0,1-1 1 0 0,-1 1-1 0 0,0-1 0 0 0,0 1 1 0 0,0 0-1 0 0,0-1 0 0 0,1 1 1 0 0,-1-1-1 0 0,0 1 1 0 0,0-1-1 0 0,1 1 0 0 0,-1-1 1 0 0,0 1-1 0 0,1-1 0 0 0,-1 1 1 0 0,1-1-1 0 0,-1 1 0 0 0,1-1 1 0 0,-1 0-1 0 0,1 1 1 0 0,-1-1-1 0 0,1 0 0 0 0,-1 1 1 0 0,1-1-1 0 0,-1 0 0 0 0,1 0 1 0 0,0 1-1 0 0,-1-1 0 0 0,1 0 1 0 0,-1 0-1 0 0,1 0 0 0 0,0 0 1 0 0,-1 0-1 0 0,1 0 1 0 0,-1 0-1 0 0,1 0 0 0 0,0 0 1 0 0,0 0-1 0 0,11-1-73 0 0,0-1-1 0 0,0 0 1 0 0,-1 0 0 0 0,1-1-1 0 0,-1-1 1 0 0,0 1 0 0 0,0-2-1 0 0,0 0 1 0 0,-1 0 0 0 0,15-10-1 0 0,-10 5-1081 0 0,1-1-1 0 0,-1-1 1 0 0,-1 0 0 0 0,0-1-1 0 0,23-29 1 0 0,-31 35-184 0 0,-1 0 0 0 0,-1-1 0 0 0,1 1 0 0 0,4-14 0 0 0,1-8-4251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28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79 108 0 0,'-95'-28'6855'0'0,"-9"-4"-895"0"0,35 13-9308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28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1 992 0 0,'-171'45'10286'0'0,"171"-45"-10258"0"0,0 1-1 0 0,1-1 1 0 0,-1 0-1 0 0,0 0 0 0 0,0 0 1 0 0,1 0-1 0 0,-1 0 0 0 0,0 1 1 0 0,0-1-1 0 0,1 0 1 0 0,-1 0-1 0 0,0 0 0 0 0,0 1 1 0 0,1-1-1 0 0,-1 0 1 0 0,0 0-1 0 0,0 1 0 0 0,0-1 1 0 0,0 0-1 0 0,0 0 0 0 0,1 1 1 0 0,-1-1-1 0 0,0 0 1 0 0,0 1-1 0 0,0-1 0 0 0,0 0 1 0 0,0 0-1 0 0,0 1 1 0 0,0-1-1 0 0,0 0 0 0 0,0 1 1 0 0,0-1-1 0 0,0 0 1 0 0,0 1-1 0 0,0-1 0 0 0,0 0 1 0 0,0 0-1 0 0,0 1 0 0 0,0-1 1 0 0,-1 0-1 0 0,1 1 1 0 0,0-1-1 0 0,0 0 0 0 0,0 0 1 0 0,0 1-1 0 0,-1-1 1 0 0,1 0-1 0 0,0 0 0 0 0,0 0 1 0 0,0 1-1 0 0,-1-1 0 0 0,1 0 1 0 0,0 0-1 0 0,0 0 1 0 0,-1 0-1 0 0,1 1 0 0 0,0-1 1 0 0,-1 0-1 0 0,1 0 1 0 0,0 0-1 0 0,0 0 0 0 0,-1 0 1 0 0,1 0-1 0 0,0 0 1 0 0,-1 0-1 0 0,1 0 0 0 0,0 0 1 0 0,-1 0-1 0 0,24 9 568 0 0,59 7-1100 0 0,1-4 0 0 0,126 3 0 0 0,-51-13-4712 0 0,-76-4 590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29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0 166 6221 0 0,'2'-11'8878'0'0,"2"-60"-3639"0"0,-3 28-7606 0 0,2 3-6405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44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65 584 0 0,'11'-12'2192'0'0,"0"1"0"0"0,1 0 0 0 0,21-17 0 0 0,-31 28-2152 0 0,-1-1 1 0 0,1 1 0 0 0,0-1-1 0 0,0 1 1 0 0,-1 0 0 0 0,1 0-1 0 0,0 0 1 0 0,0 0 0 0 0,-1 0-1 0 0,1 0 1 0 0,0 0 0 0 0,-1 0 0 0 0,1 1-1 0 0,0-1 1 0 0,-1 1 0 0 0,1-1-1 0 0,0 1 1 0 0,-1 0 0 0 0,1-1-1 0 0,-1 1 1 0 0,1 0 0 0 0,-1 0 0 0 0,1 0-1 0 0,1 2 1 0 0,8 8 130 0 0,-1 0 0 0 0,0 1 0 0 0,-1 0 1 0 0,-1 0-1 0 0,0 1 0 0 0,0 0 0 0 0,9 24 0 0 0,31 103 349 0 0,-46-133-502 0 0,59 260 204 0 0,-19 7-112 0 0,-18-105-18 0 0,-21-151-116 0 0,6 39 1556 0 0,-1-23 2350 0 0,-7-32-3282 0 0,1-2-108 0 0,1-1-426 0 0,-1 0-1 0 0,0 0 0 0 0,1 0 0 0 0,-1 0 0 0 0,0 0 0 0 0,0-1 1 0 0,0 1-1 0 0,0-1 0 0 0,0 0 0 0 0,0 0 0 0 0,0 1 0 0 0,0-1 1 0 0,-1 0-1 0 0,1-1 0 0 0,-1 1 0 0 0,2-2 0 0 0,25-48 216 0 0,-19 34-185 0 0,96-180 163 0 0,79-146-116 0 0,23 13-183 0 0,-189 304 32 0 0,-5 8-495 0 0,1 0-1 0 0,20-22 0 0 0,-33 40 362 0 0,0 0-1 0 0,0-1 1 0 0,0 1-1 0 0,1 0 1 0 0,-1 0-1 0 0,0 0 1 0 0,0 0 0 0 0,1 0-1 0 0,-1 0 1 0 0,1 1-1 0 0,-1-1 1 0 0,1 0-1 0 0,-1 1 1 0 0,1-1-1 0 0,-1 1 1 0 0,1-1-1 0 0,-1 1 1 0 0,1 0-1 0 0,0 0 1 0 0,-1-1-1 0 0,1 1 1 0 0,0 1-1 0 0,-1-1 1 0 0,3 0-1 0 0,-3 1-7 0 0,0-1-1 0 0,-1 1 1 0 0,1-1 0 0 0,0 1-1 0 0,0 0 1 0 0,-1-1 0 0 0,1 1 0 0 0,0 0-1 0 0,-1 0 1 0 0,1-1 0 0 0,-1 1-1 0 0,1 0 1 0 0,-1 0 0 0 0,1 0-1 0 0,-1 0 1 0 0,0 0 0 0 0,1 0-1 0 0,-1 0 1 0 0,0 0 0 0 0,0 0-1 0 0,0 1 1 0 0,1 20-5587 0 0,-3-11 1237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44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76 2048 0 0,'4'-4'1717'0'0,"0"-1"1"0"0,0 0-1 0 0,0-1 0 0 0,3-8 0 0 0,4-3 1396 0 0,-1-5 1189 0 0,-9 20-3822 0 0,-2 9-388 0 0,0-2-80 0 0,-71 325 232 0 0,64-298-233 0 0,-6 37-1427 0 0,11-45-1558 0 0,2 1-3477 0 0,1-10 808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45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68 2292 0 0,'3'-5'1070'0'0,"0"-1"-1"0"0,-1 1 1 0 0,0 0-1 0 0,0-1 1 0 0,-1 0-1 0 0,1 1 1 0 0,-1-1-1 0 0,0-8 1 0 0,-1 14-1008 0 0,0-1 0 0 0,0 1 0 0 0,0-1 0 0 0,0 1 1 0 0,0 0-1 0 0,0-1 0 0 0,-1 1 0 0 0,1-1 0 0 0,0 1 0 0 0,0 0 1 0 0,-1-1-1 0 0,1 1 0 0 0,0-1 0 0 0,0 1 0 0 0,-1 0 0 0 0,1-1 1 0 0,0 1-1 0 0,-1 0 0 0 0,1 0 0 0 0,0-1 0 0 0,-1 1 0 0 0,1 0 1 0 0,-1 0-1 0 0,1 0 0 0 0,-1-1 0 0 0,1 1 0 0 0,0 0 0 0 0,-1 0 1 0 0,1 0-1 0 0,-1 0 0 0 0,1 0 0 0 0,-1 0 0 0 0,1 0 0 0 0,-1 0 1 0 0,1 0-1 0 0,-1 0 0 0 0,-15 2 521 0 0,15-2-615 0 0,-6 3 142 0 0,0 0 0 0 0,-1 0 0 0 0,1 1 0 0 0,0 0 0 0 0,0 0 1 0 0,1 0-1 0 0,-1 1 0 0 0,1 0 0 0 0,0 0 0 0 0,1 1 0 0 0,-7 6 0 0 0,-3 3 11 0 0,6-6-72 0 0,1 0-1 0 0,0 0 0 0 0,0 1 1 0 0,-11 18-1 0 0,17-24-39 0 0,0 1-1 0 0,-1-1 1 0 0,1 0 0 0 0,1 1-1 0 0,-1 0 1 0 0,1-1 0 0 0,0 1-1 0 0,0 0 1 0 0,0-1 0 0 0,0 1-1 0 0,1 0 1 0 0,0 0 0 0 0,0 0-1 0 0,0-1 1 0 0,2 7 0 0 0,-1-8-5 0 0,0 1 0 0 0,1-1 1 0 0,-1 0-1 0 0,1 1 1 0 0,0-1-1 0 0,0 0 1 0 0,0 0-1 0 0,1 0 0 0 0,-1-1 1 0 0,1 1-1 0 0,-1-1 1 0 0,1 1-1 0 0,0-1 1 0 0,0 0-1 0 0,0 0 0 0 0,5 3 1 0 0,7 2-14 0 0,1 1 1 0 0,20 5-1 0 0,-11-4-8 0 0,-10-3 22 0 0,35 17-80 0 0,-47-21 82 0 0,1 0 0 0 0,-1 0 1 0 0,0 1-1 0 0,0 0 0 0 0,0-1 0 0 0,0 1 0 0 0,0 0 0 0 0,-1 1 0 0 0,1-1 0 0 0,-1 0 0 0 0,2 5 1 0 0,-3-6 31 0 0,0 0 0 0 0,-1 0 0 0 0,1 0 0 0 0,-1-1 0 0 0,0 1 0 0 0,0 0 1 0 0,1 0-1 0 0,-2 1 0 0 0,1-1 0 0 0,0 0 0 0 0,0 0 0 0 0,0-1 1 0 0,-1 1-1 0 0,1 0 0 0 0,-1 0 0 0 0,0 0 0 0 0,1 0 0 0 0,-1 0 1 0 0,0 0-1 0 0,0-1 0 0 0,0 1 0 0 0,-1 0 0 0 0,1-1 0 0 0,0 1 0 0 0,0-1 1 0 0,-1 1-1 0 0,-2 1 0 0 0,-1 2 34 0 0,-1 0 1 0 0,0 0-1 0 0,0-1 1 0 0,0 0-1 0 0,-12 6 0 0 0,10-6-174 0 0,0-1 0 0 0,0 0 0 0 0,-1 0 0 0 0,1-1 0 0 0,-1 0 0 0 0,0-1 0 0 0,1 0 0 0 0,-1 0 0 0 0,0 0 0 0 0,0-1 0 0 0,0-1 0 0 0,0 0 0 0 0,-12-2 0 0 0,13 1-764 0 0,1-1-1 0 0,1 1 0 0 0,-1-1 1 0 0,0 0-1 0 0,1 0 1 0 0,-1-1-1 0 0,1 0 1 0 0,0 0-1 0 0,0-1 1 0 0,-8-8-1 0 0,-1-3-3971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45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1 112 1920 0 0,'0'-15'2004'0'0,"0"-7"1042"0"0,0 1 0 0 0,5-24-1 0 0,-5 43-2859 0 0,3-5-2287 0 0,-2 9 1513 0 0,0 1-228 0 0,8 15-6522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46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400 198 596 0 0,'5'-17'2349'0'0,"1"-2"-196"0"0,-1 0-1 0 0,5-28 0 0 0,-10 43-1911 0 0,1-1 0 0 0,-1 0 0 0 0,0 0 0 0 0,0 0 0 0 0,0 0 0 0 0,-1 0 0 0 0,1 1 0 0 0,-1-1 0 0 0,-1 0 0 0 0,1 0 0 0 0,0 1 0 0 0,-1-1 0 0 0,0 1 0 0 0,0-1 0 0 0,-4-4 0 0 0,5 8-212 0 0,0 0 0 0 0,0-1 1 0 0,-1 1-1 0 0,1 0 0 0 0,-1 0 1 0 0,1 0-1 0 0,-1 0 0 0 0,0 0 0 0 0,1 0 1 0 0,-1 0-1 0 0,0 0 0 0 0,0 1 1 0 0,1-1-1 0 0,-1 1 0 0 0,0-1 0 0 0,0 1 1 0 0,0 0-1 0 0,0 0 0 0 0,1 0 0 0 0,-1 0 1 0 0,0 0-1 0 0,0 0 0 0 0,0 0 1 0 0,0 0-1 0 0,0 1 0 0 0,0-1 0 0 0,1 1 1 0 0,-1 0-1 0 0,0-1 0 0 0,1 1 1 0 0,-1 0-1 0 0,-2 1 0 0 0,-6 4 11 0 0,-1 1 1 0 0,0-1-1 0 0,-14 14 1 0 0,20-16 1 0 0,-29 25 21 0 0,2 2 0 0 0,1 1 1 0 0,1 1-1 0 0,2 2 0 0 0,1 0 1 0 0,2 2-1 0 0,-37 74 0 0 0,59-105-52 0 0,0 1-1 0 0,0 0 1 0 0,1 0 0 0 0,0 0-1 0 0,0 1 1 0 0,0-1 0 0 0,0 14-1 0 0,2-19-4 0 0,0 0-1 0 0,0 0 0 0 0,0 0 1 0 0,0 0-1 0 0,1 0 0 0 0,-1 0 1 0 0,1 0-1 0 0,-1 0 0 0 0,1 0 1 0 0,0 0-1 0 0,0 0 0 0 0,0 0 1 0 0,0 0-1 0 0,0 0 0 0 0,0-1 1 0 0,1 1-1 0 0,-1 0 0 0 0,0-1 1 0 0,1 1-1 0 0,-1-1 0 0 0,1 0 1 0 0,0 1-1 0 0,-1-1 0 0 0,1 0 1 0 0,0 0-1 0 0,0 0 0 0 0,0 0 1 0 0,0 0-1 0 0,0-1 0 0 0,3 2 1 0 0,-1-2 0 0 0,0 1 1 0 0,0-1-1 0 0,0 0 1 0 0,0 0-1 0 0,0 0 1 0 0,0 0-1 0 0,0-1 1 0 0,1 0-1 0 0,-1 0 1 0 0,-1 0-1 0 0,8-3 1 0 0,0 0 7 0 0,-1-1 0 0 0,19-11 0 0 0,-15 6-9 0 0,0 0-1 0 0,-1-2 0 0 0,0 1 1 0 0,0-2-1 0 0,-2 0 0 0 0,1 0 0 0 0,-2-1 1 0 0,0 0-1 0 0,10-19 0 0 0,5-17 479 0 0,30-80 0 0 0,-20 42 1010 0 0,-32 83-1319 0 0,-1 7-69 0 0,-2 15-36 0 0,-3 26-46 0 0,0-14-4 0 0,2 1 0 0 0,3 38-1 0 0,-2-57-12 0 0,2 0 1 0 0,-1 0-1 0 0,2 0 0 0 0,-1-1 1 0 0,2 1-1 0 0,-1-1 0 0 0,1 0 0 0 0,1 0 1 0 0,8 15-1 0 0,-9-20-57 0 0,0-1 0 0 0,-1 0 0 0 0,1 0 0 0 0,1 0 0 0 0,-1-1 0 0 0,1 1 0 0 0,-1-1 0 0 0,1 0 0 0 0,0 0 0 0 0,0-1 0 0 0,0 1 1 0 0,1-1-1 0 0,-1 0 0 0 0,1 0 0 0 0,8 1 0 0 0,-6-2-661 0 0,1 0 0 0 0,0 0 0 0 0,16-1 0 0 0,-16 0-824 0 0,-1-1-1 0 0,1 0 0 0 0,14-5 0 0 0,5-4-4546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48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0 101 1608 0 0,'19'-40'4961'0'0,"10"-21"1299"0"0,-18 69-6082 0 0,-9-4-167 0 0,0-1-1 0 0,-1 1 1 0 0,1 0 0 0 0,-1 0-1 0 0,0 0 1 0 0,0 0-1 0 0,-1 1 1 0 0,1-1 0 0 0,-1 0-1 0 0,0 4 1 0 0,1 7 16 0 0,8 63 23 0 0,-2-8-39 0 0,2 0 0 0 0,31 110 0 0 0,-34-162 45 0 0,-5-10 90 0 0,1-1 0 0 0,0 0 0 0 0,1 0 0 0 0,0 0 0 0 0,0 0 0 0 0,0-1 0 0 0,1 1 0 0 0,6 7 0 0 0,-8-13-87 0 0,-1 0 1 0 0,1 0-1 0 0,0-1 1 0 0,0 1-1 0 0,0 0 1 0 0,0-1-1 0 0,0 0 1 0 0,0 1-1 0 0,0-1 0 0 0,0 0 1 0 0,0 0-1 0 0,0 0 1 0 0,0 0-1 0 0,0-1 1 0 0,0 1-1 0 0,0-1 1 0 0,0 1-1 0 0,0-1 0 0 0,0 1 1 0 0,0-1-1 0 0,0 0 1 0 0,0 0-1 0 0,-1 0 1 0 0,4-2-1 0 0,9-7 45 0 0,-1-1 1 0 0,-1 0-1 0 0,0 0 1 0 0,0-1-1 0 0,12-17 0 0 0,46-74 22 0 0,-23 33-30 0 0,71-95-41 0 0,-116 162-61 0 0,0 0 0 0 0,1 0 0 0 0,-1 0 0 0 0,0 1 0 0 0,1-1 0 0 0,0 1 0 0 0,-1-1 0 0 0,1 1 0 0 0,0 0 0 0 0,0 0 0 0 0,0 0 0 0 0,0 1 0 0 0,1-1 0 0 0,-1 1 0 0 0,6-2 0 0 0,-6 3 5 0 0,0-1 0 0 0,1 2-1 0 0,-1-1 1 0 0,0 0 0 0 0,1 1 0 0 0,-1-1-1 0 0,0 1 1 0 0,0 0 0 0 0,0 0 0 0 0,1 0 0 0 0,-1 0-1 0 0,0 1 1 0 0,-1 0 0 0 0,1-1 0 0 0,0 1-1 0 0,0 0 1 0 0,3 3 0 0 0,16 14-12 0 0,30 34 1 0 0,-35-35 22 0 0,-1 0 1 0 0,2-1-1 0 0,1-1 1 0 0,23 15 0 0 0,-37-27-4 0 0,1-1 1 0 0,0 0 0 0 0,0 0-1 0 0,0-1 1 0 0,0 0 0 0 0,0 0-1 0 0,1 0 1 0 0,-1-1 0 0 0,1 1-1 0 0,-1-2 1 0 0,1 1 0 0 0,-1-1-1 0 0,1 0 1 0 0,-1 0 0 0 0,1-1-1 0 0,-1 0 1 0 0,1 0 0 0 0,-1 0-1 0 0,0-1 1 0 0,7-3 0 0 0,-8 3-2 0 0,0-1 1 0 0,0 0 0 0 0,0 0 0 0 0,-1 0-1 0 0,0-1 1 0 0,0 1 0 0 0,0-1 0 0 0,0 0-1 0 0,0 0 1 0 0,-1-1 0 0 0,1 1 0 0 0,-1-1-1 0 0,0 1 1 0 0,-1-1 0 0 0,1 0 0 0 0,-1 0-1 0 0,0-1 1 0 0,0 1 0 0 0,1-7 0 0 0,0-1-4 0 0,0 0 0 0 0,-1 0 0 0 0,-1-1 0 0 0,0 1 1 0 0,-1 0-1 0 0,-2-26 0 0 0,2 37-8 0 0,0 0 1 0 0,0 0 0 0 0,-1 0-1 0 0,1 0 1 0 0,0 0-1 0 0,-1 0 1 0 0,0 0 0 0 0,1 0-1 0 0,-1 0 1 0 0,0 1-1 0 0,0-1 1 0 0,0 0 0 0 0,0 0-1 0 0,0 1 1 0 0,-1-1-1 0 0,1 1 1 0 0,0-1-1 0 0,-1 1 1 0 0,1 0 0 0 0,-1-1-1 0 0,1 1 1 0 0,-4-2-1 0 0,2 2 3 0 0,1 1-1 0 0,-1-1 0 0 0,1 1 0 0 0,-1 0 0 0 0,0-1 0 0 0,1 1 0 0 0,-1 0 0 0 0,1 1 1 0 0,-1-1-1 0 0,0 0 0 0 0,1 1 0 0 0,-1 0 0 0 0,1-1 0 0 0,-1 1 0 0 0,-2 1 1 0 0,-6 3-6 0 0,0 1 0 0 0,0 0 0 0 0,1 1 1 0 0,0 0-1 0 0,0 0 0 0 0,-10 10 1 0 0,-1 4 0 0 0,1 1 0 0 0,0 0 0 0 0,1 2 0 0 0,2 0 0 0 0,0 1 1 0 0,2 0-1 0 0,1 1 0 0 0,1 1 0 0 0,1 1 0 0 0,1-1 0 0 0,-8 36 1 0 0,18-58-9 0 0,0 0 0 0 0,0 1 0 0 0,0-1 0 0 0,1 0 1 0 0,0 0-1 0 0,0 0 0 0 0,0 0 0 0 0,1 0 0 0 0,-1 0 1 0 0,1 0-1 0 0,0 0 0 0 0,1 0 0 0 0,-1 0 1 0 0,1 0-1 0 0,0 0 0 0 0,0 0 0 0 0,1-1 0 0 0,3 7 1 0 0,-2-7-141 0 0,0 1 1 0 0,1-1-1 0 0,-1 0 1 0 0,1 0-1 0 0,-1-1 1 0 0,1 1 0 0 0,0-1-1 0 0,1 0 1 0 0,-1-1-1 0 0,0 1 1 0 0,1-1 0 0 0,-1 0-1 0 0,1 0 1 0 0,0-1-1 0 0,8 2 1 0 0,13 1-1404 0 0,-1-1-1 0 0,1-2 1 0 0,0 0-1 0 0,53-7 1 0 0,-34-2-2432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48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339 119 2300 0 0,'1'-8'1027'0'0,"0"-1"1"0"0,-1 1-1 0 0,1 0 0 0 0,-2-1 1 0 0,1 1-1 0 0,-1 0 0 0 0,0-1 0 0 0,-1 1 1 0 0,0 0-1 0 0,0 0 0 0 0,-5-11 0 0 0,7 19-998 0 0,-1-1 0 0 0,1 0 0 0 0,-1 1-1 0 0,1-1 1 0 0,-1 1 0 0 0,1-1-1 0 0,-1 1 1 0 0,1-1 0 0 0,-1 1 0 0 0,1-1-1 0 0,-1 1 1 0 0,1 0 0 0 0,-1-1-1 0 0,0 1 1 0 0,1 0 0 0 0,-1-1 0 0 0,0 1-1 0 0,1 0 1 0 0,-1 0 0 0 0,0 0 0 0 0,1-1-1 0 0,-1 1 1 0 0,0 0 0 0 0,0 0-1 0 0,1 0 1 0 0,-1 0 0 0 0,0 0 0 0 0,1 0-1 0 0,-2 1 1 0 0,-20 6 189 0 0,9-1-163 0 0,1 1-1 0 0,1 0 1 0 0,-1 1-1 0 0,1 0 1 0 0,0 1-1 0 0,1 0 0 0 0,-15 18 1 0 0,-59 82 29 0 0,61-77-54 0 0,11-15-19 0 0,1 0 0 0 0,1 1 0 0 0,-14 31 0 0 0,21-42-5 0 0,1 0 1 0 0,-1 0-1 0 0,1 0 0 0 0,1 0 1 0 0,-1 1-1 0 0,1-1 1 0 0,0 0-1 0 0,1 1 1 0 0,0-1-1 0 0,0 0 1 0 0,1 1-1 0 0,-1-1 0 0 0,4 12 1 0 0,-2-15-14 0 0,-1-1 1 0 0,1 1-1 0 0,0 0 1 0 0,1-1 0 0 0,-1 1-1 0 0,0-1 1 0 0,1 0-1 0 0,0 1 1 0 0,0-1-1 0 0,0-1 1 0 0,0 1 0 0 0,0 0-1 0 0,1-1 1 0 0,-1 0-1 0 0,1 1 1 0 0,0-1-1 0 0,-1-1 1 0 0,1 1-1 0 0,0-1 1 0 0,0 1 0 0 0,0-1-1 0 0,0 0 1 0 0,0 0-1 0 0,1-1 1 0 0,5 1-1 0 0,7 0-317 0 0,-1-1-1 0 0,1-1 0 0 0,0 0 1 0 0,-1-1-1 0 0,18-4 0 0 0,-4-2-702 0 0,0 0-1 0 0,-1-2 0 0 0,0-1 1 0 0,-1-1-1 0 0,0-1 0 0 0,-1-2 1 0 0,41-29-1 0 0,-23 9-2622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48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293 286 96 0 0,'6'-36'2051'0'0,"-2"0"-1"0"0,-2 0 1 0 0,-1 0-1 0 0,-1 0 1 0 0,-9-61-1 0 0,9 97-2037 0 0,0-1 0 0 0,-1 1-1 0 0,1 0 1 0 0,0-1 0 0 0,0 1 0 0 0,0-1 0 0 0,0 1-1 0 0,0 0 1 0 0,0-1 0 0 0,0 1 0 0 0,0 0-1 0 0,-1-1 1 0 0,1 1 0 0 0,0 0 0 0 0,0-1 0 0 0,-1 1-1 0 0,1 0 1 0 0,0 0 0 0 0,0-1 0 0 0,-1 1 0 0 0,1 0-1 0 0,0 0 1 0 0,-1-1 0 0 0,1 1 0 0 0,0 0-1 0 0,-1 0 1 0 0,1 0 0 0 0,0 0 0 0 0,-1 0 0 0 0,1-1-1 0 0,0 1 1 0 0,-1 0 0 0 0,1 0 0 0 0,0 0-1 0 0,-1 0 1 0 0,1 0 0 0 0,-1 0 0 0 0,1 0 0 0 0,0 0-1 0 0,-1 0 1 0 0,1 0 0 0 0,0 0 0 0 0,-1 1-1 0 0,1-1 1 0 0,0 0 0 0 0,-1 0 0 0 0,1 0 0 0 0,0 0-1 0 0,-1 1 1 0 0,1-1 0 0 0,0 0 0 0 0,-1 0-1 0 0,1 1 1 0 0,0-1 0 0 0,-1 0 0 0 0,1 1 0 0 0,-16 15 410 0 0,-6 22 138 0 0,1 1-1 0 0,2 1 0 0 0,-19 57 1 0 0,27-68-398 0 0,-29 80 514 0 0,-38 165 1 0 0,65-211-593 0 0,3-1 1 0 0,3 2-1 0 0,2-1 1 0 0,5 82-1 0 0,1-130-221 0 0,0-1-1 0 0,2 1 0 0 0,0-1 0 0 0,0 0 1 0 0,1 0-1 0 0,1 0 0 0 0,0-1 1 0 0,14 24-1 0 0,-17-32-160 0 0,1-1-1 0 0,0 1 1 0 0,0-1 0 0 0,0 0-1 0 0,1 0 1 0 0,-1-1 0 0 0,1 1-1 0 0,0-1 1 0 0,0 1-1 0 0,0-1 1 0 0,1 0 0 0 0,-1-1-1 0 0,1 1 1 0 0,-1-1 0 0 0,1 0-1 0 0,0 0 1 0 0,0 0 0 0 0,0-1-1 0 0,0 0 1 0 0,0 0 0 0 0,0 0-1 0 0,0 0 1 0 0,0-1-1 0 0,1 0 1 0 0,-1 0 0 0 0,0-1-1 0 0,0 1 1 0 0,6-2 0 0 0,9-5-2190 0 0,-1-2-507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48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0 348 1584 0 0,'18'-38'3048'0'0,"-2"-1"0"0"0,-2 0 0 0 0,14-60 1 0 0,-24 77-1850 0 0,-6 36-561 0 0,-2 10-519 0 0,-15 103 207 0 0,18-112-290 0 0,0-1-1 0 0,1 1 0 0 0,1 0 0 0 0,1-1 0 0 0,0 1 0 0 0,6 22 0 0 0,-6-32 3 0 0,-1 0 0 0 0,1-1-1 0 0,1 1 1 0 0,-1-1 0 0 0,0 1-1 0 0,1-1 1 0 0,0 0 0 0 0,0 0-1 0 0,0 0 1 0 0,1-1 0 0 0,-1 1-1 0 0,1-1 1 0 0,0 1 0 0 0,0-1-1 0 0,0-1 1 0 0,0 1 0 0 0,1 0-1 0 0,-1-1 1 0 0,1 0 0 0 0,0 0-1 0 0,-1 0 1 0 0,1-1-1 0 0,0 0 1 0 0,0 0 0 0 0,0 0-1 0 0,0 0 1 0 0,0-1 0 0 0,9 0-1 0 0,-6 0 35 0 0,0-1 0 0 0,1 0 0 0 0,-1 0 0 0 0,0-1-1 0 0,0 0 1 0 0,0 0 0 0 0,0-1 0 0 0,0 0-1 0 0,0-1 1 0 0,-1 1 0 0 0,0-2 0 0 0,0 1 0 0 0,0-1-1 0 0,0 0 1 0 0,-1 0 0 0 0,11-11 0 0 0,-7 4-3 0 0,-1-1 1 0 0,0-1 0 0 0,-1 1-1 0 0,0-1 1 0 0,-2 0 0 0 0,1-1 0 0 0,-2 0-1 0 0,0 0 1 0 0,0 0 0 0 0,-2-1-1 0 0,3-22 1 0 0,-4 29-51 0 0,-1 0 1 0 0,-1 0-1 0 0,0 0 0 0 0,0 0 1 0 0,-1 0-1 0 0,0 0 0 0 0,0 1 0 0 0,-1-1 1 0 0,-1 0-1 0 0,1 0 0 0 0,-1 1 1 0 0,-1 0-1 0 0,1-1 0 0 0,-1 1 0 0 0,-1 0 1 0 0,0 1-1 0 0,0-1 0 0 0,0 1 1 0 0,-1 0-1 0 0,0 0 0 0 0,-10-8 0 0 0,10 11-8 0 0,-1-1 0 0 0,0 1 0 0 0,0 0 0 0 0,0 1 0 0 0,0 0 0 0 0,0 0 0 0 0,-1 1-1 0 0,1-1 1 0 0,-1 2 0 0 0,0-1 0 0 0,1 1 0 0 0,-1 0 0 0 0,0 1 0 0 0,-10 0-1 0 0,11 0-202 0 0,1 1-1 0 0,0 0 1 0 0,-1 0-1 0 0,1 0 0 0 0,0 1 1 0 0,0 0-1 0 0,0 0 0 0 0,0 1 1 0 0,0-1-1 0 0,1 1 1 0 0,-1 1-1 0 0,1-1 0 0 0,0 1 1 0 0,-1 0-1 0 0,2 0 0 0 0,-1 0 1 0 0,-8 10-1 0 0,12-11-89 0 0,-1-1-1 0 0,1 1 0 0 0,-1-1 1 0 0,1 1-1 0 0,0 0 0 0 0,0-1 1 0 0,0 1-1 0 0,0 5 0 0 0,0-6-259 0 0,1 0 0 0 0,0-1-1 0 0,0 1 1 0 0,0-1 0 0 0,0 1-1 0 0,1 0 1 0 0,-1-1 0 0 0,0 1-1 0 0,0-1 1 0 0,1 1 0 0 0,-1-1-1 0 0,2 3 1 0 0,5 9-4034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49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62 118 4 0 0,'6'-14'7238'0'0,"-3"-6"-3725"0"0,0 14-1410 0 0,-1 17-376 0 0,0 25-1257 0 0,-2 0 1 0 0,-1 0-1 0 0,-3 0 1 0 0,0 0-1 0 0,-2-1 1 0 0,-2 1-1 0 0,-1-1 1 0 0,-23 53-1 0 0,30-80-148 0 0,-7 10 4525 0 0,7-25-4717 0 0,2 1-88 0 0,2 0 0 0 0,-1 0 0 0 0,1 0 0 0 0,-1 0 0 0 0,2 1 0 0 0,-1-1 0 0 0,1 1 0 0 0,0 0 0 0 0,4-7 1 0 0,-7 11-40 0 0,18-27 19 0 0,0 1 0 0 0,2 1 0 0 0,1 1 0 0 0,1 1 0 0 0,1 1-1 0 0,1 0 1 0 0,45-31 0 0 0,66-31-1710 0 0,7 14-3701 0 0,-107 53 2087 0 0,-14 5-1882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49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1 1776 0 0,'-180'16'10851'0'0,"143"-4"-8664"0"0,38-11-2120 0 0,-1-1 1 0 0,1 1-1 0 0,0 0 0 0 0,-1-1 1 0 0,1 1-1 0 0,0 0 0 0 0,-1-1 1 0 0,1 1-1 0 0,0-1 0 0 0,-1 1 1 0 0,1-1-1 0 0,0 1 0 0 0,1 0 1 0 0,10 2 76 0 0,0 0 1 0 0,1-1-1 0 0,-1 0 1 0 0,0 0-1 0 0,1-2 1 0 0,14 0-1 0 0,-11 0-67 0 0,501 23-1489 0 0,-290-11-5331 0 0,-145-7 457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50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1 545 984 0 0,'0'0'10198'0'0,"0"0"-10038"0"0,1 1 0 0 0,-1-1-1 0 0,0 1 1 0 0,1-1 0 0 0,-1 0 0 0 0,1 1-1 0 0,-1-1 1 0 0,1 0 0 0 0,0 0-1 0 0,-1 1 1 0 0,1-1 0 0 0,-1 0-1 0 0,1 0 1 0 0,-1 0 0 0 0,1 0 0 0 0,0 0-1 0 0,-1 0 1 0 0,2 0 0 0 0,22-10 222 0 0,-1-2 0 0 0,0 0 0 0 0,37-28 0 0 0,-36 24-268 0 0,50-35 91 0 0,80-70-1 0 0,-123 93-140 0 0,-1-2-1 0 0,-1-1 1 0 0,-2-1-1 0 0,41-63 1 0 0,-65 92-56 0 0,-1-1 0 0 0,0-1 0 0 0,0 1 0 0 0,-1 0 0 0 0,1 0 0 0 0,-1-1 0 0 0,0 1 0 0 0,1-8 0 0 0,-2 11-7 0 0,0-1-1 0 0,0 1 0 0 0,0 0 1 0 0,0 0-1 0 0,0 0 1 0 0,-1 0-1 0 0,1 0 1 0 0,0 0-1 0 0,0 0 1 0 0,-1 0-1 0 0,1 0 1 0 0,-1 0-1 0 0,1 0 1 0 0,-1 1-1 0 0,1-1 0 0 0,-1 0 1 0 0,0 0-1 0 0,0-1 1 0 0,0 1-2 0 0,-1 1 1 0 0,1-1-1 0 0,0 0 1 0 0,0 1-1 0 0,-1-1 1 0 0,1 1-1 0 0,-1-1 0 0 0,1 1 1 0 0,0 0-1 0 0,-1-1 1 0 0,1 1-1 0 0,-1 0 1 0 0,1 0-1 0 0,-1 0 1 0 0,1 0-1 0 0,-1 0 0 0 0,-1 1 1 0 0,-7 1 1 0 0,0 0 0 0 0,-1 1 0 0 0,2 0-1 0 0,-1 0 1 0 0,0 1 0 0 0,1 1 0 0 0,-1-1 0 0 0,1 2 0 0 0,0-1 0 0 0,1 1 0 0 0,0 1 0 0 0,-1-1 0 0 0,-12 16 0 0 0,17-18-4 0 0,0 0 0 0 0,0 1 0 0 0,1 0 1 0 0,-1-1-1 0 0,1 2 0 0 0,1-1 0 0 0,-1 0 1 0 0,1 0-1 0 0,-1 1 0 0 0,2-1 0 0 0,-1 1 1 0 0,0 0-1 0 0,1 0 0 0 0,0-1 0 0 0,1 1 1 0 0,-1 0-1 0 0,1 0 0 0 0,0 0 0 0 0,1 0 1 0 0,-1 0-1 0 0,1 0 0 0 0,0-1 0 0 0,1 1 1 0 0,-1 0-1 0 0,1-1 0 0 0,4 9 1 0 0,6 5-3 0 0,0-2 1 0 0,1 1-1 0 0,0-1 1 0 0,2-1 0 0 0,0 0-1 0 0,33 25 1 0 0,-22-18-10 0 0,37 41 1 0 0,-61-62 31 0 0,-1 0 1 0 0,1 0 0 0 0,0 0 0 0 0,-1 1 0 0 0,0-1-1 0 0,1 1 1 0 0,-1-1 0 0 0,0 1 0 0 0,0-1 0 0 0,0 1-1 0 0,-1 0 1 0 0,1-1 0 0 0,-1 1 0 0 0,1 0 0 0 0,-1-1-1 0 0,0 1 1 0 0,0 0 0 0 0,0 0 0 0 0,-1 2 0 0 0,0 0 49 0 0,-1-1 0 0 0,1 0 0 0 0,-1 0 0 0 0,1 0 0 0 0,-1 0 0 0 0,-1-1 0 0 0,1 1 0 0 0,0 0-1 0 0,-1-1 1 0 0,0 0 0 0 0,-3 4 0 0 0,-3 1 83 0 0,0 0 0 0 0,0-1-1 0 0,-1 0 1 0 0,1-1 0 0 0,-1 0-1 0 0,-1-1 1 0 0,1 0-1 0 0,-14 5 1 0 0,11-5-71 0 0,-1-1 0 0 0,1-1 0 0 0,0 0-1 0 0,-1-1 1 0 0,0 0 0 0 0,1-1 0 0 0,-1 0 0 0 0,0-1 0 0 0,0-1-1 0 0,1 0 1 0 0,-17-4 0 0 0,28 4-123 0 0,0 1 1 0 0,0-1-1 0 0,0 1 0 0 0,0-1 0 0 0,0 0 0 0 0,0 0 0 0 0,0 0 1 0 0,0 0-1 0 0,0-1 0 0 0,0 1 0 0 0,0 0 0 0 0,1-1 0 0 0,-1 1 1 0 0,0-1-1 0 0,1 0 0 0 0,0 1 0 0 0,-2-3 0 0 0,2 2-89 0 0,1 1 0 0 0,-1-1 0 0 0,1 0 0 0 0,0 1 0 0 0,-1-1 0 0 0,1 1 0 0 0,0-1 0 0 0,0 0 0 0 0,0 1 0 0 0,0-1 0 0 0,0 0 0 0 0,0 1 0 0 0,1-1 0 0 0,-1 0 0 0 0,0 1 0 0 0,1-1 0 0 0,1-2 0 0 0,2-4-485 0 0,0 1 1 0 0,1-1-1 0 0,0 1 1 0 0,0 1-1 0 0,1-1 1 0 0,0 1-1 0 0,8-7 1 0 0,37-32-4541 0 0,-20 20 754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50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459 87 2400 0 0,'79'-86'14352'0'0,"-80"88"-13901"0"0,-3 23 797 0 0,-16 45 0 0 0,0 0-392 0 0,-101 568 3061 0 0,-27 120-1281 0 0,81-526-1946 0 0,66-229-677 0 0,1-1-64 0 0,-1 0 0 0 0,1 1-1 0 0,-1-1 1 0 0,0 0 0 0 0,0 0 0 0 0,0 0-1 0 0,0 0 1 0 0,0 0 0 0 0,-1 0-1 0 0,1 0 1 0 0,0 0 0 0 0,-1-1 0 0 0,0 1-1 0 0,1 0 1 0 0,-1-1 0 0 0,0 0-1 0 0,0 1 1 0 0,0-1 0 0 0,0 0 0 0 0,0 0-1 0 0,0 0 1 0 0,0 0 0 0 0,-3 1 0 0 0,2-2-155 0 0,1 0 1 0 0,0 0-1 0 0,-1 0 1 0 0,1-1-1 0 0,0 1 1 0 0,0-1-1 0 0,-1 1 1 0 0,1-1-1 0 0,0 0 1 0 0,0 0-1 0 0,0 0 1 0 0,0 0-1 0 0,0 0 1 0 0,0 0-1 0 0,0-1 1 0 0,1 1-1 0 0,-1-1 1 0 0,0 1-1 0 0,1-1 1 0 0,-1 0-1 0 0,1 1 1 0 0,-1-1-1 0 0,-1-4 1 0 0,-4-6-851 0 0,0 0-1 0 0,1 0 1 0 0,0 0 0 0 0,1-1 0 0 0,-5-16 0 0 0,-11-69-5917 0 0,13 40 1038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51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1 207 2020 0 0,'25'-27'1191'0'0,"2"0"1"0"0,1 2-1 0 0,1 1 0 0 0,58-36 1 0 0,-75 53-1051 0 0,-1 1 1 0 0,1 1-1 0 0,0 0 1 0 0,1 0-1 0 0,-1 1 1 0 0,1 1-1 0 0,0 0 1 0 0,0 1-1 0 0,0 0 1 0 0,0 1 0 0 0,0 0-1 0 0,1 1 1 0 0,-1 1-1 0 0,0 0 1 0 0,0 1-1 0 0,0 0 1 0 0,16 5-1 0 0,-17-3-56 0 0,0 1-1 0 0,-1 0 0 0 0,0 0 0 0 0,0 1 0 0 0,0 1 1 0 0,-1 0-1 0 0,0 0 0 0 0,0 1 0 0 0,-1 0 1 0 0,1 1-1 0 0,-2 0 0 0 0,0 0 0 0 0,12 17 1 0 0,-15-19-8 0 0,-1 1 0 0 0,0 0 0 0 0,0-1 1 0 0,-1 1-1 0 0,0 0 0 0 0,0 1 1 0 0,-1-1-1 0 0,0 1 0 0 0,0-1 1 0 0,-1 1-1 0 0,0-1 0 0 0,-1 1 1 0 0,0 0-1 0 0,0-1 0 0 0,-1 1 1 0 0,0 0-1 0 0,0-1 0 0 0,-1 1 1 0 0,0-1-1 0 0,-4 11 0 0 0,-2-2 10 0 0,-1 0 1 0 0,0-1-1 0 0,-1 1 0 0 0,-1-2 0 0 0,0 1 0 0 0,-1-2 1 0 0,-1 0-1 0 0,0 0 0 0 0,-1-1 0 0 0,-1-1 0 0 0,-21 15 1 0 0,23-19-457 0 0,1 0 1 0 0,-2-1 0 0 0,1-1-1 0 0,-1 0 1 0 0,-15 4 0 0 0,13-8-1708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51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354 72 2340 0 0,'6'-4'1207'0'0,"0"-1"-1"0"0,0 0 0 0 0,0 0 1 0 0,-1-1-1 0 0,9-11 0 0 0,-13 17-1128 0 0,-1-1-1 0 0,0 1 0 0 0,1-1 1 0 0,-1 1-1 0 0,0-1 0 0 0,0 0 1 0 0,0 1-1 0 0,1-1 0 0 0,-1 1 1 0 0,0-1-1 0 0,0 0 1 0 0,0 1-1 0 0,0-1 0 0 0,0 0 1 0 0,0 1-1 0 0,0-1 0 0 0,-1 0 1 0 0,1 1-1 0 0,0-1 0 0 0,0 1 1 0 0,0-1-1 0 0,-1 0 1 0 0,1 1-1 0 0,0-1 0 0 0,-1 1 1 0 0,1-1-1 0 0,0 1 0 0 0,-1-1 1 0 0,1 1-1 0 0,-1-1 0 0 0,1 1 1 0 0,0-1-1 0 0,-2 0 0 0 0,1 0 13 0 0,0 0-1 0 0,-1 0 0 0 0,1 0 0 0 0,0 0 1 0 0,-1 1-1 0 0,1-1 0 0 0,-1 0 0 0 0,1 1 1 0 0,-1-1-1 0 0,0 0 0 0 0,1 1 0 0 0,-1 0 1 0 0,0-1-1 0 0,-1 1 0 0 0,-9 1 48 0 0,1 1-1 0 0,0 0 0 0 0,0 0 0 0 0,0 1 1 0 0,0 1-1 0 0,1-1 0 0 0,-1 2 1 0 0,1 0-1 0 0,0 0 0 0 0,0 0 1 0 0,-12 10-1 0 0,-5 5 49 0 0,1 2 0 0 0,-38 38-1 0 0,45-40-112 0 0,2 0 0 0 0,-21 30-1 0 0,33-42-59 0 0,0-1 0 0 0,1 1 0 0 0,0 0 0 0 0,0 0 0 0 0,1 0 0 0 0,0 0 0 0 0,0 1 0 0 0,1-1 0 0 0,0 1 0 0 0,1 0 0 0 0,-1 9-1 0 0,2-15-5 0 0,0 0 0 0 0,0-1-1 0 0,1 1 1 0 0,-1 0-1 0 0,0-1 1 0 0,1 1-1 0 0,0 0 1 0 0,-1-1-1 0 0,1 1 1 0 0,0 0-1 0 0,1-1 1 0 0,-1 0-1 0 0,0 1 1 0 0,1-1-1 0 0,-1 0 1 0 0,1 1-1 0 0,0-1 1 0 0,0 0-1 0 0,3 3 1 0 0,-2-3 0 0 0,1 0 1 0 0,-1 0-1 0 0,1 0 1 0 0,0-1 0 0 0,-1 1-1 0 0,1-1 1 0 0,0 0-1 0 0,0 0 1 0 0,0 0-1 0 0,0 0 1 0 0,0-1-1 0 0,5 0 1 0 0,2 0 3 0 0,-1 0 0 0 0,1-1 0 0 0,-1-1 0 0 0,1 0 1 0 0,-1 0-1 0 0,0-1 0 0 0,1 0 0 0 0,-2-1 0 0 0,15-7 0 0 0,-12 3-3 0 0,0 0 1 0 0,0-1-1 0 0,-1-1 0 0 0,0 0 0 0 0,-1 0 0 0 0,0-1 0 0 0,-1-1 1 0 0,0 1-1 0 0,14-26 0 0 0,-7 6 73 0 0,-1 0 0 0 0,-1-1 0 0 0,9-35 0 0 0,5-13 1204 0 0,-27 78-1198 0 0,-9 21 27 0 0,-43 136-38 0 0,44-128-110 0 0,2 1-1 0 0,0-1 0 0 0,-1 52 1 0 0,6-72-265 0 0,0-1 1 0 0,1 1-1 0 0,-1-1 1 0 0,1 1 0 0 0,1-1-1 0 0,-1 1 1 0 0,1-1-1 0 0,1 0 1 0 0,-1 0-1 0 0,5 9 1 0 0,-4-11-197 0 0,-1-1 0 0 0,1 1-1 0 0,0-1 1 0 0,0 1 0 0 0,0-1 0 0 0,0 0 0 0 0,1 0-1 0 0,-1-1 1 0 0,1 1 0 0 0,0-1 0 0 0,0 1 0 0 0,0-1-1 0 0,0 0 1 0 0,0-1 0 0 0,0 1 0 0 0,7 1 0 0 0,10 2-3571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51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371 189 224 0 0,'10'-18'2486'0'0,"-1"-1"1"0"0,7-22-1 0 0,-14 35-2054 0 0,0 1 1 0 0,-1-1-1 0 0,0 1 0 0 0,0-1 0 0 0,0 1 0 0 0,0-1 1 0 0,-1 0-1 0 0,0 0 0 0 0,0 1 0 0 0,-1-1 0 0 0,1 0 1 0 0,-4-9-1 0 0,4 13-358 0 0,-1 1-1 0 0,0-1 1 0 0,1 1 0 0 0,-1-1-1 0 0,0 1 1 0 0,0-1 0 0 0,0 1-1 0 0,0 0 1 0 0,0-1 0 0 0,0 1-1 0 0,0 0 1 0 0,-1 0-1 0 0,1 0 1 0 0,0 0 0 0 0,-1 0-1 0 0,1 0 1 0 0,-1 0 0 0 0,1 1-1 0 0,-3-2 1 0 0,0 1 19 0 0,1 0 0 0 0,0 1 0 0 0,0 0 0 0 0,0-1 0 0 0,-1 1 0 0 0,1 0 0 0 0,0 1 0 0 0,0-1 0 0 0,-6 2 0 0 0,-2 1 118 0 0,0 0-1 0 0,0 1 1 0 0,1 1-1 0 0,-19 10 1 0 0,6 0-97 0 0,1 1 1 0 0,1 0 0 0 0,0 2-1 0 0,1 0 1 0 0,1 2 0 0 0,1 0-1 0 0,0 1 1 0 0,2 1 0 0 0,1 0-1 0 0,0 1 1 0 0,2 1 0 0 0,0 0-1 0 0,2 0 1 0 0,-9 31 0 0 0,17-46-108 0 0,1 0 1 0 0,0-1 0 0 0,0 1 0 0 0,1 0-1 0 0,1 0 1 0 0,-1 0 0 0 0,1 0-1 0 0,1 0 1 0 0,0 0 0 0 0,0 0-1 0 0,1-1 1 0 0,3 13 0 0 0,-3-16-216 0 0,1 1 1 0 0,-1-1-1 0 0,1 0 1 0 0,0 0-1 0 0,0 0 1 0 0,0-1-1 0 0,1 1 1 0 0,0-1-1 0 0,0 1 1 0 0,0-1 0 0 0,0-1-1 0 0,1 1 1 0 0,0 0-1 0 0,-1-1 1 0 0,1 0-1 0 0,0 0 1 0 0,1-1-1 0 0,-1 1 1 0 0,0-1-1 0 0,8 2 1 0 0,1-1-1553 0 0,1 0 1 0 0,0 0 0 0 0,30 0-1 0 0,-11-3-3019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52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388 176 2360 0 0,'0'-1'499'0'0,"0"-1"0"0"0,0 1 0 0 0,0 0 0 0 0,0-1-1 0 0,0 1 1 0 0,-1 0 0 0 0,1-1 0 0 0,0 1 0 0 0,-1-1 0 0 0,1 1-1 0 0,-1 0 1 0 0,0-2 0 0 0,0 3-338 0 0,1-1 0 0 0,0 1 0 0 0,-1 0 0 0 0,1-1 0 0 0,-1 1 0 0 0,1 0 0 0 0,-1-1 0 0 0,1 1-1 0 0,-1 0 1 0 0,1-1 0 0 0,-1 1 0 0 0,1 0 0 0 0,-1 0 0 0 0,1 0 0 0 0,-1-1 0 0 0,1 1 0 0 0,-1 0 0 0 0,1 0 0 0 0,-1 0 0 0 0,1 0 0 0 0,-1 0 0 0 0,0 0-1 0 0,-2 1 75 0 0,-1 0 0 0 0,1 0 0 0 0,0 0-1 0 0,0 0 1 0 0,0 1 0 0 0,0 0 0 0 0,1-1-1 0 0,-1 1 1 0 0,0 0 0 0 0,1 0 0 0 0,-4 3-1 0 0,4-3-177 0 0,0-1 0 0 0,0 1-1 0 0,0 0 1 0 0,0 0-1 0 0,0 0 1 0 0,1 1-1 0 0,-1-1 1 0 0,1 0-1 0 0,-1 1 1 0 0,1-1-1 0 0,0 1 1 0 0,0-1 0 0 0,0 1-1 0 0,0-1 1 0 0,0 1-1 0 0,1 0 1 0 0,-1-1-1 0 0,1 1 1 0 0,-1 0-1 0 0,1 0 1 0 0,1 5 0 0 0,-1-7-36 0 0,1 0 1 0 0,-1 1 0 0 0,1-1 0 0 0,0 0 0 0 0,-1 0 0 0 0,1 0 0 0 0,0 0 0 0 0,0 0-1 0 0,0 0 1 0 0,0 0 0 0 0,0 0 0 0 0,0 0 0 0 0,0-1 0 0 0,0 1 0 0 0,0 0 0 0 0,0 0 0 0 0,0-1-1 0 0,0 1 1 0 0,1-1 0 0 0,0 1 0 0 0,2 0 42 0 0,0 1 1 0 0,0-1-1 0 0,0 0 0 0 0,0 0 0 0 0,-1-1 1 0 0,7 1-1 0 0,2-1 5 0 0,1-1 1 0 0,-1 0-1 0 0,0 0 1 0 0,1-1-1 0 0,-1-1 1 0 0,0 0-1 0 0,20-9 1 0 0,-27 9-55 0 0,1 1 0 0 0,0-2 1 0 0,-1 1-1 0 0,0-1 1 0 0,1 1-1 0 0,-2-2 0 0 0,1 1 1 0 0,0 0-1 0 0,-1-1 1 0 0,0 0-1 0 0,0 0 0 0 0,0 0 1 0 0,-1 0-1 0 0,1-1 0 0 0,-1 0 1 0 0,-1 1-1 0 0,5-12 1 0 0,-5 11-17 0 0,-1-1 0 0 0,1 0 1 0 0,-1 1-1 0 0,0-1 0 0 0,0 0 0 0 0,-1 0 1 0 0,0 0-1 0 0,0 0 0 0 0,-1 0 1 0 0,0 0-1 0 0,0 1 0 0 0,-3-9 1 0 0,3 12-3 0 0,0 0-1 0 0,0 1 1 0 0,0-1 0 0 0,-1 0 0 0 0,1 1 0 0 0,-1-1 0 0 0,0 1 0 0 0,0 0 0 0 0,0 0 0 0 0,0-1 0 0 0,0 1 0 0 0,0 1 0 0 0,-1-1-1 0 0,1 0 1 0 0,0 0 0 0 0,-1 1 0 0 0,0 0 0 0 0,1-1 0 0 0,-1 1 0 0 0,0 0 0 0 0,0 0 0 0 0,0 0 0 0 0,1 1 0 0 0,-1-1 0 0 0,0 1-1 0 0,0 0 1 0 0,0-1 0 0 0,0 1 0 0 0,0 1 0 0 0,-5 0 0 0 0,-10 1 7 0 0,0 2 0 0 0,1 0 0 0 0,0 1-1 0 0,0 0 1 0 0,0 2 0 0 0,1 0 0 0 0,0 1 0 0 0,-24 15 0 0 0,-1 5 13 0 0,-70 60 1 0 0,85-64-9 0 0,-39 45 0 0 0,56-58-6 0 0,1 0 1 0 0,0 0-1 0 0,1 1 1 0 0,0-1-1 0 0,1 2 1 0 0,0-1-1 0 0,-5 20 1 0 0,9-28 6 0 0,1 1 0 0 0,0-1 0 0 0,1 1 0 0 0,-1-1 0 0 0,1 1 0 0 0,0-1 0 0 0,0 1 0 0 0,0-1 0 0 0,1 1 0 0 0,-1 0 0 0 0,1-1 0 0 0,0 0 0 0 0,1 1 0 0 0,-1-1 0 0 0,1 0-1 0 0,0 1 1 0 0,0-1 0 0 0,0 0 0 0 0,0 0 0 0 0,1 0 0 0 0,0-1 0 0 0,-1 1 0 0 0,1-1 0 0 0,1 1 0 0 0,-1-1 0 0 0,0 0 0 0 0,1 0 0 0 0,0-1 0 0 0,-1 1 0 0 0,1-1 0 0 0,6 3 0 0 0,5 2-27 0 0,0 0 1 0 0,1-2-1 0 0,-1 0 0 0 0,1 0 1 0 0,0-2-1 0 0,0 0 1 0 0,24 2-1 0 0,-17-4-749 0 0,-1-1 0 0 0,1-1-1 0 0,36-7 1 0 0,-24 1-2935 0 0,51-18 0 0 0,-33 7-1975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52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1003 22 1404 0 0,'-1'-2'327'0'0,"0"0"-1"0"0,0 1 1 0 0,-1-1 0 0 0,1 1-1 0 0,0 0 1 0 0,-1-1 0 0 0,1 1-1 0 0,-1 0 1 0 0,0 0 0 0 0,1 0-1 0 0,-1 0 1 0 0,0 0-1 0 0,0 0 1 0 0,1 1 0 0 0,-1-1-1 0 0,0 0 1 0 0,0 1 0 0 0,0-1-1 0 0,-4 1 1 0 0,3 0-38 0 0,-1 0-1 0 0,1 1 1 0 0,0-1 0 0 0,-1 1-1 0 0,1 0 1 0 0,-1 0-1 0 0,1 0 1 0 0,0 0 0 0 0,0 1-1 0 0,-5 2 1 0 0,-6 5 260 0 0,1 1-1 0 0,0 0 1 0 0,-21 22-1 0 0,27-25-223 0 0,-62 68 1856 0 0,-98 136-1 0 0,102-125-1452 0 0,-18 26-319 0 0,5 4 0 0 0,4 4 0 0 0,6 2 0 0 0,6 3 0 0 0,-61 171 0 0 0,110-258-441 0 0,2 0 0 0 0,1 1 0 0 0,3 0 0 0 0,0 1 0 0 0,3 0 0 0 0,0 50-1 0 0,5-69-459 0 0,1 1 0 0 0,1 0 0 0 0,1-1 0 0 0,1 1 0 0 0,10 26 0 0 0,-8-31-706 0 0,0 0 0 0 0,1-1 0 0 0,1 0 0 0 0,1 0 0 0 0,0-1-1 0 0,25 28 1 0 0,5-3-6008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53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285 224 1264 0 0,'211'-206'10961'0'0,"-210"205"-10918"0"0,0 1 0 0 0,0-1-1 0 0,0 1 1 0 0,-1-1 0 0 0,1 0-1 0 0,0 1 1 0 0,0-1 0 0 0,0 0-1 0 0,-1 0 1 0 0,1 0 0 0 0,0 0-1 0 0,-1 1 1 0 0,1-1 0 0 0,-1 0 0 0 0,1 0-1 0 0,-1 0 1 0 0,0 0 0 0 0,1 0-1 0 0,-1-2 1 0 0,-1 3-10 0 0,0 0 0 0 0,0 0 0 0 0,0 0 0 0 0,0 0 0 0 0,0 0 0 0 0,0 0 0 0 0,0 0 0 0 0,0 1 0 0 0,0-1 0 0 0,0 0 0 0 0,0 1 0 0 0,0-1 0 0 0,0 0 0 0 0,-1 1 0 0 0,-47 22 196 0 0,-111 66-14 0 0,129-69-210 0 0,2 0 1 0 0,1 2-1 0 0,-29 28 0 0 0,56-49-4 0 0,-1 1-1 0 0,1-1 1 0 0,-1 0 0 0 0,1 1 0 0 0,0-1 0 0 0,0 1 0 0 0,-1-1 0 0 0,1 1 0 0 0,0 0 0 0 0,0 0 0 0 0,1-1 0 0 0,-1 1-1 0 0,0 0 1 0 0,1 0 0 0 0,-1 0 0 0 0,1 0 0 0 0,-1 0 0 0 0,1 0 0 0 0,0 0 0 0 0,0 0 0 0 0,0 0 0 0 0,0 0-1 0 0,0 0 1 0 0,1 3 0 0 0,1-2 0 0 0,-1 0 1 0 0,1-1-1 0 0,-1 1 0 0 0,1-1 0 0 0,0 1 0 0 0,0-1 0 0 0,0 0 1 0 0,1 0-1 0 0,-1 0 0 0 0,0 0 0 0 0,1 0 0 0 0,-1-1 0 0 0,1 1 1 0 0,0-1-1 0 0,4 3 0 0 0,26 11-7 0 0,-1-1-24 0 0,41 24 0 0 0,-66-34 26 0 0,0 1 0 0 0,0 0 0 0 0,0 0 0 0 0,-1 1 0 0 0,0 0-1 0 0,0 0 1 0 0,0 0 0 0 0,0 1 0 0 0,-1 0 0 0 0,8 14 0 0 0,-12-17 10 0 0,1-1 0 0 0,-1 0-1 0 0,0 1 1 0 0,0-1-1 0 0,0 1 1 0 0,-1 0 0 0 0,1-1-1 0 0,-1 1 1 0 0,0-1-1 0 0,0 1 1 0 0,0 0 0 0 0,0-1-1 0 0,-1 1 1 0 0,1 0 0 0 0,-3 5-1 0 0,1-3 48 0 0,-1 0 0 0 0,1-1 0 0 0,-1 1-1 0 0,-1-1 1 0 0,1 0 0 0 0,-1 0 0 0 0,0 0 0 0 0,-7 7-1 0 0,0-2 88 0 0,-1 0-1 0 0,-1-1 1 0 0,1 0-1 0 0,-1-1 0 0 0,-1 0 1 0 0,-22 9-1 0 0,21-11-44 0 0,-1-1 0 0 0,1-1 0 0 0,-1 0 0 0 0,-28 3 0 0 0,37-6-96 0 0,0-1-1 0 0,0 0 1 0 0,0 0-1 0 0,0 0 1 0 0,0-1-1 0 0,0 0 1 0 0,1 0-1 0 0,-1-1 1 0 0,0 0-1 0 0,1 0 1 0 0,-1-1-1 0 0,1 0 1 0 0,-10-5-1 0 0,15 7-93 0 0,-1 0-1 0 0,1 0 0 0 0,-1 0 1 0 0,1 0-1 0 0,0 0 1 0 0,-1 0-1 0 0,1 0 1 0 0,0-1-1 0 0,0 1 1 0 0,0 0-1 0 0,0-1 0 0 0,0 1 1 0 0,0-1-1 0 0,1 1 1 0 0,-1-1-1 0 0,0 1 1 0 0,1-1-1 0 0,-1 0 1 0 0,1 1-1 0 0,-1-1 0 0 0,1 1 1 0 0,0-1-1 0 0,0 0 1 0 0,0 0-1 0 0,0 1 1 0 0,0-1-1 0 0,0 0 1 0 0,0 1-1 0 0,0-1 0 0 0,1 0 1 0 0,-1 1-1 0 0,1-1 1 0 0,-1 1-1 0 0,2-3 1 0 0,1-1-648 0 0,0 1 0 0 0,0-1 0 0 0,1 0 1 0 0,-1 1-1 0 0,1 0 0 0 0,0 0 0 0 0,0 0 0 0 0,9-6 1 0 0,4-2-2789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54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1 767 1892 0 0,'65'-38'10126'0'0,"-65"38"-10100"0"0,1 0 0 0 0,-1 0-1 0 0,0 0 1 0 0,1 0 0 0 0,-1-1 0 0 0,0 1 0 0 0,1 0 0 0 0,-1 0 0 0 0,0 0 0 0 0,1 0 0 0 0,-1 0 0 0 0,0 0 0 0 0,1 0 0 0 0,-1 0-1 0 0,0 0 1 0 0,1 0 0 0 0,-1 0 0 0 0,0 0 0 0 0,1 0 0 0 0,-1 0 0 0 0,0 1 0 0 0,0-1 0 0 0,1 0 0 0 0,-1 0 0 0 0,0 0-1 0 0,1 0 1 0 0,-1 0 0 0 0,0 1 0 0 0,0-1 0 0 0,1 0 0 0 0,-1 0 0 0 0,0 1 0 0 0,0-1 0 0 0,1 0 0 0 0,-1 0 0 0 0,0 1-1 0 0,0-1 1 0 0,0 0 0 0 0,0 1 0 0 0,1-1 0 0 0,-1 0 0 0 0,0 1 0 0 0,0-1 0 0 0,0 0 0 0 0,0 1 0 0 0,0-1 0 0 0,0 0-1 0 0,0 1 1 0 0,0-1 0 0 0,0 0 0 0 0,0 1 0 0 0,0-1 0 0 0,0 0 0 0 0,0 1 0 0 0,0-1 0 0 0,0 0 0 0 0,0 0 0 0 0,-1 1-1 0 0,1-1 1 0 0,0 0 0 0 0,0 1 0 0 0,-5 23 829 0 0,4-23-813 0 0,-10 37 632 0 0,-19 78 129 0 0,28-106-774 0 0,1 1 1 0 0,0 0 0 0 0,0 0-1 0 0,1-1 1 0 0,1 1 0 0 0,0 0-1 0 0,0 0 1 0 0,5 17 0 0 0,-5-24-19 0 0,0-1 0 0 0,1 1-1 0 0,0 0 1 0 0,0-1 0 0 0,0 1 0 0 0,0-1 0 0 0,0 1 0 0 0,1-1 0 0 0,-1 0 0 0 0,1 0 0 0 0,0 0-1 0 0,0 0 1 0 0,0-1 0 0 0,0 1 0 0 0,6 2 0 0 0,-3-2-2 0 0,0 0 1 0 0,0-1-1 0 0,0 1 0 0 0,0-2 1 0 0,1 1-1 0 0,-1-1 0 0 0,0 0 1 0 0,1 0-1 0 0,7 0 0 0 0,-1-1-1 0 0,0-1-1 0 0,-1 0 0 0 0,1-1 0 0 0,0 0 0 0 0,0-1 1 0 0,-1-1-1 0 0,0 0 0 0 0,0 0 0 0 0,16-9 0 0 0,-13 4-4 0 0,0-2-1 0 0,0 0 1 0 0,-2 0-1 0 0,1-2 1 0 0,-1 1 0 0 0,-1-2-1 0 0,0 0 1 0 0,-1 0-1 0 0,16-28 1 0 0,-1-4 18 0 0,-3-1-1 0 0,19-54 1 0 0,-25 52-75 0 0,-16 46 57 0 0,-4 5 5 0 0,-1 2-7 0 0,0 1 0 0 0,-1-1 0 0 0,2 1 1 0 0,-1 0-1 0 0,0 0 0 0 0,1 0 0 0 0,0 0 0 0 0,0 1 1 0 0,-2 7-1 0 0,-20 59 1 0 0,20-58 0 0 0,-2 7 2 0 0,1 2 0 0 0,1-1 0 0 0,1 0 0 0 0,1 1 1 0 0,0 35-1 0 0,4-50-4 0 0,-1 0 1 0 0,1 0 0 0 0,1-1-1 0 0,-1 1 1 0 0,1 0 0 0 0,1-1-1 0 0,-1 1 1 0 0,6 10 0 0 0,-5-13-14 0 0,0-1 1 0 0,0 1-1 0 0,0-1 1 0 0,0 0 0 0 0,1-1-1 0 0,0 1 1 0 0,0 0 0 0 0,0-1-1 0 0,0 0 1 0 0,0 0 0 0 0,0 0-1 0 0,1-1 1 0 0,-1 1 0 0 0,7 1-1 0 0,-2 0-175 0 0,0-1 0 0 0,0 0-1 0 0,0-1 1 0 0,1 0 0 0 0,-1-1-1 0 0,1 0 1 0 0,-1 0 0 0 0,1-1-1 0 0,-1 0 1 0 0,1-1 0 0 0,-1 0 0 0 0,0 0-1 0 0,1-1 1 0 0,-1-1 0 0 0,12-3-1 0 0,-10 1-46 0 0,1-1 0 0 0,-1 0 0 0 0,1-1 0 0 0,-2 0 0 0 0,1-1 0 0 0,-1 0 0 0 0,0 0 0 0 0,-1-1 0 0 0,0 0 0 0 0,14-20 0 0 0,2-7-276 0 0,-2-1-1 0 0,-1-1 0 0 0,-2-1 1 0 0,28-78-1 0 0,37-174-378 0 0,-76 255 853 0 0,80-392 3742 0 0,-133 678-1590 0 0,-101 406-377 0 0,129-596-1609 0 0,3-16 1183 0 0,-7 49 0 0 0,19-91-1050 0 0,2-5-195 0 0,0 0-1 0 0,0 0 0 0 0,1 0 1 0 0,-1 1-1 0 0,0-1 0 0 0,1 1 0 0 0,2-4 1 0 0,3-6 4 0 0,9-17-15 0 0,1 1 0 0 0,1 1 0 0 0,1 0 0 0 0,1 2-1 0 0,30-30 1 0 0,-38 44-60 0 0,-1 0 0 0 0,1 1 0 0 0,1 0 0 0 0,0 1 0 0 0,0 1 0 0 0,0 0 0 0 0,1 0 0 0 0,1 2 0 0 0,-1 0 0 0 0,20-5 0 0 0,-25 8-2 0 0,0 2-1 0 0,0-1 1 0 0,1 1-1 0 0,-1 1 1 0 0,1-1-1 0 0,-1 2 1 0 0,0-1-1 0 0,1 1 1 0 0,-1 1 0 0 0,0 0-1 0 0,0 0 1 0 0,0 1-1 0 0,0 0 1 0 0,0 0-1 0 0,0 1 1 0 0,-1 0-1 0 0,0 1 1 0 0,10 6-1 0 0,-10-5 5 0 0,0 0 0 0 0,0 0 0 0 0,-1 1 0 0 0,0 0 0 0 0,-1 0 1 0 0,1 0-1 0 0,-1 1 0 0 0,-1 0 0 0 0,6 9 0 0 0,-10-14 7 0 0,1 0 1 0 0,-1 1 0 0 0,1 0 0 0 0,-1-1-1 0 0,0 1 1 0 0,0 0 0 0 0,0-1 0 0 0,-1 1-1 0 0,0 0 1 0 0,1 0 0 0 0,-1 0 0 0 0,-1 0-1 0 0,1-1 1 0 0,0 1 0 0 0,-1 0 0 0 0,0 0 0 0 0,0-1-1 0 0,0 1 1 0 0,0 0 0 0 0,-1-1 0 0 0,1 1-1 0 0,-1-1 1 0 0,0 0 0 0 0,0 1 0 0 0,-4 3-1 0 0,0 1 17 0 0,-1-1 0 0 0,-1 0 0 0 0,1-1 0 0 0,-1 0 0 0 0,0 0-1 0 0,-1-1 1 0 0,1 0 0 0 0,-1 0 0 0 0,0-1 0 0 0,0 0 0 0 0,-1-1-1 0 0,1 0 1 0 0,-1 0 0 0 0,-18 2 0 0 0,8-2-7 0 0,-1-1 1 0 0,0-1-1 0 0,0-1 0 0 0,1-1 0 0 0,-1-1 1 0 0,-23-4-1 0 0,25 2-507 0 0,-32-11 1 0 0,46 13 196 0 0,1 1-1 0 0,0-1 1 0 0,0 0 0 0 0,0 0-1 0 0,0 0 1 0 0,0-1 0 0 0,0 1 0 0 0,1-1-1 0 0,-1 0 1 0 0,1 0 0 0 0,0-1 0 0 0,-1 1-1 0 0,-3-6 1 0 0,7 7-21 0 0,-1 0 1 0 0,0 0-1 0 0,1-1 0 0 0,0 1 0 0 0,-1 0 1 0 0,1 0-1 0 0,0 0 0 0 0,0 0 1 0 0,0-1-1 0 0,1 1 0 0 0,-1 0 0 0 0,0 0 1 0 0,1 0-1 0 0,-1 0 0 0 0,1 0 1 0 0,0 0-1 0 0,0 0 0 0 0,0 0 0 0 0,0 0 1 0 0,0 0-1 0 0,0 0 0 0 0,0 0 1 0 0,1 1-1 0 0,2-4 0 0 0,12-15-3605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54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59 1892 0 0,'31'-12'2901'0'0,"-2"-1"0"0"0,29-16 1 0 0,-53 24-1234 0 0,-11 6-1283 0 0,-15 8-166 0 0,6 2-55 0 0,0 1 1 0 0,0 1 0 0 0,1 0-1 0 0,1 1 1 0 0,0 0-1 0 0,-18 27 1 0 0,27-35-154 0 0,0 1 1 0 0,0-1 0 0 0,1 1-1 0 0,0 0 1 0 0,1 0 0 0 0,0 0-1 0 0,0 0 1 0 0,0 0-1 0 0,1 1 1 0 0,0-1 0 0 0,0 0-1 0 0,1 1 1 0 0,0-1 0 0 0,0 1-1 0 0,1-1 1 0 0,0 1-1 0 0,0-1 1 0 0,0 0 0 0 0,1 0-1 0 0,4 10 1 0 0,6 8 90 0 0,1 0 1 0 0,1-1-1 0 0,31 39 1 0 0,13 23 44 0 0,-57-85-104 0 0,1 1 1 0 0,-1 0-1 0 0,0 0 1 0 0,0 0-1 0 0,0 1 0 0 0,-1-1 1 0 0,1 0-1 0 0,0 0 1 0 0,-1 0-1 0 0,1 0 1 0 0,-1 1-1 0 0,0-1 1 0 0,0 0-1 0 0,0 1 1 0 0,0-1-1 0 0,0 0 1 0 0,0 0-1 0 0,-1 1 1 0 0,1-1-1 0 0,-1 0 0 0 0,0 0 1 0 0,1 0-1 0 0,-3 5 1 0 0,0-4 16 0 0,1 0 1 0 0,-1 0-1 0 0,0 1 0 0 0,0-2 1 0 0,-1 1-1 0 0,1 0 1 0 0,-1-1-1 0 0,1 1 0 0 0,-1-1 1 0 0,0 0-1 0 0,0 0 0 0 0,-5 1 1 0 0,-7 3-162 0 0,0-1-1 0 0,-1 0 1 0 0,0-2 0 0 0,0 0 0 0 0,0-1 0 0 0,0-1 0 0 0,0 0-1 0 0,0-1 1 0 0,0-1 0 0 0,0-1 0 0 0,0 0 0 0 0,-22-7-1 0 0,36 9-148 0 0,1-1-1 0 0,-1 0 1 0 0,1 0-1 0 0,0 0 1 0 0,0 0-1 0 0,-1 0 1 0 0,1-1-1 0 0,0 1 0 0 0,-3-3 1 0 0,5 3-65 0 0,-1 0 0 0 0,0 0 0 0 0,1 1-1 0 0,-1-1 1 0 0,1 0 0 0 0,-1 0 0 0 0,1 0 0 0 0,-1 0 0 0 0,1 0 0 0 0,-1 0 0 0 0,1 0 0 0 0,0 0 0 0 0,0 0 0 0 0,-1 0 0 0 0,1 0-1 0 0,0-2 1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54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661 57 716 0 0,'18'-19'4094'0'0,"19"-18"2596"0"0,-36 36-6255 0 0,-1 4-10 0 0,-3 11 170 0 0,-1 1-1 0 0,0-1 1 0 0,-12 26-1 0 0,0 0 45 0 0,-39 140 1174 0 0,-33 192-1 0 0,51-203-895 0 0,-11 51 56 0 0,-40 172 287 0 0,-26-9-516 0 0,54-206-414 0 0,59-174-399 0 0,0 0 0 0 0,-1 0-1 0 0,1 1 1 0 0,-1-1 0 0 0,1 0-1 0 0,-1 0 1 0 0,0-1 0 0 0,0 1-1 0 0,-1 0 1 0 0,1-1 0 0 0,-1 1 0 0 0,1-1-1 0 0,-1 0 1 0 0,0 0 0 0 0,0 0-1 0 0,1 0 1 0 0,-1 0 0 0 0,-1 0 0 0 0,1-1-1 0 0,-6 2 1 0 0,5-2-312 0 0,1-1 0 0 0,-1 0 0 0 0,0 0 0 0 0,0 0 0 0 0,1 0 0 0 0,-1 0 0 0 0,0-1 0 0 0,0 0 0 0 0,1 1 0 0 0,-1-2 1 0 0,0 1-1 0 0,1 0 0 0 0,-1-1 0 0 0,1 1 0 0 0,0-1 0 0 0,-1 0 0 0 0,1 0 0 0 0,0-1 0 0 0,-4-2 0 0 0,-18-21-4370 0 0,-4-10-2246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55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1672 0 0,'30'-17'1408'0'0,"0"0"0"0"0,1 2 0 0 0,38-13 0 0 0,-54 24-1139 0 0,-1 0-1 0 0,1 1 1 0 0,0 0 0 0 0,-1 1-1 0 0,1 1 1 0 0,0 0-1 0 0,0 1 1 0 0,0 1 0 0 0,29 5-1 0 0,-27-3-164 0 0,0 2 0 0 0,0 0 0 0 0,0 2 0 0 0,-1-1 1 0 0,0 2-1 0 0,0 0 0 0 0,-1 1 0 0 0,0 0 0 0 0,0 2 0 0 0,-1-1 0 0 0,-1 2 0 0 0,0 0 0 0 0,0 0 0 0 0,16 23 0 0 0,-26-31-4 0 0,1 1 0 0 0,-1 0 0 0 0,0 0 1 0 0,0 0-1 0 0,-1 1 0 0 0,1-1 0 0 0,-1 0 0 0 0,-1 1 0 0 0,1 0 0 0 0,-1-1 0 0 0,0 1 0 0 0,0 0 1 0 0,0 0-1 0 0,-1 0 0 0 0,0 0 0 0 0,0 0 0 0 0,-1-1 0 0 0,1 1 0 0 0,-1 0 0 0 0,-1 0 0 0 0,1-1 1 0 0,-4 9-1 0 0,1-4 13 0 0,-2-1 1 0 0,1 1 0 0 0,-1-1 0 0 0,0 0-1 0 0,-1 0 1 0 0,0-1 0 0 0,0 0 0 0 0,-1 0-1 0 0,0-1 1 0 0,-1 0 0 0 0,-9 6 0 0 0,-10 6-23 0 0,-1-2 0 0 0,0-1 0 0 0,-1-1-1 0 0,-1-2 1 0 0,-49 15 0 0 0,54-21-2074 0 0,-50 7 0 0 0,56-15-3127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55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88 756 0 0,'11'-10'1759'0'0,"-8"8"-1279"0"0,0-1 0 0 0,0 1 1 0 0,0-1-1 0 0,0 0 0 0 0,-1 0 1 0 0,1 0-1 0 0,-1 0 0 0 0,0-1 0 0 0,0 1 1 0 0,0 0-1 0 0,0-1 0 0 0,0 0 1 0 0,-1 1-1 0 0,0-1 0 0 0,1 0 0 0 0,0-5 1 0 0,-3 8-433 0 0,1 0 0 0 0,-1 1 0 0 0,1-1 0 0 0,-1 1 0 0 0,1-1 0 0 0,-1 0 0 0 0,0 1 0 0 0,1-1 0 0 0,-1 1 0 0 0,1 0 0 0 0,-1-1 0 0 0,0 1 0 0 0,0-1 0 0 0,1 1 0 0 0,-1 0 0 0 0,0-1 0 0 0,0 1 0 0 0,1 0 0 0 0,-1 0 0 0 0,0 0 0 0 0,0 0 1 0 0,1 0-1 0 0,-1 0 0 0 0,0 0 0 0 0,0 0 0 0 0,-1 0 0 0 0,-18 0 359 0 0,7 1-170 0 0,0 1 0 0 0,0 0 0 0 0,0 1 0 0 0,0 1 0 0 0,1 0-1 0 0,-21 9 1 0 0,-65 40 357 0 0,73-37-475 0 0,1 0 0 0 0,-32 29 0 0 0,48-38-104 0 0,1 0-1 0 0,0 0 1 0 0,1 0 0 0 0,0 1 0 0 0,0 0 0 0 0,1 0 0 0 0,0 0 0 0 0,0 1 0 0 0,1 0 0 0 0,0 0-1 0 0,-3 11 1 0 0,6-18-9 0 0,1 0 0 0 0,-1 0 1 0 0,1 0-1 0 0,0 0 0 0 0,-1 0 0 0 0,1 0 0 0 0,0 0 0 0 0,0 0 0 0 0,1 0 0 0 0,-1 0 0 0 0,0 0 0 0 0,1 0 0 0 0,-1 0 0 0 0,1 0 0 0 0,0 0 0 0 0,-1 0 0 0 0,1 0 0 0 0,0 0 0 0 0,0-1 0 0 0,0 1 0 0 0,0 0 0 0 0,3 2 1 0 0,-2-2 0 0 0,1 0 1 0 0,0 1-1 0 0,0-1 1 0 0,0 0-1 0 0,1-1 1 0 0,-1 1-1 0 0,0-1 1 0 0,1 1-1 0 0,-1-1 1 0 0,1 0 0 0 0,6 1-1 0 0,1 0 8 0 0,1-1-1 0 0,0 0 0 0 0,-1-1 1 0 0,1 0-1 0 0,0-1 1 0 0,23-4-1 0 0,-21 0-9 0 0,1 0 1 0 0,-1-1-1 0 0,1 0 1 0 0,-2-1-1 0 0,1-1 0 0 0,-1 0 1 0 0,0-1-1 0 0,-1 0 0 0 0,0-1 1 0 0,16-16-1 0 0,7-13 296 0 0,53-75 0 0 0,-52 65 534 0 0,-7 10-390 0 0,-28 38-351 0 0,-2 5-85 0 0,0 0 1 0 0,0 0-1 0 0,-1 0 1 0 0,1 0-1 0 0,-1 0 0 0 0,0 0 1 0 0,-3 4-1 0 0,-4 9 11 0 0,-5 14-52 0 0,2 1-1 0 0,1 1 1 0 0,1 0-1 0 0,-8 53 1 0 0,18-82-149 0 0,-1 0 0 0 0,1 0 0 0 0,0 0 0 0 0,0-1 0 0 0,1 1 0 0 0,-1 0 0 0 0,1 0 0 0 0,0-1 0 0 0,0 1 1 0 0,0 0-1 0 0,0-1 0 0 0,1 1 0 0 0,-1-1 0 0 0,1 0 0 0 0,0 1 0 0 0,0-1 0 0 0,4 4 0 0 0,-3-4-382 0 0,0 0 0 0 0,0 0 0 0 0,1 0 0 0 0,-1 0-1 0 0,1-1 1 0 0,0 1 0 0 0,0-1 0 0 0,0 0 0 0 0,0-1 0 0 0,0 1 0 0 0,0-1-1 0 0,1 1 1 0 0,-1-1 0 0 0,6 0 0 0 0,8 1-2799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56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433 146 880 0 0,'12'-15'1711'0'0,"23"-32"2180"0"0,-33 44-3580 0 0,0-1 0 0 0,-1 1 0 0 0,1-1 0 0 0,0 1 0 0 0,-1-1 0 0 0,0 0-1 0 0,0 1 1 0 0,0-1 0 0 0,0 0 0 0 0,-1 0 0 0 0,0 0 0 0 0,1-4 0 0 0,-1 7-229 0 0,-1 0 1 0 0,1-1 0 0 0,0 1-1 0 0,0 0 1 0 0,-1 0-1 0 0,1-1 1 0 0,-1 1 0 0 0,1 0-1 0 0,-1 0 1 0 0,1-1 0 0 0,-1 1-1 0 0,0 0 1 0 0,0 0 0 0 0,1 0-1 0 0,-1 0 1 0 0,0 0-1 0 0,0 0 1 0 0,0 0 0 0 0,0 0-1 0 0,0 1 1 0 0,-2-2 0 0 0,1 1 26 0 0,-1 0 1 0 0,0 0 0 0 0,1 0-1 0 0,-1 0 1 0 0,0 0 0 0 0,0 1-1 0 0,1 0 1 0 0,-1-1 0 0 0,-5 1-1 0 0,-4 1 174 0 0,-1 0 0 0 0,0 1-1 0 0,-18 5 1 0 0,27-6-192 0 0,-27 8 155 0 0,1 1-1 0 0,-1 1 1 0 0,2 1-1 0 0,0 2 1 0 0,1 1-1 0 0,0 1 1 0 0,1 2-1 0 0,1 0 1 0 0,-32 30 0 0 0,52-43-228 0 0,0 1 1 0 0,1 0 0 0 0,0 0 0 0 0,0 1 0 0 0,0 0 0 0 0,1 0 0 0 0,0 0 0 0 0,1 0-1 0 0,-1 0 1 0 0,-3 13 0 0 0,6-17-9 0 0,1 1 1 0 0,-1 0-1 0 0,0 0 0 0 0,1 0 1 0 0,0 0-1 0 0,0 0 0 0 0,0 0 1 0 0,1 0-1 0 0,-1-1 0 0 0,1 1 0 0 0,0 0 1 0 0,0 0-1 0 0,0 0 0 0 0,1-1 1 0 0,-1 1-1 0 0,1-1 0 0 0,0 1 0 0 0,0-1 1 0 0,0 0-1 0 0,1 1 0 0 0,-1-1 1 0 0,1 0-1 0 0,4 4 0 0 0,4 2 8 0 0,1 0 0 0 0,0 0 0 0 0,0-2 0 0 0,1 1 0 0 0,-1-2 0 0 0,1 1-1 0 0,1-2 1 0 0,-1 0 0 0 0,22 5 0 0 0,-2-3-18 0 0,-1-1-1 0 0,1-2 1 0 0,35 0 0 0 0,-43-3-634 0 0,0-2 0 0 0,0-1 0 0 0,33-6 0 0 0,-45 5-1042 0 0,0-1 0 0 0,0 0 0 0 0,0 0-1 0 0,18-10 1 0 0,-21 7-2751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56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99 1720 0 0,'-5'-2'958'0'0,"-1"0"-1"0"0,0 1 1 0 0,0 0-1 0 0,0 0 1 0 0,1 0-1 0 0,-9 1 1 0 0,10 0-795 0 0,0 1 0 0 0,0-1 0 0 0,0 1 0 0 0,0 0 0 0 0,0 0-1 0 0,0 1 1 0 0,0-1 0 0 0,0 1 0 0 0,0 0 0 0 0,1 0 0 0 0,-1 0 0 0 0,1 0 0 0 0,-1 1 0 0 0,1-1 0 0 0,-6 6 0 0 0,7-6-116 0 0,0 0-1 0 0,0 0 0 0 0,0 1 1 0 0,0-1-1 0 0,1 0 0 0 0,-1 1 1 0 0,1-1-1 0 0,-1 1 0 0 0,1-1 1 0 0,0 1-1 0 0,0 0 0 0 0,0 0 1 0 0,0-1-1 0 0,0 1 0 0 0,1 0 1 0 0,-1 0-1 0 0,1 0 0 0 0,0 0 1 0 0,0 4-1 0 0,0-6-20 0 0,0 0 0 0 0,1 0 0 0 0,-1 0 0 0 0,0-1-1 0 0,1 1 1 0 0,-1 0 0 0 0,1 0 0 0 0,-1 0 0 0 0,1-1 0 0 0,-1 1 0 0 0,1 0 0 0 0,-1-1 0 0 0,1 1-1 0 0,0 0 1 0 0,-1-1 0 0 0,1 1 0 0 0,0-1 0 0 0,0 1 0 0 0,-1-1 0 0 0,1 1 0 0 0,0-1-1 0 0,0 0 1 0 0,0 1 0 0 0,1-1 0 0 0,26 6 383 0 0,-17-6-321 0 0,0-1 1 0 0,0 0-1 0 0,-1 0 0 0 0,1-1 0 0 0,-1 0 0 0 0,16-6 1 0 0,-22 6-47 0 0,0 1 0 0 0,0-1 0 0 0,0 0 0 0 0,0 0 0 0 0,-1-1 0 0 0,1 1 0 0 0,-1-1 0 0 0,1 0 0 0 0,-1 0 0 0 0,0 0 0 0 0,0 0 0 0 0,0-1 0 0 0,-1 1 0 0 0,1-1 0 0 0,-1 0 0 0 0,1 1 0 0 0,-1-1 0 0 0,-1 0 0 0 0,3-7 0 0 0,-2 6-25 0 0,-1 0 0 0 0,0-1 0 0 0,0 1 0 0 0,0-1 0 0 0,-1 1 1 0 0,1-1-1 0 0,-1 1 0 0 0,-1-1 0 0 0,1 1 0 0 0,-1-1 0 0 0,0 1 0 0 0,0-1 1 0 0,-3-4-1 0 0,3 7-15 0 0,0 1 1 0 0,0 0 0 0 0,0-1 0 0 0,-1 1-1 0 0,1 0 1 0 0,-1 0 0 0 0,1 0-1 0 0,-1 1 1 0 0,0-1 0 0 0,0 0-1 0 0,0 0 1 0 0,0 1 0 0 0,0 0-1 0 0,0-1 1 0 0,-1 1 0 0 0,1 0-1 0 0,0 0 1 0 0,-1 0 0 0 0,1 0-1 0 0,0 0 1 0 0,-1 1 0 0 0,1-1 0 0 0,-1 1-1 0 0,0 0 1 0 0,1-1 0 0 0,-1 1-1 0 0,1 0 1 0 0,-1 1 0 0 0,-3 0-1 0 0,-6 1 3 0 0,1 0-1 0 0,0 1 0 0 0,0 0 0 0 0,0 1 1 0 0,0 1-1 0 0,1-1 0 0 0,-1 2 0 0 0,1 0 0 0 0,1 0 1 0 0,-1 0-1 0 0,-10 10 0 0 0,1 1 8 0 0,0 1-1 0 0,1 1 1 0 0,-30 40-1 0 0,39-46-27 0 0,0 0-1 0 0,1 1 1 0 0,0 0 0 0 0,1 0-1 0 0,1 0 1 0 0,-10 31 0 0 0,15-40 3 0 0,0 0 0 0 0,0 0 0 0 0,1 0 1 0 0,-1 0-1 0 0,1 0 0 0 0,0 0 0 0 0,1 0 1 0 0,-1 1-1 0 0,1-1 0 0 0,0 0 0 0 0,0 0 0 0 0,1 0 1 0 0,-1-1-1 0 0,1 1 0 0 0,0 0 0 0 0,0 0 1 0 0,1-1-1 0 0,-1 0 0 0 0,1 1 0 0 0,0-1 1 0 0,0 0-1 0 0,1 0 0 0 0,-1 0 0 0 0,1-1 1 0 0,6 5-1 0 0,1 0-267 0 0,0-1-1 0 0,1-1 1 0 0,-1 0 0 0 0,2 0-1 0 0,-1-2 1 0 0,0 1 0 0 0,1-1-1 0 0,0-1 1 0 0,0 0 0 0 0,18 1-1 0 0,11-1-2601 0 0,83-4 0 0 0,-59-3-308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57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300 388 1316 0 0,'11'-21'4516'0'0,"-11"20"-4403"0"0,0 0 0 0 0,1 1 0 0 0,-1-1 1 0 0,0 0-1 0 0,0 1 0 0 0,0-1 1 0 0,0 1-1 0 0,0-1 0 0 0,0 0 0 0 0,0 1 1 0 0,0-1-1 0 0,0 0 0 0 0,-1 1 1 0 0,1-1-1 0 0,0 1 0 0 0,0-1 0 0 0,0 0 1 0 0,-1 1-1 0 0,1-1 0 0 0,0 1 1 0 0,-1-1-1 0 0,1 1 0 0 0,0-1 0 0 0,-1 1 1 0 0,1-1-1 0 0,-1 1 0 0 0,1 0 1 0 0,-1-1-1 0 0,0 0 0 0 0,-1 1-15 0 0,0 0 0 0 0,0 0 0 0 0,0 0 0 0 0,0 0 0 0 0,0 0 0 0 0,0 0 0 0 0,0 1 0 0 0,0-1-1 0 0,0 1 1 0 0,1-1 0 0 0,-1 1 0 0 0,0 0 0 0 0,0 0 0 0 0,0-1 0 0 0,-2 4 0 0 0,1-3 95 0 0,-23 13 401 0 0,0 1 0 0 0,1 1-1 0 0,-41 35 1 0 0,50-37-504 0 0,1 1 0 0 0,1 0 0 0 0,0 1-1 0 0,1 1 1 0 0,1 0 0 0 0,-13 23 0 0 0,22-35-67 0 0,1 0-1 0 0,0 0 1 0 0,0 1 0 0 0,0-1-1 0 0,1 0 1 0 0,-1 1 0 0 0,1-1-1 0 0,1 1 1 0 0,-1-1 0 0 0,1 8-1 0 0,0-10-4 0 0,0-1 0 0 0,1 1-1 0 0,-1 0 1 0 0,1-1 0 0 0,0 1-1 0 0,-1 0 1 0 0,1-1-1 0 0,1 1 1 0 0,-1-1 0 0 0,0 1-1 0 0,1-1 1 0 0,-1 0-1 0 0,1 0 1 0 0,-1 1 0 0 0,1-1-1 0 0,0 0 1 0 0,0 0 0 0 0,0-1-1 0 0,0 1 1 0 0,1 0-1 0 0,-1-1 1 0 0,4 3 0 0 0,6 1 18 0 0,0 0 0 0 0,0 0 1 0 0,0-1-1 0 0,0-1 1 0 0,1 0-1 0 0,-1 0 0 0 0,1-2 1 0 0,0 1-1 0 0,0-2 1 0 0,-1 1-1 0 0,1-2 0 0 0,0 0 1 0 0,0 0-1 0 0,-1-2 1 0 0,1 1-1 0 0,-1-1 0 0 0,14-6 1 0 0,-13 4-15 0 0,0 0 1 0 0,-1-1 0 0 0,1-1-1 0 0,-1 0 1 0 0,-1-1 0 0 0,1 0-1 0 0,-1-1 1 0 0,-1 0 0 0 0,0 0-1 0 0,0-1 1 0 0,-1-1 0 0 0,0 0-1 0 0,-1 0 1 0 0,0 0-1 0 0,10-20 1 0 0,-9 11-20 0 0,-1 0 0 0 0,0-1 1 0 0,6-28-1 0 0,-12 41-2 0 0,0 1 1 0 0,-1-1-1 0 0,0 0 1 0 0,-1 1 0 0 0,0-1-1 0 0,0 0 1 0 0,0 0-1 0 0,-1 1 1 0 0,0-1-1 0 0,0 0 1 0 0,-1 1 0 0 0,0-1-1 0 0,-4-7 1 0 0,4 12-5 0 0,0 0 1 0 0,0 0-1 0 0,0 0 0 0 0,-1 0 1 0 0,0 0-1 0 0,1 0 1 0 0,-1 1-1 0 0,0 0 0 0 0,0-1 1 0 0,0 1-1 0 0,0 0 1 0 0,-1 0-1 0 0,1 1 1 0 0,-1-1-1 0 0,1 1 0 0 0,-1-1 1 0 0,1 1-1 0 0,-1 0 1 0 0,0 1-1 0 0,1-1 0 0 0,-1 1 1 0 0,0-1-1 0 0,0 1 1 0 0,0 0-1 0 0,1 1 0 0 0,-1-1 1 0 0,0 1-1 0 0,0-1 1 0 0,1 1-1 0 0,-1 0 0 0 0,0 0 1 0 0,1 1-1 0 0,-1-1 1 0 0,-5 4-1 0 0,7-4 2 0 0,-1 1 1 0 0,0-1-1 0 0,1 0 0 0 0,-1 1 0 0 0,1 0 1 0 0,-1-1-1 0 0,1 1 0 0 0,0 0 0 0 0,0 0 1 0 0,0 1-1 0 0,0-1 0 0 0,0 0 1 0 0,0 1-1 0 0,1-1 0 0 0,-1 1 0 0 0,1-1 1 0 0,-1 1-1 0 0,1 0 0 0 0,0 0 0 0 0,0-1 1 0 0,1 1-1 0 0,-1 0 0 0 0,0 0 0 0 0,1 4 1 0 0,0-4 0 0 0,1 0 0 0 0,-1 0 0 0 0,1 0 0 0 0,0 0 0 0 0,0 0 0 0 0,0 0 0 0 0,0-1 0 0 0,1 1 0 0 0,-1 0 0 0 0,1-1 1 0 0,-1 1-1 0 0,1-1 0 0 0,0 1 0 0 0,0-1 0 0 0,0 0 0 0 0,1 0 0 0 0,-1 0 0 0 0,0 0 0 0 0,1 0 0 0 0,-1-1 0 0 0,1 1 0 0 0,0-1 0 0 0,5 3 0 0 0,11 4 1 0 0,2-2 1 0 0,-1 1-1 0 0,1-2 0 0 0,0-1 0 0 0,0-1 0 0 0,0 0 0 0 0,30-1 0 0 0,5-3 2 0 0,90-14 0 0 0,-117 11-8 0 0,1-2 0 0 0,-1-1 0 0 0,0-1 0 0 0,0-2 0 0 0,-1 0 0 0 0,-1-2 1 0 0,0-1-1 0 0,0-2 0 0 0,-1 0 0 0 0,-1-2 0 0 0,-1 0 0 0 0,-1-2 0 0 0,0-1 0 0 0,-1 0 0 0 0,-1-2 0 0 0,-1 0 0 0 0,-1-2 0 0 0,-1 0 0 0 0,18-33 0 0 0,-34 53 6 0 0,5-6 0 0 0,-2-1 0 0 0,1 1 0 0 0,-2-1 1 0 0,1-1-1 0 0,4-17 0 0 0,-9 28-1 0 0,0 1-1 0 0,0-1 0 0 0,0 1 0 0 0,1-1 0 0 0,-1 1 0 0 0,0-1 0 0 0,0 1 0 0 0,0-1 0 0 0,0 1 0 0 0,0-1 1 0 0,0 1-1 0 0,0-1 0 0 0,0 1 0 0 0,0-1 0 0 0,0 1 0 0 0,0-1 0 0 0,0 1 0 0 0,0-1 0 0 0,0 1 1 0 0,0-1-1 0 0,-1 1 0 0 0,1-1 0 0 0,0 1 0 0 0,0-1 0 0 0,-1 1 0 0 0,1 0 0 0 0,0-1 0 0 0,-1 1 1 0 0,1-1-1 0 0,0 1 0 0 0,-1 0 0 0 0,1-1 0 0 0,-1 1 0 0 0,1 0 0 0 0,0-1 0 0 0,-1 1 0 0 0,1 0 0 0 0,-1 0 1 0 0,1-1-1 0 0,-1 1 0 0 0,1 0 0 0 0,-1 0 0 0 0,1 0 0 0 0,-1 0 0 0 0,1 0 0 0 0,-1 0 0 0 0,1 0 1 0 0,-1 0-1 0 0,1 0 0 0 0,-1 0 0 0 0,1 0 0 0 0,-1 0 0 0 0,1 0 0 0 0,-1 0 0 0 0,1 0 0 0 0,-1 0 0 0 0,1 1 1 0 0,-1-1-1 0 0,1 0 0 0 0,-1 0 0 0 0,1 1 0 0 0,-1-1 0 0 0,0 0 0 0 0,-3 3 1 0 0,-1-1 0 0 0,0 1 0 0 0,1 0 0 0 0,-8 6 0 0 0,-17 20 26 0 0,1 2 0 0 0,2 0 0 0 0,1 2 0 0 0,1 0 0 0 0,-26 50 0 0 0,-81 192 129 0 0,62-114 93 0 0,-160 328 1268 0 0,182-405-893 0 0,-4-3-1 0 0,-87 106 1 0 0,125-171-226 0 0,10-11-254 0 0,-1-1 1 0 0,0 1 0 0 0,0-1-1 0 0,0 0 1 0 0,0 0 0 0 0,0 0-1 0 0,-1-1 1 0 0,-6 5 0 0 0,10-8-130 0 0,1 0 1 0 0,-1 1 0 0 0,0-1 0 0 0,0 0 0 0 0,0 0 0 0 0,1 1 0 0 0,-1-1 0 0 0,0 0 0 0 0,0 0-1 0 0,0 0 1 0 0,1 0 0 0 0,-1 0 0 0 0,0 0 0 0 0,0 0 0 0 0,0 0 0 0 0,0-1 0 0 0,1 1-1 0 0,-1 0 1 0 0,0 0 0 0 0,0-1 0 0 0,1 1 0 0 0,-1 0 0 0 0,0-1 0 0 0,0 1 0 0 0,1-1-1 0 0,-1 1 1 0 0,0-1 0 0 0,1 1 0 0 0,-1-1 0 0 0,1 1 0 0 0,-1-1 0 0 0,1 0 0 0 0,-1 1 0 0 0,1-1-1 0 0,-1 0 1 0 0,1 0 0 0 0,-2-1 1 0 0,1-1 1 0 0,0 1-1 0 0,1 0 0 0 0,-1 0 0 0 0,0 0 0 0 0,0-1 0 0 0,1 1 1 0 0,0 0-1 0 0,-1-1 0 0 0,1 1 0 0 0,0-4 0 0 0,3-11 4 0 0,0 0 0 0 0,1 1-1 0 0,1-1 1 0 0,1 1 0 0 0,14-31 0 0 0,49-71-6 0 0,-39 76-66 0 0,2 1 0 0 0,1 2 0 0 0,2 1 0 0 0,2 2-1 0 0,1 1 1 0 0,2 3 0 0 0,57-38 0 0 0,-16 21-1784 0 0,2 3 1 0 0,2 3-1 0 0,97-33 1 0 0,-69 32-4369 0 0,-60 25 601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58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540 294 1408 0 0,'-2'-6'993'0'0,"1"1"-1"0"0,0 0 0 0 0,-1 0 1 0 0,0 0-1 0 0,-3-6 0 0 0,4 11-919 0 0,1-1 1 0 0,0 0-1 0 0,-1 1 0 0 0,1-1 0 0 0,0 0 0 0 0,-1 1 0 0 0,1-1 0 0 0,-1 1 0 0 0,1-1 0 0 0,-1 1 0 0 0,0-1 0 0 0,1 1 0 0 0,-1-1 1 0 0,1 1-1 0 0,-1 0 0 0 0,0-1 0 0 0,1 1 0 0 0,-1 0 0 0 0,0-1 0 0 0,1 1 0 0 0,-1 0 0 0 0,0 0 0 0 0,0 0 0 0 0,1 0 0 0 0,-1 0 0 0 0,0 0 1 0 0,0 0-1 0 0,1 0 0 0 0,-1 0 0 0 0,0 0 0 0 0,0 0 0 0 0,1 0 0 0 0,-1 0 0 0 0,0 1 0 0 0,1-1 0 0 0,-1 0 0 0 0,0 1 0 0 0,1-1 0 0 0,-1 0 1 0 0,0 1-1 0 0,1-1 0 0 0,-1 1 0 0 0,1-1 0 0 0,-1 1 0 0 0,1-1 0 0 0,-1 1 0 0 0,1-1 0 0 0,-1 1 0 0 0,0 0 0 0 0,-18 22 462 0 0,1 1 1 0 0,0 1-1 0 0,2 0 0 0 0,1 1 0 0 0,-12 29 0 0 0,0-2-53 0 0,-196 361 1223 0 0,185-344-1578 0 0,-56 94-182 0 0,93-162-304 0 0,2-10-388 0 0,1 0 398 0 0,-1 0 0 0 0,1 0 1 0 0,1 0-1 0 0,0 1 1 0 0,5-12-1 0 0,3-7-112 0 0,158-373-1814 0 0,-111 271 2036 0 0,-37 81 182 0 0,87-175 553 0 0,-94 197-348 0 0,2 1 0 0 0,1 0 0 0 0,1 1 1 0 0,0 1-1 0 0,2 1 0 0 0,31-27 1 0 0,-42 41-108 0 0,1 0 0 0 0,-1 1 0 0 0,1 0 0 0 0,0 1 0 0 0,1 0 0 0 0,-1 0 0 0 0,1 1 0 0 0,0 0-1 0 0,0 1 1 0 0,0 0 0 0 0,1 1 0 0 0,14-1 0 0 0,-19 3-36 0 0,-1 0 1 0 0,0 0-1 0 0,0 1 0 0 0,0 0 0 0 0,0 0 0 0 0,0 0 0 0 0,0 1 0 0 0,0 0 0 0 0,0 0 0 0 0,0 0 0 0 0,-1 1 1 0 0,1 0-1 0 0,-1 0 0 0 0,1 0 0 0 0,-1 1 0 0 0,0 0 0 0 0,-1 0 0 0 0,1 0 0 0 0,-1 0 0 0 0,0 1 0 0 0,0 0 1 0 0,0 0-1 0 0,0 0 0 0 0,2 6 0 0 0,-1-3 36 0 0,0 1-1 0 0,-1 0 1 0 0,0 0 0 0 0,-1 0-1 0 0,0 0 1 0 0,0 1 0 0 0,-1-1 0 0 0,-1 1-1 0 0,1-1 1 0 0,-1 1 0 0 0,-1 0-1 0 0,0 0 1 0 0,0-1 0 0 0,-1 1 0 0 0,0 0-1 0 0,-1 0 1 0 0,0-1 0 0 0,0 1 0 0 0,-1-1-1 0 0,-1 0 1 0 0,1 0 0 0 0,-1 0-1 0 0,-1 0 1 0 0,-10 14 0 0 0,2-6 41 0 0,-2-2 0 0 0,0 0 0 0 0,-1 0 1 0 0,0-2-1 0 0,-1 0 0 0 0,0-1 0 0 0,-34 18 0 0 0,8-10 394 0 0,0-1-1 0 0,-65 18 0 0 0,103-35-393 0 0,0-1 0 0 0,0 1 0 0 0,0-1 0 0 0,0 0 0 0 0,0 0 0 0 0,0 0 0 0 0,0-1 0 0 0,0 0 0 0 0,0 0 0 0 0,0 0 0 0 0,0-1 0 0 0,0 1 0 0 0,0-1-1 0 0,0 0 1 0 0,0-1 0 0 0,-9-3 0 0 0,13 5-75 0 0,0-1-1 0 0,0 0 1 0 0,0 0-1 0 0,0 0 1 0 0,0 0-1 0 0,1 0 1 0 0,-1 0-1 0 0,0 0 1 0 0,1-1-1 0 0,-1 1 1 0 0,0 0-1 0 0,1 0 1 0 0,-1 0-1 0 0,1-1 1 0 0,0 1-1 0 0,-1 0 1 0 0,1-1-1 0 0,0 1 1 0 0,0 0-1 0 0,0-1 1 0 0,0 1-1 0 0,0 0 1 0 0,0 0-1 0 0,0-1 1 0 0,0 1-1 0 0,1 0 1 0 0,-1-1-1 0 0,0 1 1 0 0,1 0-1 0 0,-1 0 1 0 0,1-1-1 0 0,0 0 1 0 0,1 0-19 0 0,1 3 18 0 0,4 0-4 0 0,-1 1-1 0 0,1 0 1 0 0,-1 0 0 0 0,1 0 0 0 0,-1 1 0 0 0,0 0-1 0 0,0 1 1 0 0,0-1 0 0 0,-1 1 0 0 0,1 0-1 0 0,-1 0 1 0 0,0 1 0 0 0,8 8 0 0 0,9 12 15 0 0,29 41 0 0 0,-44-57-18 0 0,32 47-57 0 0,-19-25-336 0 0,2-1 0 0 0,1 0 0 0 0,1-2 0 0 0,47 42 0 0 0,-64-65-137 0 0,0 0 1 0 0,1 0-1 0 0,-1-1 1 0 0,1 0 0 0 0,11 4-1 0 0,22 1-4616 0 0,-23-9 698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58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92 245 1200 0 0,'4'-25'1600'0'0,"1"1"1"0"0,1 0-1 0 0,2 0 0 0 0,10-24 1 0 0,-15 41-1462 0 0,1 0 0 0 0,-1 1 0 0 0,1 0 0 0 0,1 0 0 0 0,-1 0 0 0 0,1 0 0 0 0,0 1 0 0 0,0 0 0 0 0,0 0 0 0 0,1 0 0 0 0,0 0 0 0 0,0 1 0 0 0,0 0 0 0 0,0 0 0 0 0,1 1 0 0 0,0 0 0 0 0,-1 0 0 0 0,9-2 0 0 0,-13 4-128 0 0,0 0 0 0 0,1 1 0 0 0,-1-1 0 0 0,0 1 1 0 0,0-1-1 0 0,1 1 0 0 0,-1 0 0 0 0,0 0 0 0 0,1 0 0 0 0,-1 0 0 0 0,0 0 0 0 0,1 0 0 0 0,-1 1 1 0 0,0-1-1 0 0,0 1 0 0 0,1-1 0 0 0,-1 1 0 0 0,0 0 0 0 0,0 0 0 0 0,0 0 0 0 0,0 0 0 0 0,0 1 0 0 0,0-1 1 0 0,0 0-1 0 0,0 1 0 0 0,-1-1 0 0 0,1 1 0 0 0,0 0 0 0 0,-1 0 0 0 0,1-1 0 0 0,-1 1 0 0 0,2 3 0 0 0,-2-2 4 0 0,0 1-1 0 0,1 0 0 0 0,-1 0 1 0 0,0-1-1 0 0,-1 1 0 0 0,1 0 1 0 0,-1 0-1 0 0,0 0 0 0 0,0 0 0 0 0,0-1 1 0 0,0 1-1 0 0,-1 0 0 0 0,1 0 1 0 0,-1 0-1 0 0,0 0 0 0 0,0-1 1 0 0,-1 1-1 0 0,-1 4 0 0 0,-5 6 58 0 0,-1 0-1 0 0,-1-1 1 0 0,0 1-1 0 0,0-2 1 0 0,-1 1-1 0 0,-1-2 1 0 0,-14 12-1 0 0,-32 34 70 0 0,49-48-123 0 0,7-7-7 0 0,0-1 1 0 0,1 1 0 0 0,-1-1-1 0 0,1 1 1 0 0,0 0-1 0 0,-1-1 1 0 0,1 1 0 0 0,0 0-1 0 0,-1 2 1 0 0,2-3-8 0 0,0-1 0 0 0,0 1 0 0 0,0 0 1 0 0,0 0-1 0 0,0-1 0 0 0,0 1 0 0 0,0 0 0 0 0,0 0 1 0 0,1-1-1 0 0,-1 1 0 0 0,0 0 0 0 0,0 0 0 0 0,1-1 0 0 0,-1 1 1 0 0,1 0-1 0 0,-1-1 0 0 0,0 1 0 0 0,1 0 0 0 0,-1-1 0 0 0,1 1 1 0 0,0-1-1 0 0,-1 1 0 0 0,1-1 0 0 0,-1 1 0 0 0,1-1 0 0 0,0 1 1 0 0,-1-1-1 0 0,1 0 0 0 0,0 1 0 0 0,1-1 0 0 0,68 33 129 0 0,-48-24-70 0 0,30 17 0 0 0,-46-22-29 0 0,0 0 0 0 0,0 0 0 0 0,-1 0 0 0 0,0 1 0 0 0,1 0-1 0 0,-1 0 1 0 0,-1 0 0 0 0,1 0 0 0 0,4 9 0 0 0,-8-13 52 0 0,0 1 0 0 0,0 0 0 0 0,0 0 0 0 0,0 0 0 0 0,0 0 0 0 0,-1 0 0 0 0,1 0 0 0 0,-1 0 1 0 0,1 0-1 0 0,-1 0 0 0 0,0 0 0 0 0,0 0 0 0 0,1 0 0 0 0,-2 0 0 0 0,1 0 0 0 0,0 0 0 0 0,0 0 1 0 0,-1 0-1 0 0,1 0 0 0 0,-1 0 0 0 0,0 2 0 0 0,-1 0-2 0 0,0-1 1 0 0,0 0-1 0 0,0 0 0 0 0,-1 0 0 0 0,1 0 1 0 0,-1-1-1 0 0,1 1 0 0 0,-1-1 0 0 0,0 1 1 0 0,0-1-1 0 0,-3 2 0 0 0,-7 3 47 0 0,0 0-1 0 0,-1-2 0 0 0,1 1 1 0 0,-28 6-1 0 0,-60 10 225 0 0,49-17-2529 0 0,1-8-5432 0 0,34 0 1823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2:59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1184 57 1776 0 0,'17'-46'9569'0'0,"-17"45"-9487"0"0,0 1 0 0 0,0-1 0 0 0,0 1 0 0 0,0 0 0 0 0,0-1 0 0 0,0 1 0 0 0,1-1 0 0 0,-1 1 0 0 0,0-1-1 0 0,0 1 1 0 0,0 0 0 0 0,1-1 0 0 0,-1 1 0 0 0,0 0 0 0 0,0-1 0 0 0,1 1 0 0 0,-1 0 0 0 0,0-1 0 0 0,1 1 0 0 0,-1 0 0 0 0,0 0 0 0 0,1-1 0 0 0,-1 1 0 0 0,0 0 0 0 0,1 0 0 0 0,-1-1 0 0 0,1 1-1 0 0,-1 0 1 0 0,1 0 0 0 0,0 0 0 0 0,10 8 1118 0 0,7 19 18 0 0,-17-26-1085 0 0,24 46 783 0 0,-3 0 0 0 0,-1 2 0 0 0,21 75 0 0 0,-33-86-789 0 0,-1 1 0 0 0,-2 0 0 0 0,-2 0 0 0 0,-1 0 0 0 0,-4 58 1 0 0,-6-24-24 0 0,-3-1 0 0 0,-4 0-1 0 0,-3 0 1 0 0,-2-1 0 0 0,-45 103 0 0 0,5-43 19 0 0,-142 231-1 0 0,118-236-388 0 0,-6-4-1 0 0,-5-4 0 0 0,-115 112 1 0 0,22-55-2985 0 0,-12-17-3481 0 0,73-68-1546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57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1168 0 0,'0'0'1532'0'0,"2"13"160"0"0,0-5-1212 0 0,10-4-404 0 0,8-3-860 0 0,-1-1-976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58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0 712 0 0,'16'2'3220'0'0,"10"1"456"0"0,-24-3-3477 0 0,40 0 2016 0 0,-40 0-2201 0 0,9 3-1044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59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32 0 0,'0'0'952'0'0,"7"-5"1080"0"0,6 0-1372 0 0,-1 9-556 0 0,-3 2-208 0 0,3 1-688 0 0,3 0-744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7:59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1348 0 0,'0'0'2816'0'0,"10"14"887"0"0,-1-5-5755 0 0,0-4 387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8:01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1 224 0 0,'0'0'6013'0'0,"5"12"-2913"0"0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8:02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4 112 0 0,'0'0'3851'0'0,"3"0"-4762"0"0,7-2 40 0 0,-7 1 150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8:02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1336 0 0,'0'0'1258'0'0,"-5"20"3827"0"0,5-13-6023 0 0,5-3 476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8:03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1668 0 0,'0'0'1438'0'0,"-16"16"3241"0"0,14-11-5981 0 0,5-4 1036 0 0,10-1-1968 0 0,1-3 655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8:04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1992 0 0,'0'0'9390'0'0,"3"0"-9403"0"0,6-1 0 0 0,-7 1 685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8:04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 1036 0 0,'-12'7'4092'0'0,"2"-2"-1731"0"0,0 0-929 0 0,1 0-1332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8:05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29 1184 0 0,'0'0'3613'0'0,"-12"-16"2142"0"0,13 3-11188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8:05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27 332 0 0,'60'-6'2696'0'0,"-10"3"-768"0"0,-7 1-475 0 0,-7 0-281 0 0,0-1-220 0 0,-2 1-224 0 0,-10 1-164 0 0,0-1-112 0 0,-1 0-120 0 0,-6 0-4 0 0,2 2-4 0 0,10-1-452 0 0,-12 1-1656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25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456 228 2140 0 0,'-2'-3'833'0'0,"-1"-1"0"0"0,0 1 0 0 0,0 0-1 0 0,0 0 1 0 0,-1 0 0 0 0,1 0 0 0 0,-1 1 0 0 0,1-1-1 0 0,-1 1 1 0 0,0 0 0 0 0,-7-3 0 0 0,9 4-743 0 0,-1 1 1 0 0,0-1-1 0 0,0 0 0 0 0,0 1 0 0 0,1 0 1 0 0,-1 0-1 0 0,0 0 0 0 0,0 0 1 0 0,0 0-1 0 0,0 0 0 0 0,1 1 1 0 0,-1-1-1 0 0,0 1 0 0 0,0 0 0 0 0,1 0 1 0 0,-1 0-1 0 0,1 0 0 0 0,-1 1 1 0 0,-3 1-1 0 0,-5 5 22 0 0,0 1 0 0 0,0 1 0 0 0,1 0 0 0 0,0 0 0 0 0,0 1 0 0 0,-7 12 0 0 0,-46 73 319 0 0,63-95-427 0 0,-124 230 573 0 0,106-192-476 0 0,2 1 1 0 0,3 1-1 0 0,0 0 0 0 0,-6 48 0 0 0,17-78-53 0 0,0 1-1 0 0,2-1 1 0 0,-1 1 0 0 0,1-1-1 0 0,1 1 1 0 0,0-1-1 0 0,1 0 1 0 0,0 1-1 0 0,5 14 1 0 0,-5-22-28 0 0,0 1 1 0 0,0 0-1 0 0,0 0 0 0 0,1-1 0 0 0,-1 1 0 0 0,1-1 1 0 0,1 0-1 0 0,-1 0 0 0 0,0 0 0 0 0,1 0 1 0 0,0-1-1 0 0,0 1 0 0 0,0-1 0 0 0,0 0 1 0 0,1 0-1 0 0,-1-1 0 0 0,1 1 0 0 0,-1-1 1 0 0,1 0-1 0 0,0 0 0 0 0,0-1 0 0 0,10 3 1 0 0,2-2 0 0 0,1-1 1 0 0,-1 0-1 0 0,1-1 1 0 0,0-1-1 0 0,-1 0 1 0 0,1-2-1 0 0,-1 0 1 0 0,0-1-1 0 0,0-1 1 0 0,0 0-1 0 0,27-13 1 0 0,-13 3-20 0 0,1-2 1 0 0,-2-1-1 0 0,0-1 1 0 0,50-43-1 0 0,-56 40-11 0 0,-1-2-1 0 0,-1 0 1 0 0,-1-1-1 0 0,-2 0 1 0 0,0-2-1 0 0,-2-1 0 0 0,-1 0 1 0 0,-1-1-1 0 0,-1 0 1 0 0,18-61-1 0 0,-25 66 3 0 0,-1 0 0 0 0,-2-1 0 0 0,0 1 0 0 0,-1-1 0 0 0,-2 0 0 0 0,-1 0 1 0 0,0 1-1 0 0,-2-1 0 0 0,-1 0 0 0 0,-1 1 0 0 0,-1-1 0 0 0,-1 1 0 0 0,-1 0 0 0 0,-18-41 0 0 0,19 54-4 0 0,1 1 1 0 0,-1 1-1 0 0,-1-1 0 0 0,1 1 0 0 0,-2 0 1 0 0,1 1-1 0 0,-1-1 0 0 0,-1 1 1 0 0,1 1-1 0 0,-1 0 0 0 0,-13-8 1 0 0,15 11 4 0 0,-1 0 0 0 0,-1 0 1 0 0,1 1-1 0 0,0-1 1 0 0,-1 2-1 0 0,0-1 1 0 0,1 1-1 0 0,-1 1 0 0 0,0 0 1 0 0,0 0-1 0 0,0 1 1 0 0,0 0-1 0 0,0 0 0 0 0,-16 3 1 0 0,4 2 1 0 0,1 1 0 0 0,-1 1 1 0 0,1 0-1 0 0,1 2 0 0 0,0 0 1 0 0,0 1-1 0 0,1 1 0 0 0,0 1 1 0 0,-22 19-1 0 0,16-10 7 0 0,1 1 0 0 0,1 0 0 0 0,1 2 0 0 0,1 0 0 0 0,-29 47 0 0 0,41-57-2 0 0,0 1 0 0 0,1 0 0 0 0,0 0 1 0 0,1 0-1 0 0,1 1 0 0 0,0-1 0 0 0,-4 30 1 0 0,8-37 1 0 0,1 1 0 0 0,-1-1 0 0 0,2 1 0 0 0,-1 0 0 0 0,1-1-1 0 0,1 1 1 0 0,-1-1 0 0 0,1 0 0 0 0,1 0 0 0 0,-1 1 0 0 0,2-1 0 0 0,-1-1 0 0 0,1 1 0 0 0,0 0 0 0 0,0-1 0 0 0,10 12 0 0 0,14 11 20 0 0,1-2 0 0 0,2 0-1 0 0,0-2 1 0 0,44 27 0 0 0,-27-19 43 0 0,46 43 0 0 0,-66-49-33 0 0,-1 1-1 0 0,-1 1 1 0 0,22 35 0 0 0,54 107 55 0 0,-100-167-82 0 0,1-1 0 0 0,0 1 0 0 0,0-1 0 0 0,0 0 0 0 0,0 0 0 0 0,0 0 0 0 0,1 0 0 0 0,0 0 0 0 0,0-1 0 0 0,0 0 0 0 0,0 0 0 0 0,0 0 0 0 0,1 0 0 0 0,-1-1-1 0 0,1 0 1 0 0,-1 1 0 0 0,7 0 0 0 0,-4-1-272 0 0,0-1-1 0 0,1 0 1 0 0,-1-1-1 0 0,0 0 0 0 0,0 0 1 0 0,0 0-1 0 0,1-1 1 0 0,-1 0-1 0 0,0 0 0 0 0,0-1 1 0 0,0 0-1 0 0,7-3 1 0 0,38-16-5630 0 0,-27 8 15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25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86 138 2340 0 0,'-1'-4'565'0'0,"-2"-5"530"0"0,0 0-1 0 0,1 0 1 0 0,0 0 0 0 0,1-1-1 0 0,-1-16 1 0 0,2 24-965 0 0,0-1-1 0 0,1 1 1 0 0,-1-1-1 0 0,1 1 1 0 0,-1 0-1 0 0,1-1 1 0 0,0 1-1 0 0,0 0 1 0 0,0 0 0 0 0,0-1-1 0 0,0 1 1 0 0,1 0-1 0 0,-1 0 1 0 0,1 0-1 0 0,-1 0 1 0 0,1 1-1 0 0,0-1 1 0 0,0 0 0 0 0,-1 1-1 0 0,1-1 1 0 0,0 1-1 0 0,1 0 1 0 0,-1-1-1 0 0,0 1 1 0 0,0 0-1 0 0,0 0 1 0 0,4 0 0 0 0,2-2 23 0 0,0 1 0 0 0,-1 1 0 0 0,1-1 1 0 0,0 2-1 0 0,0-1 0 0 0,0 1 0 0 0,0 0 1 0 0,0 0-1 0 0,0 1 0 0 0,0 0 0 0 0,-1 1 1 0 0,1 0-1 0 0,0 0 0 0 0,-1 0 0 0 0,1 1 0 0 0,-1 0 1 0 0,0 1-1 0 0,9 5 0 0 0,-11-6-66 0 0,1 1-1 0 0,-1-1 1 0 0,0 2-1 0 0,0-1 0 0 0,0 0 1 0 0,-1 1-1 0 0,1 0 1 0 0,-1 0-1 0 0,0 0 1 0 0,-1 1-1 0 0,1-1 0 0 0,-1 1 1 0 0,0 0-1 0 0,-1 0 1 0 0,1 0-1 0 0,-1 0 1 0 0,0 0-1 0 0,-1 1 1 0 0,1-1-1 0 0,-1 1 0 0 0,-1-1 1 0 0,1 9-1 0 0,-2-2 32 0 0,-1-1 1 0 0,-1 1-1 0 0,0-1 0 0 0,0 1 0 0 0,-1-1 0 0 0,-1 0 0 0 0,0 0 0 0 0,0-1 0 0 0,-2 0 0 0 0,-8 14 0 0 0,-13 14 460 0 0,-44 47 0 0 0,59-70-426 0 0,-157 160 1185 0 0,169-175-1325 0 0,1-1-1 0 0,-1 1 1 0 0,1-1-1 0 0,-1 1 1 0 0,1-1 0 0 0,-1 1-1 0 0,1-1 1 0 0,0 1-1 0 0,-1-1 1 0 0,1 1-1 0 0,-1 0 1 0 0,1-1 0 0 0,0 1-1 0 0,0 0 1 0 0,-1-1-1 0 0,1 1 1 0 0,0 0 0 0 0,0-1-1 0 0,0 1 1 0 0,0 0-1 0 0,0-1 1 0 0,0 1-1 0 0,0 0 1 0 0,0 0 0 0 0,0-1-1 0 0,0 1 1 0 0,0 0-1 0 0,1 0-2 0 0,0 0 0 0 0,0-1-1 0 0,-1 1 1 0 0,1 0 0 0 0,0-1-1 0 0,0 1 1 0 0,0-1-1 0 0,-1 0 1 0 0,1 1 0 0 0,0-1-1 0 0,0 0 1 0 0,0 1 0 0 0,0-1-1 0 0,0 0 1 0 0,0 0-1 0 0,0 0 1 0 0,1 0 0 0 0,45-2 78 0 0,-45 2-80 0 0,72-13-1552 0 0,92-29 1 0 0,-82 20-5114 0 0,-57 14 2421 0 0,1-2-1893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25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26 3436 0 0,'-17'-18'16981'0'0,"11"13"-14573"0"0,0 2-2779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35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42 812 2004 0 0,'-1'2'1961'0'0,"-38"86"7059"0"0,38-88-8987 0 0,1 1 0 0 0,0-1 0 0 0,0 1 1 0 0,0-1-1 0 0,0 1 0 0 0,-1-1 0 0 0,1 1 1 0 0,0-1-1 0 0,0 1 0 0 0,0-1 0 0 0,0 1 1 0 0,0-1-1 0 0,0 1 0 0 0,0-1 0 0 0,0 1 1 0 0,1 0-1 0 0,-1-1 0 0 0,0 1 0 0 0,0-1 1 0 0,0 1-1 0 0,0-1 0 0 0,1 0 0 0 0,-1 1 1 0 0,0-1-1 0 0,0 1 0 0 0,1-1 1 0 0,-1 1-1 0 0,0-1 0 0 0,1 0 0 0 0,-1 1 1 0 0,1 0-1 0 0,1-1 3 0 0,-1 1 1 0 0,1-1-1 0 0,-1 1 1 0 0,1-1 0 0 0,-1 1-1 0 0,1-1 1 0 0,-1 0-1 0 0,1 0 1 0 0,0 0-1 0 0,-1 0 1 0 0,2 0-1 0 0,43-9 138 0 0,-43 8-111 0 0,22-7-54 0 0,-1 0 1 0 0,0-2-1 0 0,-1-1 0 0 0,0 0 0 0 0,0-2 1 0 0,-2-1-1 0 0,0 0 0 0 0,0-2 0 0 0,-1 0 1 0 0,-1-1-1 0 0,-1-1 0 0 0,28-36 1 0 0,-16 14-48 0 0,-2-2 1 0 0,-1-1-1 0 0,-3 0 1 0 0,-1-2-1 0 0,25-73 1 0 0,-26 56 29 0 0,-3 0-1 0 0,-3-2 1 0 0,11-91 0 0 0,-26 154 7 0 0,-1-1 0 0 0,0 1 1 0 0,0 0-1 0 0,1-1 0 0 0,-1 1 0 0 0,0 0 1 0 0,0-1-1 0 0,0 1 0 0 0,0 0 1 0 0,-1-1-1 0 0,1 1 0 0 0,0 0 1 0 0,-1 0-1 0 0,1-1 0 0 0,-1 1 0 0 0,1 0 1 0 0,-1 0-1 0 0,0-2 0 0 0,0 3 2 0 0,1-1 0 0 0,-1 1-1 0 0,0 0 1 0 0,1 0-1 0 0,-1 0 1 0 0,1 0 0 0 0,-1 0-1 0 0,0 0 1 0 0,1 0-1 0 0,-1 0 1 0 0,1 0 0 0 0,-1 1-1 0 0,0-1 1 0 0,1 0-1 0 0,-1 0 1 0 0,1 0 0 0 0,-1 1-1 0 0,1-1 1 0 0,-1 0-1 0 0,1 1 1 0 0,-1-1 0 0 0,1 0-1 0 0,-1 1 1 0 0,1-1-1 0 0,-1 1 1 0 0,0 0 0 0 0,-4 4 0 0 0,-1 1 1 0 0,1 0-1 0 0,0 0 1 0 0,-6 9-1 0 0,-24 54 212 0 0,2 1 0 0 0,-28 90-1 0 0,61-160-211 0 0,-26 72 465 0 0,-17 79 1 0 0,38-130-384 0 0,1 1 0 0 0,1 0 0 0 0,1 0 0 0 0,1 0 1 0 0,1 1-1 0 0,1-1 0 0 0,1 0 0 0 0,6 32 0 0 0,-7-49-70 0 0,1 0 1 0 0,-1 0-1 0 0,1 0 0 0 0,0 0 1 0 0,1 0-1 0 0,-1 0 0 0 0,1-1 1 0 0,0 1-1 0 0,0-1 1 0 0,0 0-1 0 0,1 0 0 0 0,0 0 1 0 0,0 0-1 0 0,0 0 0 0 0,0-1 1 0 0,0 0-1 0 0,0 0 1 0 0,1 0-1 0 0,0 0 0 0 0,5 2 1 0 0,-3-3-36 0 0,-1 0 0 0 0,1 0 0 0 0,0-1 1 0 0,0 0-1 0 0,-1 0 0 0 0,1 0 1 0 0,0-1-1 0 0,0 0 0 0 0,0-1 0 0 0,0 1 1 0 0,0-1-1 0 0,-1-1 0 0 0,1 1 1 0 0,0-1-1 0 0,8-4 0 0 0,-1-1-132 0 0,1 0 0 0 0,-2-1-1 0 0,1 0 1 0 0,-1-1 0 0 0,-1-1-1 0 0,1 0 1 0 0,-2-1 0 0 0,1 0-1 0 0,15-21 1 0 0,-2 0-213 0 0,-2-2 0 0 0,29-56-1 0 0,-14 13 103 0 0,-3-2 0 0 0,-4-1 0 0 0,25-96 0 0 0,-48 140 288 0 0,-7 34-28 0 0,-15 34 60 0 0,-47 216 1768 0 0,50-198-1454 0 0,-30 178 825 0 0,41-202-921 0 0,0-25-270 0 0,0-1 0 0 0,0 1 0 0 0,0-1 0 0 0,0 1 0 0 0,1-1 0 0 0,-1 1 0 0 0,0-1 0 0 0,0 1 0 0 0,0-1 0 0 0,1 1 0 0 0,-1-1 0 0 0,0 1 0 0 0,1-1 0 0 0,-1 1 0 0 0,0-1 0 0 0,1 0 0 0 0,-1 1 0 0 0,0-1 0 0 0,1 0 0 0 0,-1 1 0 0 0,1-1 0 0 0,-1 0 0 0 0,1 0 0 0 0,-1 1 0 0 0,1-1 0 0 0,-1 0 0 0 0,1 0 0 0 0,-1 0 0 0 0,1 1 0 0 0,-1-1 0 0 0,1 0 0 0 0,-1 0 0 0 0,1 0 0 0 0,-1 0 0 0 0,1 0 0 0 0,-1 0 0 0 0,1 0 0 0 0,-1 0 0 0 0,1-1 0 0 0,-1 1 0 0 0,1 0 0 0 0,-1 0 0 0 0,1 0 0 0 0,-1 0 0 0 0,1-1 0 0 0,-1 1 0 0 0,1 0 0 0 0,0-1 0 0 0,11-6-8 0 0,-1-1 1 0 0,0 0 0 0 0,0-1-1 0 0,-1 0 1 0 0,17-19 0 0 0,15-13-46 0 0,-24 25 16 0 0,1 0 1 0 0,1 1 0 0 0,0 1 0 0 0,44-22 0 0 0,-63 35 32 0 0,0 0 0 0 0,1 0 0 0 0,-1 0 0 0 0,1 0 0 0 0,-1 1 0 0 0,1-1 0 0 0,-1 1 0 0 0,1-1 0 0 0,-1 1 0 0 0,1 0 0 0 0,0-1 0 0 0,-1 1 0 0 0,1 0 0 0 0,2 0 0 0 0,0 1-2 0 0,-3-1 5 0 0,1-1-1 0 0,0 1 0 0 0,-1 0 1 0 0,1 1-1 0 0,-1-1 1 0 0,1 0-1 0 0,-1 0 1 0 0,1 1-1 0 0,-1-1 0 0 0,1 1 1 0 0,-1-1-1 0 0,1 1 1 0 0,-1-1-1 0 0,0 1 0 0 0,1 0 1 0 0,-1 0-1 0 0,0 0 1 0 0,0 0-1 0 0,1 0 1 0 0,-1 0-1 0 0,0 0 0 0 0,0 0 1 0 0,0 0-1 0 0,0 1 1 0 0,0-1-1 0 0,-1 0 0 0 0,1 1 1 0 0,0-1-1 0 0,-1 1 1 0 0,1-1-1 0 0,0 0 1 0 0,-1 1-1 0 0,1 2 0 0 0,1 3 21 0 0,-1 0-1 0 0,0 0 0 0 0,0 0 0 0 0,0 0 0 0 0,-1 12 0 0 0,-20 140 339 0 0,20-157-353 0 0,0 0-1 0 0,0 0 1 0 0,0 0 0 0 0,0 0-1 0 0,0 0 1 0 0,0 0 0 0 0,1 0-1 0 0,-1 0 1 0 0,1 0 0 0 0,-1 0-1 0 0,1 0 1 0 0,0 0 0 0 0,0-1-1 0 0,0 1 1 0 0,0 0 0 0 0,0 0-1 0 0,0-1 1 0 0,1 1 0 0 0,2 2-1 0 0,-2-2 2 0 0,1 0 1 0 0,0 0-1 0 0,0 0 0 0 0,0-1 0 0 0,1 1 0 0 0,-1-1 0 0 0,0 1 0 0 0,1-1 0 0 0,-1 0 0 0 0,6 0 0 0 0,3 1 3 0 0,0-1 0 0 0,0-1 0 0 0,0 0 0 0 0,0-1 0 0 0,21-4 0 0 0,-13 0-22 0 0,0 0 0 0 0,0-2 1 0 0,-1-1-1 0 0,0 0 0 0 0,0-1 0 0 0,-1-2 1 0 0,0 1-1 0 0,27-23 0 0 0,-19 12-15 0 0,-2-1 1 0 0,0-2-1 0 0,-2 0 1 0 0,34-47-1 0 0,-50 64 18 0 0,-1-1 0 0 0,-1 0 0 0 0,0 0 0 0 0,0 0 0 0 0,6-17 0 0 0,-10 23 8 0 0,1 0-1 0 0,-1 0 1 0 0,1 1-1 0 0,-1-1 1 0 0,0 0-1 0 0,1 0 0 0 0,-1 0 1 0 0,0 0-1 0 0,-1 0 1 0 0,1 0-1 0 0,0 0 1 0 0,0 0-1 0 0,-1 0 0 0 0,1 1 1 0 0,-1-1-1 0 0,0 0 1 0 0,1 0-1 0 0,-1 0 1 0 0,0 1-1 0 0,0-1 0 0 0,0 0 1 0 0,0 1-1 0 0,0-1 1 0 0,-1 1-1 0 0,1-1 1 0 0,0 1-1 0 0,-1 0 0 0 0,1 0 1 0 0,-1-1-1 0 0,1 1 1 0 0,-1 0-1 0 0,-2-1 1 0 0,1 1 2 0 0,1 1 0 0 0,-1-1 1 0 0,0 0-1 0 0,0 1 0 0 0,0 0 1 0 0,0 0-1 0 0,0 0 1 0 0,0 0-1 0 0,0 0 0 0 0,0 0 1 0 0,0 1-1 0 0,0 0 0 0 0,1-1 1 0 0,-6 3-1 0 0,0 0 43 0 0,1 0 0 0 0,-1 0-1 0 0,1 1 1 0 0,-8 5 0 0 0,4 0 125 0 0,-1 0 0 0 0,1 1 1 0 0,1 1-1 0 0,0-1 0 0 0,0 2 0 0 0,1-1 0 0 0,-12 21 0 0 0,18-25-99 0 0,-1 0 0 0 0,1 0 0 0 0,0 0 0 0 0,0 1 0 0 0,1 0-1 0 0,0-1 1 0 0,-1 9 0 0 0,3-12-36 0 0,-1 1 0 0 0,1-1-1 0 0,0 0 1 0 0,1 1 0 0 0,-1-1 0 0 0,1 0 0 0 0,-1 1 0 0 0,1-1-1 0 0,1 0 1 0 0,-1 0 0 0 0,1 0 0 0 0,-1 0 0 0 0,4 6-1 0 0,-1-5-12 0 0,0 0-1 0 0,0-1 1 0 0,0 1 0 0 0,1-1-1 0 0,-1 0 1 0 0,1 0-1 0 0,0 0 1 0 0,0-1-1 0 0,1 1 1 0 0,-1-1-1 0 0,0-1 1 0 0,1 1-1 0 0,0-1 1 0 0,0 0-1 0 0,8 2 1 0 0,8 1-146 0 0,0-2 1 0 0,42 3-1 0 0,-43-5-548 0 0,0-2-1 0 0,-1 0 0 0 0,1-1 1 0 0,0-1-1 0 0,24-7 0 0 0,-24 3-1842 0 0,-1 0-1 0 0,33-16 0 0 0,-18 5-3441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35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94 2656 0 0,'-79'1'5148'0'0,"-75"-2"3407"0"0,150 1-8082 0 0,7-2-93 0 0,14-5-436 0 0,0 1 1 0 0,0 0-1 0 0,1 2 0 0 0,-1 0 1 0 0,1 1-1 0 0,23-2 1 0 0,3 0-652 0 0,229-35-8057 0 0,-200 29 3816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36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65 776 0 0,'-31'-30'10253'0'0,"63"42"-9038"0"0,-25-7-1122 0 0,0 0 1 0 0,-1 1-1 0 0,0-1 0 0 0,0 1 0 0 0,0 0 0 0 0,-1 1 0 0 0,1-1 0 0 0,-2 1 0 0 0,1 0 0 0 0,-1 0 0 0 0,0 1 0 0 0,0-1 0 0 0,-1 1 0 0 0,0 0 0 0 0,0 0 0 0 0,-1 0 0 0 0,0 0 0 0 0,-1 0 0 0 0,0 1 0 0 0,0-1 0 0 0,0 0 0 0 0,-1 1 0 0 0,-1-1 0 0 0,1 1 0 0 0,-1-1 0 0 0,-1 0 0 0 0,1 0 0 0 0,-2 1 0 0 0,1-1 0 0 0,-1-1 0 0 0,-4 10 0 0 0,5-13 30 0 0,0 0-1 0 0,-1 0 1 0 0,1 0 0 0 0,-1 0-1 0 0,0 0 1 0 0,0-1-1 0 0,0 1 1 0 0,-1-1-1 0 0,1 0 1 0 0,-1 0-1 0 0,0 0 1 0 0,0 0-1 0 0,-8 3 1 0 0,12-5-117 0 0,-1-1 0 0 0,0 0-1 0 0,1 0 1 0 0,-1 0 0 0 0,1 0 0 0 0,-1 0 0 0 0,1 0-1 0 0,-1 0 1 0 0,0 0 0 0 0,1 0 0 0 0,-1 0 0 0 0,1 0-1 0 0,-1 0 1 0 0,1-1 0 0 0,-1 1 0 0 0,1 0 0 0 0,-1 0 0 0 0,1 0-1 0 0,-1-1 1 0 0,1 1 0 0 0,-1 0 0 0 0,1-1 0 0 0,-1 1-1 0 0,1 0 1 0 0,-1-1 0 0 0,1 1 0 0 0,0-1 0 0 0,-1 1-1 0 0,1-1 1 0 0,0 1 0 0 0,-1-1 0 0 0,1 1 0 0 0,0-1 0 0 0,0 1-1 0 0,-1-1 1 0 0,1 1 0 0 0,0-1 0 0 0,0 1 0 0 0,0-1-1 0 0,0 1 1 0 0,0-1 0 0 0,0 0 0 0 0,0 1 0 0 0,0-2-1 0 0,-2-25 24 0 0,4 16-46 0 0,1-1 0 0 0,0 1 0 0 0,0 0 0 0 0,1 0 0 0 0,1 0 0 0 0,-1 0 0 0 0,2 1 1 0 0,10-17-1 0 0,-6 13-7 0 0,1 0 0 0 0,0 0 1 0 0,1 1-1 0 0,0 1 1 0 0,16-13-1 0 0,-21 20 15 0 0,1-1 1 0 0,0 1 0 0 0,0 0-1 0 0,0 1 1 0 0,1 0-1 0 0,-1 0 1 0 0,1 1-1 0 0,0 0 1 0 0,0 0-1 0 0,0 1 1 0 0,0 0 0 0 0,14 0-1 0 0,-17 2 11 0 0,1 0 0 0 0,-1 0 0 0 0,1 1 0 0 0,-1 0 0 0 0,0 0-1 0 0,1 1 1 0 0,-1 0 0 0 0,0 0 0 0 0,0 0 0 0 0,0 1 0 0 0,0 0 0 0 0,-1 0 0 0 0,1 0-1 0 0,-1 1 1 0 0,1 0 0 0 0,-1 0 0 0 0,-1 0 0 0 0,9 9 0 0 0,-6-5 13 0 0,0 1 1 0 0,-1 0-1 0 0,0 0 0 0 0,0 0 1 0 0,-1 1-1 0 0,0 0 1 0 0,-1 0-1 0 0,5 17 0 0 0,-7-23-4 0 0,-1 1-1 0 0,0-1 1 0 0,-1 1 0 0 0,1-1-1 0 0,-1 1 1 0 0,0 0-1 0 0,0-1 1 0 0,0 1 0 0 0,-1 0-1 0 0,1-1 1 0 0,-1 1-1 0 0,-1-1 1 0 0,1 1 0 0 0,0-1-1 0 0,-1 0 1 0 0,0 1-1 0 0,0-1 1 0 0,0 0 0 0 0,-1 0-1 0 0,1 0 1 0 0,-1-1-1 0 0,-5 6 1 0 0,8-8-11 0 0,-1 0 1 0 0,0 0-1 0 0,1 0 1 0 0,-1-1-1 0 0,0 1 0 0 0,1 0 1 0 0,-1 0-1 0 0,0-1 1 0 0,0 1-1 0 0,0-1 0 0 0,1 1 1 0 0,-1-1-1 0 0,0 1 1 0 0,0-1-1 0 0,0 1 1 0 0,0-1-1 0 0,0 0 0 0 0,0 0 1 0 0,0 1-1 0 0,0-1 1 0 0,0 0-1 0 0,0 0 0 0 0,0 0 1 0 0,0 0-1 0 0,0 0 1 0 0,0 0-1 0 0,0 0 1 0 0,0-1-1 0 0,0 1 0 0 0,0 0 1 0 0,0-1-1 0 0,0 1 1 0 0,0 0-1 0 0,0-1 0 0 0,0 1 1 0 0,0-1-1 0 0,1 1 1 0 0,-1-1-1 0 0,0 0 1 0 0,0 1-1 0 0,0-1 0 0 0,1 0 1 0 0,-1 1-1 0 0,0-1 1 0 0,1 0-1 0 0,-1-1 0 0 0,-1-1-9 0 0,1 1 0 0 0,-1-1 0 0 0,1 0 0 0 0,0 0 0 0 0,0 0 0 0 0,0 0-1 0 0,1 0 1 0 0,-1 0 0 0 0,1 0 0 0 0,-1 0 0 0 0,1 0 0 0 0,0 0-1 0 0,1-6 1 0 0,2-4-16 0 0,1-1 0 0 0,1 1-1 0 0,0-1 1 0 0,1 2 0 0 0,1-1-1 0 0,0 1 1 0 0,0-1 0 0 0,1 2-1 0 0,1-1 1 0 0,0 1 0 0 0,0 1-1 0 0,1 0 1 0 0,12-9 0 0 0,-11 10 11 0 0,0 0 1 0 0,0 1-1 0 0,1 0 1 0 0,1 1-1 0 0,-1 0 1 0 0,1 1-1 0 0,0 0 1 0 0,0 1-1 0 0,1 1 1 0 0,0 0-1 0 0,0 1 1 0 0,27-3-1 0 0,-34 6 11 0 0,0 0 0 0 0,1 0 0 0 0,-1 1 0 0 0,0 0 0 0 0,0 0-1 0 0,0 1 1 0 0,1 0 0 0 0,-1 0 0 0 0,-1 0 0 0 0,1 1 0 0 0,0 0 0 0 0,10 7 0 0 0,-14-8 8 0 0,0 1 0 0 0,0-1 0 0 0,0 1 0 0 0,0-1 1 0 0,-1 1-1 0 0,1 0 0 0 0,-1 0 0 0 0,0 0 0 0 0,0 1 1 0 0,0-1-1 0 0,-1 0 0 0 0,1 1 0 0 0,-1-1 0 0 0,1 1 1 0 0,-1-1-1 0 0,0 1 0 0 0,-1 0 0 0 0,1 0 0 0 0,-1-1 1 0 0,1 1-1 0 0,-1 0 0 0 0,0 0 0 0 0,0-1 0 0 0,-1 1 1 0 0,-1 7-1 0 0,-2 4-9 0 0,-1 0 0 0 0,0 0 0 0 0,-1-1 0 0 0,-1 0 0 0 0,-11 18 0 0 0,-7 14-1940 0 0,21-36 147 0 0,0 0 0 0 0,-6 20 0 0 0,9-21-1236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37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341 808 1212 0 0,'2'-3'673'0'0,"12"-23"3726"0"0,-13 25-4258 0 0,-1 0-1 0 0,0 0 0 0 0,0 0 0 0 0,1 0 1 0 0,-1 0-1 0 0,0 0 0 0 0,0 0 1 0 0,0 0-1 0 0,0 0 0 0 0,0 0 0 0 0,0 0 1 0 0,-1 0-1 0 0,1 0 0 0 0,0 0 1 0 0,-1 0-1 0 0,1 0 0 0 0,0 0 0 0 0,-1 0 1 0 0,1 0-1 0 0,-1 0 0 0 0,1 0 1 0 0,-2-1-1 0 0,1 1-87 0 0,0 0 1 0 0,-1 0-1 0 0,1 0 1 0 0,0 1-1 0 0,0-1 1 0 0,-1 0 0 0 0,1 1-1 0 0,-1-1 1 0 0,1 1-1 0 0,0-1 1 0 0,-1 1-1 0 0,1 0 1 0 0,-1 0-1 0 0,1 0 1 0 0,-1 0-1 0 0,1 0 1 0 0,-1 0-1 0 0,1 0 1 0 0,-3 1-1 0 0,-27 6 254 0 0,6 3-167 0 0,0 2-1 0 0,1 0 1 0 0,1 1-1 0 0,0 2 0 0 0,0 0 1 0 0,2 2-1 0 0,0 0 1 0 0,0 2-1 0 0,-19 22 0 0 0,35-35-108 0 0,0 0 0 0 0,1 0-1 0 0,-1 0 1 0 0,1 0 0 0 0,0 0-1 0 0,1 1 1 0 0,0 0-1 0 0,0 0 1 0 0,0 0 0 0 0,1 0-1 0 0,-2 10 1 0 0,4-16-25 0 0,0 1 1 0 0,0-1-1 0 0,1 1 0 0 0,-1-1 1 0 0,0 1-1 0 0,1-1 1 0 0,0 1-1 0 0,-1-1 0 0 0,1 0 1 0 0,0 1-1 0 0,-1-1 1 0 0,1 0-1 0 0,0 0 0 0 0,0 1 1 0 0,0-1-1 0 0,0 0 1 0 0,0 0-1 0 0,0 0 0 0 0,0 0 1 0 0,1 0-1 0 0,-1 0 1 0 0,0-1-1 0 0,0 1 0 0 0,1 0 1 0 0,-1-1-1 0 0,1 1 1 0 0,-1-1-1 0 0,1 1 0 0 0,-1-1 1 0 0,0 0-1 0 0,1 1 1 0 0,-1-1-1 0 0,4 0 0 0 0,3 1 9 0 0,0-1 0 0 0,1 0-1 0 0,-1 0 1 0 0,12-3 0 0 0,-9 1-16 0 0,-1-1 1 0 0,0 0-1 0 0,0-1 1 0 0,0 0-1 0 0,-1-1 1 0 0,1 0 0 0 0,-1 0-1 0 0,0-1 1 0 0,-1 0-1 0 0,15-14 1 0 0,-4 2-23 0 0,-1-1 0 0 0,0 0 0 0 0,17-27 1 0 0,0-6 691 0 0,19-27 990 0 0,-53 78-1518 0 0,-10 20 70 0 0,-53 122 1933 0 0,52-115-1905 0 0,2 0 0 0 0,1 1 0 0 0,-6 43 1 0 0,12-68-246 0 0,1 1 0 0 0,-1-1 0 0 0,1 0 0 0 0,0 1 1 0 0,0-1-1 0 0,0 1 0 0 0,0-1 0 0 0,0 0 0 0 0,1 1 0 0 0,-1-1 1 0 0,1 0-1 0 0,-1 1 0 0 0,1-1 0 0 0,0 0 0 0 0,0 0 1 0 0,0 1-1 0 0,0-1 0 0 0,0 0 0 0 0,1 0 0 0 0,-1 0 0 0 0,1 0 1 0 0,-1-1-1 0 0,1 1 0 0 0,0 0 0 0 0,-1-1 0 0 0,1 1 0 0 0,0-1 1 0 0,0 1-1 0 0,0-1 0 0 0,0 0 0 0 0,0 0 0 0 0,1 0 1 0 0,-1 0-1 0 0,0 0 0 0 0,0-1 0 0 0,1 1 0 0 0,-1 0 0 0 0,1-1 1 0 0,2 0-1 0 0,4 1-342 0 0,0-1-1 0 0,-1-1 1 0 0,1 1 0 0 0,-1-2 0 0 0,1 1 0 0 0,-1-1 0 0 0,0 0 0 0 0,0-1 0 0 0,16-6-1 0 0,-6-1-372 0 0,-1-1 0 0 0,0 0 1 0 0,-1-1-1 0 0,0-1 0 0 0,-1-1 0 0 0,0 0 0 0 0,21-26 0 0 0,77-120-2723 0 0,-113 159 3438 0 0,159-273-907 0 0,-30-16 4492 0 0,-102 211 652 0 0,19-96 0 0 0,-45 172-3869 0 0,-11 10 193 0 0,9-7-520 0 0,0 0 1 0 0,0 1-1 0 0,0-1 1 0 0,0 1-1 0 0,0-1 1 0 0,0 1-1 0 0,0-1 1 0 0,0 1 0 0 0,1 0-1 0 0,-1-1 1 0 0,0 1-1 0 0,1 0 1 0 0,-1 0-1 0 0,0 0 1 0 0,1-1-1 0 0,-2 3 1 0 0,-12 26 849 0 0,0 0-1 0 0,-16 53 1 0 0,-11 68 462 0 0,22-73-800 0 0,-15 52-378 0 0,-24 195-1 0 0,57-317-361 0 0,-3 57-2233 0 0,4-61 1998 0 0,1 1 1 0 0,-1 0 0 0 0,0-1-1 0 0,1 1 1 0 0,0-1 0 0 0,0 1-1 0 0,0-1 1 0 0,0 1 0 0 0,0-1-1 0 0,1 1 1 0 0,0-1 0 0 0,-1 0-1 0 0,1 0 1 0 0,4 4 0 0 0,9 2-5758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37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0 221 1412 0 0,'43'-89'7640'0'0,"9"-17"569"0"0,-51 104-8121 0 0,-1 1 0 0 0,1-1 0 0 0,0 1 0 0 0,0-1 0 0 0,0 1 0 0 0,0 0 0 0 0,0-1 0 0 0,0 1 0 0 0,0 0 0 0 0,0 0 0 0 0,0 0 0 0 0,1 0 0 0 0,-1 0 0 0 0,0 0 0 0 0,1 0 0 0 0,-1 0 0 0 0,1 0 0 0 0,-1 1 0 0 0,1-1 0 0 0,-1 0 0 0 0,1 1 0 0 0,-1 0 0 0 0,1-1 0 0 0,2 1 0 0 0,-1 0-44 0 0,-1 1-1 0 0,1 0 1 0 0,-1 0 0 0 0,0 0-1 0 0,0 0 1 0 0,1 0-1 0 0,-1 1 1 0 0,0-1-1 0 0,0 1 1 0 0,0-1 0 0 0,0 1-1 0 0,-1 0 1 0 0,1-1-1 0 0,0 1 1 0 0,1 3 0 0 0,6 7 189 0 0,-1-1 1 0 0,-1 1 0 0 0,0 1 0 0 0,0-1 0 0 0,-2 1 0 0 0,1 1 0 0 0,-2-1 0 0 0,6 24 0 0 0,-5-11 10 0 0,-1 1 1 0 0,-2 0-1 0 0,0 45 0 0 0,-3-56-119 0 0,-1 0 0 0 0,0 0 0 0 0,-1 0-1 0 0,-1 0 1 0 0,-9 24 0 0 0,9-30 70 0 0,0 1 1 0 0,-1-1-1 0 0,-1 0 0 0 0,0 0 1 0 0,0-1-1 0 0,-1 1 1 0 0,0-1-1 0 0,-13 12 0 0 0,19-19-147 0 0,-1-1 1 0 0,1 0-1 0 0,0 0 0 0 0,0 0 0 0 0,-1 0 0 0 0,1 0 0 0 0,0 0 0 0 0,-1 0 0 0 0,1-1 0 0 0,-1 1 1 0 0,1 0-1 0 0,-1-1 0 0 0,1 1 0 0 0,-1-1 0 0 0,1 1 0 0 0,-1-1 0 0 0,0 0 0 0 0,1 0 0 0 0,-1 0 1 0 0,0 0-1 0 0,1 0 0 0 0,-1 0 0 0 0,0 0 0 0 0,1-1 0 0 0,-1 1 0 0 0,-2-1 0 0 0,2 0-23 0 0,1-1 0 0 0,0 1-1 0 0,-1 0 1 0 0,1-1 0 0 0,0 1-1 0 0,0 0 1 0 0,0-1 0 0 0,0 1 0 0 0,0-1-1 0 0,0 0 1 0 0,0 1 0 0 0,0-1-1 0 0,1 0 1 0 0,-1 0 0 0 0,1 1-1 0 0,-1-1 1 0 0,1 0 0 0 0,0 0-1 0 0,0 0 1 0 0,0 0 0 0 0,0 1 0 0 0,0-1-1 0 0,0-3 1 0 0,2-4-19 0 0,-1 0 1 0 0,2-1-1 0 0,-1 2 1 0 0,1-1-1 0 0,0 0 1 0 0,1 1 0 0 0,0-1-1 0 0,1 1 1 0 0,-1 0-1 0 0,1 1 1 0 0,1-1-1 0 0,0 1 1 0 0,0 0-1 0 0,0 0 1 0 0,1 1-1 0 0,10-9 1 0 0,10-5-894 0 0,0 0 0 0 0,2 2 1 0 0,35-17-1 0 0,-30 19-2271 0 0,45-16 1 0 0,0 8-7108 0 0,-63 19 5045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37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28 1656 0 0,'11'-28'20275'0'0,"-64"165"-16858"0"0,-15 77-3337 0 0,67-207-608 0 0,-6 28-3219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38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17 153 952 0 0,'37'-101'17176'0'0,"-36"100"-17130"0"0,-1 0 1 0 0,0 1-1 0 0,1-1 0 0 0,-1 0 0 0 0,0 1 0 0 0,1-1 1 0 0,-1 0-1 0 0,1 1 0 0 0,-1-1 0 0 0,1 1 0 0 0,-1-1 0 0 0,1 1 1 0 0,0-1-1 0 0,-1 1 0 0 0,1 0 0 0 0,0-1 0 0 0,-1 1 0 0 0,1 0 1 0 0,0-1-1 0 0,-1 1 0 0 0,1 0 0 0 0,0 0 0 0 0,0-1 0 0 0,-1 1 1 0 0,1 0-1 0 0,0 0 0 0 0,0 0 0 0 0,-1 0 0 0 0,1 0 0 0 0,0 0 1 0 0,0 0-1 0 0,-1 1 0 0 0,1-1 0 0 0,0 0 0 0 0,0 0 1 0 0,-1 1-1 0 0,1-1 0 0 0,0 0 0 0 0,-1 1 0 0 0,1-1 0 0 0,1 1 1 0 0,23 17 144 0 0,-19-11-170 0 0,0-1 0 0 0,0 1 0 0 0,-1 1 0 0 0,0-1 0 0 0,0 1-1 0 0,-1 0 1 0 0,0 0 0 0 0,0 0 0 0 0,-1 1 0 0 0,0-1 0 0 0,0 1 0 0 0,-1 0 0 0 0,0 0 0 0 0,-1 0-1 0 0,0 0 1 0 0,0 0 0 0 0,-1 0 0 0 0,-1 12 0 0 0,0-11 19 0 0,-1 1-1 0 0,0-1 1 0 0,-1 0 0 0 0,0 0 0 0 0,0 0-1 0 0,-1-1 1 0 0,0 1 0 0 0,-1-1 0 0 0,0 0-1 0 0,0 0 1 0 0,-1 0 0 0 0,-1-1 0 0 0,1 0-1 0 0,-1 0 1 0 0,-13 11 0 0 0,12-12 56 0 0,0-1 0 0 0,0 1 0 0 0,-1-2 0 0 0,1 1 0 0 0,-2-1 0 0 0,-17 7 0 0 0,25-11 9 0 0,1-2-96 0 0,1 1-1 0 0,0 0 1 0 0,0-1-1 0 0,-1 1 0 0 0,1 0 1 0 0,0-1-1 0 0,0 1 0 0 0,0 0 1 0 0,-1-1-1 0 0,1 1 1 0 0,0 0-1 0 0,0-1 0 0 0,0 1 1 0 0,0-1-1 0 0,0 1 0 0 0,0 0 1 0 0,0-1-1 0 0,0 1 1 0 0,0-1-1 0 0,0 1 0 0 0,0-1 1 0 0,0 1-1 0 0,0 0 1 0 0,0-1-1 0 0,0 1 0 0 0,1 0 1 0 0,-1-1-1 0 0,21-22 45 0 0,0 2 0 0 0,2 0 0 0 0,37-26 1 0 0,-18 15-50 0 0,76-64-20 0 0,115-89-332 0 0,-232 184 249 0 0,-4 3 39 0 0,-11 8 21 0 0,-21 16 45 0 0,15-5-8 0 0,1 1 0 0 0,-33 46-1 0 0,46-60 21 0 0,1 0-1 0 0,1 0 0 0 0,-1 1 1 0 0,2-1-1 0 0,-1 1 0 0 0,1 0 1 0 0,0 0-1 0 0,1 0 0 0 0,0 0 0 0 0,0 0 1 0 0,1 0-1 0 0,1 1 0 0 0,-1 10 1 0 0,2-16-5 0 0,-1-1 0 0 0,1 0 0 0 0,0 1 0 0 0,0-1 1 0 0,0 0-1 0 0,1 0 0 0 0,-1 1 0 0 0,1-1 0 0 0,-1 0 0 0 0,1-1 1 0 0,0 1-1 0 0,0 0 0 0 0,1 0 0 0 0,3 3 0 0 0,-2-2 9 0 0,1 0 0 0 0,0-1-1 0 0,1 1 1 0 0,-1-1 0 0 0,1 0 0 0 0,-1 0-1 0 0,10 2 1 0 0,-1 0-78 0 0,1-2 0 0 0,0 1 0 0 0,0-2 0 0 0,0 0-1 0 0,29-1 1 0 0,-20-2-685 0 0,0-2-1 0 0,0 0 0 0 0,0-2 0 0 0,0 0 1 0 0,-1-2-1 0 0,36-14 0 0 0,-29 7-1980 0 0,-1-1 0 0 0,35-23-1 0 0,-17 5-3749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38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346 105 2884 0 0,'-101'-33'9180'0'0,"-4"-1"-1158"0"0,40 6-11358 0 0,61 27 2477 0 0,0-1 0 0 0,0 1-1 0 0,-1 0 1 0 0,1 0 0 0 0,0 1-1 0 0,0-1 1 0 0,-7 1 0 0 0,-2-1-1899 0 0,-8 0-1956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38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0 2432 0 0,'-13'3'1807'0'0,"-90"23"9875"0"0,100-25-10838 0 0,3-1-788 0 0,1 1 0 0 0,-1 0 0 0 0,0-1 0 0 0,0 1 1 0 0,0 0-1 0 0,1-1 0 0 0,-1 1 0 0 0,0 0 0 0 0,1-1 0 0 0,-1 1 0 0 0,1-1 1 0 0,-1 1-1 0 0,1-1 0 0 0,-1 1 0 0 0,1-1 0 0 0,-1 1 0 0 0,1-1 0 0 0,-1 1 1 0 0,1-1-1 0 0,0 1 0 0 0,-1-1 0 0 0,1 0 0 0 0,-1 0 0 0 0,2 1 0 0 0,17 5 286 0 0,32 2-259 0 0,94 5-1 0 0,55-14-5036 0 0,-121-3 425 0 0,11-4-2259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38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4 7389 0 0,'0'0'20862'0'0,"-13"-3"-25620"0"0,2 4 2770 0 0,-12 2-2785 0 0,7-3-317 0 0,-12-3-4148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26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60 1576 0 0,'-10'-52'10154'0'0,"7"44"-7462"0"0,0 15-1857 0 0,0 19-670 0 0,3-25 52 0 0,-12 94 1127 0 0,-46 182 0 0 0,-47 84-2480 0 0,85-293-5589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26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6 351 704 0 0,'-2'-23'2712'0'0,"0"4"-954"0"0,1 1-1 0 0,0-1 1 0 0,2 1 0 0 0,2-19-1 0 0,-2 31-1543 0 0,0 0 0 0 0,1 0 0 0 0,0 0 0 0 0,0 0 0 0 0,1 0 0 0 0,-1 1-1 0 0,1-1 1 0 0,0 1 0 0 0,1-1 0 0 0,-1 1 0 0 0,1 1 0 0 0,0-1 0 0 0,1 0-1 0 0,-1 1 1 0 0,10-8 0 0 0,4 0-29 0 0,1 1-1 0 0,0 0 1 0 0,0 2 0 0 0,1 0-1 0 0,0 1 1 0 0,0 1 0 0 0,28-5 0 0 0,152-20 155 0 0,-187 31-308 0 0,-3 0-8 0 0,103-9-274 0 0,-96 9-346 0 0,-1 1 0 0 0,1 1 0 0 0,0 1 0 0 0,27 6 1 0 0,-41-7 339 0 0,1 0 0 0 0,-1 0 1 0 0,0 0-1 0 0,0 1 0 0 0,0-1 1 0 0,0 1-1 0 0,6 4 0 0 0,-8-5 15 0 0,0 0 0 0 0,0 0-1 0 0,0 0 1 0 0,0 0 0 0 0,-1 0-1 0 0,1 0 1 0 0,0 0-1 0 0,-1 0 1 0 0,1 0 0 0 0,0 0-1 0 0,-1 0 1 0 0,0 1 0 0 0,1-1-1 0 0,-1 0 1 0 0,1 0 0 0 0,-1 1-1 0 0,0-1 1 0 0,0 0-1 0 0,0 0 1 0 0,0 1 0 0 0,0-1-1 0 0,0 0 1 0 0,0 1 0 0 0,-1 1-1 0 0,-4 12-3545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26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0 1292 0 0,'-63'41'4201'0'0,"-52"36"3969"0"0,115-77-8119 0 0,-1 1 0 0 0,1-1 1 0 0,0 1-1 0 0,-1-1 0 0 0,1 0 1 0 0,0 1-1 0 0,0-1 0 0 0,-1 1 1 0 0,1-1-1 0 0,0 1 0 0 0,0-1 0 0 0,0 1 1 0 0,-1-1-1 0 0,1 1 0 0 0,0-1 1 0 0,0 1-1 0 0,0-1 0 0 0,0 1 1 0 0,0-1-1 0 0,0 1 0 0 0,0-1 1 0 0,0 1-1 0 0,0-1 0 0 0,1 0 1 0 0,-1 1-1 0 0,0-1 0 0 0,0 1 1 0 0,0-1-1 0 0,0 1 0 0 0,1-1 1 0 0,-1 1-1 0 0,0-1 0 0 0,0 1 1 0 0,1-1-1 0 0,-1 0 0 0 0,0 1 1 0 0,1-1-1 0 0,-1 0 0 0 0,1 1 1 0 0,-1-1-1 0 0,0 0 0 0 0,1 1 1 0 0,-1-1-1 0 0,1 0 0 0 0,-1 0 1 0 0,1 0-1 0 0,-1 1 0 0 0,1-1 1 0 0,-1 0-1 0 0,1 0 0 0 0,-1 0 1 0 0,0 0-1 0 0,2 0 0 0 0,40 1 116 0 0,0-3-1 0 0,59-9 0 0 0,-1 1-1912 0 0,5 4-1134 0 0,-35 5-2136 0 0,-31 1 129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27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13 2940 0 0,'-21'-11'14437'0'0,"14"10"-11910"0"0,1 10-2067 0 0,0 0-1 0 0,1 1 0 0 0,0-1 0 0 0,0 1 0 0 0,1 1 1 0 0,1-1-1 0 0,-1 0 0 0 0,-1 12 0 0 0,-2 2-135 0 0,5-15-244 0 0,-9 26 316 0 0,-9 52 1 0 0,19-78-367 0 0,-1 0 0 0 0,2 1 0 0 0,-1-1 0 0 0,1 0 0 0 0,1 0 0 0 0,-1 1 0 0 0,2-1 0 0 0,-1 0 0 0 0,1 0 0 0 0,1 0 0 0 0,3 10 0 0 0,-5-16-129 0 0,0 0 1 0 0,1-1 0 0 0,-1 0-1 0 0,1 1 1 0 0,-1-1-1 0 0,1 0 1 0 0,0 1 0 0 0,0-1-1 0 0,-1 0 1 0 0,2 0 0 0 0,-1-1-1 0 0,0 1 1 0 0,0 0-1 0 0,1-1 1 0 0,-1 1 0 0 0,0-1-1 0 0,1 0 1 0 0,0 0 0 0 0,3 1-1 0 0,-2-1-202 0 0,0 0 0 0 0,0-1 0 0 0,0 0 0 0 0,0 0 0 0 0,1 0 0 0 0,-1-1-1 0 0,0 1 1 0 0,0-1 0 0 0,0 0 0 0 0,0 0 0 0 0,7-4 0 0 0,1-1-873 0 0,1 0 0 0 0,-1-1-1 0 0,-1-1 1 0 0,0 0 0 0 0,0 0 0 0 0,17-18 0 0 0,-4-2-2697 0 0,1-4-1648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27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64 1932 0 0,'-5'-4'687'0'0,"-2"-4"35"0"0,-1 2 0 0 0,0-1 0 0 0,0 1 0 0 0,0 0 0 0 0,-1 1 0 0 0,0 0 0 0 0,0 0 0 0 0,-15-4 0 0 0,23 8-707 0 0,0 1-1 0 0,-1 0 0 0 0,1-1 0 0 0,-1 1 0 0 0,1 0 0 0 0,-1 0 0 0 0,1 0 0 0 0,-1 0 0 0 0,1 0 0 0 0,-1 0 0 0 0,1 1 0 0 0,-1-1 0 0 0,1 0 1 0 0,-1 1-1 0 0,1-1 0 0 0,0 1 0 0 0,-1 0 0 0 0,1-1 0 0 0,0 1 0 0 0,-1 0 0 0 0,1 0 0 0 0,0 0 0 0 0,0 0 0 0 0,0 0 0 0 0,0 0 0 0 0,0 0 1 0 0,0 0-1 0 0,-2 3 0 0 0,2-2-459 0 0,-1 1 1 0 0,1 0 0 0 0,0 0 0 0 0,0 0-1 0 0,0 1 1 0 0,0-1 0 0 0,0 0-1 0 0,0 0 1 0 0,1 0 0 0 0,0 6-1 0 0,1 1-1789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27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28 76 0 0,'3'12'7807'0'0,"15"47"339"0"0,6 33-6223 0 0,-22-84-1865 0 0,-1 0 0 0 0,0 0-1 0 0,-1 0 1 0 0,0 0-1 0 0,0 0 1 0 0,0 0 0 0 0,-1 0-1 0 0,0 0 1 0 0,-1 0-1 0 0,0 0 1 0 0,-3 8 0 0 0,-1-2 9 0 0,0 0 0 0 0,0-1 0 0 0,-2 0 1 0 0,1 0-1 0 0,-11 11 0 0 0,18-24-64 0 0,-1 1 1 0 0,1-1-1 0 0,-1 1 1 0 0,0-1-1 0 0,1 1 0 0 0,-1-1 1 0 0,0 1-1 0 0,1-1 0 0 0,-1 0 1 0 0,0 1-1 0 0,1-1 0 0 0,-1 0 1 0 0,0 0-1 0 0,0 0 1 0 0,1 0-1 0 0,-1 1 0 0 0,0-1 1 0 0,0 0-1 0 0,0 0 0 0 0,1 0 1 0 0,-2-1-1 0 0,1 1-3 0 0,0-1 1 0 0,0 1-1 0 0,1-1 1 0 0,-1 1-1 0 0,0-1 0 0 0,0 1 1 0 0,1-1-1 0 0,-1 0 0 0 0,0 1 1 0 0,1-1-1 0 0,-1 0 0 0 0,0 0 1 0 0,1 0-1 0 0,-1 1 0 0 0,1-1 1 0 0,0 0-1 0 0,-1 0 1 0 0,1 0-1 0 0,0 0 0 0 0,-1 0 1 0 0,1 0-1 0 0,0 0 0 0 0,0 0 1 0 0,0 0-1 0 0,0 0 0 0 0,0 0 1 0 0,0 0-1 0 0,0 0 0 0 0,0 0 1 0 0,1-2-1 0 0,-1-1 0 0 0,1-7-6 0 0,0-1-1 0 0,1 0 0 0 0,0 1 0 0 0,1-1 0 0 0,1 1 0 0 0,0 0 0 0 0,0 0 1 0 0,1 0-1 0 0,7-12 0 0 0,2 0-22 0 0,1 0 1 0 0,34-40-1 0 0,-37 50 22 0 0,1 0-1 0 0,0 1 1 0 0,1 0-1 0 0,0 1 1 0 0,1 1-1 0 0,0 0 1 0 0,1 1-1 0 0,28-11 1 0 0,-35 16 21 0 0,0 1-1 0 0,0 1 1 0 0,1 0 0 0 0,-1 0 0 0 0,0 1-1 0 0,1 0 1 0 0,18 0 0 0 0,-22 2 21 0 0,1 0-1 0 0,0 0 1 0 0,-1 1-1 0 0,0-1 1 0 0,1 1 0 0 0,-1 1-1 0 0,0-1 1 0 0,0 1 0 0 0,0 0-1 0 0,0 0 1 0 0,0 1-1 0 0,6 5 1 0 0,-7-5-6 0 0,-1 1 0 0 0,1-1 0 0 0,-1 1 1 0 0,0 0-1 0 0,-1 0 0 0 0,1 0 0 0 0,-1 0 0 0 0,0 1 0 0 0,0-1 0 0 0,0 1 0 0 0,-1 0 1 0 0,0 0-1 0 0,0 0 0 0 0,1 10 0 0 0,0 6-24 0 0,-1-1 0 0 0,-3 44 1 0 0,0-44-1515 0 0,1 0 0 0 0,4 34 0 0 0,-4-52 1150 0 0,0-1 0 0 0,1 0 0 0 0,-1 0 0 0 0,1 0 0 0 0,0 0 0 0 0,0 0 0 0 0,0 0 0 0 0,0 0 0 0 0,0 0 0 0 0,0 0 0 0 0,0 0 0 0 0,0 0 0 0 0,1 0-1 0 0,-1-1 1 0 0,1 1 0 0 0,-1-1 0 0 0,1 1 0 0 0,0-1 0 0 0,0 0 0 0 0,-1 1 0 0 0,1-1 0 0 0,4 1 0 0 0,6 4-4376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28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358 670 2672 0 0,'5'-8'1095'0'0,"0"0"393"0"0,0-1 0 0 0,0 1 0 0 0,-1-1 0 0 0,0 0 0 0 0,0 0 0 0 0,3-15 0 0 0,-7 23-1405 0 0,0 0 0 0 0,1 0 1 0 0,-1 0-1 0 0,0 0 0 0 0,0 1 0 0 0,0-1 1 0 0,0 0-1 0 0,0 0 0 0 0,0 0 1 0 0,-1 0-1 0 0,1 0 0 0 0,0 0 0 0 0,0 0 1 0 0,-1 0-1 0 0,1 1 0 0 0,0-1 1 0 0,-1 0-1 0 0,1 0 0 0 0,-1 0 0 0 0,1 1 1 0 0,-1-1-1 0 0,1 0 0 0 0,-1 0 1 0 0,1 1-1 0 0,-1-1 0 0 0,0 0 0 0 0,0 1 1 0 0,1-1-1 0 0,-1 1 0 0 0,0-1 1 0 0,0 1-1 0 0,0 0 0 0 0,1-1 1 0 0,-1 1-1 0 0,0 0 0 0 0,0-1 0 0 0,-2 1 1 0 0,0-1 7 0 0,0 1-1 0 0,0 0 1 0 0,0 0 0 0 0,0 0 0 0 0,0 0 0 0 0,-1 0 0 0 0,1 1 0 0 0,-4 0 0 0 0,-11 6 149 0 0,0 0-1 0 0,1 1 1 0 0,0 1 0 0 0,0 0 0 0 0,0 1 0 0 0,-25 22 0 0 0,12-7-85 0 0,1 2 0 0 0,-31 38 1 0 0,55-60-138 0 0,-9 11 31 0 0,1 1-1 0 0,-17 26 1 0 0,27-38-39 0 0,1 0-1 0 0,-1-1 1 0 0,1 1-1 0 0,0 0 1 0 0,0 0-1 0 0,1 0 1 0 0,0 0-1 0 0,-1 1 1 0 0,2-1 0 0 0,-1 0-1 0 0,1 0 1 0 0,-1 1-1 0 0,1-1 1 0 0,1 0-1 0 0,1 9 1 0 0,-2-12-7 0 0,1 0-1 0 0,0 1 1 0 0,1-1 0 0 0,-1 0 0 0 0,0 0-1 0 0,0 0 1 0 0,1 0 0 0 0,0 0 0 0 0,-1 0-1 0 0,1 0 1 0 0,0 0 0 0 0,0-1 0 0 0,0 1-1 0 0,0-1 1 0 0,0 1 0 0 0,0-1 0 0 0,0 0-1 0 0,1 0 1 0 0,-1 0 0 0 0,0 0 0 0 0,1 0-1 0 0,-1 0 1 0 0,0-1 0 0 0,1 1 0 0 0,-1-1-1 0 0,1 1 1 0 0,3-1 0 0 0,3 0-9 0 0,0 0 0 0 0,0 0-1 0 0,0-1 1 0 0,0 0 0 0 0,0 0 0 0 0,13-4 0 0 0,1-3-76 0 0,0-1 0 0 0,0-1 1 0 0,-1-1-1 0 0,0-1 0 0 0,-1-1 0 0 0,0-1 1 0 0,-1-1-1 0 0,-1 0 0 0 0,0-2 0 0 0,-1 0 1 0 0,-1-1-1 0 0,0 0 0 0 0,-2-2 0 0 0,0 0 1 0 0,12-22-1 0 0,-5 2-3 0 0,-1-1 1 0 0,-3-1-1 0 0,-1-1 0 0 0,-2 0 1 0 0,-2-1-1 0 0,-2-1 1 0 0,6-56-1 0 0,-10 52 81 0 0,-2-1 0 0 0,-2 1 0 0 0,-4-56 0 0 0,1 102 13 0 0,0 0 0 0 0,0-1 1 0 0,0 1-1 0 0,-1 0 0 0 0,0-1 0 0 0,1 1 0 0 0,-1 0 1 0 0,0 0-1 0 0,0 0 0 0 0,-1 0 0 0 0,1 0 0 0 0,-1 0 1 0 0,1 0-1 0 0,-4-3 0 0 0,4 6 12 0 0,-1 0 0 0 0,1 0 0 0 0,-1 0 0 0 0,1 0 0 0 0,-1 1 0 0 0,1-1 0 0 0,-1 0 0 0 0,1 1 0 0 0,-1-1 0 0 0,1 1 0 0 0,0-1 0 0 0,-1 1 0 0 0,1 0 0 0 0,0 0 0 0 0,0-1 0 0 0,-1 1 0 0 0,1 0 0 0 0,0 0 0 0 0,-2 2 0 0 0,-6 8 111 0 0,0 0-1 0 0,0 1 1 0 0,1 0-1 0 0,0 0 1 0 0,1 1 0 0 0,-6 14-1 0 0,-29 86 623 0 0,34-91-581 0 0,-19 57 421 0 0,-28 143-1 0 0,50-190-730 0 0,0 0-1 0 0,3 0 1 0 0,0 1 0 0 0,3-1-1 0 0,0 1 1 0 0,2-1 0 0 0,11 50-1 0 0,-12-75-247 0 0,0 0-1 0 0,0-1 0 0 0,1 1 0 0 0,0-1 1 0 0,0 0-1 0 0,0 0 0 0 0,1 0 0 0 0,0-1 1 0 0,0 1-1 0 0,1-1 0 0 0,-1 0 0 0 0,10 8 1 0 0,-9-9-390 0 0,0-1 1 0 0,0 0-1 0 0,0 0 0 0 0,0 0 1 0 0,0-1-1 0 0,1 1 1 0 0,-1-1-1 0 0,1-1 0 0 0,10 3 1 0 0,17-1-5217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29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190 824 776 0 0,'-51'23'3911'0'0,"34"-16"-2752"0"0,0 0 0 0 0,0 2-1 0 0,1 0 1 0 0,0 0 0 0 0,1 2 0 0 0,-17 13 0 0 0,31-23-1088 0 0,1-1 0 0 0,-1 0 0 0 0,1 1 0 0 0,-1-1 0 0 0,1 0 0 0 0,-1 1 0 0 0,1-1 0 0 0,-1 0 0 0 0,1 1 0 0 0,0-1 1 0 0,-1 1-1 0 0,1-1 0 0 0,-1 1 0 0 0,1-1 0 0 0,0 1 0 0 0,0-1 0 0 0,-1 1 0 0 0,1 0 0 0 0,0-1 0 0 0,0 1 0 0 0,0-1 1 0 0,0 1-1 0 0,0-1 0 0 0,0 1 0 0 0,-1 0 0 0 0,1-1 0 0 0,1 1 0 0 0,-1-1 0 0 0,0 1 0 0 0,0 0 0 0 0,0-1 1 0 0,0 2-1 0 0,1-2-13 0 0,0 1 1 0 0,1-1-1 0 0,-1 1 1 0 0,0-1-1 0 0,0 1 1 0 0,0-1-1 0 0,0 0 1 0 0,1 0-1 0 0,-1 0 1 0 0,0 0-1 0 0,0 1 1 0 0,0-2 0 0 0,1 1-1 0 0,0 0 1 0 0,47-9 346 0 0,-24 1-383 0 0,1-1 0 0 0,-1-1 0 0 0,0-1 0 0 0,-1-1 0 0 0,-1-2 0 0 0,0 0 0 0 0,0-1 0 0 0,-2-2 0 0 0,0 0 0 0 0,-1-1 0 0 0,0-1 0 0 0,-2-1 0 0 0,0 0 0 0 0,-2-2 0 0 0,0 0 0 0 0,-1 0 0 0 0,-1-2 0 0 0,-2 1 0 0 0,17-45 0 0 0,-10 9-86 0 0,-3-1 1 0 0,-3-1 0 0 0,-2 0 0 0 0,-3 0 0 0 0,-3-1 0 0 0,-2-62 0 0 0,-3 119 51 0 0,0 1 0 0 0,0 0-1 0 0,0-1 1 0 0,-1 1 0 0 0,0-1 0 0 0,1 1 0 0 0,-1 0-1 0 0,-1-1 1 0 0,1 1 0 0 0,-1 0 0 0 0,-2-4-1 0 0,4 7 13 0 0,0 1-1 0 0,0 0 0 0 0,-1-1 0 0 0,1 1 0 0 0,-1 0 0 0 0,1-1 0 0 0,0 1 0 0 0,-1 0 0 0 0,1-1 0 0 0,-1 1 0 0 0,1 0 0 0 0,0 0 1 0 0,-1 0-1 0 0,1-1 0 0 0,-1 1 0 0 0,1 0 0 0 0,-1 0 0 0 0,1 0 0 0 0,-1 0 0 0 0,1 0 0 0 0,-1 0 0 0 0,1 0 0 0 0,-1 0 0 0 0,1 0 0 0 0,-1 0 1 0 0,1 0-1 0 0,-1 0 0 0 0,0 1 0 0 0,-15 8-11 0 0,-7 19 13 0 0,8-2 9 0 0,2 1 0 0 0,0 0-1 0 0,2 1 1 0 0,-10 37 0 0 0,8-26 54 0 0,-74 245 804 0 0,72-221-578 0 0,2 1 0 0 0,-6 103 0 0 0,18-140-196 0 0,4 46 0 0 0,-3-65-75 0 0,1-1-1 0 0,1 1 1 0 0,-1-1-1 0 0,1 1 1 0 0,1-1 0 0 0,-1 0-1 0 0,1 0 1 0 0,0 0 0 0 0,1 0-1 0 0,8 12 1 0 0,-10-17-19 0 0,0 0 0 0 0,0 0 1 0 0,0 0-1 0 0,0 0 1 0 0,1 0-1 0 0,-1 0 0 0 0,1 0 1 0 0,-1-1-1 0 0,1 1 1 0 0,0-1-1 0 0,-1 0 0 0 0,1 0 1 0 0,0 0-1 0 0,0 0 1 0 0,0-1-1 0 0,3 1 0 0 0,-2 0-45 0 0,1-1-1 0 0,0 0 1 0 0,0-1 0 0 0,0 1-1 0 0,0-1 1 0 0,-1 0-1 0 0,1 0 1 0 0,0 0-1 0 0,4-3 1 0 0,3-1-133 0 0,0-1 0 0 0,0-1 1 0 0,-1 0-1 0 0,0 0 0 0 0,0-1 0 0 0,12-12 1 0 0,-4 0-91 0 0,0-1 0 0 0,-2 0 0 0 0,0-1 0 0 0,-2-1 0 0 0,0-1 0 0 0,14-33 0 0 0,57-159-649 0 0,-80 200 871 0 0,61-197-403 0 0,-15 43 433 0 0,-48 162 149 0 0,1 10 50 0 0,0 13 137 0 0,-5 37 258 0 0,-3 0 1 0 0,-2-1-1 0 0,-20 92 1 0 0,15-93-297 0 0,-55 277 1080 0 0,65-328-1358 0 0,0 1 0 0 0,1 0-1 0 0,-1 0 1 0 0,0 0 0 0 0,0 0 0 0 0,0-1-1 0 0,1 1 1 0 0,-1 0 0 0 0,0 0 0 0 0,1 0-1 0 0,-1 0 1 0 0,0 0 0 0 0,0 0-1 0 0,1 0 1 0 0,-1-1 0 0 0,0 1 0 0 0,1 0-1 0 0,-1 0 1 0 0,0 0 0 0 0,0 0-1 0 0,1 0 1 0 0,-1 0 0 0 0,0 1 0 0 0,1-1-1 0 0,-1 0 1 0 0,0 0 0 0 0,0 0-1 0 0,1 0 1 0 0,-1 0 0 0 0,0 0 0 0 0,1 0-1 0 0,-1 1 1 0 0,0-1 0 0 0,0 0 0 0 0,1 0-1 0 0,-1 0 1 0 0,0 0 0 0 0,0 1-1 0 0,0-1 1 0 0,1 0 0 0 0,-1 0 0 0 0,0 1-1 0 0,0-1 1 0 0,0 0 0 0 0,0 0-1 0 0,0 1 1 0 0,0-1 0 0 0,1 0 0 0 0,-1 1-1 0 0,0-1 1 0 0,0 0 0 0 0,0 0 0 0 0,0 1-1 0 0,0-1 1 0 0,0 0 0 0 0,0 1-1 0 0,0-1 1 0 0,0 0 0 0 0,0 1 0 0 0,0-1-1 0 0,0 0 1 0 0,-1 0 0 0 0,1 1-1 0 0,20-18-3 0 0,45-66-48 0 0,24-27-67 0 0,-77 98 100 0 0,0 1 0 0 0,0 0-1 0 0,1 0 1 0 0,1 1 0 0 0,-1 1 0 0 0,23-11 0 0 0,-28 15 7 0 0,-6 4 6 0 0,1-1 0 0 0,-1 1 0 0 0,1 0 0 0 0,0 0 0 0 0,0 0-1 0 0,-1 0 1 0 0,1 1 0 0 0,0-1 0 0 0,0 1 0 0 0,0 0 0 0 0,0 0 0 0 0,0 0 0 0 0,4 0 0 0 0,-3 0 3 0 0,0 0 1 0 0,-1 0 0 0 0,1 1 0 0 0,0-1 0 0 0,0 1-1 0 0,0 0 1 0 0,-1 0 0 0 0,1 0 0 0 0,0 1-1 0 0,-1-1 1 0 0,1 1 0 0 0,-1 0 0 0 0,0 0 0 0 0,1 0-1 0 0,-1 0 1 0 0,0 1 0 0 0,0-1 0 0 0,-1 1-1 0 0,1 0 1 0 0,0 0 0 0 0,-1 0 0 0 0,0 0 0 0 0,3 4-1 0 0,-1 2 20 0 0,0 1 0 0 0,0 0 0 0 0,-1 0 0 0 0,-1 0-1 0 0,1 0 1 0 0,-2 1 0 0 0,1-1 0 0 0,-1 0 0 0 0,-1 1-1 0 0,-1 11 1 0 0,-2 17 97 0 0,-13 55 0 0 0,2-6-34 0 0,13-83-74 0 0,0 0-1 0 0,1 0 1 0 0,0 0-1 0 0,0 1 1 0 0,0-1 0 0 0,1 0-1 0 0,0 0 1 0 0,1 6-1 0 0,-1-9-5 0 0,0-1-1 0 0,0 1 0 0 0,0-1 1 0 0,0 1-1 0 0,0-1 0 0 0,0 1 1 0 0,0-1-1 0 0,0 0 0 0 0,1 0 1 0 0,-1 0-1 0 0,0 0 0 0 0,1 0 1 0 0,-1 0-1 0 0,1 0 0 0 0,0 0 1 0 0,-1 0-1 0 0,1 0 0 0 0,-1-1 1 0 0,1 1-1 0 0,0-1 0 0 0,0 1 0 0 0,-1-1 1 0 0,1 0-1 0 0,0 0 0 0 0,0 0 1 0 0,2 0-1 0 0,10 0-3 0 0,0-1 0 0 0,-1 0 1 0 0,1-1-1 0 0,-1-1 0 0 0,1 0 0 0 0,-1-1 0 0 0,0 0 0 0 0,15-8 0 0 0,7-4-26 0 0,53-35 0 0 0,-59 32-33 0 0,-1-1 0 0 0,0-1 0 0 0,-2-1-1 0 0,-1-2 1 0 0,0-1 0 0 0,-2 0-1 0 0,-1-2 1 0 0,-1-1 0 0 0,21-36 0 0 0,-40 60 55 0 0,18-38-45 0 0,-20 40 45 0 0,1 0 1 0 0,0-1 0 0 0,-1 1 0 0 0,1 0 0 0 0,-1 0 0 0 0,0-1 0 0 0,1 1 0 0 0,-1 0 0 0 0,0-1 0 0 0,0 1 0 0 0,-1 0 0 0 0,1-1-1 0 0,-1 1 1 0 0,1 0 0 0 0,-1 0 0 0 0,1-1 0 0 0,-3-2 0 0 0,-10-11 2 0 0,6 16 2 0 0,6 0 0 0 0,-1 0 1 0 0,1-1 0 0 0,0 1 0 0 0,0 0 0 0 0,0 0 0 0 0,0 0 0 0 0,0 0 0 0 0,-1 0 0 0 0,1 1 0 0 0,0-1 0 0 0,0 0-1 0 0,0 0 1 0 0,0 1 0 0 0,0-1 0 0 0,0 1 0 0 0,-1-1 0 0 0,1 1 0 0 0,0-1 0 0 0,-1 2 0 0 0,-1-1 7 0 0,-5 4 47 0 0,-1 0 0 0 0,1 0 0 0 0,0 0 1 0 0,1 1-1 0 0,-1 0 0 0 0,1 0 0 0 0,0 1 1 0 0,-9 11-1 0 0,5-3 111 0 0,0 0-1 0 0,1 1 1 0 0,-11 23 0 0 0,16-28-92 0 0,0 0-1 0 0,1 0 1 0 0,0 0-1 0 0,1 1 1 0 0,0-1-1 0 0,1 1 1 0 0,0 0-1 0 0,1 0 1 0 0,1 0 0 0 0,0 18-1 0 0,1-25-56 0 0,0 0 0 0 0,0 0 1 0 0,0 1-1 0 0,0-1 0 0 0,1 0 0 0 0,0 0 0 0 0,0-1 1 0 0,0 1-1 0 0,0 0 0 0 0,1-1 0 0 0,0 1 0 0 0,0-1 1 0 0,0 0-1 0 0,1 0 0 0 0,-1 0 0 0 0,1 0 0 0 0,0-1 0 0 0,0 1 1 0 0,0-1-1 0 0,0 0 0 0 0,1 0 0 0 0,-1-1 0 0 0,1 1 1 0 0,0-1-1 0 0,9 3 0 0 0,-1-2-217 0 0,-1 0 0 0 0,1-1 0 0 0,-1 0 0 0 0,1-1 1 0 0,0-1-1 0 0,-1 0 0 0 0,1-1 0 0 0,0 0 0 0 0,-1-1 0 0 0,19-4 0 0 0,-12 0-1491 0 0,0 0-1 0 0,0-1 1 0 0,0-1-1 0 0,-1 0 0 0 0,33-22 1 0 0,-20 8-4119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29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22 316 0 0,'-161'10'6757'0'0,"-35"2"504"0"0,323-25-7286 0 0,53-9-6978 0 0,-110 13 2101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31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3 742 628 0 0,'0'-4'346'0'0,"-1"1"1"0"0,0 0-1 0 0,1 0 0 0 0,0-1 0 0 0,0 1 1 0 0,0 0-1 0 0,0-1 0 0 0,0 1 0 0 0,1 0 1 0 0,0-1-1 0 0,-1 1 0 0 0,1 0 0 0 0,0 0 1 0 0,1 0-1 0 0,-1 0 0 0 0,3-5 0 0 0,-2 5-104 0 0,1-1-1 0 0,0 1 0 0 0,0-1 1 0 0,1 1-1 0 0,-1 0 1 0 0,1 0-1 0 0,-1 1 0 0 0,1-1 1 0 0,0 1-1 0 0,0-1 0 0 0,7-2 1 0 0,0 1 1 0 0,-1 1 1 0 0,1 0-1 0 0,0 1 0 0 0,-1 0 0 0 0,1 0 1 0 0,0 1-1 0 0,0 1 0 0 0,1 0 1 0 0,-1 0-1 0 0,0 1 0 0 0,0 0 1 0 0,-1 1-1 0 0,1 1 0 0 0,0-1 1 0 0,-1 2-1 0 0,1-1 0 0 0,12 7 1 0 0,-15-6-143 0 0,0 0 0 0 0,0 1 0 0 0,0 0 0 0 0,-1 0-1 0 0,1 1 1 0 0,-1-1 0 0 0,-1 2 0 0 0,1-1 0 0 0,-1 1 0 0 0,0 0 0 0 0,0 0 0 0 0,-1 0 0 0 0,0 1 0 0 0,0 0 0 0 0,-1 0 0 0 0,0 0 0 0 0,0 1 0 0 0,-1-1 0 0 0,0 1 0 0 0,-1 0 0 0 0,2 9-1 0 0,-4-9-52 0 0,0-1 1 0 0,0 0-1 0 0,-1 1 0 0 0,0-1 0 0 0,0 0 0 0 0,-1 0 0 0 0,0 1 0 0 0,0-1 0 0 0,-1 0 0 0 0,0-1 0 0 0,0 1 0 0 0,-6 9 0 0 0,3-8-13 0 0,0 1 0 0 0,0-1 1 0 0,-1 0-1 0 0,0-1 0 0 0,-1 0 0 0 0,0 0 0 0 0,0 0 1 0 0,-13 9-1 0 0,20-17-34 0 0,1 1 0 0 0,-1-1 0 0 0,0 1 1 0 0,1-1-1 0 0,-1 1 0 0 0,0-1 0 0 0,1 1 0 0 0,-1-1 0 0 0,0 1 0 0 0,0-1 1 0 0,1 0-1 0 0,-1 0 0 0 0,0 1 0 0 0,0-1 0 0 0,0 0 0 0 0,1 0 1 0 0,-1 0-1 0 0,0 0 0 0 0,0 0 0 0 0,0 0 0 0 0,0 0 0 0 0,1 0 0 0 0,-1 0 1 0 0,0 0-1 0 0,-1-1 0 0 0,1 0-2 0 0,1 0-1 0 0,-1 1 1 0 0,1-1 0 0 0,0 0-1 0 0,-1 0 1 0 0,1 0 0 0 0,0 1-1 0 0,-1-1 1 0 0,1 0 0 0 0,0 0-1 0 0,0 0 1 0 0,0 0 0 0 0,0 0 0 0 0,0 0-1 0 0,0 0 1 0 0,0 1 0 0 0,0-1-1 0 0,1-2 1 0 0,0-5-25 0 0,1 0-1 0 0,1 1 1 0 0,5-15-1 0 0,4-1-20 0 0,1 0-1 0 0,1 1 0 0 0,0 0 0 0 0,2 1 1 0 0,22-22-1 0 0,-24 29 30 0 0,1 0 0 0 0,0 1 0 0 0,1 0 0 0 0,0 1 0 0 0,1 1 0 0 0,0 1 0 0 0,25-11 0 0 0,-36 19 19 0 0,0-1-1 0 0,0 1 0 0 0,0 1 1 0 0,0-1-1 0 0,0 1 1 0 0,0 0-1 0 0,1 0 1 0 0,-1 1-1 0 0,0 0 0 0 0,0 0 1 0 0,1 1-1 0 0,-1-1 1 0 0,7 3-1 0 0,-9-2 5 0 0,-1 0-1 0 0,0 0 1 0 0,0 1-1 0 0,0-1 1 0 0,0 1-1 0 0,0 0 1 0 0,0 0-1 0 0,-1 0 1 0 0,1 0 0 0 0,-1 0-1 0 0,1 1 1 0 0,-1-1-1 0 0,0 1 1 0 0,0-1-1 0 0,0 1 1 0 0,0 0-1 0 0,0 0 1 0 0,-1 0-1 0 0,1 0 1 0 0,-1 0 0 0 0,0 0-1 0 0,0 1 1 0 0,0-1-1 0 0,0 0 1 0 0,0 7-1 0 0,0 7 36 0 0,0 0 0 0 0,-1 1 0 0 0,-1-1 0 0 0,-1 1 0 0 0,-7 31 0 0 0,5-27-14 0 0,0 1 0 0 0,0 31 0 0 0,4-53-30 0 0,0 1 0 0 0,0-1 0 0 0,0 1 0 0 0,1-1 0 0 0,-1 1 0 0 0,0-1 0 0 0,1 1 1 0 0,-1-1-1 0 0,1 1 0 0 0,-1-1 0 0 0,1 0 0 0 0,0 1 0 0 0,0-1 0 0 0,-1 0 1 0 0,1 1-1 0 0,0-1 0 0 0,0 0 0 0 0,0 0 0 0 0,0 0 0 0 0,1 0 0 0 0,-1 0 1 0 0,0 0-1 0 0,0 0 0 0 0,1 0 0 0 0,-1-1 0 0 0,0 1 0 0 0,1 0 0 0 0,-1-1 1 0 0,1 1-1 0 0,-1-1 0 0 0,1 0 0 0 0,-1 1 0 0 0,1-1 0 0 0,-1 0 0 0 0,1 0 0 0 0,-1 0 1 0 0,1 0-1 0 0,2 0 0 0 0,5-1-162 0 0,-1 0 0 0 0,1 0 0 0 0,-1 0 0 0 0,0-1 0 0 0,16-6 0 0 0,2-4-142 0 0,0-1 0 0 0,-1-2-1 0 0,-1 0 1 0 0,0-1 0 0 0,-2-2-1 0 0,1 0 1 0 0,-2-1 0 0 0,-1-2-1 0 0,0 0 1 0 0,16-23 0 0 0,-25 31 585 0 0,-1-1 1 0 0,-1 0 0 0 0,0 0-1 0 0,-1-1 1 0 0,-1 0 0 0 0,10-25-1 0 0,-17 39-125 0 0,-2-8 395 0 0,-6 15-362 0 0,1 1-1 0 0,0 0 1 0 0,0 1-1 0 0,1-1 1 0 0,0 1-1 0 0,0 1 1 0 0,-7 14-1 0 0,-30 68 555 0 0,42-88-721 0 0,-2 3 12 0 0,1 0 0 0 0,-1 1 0 0 0,1-1 0 0 0,1 1 0 0 0,0 0 0 0 0,0-1 0 0 0,0 1 0 0 0,0 0 0 0 0,1 0 1 0 0,0-1-1 0 0,2 14 0 0 0,-1-16-22 0 0,0-1 1 0 0,0 1 0 0 0,1 0 0 0 0,-1-1 0 0 0,1 1-1 0 0,0-1 1 0 0,0 0 0 0 0,0 1 0 0 0,0-1 0 0 0,1 0-1 0 0,-1 0 1 0 0,1 0 0 0 0,-1-1 0 0 0,1 1-1 0 0,0-1 1 0 0,0 1 0 0 0,1-1 0 0 0,-1 0 0 0 0,0 0-1 0 0,1 0 1 0 0,6 2 0 0 0,4 0-97 0 0,-1 0 1 0 0,1-1-1 0 0,0-1 1 0 0,0 0-1 0 0,0 0 1 0 0,0-2-1 0 0,1 0 1 0 0,-1 0-1 0 0,0-1 1 0 0,0-1-1 0 0,17-4 1 0 0,-13 2-136 0 0,-2-1 0 0 0,1-1 1 0 0,0 0-1 0 0,-1-1 0 0 0,0-1 1 0 0,-1-1-1 0 0,0 0 0 0 0,23-18 1 0 0,-23 13 162 0 0,-1 0 0 0 0,-1-1 0 0 0,0 0 0 0 0,-1-1 1 0 0,-1 0-1 0 0,0-1 0 0 0,-1-1 0 0 0,-1 1 0 0 0,-1-2 0 0 0,-1 1 1 0 0,0-1-1 0 0,-1 0 0 0 0,-1 0 0 0 0,4-29 0 0 0,-8 2 442 0 0,-2 44-351 0 0,1-1-1 0 0,0 0 1 0 0,-1 1 0 0 0,0-1 0 0 0,1 1 0 0 0,-1-1-1 0 0,0 1 1 0 0,0-1 0 0 0,-1 1 0 0 0,1 0 0 0 0,0-1-1 0 0,-1 1 1 0 0,-2-3 0 0 0,3 5-13 0 0,0-1 0 0 0,1 1 0 0 0,-1 0 0 0 0,0-1 0 0 0,0 1 0 0 0,0 0 0 0 0,0 0 0 0 0,1 0 0 0 0,-1 0-1 0 0,0 0 1 0 0,0 0 0 0 0,0 0 0 0 0,0 0 0 0 0,1 0 0 0 0,-1 0 0 0 0,0 0 0 0 0,0 1 0 0 0,0-1 0 0 0,1 0 0 0 0,-1 0 0 0 0,0 1 0 0 0,0-1 0 0 0,1 1 0 0 0,-1-1 0 0 0,0 1 0 0 0,1-1 0 0 0,-1 1-1 0 0,-1 0 1 0 0,-18 18 396 0 0,6-1-83 0 0,0 1-1 0 0,1 1 1 0 0,1 0-1 0 0,-15 35 0 0 0,12-18 72 0 0,-19 73 0 0 0,31-100-366 0 0,1 0 1 0 0,1 0 0 0 0,0 0 0 0 0,0-1 0 0 0,1 1 0 0 0,0 0 0 0 0,0 0-1 0 0,1 0 1 0 0,1 0 0 0 0,5 19 0 0 0,-6-24-33 0 0,1-1 0 0 0,0 1 0 0 0,0-1 1 0 0,1 1-1 0 0,-1-1 0 0 0,1 0 0 0 0,0 0 0 0 0,0 0 0 0 0,0-1 1 0 0,1 1-1 0 0,-1-1 0 0 0,1 1 0 0 0,0-1 0 0 0,0 0 0 0 0,0 0 1 0 0,0-1-1 0 0,1 0 0 0 0,-1 1 0 0 0,1-1 0 0 0,-1-1 1 0 0,1 1-1 0 0,0-1 0 0 0,8 2 0 0 0,7 0-180 0 0,-1-2 0 0 0,1 0 1 0 0,0-2-1 0 0,-1 0 0 0 0,1-1 0 0 0,0 0 0 0 0,-1-2 0 0 0,0-1 0 0 0,0 0 1 0 0,0-1-1 0 0,-1-1 0 0 0,0-1 0 0 0,26-14 0 0 0,-13 3-236 0 0,-1 0 0 0 0,-1-3 0 0 0,-1 0 0 0 0,0-1 0 0 0,-2-2 0 0 0,35-42 0 0 0,-19 12 283 0 0,-3-2 1 0 0,-3-2 0 0 0,-2-1 0 0 0,-2-1 0 0 0,-4-2 0 0 0,-2-1 0 0 0,24-90 0 0 0,-49 148 175 0 0,18-69 893 0 0,-17 66-777 0 0,-1 0 0 0 0,0 0 0 0 0,0 0 0 0 0,-1 1 0 0 0,0-1-1 0 0,-2-12 1 0 0,2 21-154 0 0,0 0-1 0 0,0-1 0 0 0,0 1 1 0 0,0 0-1 0 0,0-1 0 0 0,0 1 1 0 0,-1 0-1 0 0,1-1 0 0 0,0 1 1 0 0,0 0-1 0 0,0 0 0 0 0,0-1 1 0 0,0 1-1 0 0,-1 0 0 0 0,1-1 1 0 0,0 1-1 0 0,0 0 0 0 0,0 0 1 0 0,-1-1-1 0 0,1 1 1 0 0,0 0-1 0 0,-1 0 0 0 0,1 0 1 0 0,0-1-1 0 0,0 1 0 0 0,-1 0 1 0 0,1 0-1 0 0,0 0 0 0 0,-1 0 1 0 0,1 0-1 0 0,0 0 0 0 0,-1 0 1 0 0,1-1-1 0 0,0 1 0 0 0,-1 0 1 0 0,1 0-1 0 0,0 0 0 0 0,-1 0 1 0 0,1 1-1 0 0,0-1 0 0 0,-1 0 1 0 0,1 0-1 0 0,-1 0 0 0 0,-10 7 101 0 0,3 1 3 0 0,0 1 0 0 0,0 0-1 0 0,1 0 1 0 0,1 1 0 0 0,-1-1 0 0 0,2 2 0 0 0,-9 17 0 0 0,0 0 56 0 0,-36 77 927 0 0,-60 177 0 0 0,108-276-1065 0 0,-40 130 488 0 0,36-114-435 0 0,2 0 0 0 0,0 0 0 0 0,2 0 0 0 0,0 29-1 0 0,2-43-60 0 0,1 0 0 0 0,0 0-1 0 0,0-1 1 0 0,0 1 0 0 0,1 0-1 0 0,0-1 1 0 0,1 1 0 0 0,4 8-1 0 0,-5-12-14 0 0,0 0-1 0 0,1 0 1 0 0,-1-1-1 0 0,1 1 1 0 0,0-1-1 0 0,0 1 1 0 0,1-1-1 0 0,-1 0 1 0 0,0 0-1 0 0,1-1 1 0 0,0 1-1 0 0,0-1 1 0 0,0 0-1 0 0,0 0 1 0 0,7 3-1 0 0,7 0-15 0 0,-1-1-1 0 0,1 0 1 0 0,-1-2 0 0 0,1 0 0 0 0,0 0-1 0 0,0-2 1 0 0,0 0 0 0 0,0-2-1 0 0,29-4 1 0 0,-14-1-119 0 0,0-2 0 0 0,-1 0 1 0 0,0-3-1 0 0,37-17 0 0 0,-37 12-16 0 0,-1-2-1 0 0,-1-1 0 0 0,-1-1 1 0 0,-1-1-1 0 0,-1-1 1 0 0,-1-2-1 0 0,0-1 1 0 0,-3-1-1 0 0,26-35 1 0 0,-11 5-12 0 0,-2-1-1 0 0,-3-2 1 0 0,49-121 0 0 0,-71 154 173 0 0,-1-1 1 0 0,-1 0-1 0 0,-1 0 1 0 0,-2-1-1 0 0,-1 0 0 0 0,-1 0 1 0 0,0-42-1 0 0,-4 68-9 0 0,0 0 1 0 0,0 1-1 0 0,-1-1 0 0 0,1 1 1 0 0,-1-1-1 0 0,1 1 0 0 0,-1 0 0 0 0,0-1 1 0 0,0 1-1 0 0,0 0 0 0 0,0-1 1 0 0,0 1-1 0 0,0 0 0 0 0,-1 0 0 0 0,1 0 1 0 0,-1 0-1 0 0,1 0 0 0 0,-1 0 1 0 0,0 0-1 0 0,-3-2 0 0 0,4 4 1 0 0,0-1 0 0 0,-1 1 0 0 0,1 0-1 0 0,0 0 1 0 0,0-1 0 0 0,0 1 0 0 0,-1 0-1 0 0,1 0 1 0 0,0 0 0 0 0,0 0 0 0 0,-1 0 0 0 0,1 1-1 0 0,0-1 1 0 0,0 0 0 0 0,-1 1 0 0 0,1-1-1 0 0,-2 1 1 0 0,1 0 19 0 0,-3 1 9 0 0,0 0 1 0 0,0 0 0 0 0,1 0 0 0 0,-1 1-1 0 0,1 0 1 0 0,0 0 0 0 0,0 0 0 0 0,0 0 0 0 0,0 0-1 0 0,-4 5 1 0 0,-33 43 322 0 0,33-40-279 0 0,-16 23 213 0 0,2 1 1 0 0,1 1 0 0 0,-23 57 0 0 0,20-34 153 0 0,-24 98-1 0 0,42-132-342 0 0,1 1 0 0 0,1 0 0 0 0,2 1 0 0 0,0-1 0 0 0,3 36-1 0 0,0-51-176 0 0,0 1-1 0 0,1 0 0 0 0,0 0 1 0 0,1-1-1 0 0,0 1 0 0 0,1-1 1 0 0,0 0-1 0 0,1 0 0 0 0,0 0 1 0 0,1-1-1 0 0,0 0 0 0 0,0 0 0 0 0,1 0 1 0 0,9 8-1 0 0,-11-12-389 0 0,1-1 0 0 0,0-1 0 0 0,1 1 0 0 0,-1-1 0 0 0,1 0-1 0 0,-1-1 1 0 0,1 1 0 0 0,0-1 0 0 0,12 3 0 0 0,-11-4-859 0 0,2 0 1 0 0,-1 0-1 0 0,0-1 0 0 0,13 0 1 0 0,13-2-4475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32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47 513 2068 0 0,'-46'29'12513'0'0,"48"-31"-12429"0"0,-1 0-1 0 0,1 0 0 0 0,0 0 1 0 0,0 0-1 0 0,0 0 1 0 0,0 0-1 0 0,0 0 0 0 0,1 0 1 0 0,-1 1-1 0 0,0-1 0 0 0,1 1 1 0 0,3-2-1 0 0,1-1 51 0 0,67-46 77 0 0,110-96-1 0 0,-138 103-130 0 0,-2-1 1 0 0,-2-3 0 0 0,41-60 0 0 0,-80 103-91 0 0,0 1-1 0 0,0-1 1 0 0,-1 0 0 0 0,1 1 0 0 0,-1-1 0 0 0,0 0-1 0 0,-1-1 1 0 0,1 1 0 0 0,-1 0 0 0 0,1 0-1 0 0,-1-1 1 0 0,0 1 0 0 0,-1-1 0 0 0,1-5 0 0 0,-1 10 7 0 0,-1-1 0 0 0,1 0 1 0 0,0 1-1 0 0,0-1 0 0 0,-1 1 1 0 0,1 0-1 0 0,-1-1 0 0 0,1 1 1 0 0,0-1-1 0 0,-1 1 1 0 0,1 0-1 0 0,-1-1 0 0 0,1 1 1 0 0,-1 0-1 0 0,1-1 0 0 0,-1 1 1 0 0,1 0-1 0 0,-1 0 0 0 0,1-1 1 0 0,-1 1-1 0 0,0 0 1 0 0,1 0-1 0 0,-1 0 0 0 0,1 0 1 0 0,-1 0-1 0 0,1 0 0 0 0,-1 0 1 0 0,0 0-1 0 0,1 0 1 0 0,-1 0-1 0 0,1 0 0 0 0,-1 0 1 0 0,0 0-1 0 0,1 1 0 0 0,-1-1 1 0 0,1 0-1 0 0,-1 1 0 0 0,-22 6-42 0 0,16-2 45 0 0,1 0 1 0 0,-1-1-1 0 0,1 2 0 0 0,-1-1 0 0 0,2 1 0 0 0,-1 0 1 0 0,0 0-1 0 0,1 1 0 0 0,1 0 0 0 0,-1 0 1 0 0,1 0-1 0 0,0 0 0 0 0,0 0 0 0 0,1 1 0 0 0,-3 11 1 0 0,4-12 11 0 0,0 0 1 0 0,0 0-1 0 0,1 0 1 0 0,1 0 0 0 0,-1 0-1 0 0,1 1 1 0 0,0-1 0 0 0,1 0-1 0 0,-1 0 1 0 0,1 0-1 0 0,1 0 1 0 0,0 0 0 0 0,0 0-1 0 0,0 0 1 0 0,1 0 0 0 0,-1-1-1 0 0,8 12 1 0 0,7 5 55 0 0,1-2 0 0 0,0 0 0 0 0,2-1 1 0 0,24 20-1 0 0,40 41 179 0 0,-82-78-176 0 0,1-1 1 0 0,-1 1-1 0 0,0 0 0 0 0,0 0 1 0 0,0 0-1 0 0,0 0 1 0 0,-1 1-1 0 0,1-1 0 0 0,-1 0 1 0 0,0 1-1 0 0,0-1 1 0 0,0 1-1 0 0,0-1 0 0 0,-1 1 1 0 0,1-1-1 0 0,-1 8 0 0 0,0-8-14 0 0,-1 0 0 0 0,0 0-1 0 0,0-1 1 0 0,0 1-1 0 0,0 0 1 0 0,0 0-1 0 0,-1-1 1 0 0,1 1-1 0 0,-1-1 1 0 0,0 1-1 0 0,1-1 1 0 0,-1 0-1 0 0,0 0 1 0 0,-1 0-1 0 0,1 0 1 0 0,0 0-1 0 0,0 0 1 0 0,-1 0-1 0 0,1-1 1 0 0,-1 1-1 0 0,-3 0 1 0 0,-4 3 2 0 0,-2-1 0 0 0,1 0 0 0 0,0-1 0 0 0,-1 0 0 0 0,1-1 0 0 0,-1 0 0 0 0,0-1 0 0 0,0-1 0 0 0,0 1 0 0 0,0-2 0 0 0,1 0 0 0 0,-1 0 0 0 0,-13-4 1 0 0,23 5-64 0 0,1 0 1 0 0,-1-1 0 0 0,1 1 0 0 0,0 0 0 0 0,-1-1 0 0 0,1 1 0 0 0,-1-1 0 0 0,1 0 0 0 0,0 1 0 0 0,-1-1 0 0 0,1 0-1 0 0,0 0 1 0 0,0 0 0 0 0,0 0 0 0 0,-1 0 0 0 0,1 0 0 0 0,0 0 0 0 0,-1-2 0 0 0,2 2-21 0 0,0 0 0 0 0,-1 0 0 0 0,1 0 0 0 0,0 0 0 0 0,0 0-1 0 0,0 0 1 0 0,0 0 0 0 0,1 0 0 0 0,-1 1 0 0 0,0-1 0 0 0,0 0 0 0 0,0 0 0 0 0,1 0 0 0 0,-1 0 0 0 0,0 0 0 0 0,1 1 0 0 0,-1-1 0 0 0,1 0 0 0 0,-1 0 0 0 0,1 1 0 0 0,-1-1-1 0 0,2-1 1 0 0,4-3-196 0 0,0-1-1 0 0,0 1 0 0 0,1 0 0 0 0,-1 0 0 0 0,12-5 1 0 0,180-88-3322 0 0,-121 63 1952 0 0,129-81 0 0 0,-173 94 1205 0 0,36-33 0 0 0,-60 48 521 0 0,-1-1-1 0 0,0 0 1 0 0,-1-1 0 0 0,0 0 0 0 0,0 0 0 0 0,-1 0 0 0 0,0-1 0 0 0,0 0 0 0 0,4-12-1 0 0,-8 17 80 0 0,-1 0 0 0 0,0 0 0 0 0,0 0-1 0 0,-1 0 1 0 0,1 0 0 0 0,-1 0-1 0 0,0 0 1 0 0,0 0 0 0 0,-2-7-1 0 0,2 11-177 0 0,0 1-1 0 0,0-1 0 0 0,0 1 1 0 0,-1-1-1 0 0,1 0 1 0 0,0 1-1 0 0,0-1 0 0 0,-1 1 1 0 0,1-1-1 0 0,-1 1 1 0 0,1 0-1 0 0,0-1 0 0 0,-1 1 1 0 0,1-1-1 0 0,-1 1 0 0 0,1 0 1 0 0,-1-1-1 0 0,1 1 1 0 0,-1 0-1 0 0,1-1 0 0 0,-1 1 1 0 0,1 0-1 0 0,-1 0 1 0 0,1 0-1 0 0,-1-1 0 0 0,0 1 1 0 0,1 0-1 0 0,-1 0 0 0 0,1 0 1 0 0,-1 0-1 0 0,1 0 1 0 0,-1 0-1 0 0,0 0 0 0 0,1 0 1 0 0,-1 0-1 0 0,-1 1 0 0 0,1-1 25 0 0,-1 1 0 0 0,1-1-1 0 0,-1 1 1 0 0,0-1 0 0 0,1 1-1 0 0,-1 0 1 0 0,1-1 0 0 0,-1 1 0 0 0,1 0-1 0 0,0 0 1 0 0,-1 0 0 0 0,-1 2-1 0 0,-2 5 208 0 0,-1 0 1 0 0,2 0-1 0 0,-1 1 0 0 0,1-1 1 0 0,0 1-1 0 0,-4 15 0 0 0,-11 57 880 0 0,0 48 475 0 0,-3 185 0 0 0,16-192-1059 0 0,-46 509 886 0 0,17-434-1095 0 0,29-176-313 0 0,0 1 0 0 0,-2-1 0 0 0,0-1 1 0 0,-1 1-1 0 0,-1-1 0 0 0,-25 35 0 0 0,32-50-30 0 0,0-1-1 0 0,0 0 0 0 0,-1-1 0 0 0,0 1 1 0 0,0-1-1 0 0,0 1 0 0 0,0-1 0 0 0,0 0 1 0 0,-1 0-1 0 0,1-1 0 0 0,-1 0 0 0 0,-8 4 1 0 0,9-5-41 0 0,0-1 1 0 0,0 1-1 0 0,1-1 1 0 0,-1 1-1 0 0,0-1 1 0 0,0 0 0 0 0,0-1-1 0 0,0 1 1 0 0,0-1-1 0 0,1 0 1 0 0,-1 0-1 0 0,0 0 1 0 0,0 0 0 0 0,1 0-1 0 0,-1-1 1 0 0,1 0-1 0 0,-7-4 1 0 0,-4-4-357 0 0,0-1 0 0 0,0-1 0 0 0,1 0 0 0 0,1-1 0 0 0,0 0 0 0 0,0-1 0 0 0,2 0 0 0 0,-14-22 0 0 0,2-5-1194 0 0,-35-86 0 0 0,40 80 1043 0 0,2-2 0 0 0,2 0 0 0 0,3-1 1 0 0,2 0-1 0 0,1-1 0 0 0,4 1 0 0 0,1-1 0 0 0,2 0 1 0 0,9-62-1 0 0,-2 76 422 0 0,1-1 0 0 0,1 2 0 0 0,2-1 0 0 0,2 1 0 0 0,1 1 0 0 0,2 1 0 0 0,1 0 0 0 0,2 0-1 0 0,34-46 1 0 0,-25 45 106 0 0,1 1 1 0 0,1 1-1 0 0,2 1 0 0 0,1 2 0 0 0,1 1 0 0 0,2 2 0 0 0,69-40 0 0 0,-74 50 126 0 0,1 2 0 0 0,1 1 0 0 0,0 2 0 0 0,47-12 0 0 0,-62 20 23 0 0,0 1 1 0 0,0 0-1 0 0,0 1 1 0 0,0 1-1 0 0,0 1 1 0 0,1 1-1 0 0,-1 0 1 0 0,0 1 0 0 0,0 1-1 0 0,23 7 1 0 0,-34-8-1 0 0,0 1 0 0 0,0 0 0 0 0,0 0 1 0 0,-1 1-1 0 0,1 0 0 0 0,-1 0 1 0 0,0 0-1 0 0,0 1 0 0 0,0 0 1 0 0,5 6-1 0 0,-9-9-56 0 0,0 1 1 0 0,0 0-1 0 0,0 0 1 0 0,0 0-1 0 0,0 0 1 0 0,-1 0-1 0 0,1 0 1 0 0,-1 0-1 0 0,0 0 1 0 0,0 1-1 0 0,0-1 1 0 0,-1 0-1 0 0,1 1 1 0 0,-1-1-1 0 0,1 1 1 0 0,-1-1-1 0 0,0 1 1 0 0,-1-1-1 0 0,1 0 1 0 0,0 1-1 0 0,-1-1 1 0 0,0 1-1 0 0,-2 5 1 0 0,-2 2 20 0 0,-1 1-1 0 0,0-1 1 0 0,-1-1 0 0 0,0 1-1 0 0,0-1 1 0 0,-1 0 0 0 0,-1 0 0 0 0,0-1-1 0 0,-12 9 1 0 0,-15 12 50 0 0,-44 26 1 0 0,77-54-146 0 0,-41 25-116 0 0,4-3-3408 0 0,62-34-5281 0 0,-8 5 4532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32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342 101 700 0 0,'8'-4'1042'0'0,"0"-1"0"0"0,-1 0 0 0 0,0 0-1 0 0,0 0 1 0 0,0-1 0 0 0,0 0 0 0 0,-1-1 0 0 0,0 1 0 0 0,8-12-1 0 0,-14 17-970 0 0,0 0 0 0 0,0 1 0 0 0,1-1-1 0 0,-1 0 1 0 0,0 1 0 0 0,0-1-1 0 0,0 0 1 0 0,0 0 0 0 0,0 1 0 0 0,0-1-1 0 0,0 0 1 0 0,0 1 0 0 0,0-1 0 0 0,0 0-1 0 0,0 0 1 0 0,0 1 0 0 0,0-1 0 0 0,-1 0-1 0 0,1 1 1 0 0,0-1 0 0 0,-1 0 0 0 0,1 1-1 0 0,0-1 1 0 0,-1 1 0 0 0,1-1-1 0 0,-1 0 1 0 0,1 1 0 0 0,-1-1 0 0 0,1 1-1 0 0,-1-1 1 0 0,1 1 0 0 0,-1 0 0 0 0,0-1-1 0 0,-1-1 57 0 0,0 1 0 0 0,0 0-1 0 0,0 0 1 0 0,0 0 0 0 0,0 0-1 0 0,0 0 1 0 0,-1 0 0 0 0,1 1-1 0 0,0-1 1 0 0,0 1 0 0 0,-3-1-1 0 0,-8 1 78 0 0,1 1 0 0 0,0 0 0 0 0,0 1 0 0 0,0 1 0 0 0,0-1 0 0 0,0 2 0 0 0,0 0 1 0 0,1 0-1 0 0,0 1 0 0 0,-16 9 0 0 0,-7 7 273 0 0,-62 48 0 0 0,81-57-379 0 0,1 0 0 0 0,0 1 0 0 0,-21 26 1 0 0,32-35-80 0 0,0 0 0 0 0,0 0 0 0 0,0 0 0 0 0,0 1 0 0 0,1 0 0 0 0,0-1 0 0 0,0 1 0 0 0,0 0 0 0 0,0 0 0 0 0,1 0 0 0 0,0 0 0 0 0,0 0 0 0 0,0 0 0 0 0,1 0 0 0 0,-1 0 0 0 0,1 1 0 0 0,0-1 0 0 0,2 7 0 0 0,-1-9-13 0 0,-1 0 1 0 0,1-1 0 0 0,0 1-1 0 0,0-1 1 0 0,1 0 0 0 0,-1 1-1 0 0,0-1 1 0 0,1 0-1 0 0,0 0 1 0 0,-1 0 0 0 0,1 0-1 0 0,0 0 1 0 0,0 0 0 0 0,0 0-1 0 0,4 2 1 0 0,-1-1-6 0 0,0-1 0 0 0,-1 0 0 0 0,1 0 0 0 0,0 0 0 0 0,0 0 0 0 0,0-1 0 0 0,9 1 0 0 0,3 0-60 0 0,1-1 1 0 0,-1-2 0 0 0,33-3-1 0 0,-35 2 20 0 0,-1-1 0 0 0,0 0 0 0 0,1-1 0 0 0,-1-1 0 0 0,-1 0 0 0 0,1-1 0 0 0,-1 0 0 0 0,0-1-1 0 0,0 0 1 0 0,-1-1 0 0 0,0-1 0 0 0,0 0 0 0 0,-1 0 0 0 0,-1-1 0 0 0,1-1 0 0 0,-1 0 0 0 0,-1 0-1 0 0,0-1 1 0 0,-1 0 0 0 0,0-1 0 0 0,-1 1 0 0 0,0-1 0 0 0,-1-1 0 0 0,-1 1 0 0 0,5-18 0 0 0,7-15 211 0 0,-17 44 56 0 0,-1 3-206 0 0,-1-1 0 0 0,1 1 1 0 0,0 0-1 0 0,0 0 1 0 0,-1 0-1 0 0,1 0 0 0 0,0 0 1 0 0,0 0-1 0 0,0 0 0 0 0,0 0 1 0 0,0 0-1 0 0,0 1 0 0 0,0-1 1 0 0,1 0-1 0 0,-1 1 1 0 0,0-1-1 0 0,0 2 0 0 0,-10 29 120 0 0,8-23-89 0 0,-5 14-202 0 0,-15 55 595 0 0,21-69-1155 0 0,0 0-1 0 0,1 0 1 0 0,0 0-1 0 0,0 0 1 0 0,1 0-1 0 0,2 16 1 0 0,5-6-5252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33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293 104 36 0 0,'4'-9'1651'0'0,"0"1"-1"0"0,0-1 1 0 0,0 0 0 0 0,-1 0-1 0 0,-1 0 1 0 0,0 0 0 0 0,2-16-1 0 0,-4 24-1586 0 0,0 1-1 0 0,0-1 0 0 0,0 0 1 0 0,0 0-1 0 0,0 1 0 0 0,-1-1 1 0 0,1 0-1 0 0,0 1 0 0 0,0-1 1 0 0,-1 0-1 0 0,1 1 1 0 0,0-1-1 0 0,-1 1 0 0 0,1-1 1 0 0,-1 0-1 0 0,1 1 0 0 0,-1-1 1 0 0,1 1-1 0 0,-1-1 0 0 0,1 1 1 0 0,-1-1-1 0 0,0 1 0 0 0,1 0 1 0 0,-1-1-1 0 0,0 1 1 0 0,1 0-1 0 0,-1-1 0 0 0,0 1 1 0 0,1 0-1 0 0,-1 0 0 0 0,0 0 1 0 0,1 0-1 0 0,-1-1 0 0 0,0 1 1 0 0,0 0-1 0 0,1 0 0 0 0,-1 1 1 0 0,0-1-1 0 0,0 0 1 0 0,1 0-1 0 0,-1 0 0 0 0,0 0 1 0 0,0 1-1 0 0,-31 9 672 0 0,6 3-463 0 0,0 1 1 0 0,1 2 0 0 0,1 0 0 0 0,1 2-1 0 0,0 0 1 0 0,1 2 0 0 0,-20 23 0 0 0,35-35-232 0 0,0 0-1 0 0,0 1 1 0 0,1 0 0 0 0,0 0 0 0 0,1 1 0 0 0,-6 13 0 0 0,10-21-30 0 0,0 1 0 0 0,0 0 1 0 0,1-1-1 0 0,-1 1 0 0 0,1 0 1 0 0,-1-1-1 0 0,1 1 1 0 0,0 0-1 0 0,0-1 0 0 0,0 1 1 0 0,0 0-1 0 0,1-1 0 0 0,-1 1 1 0 0,1 0-1 0 0,0-1 0 0 0,0 1 1 0 0,-1-1-1 0 0,2 1 0 0 0,-1-1 1 0 0,0 1-1 0 0,0-1 1 0 0,1 0-1 0 0,-1 1 0 0 0,1-1 1 0 0,0 0-1 0 0,0 0 0 0 0,0 0 1 0 0,0 0-1 0 0,0-1 0 0 0,0 1 1 0 0,3 1-1 0 0,5 3 3 0 0,0-1 0 0 0,0 0-1 0 0,1 0 1 0 0,0-2 0 0 0,-1 1 0 0 0,1-1 0 0 0,1-1-1 0 0,-1 1 1 0 0,0-2 0 0 0,15 1 0 0 0,9-2 3 0 0,70-7 1 0 0,-76 4-12 0 0,0-2 0 0 0,-1-1 0 0 0,0-2 0 0 0,0 0-1 0 0,-1-2 1 0 0,37-18 0 0 0,-51 21-6 0 0,0 0 0 0 0,-1-1 0 0 0,1-1 0 0 0,-2 0 0 0 0,1 0-1 0 0,-1-1 1 0 0,-1-1 0 0 0,0 1 0 0 0,0-2 0 0 0,-1 0 0 0 0,-1 0 0 0 0,0 0-1 0 0,-1-1 1 0 0,8-18 0 0 0,-13 28 11 0 0,-1-1 0 0 0,0 1-1 0 0,0-1 1 0 0,0 0 0 0 0,0 0-1 0 0,-1 0 1 0 0,1 1 0 0 0,-1-1 0 0 0,0 0-1 0 0,0 0 1 0 0,-1 0 0 0 0,1 0-1 0 0,-1 1 1 0 0,0-1 0 0 0,0 0 0 0 0,0 0-1 0 0,-3-6 1 0 0,3 8 21 0 0,-1 0 0 0 0,1 0 0 0 0,-1 0 0 0 0,1 0 0 0 0,-1 1 0 0 0,0-1 0 0 0,1 0 0 0 0,-1 1 0 0 0,0-1 0 0 0,0 1 0 0 0,0-1 0 0 0,-1 1 0 0 0,1 0 0 0 0,0 0 0 0 0,0 0 0 0 0,-1 0 0 0 0,1 0 0 0 0,0 1 0 0 0,-1-1 0 0 0,1 1 0 0 0,-1 0 0 0 0,1-1 0 0 0,-1 1 0 0 0,1 0 0 0 0,-1 0 1 0 0,1 1-1 0 0,-5 0 0 0 0,-4 1 82 0 0,1 1 1 0 0,0 1 0 0 0,0-1 0 0 0,0 2-1 0 0,0-1 1 0 0,0 1 0 0 0,1 1 0 0 0,0 0-1 0 0,0 0 1 0 0,0 1 0 0 0,1 0 0 0 0,-10 11-1 0 0,13-13-54 0 0,-1 1 0 0 0,1-1 0 0 0,1 1 0 0 0,-1 0 0 0 0,1 1 0 0 0,0-1 0 0 0,1 1 0 0 0,0 0 0 0 0,0 0 0 0 0,0 0 0 0 0,1 0 0 0 0,0 0 0 0 0,0 1 0 0 0,1-1 0 0 0,-1 1 0 0 0,2-1 0 0 0,-1 1 0 0 0,2 9-1 0 0,-1-12-30 0 0,1-1 0 0 0,0 1-1 0 0,1-1 1 0 0,-1 0-1 0 0,1 1 1 0 0,0-1-1 0 0,0 0 1 0 0,0 0 0 0 0,1 0-1 0 0,-1 0 1 0 0,1-1-1 0 0,0 1 1 0 0,4 3-1 0 0,-2-2 5 0 0,1 0-1 0 0,0 0 1 0 0,1-1-1 0 0,-1 0 1 0 0,1 0-1 0 0,-1-1 0 0 0,11 4 1 0 0,2 0-89 0 0,1-2 1 0 0,0 0-1 0 0,0-2 0 0 0,0 0 1 0 0,22 0-1 0 0,-9-2-1063 0 0,0-2 0 0 0,0-2 0 0 0,0 0-1 0 0,58-15 1 0 0,-49 6-3711 0 0,58-24 0 0 0,-62 19-1377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34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291 385 36 0 0,'-1'-3'849'0'0,"-17"-28"5062"0"0,17 29-5493 0 0,0 0-1 0 0,0 0 1 0 0,-1 0 0 0 0,1 0 0 0 0,-1 0-1 0 0,1 1 1 0 0,-1-1 0 0 0,0 1 0 0 0,1-1 0 0 0,-1 1-1 0 0,-4-2 1 0 0,4 2-293 0 0,1 1-1 0 0,-1 0 1 0 0,1 0-1 0 0,-1 0 1 0 0,1 0-1 0 0,-1 0 1 0 0,1 0-1 0 0,-1 1 1 0 0,1-1-1 0 0,-1 0 1 0 0,1 1-1 0 0,0-1 1 0 0,-1 1-1 0 0,1 0 0 0 0,-1-1 1 0 0,1 1-1 0 0,-2 2 1 0 0,-23 18 905 0 0,19-15-683 0 0,-91 83 1908 0 0,84-74-2052 0 0,1 1 0 0 0,0 0 0 0 0,0 0 0 0 0,-13 27 0 0 0,24-40-180 0 0,1-1 1 0 0,-1 1-1 0 0,1 0 0 0 0,0 0 0 0 0,0 0 1 0 0,0 0-1 0 0,0 0 0 0 0,0 0 0 0 0,1 0 1 0 0,0 1-1 0 0,-1-1 0 0 0,1 0 1 0 0,0 0-1 0 0,0 0 0 0 0,1 0 0 0 0,-1 1 1 0 0,1-1-1 0 0,1 3 0 0 0,-1-3-11 0 0,0-1 0 0 0,1 0-1 0 0,-1 0 1 0 0,1 1 0 0 0,0-1-1 0 0,0 0 1 0 0,0-1 0 0 0,0 1 0 0 0,0 0-1 0 0,0-1 1 0 0,0 1 0 0 0,1-1 0 0 0,-1 1-1 0 0,1-1 1 0 0,-1 0 0 0 0,1 0-1 0 0,-1 0 1 0 0,1 0 0 0 0,0-1 0 0 0,-1 1-1 0 0,5-1 1 0 0,12 3 4 0 0,0-1 0 0 0,0-2-1 0 0,1 0 1 0 0,-1 0 0 0 0,0-2 0 0 0,29-6 0 0 0,-16 1-8 0 0,-1-2-1 0 0,0-1 1 0 0,32-16 0 0 0,-48 19-10 0 0,0 0-1 0 0,0-2 1 0 0,-1 0 0 0 0,0-1-1 0 0,-1 0 1 0 0,0-1-1 0 0,0 0 1 0 0,-1-1 0 0 0,-1 0-1 0 0,0-1 1 0 0,13-21 0 0 0,-17 22-5 0 0,0 0 0 0 0,-1 0 0 0 0,-1-1 0 0 0,0 0 0 0 0,-1 0 1 0 0,0 0-1 0 0,-1 0 0 0 0,0-1 0 0 0,-1 0 0 0 0,-1 1 1 0 0,0-1-1 0 0,-1 0 0 0 0,0 0 0 0 0,-4-20 0 0 0,3 25 1 0 0,-1 1 0 0 0,0-1 0 0 0,0 0-1 0 0,-1 1 1 0 0,0 0 0 0 0,-1 0 0 0 0,0 0-1 0 0,0 0 1 0 0,-1 0 0 0 0,-10-12 0 0 0,11 16 3 0 0,0 0 1 0 0,1 0 0 0 0,-2 0 0 0 0,1 1-1 0 0,0 0 1 0 0,-1 0 0 0 0,1 0 0 0 0,-1 1-1 0 0,0-1 1 0 0,0 1 0 0 0,0 0 0 0 0,0 0 0 0 0,-1 1-1 0 0,1 0 1 0 0,0 0 0 0 0,-1 0 0 0 0,1 0-1 0 0,-10 1 1 0 0,0 1 4 0 0,0 1-1 0 0,-1 1 0 0 0,2 0 1 0 0,-1 1-1 0 0,0 1 1 0 0,1 0-1 0 0,0 1 1 0 0,0 0-1 0 0,-18 12 1 0 0,10-4 3 0 0,1 0 1 0 0,0 2-1 0 0,1 1 1 0 0,-29 31-1 0 0,39-38-2 0 0,1 0 0 0 0,1 1 0 0 0,0 0 0 0 0,1 0 1 0 0,0 1-1 0 0,0 0 0 0 0,-8 25 0 0 0,13-33-1 0 0,1 1 1 0 0,0-1-1 0 0,0 0 0 0 0,0 0 1 0 0,1 1-1 0 0,0-1 1 0 0,-1 0-1 0 0,1 1 0 0 0,1-1 1 0 0,-1 0-1 0 0,1 1 1 0 0,0-1-1 0 0,0 0 0 0 0,0 0 1 0 0,0 0-1 0 0,1 0 0 0 0,0 0 1 0 0,0 0-1 0 0,0 0 1 0 0,0 0-1 0 0,0-1 0 0 0,1 1 1 0 0,-1-1-1 0 0,1 1 1 0 0,0-1-1 0 0,0 0 0 0 0,1 0 1 0 0,3 2-1 0 0,4 2-39 0 0,0 0 0 0 0,0-1 0 0 0,0-1 1 0 0,0 0-1 0 0,1-1 0 0 0,0 0 0 0 0,0 0 0 0 0,0-1 0 0 0,0-1 0 0 0,1 0 0 0 0,-1-1 1 0 0,15 0-1 0 0,7-2-189 0 0,0-1 1 0 0,-1-2-1 0 0,43-9 1 0 0,-41 5 17 0 0,0-1 0 0 0,0-2 0 0 0,-1-1 0 0 0,-1-2 1 0 0,0-1-1 0 0,46-30 0 0 0,-56 29 134 0 0,0 0 0 0 0,-2-2-1 0 0,0-1 1 0 0,-1 0 0 0 0,-1-1-1 0 0,-1-2 1 0 0,0 1 0 0 0,-2-2-1 0 0,14-25 1 0 0,-13 13 54 0 0,0-1 1 0 0,15-56-1 0 0,-31 91 20 0 0,0-7 20 0 0,-6 9 15 0 0,-7 11 25 0 0,0 11 101 0 0,1 1 1 0 0,1 0-1 0 0,1 1 0 0 0,-10 43 0 0 0,10-34 73 0 0,-122 514 3263 0 0,30-108-1469 0 0,88-389-1834 0 0,-64 229 735 0 0,53-207-512 0 0,-57 121 0 0 0,65-164-188 0 0,0-1 1 0 0,-22 28-1 0 0,31-47-148 0 0,-1-1 1 0 0,1 0-1 0 0,-2-1 0 0 0,1 1 0 0 0,-1-2 0 0 0,0 1 0 0 0,-1-1 0 0 0,0-1 1 0 0,-11 6-1 0 0,17-10-59 0 0,1 0-1 0 0,0-1 1 0 0,-1 0 0 0 0,1 0 0 0 0,0 0 0 0 0,-1 0 0 0 0,0-1-1 0 0,1 0 1 0 0,-1 1 0 0 0,1-1 0 0 0,-1 0 0 0 0,1-1 0 0 0,-1 1-1 0 0,1 0 1 0 0,-1-1 0 0 0,-5-2 0 0 0,4 1-9 0 0,1 0 1 0 0,0 0-1 0 0,0-1 0 0 0,0 1 1 0 0,0-1-1 0 0,0 0 0 0 0,0-1 1 0 0,1 1-1 0 0,0 0 0 0 0,-7-9 1 0 0,2-1-3 0 0,0-1 0 0 0,1 0 0 0 0,0 0 1 0 0,1 0-1 0 0,0-1 0 0 0,-5-23 0 0 0,5 10-18 0 0,1 0-1 0 0,2-1 0 0 0,0 1 1 0 0,2-1-1 0 0,1 0 0 0 0,2 1 1 0 0,0-1-1 0 0,2 1 0 0 0,2-1 1 0 0,0 1-1 0 0,1 0 0 0 0,2 1 1 0 0,1 0-1 0 0,1 1 0 0 0,24-41 1 0 0,-16 34-135 0 0,2 2 0 0 0,2 0 0 0 0,0 1 0 0 0,2 1 1 0 0,1 1-1 0 0,2 2 0 0 0,0 1 0 0 0,2 1 1 0 0,0 1-1 0 0,2 1 0 0 0,43-21 0 0 0,-27 20-1275 0 0,2 1 1 0 0,59-16-1 0 0,-64 26-4141 0 0,54-8 0 0 0,-72 16-1376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41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678 166 1940 0 0,'0'-1'310'0'0,"-1"-1"0"0"0,1 1 1 0 0,0 0-1 0 0,0 0 0 0 0,-1-1 0 0 0,1 1 0 0 0,-1 0 0 0 0,1 0 0 0 0,-1 0 0 0 0,0 0 1 0 0,1 0-1 0 0,-1 0 0 0 0,0 0 0 0 0,0 0 0 0 0,1 0 0 0 0,-1 0 0 0 0,0 0 0 0 0,0 0 1 0 0,0 0-1 0 0,0 1 0 0 0,0-1 0 0 0,0 0 0 0 0,-1 1 0 0 0,1-1 0 0 0,-2 0 0 0 0,2 1-197 0 0,-1 1 0 0 0,0-1-1 0 0,1 0 1 0 0,-1 1 0 0 0,1 0-1 0 0,-1-1 1 0 0,1 1 0 0 0,-1 0-1 0 0,1 0 1 0 0,0 0 0 0 0,-1-1-1 0 0,1 2 1 0 0,0-1 0 0 0,0 0-1 0 0,0 0 1 0 0,0 0 0 0 0,0 0-1 0 0,0 1 1 0 0,-2 2-1 0 0,-22 35 934 0 0,1 2 0 0 0,-28 64 0 0 0,2-2-359 0 0,-73 118 185 0 0,-171 230 1 0 0,248-388-677 0 0,43-61-174 0 0,3-2-22 0 0,0 0 0 0 0,-1 0 1 0 0,1 0-1 0 0,-1 0 0 0 0,1 0 1 0 0,-1 0-1 0 0,1 0 0 0 0,0 0 1 0 0,-1 0-1 0 0,1 0 0 0 0,-1 0 1 0 0,1 0-1 0 0,0 0 0 0 0,-1 0 1 0 0,1-1-1 0 0,-1 1 0 0 0,1 0 1 0 0,0 0-1 0 0,-1 0 0 0 0,1-1 1 0 0,0 1-1 0 0,-1 0 0 0 0,1-1 1 0 0,0 1-1 0 0,0 0 0 0 0,-1-1 1 0 0,1 1-1 0 0,0 0 1 0 0,0-1-1 0 0,-1 1 0 0 0,1 0 1 0 0,0-1-1 0 0,0 1 0 0 0,0-1 1 0 0,0 1-1 0 0,0 0 0 0 0,-1-1 1 0 0,1 1-1 0 0,0-1 0 0 0,0 1 1 0 0,0-1-1 0 0,0 1 0 0 0,0 0 1 0 0,1-1-1 0 0,-1 1 0 0 0,0-1 1 0 0,0 1-1 0 0,0-1 0 0 0,0 1 1 0 0,0 0-1 0 0,0-1 0 0 0,1 1 1 0 0,-1 0-1 0 0,0-1 0 0 0,0 1 1 0 0,1-1-1 0 0,-1 0-1 0 0,6-17-51 0 0,0 1 1 0 0,1 0 0 0 0,1 0 0 0 0,0 1-1 0 0,11-16 1 0 0,-3 4-93 0 0,9-17-119 0 0,358-609-1480 0 0,-270 491 1587 0 0,-93 138 127 0 0,1 0 0 0 0,1 2 0 0 0,1 0 0 0 0,28-20 0 0 0,-48 40 25 0 0,0 1 0 0 0,1 0 1 0 0,-1 0-1 0 0,0 0 1 0 0,1 0-1 0 0,0 0 0 0 0,-1 1 1 0 0,1-1-1 0 0,0 1 1 0 0,0 0-1 0 0,0 1 0 0 0,8-2 1 0 0,-10 2 3 0 0,0 1 0 0 0,0-1 0 0 0,0 0 0 0 0,-1 1 0 0 0,1 0 0 0 0,0-1 0 0 0,0 1 0 0 0,0 0 0 0 0,0 0 0 0 0,-1 0 0 0 0,1 0 0 0 0,-1 0 0 0 0,1 0 0 0 0,0 0 0 0 0,-1 1 0 0 0,0-1 0 0 0,1 1 0 0 0,-1-1-1 0 0,0 1 1 0 0,0-1 0 0 0,0 1 0 0 0,0 0 0 0 0,0-1 0 0 0,0 1 0 0 0,0 0 0 0 0,-1 0 0 0 0,2 3 0 0 0,1 5 9 0 0,-1 0-1 0 0,0 1 1 0 0,0-1-1 0 0,-1 1 1 0 0,0 0-1 0 0,-1-1 0 0 0,-2 16 1 0 0,-14 77 169 0 0,11-79-122 0 0,-87 311 944 0 0,58-228-314 0 0,-33 173 0 0 0,65-264-651 0 0,0-1 0 0 0,0 0 0 0 0,2 0 0 0 0,0 1 0 0 0,1-1 0 0 0,2 16 0 0 0,-2-27-27 0 0,-1 0 0 0 0,1-1 0 0 0,1 1-1 0 0,-1-1 1 0 0,0 1 0 0 0,1-1 0 0 0,-1 1 0 0 0,1-1 0 0 0,0 0 0 0 0,0 0 0 0 0,1 0 0 0 0,-1 0 0 0 0,1 0 0 0 0,-1-1-1 0 0,1 1 1 0 0,0-1 0 0 0,0 1 0 0 0,0-1 0 0 0,0 0 0 0 0,0 0 0 0 0,0 0 0 0 0,1-1 0 0 0,-1 1 0 0 0,1-1-1 0 0,-1 0 1 0 0,1 0 0 0 0,0 0 0 0 0,-1 0 0 0 0,8 0 0 0 0,-1-1-180 0 0,0 0-1 0 0,1 0 1 0 0,-1-1 0 0 0,0-1-1 0 0,0 1 1 0 0,-1-1 0 0 0,1-1-1 0 0,0 0 1 0 0,9-4 0 0 0,-5 0-1296 0 0,0 0 0 0 0,-1 0 1 0 0,0-1-1 0 0,0-1 0 0 0,15-13 0 0 0,-7 3-4009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41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86 2696 0 0,'-60'-3'3552'0'0,"-144"-4"6391"0"0,200 7-9342 0 0,6-2-550 0 0,1 1 0 0 0,-1-1-1 0 0,1 1 1 0 0,0 0 0 0 0,-1 0 0 0 0,1 0 0 0 0,0 0-1 0 0,0 0 1 0 0,3 0 0 0 0,-4 1-21 0 0,221-37-1338 0 0,-72 22-3132 0 0,-79 9 702 0 0,-7 0-1702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42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62 640 0 0,'-14'4'8037'0'0,"-27"4"1410"0"0,29-8-5910 0 0,21-5-3466 0 0,1 1 0 0 0,-1-1-1 0 0,1 2 1 0 0,0-1 0 0 0,0 1-1 0 0,0 1 1 0 0,17-3 0 0 0,-8 1-120 0 0,115-22-3177 0 0,-46 13-7449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42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0 572 0 0,'-145'74'17187'0'0,"131"-62"-15756"0"0,14-12-1401 0 0,0 0 0 0 0,1 0 0 0 0,-1 0 1 0 0,0 0-1 0 0,1 0 0 0 0,-1 0 0 0 0,0 0 1 0 0,0 0-1 0 0,1 0 0 0 0,-1 0 0 0 0,0 0 1 0 0,1 0-1 0 0,-1 0 0 0 0,0 0 0 0 0,0 0 1 0 0,1 0-1 0 0,-1 0 0 0 0,0 0 0 0 0,1 1 1 0 0,-1-1-1 0 0,0 0 0 0 0,0 0 0 0 0,1 0 0 0 0,-1 0 1 0 0,0 1-1 0 0,0-1 0 0 0,0 0 0 0 0,1 0 1 0 0,-1 0-1 0 0,0 1 0 0 0,0-1 0 0 0,0 0 1 0 0,0 0-1 0 0,1 1 0 0 0,-1-1 0 0 0,0 0 1 0 0,0 1-1 0 0,0-1 0 0 0,0 0 0 0 0,0 0 1 0 0,0 1-1 0 0,0-1 0 0 0,0 0 0 0 0,0 1 1 0 0,0-1-1 0 0,0 0 0 0 0,0 0 0 0 0,0 1 1 0 0,0-1-1 0 0,0 0 0 0 0,0 1 0 0 0,0-1 0 0 0,0 0 1 0 0,0 0-1 0 0,-1 1 0 0 0,1-1 0 0 0,0 0 1 0 0,0 0-1 0 0,0 1 0 0 0,0-1 0 0 0,-1 0 1 0 0,1 0-1 0 0,0 1 0 0 0,0-1 0 0 0,0 0 1 0 0,-1 0-1 0 0,1 0 0 0 0,0 0 0 0 0,-1 1 1 0 0,32-1 44 0 0,-1 0 0 0 0,45-7 1 0 0,66-18-3208 0 0,-70 12 474 0 0,48-12-4533 0 0,-58 10 1043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42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1273 104 2300 0 0,'4'-5'1342'0'0,"1"0"0"0"0,-2 0-1 0 0,1 0 1 0 0,0 0 0 0 0,-1-1 0 0 0,0 1-1 0 0,-1-1 1 0 0,1 0 0 0 0,2-8-1 0 0,-5 13-1252 0 0,0 0 0 0 0,0 0 0 0 0,0-1 0 0 0,1 1 0 0 0,-1 0 0 0 0,-1 0 0 0 0,1 0 0 0 0,0 0-1 0 0,0 0 1 0 0,0 0 0 0 0,0 0 0 0 0,-1-1 0 0 0,1 1 0 0 0,-1 0 0 0 0,1 0 0 0 0,0 0 0 0 0,-1 0-1 0 0,0 0 1 0 0,1 0 0 0 0,-1 1 0 0 0,0-1 0 0 0,1 0 0 0 0,-1 0 0 0 0,0 0 0 0 0,0 1 0 0 0,0-1-1 0 0,0 0 1 0 0,0 1 0 0 0,0-1 0 0 0,1 0 0 0 0,-2 1 0 0 0,1-1 0 0 0,0 1 0 0 0,0 0 0 0 0,-1-1-1 0 0,-3-1 6 0 0,0 0-1 0 0,-1 1 0 0 0,1 0 1 0 0,0 0-1 0 0,-9-1 0 0 0,-9 2 19 0 0,0 1 1 0 0,1 1-1 0 0,-1 0 0 0 0,0 2 1 0 0,1 1-1 0 0,-41 15 0 0 0,25-6-61 0 0,1 2-1 0 0,1 2 0 0 0,-35 23 1 0 0,44-24-39 0 0,2 2-1 0 0,0 0 1 0 0,1 1 0 0 0,1 2 0 0 0,1 0 0 0 0,-24 32 0 0 0,31-33 64 0 0,1 1-1 0 0,0 0 0 0 0,2 1 0 0 0,0 0 1 0 0,2 1-1 0 0,1 0 0 0 0,-12 49 1 0 0,-18 205 1293 0 0,25-141-863 0 0,-76 343 729 0 0,-33-7-191 0 0,93-363-682 0 0,-50 169 407 0 0,-16 63 569 0 0,20 5-135 0 0,75-342-1189 0 0,-17 125 234 0 0,17-111-204 0 0,0 0-1 0 0,2 0 1 0 0,0 1-1 0 0,6 33 1 0 0,-6-49-32 0 0,0 0 1 0 0,0 0-1 0 0,1 0 1 0 0,-1 0 0 0 0,1-1-1 0 0,0 1 1 0 0,0-1-1 0 0,0 1 1 0 0,0-1 0 0 0,1 0-1 0 0,-1 1 1 0 0,1-1-1 0 0,0-1 1 0 0,0 1 0 0 0,0 0-1 0 0,5 3 1 0 0,-2-3-64 0 0,0 0-1 0 0,0-1 1 0 0,0 1 0 0 0,0-1 0 0 0,0-1 0 0 0,0 1 0 0 0,0-1-1 0 0,1 0 1 0 0,9 1 0 0 0,8-3-567 0 0,0 0 1 0 0,0-2-1 0 0,0 0 0 0 0,33-10 0 0 0,1-2-2712 0 0,98-39 0 0 0,-19-13-5035 0 0,-58 20-276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43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246 142 1368 0 0,'33'-141'17998'0'0,"-34"143"-17255"0"0,-45 106 2538 0 0,11-23-2515 0 0,-14 23-491 0 0,-31 70-74 0 0,35-56-5116 0 0,34-77 1520 0 0,5-14-1711 0 0,5-26 3824 0 0,-4 20-6248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43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 1668 0 0,'-160'62'17058'0'0,"160"-62"-17051"0"0,-21 10 2213 0 0,18-5-804 0 0,16-3-738 0 0,32-3-204 0 0,70 3 67 0 0,-101-1-529 0 0,0 0 1 0 0,-1 2 0 0 0,1-1-1 0 0,0 2 1 0 0,-1 0 0 0 0,14 6-1 0 0,-24-9 26 0 0,0 1 0 0 0,0-1 0 0 0,0 1-1 0 0,0 0 1 0 0,0 0 0 0 0,-1 0 0 0 0,1 0 0 0 0,-1 1 0 0 0,1-1-1 0 0,-1 1 1 0 0,0-1 0 0 0,0 1 0 0 0,0 0 0 0 0,0 0-1 0 0,-1 0 1 0 0,1 0 0 0 0,2 6 0 0 0,-3-4 31 0 0,0 0 0 0 0,0 0 0 0 0,-1 0 0 0 0,0 0 0 0 0,0 1 0 0 0,0-1 0 0 0,0 0 0 0 0,-1 0 0 0 0,1 0 0 0 0,-3 8 0 0 0,-3 5 115 0 0,-1-1-1 0 0,0 0 1 0 0,-1 0-1 0 0,-1-1 1 0 0,-15 22-1 0 0,-21 22 1071 0 0,-93 95 0 0 0,60-71-399 0 0,77-83-842 0 0,-11 15 42 0 0,12-16-54 0 0,0 0 1 0 0,0 1-1 0 0,-1-1 1 0 0,1 0-1 0 0,0 1 1 0 0,0-1-1 0 0,0 0 1 0 0,0 1-1 0 0,0-1 1 0 0,0 0-1 0 0,0 0 1 0 0,0 1-1 0 0,0-1 1 0 0,0 0-1 0 0,0 1 1 0 0,0-1 0 0 0,0 0-1 0 0,0 1 1 0 0,0-1-1 0 0,0 0 1 0 0,0 1-1 0 0,0-1 1 0 0,0 0-1 0 0,0 1 1 0 0,1-1-1 0 0,-1 0 1 0 0,0 0-1 0 0,0 1 1 0 0,0-1-1 0 0,1 0 1 0 0,-1 0-1 0 0,0 1 1 0 0,0-1-1 0 0,1 0 1 0 0,-1 0-1 0 0,0 0 1 0 0,0 1-1 0 0,1-1 1 0 0,-1 0-1 0 0,0 0 1 0 0,0 0 0 0 0,1 0-1 0 0,-1 0 1 0 0,0 0-1 0 0,1 1 1 0 0,-1-1-1 0 0,0 0 1 0 0,1 0-1 0 0,-1 0 1 0 0,0 0-1 0 0,1 0 1 0 0,-1 0-1 0 0,0 0 1 0 0,1 0-1 0 0,-1-1 1 0 0,0 1-1 0 0,1 0 1 0 0,-1 0-1 0 0,0 0 1 0 0,0 0-1 0 0,1 0 1 0 0,-1-1-1 0 0,27-2-3 0 0,-2-1 0 0 0,1-1 0 0 0,33-11-1 0 0,79-34-1295 0 0,-102 36 501 0 0,169-67-5339 0 0,-71 22-4085 0 0,-78 32 869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44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47 148 284 0 0,'-6'-5'1271'0'0,"2"0"-1"0"0,-1 0 1 0 0,0-1-1 0 0,1 0 1 0 0,0 0-1 0 0,-3-8 1 0 0,6 13-1090 0 0,0-1 0 0 0,0 0 0 0 0,1 0 0 0 0,-1 1 0 0 0,1-1 0 0 0,-1 0 0 0 0,1 0 0 0 0,0 0 1 0 0,-1 0-1 0 0,1 0 0 0 0,0 0 0 0 0,0 0 0 0 0,0 0 0 0 0,1 1 0 0 0,-1-1 0 0 0,0 0 0 0 0,1 0 0 0 0,0 0 0 0 0,-1 0 0 0 0,1 0 0 0 0,0 1 1 0 0,0-1-1 0 0,-1 0 0 0 0,2 1 0 0 0,-1-1 0 0 0,0 1 0 0 0,2-3 0 0 0,4-2 24 0 0,-1 1 0 0 0,1 0 1 0 0,0 1-1 0 0,1-1 0 0 0,-1 1 0 0 0,1 1 1 0 0,0 0-1 0 0,0 0 0 0 0,0 0 0 0 0,0 1 1 0 0,0 0-1 0 0,1 0 0 0 0,-1 1 0 0 0,0 0 1 0 0,17 1-1 0 0,-14 0-136 0 0,-1 1 0 0 0,1 0 0 0 0,-1 1 0 0 0,1 0 0 0 0,-1 0 0 0 0,0 1 0 0 0,0 0 0 0 0,0 1 0 0 0,0 0 0 0 0,-1 1 1 0 0,1 0-1 0 0,11 9 0 0 0,-17-12-21 0 0,-1 1 1 0 0,1 0 0 0 0,-1 0 0 0 0,0 0-1 0 0,0 1 1 0 0,-1-1 0 0 0,1 1-1 0 0,-1 0 1 0 0,1 0 0 0 0,-1-1 0 0 0,0 1-1 0 0,-1 1 1 0 0,1-1 0 0 0,-1 0-1 0 0,2 8 1 0 0,-2-7-2 0 0,-1 1-1 0 0,0 0 0 0 0,0 0 1 0 0,-1-1-1 0 0,1 1 1 0 0,-1 0-1 0 0,-1-1 0 0 0,1 1 1 0 0,-1 0-1 0 0,-3 8 1 0 0,-6 6 63 0 0,0-1 0 0 0,-1 1 0 0 0,-1-2 0 0 0,-30 33 1 0 0,-148 131 1102 0 0,147-143-906 0 0,44-39-292 0 0,0 0 1 0 0,-1 1-1 0 0,1-1 0 0 0,-1 0 0 0 0,1 0 0 0 0,0 1 0 0 0,-1-1 0 0 0,1 0 0 0 0,-1 0 1 0 0,1 1-1 0 0,0-1 0 0 0,0 0 0 0 0,-1 1 0 0 0,1-1 0 0 0,0 1 0 0 0,0-1 0 0 0,-1 0 1 0 0,1 1-1 0 0,0-1 0 0 0,0 1 0 0 0,0-1 0 0 0,0 1 0 0 0,-1-1 0 0 0,1 0 0 0 0,0 1 1 0 0,0-1-1 0 0,0 1 0 0 0,0-1 0 0 0,0 1 0 0 0,0-1 0 0 0,0 1 0 0 0,0-1 0 0 0,1 1 0 0 0,-1-1 1 0 0,0 0-1 0 0,0 1 0 0 0,0-1 0 0 0,0 1 0 0 0,1 0 0 0 0,0 0 7 0 0,1 0-1 0 0,0-1 0 0 0,-1 1 0 0 0,1 0 1 0 0,-1-1-1 0 0,1 1 0 0 0,0-1 1 0 0,-1 1-1 0 0,1-1 0 0 0,0 0 0 0 0,2 0 1 0 0,55 0 77 0 0,-54-1-69 0 0,171-11 72 0 0,51-4-438 0 0,-76 15-3398 0 0,-140 2 2826 0 0,-1 0-1 0 0,1 0 1 0 0,15 5-1 0 0,-21-5-299 0 0,0 1 0 0 0,0 0 0 0 0,0 0 0 0 0,-1 0 0 0 0,7 4 0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44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7 1840 0 0,'-55'-5'11795'0'0,"35"4"-8519"0"0,19 1-3160 0 0,0 0 0 0 0,-1 1 0 0 0,1-1 0 0 0,0 0 0 0 0,-1 1 0 0 0,1-1 0 0 0,0 1 0 0 0,0 0 0 0 0,0-1 0 0 0,-1 1 0 0 0,1 0 0 0 0,0 0 0 0 0,0 0 0 0 0,0 0 0 0 0,0 0 0 0 0,0 0 0 0 0,1 0 0 0 0,-1 0 0 0 0,0 0 0 0 0,0 0 0 0 0,1 0 0 0 0,-1 0 0 0 0,0 1 0 0 0,1-1 0 0 0,0 0 0 0 0,-1 0 0 0 0,1 1 0 0 0,-1 2 0 0 0,-16 53 1650 0 0,-7 27-461 0 0,-17 98-1 0 0,40-174-1267 0 0,0 0-1 0 0,0 0 1 0 0,1 0-1 0 0,0 0 0 0 0,0 0 1 0 0,1 0-1 0 0,0 0 1 0 0,2 10-1 0 0,-2-16-31 0 0,0 1 0 0 0,0-1-1 0 0,0 0 1 0 0,1 0 0 0 0,-1 1-1 0 0,0-1 1 0 0,1 0 0 0 0,-1-1-1 0 0,1 1 1 0 0,0 0 0 0 0,0 0-1 0 0,0-1 1 0 0,-1 1 0 0 0,1-1-1 0 0,1 1 1 0 0,-1-1 0 0 0,0 0-1 0 0,0 0 1 0 0,0 0 0 0 0,1 0-1 0 0,-1 0 1 0 0,1-1 0 0 0,-1 1-1 0 0,0-1 1 0 0,1 1 0 0 0,-1-1-1 0 0,1 0 1 0 0,-1 0 0 0 0,1 0-1 0 0,3-1 1 0 0,10 0-50 0 0,1-2 1 0 0,-1 0-1 0 0,0-1 0 0 0,-1 0 0 0 0,1-1 1 0 0,-1-1-1 0 0,0 0 0 0 0,0-1 1 0 0,-1-1-1 0 0,27-19 0 0 0,-4-1-30 0 0,-1-1 1 0 0,50-55-1 0 0,-50 38 34 0 0,-27 34 33 0 0,0-1 0 0 0,1 1 0 0 0,1 1-1 0 0,16-14 1 0 0,-26 23 149 0 0,0 16 136 0 0,-2-1-36 0 0,-1-1 0 0 0,0 1 0 0 0,-1-1 0 0 0,-1 0 0 0 0,-7 19 0 0 0,2-7 14 0 0,-106 337 1773 0 0,47-118-3724 0 0,66-238 1072 0 0,1 0 1 0 0,0 0-1 0 0,0 0 1 0 0,1 1-1 0 0,-1 7 1 0 0,1-12 84 0 0,1 1-1 0 0,-1 0 1 0 0,0 0 0 0 0,1 0-1 0 0,-1-1 1 0 0,1 1 0 0 0,-1 0-1 0 0,1 0 1 0 0,0-1 0 0 0,0 1-1 0 0,1 1 1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45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9 912 0 0,'42'-9'13581'0'0,"-38"11"-12762"0"0,-4-2-782 0 0,0 0-1 0 0,1 0 1 0 0,-1 0 0 0 0,0 0 0 0 0,0 0-1 0 0,1 0 1 0 0,-1 0 0 0 0,0 0-1 0 0,0 0 1 0 0,1 0 0 0 0,-1 0 0 0 0,0 0-1 0 0,1 0 1 0 0,-1 0 0 0 0,0 0-1 0 0,0 0 1 0 0,1 1 0 0 0,-1-1 0 0 0,0 0-1 0 0,0 0 1 0 0,0 0 0 0 0,1 0-1 0 0,-1 1 1 0 0,0-1 0 0 0,0 0 0 0 0,0 0-1 0 0,0 0 1 0 0,1 1 0 0 0,-1-1-1 0 0,0 0 1 0 0,0 0 0 0 0,0 1 0 0 0,-24 98 2431 0 0,21-86-2284 0 0,0 0-1 0 0,1 0 1 0 0,-1 17-1 0 0,0 9 152 0 0,2 6 873 0 0,1-43-643 0 0,-3 35 163 0 0,-6 5-699 0 0,-2 1 0 0 0,-1-1 0 0 0,-2 0 1 0 0,-21 41-1 0 0,6-12-128 0 0,1 5-3655 0 0,10-26-5469 0 0,12-33 1995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45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59 1380 0 0,'-18'-1'2490'0'0,"1"0"253"0"0,0 0-1 0 0,1-1 1 0 0,-23-6 0 0 0,37 7-2465 0 0,1 0-1 0 0,-1 0 1 0 0,0 1 0 0 0,0-2 0 0 0,1 1 0 0 0,-1 0 0 0 0,1 0 0 0 0,-1 0 0 0 0,-1-3-1 0 0,3 4-239 0 0,-1 0-1 0 0,1-1 0 0 0,0 1 1 0 0,0 0-1 0 0,-1-1 0 0 0,1 1 1 0 0,0 0-1 0 0,0-1 0 0 0,0 1 1 0 0,-1 0-1 0 0,1-1 1 0 0,0 1-1 0 0,0-1 0 0 0,0 1 1 0 0,0 0-1 0 0,0-1 0 0 0,0 1 1 0 0,0-1-1 0 0,0 1 0 0 0,0-1 1 0 0,0 1-1 0 0,0 0 0 0 0,0-1 1 0 0,0 1-1 0 0,0-1 0 0 0,0 1 1 0 0,0-1-1 0 0,0 1 0 0 0,1 0 1 0 0,-1-1-1 0 0,0 1 0 0 0,0 0 1 0 0,0-1-1 0 0,1 1 0 0 0,-1 0 1 0 0,0-1-1 0 0,1 1 0 0 0,-1 0 1 0 0,0-1-1 0 0,0 1 0 0 0,1 0 1 0 0,-1 0-1 0 0,1-1 0 0 0,-1 1 1 0 0,0 0-1 0 0,1 0 0 0 0,0-1 1 0 0,7-2 103 0 0,1 0 0 0 0,-1 1-1 0 0,1 0 1 0 0,0 0 0 0 0,-1 1 0 0 0,1 0 0 0 0,0 0 0 0 0,0 1 0 0 0,0 0 0 0 0,0 1 0 0 0,0 0 0 0 0,12 3-1 0 0,-13-3-103 0 0,0 1-1 0 0,0 0 0 0 0,-1 0 0 0 0,1 1 1 0 0,-1 0-1 0 0,0 1 0 0 0,0-1 1 0 0,0 1-1 0 0,0 1 0 0 0,-1-1 0 0 0,1 1 1 0 0,-1 0-1 0 0,0 1 0 0 0,8 9 0 0 0,-12-11-4 0 0,0 0-1 0 0,0 1 0 0 0,0-1 0 0 0,0 1 0 0 0,0-1 1 0 0,-1 1-1 0 0,0 0 0 0 0,0 0 0 0 0,-1-1 0 0 0,1 1 0 0 0,-1 0 1 0 0,0 0-1 0 0,0 0 0 0 0,0 0 0 0 0,-1 0 0 0 0,0-1 1 0 0,0 1-1 0 0,0 0 0 0 0,0 0 0 0 0,-1-1 0 0 0,0 1 1 0 0,0-1-1 0 0,-4 7 0 0 0,-3 5 121 0 0,0-1 0 0 0,-2 0 0 0 0,0 0 0 0 0,-24 24-1 0 0,-48 43 1071 0 0,37-39 73 0 0,-61 74 0 0 0,106-116-1255 0 0,0 0 0 0 0,0 0 0 0 0,0 0 0 0 0,0 0 0 0 0,0 0 0 0 0,1 1 0 0 0,-1-1 0 0 0,0 0 0 0 0,1 0-1 0 0,-1 0 1 0 0,1 1 0 0 0,-1-1 0 0 0,1 0 0 0 0,-1 1 0 0 0,1-1 0 0 0,0 1 0 0 0,0-1 0 0 0,0 0 0 0 0,0 1 0 0 0,0-1 0 0 0,0 1 0 0 0,0-1 0 0 0,0 0-1 0 0,0 1 1 0 0,1-1 0 0 0,-1 0 0 0 0,1 1 0 0 0,-1-1 0 0 0,1 0 0 0 0,-1 0 0 0 0,1 1 0 0 0,1 1 0 0 0,0-1 7 0 0,1 0 1 0 0,0 0-1 0 0,0 0 0 0 0,0 0 1 0 0,0-1-1 0 0,0 1 0 0 0,0-1 1 0 0,1 1-1 0 0,-1-1 1 0 0,0 0-1 0 0,1-1 0 0 0,4 2 1 0 0,15 1-5 0 0,1-1 0 0 0,-1-1 0 0 0,1-1 0 0 0,-1 0 0 0 0,30-6 0 0 0,3-4-862 0 0,55-17 0 0 0,-39 6-2799 0 0,126-59 0 0 0,-29-8-6269 0 0,-99 48 1753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46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1481 240 1428 0 0,'-15'-24'2151'0'0,"2"6"-80"0"0,2-2-1 0 0,0 0 0 0 0,-9-22 0 0 0,19 40-1910 0 0,0-1-1 0 0,0 1 0 0 0,1-1 0 0 0,-1 1 0 0 0,1-1 0 0 0,-1 0 0 0 0,1 1 1 0 0,0-1-1 0 0,0 0 0 0 0,0 1 0 0 0,0-1 0 0 0,1 0 0 0 0,-1 1 0 0 0,1-1 1 0 0,0 0-1 0 0,-1 1 0 0 0,1-1 0 0 0,2-3 0 0 0,-1 3-23 0 0,0 0 0 0 0,1 1 0 0 0,-1-1 0 0 0,0 0 0 0 0,1 1 0 0 0,0 0 0 0 0,0-1 0 0 0,0 1 0 0 0,0 0 0 0 0,0 0 0 0 0,0 1 0 0 0,4-2 0 0 0,9-3 187 0 0,0 1-1 0 0,1 1 1 0 0,0 0-1 0 0,27-2 0 0 0,-37 5-212 0 0,45-3 412 0 0,0 2 0 0 0,71 6 1 0 0,102 23 491 0 0,-196-24-864 0 0,0 2 0 0 0,-1 1 0 0 0,0 2 0 0 0,0 0 1 0 0,29 14-1 0 0,-48-17-37 0 0,0 0 0 0 0,0 0 0 0 0,0 0 0 0 0,0 1 0 0 0,-1 1 0 0 0,0 0 0 0 0,-1 0-1 0 0,0 0 1 0 0,0 1 0 0 0,0 0 0 0 0,-1 0 0 0 0,0 1 0 0 0,-1-1 0 0 0,1 1 0 0 0,-2 1 0 0 0,1-1 0 0 0,4 17 0 0 0,-4-4 265 0 0,0 0 1 0 0,-1 1 0 0 0,-2 0-1 0 0,0 0 1 0 0,-3 43 0 0 0,-21 116 1106 0 0,18-157-1335 0 0,-29 179 837 0 0,-29 212 704 0 0,34 72-1034 0 0,26 0 331 0 0,-3 94-340 0 0,-9-352-648 0 0,10-193 0 0 0,-3-1 0 0 0,0 0 0 0 0,-3 0 0 0 0,-16 42 0 0 0,19-63 0 0 0,0 0 0 0 0,-1-1 0 0 0,0 0 0 0 0,-1-1 0 0 0,-1 1 0 0 0,0-2 0 0 0,-1 0 0 0 0,0 0 0 0 0,-17 13 0 0 0,9-10 0 0 0,-1-1 0 0 0,0-1 0 0 0,-2-1 0 0 0,1-1 0 0 0,-37 14 0 0 0,-2-6 0 0 0,0-3 0 0 0,-1-3 0 0 0,-123 11 0 0 0,-157-11-1410 0 0,-1-22-1636 0 0,78 0 698 0 0,-108 1-9500 0 0,182-1 137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48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585 65 1160 0 0,'25'-20'9628'0'0,"-24"21"-9535"0"0,-1 1 0 0 0,0-1 0 0 0,0 1 0 0 0,1-1 0 0 0,-1 1 0 0 0,0-1 0 0 0,-1 0 0 0 0,1 1 0 0 0,0-1 0 0 0,0 1 0 0 0,-1-1 0 0 0,1 1 0 0 0,-1 1 0 0 0,-13 47 875 0 0,-2-1 0 0 0,-40 84 0 0 0,-115 199 392 0 0,-18-9-615 0 0,111-192-554 0 0,8-25 131 0 0,70-106-319 0 0,0 1 0 0 0,0-1 1 0 0,0 0-1 0 0,-1 1 0 0 0,1-1 0 0 0,0 0 1 0 0,0 1-1 0 0,-1-1 0 0 0,1 0 1 0 0,0 1-1 0 0,-1-1 0 0 0,1 0 1 0 0,0 0-1 0 0,-1 1 0 0 0,1-1 0 0 0,-1 0 1 0 0,1 0-1 0 0,0 0 0 0 0,-1 1 1 0 0,1-1-1 0 0,-1 0 0 0 0,1 0 1 0 0,0 0-1 0 0,-1 0 0 0 0,0 0 0 0 0,-3-8 26 0 0,3-17-13 0 0,9-22-46 0 0,3 0 0 0 0,2 1 0 0 0,25-62 0 0 0,-24 68 12 0 0,148-343-60 0 0,-132 325 73 0 0,3 2 1 0 0,2 1-1 0 0,2 2 1 0 0,61-66-1 0 0,-78 98-4 0 0,0 2 1 0 0,2 0-1 0 0,24-17 0 0 0,-34 28 3 0 0,0 1 0 0 0,0 0 0 0 0,1 1 0 0 0,0 0 1 0 0,0 1-1 0 0,0 0 0 0 0,1 1 0 0 0,14-3 0 0 0,-24 7 7 0 0,0-1-1 0 0,-1 1 1 0 0,1 0-1 0 0,0 0 1 0 0,-1 0 0 0 0,1 0-1 0 0,0 1 1 0 0,-1-1 0 0 0,1 1-1 0 0,-1 0 1 0 0,1 0 0 0 0,-1 0-1 0 0,1 1 1 0 0,-1-1 0 0 0,0 1-1 0 0,0 0 1 0 0,4 2 0 0 0,-3 0 1 0 0,0 0 0 0 0,0 0 1 0 0,-1 0-1 0 0,1 0 0 0 0,-1 0 1 0 0,0 1-1 0 0,0 0 0 0 0,0-1 1 0 0,-1 1-1 0 0,3 7 0 0 0,0 5 31 0 0,0 1 1 0 0,-1 0-1 0 0,0 0 0 0 0,-2 0 0 0 0,1 31 1 0 0,-4 5 195 0 0,-2 0 0 0 0,-13 71 0 0 0,-32 106 698 0 0,27-139-495 0 0,-12 39 142 0 0,16-69-331 0 0,3 1-1 0 0,-11 103 1 0 0,25-166-250 0 0,-1 5 31 0 0,1 0-1 0 0,0 1 0 0 0,0-1 1 0 0,1 0-1 0 0,1 7 0 0 0,-2-11-50 0 0,1 0-1 0 0,-1 0 1 0 0,0 0-1 0 0,1 1 1 0 0,-1-1-1 0 0,1 0 1 0 0,0 0-1 0 0,-1 0 1 0 0,1 0-1 0 0,0 0 1 0 0,0 0-1 0 0,-1 0 1 0 0,1 0-1 0 0,0 0 1 0 0,0-1-1 0 0,0 1 1 0 0,0 0-1 0 0,0-1 1 0 0,0 1-1 0 0,0 0 1 0 0,0-1-1 0 0,1 1 1 0 0,-1-1-1 0 0,0 0 1 0 0,0 1-1 0 0,0-1 1 0 0,1 0-1 0 0,-1 0 1 0 0,0 1-1 0 0,3-1 1 0 0,7-1-555 0 0,1-1 0 0 0,-1 1 1 0 0,1-2-1 0 0,-1 0 1 0 0,0 0-1 0 0,0-1 1 0 0,12-5-1 0 0,-5 0-2908 0 0,27-17-1 0 0,-21 9-2752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48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70 2344 0 0,'-61'-8'4037'0'0,"19"2"-1138"0"0,1 2 1 0 0,-59 1-1 0 0,245-14-2588 0 0,-10 1-1746 0 0,66 3-5623 0 0,-153 11 2565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49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31 1432 0 0,'0'0'4217'0'0,"8"-21"-488"0"0,-6 19-3639 0 0,0 1-1 0 0,0 0 0 0 0,0 0 1 0 0,0 0-1 0 0,0 1 1 0 0,0-1-1 0 0,0 0 1 0 0,0 1-1 0 0,0-1 0 0 0,1 1 1 0 0,-1 0-1 0 0,0 0 1 0 0,0 0-1 0 0,0 0 1 0 0,0 0-1 0 0,1 0 0 0 0,-1 1 1 0 0,4 0-1 0 0,-2 1-10 0 0,0-1 1 0 0,0 1-1 0 0,0 0 0 0 0,0 1 0 0 0,0-1 0 0 0,-1 0 0 0 0,1 1 0 0 0,-1 0 0 0 0,4 3 0 0 0,-1 1 13 0 0,0 0-1 0 0,0 0 0 0 0,-1 0 0 0 0,0 1 0 0 0,0-1 1 0 0,-1 1-1 0 0,0 0 0 0 0,0 1 0 0 0,2 8 1 0 0,-3-4 44 0 0,-1 0 1 0 0,0 0 0 0 0,-1 0-1 0 0,0 0 1 0 0,-2 1 0 0 0,1-1-1 0 0,-1 0 1 0 0,-1 0 0 0 0,-6 23 0 0 0,-5 5 162 0 0,-29 65 0 0 0,21-58-73 0 0,-35 62 315 0 0,47-94-423 0 0,6-12-109 0 0,-4 9 229 0 0,7-12-236 0 0,0-1 1 0 0,0 0-1 0 0,0 0 0 0 0,0 0 0 0 0,0 1 1 0 0,0-1-1 0 0,0 0 0 0 0,0 0 0 0 0,0 0 0 0 0,0 1 1 0 0,0-1-1 0 0,0 0 0 0 0,0 0 0 0 0,0 1 1 0 0,0-1-1 0 0,0 0 0 0 0,0 0 0 0 0,0 0 1 0 0,0 1-1 0 0,0-1 0 0 0,0 0 0 0 0,0 0 0 0 0,0 0 1 0 0,0 1-1 0 0,1-1 0 0 0,-1 0 0 0 0,0 0 1 0 0,0 0-1 0 0,0 1 0 0 0,0-1 0 0 0,1 0 1 0 0,-1 0-1 0 0,0 0 0 0 0,0 0 0 0 0,0 0 0 0 0,0 0 1 0 0,1 1-1 0 0,-1-1 0 0 0,0 0 0 0 0,0 0 1 0 0,1 0-1 0 0,-1 0 0 0 0,0 0 0 0 0,0 0 1 0 0,0 0-1 0 0,1 0 0 0 0,-1 0 0 0 0,0 0 0 0 0,0 0 1 0 0,1 0-1 0 0,-1 0 0 0 0,2-1 2 0 0,1 0 0 0 0,-1 0-1 0 0,0 0 1 0 0,1 0 0 0 0,-1-1 0 0 0,0 1-1 0 0,0 0 1 0 0,0-1 0 0 0,3-3-1 0 0,4-2-1 0 0,157-124-57 0 0,-44 34 6 0 0,-94 76 46 0 0,93-74-30 0 0,-95 72 27 0 0,-2 0 1 0 0,34-40-1 0 0,-54 57 5 0 0,1 0 0 0 0,-1 0 0 0 0,-1 0 0 0 0,1 0 0 0 0,3-9 0 0 0,-1-4-9 0 0,-8 12-12 0 0,1 6 12 0 0,1 0 10 0 0,0 1-1 0 0,0-1 1 0 0,0 0-1 0 0,-1 1 1 0 0,1-1-1 0 0,0 1 1 0 0,-1-1-1 0 0,1 0 1 0 0,0 1-1 0 0,-1-1 1 0 0,1 1-1 0 0,-1-1 1 0 0,1 1-1 0 0,-1-1 1 0 0,1 1-1 0 0,-1-1 1 0 0,1 1-1 0 0,-1 0 1 0 0,0-1 0 0 0,1 1-1 0 0,-1 0 1 0 0,1 0-1 0 0,-1-1 1 0 0,0 1-1 0 0,0 0 1 0 0,-3-1-5 0 0,-8-1-2 0 0,-2 5-7 0 0,6 0 11 0 0,1 1 1 0 0,0 0-1 0 0,0 0 0 0 0,0 0 1 0 0,1 1-1 0 0,0 0 0 0 0,0 0 0 0 0,0 1 1 0 0,0-1-1 0 0,1 1 0 0 0,-9 12 0 0 0,-1 5 16 0 0,0 1-1 0 0,-12 26 1 0 0,12-22 15 0 0,1 1 0 0 0,2 1 0 0 0,1-1 0 0 0,-13 55 0 0 0,23-76-18 0 0,0 1 0 0 0,0 0-1 0 0,1 0 1 0 0,0 0 0 0 0,0 0 0 0 0,1 0-1 0 0,1 0 1 0 0,-1 0 0 0 0,4 10 0 0 0,-2-12-3 0 0,0-1 0 0 0,0 1 0 0 0,0-1 1 0 0,0 0-1 0 0,1 0 0 0 0,0-1 0 0 0,1 1 0 0 0,-1-1 1 0 0,1 0-1 0 0,0 0 0 0 0,0 0 0 0 0,1-1 0 0 0,7 6 0 0 0,-2-4 4 0 0,0 0 0 0 0,0 0-1 0 0,0-1 1 0 0,0-1-1 0 0,1 0 1 0 0,12 3-1 0 0,73 9 37 0 0,-34-7 41 0 0,-59-9-223 0 0,0 1 1 0 0,0 0-1 0 0,0-1 1 0 0,0 0-1 0 0,-1 0 1 0 0,1 0-1 0 0,0-1 1 0 0,0 1 0 0 0,0-1-1 0 0,5-2 1 0 0,-7 3-461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50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88 1272 0 0,'-3'-21'4463'0'0,"2"11"-2455"0"0,0 1-1 0 0,-1-1 0 0 0,-3-12 1382 0 0,3 6 1619 0 0,6 23-4177 0 0,17 31 425 0 0,18 46 0 0 0,20 43-875 0 0,-58-125-399 0 0,15 27 80 0 0,1 1-35 0 0,33 43 0 0 0,-15-23-96 0 0,23 29 116 0 0,89 94 0 0 0,-120-143 6 0 0,34 27 1 0 0,-60-56-35 0 0,0 2-12 0 0,1-1 0 0 0,0 0 0 0 0,0 0 0 0 0,0 1 0 0 0,0-1 0 0 0,0 0 0 0 0,3 2 0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51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1100 109 1864 0 0,'-15'-88'10711'0'0,"14"86"-10267"0"0,1 1-235 0 0,0 0 1 0 0,0 0-1 0 0,0-1 1 0 0,0 1-1 0 0,0 0 1 0 0,-1 0-1 0 0,1 0 1 0 0,0 0-1 0 0,-1 0 1 0 0,1-1-1 0 0,-1 1 1 0 0,1 0-1 0 0,-1 0 1 0 0,-1-2-1 0 0,-1 4-101 0 0,0-1 0 0 0,0 1 0 0 0,0 0 0 0 0,1-1-1 0 0,-1 1 1 0 0,0 1 0 0 0,0-1 0 0 0,1 0-1 0 0,-1 1 1 0 0,0-1 0 0 0,-2 3 0 0 0,-33 27 620 0 0,11-8-327 0 0,-408 271 1164 0 0,372-257-1379 0 0,-238 154 790 0 0,233-138-876 0 0,-16 12 70 0 0,72-55 61 0 0,-2 2-2996 0 0,31-29-1914 0 0,20-5-2694 0 0,-20 12 2782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51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43 2292 0 0,'-105'-29'14566'0'0,"112"29"-13338"0"0,26 1-713 0 0,22 0-425 0 0,89-8 298 0 0,-11 0-1509 0 0,-45 5-3034 0 0,-57 4-1747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52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17 200 0 0,'-115'42'16152'0'0,"119"-43"-15922"0"0,228-26-443 0 0,-83 8-4516 0 0,-103 14 956 0 0,1-2-1690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3:52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422 219 600 0 0,'-3'-8'1647'0'0,"0"-1"0"0"0,0 1 0 0 0,-1-1 0 0 0,0 1 0 0 0,-8-9 0 0 0,9 11-1173 0 0,-1 0 0 0 0,-1 1 0 0 0,1 0 0 0 0,-1 0 0 0 0,0 0 1 0 0,0 1-1 0 0,0-1 0 0 0,-1 1 0 0 0,0 0 0 0 0,0 1 0 0 0,0-1 0 0 0,-8-2 1 0 0,11 5-380 0 0,0 1 1 0 0,0-1 0 0 0,0 1 0 0 0,-1 0 0 0 0,1 0 0 0 0,0 0 0 0 0,0 0 0 0 0,0 0 0 0 0,0 1 0 0 0,0 0 0 0 0,-1-1 0 0 0,1 1 0 0 0,0 0 0 0 0,1 1 0 0 0,-1-1 0 0 0,0 0-1 0 0,-5 4 1 0 0,-1 1 126 0 0,0 0-1 0 0,1 1 1 0 0,-13 12-1 0 0,-2 6-19 0 0,1 1 0 0 0,2 0 0 0 0,0 2 0 0 0,2 0 0 0 0,1 1 0 0 0,1 1 0 0 0,1 0 0 0 0,2 1 0 0 0,1 1 0 0 0,2 0-1 0 0,-11 58 1 0 0,19-78-165 0 0,0 0-1 0 0,2 0 0 0 0,-1 0 1 0 0,1 0-1 0 0,1 0 1 0 0,0 0-1 0 0,1 0 0 0 0,0 0 1 0 0,1 0-1 0 0,1-1 0 0 0,4 13 1 0 0,-4-15-24 0 0,0-1 0 0 0,0-1 1 0 0,1 1-1 0 0,0-1 0 0 0,1 1 0 0 0,-1-2 1 0 0,1 1-1 0 0,0 0 0 0 0,1-1 0 0 0,0-1 1 0 0,0 1-1 0 0,0-1 0 0 0,1 0 1 0 0,-1 0-1 0 0,14 5 0 0 0,-1-3-6 0 0,1 0 1 0 0,-1-1-1 0 0,1-2 0 0 0,0 0 1 0 0,0-1-1 0 0,1-1 0 0 0,-1-1 1 0 0,0-1-1 0 0,43-5 0 0 0,-24-1 5 0 0,1-3-1 0 0,-2 0 1 0 0,1-3-1 0 0,46-20 1 0 0,-62 21-13 0 0,-1 0 0 0 0,-1-2 0 0 0,0 0 1 0 0,-1-2-1 0 0,0 0 0 0 0,-1-1 1 0 0,-1-1-1 0 0,0-1 0 0 0,-2-1 0 0 0,0-1 1 0 0,-1 0-1 0 0,24-41 0 0 0,-31 46 0 0 0,-2-1-1 0 0,0 0 1 0 0,0-1-1 0 0,-2 0 0 0 0,0 0 1 0 0,-1 0-1 0 0,0 0 1 0 0,1-27-1 0 0,-5 29 2 0 0,0 0 0 0 0,-1 0-1 0 0,-1 0 1 0 0,0 0-1 0 0,-1 1 1 0 0,0-1-1 0 0,-2 1 1 0 0,1 0 0 0 0,-2 0-1 0 0,-13-26 1 0 0,12 28 5 0 0,-1 0 1 0 0,0 1-1 0 0,-1-1 1 0 0,0 2-1 0 0,-1-1 0 0 0,0 1 1 0 0,0 1-1 0 0,-1 0 1 0 0,0 1-1 0 0,-1 0 1 0 0,0 0-1 0 0,0 1 1 0 0,-1 1-1 0 0,1 0 1 0 0,-1 0-1 0 0,-1 2 1 0 0,-25-7-1 0 0,21 8-175 0 0,-1 1 0 0 0,1 0-1 0 0,0 1 1 0 0,-1 2 0 0 0,0-1 0 0 0,1 2 0 0 0,0 0 0 0 0,-1 2-1 0 0,1 0 1 0 0,0 1 0 0 0,1 0 0 0 0,-1 1 0 0 0,-20 12 0 0 0,10-3-1277 0 0,0 2 1 0 0,-43 34 0 0 0,-7 14-4869 0 0,70-58 5372 0 0,-33 27-5205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4:34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6 80 0 0,'0'0'4094'0'0,"-1"-6"-3283"0"0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11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505 76 76 0 0,'16'-40'8690'0'0,"-15"39"-8284"0"0,0-1 1 0 0,0 1-1 0 0,0 0 0 0 0,0-1 0 0 0,0 1 0 0 0,-1-1 0 0 0,1 1 1 0 0,-1-1-1 0 0,1 1 0 0 0,-1-1 0 0 0,0 1 0 0 0,1-1 1 0 0,-1 1-1 0 0,0-1 0 0 0,0 1 0 0 0,0-1 0 0 0,0 0 1 0 0,0 1-1 0 0,0-1 0 0 0,-1 1 0 0 0,0-3 0 0 0,0 3-216 0 0,-28 3 312 0 0,-12 4-384 0 0,0 2 0 0 0,-70 24 0 0 0,40-11-120 0 0,45-14 1 0 0,1 0-1 0 0,0 2 1 0 0,0 1 0 0 0,1 1-1 0 0,-38 23 1 0 0,58-31 15 0 0,0 0-1 0 0,1 0 1 0 0,-1 0 0 0 0,1 1 0 0 0,0 0 0 0 0,0-1 0 0 0,0 1 0 0 0,0 0 0 0 0,1 0-1 0 0,0 1 1 0 0,0-1 0 0 0,0 1 0 0 0,0-1 0 0 0,1 1 0 0 0,-1-1 0 0 0,1 1-1 0 0,0 0 1 0 0,1 0 0 0 0,-1-1 0 0 0,1 8 0 0 0,1 7 278 0 0,1 0 0 0 0,1 0 1 0 0,10 36-1 0 0,-2-7 301 0 0,13 98 238 0 0,6 200 0 0 0,-24 152-503 0 0,-6-373-212 0 0,-45 740 314 0 0,8-305-498 0 0,36-542 54 0 0,-6 321 52 0 0,9-267-44 0 0,3 0 0 0 0,25 120-1 0 0,-27-177-13 0 0,1 0 1 0 0,1-1-1 0 0,0 0 0 0 0,1 0 0 0 0,0 0 1 0 0,16 24-1 0 0,-18-33-15 0 0,0 1 1 0 0,0-1 0 0 0,0-1-1 0 0,1 1 1 0 0,0-1 0 0 0,0 0-1 0 0,0 0 1 0 0,0 0-1 0 0,1 0 1 0 0,0-1 0 0 0,-1 0-1 0 0,1 0 1 0 0,0-1 0 0 0,1 0-1 0 0,-1 0 1 0 0,0 0-1 0 0,1-1 1 0 0,8 1 0 0 0,2-1-414 0 0,-1-1 0 0 0,1-1 1 0 0,0 0-1 0 0,0-1 0 0 0,0-1 0 0 0,27-9 1 0 0,-2-1-1629 0 0,54-28 0 0 0,7-15-4494 0 0,-53 25 357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11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52 268 0 0,'35'-52'19902'0'0,"-37"80"-18641"0"0,-9 49 0 0 0,1-11-895 0 0,-3 35-343 0 0,-6 59 685 0 0,17-127-2716 0 0,1 0 0 0 0,8 61-1 0 0,0-64-1293 0 0,-1-11-1990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12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11 392 0 0,'-21'21'6207'0'0,"-31"29"9960"0"0,51-49-15646 0 0,2-3-402 0 0,0 1 1 0 0,0-1-1 0 0,0 1 1 0 0,1-1-1 0 0,-1 1 1 0 0,0-1-1 0 0,1 1 1 0 0,-1 0 0 0 0,1 0-1 0 0,2-2 1 0 0,3-2 35 0 0,2-3-81 0 0,0 2 0 0 0,0-1-1 0 0,1 1 1 0 0,0 1 0 0 0,0 0 0 0 0,0 0 0 0 0,19-6 0 0 0,-23 9-69 0 0,-1 1 1 0 0,1-1 0 0 0,-1 1-1 0 0,1 0 1 0 0,0 1 0 0 0,0-1-1 0 0,-1 1 1 0 0,1 0 0 0 0,0 1 0 0 0,0-1-1 0 0,-1 1 1 0 0,1 0 0 0 0,0 1-1 0 0,-1-1 1 0 0,1 1 0 0 0,9 5-1 0 0,-12-5 0 0 0,0 1 1 0 0,-1-1-1 0 0,1 1 0 0 0,-1 0 0 0 0,0-1 0 0 0,0 1 0 0 0,0 0 0 0 0,0 0 0 0 0,0 1 0 0 0,-1-1 0 0 0,1 0 1 0 0,-1 0-1 0 0,0 1 0 0 0,0-1 0 0 0,0 1 0 0 0,0-1 0 0 0,-1 1 0 0 0,0-1 0 0 0,1 1 0 0 0,-1 0 0 0 0,0-1 1 0 0,-1 1-1 0 0,0 4 0 0 0,-1 9 11 0 0,-1 1 0 0 0,-1-1 0 0 0,-7 22 1 0 0,1-10 12 0 0,-2 0 1 0 0,-2-1 0 0 0,0 0 0 0 0,-35 49-1 0 0,-89 92-13 0 0,-22-2 233 0 0,161-167-243 0 0,-1 0 1 0 0,0 0-1 0 0,1 0 0 0 0,-1 0 1 0 0,0 0-1 0 0,1 0 0 0 0,-1 0 1 0 0,0 0-1 0 0,1 0 0 0 0,-1 0 1 0 0,0 0-1 0 0,0 0 0 0 0,1 0 1 0 0,-1 1-1 0 0,0-1 0 0 0,1 0 1 0 0,-1 0-1 0 0,0 0 0 0 0,0 0 1 0 0,1 1-1 0 0,-1-1 0 0 0,0 0 1 0 0,0 0-1 0 0,1 0 0 0 0,-1 1 1 0 0,0-1-1 0 0,0 0 0 0 0,0 0 1 0 0,1 1-1 0 0,-1-1 0 0 0,0 0 0 0 0,0 1 1 0 0,0-1-1 0 0,0 0 0 0 0,0 1 1 0 0,0-1-1 0 0,0 0 0 0 0,0 0 1 0 0,0 1-1 0 0,0-1 0 0 0,0 0 1 0 0,0 1-1 0 0,0-1 0 0 0,0 0 1 0 0,0 1-1 0 0,0-1 0 0 0,0 0 1 0 0,0 1-1 0 0,0-1 0 0 0,0 0 1 0 0,0 0-1 0 0,0 1 0 0 0,-1-1 1 0 0,1 0-1 0 0,0 1 0 0 0,0-1 1 0 0,0 0-1 0 0,-1 0 0 0 0,1 1 1 0 0,0-1-1 0 0,0 0 0 0 0,-1 0 1 0 0,1 0-1 0 0,-1 1 0 0 0,25-4 92 0 0,150-41 143 0 0,-54 13-3336 0 0,-81 22 800 0 0,22-6-2917 0 0,-21 1-1819 0 0,-18 6 273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13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13 154 376 0 0,'-3'-7'2246'0'0,"1"0"1"0"0,0-1-1 0 0,-3-14 1 0 0,5 17-1671 0 0,0 0 1 0 0,0 0-1 0 0,0 0 1 0 0,0 0-1 0 0,0 0 1 0 0,3-7-1 0 0,-2 8-495 0 0,0 1 1 0 0,1-1-1 0 0,-1 1 0 0 0,1-1 1 0 0,-1 1-1 0 0,1 0 0 0 0,1 0 1 0 0,-1 0-1 0 0,0 0 0 0 0,0 1 1 0 0,1-1-1 0 0,0 0 0 0 0,0 1 1 0 0,-1 0-1 0 0,1 0 0 0 0,0 0 0 0 0,1 0 1 0 0,-1 0-1 0 0,0 0 0 0 0,1 1 1 0 0,5-2-1 0 0,-2 1-55 0 0,0 0 1 0 0,0 0-1 0 0,-1 1 1 0 0,1 0-1 0 0,0 1 0 0 0,0 0 1 0 0,0 0-1 0 0,0 0 1 0 0,0 1-1 0 0,0 0 0 0 0,0 0 1 0 0,-1 0-1 0 0,1 1 0 0 0,0 0 1 0 0,12 6-1 0 0,-15-5 13 0 0,0-1 0 0 0,0 1 0 0 0,0-1 0 0 0,0 1-1 0 0,0 0 1 0 0,-1 0 0 0 0,1 1 0 0 0,-1-1 0 0 0,0 1 0 0 0,0 0-1 0 0,0 0 1 0 0,-1 0 0 0 0,1 0 0 0 0,-1 0 0 0 0,0 0 0 0 0,0 1-1 0 0,-1-1 1 0 0,1 1 0 0 0,-1 0 0 0 0,0-1 0 0 0,0 1 0 0 0,0 0-1 0 0,-1 9 1 0 0,0 0 126 0 0,-2 0-1 0 0,0 1 0 0 0,0-1 0 0 0,-1 0 1 0 0,-1 0-1 0 0,-1-1 0 0 0,0 1 1 0 0,-8 16-1 0 0,-11 13 387 0 0,-30 44-1 0 0,26-45-304 0 0,22-34-236 0 0,5-7-7 0 0,0 0-1 0 0,0 0 0 0 0,0 1 0 0 0,1-1 1 0 0,-1 0-1 0 0,0 0 0 0 0,0 0 1 0 0,1 0-1 0 0,-1 1 0 0 0,1-1 0 0 0,-1 0 1 0 0,1 1-1 0 0,-1-1 0 0 0,1 0 1 0 0,0 1-1 0 0,-1-1 0 0 0,1 1 0 0 0,0-1 1 0 0,0 0-1 0 0,0 1 0 0 0,0-1 1 0 0,1 1-1 0 0,-1 1 0 0 0,2-2 1 0 0,0 0 0 0 0,-1 0 0 0 0,1-1-1 0 0,0 1 1 0 0,-1 0 0 0 0,1 0 0 0 0,0-1 0 0 0,0 1-1 0 0,0-1 1 0 0,0 0 0 0 0,0 0 0 0 0,0 0 0 0 0,3 0-1 0 0,-4 0 1 0 0,40 1 49 0 0,45-6 0 0 0,-54 2-914 0 0,0 2 1 0 0,0 1-1 0 0,37 4 1 0 0,-63-3 310 0 0,0 0 0 0 0,0 0 0 0 0,-1 1 0 0 0,1 0 0 0 0,9 4 0 0 0,-13-5-119 0 0,1 1 0 0 0,-1-1 0 0 0,0 1 0 0 0,0 0 0 0 0,1 0 0 0 0,-1 0 0 0 0,0 0 0 0 0,3 4 0 0 0,2 7-3721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13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0 1920 0 0,'-17'2'17422'0'0,"7"-1"-17099"0"0,8 0 656 0 0,-2 10-831 0 0,-3 16 97 0 0,-21 93 163 0 0,25-101-364 0 0,1 0-1 0 0,0 0 0 0 0,2 0 1 0 0,1 27-1 0 0,0-43-37 0 0,-1 0-1 0 0,0 0 1 0 0,1 0-1 0 0,-1-1 1 0 0,1 1 0 0 0,0 0-1 0 0,0 0 1 0 0,0-1-1 0 0,0 1 1 0 0,1 0 0 0 0,-1-1-1 0 0,1 1 1 0 0,-1-1-1 0 0,1 0 1 0 0,0 0 0 0 0,0 1-1 0 0,0-1 1 0 0,0 0-1 0 0,0 0 1 0 0,0-1 0 0 0,1 1-1 0 0,-1 0 1 0 0,1-1-1 0 0,-1 0 1 0 0,1 1 0 0 0,0-1-1 0 0,-1 0 1 0 0,1 0-1 0 0,0-1 1 0 0,0 1 0 0 0,0-1-1 0 0,0 1 1 0 0,-1-1-1 0 0,1 0 1 0 0,0 0 0 0 0,0 0-1 0 0,0 0 1 0 0,3-1-1 0 0,5-1-11 0 0,0 0 0 0 0,0 0 0 0 0,-1-1 0 0 0,1-1 0 0 0,-1 0 0 0 0,0 0 0 0 0,0-1-1 0 0,18-11 1 0 0,-15 6-25 0 0,-1 0 1 0 0,0 0-1 0 0,0-1 0 0 0,-1-1 0 0 0,-1 0 0 0 0,0 0 0 0 0,9-16 0 0 0,49-98 738 0 0,-48 86 347 0 0,-19 38-661 0 0,4 32-1 0 0,-7 54-525 0 0,3 0 1 0 0,19 127-1 0 0,2-87-3078 0 0,7-1-3335 0 0,-16-84 1831 0 0,2-4-2135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14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1548 0 0,'12'-74'15856'0'0,"-8"53"-12021"0"0,2 67-3335 0 0,-2 1 1 0 0,-2-1-1 0 0,-4 54 1 0 0,0-10-375 0 0,-3 136-3658 0 0,-5-77-6763 0 0,6-110 3159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14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 2716 0 0,'-12'12'2095'0'0,"-7"7"4875"0"0,-26 25 3799 0 0,51-46-10904 0 0,15-5 563 0 0,14-6-65 0 0,0 1 1 0 0,49-8-1 0 0,-74 18-362 0 0,0 0 1 0 0,0 1-1 0 0,0 1 1 0 0,0 0-1 0 0,0 0 1 0 0,1 1-1 0 0,-1 0 0 0 0,0 1 1 0 0,0 0-1 0 0,-1 1 1 0 0,1-1-1 0 0,0 2 0 0 0,13 6 1 0 0,-19-8 6 0 0,0 1 0 0 0,-1-1 0 0 0,1 1 0 0 0,0 0 0 0 0,-1 0 0 0 0,0 0-1 0 0,0 0 1 0 0,0 1 0 0 0,0 0 0 0 0,0-1 0 0 0,-1 1 0 0 0,1 0 0 0 0,-1 0 0 0 0,2 6 0 0 0,-2-4 2 0 0,0 1-1 0 0,0 0 1 0 0,-1 0-1 0 0,0 0 1 0 0,0 0-1 0 0,0 0 1 0 0,-1 0-1 0 0,-1 10 1 0 0,-2 5 29 0 0,-1-1 0 0 0,-1 0 0 0 0,-1-1 1 0 0,-1 1-1 0 0,-10 20 0 0 0,-22 37 1015 0 0,-4-1 0 0 0,-67 92 0 0 0,63-99-452 0 0,46-69-587 0 0,0 0 1 0 0,0 0 0 0 0,0 1 0 0 0,1-1 0 0 0,-1 0 0 0 0,0 1 0 0 0,1-1-1 0 0,-1 1 1 0 0,1-1 0 0 0,0 1 0 0 0,-1-1 0 0 0,1 1 0 0 0,0-1 0 0 0,0 3 0 0 0,0-3-10 0 0,0 0 0 0 0,1-1 0 0 0,-1 1 0 0 0,0 0 0 0 0,1-1 0 0 0,-1 1 0 0 0,0 0 0 0 0,1-1 0 0 0,-1 1 0 0 0,1-1 0 0 0,-1 1 0 0 0,1-1 0 0 0,-1 1 1 0 0,1-1-1 0 0,-1 1 0 0 0,1-1 0 0 0,-1 1 0 0 0,1-1 0 0 0,0 0 0 0 0,-1 1 0 0 0,1-1 0 0 0,0 0 0 0 0,0 1 0 0 0,-1-1 0 0 0,1 0 0 0 0,0 0 1 0 0,0 0-1 0 0,11 1 20 0 0,0 0 0 0 0,0-1 0 0 0,0-1 1 0 0,0 0-1 0 0,0 0 0 0 0,0-1 0 0 0,0-1 1 0 0,18-6-1 0 0,-5 3-58 0 0,57-16-2855 0 0,149-62 0 0 0,-174 58-3643 0 0,81-52-1 0 0,-92 49-999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15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717 118 468 0 0,'-21'-10'10704'0'0,"21"9"-10616"0"0,0 0-1 0 0,1 1 1 0 0,-1-1 0 0 0,0 0 0 0 0,1 0 0 0 0,-1 0-1 0 0,1 1 1 0 0,-1-1 0 0 0,1 0 0 0 0,-1 1 0 0 0,1-1 0 0 0,0 0-1 0 0,-1 1 1 0 0,1-1 0 0 0,0 1 0 0 0,0-1 0 0 0,-1 1-1 0 0,1-1 1 0 0,0 1 0 0 0,0-1 0 0 0,0 1 0 0 0,0 0-1 0 0,-1 0 1 0 0,2-1 0 0 0,31-10 535 0 0,-23 8-376 0 0,282-76 1771 0 0,-290 79-1956 0 0,-1 0 0 0 0,0 0 0 0 0,0 0-1 0 0,1 0 1 0 0,-1 0 0 0 0,0 1 0 0 0,1-1-1 0 0,-1 0 1 0 0,0 1 0 0 0,0-1 0 0 0,0 0-1 0 0,1 1 1 0 0,-1 0 0 0 0,0-1-1 0 0,0 1 1 0 0,0 0 0 0 0,0-1 0 0 0,0 1-1 0 0,0 0 1 0 0,0 0 0 0 0,0 0 0 0 0,0 0-1 0 0,-1 0 1 0 0,1 0 0 0 0,0 0-1 0 0,0 0 1 0 0,-1 0 0 0 0,1 0 0 0 0,-1 1-1 0 0,1 1 1 0 0,11 35 1093 0 0,-4 24-160 0 0,-3 1 0 0 0,-3 96 0 0 0,-3-89-782 0 0,1 24 321 0 0,3 767 1448 0 0,0-551-1924 0 0,21 1001 294 0 0,-20-1213-347 0 0,3 178 47 0 0,-9-204-26 0 0,-19 128 0 0 0,16-174 12 0 0,0-1-1 0 0,-2 0 1 0 0,-2 0 0 0 0,0-1-1 0 0,-1 0 1 0 0,-1-1-1 0 0,-21 33 1 0 0,22-41-17 0 0,-1-1-1 0 0,-1 0 1 0 0,0-1-1 0 0,0 0 1 0 0,-1-1 0 0 0,-1 0-1 0 0,0-1 1 0 0,-1-1-1 0 0,0 0 1 0 0,0-1-1 0 0,-29 12 1 0 0,14-10-64 0 0,-2-2-1 0 0,1 0 1 0 0,-1-3-1 0 0,0 0 1 0 0,-1-2 0 0 0,1-2-1 0 0,-65-3 1 0 0,24-5-1440 0 0,0-3 1 0 0,-103-28 0 0 0,144 29 158 0 0,-38-15 0 0 0,22-1-1545 0 0,41 19 1551 0 0,0 0 1 0 0,0 0-1 0 0,0-1 1 0 0,-6-7-1 0 0,-3-7-5484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19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633 61 1396 0 0,'9'-10'6501'0'0,"-8"9"-6205"0"0,0 1-1 0 0,0-1 1 0 0,0 0-1 0 0,-1 0 0 0 0,1 0 1 0 0,0 0-1 0 0,0 0 1 0 0,0 0-1 0 0,-1 0 0 0 0,1-1 1 0 0,-1 1-1 0 0,1 0 1 0 0,-1 0-1 0 0,1 0 1 0 0,-1-1-1 0 0,0 1 0 0 0,1 0 1 0 0,-1-1-1 0 0,0 1 1 0 0,0 0-1 0 0,0-1 0 0 0,0 1 1 0 0,0 0-1 0 0,0 0 1 0 0,0-1-1 0 0,-1 1 0 0 0,0-2 1 0 0,1 1-49 0 0,-41-10 558 0 0,20 10-760 0 0,1 2-1 0 0,-1 0 1 0 0,-39 7 0 0 0,46-5-53 0 0,0 1 1 0 0,0 0-1 0 0,1 2 1 0 0,-1-1-1 0 0,1 2 1 0 0,-24 12 0 0 0,29-11 12 0 0,-1-1 0 0 0,2 2 0 0 0,-1-1 0 0 0,1 1 0 0 0,0 0 0 0 0,0 0 0 0 0,1 1 0 0 0,0-1 0 0 0,1 1 0 0 0,0 1 0 0 0,0-1 0 0 0,-6 20 0 0 0,-1 11 312 0 0,-14 80-1 0 0,19-84-179 0 0,-60 383 832 0 0,17 3 1 0 0,8 664-1 0 0,42-1085-969 0 0,2 533 114 0 0,-25-1-48 0 0,17-459-93 0 0,-41 680 171 0 0,49-626-118 0 0,0-108-22 0 0,0 0 0 0 0,2 1 0 0 0,0-1 0 0 0,8 22 0 0 0,-9-35-25 0 0,-1 0-1 0 0,2 0 1 0 0,-1-1 0 0 0,1 1-1 0 0,0-1 1 0 0,0 0 0 0 0,1 0 0 0 0,-1 0-1 0 0,1-1 1 0 0,1 0 0 0 0,-1 0-1 0 0,1 0 1 0 0,0 0 0 0 0,0-1-1 0 0,0 0 1 0 0,10 5 0 0 0,-6-6-231 0 0,-1 1 0 0 0,1-1 0 0 0,0-1 0 0 0,0 1 0 0 0,0-2 0 0 0,0 1 1 0 0,0-2-1 0 0,0 1 0 0 0,0-1 0 0 0,1-1 0 0 0,16-2 0 0 0,-5-2-975 0 0,-1 0 0 0 0,1-1 1 0 0,-1-1-1 0 0,0-1 0 0 0,-1-1 0 0 0,1-1 1 0 0,36-24-1 0 0,6-10-4604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33 125 528 0 0,'-1'-2'661'0'0,"-24"-48"6282"0"0,24 46-6631 0 0,-1 0 0 0 0,1 1 0 0 0,0-1-1 0 0,1 0 1 0 0,-1 0 0 0 0,1 0 0 0 0,-1 0 0 0 0,1 0-1 0 0,0 0 1 0 0,1 0 0 0 0,0-5 0 0 0,-1 8-247 0 0,1 0 1 0 0,-1 0-1 0 0,1-1 1 0 0,0 1-1 0 0,-1 0 1 0 0,1 0 0 0 0,0 0-1 0 0,0 0 1 0 0,0 0-1 0 0,0 0 1 0 0,0 0-1 0 0,0 0 1 0 0,0 0-1 0 0,0 1 1 0 0,0-1 0 0 0,0 0-1 0 0,0 1 1 0 0,0-1-1 0 0,1 0 1 0 0,-1 1-1 0 0,0-1 1 0 0,0 1-1 0 0,1 0 1 0 0,-1 0-1 0 0,0-1 1 0 0,1 1 0 0 0,-1 0-1 0 0,0 0 1 0 0,1 0-1 0 0,-1 0 1 0 0,0 0-1 0 0,1 1 1 0 0,1 0-1 0 0,5 0 77 0 0,-1 0-1 0 0,0 1 0 0 0,1 0 0 0 0,9 4 1 0 0,-6-1-78 0 0,-1 0 1 0 0,0 1 0 0 0,0 0 0 0 0,-1 0-1 0 0,1 1 1 0 0,-1 1 0 0 0,-1-1 0 0 0,1 1-1 0 0,-1 1 1 0 0,-1-1 0 0 0,0 2 0 0 0,0-1-1 0 0,9 17 1 0 0,-12-18-40 0 0,0 1 1 0 0,0-1-1 0 0,-1 1 1 0 0,-1 0-1 0 0,1-1 0 0 0,-1 1 1 0 0,-1 0-1 0 0,0 1 1 0 0,0-1-1 0 0,0 0 0 0 0,-1 0 1 0 0,-1 0-1 0 0,0 0 1 0 0,0 0-1 0 0,-1 0 0 0 0,0 0 1 0 0,-5 15-1 0 0,0-7 28 0 0,-2-1-1 0 0,1 0 1 0 0,-2 0-1 0 0,0-1 1 0 0,-1-1-1 0 0,0 0 1 0 0,-1 0 0 0 0,-1-1-1 0 0,0 0 1 0 0,-26 18-1 0 0,26-25 89 0 0,7-14-58 0 0,7 7-84 0 0,-1 0 1 0 0,0 0 0 0 0,0 1 0 0 0,1-1 0 0 0,-1 0-1 0 0,0 0 1 0 0,1 0 0 0 0,-1 0 0 0 0,1 0 0 0 0,-1 0-1 0 0,1 1 1 0 0,0-1 0 0 0,-1 0 0 0 0,1 0 0 0 0,0 1-1 0 0,0-1 1 0 0,0 0 0 0 0,0 0 0 0 0,27-30-16 0 0,1 2 0 0 0,1 1 1 0 0,50-36-1 0 0,6-5-9 0 0,-59 47 25 0 0,-14 11-2 0 0,1 0-1 0 0,-2 0 1 0 0,1-1 0 0 0,-2-1-1 0 0,1 0 1 0 0,-2-1 0 0 0,12-18 0 0 0,-22 31 0 0 0,1 1 1 0 0,-1-1-1 0 0,0 1 1 0 0,1-1-1 0 0,-1 1 1 0 0,1-1-1 0 0,-1 0 1 0 0,0 1-1 0 0,1-1 1 0 0,-1 0-1 0 0,0 1 1 0 0,0-1-1 0 0,0 0 1 0 0,0 1-1 0 0,1-1 1 0 0,-1 0-1 0 0,0 0 1 0 0,0 1-1 0 0,0-1 1 0 0,0 0-1 0 0,-1 1 1 0 0,1-1-1 0 0,0 0 1 0 0,0 1-1 0 0,0-1 1 0 0,0 0-1 0 0,-1 1 1 0 0,1-1-1 0 0,0 0 1 0 0,-1 1-1 0 0,1-1 1 0 0,-1 0-1 0 0,1 1 1 0 0,0-1-1 0 0,-1 1 1 0 0,1-1-1 0 0,-1 1 1 0 0,1-1-1 0 0,-1 1 1 0 0,0 0-1 0 0,1-1 1 0 0,-1 1-1 0 0,1-1 1 0 0,-1 1-1 0 0,0 0 1 0 0,1 0-1 0 0,-1-1 1 0 0,0 1-1 0 0,1 0 1 0 0,-1 0-1 0 0,0 0 1 0 0,0 0-1 0 0,1 0 1 0 0,-1 0-1 0 0,-1 0 0 0 0,-2 0 1 0 0,0 0 0 0 0,0 0 0 0 0,0 1 0 0 0,0-1 0 0 0,0 1-1 0 0,0 0 1 0 0,0 0 0 0 0,-5 3 0 0 0,-2 3 16 0 0,-1 0 0 0 0,1 0 1 0 0,0 2-1 0 0,1-1 0 0 0,-1 1 1 0 0,2 1-1 0 0,0 0 0 0 0,-11 13 1 0 0,14-14 4 0 0,-1 0 1 0 0,1 1 0 0 0,0 0-1 0 0,1 0 1 0 0,0 0 0 0 0,1 1-1 0 0,0 0 1 0 0,1-1 0 0 0,0 1 0 0 0,-2 13-1 0 0,5-18-9 0 0,0 0 0 0 0,0 0 0 0 0,0 1 0 0 0,0-1 0 0 0,1 0 0 0 0,0 0-1 0 0,0 0 1 0 0,1 0 0 0 0,0-1 0 0 0,0 1 0 0 0,0 0 0 0 0,1-1 0 0 0,5 9 0 0 0,-3-6 23 0 0,1 0 0 0 0,0-1 1 0 0,1 0-1 0 0,-1 0 0 0 0,2-1 1 0 0,-1 0-1 0 0,16 10 0 0 0,3-1-1134 0 0,1-2 1 0 0,0-1-1 0 0,1-1 0 0 0,44 12 0 0 0,-44-15-2778 0 0,1-1-1902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20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23 684 0 0,'13'-23'14158'0'0,"-13"60"-13236"0"0,1-6-113 0 0,0-22-701 0 0,0 1 1 0 0,1 0-1 0 0,0 0 1 0 0,1-1-1 0 0,0 0 1 0 0,1 1-1 0 0,0-1 1 0 0,8 13-1 0 0,-9-17-79 0 0,1 0 0 0 0,-1-1 0 0 0,1 0-1 0 0,0 0 1 0 0,1 0 0 0 0,-1 0 0 0 0,1-1 0 0 0,-1 1 0 0 0,1-1-1 0 0,0-1 1 0 0,1 1 0 0 0,-1-1 0 0 0,0 1 0 0 0,1-1-1 0 0,-1-1 1 0 0,7 2 0 0 0,-2-1-13 0 0,1 0 1 0 0,-1 0-1 0 0,1-1 0 0 0,0-1 0 0 0,-1 0 1 0 0,1 0-1 0 0,0-1 0 0 0,-1-1 1 0 0,1 1-1 0 0,0-2 0 0 0,-1 1 0 0 0,0-2 1 0 0,0 1-1 0 0,0-1 0 0 0,0-1 1 0 0,-1 0-1 0 0,1 0 0 0 0,-1-1 0 0 0,0 0 1 0 0,-1 0-1 0 0,0-1 0 0 0,0 0 1 0 0,0-1-1 0 0,-1 0 0 0 0,0 0 0 0 0,0-1 1 0 0,8-14-1 0 0,-6 2 377 0 0,-9 20-383 0 0,0 1 0 0 0,0 0 0 0 0,1 0 0 0 0,-1 0-1 0 0,0 0 1 0 0,0-1 0 0 0,0 1 0 0 0,0 0 0 0 0,0 0-1 0 0,0 0 1 0 0,0 0 0 0 0,0-1 0 0 0,0 1 0 0 0,0 0-1 0 0,0 0 1 0 0,0 0 0 0 0,0 0 0 0 0,0-1 0 0 0,0 1-1 0 0,0 0 1 0 0,0 0 0 0 0,0 0 0 0 0,0 0 0 0 0,0-1-1 0 0,-1 1 1 0 0,1 0 0 0 0,0 0 0 0 0,0 0 0 0 0,0 0-1 0 0,0 0 1 0 0,0-1 0 0 0,0 1 0 0 0,0 0-1 0 0,0 0 1 0 0,-1 0 0 0 0,1 0 0 0 0,0 0 0 0 0,0 0-1 0 0,0 0 1 0 0,0-1 0 0 0,-1 1 0 0 0,1 0 0 0 0,0 0-1 0 0,0 0 1 0 0,-2 1 35 0 0,0 0 0 0 0,1 0 0 0 0,-1 0-1 0 0,0 0 1 0 0,1 1 0 0 0,-1-1 0 0 0,1 0-1 0 0,0 1 1 0 0,-1-1 0 0 0,1 1 0 0 0,0 0-1 0 0,0-1 1 0 0,0 1 0 0 0,-1 2-1 0 0,-12 23 303 0 0,0 1-1 0 0,2 1 0 0 0,1 0 0 0 0,-8 32 0 0 0,-21 125 250 0 0,27-120-397 0 0,2-2-74 0 0,-11 47 548 0 0,18-95-261 0 0,-1 0 0 0 0,-1-1 1 0 0,0 0-1 0 0,-15 25 1 0 0,19-36-292 0 0,0-1 0 0 0,-1 0 0 0 0,1 0 0 0 0,-1 0 0 0 0,0 0 0 0 0,-6 4 0 0 0,8-6-87 0 0,-1 0 1 0 0,1 0-1 0 0,-1 0 0 0 0,1 0 0 0 0,-1 0 1 0 0,0-1-1 0 0,1 1 0 0 0,-1-1 0 0 0,0 1 0 0 0,0-1 1 0 0,1 1-1 0 0,-1-1 0 0 0,0 0 0 0 0,0 0 1 0 0,1 0-1 0 0,-1 0 0 0 0,0 0 0 0 0,0 0 1 0 0,-2-1-1 0 0,-2-1 4 0 0,1-1 0 0 0,-1 1 0 0 0,1-1 0 0 0,-1 0 0 0 0,1-1 0 0 0,0 1 0 0 0,0-1 0 0 0,0 0 0 0 0,1 0 1 0 0,-8-9-1 0 0,6 5-452 0 0,-1-1 1 0 0,1 0-1 0 0,0 0 1 0 0,1-1-1 0 0,-6-14 1 0 0,10 22 192 0 0,1 1 1 0 0,0 0 0 0 0,-1 0 0 0 0,1 0 0 0 0,0 0-1 0 0,0-1 1 0 0,0 1 0 0 0,0 0 0 0 0,0 0 0 0 0,0-1 0 0 0,0 1-1 0 0,1 0 1 0 0,-1 0 0 0 0,0 0 0 0 0,1-2 0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21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78 1556 0 0,'-2'-2'2166'0'0,"-54"-32"8901"0"0,54 34-10414 0 0,-8-6 447 0 0,4-1 1054 0 0,151-3-1200 0 0,40-3-772 0 0,-185 13-182 0 0,28-4 59 0 0,1 2 0 0 0,30 2-1 0 0,-59 0-54 0 0,1 0-1 0 0,-1 0 1 0 0,0 0-1 0 0,1 0 0 0 0,-1 0 1 0 0,1 0-1 0 0,-1 0 0 0 0,0 1 1 0 0,1-1-1 0 0,-1 0 0 0 0,0 0 1 0 0,1 0-1 0 0,-1 0 0 0 0,0 1 1 0 0,1-1-1 0 0,-1 0 0 0 0,0 0 1 0 0,1 1-1 0 0,-1-1 0 0 0,0 0 1 0 0,0 1-1 0 0,1-1 0 0 0,-1 0 1 0 0,0 1-1 0 0,0-1 0 0 0,0 0 1 0 0,1 1-1 0 0,-1-1 0 0 0,0 0 1 0 0,0 1-1 0 0,0-1 0 0 0,0 1 1 0 0,0-1-1 0 0,0 0 1 0 0,0 1-1 0 0,0-1 0 0 0,0 1 1 0 0,0-1-1 0 0,0 0 0 0 0,0 1 1 0 0,0-1-1 0 0,0 0 0 0 0,0 1 1 0 0,0-1-1 0 0,0 1 0 0 0,-1-1 1 0 0,1 0-1 0 0,0 1 0 0 0,0-1 1 0 0,0 0-1 0 0,-1 1 0 0 0,1-1 1 0 0,0 1-1 0 0,-13 17 327 0 0,-26 20 438 0 0,-72 54 0 0 0,55-48-448 0 0,-9 8 60 0 0,-54 44 320 0 0,100-79-624 0 0,0 1 1 0 0,2 1 0 0 0,-27 37 0 0 0,42-53-61 0 0,0 0 1 0 0,0 0 0 0 0,1 0 0 0 0,-1 0 0 0 0,1 1 0 0 0,-1-1 0 0 0,1 1 0 0 0,0-1 0 0 0,0 6 0 0 0,1-8-8 0 0,0 0 1 0 0,0 1 0 0 0,0-1-1 0 0,0 0 1 0 0,0 0-1 0 0,0 1 1 0 0,1-1 0 0 0,-1 0-1 0 0,0 0 1 0 0,1 0 0 0 0,-1 0-1 0 0,1 1 1 0 0,0-1-1 0 0,-1 0 1 0 0,1 0 0 0 0,0 0-1 0 0,0 0 1 0 0,-1 0-1 0 0,1 0 1 0 0,0-1 0 0 0,0 1-1 0 0,0 0 1 0 0,0 0 0 0 0,0-1-1 0 0,0 1 1 0 0,0 0-1 0 0,1-1 1 0 0,-1 1 0 0 0,0-1-1 0 0,2 1 1 0 0,9 3 46 0 0,0-1 1 0 0,0-1 0 0 0,1 0-1 0 0,-1 0 1 0 0,0-2-1 0 0,20 0 1 0 0,76-12 36 0 0,-79 8-79 0 0,43-8-528 0 0,-1-2 0 0 0,-1-4 0 0 0,119-46-1 0 0,-172 57-541 0 0,0-2 0 0 0,0 1 0 0 0,16-13 0 0 0,-25 15-888 0 0,0 0 0 0 0,-1-1-1 0 0,1 1 1 0 0,7-12 0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22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782 0 2104 0 0,'-2'0'1442'0'0,"-11"0"1063"0"0,-2 4 1537 0 0,12-3-4302 0 0,-8 3 3413 0 0,11-4-3100 0 0,-1 0-1 0 0,1 0 1 0 0,0 0 0 0 0,0 1-1 0 0,0-1 1 0 0,-1 0-1 0 0,1 0 1 0 0,0 0 0 0 0,0 1-1 0 0,0-1 1 0 0,0 0-1 0 0,0 0 1 0 0,0 0 0 0 0,-1 1-1 0 0,1-1 1 0 0,0 0 0 0 0,0 0-1 0 0,0 1 1 0 0,0-1-1 0 0,0 0 1 0 0,0 0 0 0 0,0 1-1 0 0,0-1 1 0 0,0 0-1 0 0,0 0 1 0 0,0 1 0 0 0,0-1-1 0 0,0 0 1 0 0,0 0 0 0 0,0 1-1 0 0,0-1 1 0 0,1 0-1 0 0,-1 0 1 0 0,0 1 0 0 0,0-1-1 0 0,0 0 1 0 0,0 0-1 0 0,1 1 1 0 0,0-1-18 0 0,0 1 0 0 0,0-1 0 0 0,0 1 0 0 0,0-1 1 0 0,0 0-1 0 0,0 1 0 0 0,0-1 0 0 0,0 0 0 0 0,0 0 0 0 0,0 0 0 0 0,1 0 0 0 0,-1 0 0 0 0,0 0 0 0 0,0 0 0 0 0,2 0 1 0 0,-2 0 33 0 0,212-6 1661 0 0,-155 3-1558 0 0,-42 2-132 0 0,-2 0-39 0 0,0 0 1 0 0,0 1 0 0 0,0 0 0 0 0,22 4 0 0 0,-34-3 0 0 0,0 0 1 0 0,0 0 0 0 0,0 0-1 0 0,0 1 1 0 0,0-1 0 0 0,-1 0 0 0 0,1 1-1 0 0,0-1 1 0 0,-1 1 0 0 0,1-1 0 0 0,-1 1-1 0 0,1 0 1 0 0,-1 0 0 0 0,0 0-1 0 0,0-1 1 0 0,0 1 0 0 0,0 1 0 0 0,0-1-1 0 0,0 0 1 0 0,0 3 0 0 0,2 4 7 0 0,-1 1 0 0 0,3 20 0 0 0,-5-27-6 0 0,6 67 40 0 0,-6 129-1 0 0,-24 70 118 0 0,8-113-14 0 0,3-8 148 0 0,-48 733 1239 0 0,45 150 615 0 0,1-87-1719 0 0,1-668-406 0 0,6-207 1895 0 0,-32 135-1 0 0,38-198-1687 0 0,0 1-1 0 0,0 0 1 0 0,-1 0 0 0 0,0-1-1 0 0,-1 1 1 0 0,1-1 0 0 0,-6 7-1 0 0,6-10-165 0 0,1 0-1 0 0,-1 0 0 0 0,0 0 1 0 0,0-1-1 0 0,0 1 0 0 0,-1-1 1 0 0,1 0-1 0 0,0 0 0 0 0,-1 0 1 0 0,0 0-1 0 0,1-1 0 0 0,-1 1 1 0 0,0-1-1 0 0,-6 2 0 0 0,-147 18 249 0 0,-15 4-578 0 0,-14 26-3016 0 0,5 15-3641 0 0,148-54 5288 0 0,-47 17-4333 0 0,-3-2-3058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24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40 1072 0 0,'-4'-1'2160'0'0,"-23"-5"3831"0"0,-36-2-1 0 0,60 7-5024 0 0,0 1-95 0 0,-30-1 3012 0 0,36 0-3746 0 0,18-5-191 0 0,1 1 1 0 0,1 1-1 0 0,42-3 0 0 0,24 8-3519 0 0,-71 1-819 0 0,32 7 0 0 0,-35-5-1702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25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32 1392 0 0,'-73'34'5645'0'0,"44"-21"-1729"0"0,-49 29 0 0 0,76-40-3573 0 0,5-2-52 0 0,17-3-525 0 0,0 0 0 0 0,0-1 0 0 0,-1-1 0 0 0,1-1 0 0 0,24-10 0 0 0,3-1-1168 0 0,75-25-4261 0 0,-47 16 1033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25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1086 85 704 0 0,'47'-17'5886'0'0,"-32"12"-3401"0"0,0 0 1 0 0,-1-1-1 0 0,22-13 1 0 0,-34 18-1901 0 0,-3-4 446 0 0,1 4-999 0 0,0 0 0 0 0,1 1 1 0 0,-1-1-1 0 0,0 0 1 0 0,0 0-1 0 0,0 1 0 0 0,0-1 1 0 0,0 0-1 0 0,-1 1 1 0 0,1-1-1 0 0,0 0 0 0 0,0 1 1 0 0,0-1-1 0 0,-1 0 1 0 0,1 1-1 0 0,0-1 0 0 0,-1 0 1 0 0,1 1-1 0 0,0-1 1 0 0,-1 1-1 0 0,1-1 0 0 0,-1 0 1 0 0,1 1-1 0 0,-1-1 1 0 0,1 1-1 0 0,-1-1 0 0 0,-6-1 14 0 0,0 0 0 0 0,0 1-1 0 0,0 0 1 0 0,0 0-1 0 0,-1 0 1 0 0,1 1 0 0 0,0 0-1 0 0,0 0 1 0 0,0 1-1 0 0,0 0 1 0 0,0 0 0 0 0,0 1-1 0 0,-8 3 1 0 0,-6 1-25 0 0,0 2 0 0 0,1 1 0 0 0,-23 13 0 0 0,17-7-10 0 0,1 2-1 0 0,1 0 1 0 0,1 2-1 0 0,0 0 1 0 0,-32 37-1 0 0,28-23-1 0 0,2 0-1 0 0,0 2 1 0 0,-28 55-1 0 0,20-22 189 0 0,3 3 0 0 0,4 0-1 0 0,2 2 1 0 0,-15 78 0 0 0,-69 472 1399 0 0,72-387-1302 0 0,-129 933 839 0 0,65-428-652 0 0,-26 452-273 0 0,124-964-221 0 0,4-186 38 0 0,3 0 1 0 0,1 0-1 0 0,15 53 0 0 0,-18-86-13 0 0,0 0 0 0 0,1-1-1 0 0,0 1 1 0 0,0-1 0 0 0,1 0 0 0 0,0 0-1 0 0,1-1 1 0 0,12 16 0 0 0,-14-20-62 0 0,0 0-1 0 0,0-1 1 0 0,1 1 0 0 0,-1-1 0 0 0,1 0 0 0 0,0 0-1 0 0,0-1 1 0 0,0 1 0 0 0,0-1 0 0 0,0 0 0 0 0,0 0-1 0 0,1-1 1 0 0,-1 0 0 0 0,1 0 0 0 0,-1 0 0 0 0,1 0-1 0 0,9-1 1 0 0,5-2-542 0 0,0 0 0 0 0,0-1 0 0 0,-1-1-1 0 0,0-1 1 0 0,31-11 0 0 0,88-48-3778 0 0,-58 20-931 0 0,0-9-2899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26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259 154 36 0 0,'3'-8'8922'0'0,"-4"7"-8822"0"0,1 1 0 0 0,0 0 1 0 0,0-1-1 0 0,0 1 0 0 0,0 0 0 0 0,0-1 0 0 0,-1 1 0 0 0,1 0 0 0 0,0-1 0 0 0,0 1 1 0 0,0 0-1 0 0,-1-1 0 0 0,1 1 0 0 0,0 0 0 0 0,-1 0 0 0 0,1-1 0 0 0,0 1 1 0 0,0 0-1 0 0,-1 0 0 0 0,1 0 0 0 0,0-1 0 0 0,-1 1 0 0 0,1 0 0 0 0,-1 0 0 0 0,1 0 1 0 0,0 0-1 0 0,-1 0 0 0 0,1 0 0 0 0,0 0 0 0 0,-1 0 0 0 0,1 0 0 0 0,0 0 1 0 0,-1 0-1 0 0,1 0 0 0 0,-1 0 0 0 0,1 0 0 0 0,-1 0 0 0 0,-17 11 1422 0 0,-14 22-224 0 0,3 2 3 0 0,-47 75 1 0 0,67-94-1201 0 0,0 0 0 0 0,1 1 1 0 0,1 0-1 0 0,0 0 0 0 0,2 0 1 0 0,0 1-1 0 0,-5 32 0 0 0,10-46-85 0 0,-1-1-1 0 0,1 1 0 0 0,0 0 0 0 0,0 0 0 0 0,1-1 0 0 0,-1 1 0 0 0,1 0 0 0 0,-1 0 0 0 0,1-1 1 0 0,0 1-1 0 0,1-1 0 0 0,-1 1 0 0 0,1-1 0 0 0,-1 1 0 0 0,1-1 0 0 0,0 0 0 0 0,0 0 0 0 0,3 4 1 0 0,-1-4 2 0 0,-1 0 1 0 0,1 0 0 0 0,0 0-1 0 0,0-1 1 0 0,0 1 0 0 0,0-1-1 0 0,0 0 1 0 0,1 0 0 0 0,-1-1 0 0 0,1 1-1 0 0,-1-1 1 0 0,9 1 0 0 0,3 0 31 0 0,1-1 1 0 0,-1-1-1 0 0,1-1 1 0 0,-1 0-1 0 0,0-1 1 0 0,1-1-1 0 0,19-6 0 0 0,-13 3 32 0 0,-1-2 0 0 0,-1 0 0 0 0,1-2 0 0 0,-1 0 0 0 0,-1-1-1 0 0,0-1 1 0 0,0-1 0 0 0,28-25 0 0 0,-35 26-59 0 0,0-1 1 0 0,-1-1-1 0 0,-1 0 1 0 0,0 0-1 0 0,-1-1 1 0 0,0-1 0 0 0,-1 0-1 0 0,-1 0 1 0 0,0 0-1 0 0,-2-1 1 0 0,9-29-1 0 0,-13 34-18 0 0,1 1 0 0 0,-1-1 0 0 0,-1 0 0 0 0,0 0 0 0 0,-1 1 0 0 0,0-1-1 0 0,-1 0 1 0 0,0 0 0 0 0,-1 0 0 0 0,0 1 0 0 0,-8-22 0 0 0,8 27-8 0 0,0 1 0 0 0,-1-1 0 0 0,0 0 0 0 0,-1 1 0 0 0,1 0 0 0 0,-1-1 0 0 0,0 1 1 0 0,0 1-1 0 0,-1-1 0 0 0,1 1 0 0 0,-1-1 0 0 0,0 2 0 0 0,0-1 0 0 0,0 0 0 0 0,-1 1 0 0 0,1 0 0 0 0,-1 0 0 0 0,0 0 0 0 0,0 1 1 0 0,0 0-1 0 0,0 0 0 0 0,0 1 0 0 0,-9-2 0 0 0,3 3 5 0 0,1-1 1 0 0,-1 1-1 0 0,0 1 0 0 0,1 0 1 0 0,0 1-1 0 0,-1 0 1 0 0,1 1-1 0 0,0 0 0 0 0,0 1 1 0 0,-14 6-1 0 0,4 0-93 0 0,0 0 0 0 0,1 2 0 0 0,0 1 0 0 0,-20 16 0 0 0,24-14-399 0 0,0 0-1 0 0,1 1 1 0 0,1 1 0 0 0,0 0-1 0 0,2 0 1 0 0,0 2 0 0 0,-19 38-1 0 0,8-5-3876 0 0,-30 102 0 0 0,37-97-1081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27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226 282 1392 0 0,'-18'-43'4572'0'0,"13"29"-3095"0"0,0 1-1 0 0,-2-1 0 0 0,1 1 0 0 0,-2 0 1 0 0,-15-22-1 0 0,22 33-1406 0 0,0 1-1 0 0,0 0 1 0 0,0 0-1 0 0,-1 0 1 0 0,1 0-1 0 0,0 1 1 0 0,0-1-1 0 0,0 0 1 0 0,-1 0-1 0 0,1 1 1 0 0,0-1 0 0 0,-1 0-1 0 0,1 1 1 0 0,-1 0-1 0 0,1-1 1 0 0,-1 1-1 0 0,1 0 1 0 0,-1 0-1 0 0,1 0 1 0 0,-1 0-1 0 0,1 0 1 0 0,-1 0-1 0 0,1 0 1 0 0,0 0 0 0 0,-1 0-1 0 0,1 1 1 0 0,-1-1-1 0 0,1 1 1 0 0,-1-1-1 0 0,1 1 1 0 0,0 0-1 0 0,-1-1 1 0 0,1 1-1 0 0,0 0 1 0 0,0 0-1 0 0,0 0 1 0 0,-1 0 0 0 0,1 0-1 0 0,-1 1 1 0 0,-3 3 72 0 0,0 1 1 0 0,0 0 0 0 0,0 0 0 0 0,1 0-1 0 0,0 0 1 0 0,-6 11 0 0 0,1 2 12 0 0,1 1 0 0 0,1-1 0 0 0,1 1-1 0 0,0 0 1 0 0,2 0 0 0 0,0 1 0 0 0,1 0 0 0 0,0 34 0 0 0,3-47-131 0 0,1 0 0 0 0,0 0 0 0 0,0 1-1 0 0,1-1 1 0 0,0 0 0 0 0,1 0 0 0 0,-1-1 0 0 0,1 1 0 0 0,1 0 0 0 0,7 11 0 0 0,-7-14-10 0 0,0 1-1 0 0,1-1 1 0 0,-1 0-1 0 0,1 0 1 0 0,1-1 0 0 0,-1 1-1 0 0,1-1 1 0 0,-1 0 0 0 0,1-1-1 0 0,1 1 1 0 0,-1-1 0 0 0,0-1-1 0 0,1 1 1 0 0,8 2 0 0 0,-2-2 9 0 0,0-1 0 0 0,0 0 1 0 0,0-1-1 0 0,0 0 1 0 0,1-1-1 0 0,-1-1 0 0 0,0 0 1 0 0,0 0-1 0 0,0-2 1 0 0,0 0-1 0 0,0 0 0 0 0,0-1 1 0 0,-1 0-1 0 0,0-1 1 0 0,0-1-1 0 0,19-11 0 0 0,-18 9 15 0 0,0-1 0 0 0,0 0 0 0 0,0-1 0 0 0,-1 0 0 0 0,-1-1 1 0 0,0-1-1 0 0,-1 0 0 0 0,0 0 0 0 0,0-1 0 0 0,-1 0 0 0 0,-1-1 0 0 0,0 1 0 0 0,8-23 0 0 0,-12 22-10 0 0,0-1 0 0 0,0 1 0 0 0,-2-1 0 0 0,0 0 1 0 0,0 0-1 0 0,-1 0 0 0 0,-1 0 0 0 0,-1 0 0 0 0,0 0 1 0 0,-1 0-1 0 0,-1 1 0 0 0,-8-30 0 0 0,9 37-27 0 0,-1 0 0 0 0,1 1 0 0 0,-1-1-1 0 0,-1 0 1 0 0,1 1 0 0 0,-1 0-1 0 0,-1 0 1 0 0,1 0 0 0 0,-1 0 0 0 0,0 1-1 0 0,0-1 1 0 0,0 1 0 0 0,-1 1 0 0 0,0-1-1 0 0,0 1 1 0 0,0 0 0 0 0,0 0 0 0 0,-1 1-1 0 0,1 0 1 0 0,-1 0 0 0 0,0 0 0 0 0,0 1-1 0 0,0 0 1 0 0,0 0 0 0 0,-1 1 0 0 0,1 0-1 0 0,-15 0 1 0 0,9 2-206 0 0,1 0 0 0 0,-1 1 0 0 0,0 0 0 0 0,1 1 0 0 0,0 1 1 0 0,0 0-1 0 0,0 0 0 0 0,0 1 0 0 0,1 1 0 0 0,-1 0 0 0 0,1 0 0 0 0,1 1 0 0 0,-1 1 0 0 0,1 0 0 0 0,1 0 0 0 0,-15 16 1 0 0,3 0-1489 0 0,0 2 0 0 0,1 0 0 0 0,2 2 0 0 0,0 0 0 0 0,-16 38 0 0 0,12-17-4044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31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822 136 1408 0 0,'-12'-10'3845'0'0,"-17"-18"2105"0"0,28 27-5898 0 0,1 1 0 0 0,0-1 0 0 0,0 0 0 0 0,1 0 0 0 0,-1 0 0 0 0,0 1 0 0 0,0-1 0 0 0,0 0 0 0 0,0 0 0 0 0,1 1 0 0 0,-1-1 0 0 0,0 0 0 0 0,1 0 0 0 0,-1 1 0 0 0,1-1-1 0 0,0 0 1 0 0,14-7 116 0 0,0 0 0 0 0,1 1 1 0 0,0 1-1 0 0,0 1 0 0 0,18-4 0 0 0,89-14-1 0 0,-68 15-141 0 0,56-2 1 0 0,-94 10 81 0 0,0 0 1 0 0,0 1 0 0 0,0 1-1 0 0,0 0 1 0 0,0 2 0 0 0,0-1-1 0 0,28 12 1 0 0,-40-12 15 0 0,0-1 0 0 0,0 1 0 0 0,0 0 0 0 0,0 0 0 0 0,0 0 0 0 0,-1 1 0 0 0,0-1 0 0 0,1 1 0 0 0,-2 0-1 0 0,1 1 1 0 0,0-1 0 0 0,-1 1 0 0 0,0-1 0 0 0,4 8 0 0 0,-4-5 26 0 0,0-1 0 0 0,-1 1-1 0 0,0 0 1 0 0,0 0 0 0 0,-1 1 0 0 0,0-1-1 0 0,0 0 1 0 0,0 0 0 0 0,-1 0 0 0 0,-2 14-1 0 0,-7 38 463 0 0,-3-1-1 0 0,-2-1 1 0 0,-24 62-1 0 0,12-38-120 0 0,-18 64 345 0 0,6 3 0 0 0,-25 196 0 0 0,-98 1371 1330 0 0,125-903 48 0 0,35-773-2120 0 0,-2 42 939 0 0,-14 92 0 0 0,16-164-833 0 0,-1 0 0 0 0,-1 1-1 0 0,1-1 1 0 0,-2 0 0 0 0,1 0 0 0 0,-1 0-1 0 0,0 0 1 0 0,-1-1 0 0 0,0 0-1 0 0,-8 10 1 0 0,8-12-141 0 0,-1 0 1 0 0,0-1-1 0 0,0 1 1 0 0,-1-1-1 0 0,0-1 0 0 0,1 1 1 0 0,-1-1-1 0 0,-1-1 1 0 0,1 1-1 0 0,0-1 0 0 0,-1 0 1 0 0,-11 2-1 0 0,-17 3-18 0 0,1-2-1 0 0,-1-2 0 0 0,0-1 0 0 0,0-2 0 0 0,-52-4 1 0 0,-178-36-2311 0 0,109 1-3811 0 0,57 0-6198 0 0,67 23 2427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59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34 143 720 0 0,'-6'-6'4390'0'0,"-22"-19"7739"0"0,32 22-12095 0 0,-4 3-33 0 0,0 0 1 0 0,0-1-1 0 0,0 1 0 0 0,0 0 1 0 0,1 0-1 0 0,-1-1 1 0 0,0 1-1 0 0,0 0 0 0 0,0 0 1 0 0,0 0-1 0 0,1-1 1 0 0,-1 1-1 0 0,0 0 0 0 0,0 0 1 0 0,1 0-1 0 0,-1 0 1 0 0,0 0-1 0 0,0-1 0 0 0,1 1 1 0 0,-1 0-1 0 0,0 0 1 0 0,0 0-1 0 0,1 0 0 0 0,-1 0 1 0 0,0 0-1 0 0,0 0 1 0 0,1 0-1 0 0,-1 0 0 0 0,0 0 1 0 0,1 0-1 0 0,-1 0 1 0 0,1 0-1 0 0,79-4 228 0 0,141-27 1 0 0,-144 18-184 0 0,136-20 34 0 0,-118 15-37 0 0,-92 17-40 0 0,8 2-1164 0 0,14-7 6981 0 0,-36 7-4761 0 0,8 0-1017 0 0,-39 2 240 0 0,40-3-763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33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36 235 444 0 0,'-4'-3'510'0'0,"1"-1"1"0"0,0 0-1 0 0,0 0 0 0 0,0 0 1 0 0,1 0-1 0 0,-1 0 0 0 0,1 0 1 0 0,0-1-1 0 0,0 0 0 0 0,0 1 1 0 0,1-1-1 0 0,-1 0 0 0 0,1 0 0 0 0,1 1 1 0 0,-1-1-1 0 0,0-6 0 0 0,1 4-191 0 0,0-1-1 0 0,0 0 0 0 0,0 0 1 0 0,1 1-1 0 0,0-1 0 0 0,0 0 1 0 0,1 1-1 0 0,0-1 0 0 0,6-11 0 0 0,-6 14-250 0 0,1 1-1 0 0,0-1 1 0 0,0 1-1 0 0,0 0 1 0 0,1 0-1 0 0,0 0 1 0 0,0 0-1 0 0,0 0 1 0 0,0 1-1 0 0,0 0 1 0 0,1 0-1 0 0,-1 0 1 0 0,1 0-1 0 0,0 1 1 0 0,0 0-1 0 0,0 0 0 0 0,0 0 1 0 0,0 1-1 0 0,0-1 1 0 0,1 1-1 0 0,-1 0 1 0 0,0 1-1 0 0,1-1 1 0 0,-1 1-1 0 0,0 0 1 0 0,1 1-1 0 0,8 1 1 0 0,-4-1-9 0 0,0 1 0 0 0,-1 0 0 0 0,1 1 1 0 0,-1 0-1 0 0,1 1 0 0 0,-1 0 1 0 0,0 0-1 0 0,-1 1 0 0 0,1 0 0 0 0,-1 1 1 0 0,0-1-1 0 0,0 2 0 0 0,-1-1 0 0 0,9 10 1 0 0,-10-8 5 0 0,0 0 0 0 0,-1 0 0 0 0,0 0 0 0 0,0 0-1 0 0,-1 1 1 0 0,0 0 0 0 0,0 0 0 0 0,-1 0 0 0 0,-1 1 0 0 0,4 17 0 0 0,-5-13 47 0 0,0 0 0 0 0,-1 1 0 0 0,0-1-1 0 0,-1 1 1 0 0,-1-1 0 0 0,-5 24 0 0 0,-1-11 126 0 0,-2 0 0 0 0,0 0 0 0 0,-1-1 0 0 0,-2-1 0 0 0,-1 0 0 0 0,-32 44 0 0 0,32-49-36 0 0,7-9 36 0 0,-1-1-1 0 0,0 0 1 0 0,-1 0 0 0 0,-16 14-1 0 0,24-23-121 0 0,0-1-106 0 0,1 1 1 0 0,-1-1 0 0 0,0 0-1 0 0,1 0 1 0 0,-1 0 0 0 0,1 0-1 0 0,-1 0 1 0 0,1-1 0 0 0,-1 1-1 0 0,1 0 1 0 0,-1 0 0 0 0,0 0-1 0 0,1 0 1 0 0,-1-1 0 0 0,1 1-1 0 0,-1 0 1 0 0,1 0 0 0 0,0-1-1 0 0,-1 1 1 0 0,0-1 0 0 0,1 0-8 0 0,0 1 0 0 0,0-1 1 0 0,0 0-1 0 0,0 0 1 0 0,0 0-1 0 0,0 1 1 0 0,0-1-1 0 0,0 0 0 0 0,0 0 1 0 0,1 0-1 0 0,-1 1 1 0 0,0-1-1 0 0,0 0 0 0 0,1 0 1 0 0,-1 1-1 0 0,1-1 1 0 0,0 0-1 0 0,8-16 2 0 0,0 2 0 0 0,2-1-1 0 0,0 2 1 0 0,15-18 0 0 0,59-51 17 0 0,-49 49-19 0 0,14-11 15 0 0,-33 32-7 0 0,-1-1 0 0 0,0-1-1 0 0,-1-1 1 0 0,-1 0-1 0 0,17-23 1 0 0,-31 38-12 0 0,1-1 1 0 0,0 1-1 0 0,0 0 1 0 0,0 0-1 0 0,0-1 1 0 0,-1 1-1 0 0,1 0 1 0 0,-1-1-1 0 0,1 1 1 0 0,-1-1-1 0 0,1 1 1 0 0,-1-1-1 0 0,0 1 1 0 0,0 0-1 0 0,0-1 0 0 0,0 1 1 0 0,0-1-1 0 0,0 1 1 0 0,0-1-1 0 0,0 1 1 0 0,0-1-1 0 0,-1 1 1 0 0,1-1-1 0 0,-1 1 1 0 0,1-1-1 0 0,-1 1 1 0 0,-1-3-1 0 0,-2 3-6 0 0,0 1 5 0 0,-1 0 0 0 0,1 1 1 0 0,-1-1-1 0 0,1 1 0 0 0,0 0 1 0 0,0 0-1 0 0,-1 0 0 0 0,1 1 1 0 0,0 0-1 0 0,0 0 0 0 0,0 0 0 0 0,1 0 1 0 0,-1 0-1 0 0,0 1 0 0 0,1 0 1 0 0,0-1-1 0 0,-1 1 0 0 0,1 1 0 0 0,0-1 1 0 0,1 0-1 0 0,-4 5 0 0 0,-1 1-7 0 0,-3 2 9 0 0,2 1 0 0 0,-1 1 1 0 0,1 0-1 0 0,1 0 1 0 0,0 0-1 0 0,1 1 0 0 0,1 0 1 0 0,-6 23-1 0 0,8-29 6 0 0,1 0 0 0 0,1 1 0 0 0,0-1 0 0 0,0 1 0 0 0,0 0 0 0 0,1-1 0 0 0,0 1 0 0 0,1 0 0 0 0,0-1 0 0 0,0 1 0 0 0,1-1 0 0 0,0 0 0 0 0,0 1 0 0 0,1-1 0 0 0,0 0 0 0 0,5 9 0 0 0,-4-12 5 0 0,0 1-1 0 0,0-1 1 0 0,1 0 0 0 0,-1 0 0 0 0,1-1 0 0 0,0 1 0 0 0,0-1-1 0 0,1 0 1 0 0,-1 0 0 0 0,1-1 0 0 0,7 4 0 0 0,-3-3-22 0 0,-1 0-1 0 0,1-1 1 0 0,1 0 0 0 0,-1-1 0 0 0,0 0 0 0 0,16 0 0 0 0,2-1-798 0 0,-1-2 1 0 0,1-1 0 0 0,-1-2-1 0 0,41-9 1 0 0,14-10-6003 0 0,-35 5-186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33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 3052 0 0,'-62'5'7912'0'0,"50"-3"-6686"0"0,0 1-1 0 0,1 0 1 0 0,-1 1 0 0 0,1 0 0 0 0,-20 10 0 0 0,30-14-1126 0 0,0 1-1 0 0,0-1 1 0 0,0 1 0 0 0,0-1-1 0 0,0 1 1 0 0,0 0 0 0 0,0-1-1 0 0,0 1 1 0 0,0 0 0 0 0,0 0-1 0 0,1 0 1 0 0,-1 0 0 0 0,0 0-1 0 0,1-1 1 0 0,-1 1 0 0 0,0 0-1 0 0,1 1 1 0 0,-1-1 0 0 0,1 0-1 0 0,0 0 1 0 0,-1 1 0 0 0,1-1-46 0 0,0 0 0 0 0,1 0 0 0 0,-1 0 0 0 0,0 0 1 0 0,1-1-1 0 0,-1 1 0 0 0,1 0 0 0 0,-1 0 0 0 0,1-1 1 0 0,-1 1-1 0 0,1 0 0 0 0,-1-1 0 0 0,1 1 0 0 0,0-1 0 0 0,-1 1 1 0 0,1-1-1 0 0,0 1 0 0 0,-1-1 0 0 0,1 1 0 0 0,0-1 1 0 0,1 1-1 0 0,4 2 55 0 0,1-1 1 0 0,-1 0-1 0 0,1 0 0 0 0,0 0 1 0 0,9 0-1 0 0,52 2-298 0 0,1-4 0 0 0,-1-2 0 0 0,77-13-1 0 0,-78 7-2693 0 0,-47 5 910 0 0,5-3-5847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33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46 2568 0 0,'-33'-16'8933'0'0,"-37"-13"-1"0"0,68 28-8030 0 0,0 1-729 0 0,1 1 1 0 0,-1-1 0 0 0,0 1-1 0 0,1-1 1 0 0,-1 1 0 0 0,0 0 0 0 0,1 0-1 0 0,-1 0 1 0 0,1 0 0 0 0,-1 0-1 0 0,1 0 1 0 0,0 0 0 0 0,-1 0-1 0 0,1 0 1 0 0,0 1 0 0 0,0-1-1 0 0,0 1 1 0 0,0-1 0 0 0,0 1 0 0 0,0-1-1 0 0,0 1 1 0 0,0-1 0 0 0,1 1-1 0 0,-1 0 1 0 0,0-1 0 0 0,1 1-1 0 0,0 0 1 0 0,-1 3 0 0 0,-2 9 115 0 0,1 0 0 0 0,-1 22 0 0 0,2-25-68 0 0,-6 192 76 0 0,8-171-1797 0 0,8 37-1 0 0,-5-48-1302 0 0,1 0 0 0 0,12 33-1 0 0,-7-33-2692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34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138 119 1156 0 0,'-11'-12'2385'0'0,"4"4"-916"0"0,1 1 0 0 0,-1-1-1 0 0,-6-13 1 0 0,12 19-1319 0 0,0 1-1 0 0,0-1 1 0 0,0 1 0 0 0,0-1-1 0 0,1 0 1 0 0,-1 1 0 0 0,1-1-1 0 0,-1 0 1 0 0,1 0 0 0 0,0 1-1 0 0,0-1 1 0 0,0 0 0 0 0,0 0-1 0 0,0 1 1 0 0,0-1 0 0 0,0 0-1 0 0,0 0 1 0 0,1 1 0 0 0,-1-1-1 0 0,1 0 1 0 0,-1 0 0 0 0,1 1-1 0 0,0-1 1 0 0,0 1 0 0 0,1-3-1 0 0,-1 2-45 0 0,1 1 0 0 0,0-1 0 0 0,0 1 0 0 0,0 0 0 0 0,0 0 0 0 0,0-1 0 0 0,0 1 0 0 0,0 1 0 0 0,0-1 0 0 0,0 0 1 0 0,1 0-1 0 0,-1 1 0 0 0,0-1 0 0 0,0 1 0 0 0,3 0 0 0 0,35-1 903 0 0,-29 1-906 0 0,1 2-1 0 0,-1-1 0 0 0,0 2 0 0 0,0-1 1 0 0,0 1-1 0 0,0 1 0 0 0,0 0 0 0 0,-1 1 1 0 0,0 0-1 0 0,0 0 0 0 0,0 1 0 0 0,0 1 1 0 0,-1 0-1 0 0,0 0 0 0 0,-1 0 0 0 0,0 1 1 0 0,0 0-1 0 0,0 1 0 0 0,-1 0 0 0 0,0 0 1 0 0,-1 1-1 0 0,0-1 0 0 0,0 1 0 0 0,-1 1 1 0 0,-1-1-1 0 0,0 1 0 0 0,0 0 0 0 0,-1-1 1 0 0,0 2-1 0 0,-1-1 0 0 0,0 0 0 0 0,-1 0 0 0 0,0 1 1 0 0,-1-1-1 0 0,0 1 0 0 0,-3 19 0 0 0,-3-6-13 0 0,0-1-1 0 0,-2 0 0 0 0,0 0 1 0 0,-2 0-1 0 0,0-1 0 0 0,-28 42 1 0 0,19-36 21 0 0,-2-1 1 0 0,-1-1 0 0 0,-1-1 0 0 0,-41 36 0 0 0,53-53-68 0 0,-1 0 0 0 0,1-1-1 0 0,-15 8 1 0 0,21-13-29 0 0,-1-1 0 0 0,0 1 0 0 0,1-1 1 0 0,-1 0-1 0 0,0 0 0 0 0,0-1 0 0 0,0 0 0 0 0,0 0 0 0 0,-8 0 0 0 0,12-1-8 0 0,-1-1 0 0 0,0 1-1 0 0,0-1 1 0 0,0 0 0 0 0,1 0 0 0 0,-1 0-1 0 0,0 0 1 0 0,1 0 0 0 0,-4-2 0 0 0,1 0 2 0 0,1 0-12 0 0,2 3 6 0 0,1-2 1 0 0,0 1-1 0 0,0 0 0 0 0,0 0 1 0 0,0 0-1 0 0,0 0 1 0 0,0-1-1 0 0,0 1 1 0 0,0 0-1 0 0,0-1 1 0 0,1 1-1 0 0,-1-1 0 0 0,1 1 1 0 0,-1-1-1 0 0,1 1 1 0 0,-1-1-1 0 0,1 0 1 0 0,0-1-1 0 0,0 2 1 0 0,0 0 0 0 0,0 0 0 0 0,1 1 0 0 0,-1-1 0 0 0,0 0 0 0 0,1 0 0 0 0,-1 1 0 0 0,0-1 0 0 0,1 0 0 0 0,-1 1 0 0 0,1-1 0 0 0,0 0-1 0 0,-1 1 1 0 0,1-1 0 0 0,-1 1 0 0 0,2-2 0 0 0,-1 1 7 0 0,14 1 0 0 0,-8 1-4 0 0,1 1 1 0 0,-1 0 0 0 0,0 0 0 0 0,0 1-1 0 0,0-1 1 0 0,0 1 0 0 0,0 1 0 0 0,0 0-1 0 0,9 6 1 0 0,-8-5 16 0 0,18 14-196 0 0,0 0-1 0 0,34 33 0 0 0,-5-2-3287 0 0,-39-38-910 0 0,28 19 0 0 0,-23-22-1754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34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69 3236 0 0,'-36'-69'13761'0'0,"51"122"-11361"0"0,-8-35-2249 0 0,1-1 0 0 0,1 0 0 0 0,0 0-1 0 0,2 0 1 0 0,-1-1 0 0 0,2-1 0 0 0,14 15 0 0 0,-19-22-130 0 0,0-1 1 0 0,1-1-1 0 0,0 0 1 0 0,0 0-1 0 0,1 0 1 0 0,14 6-1 0 0,-17-9-6 0 0,0-1 0 0 0,0 0-1 0 0,0 0 1 0 0,0-1-1 0 0,1 1 1 0 0,-1-1-1 0 0,0-1 1 0 0,1 1 0 0 0,-1-1-1 0 0,0 0 1 0 0,10-2-1 0 0,-12 1-7 0 0,1 0 0 0 0,0 0 0 0 0,0 0 0 0 0,-1-1 0 0 0,1 0-1 0 0,-1 0 1 0 0,0 0 0 0 0,1 0 0 0 0,-1-1 0 0 0,0 0 0 0 0,0 0 0 0 0,0 0-1 0 0,-1 0 1 0 0,4-4 0 0 0,-2 1 1 0 0,-1 0 0 0 0,1 0-1 0 0,-1-1 1 0 0,-1 1 0 0 0,1-1 0 0 0,-1 0 0 0 0,0 0-1 0 0,2-9 1 0 0,0-8-7 0 0,-1-1 0 0 0,-1 0 0 0 0,0 0 0 0 0,-3-31 0 0 0,-6 93 78 0 0,-67 515 4339 0 0,44-405-3195 0 0,-81 245 1 0 0,60-269-159 0 0,41-106-711 0 0,0 0 0 0 0,-1-1 0 0 0,-1 0 0 0 0,-23 27 0 0 0,32-40-330 0 0,-1-1-1 0 0,0 1 1 0 0,0-1 0 0 0,0 1-1 0 0,0-1 1 0 0,0 0 0 0 0,0 0-1 0 0,0 0 1 0 0,-1-1 0 0 0,1 1-1 0 0,-1-1 1 0 0,0 1 0 0 0,1-1-1 0 0,-1-1 1 0 0,0 1 0 0 0,1 0-1 0 0,-1-1 1 0 0,0 0 0 0 0,0 0-1 0 0,1 0 1 0 0,-1 0 0 0 0,0 0-1 0 0,0-1 1 0 0,0 0 0 0 0,1 0-1 0 0,-1 0 1 0 0,1 0 0 0 0,-1 0-1 0 0,1-1 1 0 0,-1 0 0 0 0,1 0-1 0 0,0 0 1 0 0,-4-2 0 0 0,1 0-11 0 0,1-1 0 0 0,-1 1 0 0 0,1-1 0 0 0,0-1 0 0 0,0 1 0 0 0,1-1 0 0 0,-1 0 0 0 0,1 0 0 0 0,1 0 0 0 0,-1 0 0 0 0,1 0 0 0 0,0-1 0 0 0,0 0 0 0 0,1 0 0 0 0,0 0 0 0 0,-2-12 0 0 0,3 6-150 0 0,1-1 1 0 0,1 0-1 0 0,0 1 1 0 0,1-1-1 0 0,0 0 1 0 0,1 1-1 0 0,1 0 1 0 0,0 0-1 0 0,1 0 1 0 0,0 0-1 0 0,1 1 1 0 0,0-1-1 0 0,1 2 1 0 0,8-13-1 0 0,10-9-1585 0 0,1 1 0 0 0,1 0 0 0 0,42-37-1 0 0,26-13-3637 0 0,-32 30-1766 0 0,-21 19-959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35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28 159 2572 0 0,'-24'-23'14633'0'0,"24"23"-14523"0"0,-1-1 0 0 0,1 1-1 0 0,0 0 1 0 0,0 0 0 0 0,-1-1 0 0 0,1 1 0 0 0,0 0-1 0 0,0-1 1 0 0,-1 1 0 0 0,1 0 0 0 0,0-1 0 0 0,0 1-1 0 0,0 0 1 0 0,0-1 0 0 0,0 1 0 0 0,-1-1 0 0 0,1 1 0 0 0,0 0-1 0 0,0-1 1 0 0,0 1 0 0 0,0 0 0 0 0,0-1 0 0 0,0 1-1 0 0,0-1 1 0 0,0 1 0 0 0,0 0 0 0 0,1-1 0 0 0,-1 1-1 0 0,0-1 1 0 0,0 1 0 0 0,0 0 0 0 0,0-1 0 0 0,13-8 1461 0 0,28-3-1047 0 0,-33 10-239 0 0,151-36 714 0 0,-40 10-1849 0 0,-41 8-2978 0 0,-65 16 2717 0 0,15-6-8831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35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31 744 0 0,'-29'-14'8604'0'0,"-13"-3"3291"0"0,40 19-11583 0 0,0 0 1 0 0,0 1-1 0 0,1-1 0 0 0,-1 1 0 0 0,0-1 1 0 0,1 1-1 0 0,-1-1 0 0 0,1 1 0 0 0,0 0 0 0 0,0 0 1 0 0,0 0-1 0 0,0 0 0 0 0,0-1 0 0 0,0 6 1 0 0,-5 53 1269 0 0,4-31-1133 0 0,-17 265 1093 0 0,21-235-4906 0 0,10 76 1 0 0,-4-99-760 0 0,-7-35 3426 0 0,0 1 0 0 0,0-1 0 0 0,0 0 0 0 0,0 1 0 0 0,0-1 0 0 0,0 0 0 0 0,1 0 0 0 0,-1 0 0 0 0,1 0 0 0 0,0 0 0 0 0,-1 0 0 0 0,4 3 0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35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14 2792 0 0,'-83'-14'18169'0'0,"123"18"-17625"0"0,55-4 0 0 0,-58-1-449 0 0,1 1 1 0 0,40 7-1 0 0,-78-7-92 0 0,1 0-1 0 0,0 0 1 0 0,0 0-1 0 0,0 0 1 0 0,-1 1-1 0 0,1-1 1 0 0,0 0-1 0 0,0 0 1 0 0,-1 1-1 0 0,1-1 1 0 0,0 1-1 0 0,0-1 1 0 0,-1 1-1 0 0,1-1 1 0 0,0 1 0 0 0,-1-1-1 0 0,1 1 1 0 0,-1 0-1 0 0,1-1 1 0 0,-1 1-1 0 0,1 0 1 0 0,-1-1-1 0 0,1 1 1 0 0,-1 0-1 0 0,0-1 1 0 0,1 2-1 0 0,-1 0-1 0 0,0 0 0 0 0,0 0-1 0 0,1 0 1 0 0,-2 0 0 0 0,1 0 0 0 0,0 0-1 0 0,0 0 1 0 0,-1-1 0 0 0,1 1 0 0 0,-1 0-1 0 0,0 2 1 0 0,-2 3 2 0 0,-1 1-1 0 0,1-1 0 0 0,-1 0 1 0 0,-6 7-1 0 0,-25 28 524 0 0,-2-1 1 0 0,-43 36-1 0 0,34-34 594 0 0,-45 55 1 0 0,86-93-1016 0 0,1 0 0 0 0,0 1 1 0 0,0 0-1 0 0,1 0 0 0 0,0 0 0 0 0,0 0 1 0 0,0 1-1 0 0,-2 9 0 0 0,4-15-91 0 0,2 0-1 0 0,-1 0 1 0 0,0 0 0 0 0,0 0-1 0 0,0-1 1 0 0,0 1 0 0 0,0 0-1 0 0,1 0 1 0 0,-1-1-1 0 0,0 1 1 0 0,1 0 0 0 0,-1 0-1 0 0,0-1 1 0 0,1 1 0 0 0,-1 0-1 0 0,1-1 1 0 0,-1 1-1 0 0,1 0 1 0 0,0-1 0 0 0,-1 1-1 0 0,1-1 1 0 0,-1 1 0 0 0,1-1-1 0 0,0 1 1 0 0,0-1-1 0 0,-1 0 1 0 0,1 1 0 0 0,0-1-1 0 0,0 0 1 0 0,1 1 0 0 0,24 5 39 0 0,2-7-309 0 0,0-1-1 0 0,1-1 0 0 0,-1-2 1 0 0,48-13-1 0 0,-27 5-861 0 0,18-2-658 0 0,150-36-5131 0 0,-71 14-954 0 0,-69 15 1543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36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52 1536 0 0,'-18'-3'5277'0'0,"-17"-2"4314"0"0,-39-1 0 0 0,126-4-8756 0 0,151-13-2023 0 0,-135 19-2755 0 0,-2 3-3715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36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0 1028 0 0,'-146'78'16664'0'0,"138"-67"-14326"0"0,8-11-2303 0 0,0 0 1 0 0,0 0-1 0 0,0 0 1 0 0,-1 1 0 0 0,1-1-1 0 0,0 0 1 0 0,0 0-1 0 0,0 1 1 0 0,0-1 0 0 0,0 0-1 0 0,0 0 1 0 0,0 0 0 0 0,0 1-1 0 0,0-1 1 0 0,0 0-1 0 0,0 0 1 0 0,0 1 0 0 0,0-1-1 0 0,0 0 1 0 0,0 0-1 0 0,0 0 1 0 0,1 1 0 0 0,-1-1-1 0 0,0 0 1 0 0,0 0-1 0 0,0 0 1 0 0,0 1 0 0 0,0-1-1 0 0,0 0 1 0 0,1 0 0 0 0,-1 0-1 0 0,0 0 1 0 0,0 1-1 0 0,0-1 1 0 0,0 0 0 0 0,1 0-1 0 0,-1 0 1 0 0,0 0-1 0 0,0 0 1 0 0,0 0 0 0 0,1 0-1 0 0,-1 0 1 0 0,0 1 0 0 0,0-1-1 0 0,1 0 1 0 0,-1 0-1 0 0,0 0 1 0 0,0 0 0 0 0,0 0-1 0 0,1 0 1 0 0,-1 0-1 0 0,0 0 1 0 0,0 0 0 0 0,1 0-1 0 0,-1-1 1 0 0,0 1-1 0 0,0 0 1 0 0,1 0 0 0 0,212-33-521 0 0,-47 5-4149 0 0,8 3-4212 0 0,-114 15 3084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36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631 164 2384 0 0,'-2'-5'931'0'0,"0"1"-1"0"0,-1-1 1 0 0,0 1-1 0 0,0 0 1 0 0,0-1-1 0 0,0 2 1 0 0,0-1 0 0 0,-1 0-1 0 0,0 0 1 0 0,0 1-1 0 0,0 0 1 0 0,0 0-1 0 0,-6-3 1 0 0,6 4-688 0 0,1 1-1 0 0,0 0 1 0 0,-1 0 0 0 0,1 1 0 0 0,-1-1 0 0 0,1 1-1 0 0,-1 0 1 0 0,1 0 0 0 0,-1 0 0 0 0,1 0 0 0 0,-1 0-1 0 0,1 1 1 0 0,-1 0 0 0 0,1-1 0 0 0,-1 1 0 0 0,1 0-1 0 0,0 1 1 0 0,-1-1 0 0 0,1 1 0 0 0,-5 3 0 0 0,-4 3 15 0 0,0 1 0 0 0,0 0 0 0 0,1 0 1 0 0,0 2-1 0 0,1-1 0 0 0,0 1 0 0 0,1 1 1 0 0,0 0-1 0 0,1 0 0 0 0,-8 14 0 0 0,0 5 40 0 0,2 0 0 0 0,0 1 0 0 0,-10 40 0 0 0,15-42-135 0 0,2 1 0 0 0,1 0 0 0 0,-3 43-1 0 0,8-59-136 0 0,1 0 0 0 0,0 0 0 0 0,1 0 0 0 0,1 0 0 0 0,1 0 0 0 0,0 0-1 0 0,0 0 1 0 0,2-1 0 0 0,6 17 0 0 0,-9-26-12 0 0,1 0 1 0 0,0-1-1 0 0,0 1 1 0 0,0-1-1 0 0,0 1 1 0 0,1-1-1 0 0,-1 0 0 0 0,1 0 1 0 0,0 0-1 0 0,0-1 1 0 0,1 1-1 0 0,-1-1 1 0 0,1 0-1 0 0,-1 0 0 0 0,8 2 1 0 0,-4-2 2 0 0,0 0-1 0 0,-1-1 1 0 0,1-1-1 0 0,1 1 1 0 0,-1-1 0 0 0,0-1-1 0 0,0 1 1 0 0,0-1 0 0 0,12-2-1 0 0,1-1 12 0 0,1-2 0 0 0,-1 0-1 0 0,-1-1 1 0 0,1-1-1 0 0,-1-1 1 0 0,37-21 0 0 0,-33 14 8 0 0,-1-1 1 0 0,0 0-1 0 0,-1-2 0 0 0,-1-1 1 0 0,-1-1-1 0 0,-1 0 1 0 0,27-37-1 0 0,-26 29-53 0 0,-2-1-1 0 0,-1 0 1 0 0,-2-1-1 0 0,0-1 1 0 0,19-63-1 0 0,-31 82 11 0 0,0 0 0 0 0,0 1 0 0 0,-2-1 0 0 0,1 0 0 0 0,-1 0 0 0 0,-1-1 0 0 0,0 1 0 0 0,-1 0 0 0 0,-1 0 0 0 0,-3-17 0 0 0,2 21 5 0 0,1-1 0 0 0,-2 1 0 0 0,1 0 0 0 0,-1 0 0 0 0,0 0 0 0 0,-1 0 0 0 0,0 1 0 0 0,0 0 0 0 0,-1 0 0 0 0,0 0 0 0 0,0 1 0 0 0,0 0 0 0 0,-1 0 0 0 0,-14-9 0 0 0,5 5-11 0 0,0 2 1 0 0,-1 0-1 0 0,0 0 0 0 0,-1 2 0 0 0,1 0 0 0 0,-1 1 1 0 0,0 1-1 0 0,-1 1 0 0 0,1 0 0 0 0,-31 0 1 0 0,11 3-426 0 0,-1 2 1 0 0,0 1 0 0 0,0 2 0 0 0,-43 12 0 0 0,28-2-1888 0 0,-94 40-1 0 0,16 5-5355 0 0,42-14-1380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38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307 211 120 0 0,'0'-13'3228'0'0,"0"0"-1589"0"0,-1-4 674 0 0,5-29-1 0 0,-3 41-2192 0 0,0 0 0 0 0,0 0 0 0 0,0 0 0 0 0,1 0 0 0 0,0 0 0 0 0,0 1 0 0 0,0-1 0 0 0,1 1 0 0 0,-1 0 0 0 0,5-6 0 0 0,-2 4-69 0 0,1 0 1 0 0,-1 1 0 0 0,1 0 0 0 0,0 0-1 0 0,0 0 1 0 0,0 1 0 0 0,1 0-1 0 0,0 0 1 0 0,0 1 0 0 0,0-1-1 0 0,0 2 1 0 0,0-1 0 0 0,1 1 0 0 0,-1 0-1 0 0,1 0 1 0 0,10 0 0 0 0,-12 2-30 0 0,-1 0 1 0 0,1 0-1 0 0,0 0 0 0 0,-1 1 1 0 0,1 0-1 0 0,-1 0 1 0 0,1 0-1 0 0,-1 1 0 0 0,1 0 1 0 0,-1 0-1 0 0,0 0 0 0 0,0 1 1 0 0,0 0-1 0 0,0 0 1 0 0,0 0-1 0 0,-1 0 0 0 0,1 1 1 0 0,-1 0-1 0 0,0 0 1 0 0,0 0-1 0 0,0 0 0 0 0,5 10 1 0 0,-3-4-4 0 0,-1 1 0 0 0,0 0 0 0 0,0 0 0 0 0,-2 0 0 0 0,1 0 0 0 0,-1 1 0 0 0,-1-1 0 0 0,0 1 0 0 0,-1 0 0 0 0,0-1 0 0 0,-1 1 0 0 0,0 0 0 0 0,-1 0 1 0 0,-4 22-1 0 0,-1-4-8 0 0,-1 0 1 0 0,-2 0 0 0 0,-1-1-1 0 0,-21 43 1 0 0,11-34 23 0 0,-1-1-1 0 0,-2 0 1 0 0,-2-2 0 0 0,-1-1 0 0 0,-1-1 0 0 0,-2-1-1 0 0,-1-2 1 0 0,-2-1 0 0 0,0-1 0 0 0,-60 37 0 0 0,84-59-16 0 0,0-2 1 0 0,0 1-1 0 0,0-1 1 0 0,-1-1 0 0 0,0 1-1 0 0,0-1 1 0 0,0-1-1 0 0,-12 2 1 0 0,18-3-15 0 0,0-1 1 0 0,-1 0 0 0 0,1 0-1 0 0,0 0 1 0 0,0-1-1 0 0,-1 1 1 0 0,1-1-1 0 0,0 1 1 0 0,0-1-1 0 0,0 0 1 0 0,0-1-1 0 0,0 1 1 0 0,0 0-1 0 0,0-1 1 0 0,0 0-1 0 0,1 1 1 0 0,-1-1-1 0 0,0 0 1 0 0,1 0-1 0 0,0-1 1 0 0,-1 1-1 0 0,1-1 1 0 0,0 1-1 0 0,0-1 1 0 0,0 1-1 0 0,-2-6 1 0 0,0 0-7 0 0,1 1 1 0 0,0-1-1 0 0,0 0 1 0 0,1 0-1 0 0,0 0 1 0 0,0 0-1 0 0,1-1 1 0 0,0 1-1 0 0,1 0 1 0 0,0-13-1 0 0,0 17-4 0 0,0-1 0 0 0,1 1 1 0 0,-1 0-1 0 0,1-1 0 0 0,0 1 0 0 0,0 0 0 0 0,1 0 0 0 0,-1 0 0 0 0,1 0 1 0 0,0 0-1 0 0,0 0 0 0 0,0 0 0 0 0,1 0 0 0 0,-1 1 0 0 0,1-1 0 0 0,0 1 0 0 0,0 0 1 0 0,0 0-1 0 0,0 0 0 0 0,0 0 0 0 0,6-3 0 0 0,-5 5 2 0 0,1-1 1 0 0,0 1-1 0 0,0 0 0 0 0,-1 1 0 0 0,1-1 0 0 0,0 1 1 0 0,0 0-1 0 0,0 0 0 0 0,0 1 0 0 0,0-1 0 0 0,-1 1 0 0 0,1 0 1 0 0,9 3-1 0 0,2 3-15 0 0,1 0 0 0 0,-1 0 0 0 0,0 2 1 0 0,0 0-1 0 0,26 21 0 0 0,62 64 407 0 0,-79-68-850 0 0,1-2-1 0 0,1-1 1 0 0,1-1 0 0 0,31 19 0 0 0,-50-36-641 0 0,1-1 0 0 0,-1 1 0 0 0,1-2 0 0 0,11 4 0 0 0,-1-3-2186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38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5 193 1316 0 0,'-1'-15'1686'0'0,"-1"-2"-361"0"0,1-1 0 0 0,1 0-1 0 0,0 0 1 0 0,3-17 0 0 0,-2 31-1219 0 0,-1 1-1 0 0,1 0 1 0 0,-1-1 0 0 0,1 1 0 0 0,1 0-1 0 0,-1-1 1 0 0,0 1 0 0 0,1 0 0 0 0,-1 0-1 0 0,1 0 1 0 0,0 0 0 0 0,0 1 0 0 0,0-1-1 0 0,0 0 1 0 0,1 1 0 0 0,-1-1 0 0 0,1 1-1 0 0,-1 0 1 0 0,1 0 0 0 0,0 0 0 0 0,0 0-1 0 0,0 0 1 0 0,0 1 0 0 0,0 0 0 0 0,0-1-1 0 0,6 0 1 0 0,-5 1-61 0 0,0 0-1 0 0,0 1 0 0 0,0 0 1 0 0,-1 0-1 0 0,1 0 0 0 0,0 1 1 0 0,0-1-1 0 0,0 1 0 0 0,-1 0 1 0 0,1 0-1 0 0,0 0 1 0 0,-1 0-1 0 0,1 1 0 0 0,-1 0 1 0 0,1 0-1 0 0,-1-1 0 0 0,0 2 1 0 0,0-1-1 0 0,0 0 0 0 0,0 1 1 0 0,0-1-1 0 0,0 1 1 0 0,-1 0-1 0 0,1 0 0 0 0,-1 0 1 0 0,3 4-1 0 0,0 1 11 0 0,0 1 0 0 0,0 0 0 0 0,0 0 0 0 0,-1 0 0 0 0,-1 1 0 0 0,0-1 0 0 0,0 1 0 0 0,2 15 0 0 0,-3-8 22 0 0,-2 0 0 0 0,0 0 0 0 0,-1 0 1 0 0,0 0-1 0 0,-2 0 0 0 0,0-1 0 0 0,-1 1 0 0 0,-7 19 0 0 0,-7 13 472 0 0,-33 62-1 0 0,41-93-157 0 0,-2 1 1 0 0,-14 17 0 0 0,18-29-107 0 0,7-14-111 0 0,7-15-89 0 0,12-14-65 0 0,2 1 1 0 0,30-40-1 0 0,57-61 11 0 0,-63 82 2 0 0,-6 9-11 0 0,21-28 58 0 0,-51 59-90 0 0,-8 12 5 0 0,1 0-17 0 0,-20 12-31 0 0,5 1 35 0 0,2 1 0 0 0,-1 1 0 0 0,2 0-1 0 0,-16 24 1 0 0,-34 62-22 0 0,60-98 39 0 0,-6 11-5 0 0,1 0 1 0 0,1 0-1 0 0,-1 1 1 0 0,2-1-1 0 0,0 1 0 0 0,1 0 1 0 0,-4 26-1 0 0,6-34 8 0 0,1 0 1 0 0,0 0-1 0 0,0 0 0 0 0,0-1 1 0 0,1 1-1 0 0,-1 0 0 0 0,1 0 1 0 0,1 0-1 0 0,-1-1 0 0 0,0 1 0 0 0,1-1 1 0 0,0 1-1 0 0,0-1 0 0 0,1 0 1 0 0,-1 1-1 0 0,1-1 0 0 0,0 0 1 0 0,0-1-1 0 0,0 1 0 0 0,0 0 0 0 0,1-1 1 0 0,-1 0-1 0 0,1 0 0 0 0,8 5 1 0 0,1-1 3 0 0,0-1 1 0 0,0-1-1 0 0,1 0 1 0 0,-1 0-1 0 0,1-2 1 0 0,0 0-1 0 0,22 2 1 0 0,101 1-1312 0 0,-114-6 755 0 0,39-1-3819 0 0,73-10 0 0 0,-85 4-388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38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71 2692 0 0,'-3'0'2100'0'0,"-38"1"3991"0"0,12 1 2484 0 0,361-46-6700 0 0,-220 30-5292 0 0,0 2-6030 0 0,-96 9 3382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39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33 2500 0 0,'-6'-5'1748'0'0,"1"0"-1"0"0,-1 0 1 0 0,0 1 0 0 0,0 0-1 0 0,-10-5 1176 0 0,4 17-1606 0 0,11-4-1172 0 0,-1-1 0 0 0,0 1 0 0 0,1-1 0 0 0,0 1 0 0 0,0 0 0 0 0,0-1 0 0 0,0 1 0 0 0,1 0 0 0 0,-1 0 0 0 0,1 0 0 0 0,0-1 0 0 0,0 1 0 0 0,2 7 0 0 0,-2 6 154 0 0,-1 1-238 0 0,-3 230 1257 0 0,5-185-2496 0 0,21 121-1 0 0,-13-145-1620 0 0,1-15-2509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39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84 2660 0 0,'14'-84'13164'0'0,"-23"112"-11376"0"0,-23 192 1072 0 0,27-166-2679 0 0,2 0 1 0 0,5 61 0 0 0,-2-107-163 0 0,1 1-1 0 0,1-1 0 0 0,-1 1 0 0 0,1-1 1 0 0,1 0-1 0 0,5 14 0 0 0,-6-19-6 0 0,-1 0-1 0 0,1 0 1 0 0,0 0-1 0 0,0 0 0 0 0,0-1 1 0 0,0 1-1 0 0,0 0 1 0 0,1-1-1 0 0,-1 0 1 0 0,1 1-1 0 0,0-1 1 0 0,0 0-1 0 0,-1-1 0 0 0,1 1 1 0 0,1 0-1 0 0,-1-1 1 0 0,0 1-1 0 0,5 0 1 0 0,-5-1-9 0 0,1-1 1 0 0,0 0-1 0 0,-1 1 1 0 0,1-1-1 0 0,-1-1 0 0 0,1 1 1 0 0,-1-1-1 0 0,1 1 1 0 0,-1-1-1 0 0,1 0 1 0 0,-1 0-1 0 0,0 0 1 0 0,1-1-1 0 0,-1 1 1 0 0,0-1-1 0 0,0 0 1 0 0,0 0-1 0 0,0 0 1 0 0,4-4-1 0 0,3-3 8 0 0,-1 0-1 0 0,0-1 1 0 0,13-17 0 0 0,-3-2-18 0 0,-1-1 1 0 0,-2-1 0 0 0,14-34 0 0 0,-29 63 104 0 0,0 4-55 0 0,-1-1-1 0 0,0 1 1 0 0,1-1 0 0 0,-1 1-1 0 0,0 0 1 0 0,0-1 0 0 0,1 1-1 0 0,-1-1 1 0 0,0 1 0 0 0,-1 0-1 0 0,1-1 1 0 0,-1 3 0 0 0,-26 130 1006 0 0,7-47-988 0 0,-12 149 0 0 0,31-219-585 0 0,1 0 1 0 0,1 0-1 0 0,1 0 0 0 0,3 17 1 0 0,10 15-3169 0 0,-11-42 1900 0 0,-1 1-1 0 0,2-1 1 0 0,8 13-1 0 0,1-2-5597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40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28 2684 0 0,'-2'-28'11941'0'0,"6"39"-9021"0"0,-1-2-2714 0 0,4 11 133 0 0,2-1 0 0 0,0 1 0 0 0,1-2 0 0 0,0 1-1 0 0,15 17 1 0 0,-21-30-308 0 0,1 0-1 0 0,0 1 1 0 0,1-2-1 0 0,0 1 0 0 0,0-1 1 0 0,0 1-1 0 0,0-2 1 0 0,1 1-1 0 0,0-1 0 0 0,0 0 1 0 0,0 0-1 0 0,0-1 1 0 0,0 0-1 0 0,1 0 0 0 0,0-1 1 0 0,8 2-1 0 0,-12-4-22 0 0,-1 1-1 0 0,0-1 0 0 0,0 0 1 0 0,1 0-1 0 0,-1 0 0 0 0,0-1 0 0 0,0 1 1 0 0,1-1-1 0 0,-1 0 0 0 0,0 0 1 0 0,0 0-1 0 0,0 0 0 0 0,0-1 1 0 0,0 1-1 0 0,0-1 0 0 0,0 1 1 0 0,0-1-1 0 0,-1 0 0 0 0,1 0 1 0 0,-1-1-1 0 0,1 1 0 0 0,-1 0 1 0 0,0-1-1 0 0,0 1 0 0 0,0-1 1 0 0,0 0-1 0 0,2-5 0 0 0,3-7 9 0 0,-1 0-1 0 0,-1 0 0 0 0,-1 0 0 0 0,5-27 1 0 0,-4 18 2 0 0,-4 21-34 0 0,-20 142 548 0 0,10 181 632 0 0,2-51-113 0 0,4-221-597 0 0,-14 73 0 0 0,12-97-189 0 0,-1 0 0 0 0,-2 0 0 0 0,0-1 0 0 0,-21 41 1 0 0,25-57-208 0 0,0 0 1 0 0,-1 0 0 0 0,1 0 0 0 0,-2-1 0 0 0,1 1-1 0 0,-1-1 1 0 0,0-1 0 0 0,0 1 0 0 0,0-1-1 0 0,-1 0 1 0 0,0-1 0 0 0,0 1 0 0 0,-8 3 0 0 0,9-6-42 0 0,1 0 0 0 0,-1 0 0 0 0,0-1 1 0 0,0 0-1 0 0,1 0 0 0 0,-1 0 0 0 0,0-1 1 0 0,0 1-1 0 0,0-2 0 0 0,0 1 0 0 0,0-1 1 0 0,0 1-1 0 0,1-2 0 0 0,-1 1 0 0 0,0 0 1 0 0,1-1-1 0 0,-1 0 0 0 0,-9-6 0 0 0,10 6-22 0 0,0-1 0 0 0,1 0 0 0 0,-1 0-1 0 0,1 0 1 0 0,0 0 0 0 0,0-1-1 0 0,1 1 1 0 0,-1-1 0 0 0,1 0-1 0 0,-1 0 1 0 0,1-1 0 0 0,0 1-1 0 0,1 0 1 0 0,-1-1 0 0 0,1 0 0 0 0,0 0-1 0 0,0 0 1 0 0,0 0 0 0 0,1 0-1 0 0,0 0 1 0 0,0 0 0 0 0,0-7-1 0 0,0 2-172 0 0,2-1-1 0 0,-1 1 1 0 0,2 0-1 0 0,-1 0 1 0 0,1 0-1 0 0,1 1 1 0 0,0-1-1 0 0,0 0 1 0 0,1 1-1 0 0,0 0 1 0 0,6-9-1 0 0,5-8-705 0 0,2 0 1 0 0,1 1-1 0 0,1 2 0 0 0,24-25 0 0 0,94-78-6588 0 0,-88 84 3261 0 0,-5 5-1735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40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59 2400 0 0,'-3'0'4277'0'0,"-18"2"2540"0"0,31-3-3625 0 0,42-4-1861 0 0,227-36-2082 0 0,-236 33-2098 0 0,-17 3-3291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40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13 2320 0 0,'-2'-1'2180'0'0,"-1"-1"-1451"0"0,-17-6 4127 0 0,19 8-4650 0 0,0-1 0 0 0,1 1 0 0 0,-1 0 1 0 0,0 0-1 0 0,0 0 0 0 0,1 0 0 0 0,-1 0 0 0 0,0 0 0 0 0,0 0 1 0 0,1 0-1 0 0,-1 0 0 0 0,0 0 0 0 0,0 0 0 0 0,1 0 0 0 0,-1 0 0 0 0,0 1 1 0 0,1-1-1 0 0,-1 0 0 0 0,0 1 0 0 0,1-1 0 0 0,-1 0 0 0 0,0 1 0 0 0,1-1 1 0 0,-1 1-1 0 0,1-1 0 0 0,-1 1 0 0 0,1-1 0 0 0,-1 1 0 0 0,0 0 0 0 0,-3 7 263 0 0,1 0 0 0 0,0 1 0 0 0,0-1 0 0 0,1 0-1 0 0,-3 16 1 0 0,-2 50 304 0 0,4-39-523 0 0,0-6-349 0 0,-2 17 211 0 0,2 74 1 0 0,4-104-900 0 0,1 0 1 0 0,0 0 0 0 0,6 16-1 0 0,-6-22-590 0 0,2 0-1 0 0,0-1 1 0 0,0 0-1 0 0,0 1 1 0 0,11 14-1 0 0,0-4-5038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40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203 178 252 0 0,'0'-8'1395'0'0,"0"-5"96"0"0,0 0-1 0 0,0 0 1 0 0,2 0-1 0 0,-1 0 1 0 0,5-14-1 0 0,-4 22-1281 0 0,-1 1-1 0 0,1 0 1 0 0,0 0-1 0 0,1 0 0 0 0,-1 0 1 0 0,1 0-1 0 0,-1 0 1 0 0,1 1-1 0 0,0-1 0 0 0,1 1 1 0 0,-1 0-1 0 0,1 0 1 0 0,-1 0-1 0 0,1 0 0 0 0,0 1 1 0 0,0 0-1 0 0,0-1 1 0 0,7-1-1 0 0,-6 1-103 0 0,-1 2 0 0 0,1-1 0 0 0,0 0 0 0 0,0 1-1 0 0,0 0 1 0 0,0 0 0 0 0,0 1 0 0 0,0-1 0 0 0,0 1 0 0 0,0 0 0 0 0,0 1 0 0 0,0-1 0 0 0,0 1 0 0 0,0 0-1 0 0,0 0 1 0 0,0 0 0 0 0,0 1 0 0 0,-1 0 0 0 0,1 0 0 0 0,-1 0 0 0 0,1 0 0 0 0,-1 1 0 0 0,0 0-1 0 0,1 0 1 0 0,-1 0 0 0 0,-1 0 0 0 0,1 0 0 0 0,0 1 0 0 0,-1 0 0 0 0,0 0 0 0 0,0 0 0 0 0,0 0-1 0 0,0 0 1 0 0,-1 1 0 0 0,0-1 0 0 0,0 1 0 0 0,0-1 0 0 0,0 1 0 0 0,-1 0 0 0 0,1 0 0 0 0,-1 0 0 0 0,-1 0-1 0 0,1 0 1 0 0,-1 0 0 0 0,0 8 0 0 0,-1 3-8 0 0,0-1 0 0 0,-2 0-1 0 0,0 0 1 0 0,0 0 0 0 0,-1 0-1 0 0,-1 0 1 0 0,-1-1 0 0 0,-9 19 0 0 0,-3-1-14 0 0,0-2 0 0 0,-33 42 0 0 0,30-43-49 0 0,-2-2 1 0 0,-1-1-1 0 0,-1 0 0 0 0,-2-2 0 0 0,0-1 1 0 0,-1-1-1 0 0,-39 22 0 0 0,65-43-30 0 0,0 0 0 0 0,1 0 0 0 0,-1 0 0 0 0,0 0 0 0 0,0-1 0 0 0,0 1 0 0 0,0 0 0 0 0,0-1 0 0 0,-1 0 0 0 0,1 1-1 0 0,0-1 1 0 0,0 0 0 0 0,0 0 0 0 0,0 0 0 0 0,0 0 0 0 0,0-1 0 0 0,0 1 0 0 0,-1 0 0 0 0,1-1 0 0 0,0 0 0 0 0,0 1 0 0 0,0-1 0 0 0,1 0 0 0 0,-1 0 0 0 0,0 0-1 0 0,-3-3 1 0 0,3 3 0 0 0,1-1-1 0 0,0 1 0 0 0,0-1 1 0 0,0 0-1 0 0,0 1 0 0 0,0-1 1 0 0,0 0-1 0 0,0 0 0 0 0,0 0 1 0 0,1 0-1 0 0,-1 0 0 0 0,1 0 1 0 0,-1 0-1 0 0,1 0 0 0 0,0 0 1 0 0,0 0-1 0 0,0 0 0 0 0,0 0 1 0 0,0 0-1 0 0,0 0 0 0 0,1 0 1 0 0,-1 0-1 0 0,1 0 0 0 0,-1 0 1 0 0,1 0-1 0 0,0 0 0 0 0,1-2 1 0 0,0 0-4 0 0,0 0 0 0 0,0 0 1 0 0,0 0-1 0 0,0 0 1 0 0,1 1-1 0 0,-1-1 1 0 0,1 1-1 0 0,0 0 0 0 0,0-1 1 0 0,0 1-1 0 0,1 1 1 0 0,-1-1-1 0 0,1 0 1 0 0,0 1-1 0 0,-1 0 1 0 0,1 0-1 0 0,0 0 0 0 0,0 0 1 0 0,6-1-1 0 0,-6 2 1 0 0,-1 1 0 0 0,1-1 0 0 0,0 1 0 0 0,-1 0 1 0 0,1 0-1 0 0,0 0 0 0 0,-1 1 0 0 0,1-1 0 0 0,-1 1 0 0 0,1 0 0 0 0,-1 0 0 0 0,1 0 0 0 0,-1 1 0 0 0,1-1 0 0 0,-1 1 0 0 0,0 0 0 0 0,4 2 0 0 0,2 3-1 0 0,1 0 0 0 0,-1 0 0 0 0,15 16 0 0 0,-1 4 22 0 0,35 55 0 0 0,-43-59-1071 0 0,0-1 1 0 0,2 0-1 0 0,0-2 1 0 0,32 30-1 0 0,-38-41-1271 0 0,0 0-1 0 0,22 12 0 0 0,0-6-4110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41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61 173 2636 0 0,'-3'-4'597'0'0,"-8"-6"2353"0"0,0-1 0 0 0,1-1 0 0 0,-14-20 0 0 0,24 31-2904 0 0,0 0 1 0 0,0 1-1 0 0,-1-1 1 0 0,1 0 0 0 0,0 0-1 0 0,0 0 1 0 0,0 0-1 0 0,0 0 1 0 0,0 0-1 0 0,0 1 1 0 0,0-1 0 0 0,0 0-1 0 0,0 0 1 0 0,0 0-1 0 0,1 0 1 0 0,-1 0-1 0 0,0 1 1 0 0,0-1 0 0 0,1 0-1 0 0,-1 0 1 0 0,1 0-1 0 0,-1 1 1 0 0,1-1-1 0 0,-1 0 1 0 0,1 1-1 0 0,-1-1 1 0 0,1 0 0 0 0,0 1-1 0 0,-1-1 1 0 0,1 1-1 0 0,0-1 1 0 0,-1 1-1 0 0,1-1 1 0 0,0 1 0 0 0,1-1-1 0 0,30-14 381 0 0,-30 14-371 0 0,47-13 122 0 0,0 2 1 0 0,0 2-1 0 0,57-4 0 0 0,-78 11-131 0 0,58-4 19 0 0,-85 7-65 0 0,0 0 0 0 0,0-1 0 0 0,0 1 0 0 0,0 0 0 0 0,0 0 0 0 0,0 0 0 0 0,0 0 0 0 0,0 0 0 0 0,0 0 0 0 0,0 1 1 0 0,0-1-1 0 0,0 0 0 0 0,0 0 0 0 0,0 1 0 0 0,0-1 0 0 0,-1 1 0 0 0,1-1 0 0 0,0 1 0 0 0,0-1 0 0 0,1 2 0 0 0,-2-2-1 0 0,0 1 1 0 0,1 0-1 0 0,-1-1 0 0 0,0 1 0 0 0,0-1 0 0 0,0 1 1 0 0,0 0-1 0 0,0-1 0 0 0,0 1 0 0 0,0 0 0 0 0,0-1 1 0 0,0 1-1 0 0,0 0 0 0 0,0-1 0 0 0,-1 1 0 0 0,1-1 0 0 0,0 1 1 0 0,0 0-1 0 0,-1-1 0 0 0,1 1 0 0 0,0-1 0 0 0,-1 2 1 0 0,-4 4-5 0 0,0 1-1 0 0,0-1 1 0 0,-10 9 0 0 0,12-12 2 0 0,-147 130 165 0 0,19-19 1177 0 0,121-103-1211 0 0,0 0 0 0 0,0 0 0 0 0,1 1 0 0 0,1 0 0 0 0,0 1 0 0 0,0-1 0 0 0,-6 17 0 0 0,14-28-120 0 0,0 0 1 0 0,0 0-1 0 0,0 0 0 0 0,-1 0 0 0 0,1 0 0 0 0,0 0 1 0 0,0 1-1 0 0,1-1 0 0 0,-1 0 0 0 0,0 0 0 0 0,0 0 1 0 0,0 0-1 0 0,1 0 0 0 0,-1 0 0 0 0,0 0 0 0 0,1 0 0 0 0,-1 0 1 0 0,1-1-1 0 0,-1 1 0 0 0,1 0 0 0 0,0 0 0 0 0,-1 0 1 0 0,1 0-1 0 0,0-1 0 0 0,0 1 0 0 0,-1 0 0 0 0,1-1 1 0 0,0 1-1 0 0,0 0 0 0 0,0-1 0 0 0,1 1 0 0 0,1 1 16 0 0,1 1-1 0 0,0-1 0 0 0,0-1 0 0 0,0 1 0 0 0,8 2 1 0 0,3-2-29 0 0,0 0 0 0 0,0 0 0 0 0,1-2 0 0 0,-1 0 0 0 0,18-2 0 0 0,80-16-1699 0 0,-59 8-169 0 0,-1 0-569 0 0,0 0-1955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41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65 2352 0 0,'-66'-12'15051'0'0,"68"11"-14504"0"0,3-2-394 0 0,0 0 0 0 0,0 1-1 0 0,0 0 1 0 0,0 0 0 0 0,1 0 0 0 0,-1 1 0 0 0,10-2 0 0 0,47-4 247 0 0,-19 2-205 0 0,-27 3-277 0 0,120-16 322 0 0,-107 16-2314 0 0,32 2 1 0 0,-22 8-6694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41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 1380 0 0,'-16'9'2777'0'0,"2"0"0"0"0,-18 14-1 0 0,32-23-2723 0 0,-1 1 0 0 0,1-1-1 0 0,0 0 1 0 0,-1 1 0 0 0,1-1 0 0 0,0 0-1 0 0,-1 1 1 0 0,1-1 0 0 0,0 0 0 0 0,0 1-1 0 0,-1-1 1 0 0,1 0 0 0 0,0 1 0 0 0,0-1-1 0 0,0 1 1 0 0,0-1 0 0 0,-1 1 0 0 0,1-1-1 0 0,0 0 1 0 0,0 1 0 0 0,0-1 0 0 0,0 1-1 0 0,0-1 1 0 0,0 1 0 0 0,0-1 0 0 0,0 1-1 0 0,0-1 1 0 0,0 1 0 0 0,1-1 0 0 0,-1 0-1 0 0,0 1 1 0 0,0-1 0 0 0,0 1 0 0 0,0-1-1 0 0,1 0 1 0 0,-1 1 0 0 0,0-1 0 0 0,0 1-1 0 0,1-1 1 0 0,-1 0 0 0 0,0 1 0 0 0,1-1-1 0 0,-1 0 1 0 0,1 1 0 0 0,0 0 33 0 0,1 0 1 0 0,-1 0-1 0 0,1-1 0 0 0,-1 1 1 0 0,1 0-1 0 0,-1 0 0 0 0,1-1 1 0 0,0 1-1 0 0,-1-1 0 0 0,1 0 1 0 0,0 1-1 0 0,2-1 1 0 0,55-2-248 0 0,73-13 1 0 0,-2-6-4393 0 0,-102 16 2882 0 0,33-5-2587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42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54 68 0 0,'0'-3'527'0'0,"-1"0"-1"0"0,0 0 1 0 0,1 1-1 0 0,-1-1 1 0 0,-1 0-1 0 0,1 1 1 0 0,0 0-1 0 0,-1-1 1 0 0,1 1 0 0 0,-1-1-1 0 0,0 1 1 0 0,0 0-1 0 0,0 0 1 0 0,0 0-1 0 0,0 0 1 0 0,0 1-1 0 0,0-1 1 0 0,0 0 0 0 0,-1 1-1 0 0,1 0 1 0 0,-1-1-1 0 0,1 1 1 0 0,-1 0-1 0 0,-3-1 1 0 0,2 2-159 0 0,-1-1 0 0 0,1 1 0 0 0,-1 0 1 0 0,1 0-1 0 0,0 0 0 0 0,-1 0 0 0 0,1 1 0 0 0,-1 0 1 0 0,1 0-1 0 0,0 0 0 0 0,-1 0 0 0 0,1 1 0 0 0,0 0 1 0 0,0 0-1 0 0,-4 2 0 0 0,-3 4-53 0 0,0-1 0 0 0,0 2 0 0 0,1 0 0 0 0,0 0 0 0 0,1 0 0 0 0,0 1 0 0 0,0 1-1 0 0,1-1 1 0 0,1 2 0 0 0,0-1 0 0 0,0 1 0 0 0,-8 21 0 0 0,9-19-215 0 0,1 1-1 0 0,0-1 0 0 0,2 1 1 0 0,-1 0-1 0 0,2-1 1 0 0,0 2-1 0 0,1-1 1 0 0,0 0-1 0 0,1 0 0 0 0,1 0 1 0 0,3 17-1 0 0,-2-20-72 0 0,2-1 0 0 0,0 1-1 0 0,0-1 1 0 0,1 0 0 0 0,0 0 0 0 0,1-1-1 0 0,0 1 1 0 0,1-1 0 0 0,0-1-1 0 0,0 1 1 0 0,1-1 0 0 0,0 0 0 0 0,1-1-1 0 0,0 0 1 0 0,0 0 0 0 0,1-1 0 0 0,0-1-1 0 0,0 1 1 0 0,16 6 0 0 0,-15-8 25 0 0,0 0 1 0 0,1-1 0 0 0,0 0-1 0 0,-1-1 1 0 0,2 0 0 0 0,-1-1-1 0 0,0 0 1 0 0,0-1 0 0 0,0-1-1 0 0,1 0 1 0 0,-1 0 0 0 0,0-1-1 0 0,0-1 1 0 0,1 0-1 0 0,-1 0 1 0 0,-1-2 0 0 0,1 1-1 0 0,0-1 1 0 0,11-6 0 0 0,-12 2-35 0 0,1 1 0 0 0,-1-1 1 0 0,0-1-1 0 0,-1 0 0 0 0,0-1 1 0 0,-1 1-1 0 0,0-2 1 0 0,0 0-1 0 0,-1 0 0 0 0,0 0 1 0 0,-1-1-1 0 0,-1 0 0 0 0,0 0 1 0 0,0-1-1 0 0,-1 0 0 0 0,-1 0 1 0 0,0 0-1 0 0,-1 0 0 0 0,0-1 1 0 0,-1 1-1 0 0,-1-1 0 0 0,0 0 1 0 0,0 1-1 0 0,-3-18 0 0 0,2 26-10 0 0,-1 0-1 0 0,0 0 1 0 0,0 0-1 0 0,-1 0 1 0 0,1 0-1 0 0,-1 0 1 0 0,0 1-1 0 0,0-1 1 0 0,-1 0-1 0 0,1 1 1 0 0,-1 0-1 0 0,0 0 1 0 0,0 0-1 0 0,-1 0 1 0 0,-4-5-1 0 0,3 5-121 0 0,0 1 0 0 0,-1-1 0 0 0,1 1 1 0 0,-1 0-1 0 0,1 0 0 0 0,-1 1 0 0 0,0 0 0 0 0,0 0 0 0 0,-1 0 0 0 0,-11-1 0 0 0,-3 1-789 0 0,-1 1 0 0 0,1 1 0 0 0,-1 2-1 0 0,1 0 1 0 0,-1 1 0 0 0,-27 8-1 0 0,-39 11-5495 0 0,-4 4-3798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47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48 1244 0 0,'-3'0'1297'0'0,"-6"-1"-321"0"0,-16-1 5186 0 0,25 2-6130 0 0,-2-1 705 0 0,2 1-705 0 0,0 0 0 0 0,0 0 0 0 0,0 0 0 0 0,0 0 0 0 0,0-1 0 0 0,0 1 0 0 0,0 0 0 0 0,0 0 0 0 0,0 0 0 0 0,0 0 0 0 0,0 0 1 0 0,0 0-1 0 0,1-2 705 0 0,-1 2-705 0 0,0 0 0 0 0,0 0 0 0 0,16-7-862 0 0,13-2 452 0 0,-1 2 0 0 0,1 1 1 0 0,1 1-1 0 0,-1 1 0 0 0,57 1 0 0 0,-51 8-3266 0 0,-20-2 1091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47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69 126 60 0 0,'-28'17'4441'0'0,"22"-14"-3363"0"0,0 0 1 0 0,0 1-1 0 0,0 0 1 0 0,-10 9-1 0 0,15-12-745 0 0,5-2-228 0 0,-1 1-1 0 0,1-1 1 0 0,0 0-1 0 0,-1 0 1 0 0,7-3 0 0 0,-10 4-98 0 0,195-82 65 0 0,-70 22-5147 0 0,-88 40 1621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48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43 1928 0 0,'-13'-9'2502'0'0,"0"0"1"0"0,-28-15-1 0 0,39 23-1921 0 0,2 2-546 0 0,-1-1 0 0 0,1 0 0 0 0,0 0 0 0 0,-1 0 0 0 0,1 0 0 0 0,0 0 0 0 0,0 0 0 0 0,-1 0 0 0 0,1 0 0 0 0,0 0 0 0 0,0 1 0 0 0,-1-1 0 0 0,1 0 0 0 0,0 0 0 0 0,0 0 0 0 0,0 1 0 0 0,-1-1 0 0 0,1 0 0 0 0,0 0 0 0 0,0 0 0 0 0,0 1 0 0 0,0-1 0 0 0,0 0 0 0 0,-1 1 0 0 0,1-1 0 0 0,0 0 0 0 0,0 0 0 0 0,0 1 0 0 0,0-1 0 0 0,0 0 0 0 0,0 0 0 0 0,0 1 0 0 0,0-1 0 0 0,0 0 0 0 0,0 1 0 0 0,0-1 0 0 0,0 0 0 0 0,0 0 0 0 0,0 1 0 0 0,0-1 0 0 0,0 0 0 0 0,0 0 0 0 0,1 1 0 0 0,3 13 482 0 0,-3-13-476 0 0,17 45 977 0 0,26 46-1 0 0,-6-15-689 0 0,-16-25-416 0 0,-2 1 0 0 0,-2 1 0 0 0,-3 0 0 0 0,-2 1 0 0 0,-3 1 0 0 0,-2 0 0 0 0,-2 1 0 0 0,-3-1 0 0 0,-2 1 0 0 0,-3 0 0 0 0,-17 103 0 0 0,8-100-3429 0 0,-31 98 0 0 0,25-116-466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48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38 108 808 0 0,'-2'-1'390'0'0,"-1"0"0"0"0,1 0 1 0 0,0 0-1 0 0,0-1 0 0 0,-1 1 0 0 0,1-1 0 0 0,0 1 0 0 0,0-1 0 0 0,0 0 1 0 0,1 0-1 0 0,-1 0 0 0 0,0 0 0 0 0,1 0 0 0 0,-1 0 0 0 0,1 0 1 0 0,0 0-1 0 0,0-1 0 0 0,0 1 0 0 0,0 0 0 0 0,-2-5 0 0 0,3 5-307 0 0,0 0-1 0 0,0-1 1 0 0,0 1-1 0 0,0 0 1 0 0,1 0-1 0 0,-1 0 1 0 0,1 0 0 0 0,-1 0-1 0 0,1 0 1 0 0,0 0-1 0 0,-1 0 1 0 0,1 0-1 0 0,0 0 1 0 0,0 1-1 0 0,0-1 1 0 0,1 0-1 0 0,-1 0 1 0 0,0 1-1 0 0,1-1 1 0 0,-1 1-1 0 0,1-1 1 0 0,-1 1 0 0 0,1 0-1 0 0,0 0 1 0 0,-1 0-1 0 0,4-2 1 0 0,0 1-19 0 0,-1-1 0 0 0,1 1 0 0 0,0 0 0 0 0,0 0 1 0 0,-1 1-1 0 0,1-1 0 0 0,0 1 0 0 0,1 0 0 0 0,-1 1 1 0 0,0-1-1 0 0,0 1 0 0 0,0 0 0 0 0,0 0 0 0 0,8 2 0 0 0,-5 0-17 0 0,0 0 0 0 0,0 0 0 0 0,0 1 0 0 0,0 0 0 0 0,-1 1 0 0 0,0-1 0 0 0,1 1 0 0 0,10 9 0 0 0,-9-6-24 0 0,0 1 0 0 0,0 0-1 0 0,0 0 1 0 0,-1 1 0 0 0,-1 0-1 0 0,1 0 1 0 0,-1 1 0 0 0,-1 0-1 0 0,0 0 1 0 0,-1 1 0 0 0,1 0-1 0 0,5 19 1 0 0,-8-15 84 0 0,-1-1-1 0 0,0 0 1 0 0,-1 1 0 0 0,0-1-1 0 0,-2 1 1 0 0,1 0 0 0 0,-2-1-1 0 0,-5 26 1 0 0,4-30 83 0 0,1 0 0 0 0,-2 0 0 0 0,1 0 0 0 0,-2 0 1 0 0,1 0-1 0 0,-1-1 0 0 0,-1 0 0 0 0,1 0 0 0 0,-2 0 0 0 0,1-1 0 0 0,-1 0 0 0 0,-13 12 0 0 0,19-19-164 0 0,0 0-1 0 0,0 0 1 0 0,0 0-1 0 0,0 0 1 0 0,-1-1-1 0 0,1 1 1 0 0,0 0-1 0 0,0-1 1 0 0,-1 1-1 0 0,1-1 1 0 0,0 1-1 0 0,-1-1 1 0 0,1 0-1 0 0,0 0 1 0 0,-1 1-1 0 0,-2-1 1 0 0,4 0-17 0 0,-1-1 1 0 0,0 1-1 0 0,0 0 1 0 0,1 0-1 0 0,-1-1 0 0 0,0 1 1 0 0,1 0-1 0 0,-1-1 1 0 0,0 1-1 0 0,1-1 0 0 0,-1 1 1 0 0,1-1-1 0 0,-1 1 1 0 0,1-1-1 0 0,-1 0 0 0 0,1 1 1 0 0,-1-1-1 0 0,1 0 1 0 0,-1 1-1 0 0,1-1 0 0 0,-1-1 1 0 0,0-2-2 0 0,0 1 0 0 0,1 0 0 0 0,-1-1 0 0 0,1 0 1 0 0,-1 1-1 0 0,1-1 0 0 0,0 1 0 0 0,0-1 0 0 0,1 0 0 0 0,-1 1 0 0 0,2-7 1 0 0,5-10-1 0 0,1 1 1 0 0,0 0-1 0 0,1 1 1 0 0,1 0-1 0 0,22-31 1 0 0,74-79 34 0 0,-83 102-37 0 0,32-41 31 0 0,-54 65-57 0 0,-12 8-63 0 0,7-2 77 0 0,1 0 0 0 0,-1 0 0 0 0,1 1 0 0 0,-1-1 0 0 0,1 1 0 0 0,0 0 0 0 0,1-1 0 0 0,-3 7 1 0 0,-15 42-20 0 0,17-42 21 0 0,-1 0 1 0 0,2 0 0 0 0,0 1 0 0 0,0-1 0 0 0,1 0 0 0 0,0 1 0 0 0,1-1 0 0 0,2 17 0 0 0,-2-23 4 0 0,1 1 1 0 0,1-1-1 0 0,-1 0 0 0 0,1 0 0 0 0,0 0 1 0 0,0 0-1 0 0,1 0 0 0 0,-1 0 1 0 0,1-1-1 0 0,0 1 0 0 0,1-1 1 0 0,-1 0-1 0 0,1 1 0 0 0,-1-2 1 0 0,1 1-1 0 0,0 0 0 0 0,1-1 1 0 0,-1 0-1 0 0,9 5 0 0 0,0-1-239 0 0,0-2 0 0 0,0 0 0 0 0,0 0 0 0 0,0-1 0 0 0,1-1 0 0 0,0 0 0 0 0,-1-1 0 0 0,26 1 0 0 0,-15-2-1369 0 0,1-2-1 0 0,-1-1 0 0 0,0-2 1 0 0,29-6-1 0 0,-11-2-2842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49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79 136 448 0 0,'-4'0'2538'0'0,"-71"5"8663"0"0,78-6-11012 0 0,84-29 270 0 0,52-20-866 0 0,-50 11-4152 0 0,-72 29 1374 0 0,-2-1-1095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49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 1700 0 0,'-3'0'2764'0'0,"-22"-1"3458"0"0,18 0-6083 0 0,6 1-18 0 0,1 0 0 0 0,-1 0 0 0 0,0 0 0 0 0,1 0 0 0 0,-1 0 0 0 0,0 1 0 0 0,1-1 0 0 0,-1 0 0 0 0,0 0 0 0 0,1 0 0 0 0,-1 1 0 0 0,0-1 0 0 0,1 0 1 0 0,-1 1-1 0 0,0-1 0 0 0,1 0 0 0 0,-1 1 0 0 0,1-1 0 0 0,-1 1 0 0 0,1-1 0 0 0,-1 1 0 0 0,1-1 0 0 0,-1 1 0 0 0,1 0 0 0 0,0-1 0 0 0,-1 1 0 0 0,1-1 0 0 0,0 1 0 0 0,-1 0 0 0 0,1-1 0 0 0,0 1 0 0 0,0 0 0 0 0,0-1 0 0 0,-1 1 0 0 0,1 0 0 0 0,0 0 0 0 0,1 25 887 0 0,-1-24-898 0 0,16 92 841 0 0,35 112 0 0 0,-27-114-1680 0 0,2-8-2097 0 0,-5-30-3935 0 0,-11-35 1158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49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245 162 1276 0 0,'-5'-7'1521'0'0,"-2"-2"-103"0"0,1 0-1 0 0,0 0 0 0 0,0-1 1 0 0,1 0-1 0 0,-6-17 1 0 0,10 25-1331 0 0,1-1 0 0 0,-1 1 0 0 0,1 0 0 0 0,0-1 0 0 0,-1 1 0 0 0,1 0 1 0 0,0-1-1 0 0,0 1 0 0 0,1 0 0 0 0,-1-1 0 0 0,0 1 0 0 0,1-1 0 0 0,-1 1 0 0 0,1 0 1 0 0,0 0-1 0 0,0-1 0 0 0,0 1 0 0 0,0 0 0 0 0,0 0 0 0 0,1 0 0 0 0,-1 0 0 0 0,0 0 0 0 0,1 0 1 0 0,0 1-1 0 0,-1-1 0 0 0,1 0 0 0 0,0 1 0 0 0,0-1 0 0 0,0 1 0 0 0,0 0 0 0 0,0 0 1 0 0,3-2-1 0 0,-1 1-65 0 0,-1 0 0 0 0,0 1 0 0 0,0-1 0 0 0,1 1 0 0 0,-1 0 0 0 0,0 0 1 0 0,1 0-1 0 0,-1 1 0 0 0,1-1 0 0 0,0 1 0 0 0,-1 0 0 0 0,1 0 0 0 0,-1 0 0 0 0,1 0 1 0 0,0 0-1 0 0,-1 1 0 0 0,1 0 0 0 0,-1 0 0 0 0,0 0 0 0 0,1 0 0 0 0,-1 0 0 0 0,0 1 1 0 0,1-1-1 0 0,-1 1 0 0 0,5 3 0 0 0,-4-1-17 0 0,-1-1-1 0 0,0 1 1 0 0,1-1 0 0 0,-1 1-1 0 0,0 0 1 0 0,-1 0-1 0 0,1 0 1 0 0,-1 1 0 0 0,0-1-1 0 0,0 0 1 0 0,0 1 0 0 0,0 0-1 0 0,-1-1 1 0 0,0 1-1 0 0,0 0 1 0 0,0 0 0 0 0,-1-1-1 0 0,1 9 1 0 0,-2 6-1 0 0,-1-1-1 0 0,-1 1 1 0 0,0-1-1 0 0,-1 1 1 0 0,-1-1 0 0 0,-1-1-1 0 0,0 1 1 0 0,-12 21-1 0 0,3-11 10 0 0,-1-1-1 0 0,-1 0 0 0 0,-1-1 0 0 0,-24 25 0 0 0,-14 8 55 0 0,50-54-54 0 0,0 0 1 0 0,0 0-1 0 0,0-1 0 0 0,0 0 1 0 0,-1 0-1 0 0,1 0 0 0 0,-1-1 1 0 0,-11 4-1 0 0,16-7-10 0 0,-1 1 0 0 0,1-1 0 0 0,-1 1 0 0 0,1-1 1 0 0,-1 0-1 0 0,1 0 0 0 0,-1-1 0 0 0,1 1 0 0 0,-1 0 0 0 0,1-1 0 0 0,-1 1 0 0 0,1-1 0 0 0,0 0 0 0 0,-1 0 0 0 0,1 0 1 0 0,0 0-1 0 0,0 0 0 0 0,0-1 0 0 0,-1 1 0 0 0,1 0 0 0 0,1-1 0 0 0,-1 0 0 0 0,0 1 0 0 0,0-1 0 0 0,-2-4 0 0 0,1 2-5 0 0,0 1-1 0 0,1-1 0 0 0,0 0 0 0 0,0-1 0 0 0,0 1 0 0 0,0 0 0 0 0,1-1 1 0 0,0 1-1 0 0,-1 0 0 0 0,2-1 0 0 0,-1 0 0 0 0,0-6 0 0 0,1 10 3 0 0,0 0-1 0 0,0 0 0 0 0,0-1 0 0 0,0 1 1 0 0,0 0-1 0 0,0 0 0 0 0,1 0 1 0 0,-1-1-1 0 0,0 1 0 0 0,1 0 0 0 0,-1 0 1 0 0,1 0-1 0 0,-1 0 0 0 0,1-1 0 0 0,-1 1 1 0 0,1 0-1 0 0,0 0 0 0 0,0 0 1 0 0,-1 1-1 0 0,1-1 0 0 0,0 0 0 0 0,0 0 1 0 0,0 0-1 0 0,0 0 0 0 0,0 1 0 0 0,0-1 1 0 0,0 1-1 0 0,0-1 0 0 0,0 1 1 0 0,1-1-1 0 0,-1 1 0 0 0,0-1 0 0 0,0 1 1 0 0,0 0-1 0 0,1 0 0 0 0,-1-1 0 0 0,0 1 1 0 0,0 0-1 0 0,1 0 0 0 0,-1 1 0 0 0,0-1 1 0 0,0 0-1 0 0,0 0 0 0 0,3 1 1 0 0,1 0-3 0 0,-1 0 0 0 0,1 1 0 0 0,0-1 0 0 0,-1 1 1 0 0,1 0-1 0 0,-1 0 0 0 0,1 0 0 0 0,-1 1 1 0 0,6 5-1 0 0,10 12-384 0 0,-2 2 1 0 0,0 1 0 0 0,-1 0 0 0 0,26 50-1 0 0,-25-41-286 0 0,0-2 0 0 0,33 41 0 0 0,-17-39-4085 0 0,-18-21 768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50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90 1056 0 0,'-17'-87'12477'0'0,"17"85"-11847"0"0,0 9-461 0 0,0-1-1 0 0,1 1 0 0 0,0 0 0 0 0,0 0 1 0 0,4 10-1 0 0,-2-4-17 0 0,6 22 147 0 0,22 59 0 0 0,-28-84-262 0 0,2 0 0 0 0,0 0 0 0 0,0-1 1 0 0,0 0-1 0 0,1 0 0 0 0,1 0 0 0 0,0-1 0 0 0,0 0 1 0 0,0 0-1 0 0,14 11 0 0 0,-18-17-27 0 0,-1-1 0 0 0,1 1 0 0 0,0 0-1 0 0,0-1 1 0 0,0 0 0 0 0,0 0 0 0 0,0 0 0 0 0,0 0-1 0 0,0 0 1 0 0,0 0 0 0 0,1-1 0 0 0,-1 0-1 0 0,0 1 1 0 0,0-1 0 0 0,0 0 0 0 0,1-1 0 0 0,-1 1-1 0 0,0 0 1 0 0,0-1 0 0 0,0 0 0 0 0,0 0 0 0 0,0 0-1 0 0,0 0 1 0 0,0 0 0 0 0,0-1 0 0 0,0 1 0 0 0,0-1-1 0 0,-1 0 1 0 0,1 0 0 0 0,0 0 0 0 0,-1 0 0 0 0,0 0-1 0 0,1-1 1 0 0,-1 1 0 0 0,0 0 0 0 0,0-1 0 0 0,-1 0-1 0 0,1 0 1 0 0,0 1 0 0 0,-1-1 0 0 0,1-3 0 0 0,4-12 51 0 0,-2-1 1 0 0,0 1 0 0 0,-1-1-1 0 0,0 0 1 0 0,-2 0 0 0 0,-1 1 0 0 0,-1-22-1 0 0,1 8 555 0 0,0 29-483 0 0,-2 5-119 0 0,1-1 1 0 0,0 0-1 0 0,0 0 1 0 0,0 0 0 0 0,0 0-1 0 0,0 1 1 0 0,0-1-1 0 0,0 1 1 0 0,0-1-1 0 0,1 1 1 0 0,-1-1 0 0 0,0 1-1 0 0,1-1 1 0 0,0 1-1 0 0,-1 1 1 0 0,-8 32 479 0 0,1 1 1 0 0,-4 50-1 0 0,2 75-31 0 0,8-103-322 0 0,-4 96 119 0 0,-25 274 210 0 0,26-398-343 0 0,-2 0 1 0 0,0 0 0 0 0,-17 41-1 0 0,19-60-8 0 0,0 1-1 0 0,-1-1 0 0 0,0 0 1 0 0,-1 0-1 0 0,0 0 0 0 0,0-1 1 0 0,-1-1-1 0 0,-1 1 0 0 0,0-1 1 0 0,0 0-1 0 0,-11 7 0 0 0,14-13-77 0 0,0 1-1 0 0,0-2 0 0 0,0 1 0 0 0,0 0 0 0 0,-1-1 1 0 0,1-1-1 0 0,-1 1 0 0 0,1-1 0 0 0,-1 0 0 0 0,0 0 0 0 0,1-1 1 0 0,-1 0-1 0 0,0 0 0 0 0,1 0 0 0 0,-1-1 0 0 0,0 0 1 0 0,1-1-1 0 0,-1 1 0 0 0,1-1 0 0 0,-1 0 0 0 0,1-1 1 0 0,0 0-1 0 0,0 0 0 0 0,-9-6 0 0 0,8 5-35 0 0,1 0 0 0 0,-1-1-1 0 0,1 1 1 0 0,0-1 0 0 0,1-1-1 0 0,-1 1 1 0 0,1-1 0 0 0,0 0 0 0 0,0 0-1 0 0,1-1 1 0 0,0 1 0 0 0,0-1 0 0 0,0 0-1 0 0,1 0 1 0 0,0 0 0 0 0,0-1 0 0 0,1 1-1 0 0,0-1 1 0 0,0 1 0 0 0,0-16 0 0 0,3 6-241 0 0,0 1 1 0 0,2-1-1 0 0,0 1 1 0 0,1 0-1 0 0,1 0 1 0 0,0 1 0 0 0,1-1-1 0 0,1 1 1 0 0,0 0-1 0 0,1 1 1 0 0,1-1 0 0 0,0 2-1 0 0,12-15 1 0 0,1 2-1664 0 0,44-43 0 0 0,30-9-5594 0 0,-53 45 582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50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93 2520 0 0,'-70'-7'8022'0'0,"17"1"-4423"0"0,50 6-2985 0 0,22-5-410 0 0,98-11 115 0 0,-93 11-424 0 0,110-21-1347 0 0,-45 5-5310 0 0,-68 15 2207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50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49 388 0 0,'-11'-10'4472'0'0,"-1"0"0"0"0,-19-11-1 0 0,20 14-2735 0 0,10 7-1654 0 0,1 0-1 0 0,-1 0 0 0 0,1 0 1 0 0,-1 1-1 0 0,0-1 0 0 0,1 0 0 0 0,-1 1 1 0 0,1-1-1 0 0,-1 0 0 0 0,1 1 0 0 0,-1-1 1 0 0,1 1-1 0 0,-1-1 0 0 0,1 1 1 0 0,-1-1-1 0 0,1 1 0 0 0,0-1 0 0 0,-1 1 1 0 0,1 0-1 0 0,0-1 0 0 0,-1 1 1 0 0,1-1-1 0 0,0 1 0 0 0,0 0 0 0 0,0-1 1 0 0,-1 1-1 0 0,1 0 0 0 0,0-1 0 0 0,0 1 1 0 0,0 0-1 0 0,0-1 0 0 0,0 1 1 0 0,0 0-1 0 0,1 0 0 0 0,1 30 275 0 0,-1-26-105 0 0,10 68 379 0 0,42 144 0 0 0,-33-156-2348 0 0,31 62 1 0 0,-43-107 19 0 0,18 27 1 0 0,2-9-4053 0 0,-13-20 483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51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32 310 1056 0 0,'-2'-64'8191'0'0,"-4"-28"-1331"0"0,5 90-6730 0 0,-1-32 341 0 0,-2 28-467 0 0,4 4 165 0 0,-15-24 1317 0 0,15 24-1469 0 0,-1-1 1 0 0,1 0-1 0 0,-1 0 0 0 0,1 0 1 0 0,0 0-1 0 0,0 0 0 0 0,0 0 1 0 0,1 0-1 0 0,-1 0 0 0 0,1 0 0 0 0,-1 0 1 0 0,1 0-1 0 0,0 1 0 0 0,0-1 1 0 0,0 0-1 0 0,1 0 0 0 0,-1 1 1 0 0,1-1-1 0 0,-1 1 0 0 0,1-1 1 0 0,0 1-1 0 0,0 0 0 0 0,0 0 1 0 0,0 0-1 0 0,0 0 0 0 0,1 0 1 0 0,-1 0-1 0 0,1 0 0 0 0,-1 1 0 0 0,1-1 1 0 0,-1 1-1 0 0,1 0 0 0 0,0 0 1 0 0,3-1-1 0 0,-4 1-24 0 0,1 1 4 0 0,8 1 5 0 0,0 1-1 0 0,0-1 0 0 0,-1 2 1 0 0,17 5-1 0 0,-13-3-1 0 0,-1 1-1 0 0,1 0 0 0 0,-2 1 1 0 0,1 1-1 0 0,13 10 0 0 0,-22-15 3 0 0,0 0 0 0 0,0 1 0 0 0,-1-1 0 0 0,1 1-1 0 0,-1 0 1 0 0,0 0 0 0 0,0 0 0 0 0,0 0 0 0 0,-1 0 0 0 0,1 1-1 0 0,-1-1 1 0 0,0 1 0 0 0,-1 0 0 0 0,1-1 0 0 0,-1 1 0 0 0,0 0-1 0 0,0 0 1 0 0,1 9 0 0 0,-2 12-4 0 0,-1 0-1 0 0,-5 28 1 0 0,1 8 334 0 0,5-61-266 0 0,-4 30 1819 0 0,2-28-1603 0 0,2-5-637 0 0,3-12-1910 0 0,4-16-6002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52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26 1500 0 0,'-2'-1'2166'0'0,"-13"-2"2408"0"0,0-1 1 0 0,-18-7 1684 0 0,16 4-1310 0 0,76 12-4956 0 0,-1 1-1 0 0,0 4 1 0 0,65 19 0 0 0,-119-29 6 0 0,-1 1 0 0 0,1 0 1 0 0,-1 1-1 0 0,0-1 1 0 0,1 1-1 0 0,-1-1 1 0 0,0 1-1 0 0,0 0 1 0 0,0 0-1 0 0,-1 0 1 0 0,1 1-1 0 0,0-1 0 0 0,-1 0 1 0 0,1 1-1 0 0,-1 0 1 0 0,0 0-1 0 0,0 0 1 0 0,0 0-1 0 0,0 0 1 0 0,2 5-1 0 0,-3-3 4 0 0,0 0 0 0 0,0 0 1 0 0,0 0-1 0 0,0 0 0 0 0,-1 0 0 0 0,0 0 0 0 0,0 0 0 0 0,0 0 1 0 0,-1 0-1 0 0,1 0 0 0 0,-1 0 0 0 0,0 0 0 0 0,-1 0 0 0 0,-1 5 1 0 0,-12 27 43 0 0,-2 0 1 0 0,-30 49-1 0 0,-52 64-14 0 0,39-60-54 0 0,56-84 13 0 0,-7 9-31 0 0,2 0 1 0 0,-1 1 0 0 0,2 0-1 0 0,0 0 1 0 0,-9 28 0 0 0,17-42 43 0 0,-1 0 0 0 0,1-1 0 0 0,0 1 0 0 0,-1 0 1 0 0,1-1-1 0 0,0 1 0 0 0,0 0 0 0 0,0-1 1 0 0,0 1-1 0 0,0 0 0 0 0,1-1 0 0 0,-1 1 0 0 0,0-1 1 0 0,1 1-1 0 0,0 0 0 0 0,-1-1 0 0 0,1 1 1 0 0,0-1-1 0 0,-1 1 0 0 0,1-1 0 0 0,0 1 0 0 0,0-1 1 0 0,0 0-1 0 0,0 0 0 0 0,0 1 0 0 0,1-1 1 0 0,-1 0-1 0 0,0 0 0 0 0,1 0 0 0 0,-1 0 0 0 0,0 0 1 0 0,1 0-1 0 0,-1-1 0 0 0,1 1 0 0 0,0 0 1 0 0,-1-1-1 0 0,1 1 0 0 0,-1-1 0 0 0,1 0 0 0 0,0 1 1 0 0,-1-1-1 0 0,3 0 0 0 0,8 1 43 0 0,-1-1 0 0 0,1 0 1 0 0,0 0-1 0 0,20-5 0 0 0,398-80 115 0 0,-391 77-55 0 0,-21 5 10 0 0,29-9 0 0 0,-45 11-120 0 0,10-3 564 0 0,1-10-5659 0 0,-4-14-6133 0 0,-9 28 11227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52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91 122 1728 0 0,'-1'0'445'0'0,"-11"1"2302"0"0,0-1 0 0 0,1-1 0 0 0,-1 0 0 0 0,-13-4-1 0 0,22 5-1732 0 0,3 0-930 0 0,-1 0 1 0 0,1 0 0 0 0,-1 0-1 0 0,0 0 1 0 0,1 0-1 0 0,-1 0 1 0 0,0 0 0 0 0,1-1-1 0 0,-1 1 1 0 0,1 0-1 0 0,-1 0 1 0 0,1 0 0 0 0,-1-1-1 0 0,0 1 1 0 0,1 0-1 0 0,-1 0 1 0 0,1-1 0 0 0,-1 1-1 0 0,1 0 1 0 0,-1-1-1 0 0,1 1 1 0 0,0-1 0 0 0,-1 1-1 0 0,1-1 1 0 0,-1 1-1 0 0,1-2 1 0 0,0 2-48 0 0,0-1 1 0 0,0 0-1 0 0,0 1 0 0 0,1-1 0 0 0,-1 0 0 0 0,1 1 1 0 0,-1-1-1 0 0,0 1 0 0 0,1-1 0 0 0,-1 0 1 0 0,1 1-1 0 0,-1-1 0 0 0,1 1 0 0 0,-1-1 0 0 0,1 1 1 0 0,0 0-1 0 0,-1-1 0 0 0,1 0 0 0 0,35-17 250 0 0,114-34-1909 0 0,-117 43-3091 0 0,38-5 0 0 0,-49 10-2034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52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19 1532 0 0,'-70'55'15498'0'0,"89"-52"-14234"0"0,294-47-2339 0 0,-101 21-6912 0 0,-203 22 7442 0 0,61-8-5738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09:53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695 82 1760 0 0,'-112'-75'16919'0'0,"110"74"-16602"0"0,-1 2-59 0 0,-2 1-202 0 0,0 0 0 0 0,0 0 0 0 0,0 1 0 0 0,1 0 1 0 0,-1 0-1 0 0,1 0 0 0 0,0 0 0 0 0,0 1 0 0 0,0-1 0 0 0,0 1 1 0 0,0 0-1 0 0,1 0 0 0 0,0 1 0 0 0,0-1 0 0 0,-3 6 0 0 0,-7 13 128 0 0,-18 44 0 0 0,27-57-149 0 0,-13 33 39 0 0,1 2 0 0 0,2-1 0 0 0,3 1 0 0 0,1 1 0 0 0,2 0 0 0 0,2 1 0 0 0,3-1 0 0 0,2 54 0 0 0,1-87-54 0 0,2 0 0 0 0,0-1 1 0 0,0 1-1 0 0,1-1 0 0 0,1 1 1 0 0,0-1-1 0 0,1 0 0 0 0,6 11 1 0 0,-9-18 4 0 0,1-1 0 0 0,-1 1 0 0 0,1-1 1 0 0,1 0-1 0 0,-1 0 0 0 0,0 0 1 0 0,1 0-1 0 0,0-1 0 0 0,0 1 1 0 0,0-1-1 0 0,0 0 0 0 0,0 0 0 0 0,1-1 1 0 0,0 1-1 0 0,-1-1 0 0 0,1 0 1 0 0,0 0-1 0 0,0 0 0 0 0,0-1 0 0 0,0 0 1 0 0,0 0-1 0 0,8 0 0 0 0,-2-1 30 0 0,0-1-1 0 0,-1 0 1 0 0,1-1-1 0 0,0 0 1 0 0,0 0-1 0 0,-1-1 1 0 0,0-1-1 0 0,1 0 1 0 0,-1 0-1 0 0,-1-1 1 0 0,1-1-1 0 0,-1 1 1 0 0,1-2-1 0 0,-2 1 1 0 0,1-1-1 0 0,-1 0 1 0 0,10-12-1 0 0,1-2 55 0 0,0-1-1 0 0,-2-1 1 0 0,-1-1-1 0 0,-1-1 1 0 0,18-36 0 0 0,-22 37 31 0 0,-1 0 0 0 0,-1 0 0 0 0,-1-1 0 0 0,-2 0 1 0 0,0-1-1 0 0,-1 0 0 0 0,-2 0 0 0 0,1-42 1 0 0,-4 56-101 0 0,-1 1 0 0 0,0-1 1 0 0,0 0-1 0 0,-1 0 0 0 0,-1 1 1 0 0,0-1-1 0 0,-1 1 0 0 0,0 0 0 0 0,0 0 1 0 0,-1 0-1 0 0,-1 1 0 0 0,0-1 1 0 0,0 1-1 0 0,-1 1 0 0 0,0-1 1 0 0,-1 1-1 0 0,0 1 0 0 0,0-1 1 0 0,-1 1-1 0 0,-18-13 0 0 0,11 12-79 0 0,0 1-1 0 0,0 1 0 0 0,-1 0 1 0 0,0 1-1 0 0,0 1 0 0 0,0 1 1 0 0,-1 0-1 0 0,0 1 0 0 0,1 1 1 0 0,-1 1-1 0 0,0 0 0 0 0,0 1 1 0 0,-22 3-1 0 0,3 2-574 0 0,-1 2 0 0 0,1 1 1 0 0,0 1-1 0 0,1 2 0 0 0,-43 20 1 0 0,39-13-663 0 0,1 3 1 0 0,-37 24-1 0 0,1 10-1657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02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0 491 1276 0 0,'0'0'955'0'0,"7"8"2110"0"0,1-3-2512 0 0,0-1-1 0 0,1 0 0 0 0,0 0 0 0 0,-1-1 0 0 0,1 0 0 0 0,0-1 0 0 0,13 2 0 0 0,74 6-80 0 0,-45-7-175 0 0,1024 31 276 0 0,1-92-525 0 0,-96-18 32 0 0,610-42 37 0 0,1714-68 9 0 0,-2238 110-708 0 0,-611 32-3182 0 0,-393 37 1615 0 0,-3-3-378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04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99 160 1764 0 0,'-9'-4'955'0'0,"-1"-2"-1"0"0,1 1 1 0 0,0-1-1 0 0,0-1 1 0 0,1 1-1 0 0,-1-2 1 0 0,2 1-1 0 0,-1-1 1 0 0,-9-12-1 0 0,16 18-907 0 0,1 1 0 0 0,-1 0 0 0 0,1 0 0 0 0,-1-1 1 0 0,1 1-1 0 0,0 0 0 0 0,-1-1 0 0 0,1 1 0 0 0,0 0 0 0 0,0-1 0 0 0,0 1 0 0 0,0-1 0 0 0,0 1 1 0 0,0 0-1 0 0,1-1 0 0 0,-1 1 0 0 0,0 0 0 0 0,1-1 0 0 0,0-1 0 0 0,0 1-17 0 0,0-1 1 0 0,0 1-1 0 0,0 0 0 0 0,0 0 0 0 0,0 0 0 0 0,1 0 0 0 0,-1 0 1 0 0,1 0-1 0 0,-1 0 0 0 0,3-1 0 0 0,3-2-3 0 0,0 2 0 0 0,-1-1 0 0 0,2 1 0 0 0,-1 0 0 0 0,0 1 0 0 0,0-1 0 0 0,1 1 0 0 0,0 1 0 0 0,-1 0 0 0 0,1 0 0 0 0,0 0 0 0 0,-1 1 0 0 0,1 0 0 0 0,0 0 0 0 0,0 1 0 0 0,-1 0 0 0 0,13 3 0 0 0,-5 0 44 0 0,0 1 1 0 0,-1-1-1 0 0,1 2 0 0 0,-1 0 0 0 0,0 1 0 0 0,-1 1 0 0 0,25 17 1 0 0,-32-21-7 0 0,-1 1 0 0 0,0-1 0 0 0,0 1 0 0 0,0 1 1 0 0,-1-1-1 0 0,1 1 0 0 0,-1 0 0 0 0,0 0 0 0 0,-1 0 1 0 0,0 0-1 0 0,0 1 0 0 0,0-1 0 0 0,-1 1 1 0 0,4 13-1 0 0,-5-10 9 0 0,0 1 1 0 0,0-1-1 0 0,-1 0 1 0 0,-1 0-1 0 0,0 0 1 0 0,0 1-1 0 0,-1-1 1 0 0,0 0-1 0 0,-5 14 1 0 0,-3 0 50 0 0,-1 1 0 0 0,0-2 0 0 0,-2 0 0 0 0,-1 0 0 0 0,-1-1 0 0 0,-1-1 0 0 0,-21 23-1 0 0,23-29 94 0 0,-1-1 0 0 0,0-1 0 0 0,-23 16 0 0 0,37-28-208 0 0,1-1 1 0 0,-1 1-1 0 0,0-1 1 0 0,1 1 0 0 0,-1-1-1 0 0,0 0 1 0 0,1 1-1 0 0,-1-1 1 0 0,0 0-1 0 0,0 1 1 0 0,1-1-1 0 0,-1 0 1 0 0,0 0-1 0 0,0 1 1 0 0,0-1-1 0 0,1 0 1 0 0,-1 0-1 0 0,0 0 1 0 0,0 0-1 0 0,0 0 1 0 0,0 0-1 0 0,1-1 1 0 0,-1 1-1 0 0,-1 0 1 0 0,1-1-7 0 0,1 0 0 0 0,-1 1 1 0 0,1-1-1 0 0,-1 0 0 0 0,1 1 0 0 0,0-1 0 0 0,-1 0 0 0 0,1 1 1 0 0,0-1-1 0 0,-1 0 0 0 0,1 0 0 0 0,0 1 0 0 0,0-1 1 0 0,0 0-1 0 0,-1 0 0 0 0,1 0 0 0 0,0 0 0 0 0,0-1 1 0 0,1-3-1 0 0,-1 0 1 0 0,1 0 0 0 0,-1 0-1 0 0,2 0 1 0 0,1-8 0 0 0,9-11-3 0 0,1 0 0 0 0,1 0 0 0 0,28-34 0 0 0,59-61-57 0 0,-70 85 35 0 0,0-2 7 0 0,105-125-57 0 0,-135 161 69 0 0,-1 0 0 0 0,0 0 0 0 0,1-1 0 0 0,-1 1 0 0 0,0-1 1 0 0,1 1-1 0 0,-1 0 0 0 0,0-1 0 0 0,0 1 0 0 0,0 0 0 0 0,1-1 0 0 0,-1 1 1 0 0,0-1-1 0 0,0 1 0 0 0,0-1 0 0 0,0 1 0 0 0,0-1 0 0 0,0 1 0 0 0,0 0 1 0 0,0-1-1 0 0,0 1 0 0 0,0-1 0 0 0,0 0 0 0 0,-8 0-19 0 0,-14 10 25 0 0,4 4 6 0 0,1 1 1 0 0,1 1 0 0 0,0 0 0 0 0,1 2 0 0 0,1-1 0 0 0,1 2 0 0 0,0 0-1 0 0,1 0 1 0 0,1 1 0 0 0,1 1 0 0 0,1 0 0 0 0,-11 31 0 0 0,19-46-8 0 0,-1 0 1 0 0,1 0 0 0 0,0 0 0 0 0,0 1-1 0 0,1-1 1 0 0,0 0 0 0 0,0 1 0 0 0,0-1-1 0 0,0 0 1 0 0,1 1 0 0 0,0-1 0 0 0,0 0-1 0 0,0 0 1 0 0,1 0 0 0 0,0 0 0 0 0,4 10-1 0 0,-2-10 3 0 0,0 0 0 0 0,0 1 0 0 0,0-1 0 0 0,1-1 0 0 0,-1 1 0 0 0,1-1 0 0 0,1 0 0 0 0,-1 0 0 0 0,0 0 0 0 0,1 0 0 0 0,0-1 0 0 0,0 0 0 0 0,8 3 0 0 0,3-1-171 0 0,0 0 0 0 0,1 0 0 0 0,-1-2 0 0 0,1 0 0 0 0,-1-1 0 0 0,26-1 0 0 0,-2-2-2546 0 0,68-11 1 0 0,-58 3-930 0 0,3-2-1501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04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55 1516 0 0,'-64'-9'8667'0'0,"26"6"-5947"0"0,35 3-2301 0 0,-12 1 1866 0 0,19 1-2175 0 0,1 0-1 0 0,0 0 1 0 0,0-1 0 0 0,-1 0 0 0 0,1 0 0 0 0,0-1-1 0 0,0 1 1 0 0,0-1 0 0 0,9 0 0 0 0,56-8 168 0 0,-36 4-143 0 0,-24 3-194 0 0,149-17-1505 0 0,-54-1-7204 0 0,-87 15 4445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04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38 2580 0 0,'-17'-10'4022'0'0,"0"1"1"0"0,-25-9-1 0 0,39 17-3343 0 0,-7 2 762 0 0,9-1-1392 0 0,1 0 0 0 0,-1 0 0 0 0,1 0 0 0 0,0 0 0 0 0,-1 0 0 0 0,1 0 0 0 0,-1 0 0 0 0,1 0 0 0 0,-1 0 0 0 0,1 0 0 0 0,-1 0 0 0 0,1 0 0 0 0,-1 0 0 0 0,1 0 1 0 0,-1 1-1 0 0,1-1 0 0 0,-1 0 0 0 0,1 0 0 0 0,-1 1 0 0 0,1-1 0 0 0,0 0 0 0 0,-1 0 0 0 0,1 1 0 0 0,0-1 0 0 0,-1 0 0 0 0,1 1 0 0 0,0-1 0 0 0,-1 1 0 0 0,1-1 0 0 0,0 0 0 0 0,0 1 1 0 0,-1-1-1 0 0,1 1 0 0 0,0 0 0 0 0,-3 7 231 0 0,1 0-1 0 0,1 0 1 0 0,0 0 0 0 0,0 1 0 0 0,0-1 0 0 0,1 0-1 0 0,0 1 1 0 0,2 8 0 0 0,-1-2-52 0 0,2 107 489 0 0,15 196-1622 0 0,-17-308 261 0 0,9 46-2663 0 0,-9-50 1744 0 0,1-1 0 0 0,0 0 0 0 0,0 0 0 0 0,5 8 0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05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58 212 2500 0 0,'1'-20'1871'0'0,"1"1"-1"0"0,1-1 0 0 0,6-21 0 0 0,-7 35-1643 0 0,0 0 0 0 0,0 0 0 0 0,0 1 0 0 0,1-1 0 0 0,0 1-1 0 0,0 0 1 0 0,1 0 0 0 0,-1 0 0 0 0,1 0 0 0 0,0 1 0 0 0,0-1-1 0 0,1 1 1 0 0,-1 0 0 0 0,9-5 0 0 0,-4 4-75 0 0,-1 1 0 0 0,1 0 0 0 0,0 0 1 0 0,1 1-1 0 0,-1 0 0 0 0,1 0 0 0 0,-1 1 0 0 0,1 1 0 0 0,0 0 0 0 0,0 0 1 0 0,0 1-1 0 0,0 0 0 0 0,-1 0 0 0 0,14 4 0 0 0,-17-4-71 0 0,0 1 1 0 0,-1 0-1 0 0,1 1 0 0 0,0 0 0 0 0,-1-1 0 0 0,0 2 0 0 0,1-1 0 0 0,-1 1 1 0 0,0-1-1 0 0,0 1 0 0 0,-1 1 0 0 0,1-1 0 0 0,-1 1 0 0 0,1 0 1 0 0,-1 0-1 0 0,0 0 0 0 0,0 0 0 0 0,-1 1 0 0 0,0 0 0 0 0,1-1 0 0 0,-1 1 1 0 0,-1 0-1 0 0,1 1 0 0 0,-1-1 0 0 0,3 10 0 0 0,-4-8-10 0 0,-1 1-1 0 0,1-1 0 0 0,-1 1 0 0 0,-1-1 0 0 0,1 1 1 0 0,-1-1-1 0 0,-1 0 0 0 0,1 1 0 0 0,-1-1 1 0 0,0 0-1 0 0,-1 0 0 0 0,0 0 0 0 0,0 0 1 0 0,-1-1-1 0 0,-5 9 0 0 0,-7 10 141 0 0,-1-2-1 0 0,-31 32 1 0 0,-212 187 1436 0 0,257-240-1613 0 0,0 0-1 0 0,1 1 1 0 0,-1-1 0 0 0,1 1-1 0 0,-1 0 1 0 0,1 0-1 0 0,0 0 1 0 0,0 0-1 0 0,0 0 1 0 0,1 0 0 0 0,-1 0-1 0 0,1 1 1 0 0,-2 4-1 0 0,3-7-21 0 0,1-1-1 0 0,-1 1 0 0 0,0 0 1 0 0,0-1-1 0 0,1 1 0 0 0,-1-1 1 0 0,0 1-1 0 0,1-1 0 0 0,-1 0 1 0 0,1 1-1 0 0,-1-1 0 0 0,1 1 1 0 0,-1-1-1 0 0,1 0 0 0 0,-1 1 1 0 0,1-1-1 0 0,-1 0 0 0 0,1 1 1 0 0,-1-1-1 0 0,1 0 0 0 0,0 0 1 0 0,-1 0-1 0 0,1 0 0 0 0,-1 1 1 0 0,1-1-1 0 0,0 0 0 0 0,-1 0 1 0 0,1 0-1 0 0,1 0 0 0 0,16 1 52 0 0,-18-1-61 0 0,27-1 66 0 0,0-1-1 0 0,0-1 1 0 0,50-12-1 0 0,-11 1-48 0 0,-58 13-88 0 0,173-35-3397 0 0,-147 27-1573 0 0,48-20 0 0 0,-54 17-1287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05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57 1796 0 0,'-29'-50'14749'0'0,"29"50"-14609"0"0,0-1 0 0 0,0 1 0 0 0,-1-1 0 0 0,1 1 0 0 0,0 0 0 0 0,-2-3 841 0 0,2 3-841 0 0,-1 0 0 0 0,1 0 0 0 0,0-1 0 0 0,-1 1 1 0 0,1 0-1 0 0,-1 0 0 0 0,1 0 0 0 0,0 0 0 0 0,-1-1 0 0 0,1 1 0 0 0,-1 0 0 0 0,0 3 67 0 0,-1 1-1 0 0,1-1 1 0 0,0 0 0 0 0,0 1-1 0 0,1-1 1 0 0,-1 1 0 0 0,1-1-1 0 0,0 1 1 0 0,0 0 0 0 0,0-1-1 0 0,0 1 1 0 0,1-1 0 0 0,-1 1-1 0 0,1-1 1 0 0,1 5 0 0 0,19 56 853 0 0,-19-59-994 0 0,2 5-9 0 0,0-1 0 0 0,1 1 1 0 0,0-1-1 0 0,1 0 1 0 0,-1-1-1 0 0,2 1 1 0 0,-1-1-1 0 0,1-1 1 0 0,1 1-1 0 0,-1-1 0 0 0,1 0 1 0 0,0-1-1 0 0,11 7 1 0 0,-12-9-40 0 0,1 0 1 0 0,-1 0-1 0 0,1-1 1 0 0,0 0-1 0 0,0 0 1 0 0,0-1-1 0 0,1 0 0 0 0,-1-1 1 0 0,0 0-1 0 0,1 0 1 0 0,-1 0-1 0 0,1-1 1 0 0,-1-1-1 0 0,1 1 1 0 0,-1-1-1 0 0,14-4 1 0 0,-19 4-13 0 0,1 0 0 0 0,0 0 0 0 0,0 0 1 0 0,0-1-1 0 0,-1 0 0 0 0,1 0 1 0 0,-1 0-1 0 0,0 0 0 0 0,1 0 0 0 0,-1-1 1 0 0,0 1-1 0 0,0-1 0 0 0,0 0 0 0 0,-1 0 1 0 0,1 0-1 0 0,-1 0 0 0 0,0-1 0 0 0,0 1 1 0 0,0-1-1 0 0,0 1 0 0 0,0-1 0 0 0,-1 0 1 0 0,1 1-1 0 0,-1-1 0 0 0,0 0 0 0 0,1-8 1 0 0,-1-4-5 0 0,-1 0 1 0 0,0 0-1 0 0,-1 0 1 0 0,-1 0-1 0 0,-3-18 0 0 0,4 29-5 0 0,1 3-2 0 0,0 1 0 0 0,-1 0 0 0 0,1 0 1 0 0,0 0-1 0 0,0-1 0 0 0,-1 1 0 0 0,1 0 1 0 0,-1 0-1 0 0,1 0 0 0 0,-1 0 0 0 0,1 0 1 0 0,-1 0-1 0 0,0 0 0 0 0,1 0 0 0 0,-3-2 1 0 0,3 3 1 0 0,0 0 1 0 0,-1 0-1 0 0,1 0 1 0 0,-1 0 0 0 0,1 0-1 0 0,0 0 1 0 0,-1 0-1 0 0,1 0 1 0 0,0 0-1 0 0,-1 0 1 0 0,1 0-1 0 0,-1 0 1 0 0,1 0 0 0 0,0 0-1 0 0,-1 0 1 0 0,1 0-1 0 0,-1 0 1 0 0,1 1-1 0 0,0-1 1 0 0,-1 0 0 0 0,1 0-1 0 0,0 0 1 0 0,-1 1-1 0 0,1-1 1 0 0,0 0-1 0 0,0 1 1 0 0,-1-1-1 0 0,1 0 1 0 0,-1 1 0 0 0,-1 2 15 0 0,-1 1 0 0 0,1-1 1 0 0,0 1-1 0 0,0 0 0 0 0,0 0 0 0 0,-2 6 1 0 0,-4 26 545 0 0,2-1-1 0 0,1 1 1 0 0,-1 49 0 0 0,2-13 0 0 0,-8 88 400 0 0,-15 139 34 0 0,19-242-657 0 0,-3 0 0 0 0,-2-1 0 0 0,-24 63 0 0 0,30-100-257 0 0,-2 0 0 0 0,1 0 0 0 0,-2 0-1 0 0,-1-1 1 0 0,0-1 0 0 0,-18 21 0 0 0,25-33-51 0 0,-1 0 0 0 0,0 0 0 0 0,-1-1 0 0 0,1 1 1 0 0,-1-1-1 0 0,1-1 0 0 0,-1 1 0 0 0,0-1 0 0 0,-12 5 1 0 0,13-7-21 0 0,0 0 0 0 0,0 0 0 0 0,0 0 0 0 0,-1-1 0 0 0,1 1 0 0 0,0-1 0 0 0,0 0 0 0 0,0-1 0 0 0,0 1 1 0 0,0-1-1 0 0,0 0 0 0 0,0 0 0 0 0,0-1 0 0 0,-8-3 0 0 0,9 3-7 0 0,-1 0 0 0 0,1 0-1 0 0,0 0 1 0 0,0 0 0 0 0,1-1 0 0 0,-1 0 0 0 0,0 0 0 0 0,1 0-1 0 0,0 0 1 0 0,0 0 0 0 0,0-1 0 0 0,0 1 0 0 0,0-1 0 0 0,1 0-1 0 0,-1 0 1 0 0,1 0 0 0 0,0 0 0 0 0,0 0 0 0 0,1-1 0 0 0,-1 1-1 0 0,1-1 1 0 0,0 1 0 0 0,0-1 0 0 0,1 1 0 0 0,-1-1 0 0 0,1 1-1 0 0,0-1 1 0 0,1-6 0 0 0,0-3-14 0 0,2 1-1 0 0,-1-1 1 0 0,2 0 0 0 0,0 1-1 0 0,1 0 1 0 0,0 0 0 0 0,0 0-1 0 0,10-13 1 0 0,12-19-1625 0 0,2 2 1 0 0,2 2-1 0 0,68-72 0 0 0,13 6-4224 0 0,5 6-3707 0 0,-71 62 1284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05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19 101 2224 0 0,'-19'-20'16871'0'0,"19"19"-16660"0"0,12 0-116 0 0,162-17 1509 0 0,-85 2-3262 0 0,-5-9-3886 0 0,-64 17 1024 0 0,-4-3-2359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06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3 2068 0 0,'-3'-1'2346'0'0,"-1"1"-1529"0"0,1-1 1 0 0,-1 1 0 0 0,1-1 0 0 0,-1 1-1 0 0,1 0 1 0 0,-1 0 0 0 0,1 1-1 0 0,-1-1 1 0 0,-5 2 0 0 0,8-1-570 0 0,-1-1 0 0 0,1 1-1 0 0,0 0 1 0 0,-1 0 0 0 0,1 0 0 0 0,0 0 0 0 0,0 0 0 0 0,0 0 0 0 0,0 0 0 0 0,0 1 0 0 0,0-1-1 0 0,0 0 1 0 0,0 1 0 0 0,0-1 0 0 0,0 0 0 0 0,1 1 0 0 0,-1-1 0 0 0,1 1 0 0 0,-1-1 0 0 0,1 1-1 0 0,0-1 1 0 0,-1 1 0 0 0,1-1 0 0 0,0 1 0 0 0,0 0 0 0 0,0 1 0 0 0,0 33 2434 0 0,7 63 0 0 0,0-23-1804 0 0,2 153 83 0 0,-8-132-5350 0 0,4-62-1061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06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96 2068 0 0,'-3'-9'3237'0'0,"0"0"-1"0"0,1 0 1 0 0,-3-19 0 0 0,4 21-2287 0 0,2 6-860 0 0,-1 1 0 0 0,0-1-1 0 0,0 0 1 0 0,0 0 0 0 0,1 1-1 0 0,-1-1 1 0 0,0 0 0 0 0,1 1-1 0 0,-1-1 1 0 0,0 0 0 0 0,1 1-1 0 0,-1-1 1 0 0,1 0-1 0 0,-1 1 1 0 0,1-1 0 0 0,0 1-1 0 0,-1-1 1 0 0,1 1 0 0 0,-1 0-1 0 0,1-1 1 0 0,0 1 0 0 0,-1-1-1 0 0,1 1 1 0 0,0 0 0 0 0,0 0-1 0 0,1-1 1 0 0,22-6 757 0 0,-22 6-755 0 0,21-3 300 0 0,0 1-1 0 0,1 1 1 0 0,40 1-1 0 0,73 11 51 0 0,-104-6-368 0 0,-8-2-50 0 0,-1 0-1 0 0,1 2 0 0 0,-1 1 1 0 0,30 10-1 0 0,-53-14-21 0 0,-1-1 0 0 0,1 0-1 0 0,-1 1 1 0 0,0-1 0 0 0,1 0 0 0 0,-1 1 0 0 0,1-1 0 0 0,-1 0-1 0 0,1 1 1 0 0,-1-1 0 0 0,0 1 0 0 0,1-1 0 0 0,-1 1 0 0 0,0-1 0 0 0,0 1-1 0 0,1-1 1 0 0,-1 1 0 0 0,0-1 0 0 0,0 1 0 0 0,0-1 0 0 0,1 1-1 0 0,-1-1 1 0 0,0 1 0 0 0,0 0 0 0 0,0-1 0 0 0,0 1 0 0 0,0-1-1 0 0,0 1 1 0 0,0-1 0 0 0,0 1 0 0 0,-1 0 0 0 0,1-1 0 0 0,0 1-1 0 0,0-1 1 0 0,-1 2 0 0 0,-9 17 49 0 0,-9 0-69 0 0,-1-1 0 0 0,0 0 0 0 0,-40 26 0 0 0,-3 2 94 0 0,41-28 89 0 0,-72 61 1036 0 0,79-65-812 0 0,1 0-1 0 0,1 1 1 0 0,0 1-1 0 0,-10 17 1 0 0,22-32-336 0 0,0 1 1 0 0,-1 0 0 0 0,1-1 0 0 0,0 1-1 0 0,0 0 1 0 0,1 0 0 0 0,-1 0 0 0 0,0 0-1 0 0,1 0 1 0 0,-1-1 0 0 0,1 1 0 0 0,-1 0-1 0 0,1 0 1 0 0,0 0 0 0 0,0 0 0 0 0,0 0 0 0 0,0 1-1 0 0,0-1 1 0 0,0 0 0 0 0,1 0 0 0 0,-1-1-1 0 0,1 1 1 0 0,-1 0 0 0 0,1 0 0 0 0,0 0-1 0 0,0 0 1 0 0,0 0 0 0 0,0-1 0 0 0,0 1-1 0 0,2 2 1 0 0,0-1-10 0 0,0-1-1 0 0,1 1 0 0 0,-1-1 1 0 0,1 0-1 0 0,-1 0 1 0 0,1 0-1 0 0,0-1 0 0 0,0 1 1 0 0,0-1-1 0 0,0 0 1 0 0,0 0-1 0 0,0 0 0 0 0,0 0 1 0 0,5-1-1 0 0,37 3-581 0 0,0-3 0 0 0,0-1 0 0 0,70-12 0 0 0,11-11-4504 0 0,-4-6-4013 0 0,-66 15 437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06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29 2004 0 0,'-29'-14'22053'0'0,"278"2"-21256"0"0,-152 9-5425 0 0,-57 4 1005 0 0,-20 0-3789 0 0,-4 1 625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06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 1740 0 0,'-124'57'15620'0'0,"112"-48"-13378"0"0,11-9-2176 0 0,1 0 1 0 0,0 1-1 0 0,0-1 1 0 0,0 0-1 0 0,1 0 1 0 0,-1 1-1 0 0,0-1 1 0 0,0 0-1 0 0,0 0 1 0 0,0 1-1 0 0,0-1 1 0 0,0 0-1 0 0,0 0 1 0 0,0 1-1 0 0,0-1 1 0 0,1 0 0 0 0,-1 0-1 0 0,0 0 1 0 0,0 1-1 0 0,0-1 1 0 0,0 0-1 0 0,1 0 1 0 0,-1 0-1 0 0,0 1 1 0 0,0-1-1 0 0,0 0 1 0 0,1 0-1 0 0,-1 0 1 0 0,0 0-1 0 0,1 0 1 0 0,23 7 1275 0 0,22-6-927 0 0,0-2 0 0 0,47-7 0 0 0,-24 2-880 0 0,54-1-1788 0 0,13-2-2401 0 0,-45 0-2294 0 0,-34 1-579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07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545 172 200 0 0,'-10'-18'6710'0'0,"7"11"-4843"0"0,-1 0-1 0 0,0 1 1 0 0,-1-1-1 0 0,1 1 0 0 0,-1 0 1 0 0,-7-7-1 0 0,10 12-1700 0 0,0-1 1 0 0,0 1-1 0 0,0 0 1 0 0,0-1-1 0 0,0 1 1 0 0,-1 0-1 0 0,1 0 0 0 0,0 1 1 0 0,-1-1-1 0 0,1 0 1 0 0,0 1-1 0 0,-1 0 1 0 0,1-1-1 0 0,-1 1 0 0 0,1 0 1 0 0,-1 0-1 0 0,1 0 1 0 0,-1 1-1 0 0,1-1 0 0 0,-1 1 1 0 0,1-1-1 0 0,0 1 1 0 0,-1 0-1 0 0,-2 1 1 0 0,-9 4 97 0 0,0 1 0 0 0,1 1 0 0 0,0 0 0 0 0,1 0 0 0 0,0 1 0 0 0,0 1 0 0 0,1 0 0 0 0,0 1 0 0 0,-14 18 0 0 0,4-2 50 0 0,1 1 0 0 0,2 0 1 0 0,-17 37-1 0 0,28-52-207 0 0,2 1 1 0 0,-1-1-1 0 0,2 1 1 0 0,-1 0-1 0 0,2 0 1 0 0,0 1-1 0 0,1-1 1 0 0,0 1-1 0 0,1 18 1 0 0,1-27-67 0 0,1 1 0 0 0,-1-1-1 0 0,1 0 1 0 0,0 0 0 0 0,1 1 0 0 0,0-1 0 0 0,0 0 0 0 0,0 0-1 0 0,0-1 1 0 0,1 1 0 0 0,0 0 0 0 0,0-1 0 0 0,1 0 0 0 0,-1 0-1 0 0,1 0 1 0 0,1 0 0 0 0,-1 0 0 0 0,0-1 0 0 0,1 0 0 0 0,0 0 0 0 0,0 0-1 0 0,0 0 1 0 0,10 4 0 0 0,-3-3-13 0 0,1 0-1 0 0,-1-1 1 0 0,1-1-1 0 0,0 0 1 0 0,0-1 0 0 0,0 0-1 0 0,1-1 1 0 0,-1 0-1 0 0,0-1 1 0 0,0-1-1 0 0,1 0 1 0 0,16-3 0 0 0,-8-1 68 0 0,-1 0 0 0 0,0-1-1 0 0,0-1 1 0 0,-1-1 0 0 0,0-1 0 0 0,34-20 0 0 0,-31 14 30 0 0,-1-1 0 0 0,-1-1 1 0 0,0-1-1 0 0,-2-1 0 0 0,0-1 0 0 0,18-24 0 0 0,-27 31-62 0 0,-1 0 0 0 0,0-1 0 0 0,-1 1-1 0 0,-1-1 1 0 0,0-1 0 0 0,-1 0 0 0 0,0 0 0 0 0,-2 0 0 0 0,1 0-1 0 0,-2-1 1 0 0,3-30 0 0 0,-6 38-72 0 0,0 0-1 0 0,0 0 1 0 0,-1 0-1 0 0,0 0 1 0 0,-1-1-1 0 0,0 1 1 0 0,0 1-1 0 0,0-1 1 0 0,-1 0-1 0 0,-1 1 1 0 0,1-1-1 0 0,-1 1 1 0 0,-6-9-1 0 0,4 8-23 0 0,-1 0-1 0 0,-1 0 0 0 0,1 1 0 0 0,-1 0 0 0 0,0 0 0 0 0,-1 1 0 0 0,1 0 1 0 0,-1 0-1 0 0,-13-5 0 0 0,2 2-79 0 0,-1 1 0 0 0,1 1 0 0 0,-2 2 0 0 0,1 0-1 0 0,0 1 1 0 0,-1 0 0 0 0,0 2 0 0 0,0 1 0 0 0,-32 2 0 0 0,16 3-1248 0 0,0 1 0 0 0,1 2 0 0 0,-50 17 0 0 0,-107 51-10465 0 0,104-33 295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25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59 228 0 0,'-37'-55'12635'0'0,"29"51"-11204"0"0,7 4-1389 0 0,1 0-1 0 0,0 0 0 0 0,0 0 0 0 0,0 0 0 0 0,-1 0 0 0 0,1 0 1 0 0,0 0-1 0 0,0 0 0 0 0,-1 0 0 0 0,1 0 0 0 0,0 0 0 0 0,0 0 1 0 0,0 0-1 0 0,-1 1 0 0 0,1-1 0 0 0,0 0 0 0 0,0 0 0 0 0,0 0 1 0 0,-1 0-1 0 0,1 0 0 0 0,0 0 0 0 0,0 0 0 0 0,0 1 0 0 0,0-1 0 0 0,-1 0 1 0 0,1 0-1 0 0,0 0 0 0 0,0 0 0 0 0,0 1 0 0 0,0-1 0 0 0,0 0 1 0 0,0 0-1 0 0,0 0 0 0 0,-1 1 0 0 0,1-1 0 0 0,0 0 0 0 0,0 0 1 0 0,0 0-1 0 0,0 1 0 0 0,0-1 0 0 0,0 0 0 0 0,0 0 0 0 0,0 0 1 0 0,0 1-1 0 0,0-1 0 0 0,0 0 0 0 0,0 0 0 0 0,0 0 0 0 0,0 1 1 0 0,0-1-1 0 0,1 0 0 0 0,-1 0 0 0 0,0 0 0 0 0,0 1 0 0 0,0-1 1 0 0,0 0-1 0 0,0 0 0 0 0,0 0 0 0 0,1 1 0 0 0,3 11 287 0 0,1 0-1 0 0,0 0 1 0 0,1 0-1 0 0,0-1 1 0 0,12 17-1 0 0,48 55 147 0 0,-50-63-353 0 0,68 84 120 0 0,36 42-1396 0 0,-38-52-6419 0 0,-73-84 4065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26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385 153 2504 0 0,'-9'-25'2288'0'0,"5"12"-1100"0"0,0 1 0 0 0,0-1 1 0 0,-2 1-1 0 0,1 0 0 0 0,-2 0 0 0 0,1 0 1 0 0,-2 1-1 0 0,-10-14 0 0 0,17 25-1123 0 0,0-1 0 0 0,0 1 0 0 0,0-1 0 0 0,0 1 0 0 0,0-1 0 0 0,1 1 0 0 0,-1-1 0 0 0,0 1 0 0 0,0 0 0 0 0,0-1 0 0 0,0 1 0 0 0,0 0 0 0 0,0 0 0 0 0,0 0 0 0 0,0 0 0 0 0,0 0 0 0 0,0 0 0 0 0,0 0 0 0 0,0 0 0 0 0,0 0 0 0 0,0 1 0 0 0,0-1 0 0 0,0 0 0 0 0,0 0 0 0 0,0 1 0 0 0,-1 0 0 0 0,-23 15 720 0 0,12-4-527 0 0,1 2 0 0 0,0-1 0 0 0,1 1 0 0 0,-19 31 0 0 0,-29 69 80 0 0,45-84-239 0 0,-13 25 39 0 0,-19 63-1 0 0,37-89-747 0 0,0 1-1 0 0,2 1 0 0 0,2-1 0 0 0,-3 32 0 0 0,9-4-2929 0 0,8-22-2375 0 0,-2-24 800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26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1 117 1800 0 0,'8'-23'5030'0'0,"12"-28"3117"0"0,-18 49-8027 0 0,-1 1 0 0 0,0-1 0 0 0,1 1 0 0 0,0 0 0 0 0,-1-1 0 0 0,1 1 0 0 0,0 0 0 0 0,-1 0 0 0 0,1 0 0 0 0,0 1 0 0 0,0-1 0 0 0,0 0 0 0 0,0 1 0 0 0,0-1 0 0 0,0 1 0 0 0,0-1 0 0 0,0 1-1 0 0,3 0 1 0 0,1-1-3 0 0,54-9 296 0 0,95-5-1 0 0,-128 15-3953 0 0,36 5-1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26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6 268 0 0,'-63'39'12436'0'0,"35"-23"-7932"0"0,27-15-3889 0 0,3 2 88 0 0,-2-3-691 0 0,0 0-1 0 0,0 0 1 0 0,0 1 0 0 0,0-1-1 0 0,0 0 1 0 0,0 0 0 0 0,0 0-1 0 0,0 1 1 0 0,0-1 0 0 0,0 0-1 0 0,0 0 1 0 0,0 0 0 0 0,1 0-1 0 0,-1 1 1 0 0,0-1 0 0 0,0 0-1 0 0,0 0 1 0 0,0 0 0 0 0,0 0-1 0 0,1 0 1 0 0,-1 1-1 0 0,0-1 1 0 0,0 0 0 0 0,0 0-1 0 0,0 0 1 0 0,1 0 0 0 0,-1 0-1 0 0,0 0 1 0 0,0 0 0 0 0,0 0-1 0 0,1 0 1 0 0,-1 0 0 0 0,0 0-1 0 0,0 0 1 0 0,1 0 0 0 0,-1 0-1 0 0,0 0 1 0 0,0 0 0 0 0,0 0-1 0 0,1 0 1 0 0,-1 0 0 0 0,0 0-1 0 0,0 0 1 0 0,0 0-1 0 0,1 0 1 0 0,-1 0 0 0 0,39-6 396 0 0,117-15-2732 0 0,1-8-6557 0 0,-99 16 3008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27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533 150 1612 0 0,'0'-3'2079'0'0,"0"-11"637"0"0,-2-48 6700 0 0,1 57-8974 0 0,0 0 0 0 0,0 0 0 0 0,-1 0-1 0 0,1 0 1 0 0,-1 0 0 0 0,0 0 0 0 0,0 1 0 0 0,-1-1-1 0 0,-3-4 1 0 0,5 7-402 0 0,-1 0 0 0 0,0 1 0 0 0,0-1-1 0 0,0 1 1 0 0,0 0 0 0 0,0-1 0 0 0,0 1 0 0 0,0 0 0 0 0,-1 0-1 0 0,1 1 1 0 0,0-1 0 0 0,0 0 0 0 0,-1 1 0 0 0,1-1 0 0 0,-1 1-1 0 0,1 0 1 0 0,0 0 0 0 0,-1 0 0 0 0,1 0 0 0 0,-1 0-1 0 0,1 0 1 0 0,-5 2 0 0 0,-2 0-6 0 0,0 0 0 0 0,0 0-1 0 0,0 1 1 0 0,-13 7 0 0 0,6-2-16 0 0,1 1 0 0 0,0 0 0 0 0,0 1 0 0 0,1 1 0 0 0,0 0 0 0 0,0 1 1 0 0,2 1-1 0 0,-1 0 0 0 0,2 1 0 0 0,0 0 0 0 0,0 1 0 0 0,2 0 0 0 0,0 0 0 0 0,-8 17 0 0 0,2 11 203 0 0,2 0-1 0 0,1 0 1 0 0,3 1-1 0 0,-8 78 1 0 0,8 182 987 0 0,9-285-1151 0 0,3 331 622 0 0,-2 152 455 0 0,-23 0 185 0 0,-21-58-327 0 0,-21 327-91 0 0,63-431-610 0 0,6-259-309 0 0,4 0 0 0 0,22 93 0 0 0,-28-163 21 0 0,0 0 0 0 0,0 0 0 0 0,1-1 0 0 0,0 1 0 0 0,1-1 0 0 0,0 1 0 0 0,10 13-1 0 0,-11-20-1 0 0,-1 0 0 0 0,0 0 0 0 0,1-1 0 0 0,0 1-1 0 0,0-1 1 0 0,0 0 0 0 0,0 0 0 0 0,1 0-1 0 0,-1 0 1 0 0,1-1 0 0 0,0 0 0 0 0,0 0 0 0 0,-1 0-1 0 0,1-1 1 0 0,0 1 0 0 0,1-1 0 0 0,-1 0 0 0 0,7 0-1 0 0,9-1-390 0 0,-1-1 1 0 0,0 0-1 0 0,1-2 0 0 0,-1 0 0 0 0,0-1 0 0 0,-1-1 0 0 0,1-1 0 0 0,-1-1 0 0 0,34-17 0 0 0,-22 8-1376 0 0,0-2-1 0 0,-2-2 1 0 0,0 0 0 0 0,48-45-1 0 0,-24 10-3844 0 0,-4-6-2908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27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49 1832 0 0,'-21'-33'10429'0'0,"21"32"-9855"0"0,0 1-544 0 0,0-1 0 0 0,0 1 1 0 0,0 0-1 0 0,0 0 1 0 0,-1-1-1 0 0,1 1 1 0 0,0 0-1 0 0,0 0 1 0 0,0-1-1 0 0,0 1 1 0 0,0 0-1 0 0,0 0 1 0 0,0-1-1 0 0,0 1 1 0 0,0 0-1 0 0,0 0 1 0 0,0-1-1 0 0,1 1 1 0 0,-1 0-1 0 0,0-1 1 0 0,0 1-1 0 0,0 0 1 0 0,0 0-1 0 0,0 0 1 0 0,0-1-1 0 0,0 1 1 0 0,1 0-1 0 0,-1 0 1 0 0,0-1-1 0 0,0 1 1 0 0,0 0-1 0 0,1 0 1 0 0,-1 0-1 0 0,0-1 1 0 0,13-3 1035 0 0,11 2 40 0 0,-17 3-984 0 0,0 1 1 0 0,0 0-1 0 0,0 0 0 0 0,0 1 0 0 0,0 0 0 0 0,0 0 1 0 0,-1 0-1 0 0,1 1 0 0 0,-1 0 0 0 0,0 0 1 0 0,0 1-1 0 0,-1 0 0 0 0,1 0 0 0 0,-1 0 0 0 0,5 7 1 0 0,-4-5-46 0 0,0 1 0 0 0,-1-1 0 0 0,0 1 0 0 0,0 1 1 0 0,0-1-1 0 0,-1 1 0 0 0,-1-1 0 0 0,1 1 0 0 0,-2 0 0 0 0,1 1 1 0 0,1 10-1 0 0,-4-9-12 0 0,0 0 1 0 0,0 0-1 0 0,-1 0 1 0 0,0 0-1 0 0,-1 0 1 0 0,-1 0 0 0 0,1 0-1 0 0,-2 0 1 0 0,1-1-1 0 0,-2 0 1 0 0,1 1-1 0 0,-9 12 1 0 0,1-4 222 0 0,-1-1 0 0 0,0 0 0 0 0,-1-1 0 0 0,-1 0 1 0 0,-21 17-1 0 0,24-24 134 0 0,12-13-189 0 0,19-18-79 0 0,175-135-7 0 0,-126 106-127 0 0,83-80 0 0 0,-146 126-21 0 0,-3 4 0 0 0,-1-1 1 0 0,0 0-1 0 0,1 0 1 0 0,-1 0 0 0 0,0 0-1 0 0,0-1 1 0 0,0 1 0 0 0,0 0-1 0 0,0 0 1 0 0,0-1-1 0 0,0 1 1 0 0,-1 0 0 0 0,1-1-1 0 0,0 1 1 0 0,-1-1-1 0 0,1 1 1 0 0,-1-1 0 0 0,1 1-1 0 0,-1-1 1 0 0,0-1-1 0 0,0-12-7 0 0,0 15 8 0 0,0-1-1 0 0,0 0 1 0 0,-1 1 0 0 0,1-1 0 0 0,0 1 0 0 0,0-1-1 0 0,-1 1 1 0 0,1-1 0 0 0,0 1 0 0 0,-1-1 0 0 0,1 1-1 0 0,0-1 1 0 0,-1 1 0 0 0,1 0 0 0 0,-1-1 0 0 0,1 1-1 0 0,-1-1 1 0 0,1 1 0 0 0,-1 0 0 0 0,1 0 0 0 0,-1-1-1 0 0,1 1 1 0 0,-1 0 0 0 0,1 0 0 0 0,-1 0 0 0 0,1-1-1 0 0,-2 1 1 0 0,-17 4-8 0 0,-14 16-3 0 0,19-11 14 0 0,1 2 0 0 0,1 0 1 0 0,0 1-1 0 0,1 0 0 0 0,0 0 0 0 0,1 2 0 0 0,0-1 0 0 0,1 1 1 0 0,-12 25-1 0 0,19-34-3 0 0,-1 1 1 0 0,1 0 0 0 0,0 0 0 0 0,0-1-1 0 0,1 2 1 0 0,0-1 0 0 0,0 0 0 0 0,0 0-1 0 0,1 0 1 0 0,0 0 0 0 0,0 1 0 0 0,1-1-1 0 0,-1 0 1 0 0,1 0 0 0 0,1 0 0 0 0,-1 0-1 0 0,1 0 1 0 0,0 0 0 0 0,0 0 0 0 0,1-1-1 0 0,0 1 1 0 0,0-1 0 0 0,0 1 0 0 0,0-1-1 0 0,1 0 1 0 0,0-1 0 0 0,0 1 0 0 0,7 6-1 0 0,2-1-12 0 0,1 0 0 0 0,-1 0 0 0 0,2-2 0 0 0,-1 1 0 0 0,1-2 0 0 0,0 0 0 0 0,1-1 0 0 0,24 6 0 0 0,16 2-1928 0 0,61 6 0 0 0,-114-20 1802 0 0,68 7-3923 0 0,-38-5-707 0 0,-3 1-2416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28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0 105 2116 0 0,'12'-104'16234'0'0,"-17"124"-15286"0"0,4-4-791 0 0,1 0-1 0 0,0 0 0 0 0,1 1 0 0 0,0-1 0 0 0,5 16 0 0 0,-4-23-138 0 0,0-2 1 0 0,0 1-1 0 0,1 0 0 0 0,0 0 0 0 0,0-1 0 0 0,1 1 1 0 0,0-1-1 0 0,0 0 0 0 0,1-1 0 0 0,0 1 1 0 0,9 9-1 0 0,-9-12-8 0 0,0-1 0 0 0,0 0-1 0 0,0 0 1 0 0,1 0 0 0 0,-1 0 0 0 0,1-1 0 0 0,-1 0 0 0 0,1 0-1 0 0,0 0 1 0 0,0-1 0 0 0,0 0 0 0 0,0 0 0 0 0,0-1-1 0 0,0 1 1 0 0,0-1 0 0 0,6-1 0 0 0,2 0 6 0 0,0-1 0 0 0,0 0-1 0 0,0-1 1 0 0,0-1 0 0 0,21-8 0 0 0,-28 9-13 0 0,0-1 0 0 0,-1 1 0 0 0,1-1-1 0 0,-1 0 1 0 0,0 0 0 0 0,0-1 0 0 0,0 0 0 0 0,-1 0 0 0 0,0-1 0 0 0,0 1 0 0 0,0-1-1 0 0,-1 0 1 0 0,8-13 0 0 0,-8 10 67 0 0,1-1-1 0 0,-2 1 1 0 0,1-1 0 0 0,-2 0-1 0 0,1 0 1 0 0,-1 0 0 0 0,-1 0-1 0 0,0-1 1 0 0,0-11 0 0 0,-1 19 116 0 0,-1 4-159 0 0,-1 0-1 0 0,1 1 0 0 0,-1-1 0 0 0,1 0 0 0 0,0 0 0 0 0,-1 1 1 0 0,1-1-1 0 0,0 1 0 0 0,0-1 0 0 0,0 1 0 0 0,0-1 1 0 0,0 1-1 0 0,1 0 0 0 0,-1-1 0 0 0,0 1 0 0 0,1 0 0 0 0,-1 2 1 0 0,-17 65 925 0 0,-17 129-1 0 0,16-76-613 0 0,9-55-264 0 0,-16 74 641 0 0,22-126-512 0 0,-1 0-1 0 0,0 0 0 0 0,-1-1 0 0 0,0 0 0 0 0,-2 0 1 0 0,1-1-1 0 0,-11 14 0 0 0,17-26-174 0 0,0 1 0 0 0,0-1-1 0 0,0 1 1 0 0,0-1 0 0 0,-1 1 0 0 0,1-1 0 0 0,-1 0-1 0 0,1 1 1 0 0,-1-1 0 0 0,1 0 0 0 0,-1 0 0 0 0,0 0-1 0 0,0 0 1 0 0,1-1 0 0 0,-1 1 0 0 0,0 0-1 0 0,0-1 1 0 0,-4 1 0 0 0,5-1-15 0 0,-1 0-1 0 0,1 0 1 0 0,0-1 0 0 0,-1 1 0 0 0,1-1-1 0 0,-1 1 1 0 0,1-1 0 0 0,0 1-1 0 0,-1-1 1 0 0,1 0 0 0 0,0 0-1 0 0,-1 1 1 0 0,1-1 0 0 0,0 0-1 0 0,0 0 1 0 0,0 0 0 0 0,0 0 0 0 0,0-1-1 0 0,-1 0 1 0 0,-1-2-18 0 0,1-1 1 0 0,-1 1-1 0 0,1 0 0 0 0,0-1 1 0 0,0 1-1 0 0,1-1 0 0 0,-1 0 1 0 0,1 0-1 0 0,0 0 0 0 0,0 1 1 0 0,1-1-1 0 0,-1 0 1 0 0,1-6-1 0 0,2 2-229 0 0,-1 0 0 0 0,1 0 1 0 0,1 0-1 0 0,-1 0 0 0 0,2 1 1 0 0,-1-1-1 0 0,1 1 0 0 0,0 0 1 0 0,1 0-1 0 0,0 0 0 0 0,0 1 1 0 0,11-12-1 0 0,-8 10-908 0 0,1 1 0 0 0,0-1-1 0 0,15-9 1 0 0,-13 11-1256 0 0,0 0-1 0 0,0 1 1 0 0,14-5 0 0 0,-5 3-5474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29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62 2084 0 0,'-3'0'2092'0'0,"-23"-5"4327"0"0,23 5-5203 0 0,-1-1-1067 0 0,-28-2 5810 0 0,32 3-5894 0 0,0 0 1 0 0,0 0-1 0 0,0 0 0 0 0,-1 0 0 0 0,1 0 0 0 0,0 0 0 0 0,0 0 0 0 0,0 0 0 0 0,-1 0 0 0 0,1 0 1 0 0,0 0-1 0 0,0-1 0 0 0,0 1 0 0 0,-1 0 0 0 0,1 0 0 0 0,0 0 0 0 0,-1-1 521 0 0,1 1-521 0 0,0 0 0 0 0,-1 0 0 0 0,1-1 1 0 0,0 1-1 0 0,0 0 0 0 0,0 0 0 0 0,0 0 0 0 0,0 0 0 0 0,0-1 0 0 0,0 1 0 0 0,0 0 0 0 0,0 0 0 0 0,0 0 1 0 0,0-1-1 0 0,17-6-374 0 0,31-5 429 0 0,0 2 0 0 0,1 2 0 0 0,0 3 1 0 0,0 1-1 0 0,1 2 0 0 0,51 6 0 0 0,-99-4-116 0 0,1 0 0 0 0,-1 0-1 0 0,0 1 1 0 0,1-1 0 0 0,-1 1 0 0 0,0-1-1 0 0,0 1 1 0 0,0 0 0 0 0,1 0 0 0 0,-1 0-1 0 0,0 0 1 0 0,0 0 0 0 0,0 0 0 0 0,0 0-1 0 0,-1 1 1 0 0,1-1 0 0 0,0 1 0 0 0,-1-1-1 0 0,1 1 1 0 0,0 0 0 0 0,-1 0 0 0 0,2 3-1 0 0,-2-3 1 0 0,-1 0-1 0 0,1 1 1 0 0,-1-1-1 0 0,1 1 1 0 0,-1-1-1 0 0,0 1 1 0 0,0-1-1 0 0,0 1 1 0 0,-1-1-1 0 0,1 1 1 0 0,-1-1-1 0 0,1 0 1 0 0,-1 1-1 0 0,0-1 1 0 0,0 0-1 0 0,0 1 1 0 0,0-1-1 0 0,0 0 1 0 0,0 0-1 0 0,-2 3 1 0 0,-22 29 144 0 0,-1-1 0 0 0,-1-2 0 0 0,-53 49 1 0 0,8-10 483 0 0,44-41-376 0 0,16-19-125 0 0,1 1 0 0 0,0 1 0 0 0,1 0 0 0 0,0 0 0 0 0,-10 18-1 0 0,19-29-117 0 0,1-1 0 0 0,0 1-1 0 0,0-1 1 0 0,-1 1-1 0 0,1-1 1 0 0,0 1-1 0 0,0 0 1 0 0,0-1 0 0 0,0 1-1 0 0,0-1 1 0 0,0 1-1 0 0,0-1 1 0 0,0 1-1 0 0,0-1 1 0 0,0 1 0 0 0,0 0-1 0 0,0-1 1 0 0,0 1-1 0 0,1-1 1 0 0,-1 1-1 0 0,0-1 1 0 0,0 1 0 0 0,1-1-1 0 0,-1 1 1 0 0,0-1-1 0 0,0 1 1 0 0,1-1-1 0 0,-1 0 1 0 0,1 1-1 0 0,-1-1 1 0 0,0 1 0 0 0,1-1-1 0 0,-1 0 1 0 0,1 1-1 0 0,-1-1 1 0 0,1 0-1 0 0,-1 0 1 0 0,1 1 0 0 0,-1-1-1 0 0,2 0 1 0 0,20 5 130 0 0,17-8-83 0 0,1-1 1 0 0,-2-2-1 0 0,60-18 1 0 0,-60 15-43 0 0,43-10-202 0 0,85-23 428 0 0,-134 33-1793 0 0,-2-2 0 0 0,0-2 0 0 0,34-18 0 0 0,-59 28-32 0 0,0 0 0 0 0,-1 0 1 0 0,1-1-1 0 0,7-7 0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30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17 2004 0 0,'-2'-1'2062'0'0,"-82"-12"11030"0"0,117 16-12705 0 0,-1-1 1 0 0,63-5-1 0 0,-9-1-192 0 0,-19 4-94 0 0,168 6 99 0 0,-229-6-109 0 0,-1 1-1 0 0,1 0 0 0 0,-1 0 0 0 0,1 0 0 0 0,-1 1 1 0 0,1-1-1 0 0,-1 1 0 0 0,0 1 0 0 0,0-1 1 0 0,0 1-1 0 0,0 0 0 0 0,-1 0 0 0 0,9 7 0 0 0,-9-6 39 0 0,0 1 0 0 0,0 0 0 0 0,-1 0 0 0 0,0 0-1 0 0,1 1 1 0 0,-2-1 0 0 0,1 1 0 0 0,-1-1-1 0 0,0 1 1 0 0,0 0 0 0 0,0 0 0 0 0,0 8-1 0 0,3 31 290 0 0,-1 0 0 0 0,-3 0 0 0 0,-5 57 0 0 0,1-35-131 0 0,-15 1198 2616 0 0,15-827-2157 0 0,9 216 222 0 0,-6 273-238 0 0,0-902-720 0 0,-9 130-56 0 0,6-128 156 0 0,-1 0 0 0 0,-1 0 0 0 0,-14 40 0 0 0,16-60-64 0 0,0 0-1 0 0,0-1 1 0 0,0 1 0 0 0,-1-1-1 0 0,0 0 1 0 0,0 0-1 0 0,-1-1 1 0 0,1 1-1 0 0,-1-1 1 0 0,0 0 0 0 0,-1 0-1 0 0,-6 4 1 0 0,3-3 45 0 0,-1 0-1 0 0,0-1 1 0 0,0 0 0 0 0,-1-1 0 0 0,0 0 0 0 0,-21 5 0 0 0,-2-3-1226 0 0,-1-2-1 0 0,0-1 1 0 0,-67-4 0 0 0,22-5-4971 0 0,28-7-3788 0 0,34 5 2147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30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31 1692 0 0,'-3'1'2360'0'0,"-38"12"9084"0"0,46-13-10291 0 0,19-4-400 0 0,34-8-622 0 0,-30 6-199 0 0,79-14 494 0 0,-94 19-1030 0 0,-1 0-1 0 0,1 0 1 0 0,-1 1-1 0 0,1 1 1 0 0,-1 0-1 0 0,18 4 1 0 0,-28-4 11 0 0,1 0 0 0 0,-1-1 0 0 0,0 1-1 0 0,1 0 1 0 0,-1 0 0 0 0,0 0 0 0 0,0 0 0 0 0,0 1 0 0 0,2 1 0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30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40 2144 0 0,'-32'29'5829'0'0,"23"-23"-4528"0"0,1 0 0 0 0,1 1 0 0 0,-1 0 1 0 0,1 1-1 0 0,-8 12 0 0 0,14-19-975 0 0,11-1 25 0 0,-2 0-257 0 0,-1 0 0 0 0,0 0-1 0 0,0-1 1 0 0,11-2 0 0 0,189-54-2039 0 0,-71 15-4722 0 0,-77 21 757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31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96 4 0 0,'1'-2'2124'0'0,"3"-4"-313"0"0,0 0 1 0 0,0 0 0 0 0,-1 0 0 0 0,5-12 0 0 0,2-4 2810 0 0,-10 22-4536 0 0,0-1 1 0 0,0 0-1 0 0,0 0 1 0 0,0 1-1 0 0,0-1 1 0 0,0 0-1 0 0,0 1 1 0 0,0-1 0 0 0,0 0-1 0 0,-1 0 1 0 0,1 1-1 0 0,0-1 1 0 0,0 0-1 0 0,-1 1 1 0 0,1-1-1 0 0,0 0 1 0 0,-1 1-1 0 0,1-1 1 0 0,-1 1-1 0 0,1-1 1 0 0,-1 0-1 0 0,1 1 1 0 0,-2-1-1 0 0,-14-11 998 0 0,15 11-959 0 0,-2 1-23 0 0,-4 0-81 0 0,0 1 1 0 0,1 0-1 0 0,-1 0 1 0 0,1 0 0 0 0,-1 1-1 0 0,1 0 1 0 0,0 0-1 0 0,-1 1 1 0 0,1-1 0 0 0,1 2-1 0 0,-1-1 1 0 0,0 0-1 0 0,1 1 1 0 0,-1 0-1 0 0,1 0 1 0 0,0 1 0 0 0,-8 9-1 0 0,1 0 0 0 0,1-1 0 0 0,0 2 0 0 0,1 0-1 0 0,0 0 1 0 0,-13 29 0 0 0,13-18 60 0 0,1 1-1 0 0,2-1 1 0 0,0 2 0 0 0,2-1-1 0 0,-3 52 1 0 0,9 143 769 0 0,0-188-810 0 0,8 204 331 0 0,2 608 1292 0 0,-42-324-915 0 0,7-134-255 0 0,-55 469 168 0 0,53-626-384 0 0,14-123-122 0 0,-14 198 364 0 0,26-300-496 0 0,0 0-1 0 0,1-1 0 0 0,-1 1 0 0 0,1 0 1 0 0,0 0-1 0 0,1-1 0 0 0,-1 1 0 0 0,1 0 1 0 0,0-1-1 0 0,1 0 0 0 0,2 6 1 0 0,-3-8-12 0 0,0-1 1 0 0,0 1 0 0 0,1 0 0 0 0,-1-1 0 0 0,1 0-1 0 0,-1 1 1 0 0,1-1 0 0 0,0 0 0 0 0,0-1-1 0 0,0 1 1 0 0,0 0 0 0 0,0-1 0 0 0,0 1 0 0 0,0-1-1 0 0,1 0 1 0 0,-1 0 0 0 0,0-1 0 0 0,1 1 0 0 0,-1-1-1 0 0,4 1 1 0 0,10-1 0 0 0,0 0 1 0 0,0-1-1 0 0,0-1 1 0 0,0-1-1 0 0,22-5 0 0 0,80-31-550 0 0,140-75-3885 0 0,-137 43 281 0 0,-8-12-3593 0 0,-69 45 418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33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75 1536 0 0,'-14'-4'12876'0'0,"14"4"-12848"0"0,0 0-1 0 0,0 0 1 0 0,0 0 0 0 0,0 0 0 0 0,0 0-1 0 0,0 0 1 0 0,0 0 0 0 0,1 0-1 0 0,-1 0 1 0 0,0 0 0 0 0,0 0-1 0 0,0 0 1 0 0,0 0 0 0 0,0 0 0 0 0,0 0-1 0 0,0 0 1 0 0,0 0 0 0 0,0 0-1 0 0,1 0 1 0 0,-1 0 0 0 0,0 0-1 0 0,0-1 1 0 0,0 1 0 0 0,0 0 0 0 0,0 0-1 0 0,0 0 1 0 0,0 0 0 0 0,0 0-1 0 0,0 0 1 0 0,0 0 0 0 0,0 0 0 0 0,0 0-1 0 0,0-1 1 0 0,0 1 0 0 0,0 0-1 0 0,0 0 1 0 0,0 0 0 0 0,0 0-1 0 0,0 0 1 0 0,0 0 0 0 0,0 0 0 0 0,0 0-1 0 0,0-1 1 0 0,0 1 0 0 0,0 0-1 0 0,0 0 1 0 0,0 0 0 0 0,0 0 0 0 0,0 0-1 0 0,0 0 1 0 0,0 0 0 0 0,0 0-1 0 0,0 0 1 0 0,0-1 0 0 0,0 1-1 0 0,-1 0 1 0 0,1 0 0 0 0,0 0 0 0 0,20-6 715 0 0,33-5-394 0 0,-43 9-206 0 0,-6 1-101 0 0,232-39 1899 0 0,-234 40-1674 0 0,13-4 230 0 0,-16 1 340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34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84 992 0 0,'-10'-12'5805'0'0,"8"8"-4693"0"0,0 2-528 0 0,0-1 1 0 0,1 1-1 0 0,-1-1 1 0 0,1 0-1 0 0,-1 0 1 0 0,-1-5-1 0 0,3 7-519 0 0,0 0-1 0 0,0 0 0 0 0,0 0 0 0 0,0 0 1 0 0,0 0-1 0 0,0 0 0 0 0,0 0 0 0 0,0 0 1 0 0,0 0-1 0 0,1 0 0 0 0,-1 0 1 0 0,0 1-1 0 0,0-1 0 0 0,1 0 0 0 0,-1 0 1 0 0,1 0-1 0 0,-1 0 0 0 0,1 0 0 0 0,-1 1 1 0 0,1-1-1 0 0,0 0 0 0 0,-1 0 0 0 0,1 1 1 0 0,0-1-1 0 0,0 0 0 0 0,-1 1 1 0 0,1-1-1 0 0,0 1 0 0 0,0-1 0 0 0,1 0 1 0 0,6-2-2 0 0,0 0 0 0 0,0 0 0 0 0,0 1 0 0 0,0 0-1 0 0,1 0 1 0 0,-1 1 0 0 0,1 0 0 0 0,-1 0 0 0 0,1 1 0 0 0,-1 1 0 0 0,1-1 0 0 0,-1 1 0 0 0,1 0 0 0 0,-1 1 0 0 0,1 0 0 0 0,-1 1 0 0 0,16 6 0 0 0,-19-7-27 0 0,1 0 0 0 0,-1 1-1 0 0,0 0 1 0 0,0 0 0 0 0,0 0 0 0 0,0 1 0 0 0,0-1-1 0 0,-1 1 1 0 0,1 0 0 0 0,-1 1 0 0 0,0-1-1 0 0,-1 1 1 0 0,1 0 0 0 0,-1 0 0 0 0,0 0 0 0 0,0 0-1 0 0,0 0 1 0 0,-1 1 0 0 0,0-1 0 0 0,0 1-1 0 0,0 0 1 0 0,0-1 0 0 0,-1 1 0 0 0,0 0 0 0 0,-1 0-1 0 0,1 12 1 0 0,-3-4 87 0 0,-1 1-1 0 0,0-1 1 0 0,-1 1 0 0 0,0-1-1 0 0,-1 0 1 0 0,-1-1 0 0 0,0 1-1 0 0,-1-1 1 0 0,-12 16 0 0 0,-11 14 448 0 0,-43 47-1 0 0,72-89-556 0 0,-52 56 779 0 0,-69 58 1 0 0,110-104-701 0 0,7-7-56 0 0,0 0 0 0 0,0 0 1 0 0,1 0-1 0 0,-1 0 0 0 0,1 1 0 0 0,0 0 1 0 0,1 0-1 0 0,-4 6 0 0 0,7-11-32 0 0,0 1 1 0 0,0-1-1 0 0,0 0 0 0 0,0 1 0 0 0,0-1 0 0 0,0 1 1 0 0,0-1-1 0 0,0 0 0 0 0,0 1 0 0 0,0-1 0 0 0,0 0 1 0 0,1 1-1 0 0,-1-1 0 0 0,0 0 0 0 0,0 1 0 0 0,0-1 1 0 0,1 0-1 0 0,-1 1 0 0 0,0-1 0 0 0,0 0 0 0 0,1 1 1 0 0,-1-1-1 0 0,0 0 0 0 0,0 0 0 0 0,1 0 0 0 0,-1 1 1 0 0,0-1-1 0 0,1 0 0 0 0,-1 0 0 0 0,1 0 0 0 0,-1 0 1 0 0,0 1-1 0 0,1-1 0 0 0,-1 0 0 0 0,1 0 0 0 0,13 4 45 0 0,-14-4-46 0 0,13 2 20 0 0,1-1 1 0 0,-1 0-1 0 0,0-1 1 0 0,1-1-1 0 0,-1 0 1 0 0,0 0 0 0 0,25-7-1 0 0,1 1 11 0 0,-36 7-67 0 0,32-5-761 0 0,0-1 0 0 0,51-16 0 0 0,-60 10-2580 0 0,-11 0-2807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34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273 106 1132 0 0,'2'-29'4783'0'0,"-2"24"-4021"0"0,1 0 1 0 0,-1 0 0 0 0,1 0 0 0 0,-1 0 0 0 0,-1 0 0 0 0,1 0 0 0 0,-1 0-1 0 0,0 0 1 0 0,0 0 0 0 0,0 0 0 0 0,-4-9 0 0 0,4 14-717 0 0,0-1 0 0 0,1 0 0 0 0,-1 0 0 0 0,0 1 0 0 0,0-1 0 0 0,0 0 0 0 0,0 1 0 0 0,0-1 0 0 0,0 1 0 0 0,0 0 0 0 0,0-1 0 0 0,0 1 0 0 0,-1 0 0 0 0,1 0 0 0 0,0-1 0 0 0,0 1 0 0 0,0 0 0 0 0,0 0 0 0 0,0 0 0 0 0,0 0 1 0 0,-1 0-1 0 0,0 1 0 0 0,-26 5 293 0 0,15-1-289 0 0,1 0 0 0 0,0 1 0 0 0,0 1 0 0 0,0 0 0 0 0,1 0 0 0 0,0 1 0 0 0,0 1 0 0 0,1-1 0 0 0,0 2-1 0 0,0 0 1 0 0,1 0 0 0 0,1 0 0 0 0,0 1 0 0 0,0 1 0 0 0,-7 13 0 0 0,14-22-47 0 0,0 1 0 0 0,0-1-1 0 0,0 0 1 0 0,0 1 0 0 0,0-1-1 0 0,1 1 1 0 0,-1-1 0 0 0,1 1-1 0 0,0-1 1 0 0,0 1 0 0 0,0-1-1 0 0,1 1 1 0 0,-1-1 0 0 0,1 1-1 0 0,0-1 1 0 0,0 1 0 0 0,0-1-1 0 0,0 0 1 0 0,1 0 0 0 0,-1 1-1 0 0,1-1 1 0 0,0 0 0 0 0,0 0 0 0 0,0-1-1 0 0,0 1 1 0 0,4 3 0 0 0,6 7-4 0 0,1-1 1 0 0,1-1 0 0 0,0 0 0 0 0,17 9 0 0 0,-7-3 33 0 0,-24-17-38 0 0,13 8 253 0 0,-2 0-1 0 0,1 1 1 0 0,-1 1-1 0 0,-1 0 1 0 0,12 14-1 0 0,-20-21-113 0 0,0-1 1 0 0,0 1-1 0 0,0 0 0 0 0,-1-1 1 0 0,1 1-1 0 0,-1 0 1 0 0,0 0-1 0 0,0 0 0 0 0,0 0 1 0 0,0 1-1 0 0,-1-1 1 0 0,1 0-1 0 0,-1 0 0 0 0,0 0 1 0 0,1 1-1 0 0,-1-1 0 0 0,-1 0 1 0 0,1 0-1 0 0,-1 0 1 0 0,1 1-1 0 0,-1-1 0 0 0,0 0 1 0 0,0 0-1 0 0,0 0 0 0 0,0 0 1 0 0,-1 0-1 0 0,1-1 1 0 0,-1 1-1 0 0,0 0 0 0 0,-2 3 1 0 0,-2 1 72 0 0,0 0 0 0 0,-1-1 0 0 0,1 0 1 0 0,-1 0-1 0 0,0 0 0 0 0,-1-1 0 0 0,0 0 1 0 0,1 0-1 0 0,-2-1 0 0 0,1 0 0 0 0,-14 4 0 0 0,10-4-111 0 0,0 0 0 0 0,0-2-1 0 0,-1 1 1 0 0,1-2 0 0 0,-1 0-1 0 0,0 0 1 0 0,-19-2-1 0 0,31 1-181 0 0,0 0 0 0 0,-1 0 0 0 0,1 0-1 0 0,0 0 1 0 0,0 0 0 0 0,0 0 0 0 0,0 0-1 0 0,0-1 1 0 0,-1 1 0 0 0,1-1 0 0 0,0 1-1 0 0,0 0 1 0 0,0-1 0 0 0,0 0 0 0 0,0 1-1 0 0,0-1 1 0 0,0 0 0 0 0,0 1 0 0 0,1-1-1 0 0,-1 0 1 0 0,0 0 0 0 0,0 0 0 0 0,-1-1-1 0 0,2 0-95 0 0,0 1 0 0 0,0 0 1 0 0,0 0-1 0 0,0 0 0 0 0,0-1 0 0 0,0 1 0 0 0,0 0 0 0 0,0 0 0 0 0,1-1 0 0 0,-1 1 0 0 0,0 0 0 0 0,1 0 0 0 0,-1 0 0 0 0,1 0 0 0 0,-1 0 0 0 0,1 0 0 0 0,0 0 0 0 0,0-1 0 0 0,5-6-1781 0 0,0 0 0 0 0,1 0 0 0 0,13-11 0 0 0,-20 19 1896 0 0,18-17-4221 0 0,4 0-1842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34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1848 0 0,'18'-15'11182'0'0,"-13"12"-9784"0"0,25-9 2747 0 0,-10 9-5190 0 0,29-3 0 0 0,-18 2 2193 0 0,-2 1-1575 0 0,60-12-2869 0 0,-32-1-2956 0 0,-31 4 1000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34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83 1632 0 0,'-4'-54'14095'0'0,"2"34"-10570"0"0,1 18-2944 0 0,-3-4 1663 0 0,-4 33-1387 0 0,2 0-1 0 0,0 1 1 0 0,-2 45 0 0 0,0-9-161 0 0,2-20-277 0 0,-44 405 1895 0 0,49-440-2295 0 0,1 1-1 0 0,0-1 1 0 0,3 15-1 0 0,-3-21-14 0 0,1-1 0 0 0,-1 0 0 0 0,1 1-1 0 0,0-1 1 0 0,0 0 0 0 0,0 1-1 0 0,0-1 1 0 0,0 0 0 0 0,1 0-1 0 0,-1 0 1 0 0,1 0 0 0 0,-1 0 0 0 0,1 0-1 0 0,0 0 1 0 0,0 0 0 0 0,-1-1-1 0 0,5 3 1 0 0,-4-3-108 0 0,1 0 0 0 0,-1-1 1 0 0,1 1-1 0 0,-1-1 0 0 0,1 1 0 0 0,-1-1 0 0 0,1 0 1 0 0,-1 0-1 0 0,1 0 0 0 0,-1 0 0 0 0,1 0 1 0 0,-1-1-1 0 0,1 1 0 0 0,-1-1 0 0 0,0 0 0 0 0,4-1 1 0 0,36-17-3353 0 0,-29 11 1224 0 0,0-1 1 0 0,21-18-1 0 0,1-8-5607 0 0,-16 15 923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35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148 155 2592 0 0,'-27'-3'2643'0'0,"-5"0"2919"0"0,-54-14 0 0 0,83 16-5073 0 0,9-9 221 0 0,1 6-638 0 0,0 0 1 0 0,1 0-1 0 0,-1 0 0 0 0,1 1 0 0 0,0 0 0 0 0,0 1 0 0 0,0 0 1 0 0,13-2-1 0 0,3-2-2 0 0,87-20-351 0 0,1 4 1 0 0,1 6 0 0 0,211-4 0 0 0,-318 19-275 0 0,1 1 0 0 0,0 1 0 0 0,-1-1 0 0 0,1 1 0 0 0,-1 0 0 0 0,1 0 0 0 0,12 5-1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37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823 108 496 0 0,'68'-89'11678'0'0,"-67"87"-11146"0"0,2-1 173 0 0,-3 3-673 0 0,0 0-1 0 0,0 0 1 0 0,1 0-1 0 0,-1-1 1 0 0,0 1 0 0 0,0 0-1 0 0,0 0 1 0 0,1 0-1 0 0,-1 0 1 0 0,0 0 0 0 0,0-1-1 0 0,0 1 1 0 0,0 0-1 0 0,0 0 1 0 0,1 0 0 0 0,-1 0-1 0 0,0-1 1 0 0,0 1-1 0 0,0 0 1 0 0,0 0 0 0 0,0 0-1 0 0,0-1 1 0 0,0 1-1 0 0,0 0 1 0 0,0 0 0 0 0,0-1-1 0 0,0 1 1 0 0,0 0-1 0 0,0 0 1 0 0,0-1 0 0 0,0 1-1 0 0,0 0 1 0 0,0 0-1 0 0,0 0 1 0 0,0-1 0 0 0,-1 0-8 0 0,0 0-1 0 0,0 1 1 0 0,-1-1 0 0 0,1 0 0 0 0,0 1 0 0 0,0-1 0 0 0,-1 1-1 0 0,1-1 1 0 0,0 1 0 0 0,-1 0 0 0 0,1-1 0 0 0,-1 1 0 0 0,1 0 0 0 0,-1 0-1 0 0,1 0 1 0 0,0 0 0 0 0,-1 0 0 0 0,1 0 0 0 0,-1 1 0 0 0,1-1 0 0 0,0 0-1 0 0,-1 1 1 0 0,1-1 0 0 0,-3 2 0 0 0,-40 14 76 0 0,34-12-73 0 0,-106 48 122 0 0,100-43-137 0 0,0 0 0 0 0,1 1 1 0 0,0 0-1 0 0,-26 24 0 0 0,38-31-9 0 0,3-3 0 0 0,-1 1 0 0 0,0 0 0 0 0,0-1 0 0 0,1 1 0 0 0,-1 0 0 0 0,0 0 0 0 0,1 0 0 0 0,-1 0 0 0 0,1 0 0 0 0,-1 0 0 0 0,1 0 0 0 0,-1 0 0 0 0,1 0 0 0 0,-1 2 0 0 0,1-3-3 0 0,-1 1 0 0 0,1 0 0 0 0,0-1-1 0 0,0 1 1 0 0,-1 0 0 0 0,1-1 0 0 0,0 1 0 0 0,0 0 0 0 0,0-1 0 0 0,0 1-1 0 0,0 0 1 0 0,0-1 0 0 0,0 1 0 0 0,0 0 0 0 0,0 0 0 0 0,0-1-1 0 0,0 1 1 0 0,0 0 0 0 0,0-1 0 0 0,1 1 0 0 0,-1 0 0 0 0,0-1-1 0 0,1 1 1 0 0,-1 0 0 0 0,0-1 0 0 0,1 1 0 0 0,-1-1 0 0 0,0 1 0 0 0,1-1-1 0 0,-1 1 1 0 0,1-1 0 0 0,-1 1 0 0 0,1-1 0 0 0,0 1 0 0 0,-1-1-1 0 0,2 1 1 0 0,-1-1 0 0 0,7 6 2 0 0,1 0-1 0 0,0-1 1 0 0,1-1-1 0 0,-1 1 1 0 0,1-1-1 0 0,0-1 1 0 0,0 0-1 0 0,18 3 1 0 0,-6-1-7 0 0,-20-4 5 0 0,103 30-82 0 0,-95-27 100 0 0,1 0 0 0 0,-1 1 0 0 0,0 0 0 0 0,0 1 0 0 0,0 0 0 0 0,-1 1 0 0 0,12 10 0 0 0,-20-16 38 0 0,0-1 0 0 0,-1 1 0 0 0,1 0 0 0 0,0 0 1 0 0,0 0-1 0 0,-1 0 0 0 0,1 0 0 0 0,0 0 0 0 0,-1 0 1 0 0,1 0-1 0 0,-1 0 0 0 0,0 0 0 0 0,1 0 0 0 0,-1 0 0 0 0,0 1 1 0 0,0-1-1 0 0,1 0 0 0 0,-1 0 0 0 0,0 0 0 0 0,0 0 0 0 0,0 1 1 0 0,0-1-1 0 0,-1 0 0 0 0,1 0 0 0 0,0 0 0 0 0,0 0 1 0 0,-1 0-1 0 0,1 1 0 0 0,-1-1 0 0 0,1 0 0 0 0,-1 0 0 0 0,1 0 1 0 0,-1 0-1 0 0,0 0 0 0 0,1 0 0 0 0,-1-1 0 0 0,0 1 1 0 0,0 0-1 0 0,0 0 0 0 0,0 0 0 0 0,0-1 0 0 0,1 1 0 0 0,-1 0 1 0 0,-2 0-1 0 0,-4 4 186 0 0,0-1 0 0 0,-1 0 0 0 0,0 0 0 0 0,-11 4 0 0 0,19-8-237 0 0,-30 11 286 0 0,-1-2 1 0 0,0-1 0 0 0,-65 7 0 0 0,-98-4-50 0 0,179-11-222 0 0,-215 2-3100 0 0,76-9-5033 0 0,82 1 943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38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7 952 0 0,'3'-6'16090'0'0,"-4"8"-16084"0"0,-1 0 0 0 0,0 0 1 0 0,1 0-1 0 0,0 0 1 0 0,-1 1-1 0 0,1-1 0 0 0,0 1 1 0 0,0-1-1 0 0,0 1 1 0 0,0-1-1 0 0,1 1 1 0 0,-1 0-1 0 0,1 2 0 0 0,-7 42 6 0 0,7-46-10 0 0,-29 204 146 0 0,17-114 12 0 0,6-56-77 0 0,2 1 0 0 0,1 0 0 0 0,2 0 0 0 0,5 57 0 0 0,-4-88-68 0 0,1 0 0 0 0,0 0 1 0 0,0-1-1 0 0,1 1 1 0 0,-1 0-1 0 0,1 0 0 0 0,0-1 1 0 0,1 1-1 0 0,-1-1 0 0 0,1 1 1 0 0,0-1-1 0 0,0 0 1 0 0,0 0-1 0 0,0 0 0 0 0,1-1 1 0 0,4 5-1 0 0,-2-5-2 0 0,-1 1-1 0 0,1-1 1 0 0,0 0-1 0 0,0-1 1 0 0,1 1-1 0 0,-1-1 1 0 0,0-1 0 0 0,1 1-1 0 0,-1-1 1 0 0,1 0-1 0 0,-1 0 1 0 0,8-1-1 0 0,3 0-408 0 0,-1 0 1 0 0,0-2-1 0 0,1 0 0 0 0,-1 0 0 0 0,17-6 0 0 0,-23 5-636 0 0,0 0 1 0 0,0-1-1 0 0,0-1 1 0 0,0 1-1 0 0,-1-1 1 0 0,1-1-1 0 0,-1 0 1 0 0,14-12-1 0 0,-9 3-3197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39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98 218 2412 0 0,'-30'-3'2996'0'0,"22"3"-2165"0"0,0-1-1 0 0,0 0 1 0 0,0 0 0 0 0,1-1 0 0 0,-1 0 0 0 0,-12-5 0 0 0,20 6-777 0 0,1 0 0 0 0,0-1-1 0 0,0 1 1 0 0,0 0 0 0 0,0 1 0 0 0,0-1 0 0 0,0 0 0 0 0,0 0 0 0 0,0 0 0 0 0,0 0 0 0 0,0 1 0 0 0,0-1 0 0 0,0 1 0 0 0,2-1-1 0 0,37-13 129 0 0,-1 2-1 0 0,81-12 0 0 0,-54 11-250 0 0,203-45-2251 0 0,-91 14-2260 0 0,-96 21 1377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40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2012 1 852 0 0,'-2'0'767'0'0,"-54"21"5122"0"0,54-20-5340 0 0,-12 5 2472 0 0,-2 0 1226 0 0,29-6-2466 0 0,27 2-1694 0 0,-26 1-56 0 0,1 1 0 0 0,-1 0 0 0 0,0 1 0 0 0,0 0 0 0 0,-1 1 0 0 0,0 0 0 0 0,0 2 0 0 0,0-1 0 0 0,-1 2 0 0 0,0-1 0 0 0,0 2 0 0 0,-1-1 0 0 0,-1 2 0 0 0,1-1 0 0 0,-2 1 0 0 0,1 1 1 0 0,-2 0-1 0 0,1 0 0 0 0,11 26 0 0 0,-8-7 229 0 0,-2 0 1 0 0,-1 1-1 0 0,-2 0 1 0 0,-1 1-1 0 0,-2-1 1 0 0,-1 1-1 0 0,-1 56 1 0 0,-36 231 1192 0 0,30-291-1379 0 0,-35 186 349 0 0,6-44-426 0 0,-155 773 2291 0 0,7-248-1075 0 0,119-470-871 0 0,-29 97-7 0 0,-69 270 305 0 0,106-377 1182 0 0,53-214-1697 0 0,0 1-1 0 0,-1-1 0 0 0,1 1 1 0 0,0-1-1 0 0,-1 0 1 0 0,0 0-1 0 0,1 0 0 0 0,-1 0 1 0 0,0 0-1 0 0,0 0 0 0 0,0-1 1 0 0,0 1-1 0 0,-1 0 0 0 0,1-1 1 0 0,0 0-1 0 0,-3 2 1 0 0,-41 15 321 0 0,41-17-384 0 0,-133 37-330 0 0,-163 21 0 0 0,184-38-967 0 0,-218 38-4216 0 0,108-24-2966 0 0,1-4-4648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48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36 128 0 0,'0'0'2375'0'0,"-14"7"3510"0"0,11-6-5654 0 0,-12 11 4518 0 0,15-12-4699 0 0,0 1 1 0 0,0-1-1 0 0,0 0 0 0 0,0 0 1 0 0,0 0-1 0 0,-1 0 1 0 0,1 0-1 0 0,0 1 0 0 0,0-1 1 0 0,0 0-1 0 0,0 0 0 0 0,0 0 1 0 0,0 0-1 0 0,0 0 1 0 0,0 1-1 0 0,0-1 0 0 0,0 0 1 0 0,0 0-1 0 0,0 0 1 0 0,0 0-1 0 0,0 0 0 0 0,0 1 1 0 0,2 0 604 0 0,-2-1-605 0 0,0 0 1 0 0,0 0-1 0 0,0 0 0 0 0,0 0 1 0 0,16 3 184 0 0,60-8 211 0 0,0-3 0 0 0,87-21 0 0 0,-129 23-850 0 0,-22 4-493 0 0,16-4-893 0 0,-12-2-4849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48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13 2616 0 0,'-24'-12'6369'0'0,"21"13"-5536"0"0,1 0-678 0 0,0 0-1 0 0,0 1 0 0 0,0-1 0 0 0,0 1 1 0 0,0 0-1 0 0,0 0 0 0 0,1-1 1 0 0,-1 1-1 0 0,1 0 0 0 0,-1 1 0 0 0,1-1 1 0 0,0 0-1 0 0,-1 0 0 0 0,1 1 0 0 0,0-1 1 0 0,1 0-1 0 0,-1 1 0 0 0,0-1 1 0 0,0 5-1 0 0,-9 57 701 0 0,9-52-701 0 0,-3 31 134 0 0,2 1 0 0 0,3 53 0 0 0,1-77-737 0 0,0-1-1 0 0,1 0 1 0 0,1 0 0 0 0,1 0 0 0 0,1-1-1 0 0,0 1 1 0 0,14 24 0 0 0,-9-24-3121 0 0,2-2-1639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49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1 104 304 0 0,'19'-103'16162'0'0,"-23"125"-14484"0"0,-6 124 606 0 0,7 0-1 0 0,21 216 1 0 0,-17-357-2273 0 0,0 7 72 0 0,1 1 0 0 0,0-1 0 0 0,5 17 0 0 0,-6-27-65 0 0,0 1 0 0 0,0-1 0 0 0,0 1 0 0 0,1-1 1 0 0,-1 1-1 0 0,0-1 0 0 0,1 0 0 0 0,0 1 0 0 0,-1-1 0 0 0,1 0 0 0 0,0 0 0 0 0,0 0 0 0 0,0 0 1 0 0,1-1-1 0 0,-1 1 0 0 0,0-1 0 0 0,1 1 0 0 0,-1-1 0 0 0,1 0 0 0 0,3 2 0 0 0,-3-3-77 0 0,1 1-1 0 0,-1-1 1 0 0,1 0-1 0 0,-1 0 0 0 0,1 0 1 0 0,-1 0-1 0 0,1-1 1 0 0,-1 0-1 0 0,1 1 1 0 0,-1-1-1 0 0,0 0 0 0 0,1-1 1 0 0,-1 1-1 0 0,4-3 1 0 0,4-1-899 0 0,0-2 1 0 0,14-11-1 0 0,-11 7-1440 0 0,23-23 0 0 0,-8-1-4658 0 0,-13 11-640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49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102 193 2524 0 0,'-44'2'6601'0'0,"-12"-5"-1581"0"0,54 3-4606 0 0,2-1-376 0 0,1 0-1 0 0,-1 0 1 0 0,1 0 0 0 0,-1 1 0 0 0,0-1 0 0 0,1 0 0 0 0,-1 0 0 0 0,1 1-1 0 0,0-1 1 0 0,-1 0 0 0 0,1 1 0 0 0,0-1 0 0 0,-1 1 0 0 0,1-1 0 0 0,0 1-1 0 0,-1-1 1 0 0,1 1 0 0 0,0-1 0 0 0,1 1 0 0 0,19-10 113 0 0,-16 8-67 0 0,210-76-464 0 0,-34 13-6842 0 0,-128 42 1677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50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455 159 1816 0 0,'-1'-3'1440'0'0,"0"-9"551"0"0,0-1 1 0 0,0 1 0 0 0,2-20-1 0 0,0 1 2902 0 0,-1 28-4268 0 0,0 1 1 0 0,0-1 0 0 0,0 0 0 0 0,-1 1-1 0 0,0-1 1 0 0,1 0 0 0 0,-1 1-1 0 0,0-1 1 0 0,-1-2 0 0 0,0 3-569 0 0,1 0 1 0 0,0 0 0 0 0,-1 0 0 0 0,1 1 0 0 0,-1-1 0 0 0,0 0-1 0 0,1 1 1 0 0,-1-1 0 0 0,0 1 0 0 0,0 0 0 0 0,0-1 0 0 0,0 1-1 0 0,0 0 1 0 0,0 0 0 0 0,0 0 0 0 0,-1 1 0 0 0,1-1-1 0 0,0 1 1 0 0,0-1 0 0 0,-1 1 0 0 0,1-1 0 0 0,0 1 0 0 0,-1 0-1 0 0,1 0 1 0 0,0 0 0 0 0,-5 1 0 0 0,-3 2-58 0 0,1-1 0 0 0,-1 1-1 0 0,1 1 1 0 0,-1 0 0 0 0,1 0 0 0 0,0 1 0 0 0,1 0 0 0 0,-1 0-1 0 0,1 1 1 0 0,0 0 0 0 0,0 1 0 0 0,-12 13 0 0 0,5-4-30 0 0,1 0 0 0 0,0 2-1 0 0,2-1 1 0 0,-22 40 0 0 0,22-31 66 0 0,1 1 0 0 0,2 0 0 0 0,0 1 0 0 0,2 0 0 0 0,-5 39 0 0 0,-4 146 171 0 0,10-96-172 0 0,-1 81-44 0 0,5-86-56 0 0,-30 484 919 0 0,1-5 1172 0 0,23-403-1406 0 0,-2 196 392 0 0,28-1-335 0 0,-17-373-617 0 0,0 0 1 0 0,1 0-1 0 0,0 0 1 0 0,1 0-1 0 0,0-1 1 0 0,5 12 0 0 0,-6-17-19 0 0,0-1 0 0 0,0 1 0 0 0,0-1 1 0 0,1 0-1 0 0,-1 0 0 0 0,1 0 0 0 0,0 0 1 0 0,0-1-1 0 0,0 1 0 0 0,0-1 0 0 0,0 1 1 0 0,1-1-1 0 0,-1 0 0 0 0,1 0 0 0 0,-1-1 1 0 0,1 1-1 0 0,0-1 0 0 0,6 2 0 0 0,6 0-15 0 0,0-1-1 0 0,0 0 1 0 0,0-2-1 0 0,0 1 1 0 0,0-2-1 0 0,0 0 1 0 0,0-1-1 0 0,28-7 1 0 0,1-4-1350 0 0,76-33 1 0 0,107-62-5890 0 0,-147 64 3597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51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0 380 0 0,'-11'9'11204'0'0,"9"-7"-10506"0"0,10 2-291 0 0,0-2 1 0 0,0 1 0 0 0,1-1-1 0 0,-1-1 1 0 0,1 1-1 0 0,-1-1 1 0 0,11-1-1 0 0,69-2 635 0 0,-65 1-726 0 0,258-3 565 0 0,-233 4-759 0 0,-8 4-95 0 0,-27-2-27 0 0,-11-2 1 0 0,0 0 1 0 0,0 1 0 0 0,0-1 0 0 0,0 1-1 0 0,0 0 1 0 0,0-1 0 0 0,0 1 0 0 0,0 0-1 0 0,0 0 1 0 0,-1 0 0 0 0,1 1 0 0 0,0-1-1 0 0,-1 0 1 0 0,1 1 0 0 0,-1-1 0 0 0,1 1-1 0 0,-1-1 1 0 0,1 1 0 0 0,-1 0 0 0 0,1 2 0 0 0,1 0 3 0 0,1 5 120 0 0,0 0 0 0 0,0-1 0 0 0,-1 1 0 0 0,0 1 0 0 0,-1-1 0 0 0,0 0 0 0 0,0 0 0 0 0,-1 1-1 0 0,0 18 1 0 0,0-15-78 0 0,-1 512 2521 0 0,-2-471-2439 0 0,-2 58-41 0 0,-9 651 1285 0 0,44 17-592 0 0,-17-509-58 0 0,-11-217-570 0 0,0-4 320 0 0,-1 0-1 0 0,-9 86 1 0 0,5-127-365 0 0,0 0 0 0 0,0 0 0 0 0,-1-1 0 0 0,0 1 0 0 0,0-1 0 0 0,-1 0 0 0 0,0 0 0 0 0,-1 0 1 0 0,-8 12-1 0 0,4-10-26 0 0,0 1 1 0 0,-1-2-1 0 0,0 1 1 0 0,0-2 0 0 0,-20 14-1 0 0,-7-1-16 0 0,0-2-1 0 0,-2-1 1 0 0,-43 14-1 0 0,76-30-55 0 0,-93 29-1843 0 0,-139 26 1 0 0,198-49 825 0 0,-173 30-9263 0 0,93-22-733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44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23 1516 0 0,'-54'5'9856'0'0,"35"-3"-6546"0"0,1 1-1622 0 0,12-3-830 0 0,17-4-874 0 0,23-5 70 0 0,0 3 0 0 0,56-5 0 0 0,-59 9-1638 0 0,46 3-1 0 0,-69 0 179 0 0,-1 0-1 0 0,1 0 0 0 0,0 1 1 0 0,10 2-1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44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37 904 0 0,'-33'26'7063'0'0,"23"-20"-4310"0"0,10-5-2735 0 0,1-1 0 0 0,-1 1-1 0 0,0-1 1 0 0,1 0 0 0 0,-1 1 0 0 0,0-1-1 0 0,1 1 1 0 0,-1-1 0 0 0,1 0 0 0 0,-1 1-1 0 0,1-1 1 0 0,-1 0 0 0 0,0 0-1 0 0,1 1 1 0 0,0-1 0 0 0,-1 0 0 0 0,1 0-1 0 0,-1 0 1 0 0,1 1 0 0 0,-1-1 0 0 0,1 0-1 0 0,-1 0 1 0 0,1 0 0 0 0,-1 0-1 0 0,1 0 1 0 0,-1 0 0 0 0,1 0 0 0 0,0-1-1 0 0,-1 1 1 0 0,1 0 0 0 0,18-2 90 0 0,-18 2-104 0 0,162-31-710 0 0,-56 4-4142 0 0,-58 13 1424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45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60 1700 0 0,'14'-34'14568'0'0,"-14"33"-14460"0"0,0 1 1 0 0,0-1-1 0 0,1 0 0 0 0,-1 1 0 0 0,0-1 0 0 0,0 0 0 0 0,0 0 1 0 0,0 1-1 0 0,0-1 0 0 0,0 0 0 0 0,0 1 0 0 0,0-1 1 0 0,0 0-1 0 0,0 0 0 0 0,0 1 0 0 0,0-1 0 0 0,0 0 1 0 0,-1 1-1 0 0,1-1 0 0 0,0 0 0 0 0,-1 1 0 0 0,1-1 0 0 0,0 0 1 0 0,-1 1-1 0 0,1-1 0 0 0,-1 1 0 0 0,1-1 0 0 0,-1 1 1 0 0,1-1-1 0 0,-1 1 0 0 0,1-1 0 0 0,-1 1 0 0 0,1-1 1 0 0,-1 1-1 0 0,0 0 0 0 0,1-1 0 0 0,-1 1 0 0 0,0 0 0 0 0,1 0 1 0 0,-1-1-1 0 0,0 1 0 0 0,0 0 0 0 0,1 0 0 0 0,-1 0 1 0 0,0 0-1 0 0,1 0 0 0 0,-2 0 0 0 0,-32-2 404 0 0,26 5-481 0 0,-1-1 1 0 0,1 1-1 0 0,-1 0 1 0 0,1 1-1 0 0,0-1 1 0 0,0 2-1 0 0,1-1 1 0 0,-1 1-1 0 0,-6 7 1 0 0,-2 1-27 0 0,1 0 0 0 0,-24 29 0 0 0,30-32-6 0 0,1 0-1 0 0,1 1 1 0 0,0 0-1 0 0,0 1 1 0 0,1-1-1 0 0,-8 20 1 0 0,13-28 0 0 0,0 0 1 0 0,0 0 0 0 0,1 0-1 0 0,-1 0 1 0 0,0 0 0 0 0,1 0 0 0 0,0 0-1 0 0,0 0 1 0 0,0 0 0 0 0,0 0-1 0 0,0 0 1 0 0,1 0 0 0 0,-1 0-1 0 0,1 0 1 0 0,0 0 0 0 0,0 0 0 0 0,0-1-1 0 0,0 1 1 0 0,0 0 0 0 0,0 0-1 0 0,1-1 1 0 0,0 1 0 0 0,-1-1-1 0 0,1 1 1 0 0,0-1 0 0 0,0 0-1 0 0,0 0 1 0 0,1 0 0 0 0,-1 0 0 0 0,0 0-1 0 0,1 0 1 0 0,0-1 0 0 0,-1 1-1 0 0,4 1 1 0 0,11 4-6 0 0,0-1 1 0 0,0 0-1 0 0,30 5 1 0 0,-28-7-1 0 0,0 1 1 0 0,0 0-1 0 0,20 10 1 0 0,-31-11 14 0 0,1 0-1 0 0,-1 0 1 0 0,-1 1-1 0 0,1 1 1 0 0,-1-1-1 0 0,0 1 1 0 0,0 0-1 0 0,11 13 1 0 0,-16-16-2 0 0,0 0-1 0 0,0 0 1 0 0,0 1 0 0 0,0-1 0 0 0,0 1 0 0 0,-1 0-1 0 0,1-1 1 0 0,-1 1 0 0 0,0 0 0 0 0,0 0-1 0 0,-1 0 1 0 0,1 0 0 0 0,-1 0 0 0 0,0 0 0 0 0,0 0-1 0 0,0 0 1 0 0,0 0 0 0 0,-1 0 0 0 0,1 0-1 0 0,-1 0 1 0 0,0-1 0 0 0,-2 6 0 0 0,-3 3 256 0 0,1 0-1 0 0,-2 0 1 0 0,1 0 0 0 0,-2-1 0 0 0,1 0-1 0 0,-2-1 1 0 0,1 1 0 0 0,-1-2 0 0 0,-1 1 0 0 0,0-1-1 0 0,0-1 1 0 0,-1 0 0 0 0,0 0 0 0 0,0-1 0 0 0,-1 0-1 0 0,0-1 1 0 0,0-1 0 0 0,0 0 0 0 0,-26 7 0 0 0,30-11-207 0 0,1 0 1 0 0,-1-1-1 0 0,1 0 1 0 0,-1 0 0 0 0,1-1-1 0 0,-1 0 1 0 0,1 0 0 0 0,-1 0-1 0 0,1-1 1 0 0,0 0-1 0 0,0-1 1 0 0,-8-3 0 0 0,-17-19-858 0 0,16 11-2718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46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2 1524 0 0,'0'0'14579'0'0,"-13"-1"-13557"0"0,-17 4-412 0 0,0 2 1 0 0,1 1 0 0 0,-53 18-1 0 0,74-20-605 0 0,1-1 0 0 0,0 2 0 0 0,0-1 0 0 0,0 1 0 0 0,0 0 0 0 0,1 1-1 0 0,0-1 1 0 0,0 1 0 0 0,0 0 0 0 0,1 1 0 0 0,0 0 0 0 0,0-1 0 0 0,1 2 0 0 0,0-1 0 0 0,0 0 0 0 0,0 1-1 0 0,1 0 1 0 0,0-1 0 0 0,1 1 0 0 0,0 1 0 0 0,-2 13 0 0 0,0 14 0 0 0,1 0 1 0 0,2-1-1 0 0,7 67 1 0 0,-2-45 3 0 0,-7 591 309 0 0,1-593-265 0 0,-47 692 253 0 0,-3 101-283 0 0,67-325-88 0 0,-15-517 64 0 0,12 102 66 0 0,-11-106 22 0 0,-1 1 1 0 0,0-1-1 0 0,0 0 0 0 0,1 0 0 0 0,-1 0 0 0 0,1 0 1 0 0,0 0-1 0 0,-1-1 0 0 0,1 1 0 0 0,0 0 0 0 0,0 0 1 0 0,0 0-1 0 0,1-1 0 0 0,-1 1 0 0 0,0 0 0 0 0,1-1 0 0 0,-1 1 1 0 0,1-1-1 0 0,-1 0 0 0 0,1 1 0 0 0,-1-1 0 0 0,1 0 1 0 0,2 1-1 0 0,0-1-6 0 0,0-1-1 0 0,0 1 1 0 0,0-1 0 0 0,0 0 0 0 0,-1 0 0 0 0,1 0-1 0 0,0-1 1 0 0,0 1 0 0 0,0-1 0 0 0,-1 0 0 0 0,6-2-1 0 0,211-76 70 0 0,-7-19-5470 0 0,-193 89 4399 0 0,35-18-2074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47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562 110 700 0 0,'-8'17'14192'0'0,"39"-31"-13372"0"0,137-51-247 0 0,-64 27-515 0 0,-98 35-68 0 0,-4 2 7 0 0,0 0 0 0 0,0 0 0 0 0,0 1-1 0 0,0-1 1 0 0,0 0 0 0 0,0 1 0 0 0,0-1 0 0 0,0 1 0 0 0,0 0 0 0 0,0 0 0 0 0,0 0 0 0 0,0 0 0 0 0,0 0 0 0 0,0 0 0 0 0,0 0-1 0 0,0 1 1 0 0,0-1 0 0 0,0 1 0 0 0,0-1 0 0 0,0 1 0 0 0,0 0 0 0 0,0 0 0 0 0,2 1 0 0 0,-1 0 2 0 0,0 0 0 0 0,0 1 1 0 0,0-1-1 0 0,0 1 0 0 0,-1 0 0 0 0,1-1 1 0 0,-1 1-1 0 0,1 1 0 0 0,-1-1 0 0 0,0 0 1 0 0,0 0-1 0 0,-1 1 0 0 0,1-1 0 0 0,-1 1 0 0 0,1-1 1 0 0,0 6-1 0 0,3 10 198 0 0,4 38 0 0 0,-6-36 48 0 0,28 327 981 0 0,-27 4-255 0 0,-4-279-731 0 0,18 856 671 0 0,-9-603-831 0 0,-17 496 688 0 0,5-766 486 0 0,-15 83 0 0 0,16-135-1167 0 0,1 1 0 0 0,-1 0 0 0 0,0-1-1 0 0,0 1 1 0 0,0-1 0 0 0,-1 1-1 0 0,0-1 1 0 0,0 0 0 0 0,0 0-1 0 0,0 0 1 0 0,0-1 0 0 0,-1 1-1 0 0,0-1 1 0 0,1 1 0 0 0,-1-1-1 0 0,-1-1 1 0 0,1 1 0 0 0,0 0-1 0 0,-1-1 1 0 0,1 0 0 0 0,-1 0-1 0 0,-8 2 1 0 0,-7 2-20 0 0,0-1-1 0 0,0-1 1 0 0,-1-1-1 0 0,-22 1 1 0 0,-435 3-3029 0 0,293-9-2122 0 0,120 1 1579 0 0,25-3-1798 0 0,14-1-1355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54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1 804 0 0,'-39'29'9923'0'0,"28"-20"-8004"0"0,1-1 1513 0 0,10-8-3397 0 0,0 0-1 0 0,0 1 0 0 0,0-1 0 0 0,0 0 0 0 0,0 1 0 0 0,0-1 0 0 0,0 0 0 0 0,1 1 0 0 0,-1-1 0 0 0,0 0 0 0 0,0 0 0 0 0,0 1 0 0 0,1-1 0 0 0,-1 0 0 0 0,0 0 0 0 0,0 1 0 0 0,1-1 0 0 0,-1 0 0 0 0,0 0 0 0 0,0 0 0 0 0,1 1 0 0 0,-1-1 0 0 0,0 0 0 0 0,1 0 0 0 0,-1 0 0 0 0,0 0 0 0 0,1 0 0 0 0,-1 0 0 0 0,0 0 0 0 0,1 0 0 0 0,-1 1 0 0 0,0-1 0 0 0,1 0 0 0 0,-1-1 0 0 0,0 1 0 0 0,1 0 1 0 0,-1 0-1 0 0,0 0 0 0 0,1 0 0 0 0,36 5 191 0 0,1-1 1 0 0,-1-2-1 0 0,74-5 1 0 0,-3-2 129 0 0,-105 5-320 0 0,-1 0-29 0 0,38-5-3043 0 0,-28 2-826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54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14 109 2472 0 0,'-8'-31'10386'0'0,"5"20"-8241"0"0,3 10-2060 0 0,-1 0 0 0 0,1 0 0 0 0,-1-1 0 0 0,1 1 0 0 0,0 0 0 0 0,0 0 0 0 0,0-1 0 0 0,-1 1 0 0 0,1 0 0 0 0,0 0 0 0 0,1-1 0 0 0,-1 1 0 0 0,0 0 0 0 0,0 0 0 0 0,0-1 0 0 0,1 1 0 0 0,-1 0 0 0 0,1 0 0 0 0,-1 0 0 0 0,1-1 0 0 0,-1 1 0 0 0,1 0 0 0 0,0 0 0 0 0,-1 0 0 0 0,1 0 0 0 0,0 0 0 0 0,0 0 0 0 0,0 0 0 0 0,0 0 0 0 0,0 1 0 0 0,0-1 0 0 0,0 0 0 0 0,0 1 0 0 0,0-1 0 0 0,0 0 0 0 0,0 1 0 0 0,2-1 0 0 0,6-4-53 0 0,0 1 0 0 0,0 1 0 0 0,0-1 0 0 0,1 2 1 0 0,0-1-1 0 0,-1 1 0 0 0,1 1 0 0 0,0-1 0 0 0,0 2 0 0 0,0-1 0 0 0,0 2 0 0 0,15 1 0 0 0,-20-2 12 0 0,-1 1 0 0 0,1 0 0 0 0,-1 1 0 0 0,1-1 0 0 0,-1 1 0 0 0,1 0 0 0 0,-1 0 0 0 0,0 0 0 0 0,0 0 0 0 0,0 1 0 0 0,0-1 0 0 0,0 1 0 0 0,-1 0 0 0 0,1 1 0 0 0,-1-1 0 0 0,0 0 0 0 0,0 1 0 0 0,0 0 0 0 0,0 0 0 0 0,0 0 1 0 0,-1 0-1 0 0,0 0 0 0 0,0 0 0 0 0,0 1 0 0 0,-1-1 0 0 0,1 1 0 0 0,-1-1 0 0 0,1 10-1 0 0,-1 0 69 0 0,0 0 0 0 0,-1-1 0 0 0,-1 1 0 0 0,0 0 0 0 0,-1 0-1 0 0,-1-1 1 0 0,0 0 0 0 0,-1 1 0 0 0,0-1 0 0 0,-1 0-1 0 0,-8 15 1 0 0,-8 12 513 0 0,-54 76 0 0 0,39-69-150 0 0,21-28-123 0 0,1-1 0 0 0,-18 34 0 0 0,31-50-241 0 0,18-4-66 0 0,1 0 0 0 0,-1-2 1 0 0,0 0-1 0 0,-1 0 0 0 0,1-2 1 0 0,16-7-1 0 0,13-4-70 0 0,178-50-2679 0 0,-149 48-1743 0 0,2 1-3849 0 0,-55 14 1695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56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31 1848 0 0,'-29'-20'6336'0'0,"19"14"-4030"0"0,9 5-2151 0 0,0 1 0 0 0,1 0-1 0 0,-1-1 1 0 0,1 1 0 0 0,-1 0-1 0 0,0-1 1 0 0,1 1 0 0 0,-1 0-1 0 0,0-1 1 0 0,0 1 0 0 0,1 0-1 0 0,-1 0 1 0 0,0 0 0 0 0,1 0 0 0 0,-3 0-1 0 0,2 1 22 0 0,0 1-1 0 0,-1-1 0 0 0,1 1 1 0 0,0 0-1 0 0,0 0 1 0 0,0-1-1 0 0,0 1 1 0 0,0 0-1 0 0,0 0 0 0 0,0 0 1 0 0,1 0-1 0 0,-1 0 1 0 0,1 0-1 0 0,-1 0 1 0 0,1 0-1 0 0,0 0 1 0 0,0 0-1 0 0,0 0 0 0 0,0 3 1 0 0,6 50 1511 0 0,-3-36-1318 0 0,30 309 1430 0 0,-31-303-2029 0 0,4 30-1051 0 0,0-29-2257 0 0,5-6-3573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57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74 212 0 0,'-3'1'2940'0'0,"-3"2"-2452"0"0,0 1 0 0 0,-1-1-1 0 0,1 1 1 0 0,1 1 0 0 0,-1-1-1 0 0,1 1 1 0 0,-1 0-1 0 0,1 0 1 0 0,1 1 0 0 0,-1-1-1 0 0,1 1 1 0 0,0 0 0 0 0,-6 11-1 0 0,-4 10 466 0 0,-20 52 0 0 0,29-67-820 0 0,1 0 1 0 0,1 0-1 0 0,0 1 0 0 0,0-1 0 0 0,1 1 1 0 0,1-1-1 0 0,0 1 0 0 0,1-1 0 0 0,0 1 1 0 0,3 13-1 0 0,-2-19-72 0 0,0-1 1 0 0,1 0-1 0 0,0 1 1 0 0,0-1-1 0 0,1 0 1 0 0,0 0 0 0 0,0-1-1 0 0,0 1 1 0 0,0-1-1 0 0,1 1 1 0 0,0-1-1 0 0,0 0 1 0 0,1 0-1 0 0,-1-1 1 0 0,1 1-1 0 0,0-1 1 0 0,0 0 0 0 0,1 0-1 0 0,-1-1 1 0 0,1 0-1 0 0,8 4 1 0 0,-2-2 12 0 0,1-1 0 0 0,0 0 0 0 0,0-1 0 0 0,0 0 1 0 0,1-1-1 0 0,-1-1 0 0 0,1 0 0 0 0,-1-1 1 0 0,1 0-1 0 0,19-4 0 0 0,-12 1 44 0 0,0-1 1 0 0,-1-1-1 0 0,0-1 0 0 0,0-1 1 0 0,0-1-1 0 0,19-10 0 0 0,-31 13-33 0 0,0 1 0 0 0,0-1-1 0 0,-1 0 1 0 0,0 0-1 0 0,0-1 1 0 0,-1 0-1 0 0,1-1 1 0 0,-1 1-1 0 0,-1-1 1 0 0,1 0-1 0 0,-1 0 1 0 0,5-10-1 0 0,-7 11-49 0 0,-1-1-1 0 0,1 1 1 0 0,-1-1-1 0 0,0 0 1 0 0,-1 0-1 0 0,0 0 1 0 0,0 0-1 0 0,0 0 1 0 0,-1 0-1 0 0,0 0 1 0 0,0 0-1 0 0,-1 0 1 0 0,0 0-1 0 0,0 0 1 0 0,-4-11-1 0 0,0 2-13 0 0,-1 1 0 0 0,-1 0-1 0 0,0 0 1 0 0,-1 1-1 0 0,-1 0 1 0 0,0 0 0 0 0,-1 1-1 0 0,-1 0 1 0 0,0 1 0 0 0,0 0-1 0 0,-1 1 1 0 0,-17-12-1 0 0,13 11-37 0 0,-1 0-1 0 0,0 2 0 0 0,-1 0 0 0 0,0 1 1 0 0,0 0-1 0 0,-1 2 0 0 0,0 0 0 0 0,0 2 1 0 0,-32-7-1 0 0,37 11-475 0 0,0-1 1 0 0,0 2-1 0 0,0 0 0 0 0,-22 2 0 0 0,29-1-631 0 0,0 1-1 0 0,1 0 0 0 0,-1-1 0 0 0,1 2 1 0 0,-1-1-1 0 0,-8 5 0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59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76 976 0 0,'-2'0'1072'0'0,"-26"-2"3483"0"0,-32-6-1 0 0,32 4-2 0 0,28 4-4523 0 0,0-1 0 0 0,1 1 0 0 0,-1-1 1 0 0,0 1-1 0 0,1-1 0 0 0,-1 1 0 0 0,0-1 0 0 0,1 1 1 0 0,-1 0-1 0 0,0-1 0 0 0,1 1 0 0 0,-1 0 0 0 0,1-1 1 0 0,-1 1-1 0 0,1 0 0 0 0,-1 0 0 0 0,1-1 0 0 0,-1 1 1 0 0,1 0-1 0 0,-1 0 0 0 0,1 0 0 0 0,-1 0 0 0 0,1 0 1 0 0,-1 0-1 0 0,2-1 0 0 0,14-1 148 0 0,-14 2-162 0 0,113-14 536 0 0,183-20-92 0 0,-255 30-2956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59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38 364 0 0,'4'-16'5912'0'0,"7"-6"3356"0"0,-11 22-9224 0 0,0 15 811 0 0,-31 316 2407 0 0,3-108-9296 0 0,19-163-176 0 0,7-32 1153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1:00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42 624 0 0,'0'0'2522'0'0,"-3"-24"2705"0"0,2 23-5071 0 0,0-1-1 0 0,0 1 1 0 0,0 0 0 0 0,0-1 0 0 0,0 1 0 0 0,0 0 0 0 0,0 0-1 0 0,0 0 1 0 0,-1 0 0 0 0,1 0 0 0 0,-1 0 0 0 0,1 0 0 0 0,0 1-1 0 0,-3-2 1 0 0,2 2 8 0 0,-18 3 212 0 0,8 6-147 0 0,0 0 0 0 0,0 1 0 0 0,1 0 0 0 0,1 1 1 0 0,-1 0-1 0 0,2 1 0 0 0,-1 0 0 0 0,2 0 0 0 0,0 1 0 0 0,-7 14 1 0 0,1 0-2 0 0,2 1 0 0 0,1 1 0 0 0,1 0 1 0 0,-7 33-1 0 0,15-53-132 0 0,0 0 0 0 0,1 0-1 0 0,0 0 1 0 0,1-1 0 0 0,0 1 0 0 0,1 0-1 0 0,-1 0 1 0 0,2 0 0 0 0,-1 0 0 0 0,1-1-1 0 0,3 10 1 0 0,-3-14-7 0 0,0 1-1 0 0,0-1 1 0 0,0 1-1 0 0,1-1 0 0 0,-1 0 1 0 0,1 0-1 0 0,0 0 1 0 0,1-1-1 0 0,-1 1 1 0 0,0-1-1 0 0,1 1 1 0 0,0-1-1 0 0,0 0 0 0 0,0 0 1 0 0,0-1-1 0 0,0 1 1 0 0,1-1-1 0 0,-1 0 1 0 0,1 0-1 0 0,-1-1 1 0 0,8 2-1 0 0,3 0 1 0 0,-1-1-1 0 0,1-1 1 0 0,0 0 0 0 0,0-1-1 0 0,0-1 1 0 0,-1 0-1 0 0,1-1 1 0 0,0-1 0 0 0,-1 0-1 0 0,1-1 1 0 0,-1 0 0 0 0,0-2-1 0 0,0 1 1 0 0,16-10-1 0 0,-17 7-60 0 0,0 1 1 0 0,-1-1-1 0 0,0-1 0 0 0,0 0 0 0 0,-1-1 0 0 0,0 0 0 0 0,-1-1 0 0 0,0 0 0 0 0,-1-1 0 0 0,0 1 0 0 0,-1-2 0 0 0,0 1 0 0 0,-1-1 0 0 0,8-19 0 0 0,-11 21-6 0 0,-1 1 0 0 0,-1 0 0 0 0,0-1 1 0 0,0 0-1 0 0,-1 0 0 0 0,0 1 0 0 0,-1-1 0 0 0,0 0 0 0 0,-1 0 0 0 0,-2-15 0 0 0,2 22-76 0 0,0 0 0 0 0,0 0 0 0 0,0 0 0 0 0,0 0-1 0 0,-1 1 1 0 0,0-1 0 0 0,1 1 0 0 0,-1-1 0 0 0,0 1-1 0 0,-1-1 1 0 0,1 1 0 0 0,-1 0 0 0 0,1 0 0 0 0,-1 0 0 0 0,0 1-1 0 0,0-1 1 0 0,0 1 0 0 0,0-1 0 0 0,-1 1 0 0 0,1 0-1 0 0,-1 0 1 0 0,1 1 0 0 0,-1-1 0 0 0,0 1 0 0 0,0 0-1 0 0,1 0 1 0 0,-1 0 0 0 0,0 0 0 0 0,0 0 0 0 0,0 1 0 0 0,-7 0-1 0 0,5 0-358 0 0,0 1 0 0 0,-1 0-1 0 0,1 0 1 0 0,0 0 0 0 0,0 1-1 0 0,0 0 1 0 0,0 0 0 0 0,0 1-1 0 0,1-1 1 0 0,-1 1 0 0 0,-6 5-1 0 0,2-1-1726 0 0,0 0 0 0 0,-14 15 0 0 0,9-7-2342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1:01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0 181 1392 0 0,'6'-13'4371'0'0,"0"-2"-1818"0"0,1 0 0 0 0,15-23-1 0 0,-12 20 877 0 0,13-28-1 0 0,-6 10 3232 0 0,-17 39-6633 0 0,-3 46-341 0 0,2-1-1 0 0,7 69 1 0 0,7-9-4304 0 0,5-3-5038 0 0,-8-48 312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1:03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0 172 568 0 0,'5'-9'5879'0'0,"-5"9"-5882"0"0,12-11 4082 0 0,-11 10-4019 0 0,0 1-1 0 0,-1 0 1 0 0,1 0 0 0 0,-1 0-1 0 0,1 0 1 0 0,0 0 0 0 0,-1 0 0 0 0,1 0-1 0 0,-1 0 1 0 0,1 0 0 0 0,0 0-1 0 0,-1 0 1 0 0,1 0 0 0 0,-1 0 0 0 0,1 1-1 0 0,0-1 1 0 0,-1 0 0 0 0,1 0-1 0 0,-1 1 1 0 0,1-1 0 0 0,-1 0-1 0 0,1 1 1 0 0,-1-1 0 0 0,1 1 0 0 0,-1-1-1 0 0,0 0 1 0 0,1 1 0 0 0,0 0-1 0 0,0 0 73 0 0,18 31 1107 0 0,-12-11-943 0 0,-1 1 1 0 0,4 30-1 0 0,-4-24-235 0 0,-6-27 1 0 0,0 1 104 0 0,1-1 1 0 0,-1 0 0 0 0,1 0 0 0 0,-1 1 0 0 0,1-1-1 0 0,0 0 1 0 0,-1 0 0 0 0,1 0 0 0 0,0 0-1 0 0,0 0 1 0 0,0 0 0 0 0,0 0 0 0 0,0 0-1 0 0,0 0 1 0 0,1 1 0 0 0,7-5 64 0 0,-1 1-1 0 0,1-1 1 0 0,-1 0-1 0 0,0-1 1 0 0,0 0 0 0 0,13-9-1 0 0,49-39 103 0 0,-30 21-230 0 0,42-31-402 0 0,49-35 10 0 0,-38 42-6835 0 0,-77 52 2089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1:03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1 191 48 0 0,'0'-13'4483'0'0,"5"-31"2574"0"0,-3 48-6735 0 0,0 0 1 0 0,-1-1 0 0 0,1 1 0 0 0,-1 0-1 0 0,0 1 1 0 0,0-1 0 0 0,1 8-1 0 0,0 13 509 0 0,8 123 1361 0 0,-10-143-2130 0 0,0 0 1 0 0,0 0-1 0 0,1-1 1 0 0,-1 1-1 0 0,1 0 1 0 0,0 0-1 0 0,1-1 1 0 0,-1 1-1 0 0,4 6 1 0 0,-4-11-37 0 0,0 1 0 0 0,0 0 0 0 0,0 0 0 0 0,1-1 0 0 0,-1 1 0 0 0,0-1 0 0 0,1 1 0 0 0,-1-1 0 0 0,0 0 0 0 0,1 1 0 0 0,-1-1 0 0 0,1 0 0 0 0,-1 0 0 0 0,1 0 0 0 0,-1 0 0 0 0,0 0 0 0 0,1 0 0 0 0,-1-1 0 0 0,1 1 0 0 0,-1 0 1 0 0,2-2-1 0 0,1 2 0 0 0,25-6 70 0 0,1-2 0 0 0,-1 0 0 0 0,39-18 0 0 0,79-47-73 0 0,168-118-1175 0 0,-187 100-4292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1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0 756 0 0,'0'0'1116'0'0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09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4 1488 0 0,'-29'-4'7922'0'0,"26"4"-6956"0"0,-11 0 1950 0 0,11 0-2413 0 0,-10 0 1058 0 0,16 1-1506 0 0,111 38 82 0 0,-89-29-126 0 0,0 1 0 0 0,-1 2 0 0 0,44 29-1 0 0,-59-35 1 0 0,0 1 0 0 0,0-1 0 0 0,0 2 0 0 0,-1-1 0 0 0,-1 1 0 0 0,1 0 0 0 0,-1 1 0 0 0,-1 0-1 0 0,0 0 1 0 0,0 0 0 0 0,6 18 0 0 0,-9-21 6 0 0,-2 0 0 0 0,1 0-1 0 0,-1 0 1 0 0,0 1 0 0 0,-1-1 0 0 0,0 0 0 0 0,0 1-1 0 0,0-1 1 0 0,-1 0 0 0 0,0 0 0 0 0,0 0-1 0 0,-1 1 1 0 0,0-1 0 0 0,0 0 0 0 0,-1-1 0 0 0,0 1-1 0 0,-6 10 1 0 0,-5 6 340 0 0,-2 0-1 0 0,0-1 0 0 0,-26 26 1 0 0,25-29 341 0 0,6-9-94 0 0,13-16-285 0 0,16-21-228 0 0,109-92-110 0 0,54-57-26 0 0,-171 165 32 0 0,-1-1-1 0 0,0 0 0 0 0,-1-1 0 0 0,0 0 0 0 0,10-24 0 0 0,-17 36 9 0 0,-1 1 0 0 0,0-1 1 0 0,1 0-1 0 0,-1 0 0 0 0,0 1 0 0 0,0-1 0 0 0,0 0 0 0 0,1 0 0 0 0,-1 1 1 0 0,0-1-1 0 0,0 0 0 0 0,0 0 0 0 0,0 1 0 0 0,0-1 0 0 0,0 0 0 0 0,-1 0 1 0 0,1 1-1 0 0,0-1 0 0 0,0-1 0 0 0,-1 2 2 0 0,1 0 1 0 0,0-1-1 0 0,-1 1 0 0 0,1 0 0 0 0,0 0 1 0 0,-1 0-1 0 0,1-1 0 0 0,0 1 1 0 0,-1 0-1 0 0,1 0 0 0 0,-1 0 0 0 0,1 0 1 0 0,0 0-1 0 0,-1-1 0 0 0,1 1 0 0 0,-1 0 1 0 0,1 0-1 0 0,-1 0 0 0 0,1 0 1 0 0,0 0-1 0 0,-1 0 0 0 0,1 1 0 0 0,-1-1 1 0 0,0 0-1 0 0,-1 0-2 0 0,0 1 0 0 0,0 0 0 0 0,-1 0 0 0 0,1 0 0 0 0,0 0 0 0 0,0 0 0 0 0,0 0 0 0 0,0 1 0 0 0,0-1 0 0 0,-2 3 0 0 0,-7 9-9 0 0,1 0 0 0 0,0 0 1 0 0,1 1-1 0 0,1 1 0 0 0,0 0 0 0 0,1 0 0 0 0,1 0 1 0 0,-8 25-1 0 0,12-30 12 0 0,0 0-1 0 0,0 0 1 0 0,1 0 0 0 0,0 0-1 0 0,1 0 1 0 0,1 18 0 0 0,0-22 3 0 0,0 0 1 0 0,1 0-1 0 0,-1 0 1 0 0,1 0-1 0 0,1 0 1 0 0,-1 0-1 0 0,1 0 1 0 0,0-1-1 0 0,0 1 1 0 0,0-1 0 0 0,7 8-1 0 0,-4-8 5 0 0,0 1 1 0 0,0-1-1 0 0,0 0 0 0 0,1 0 0 0 0,0-1 1 0 0,0 0-1 0 0,0 0 0 0 0,0-1 0 0 0,1 0 1 0 0,-1 0-1 0 0,1-1 0 0 0,0 0 1 0 0,0 0-1 0 0,0-1 0 0 0,0 0 0 0 0,0 0 1 0 0,0-1-1 0 0,8 0 0 0 0,17-2 23 0 0,-1-1-1 0 0,64-15 1 0 0,-91 17-22 0 0,6-2 121 0 0,1 1 1 0 0,-1-1-1 0 0,0-1 1 0 0,0 0-1 0 0,0 0 1 0 0,0-1-1 0 0,13-9 0 0 0,-23 13-64 0 0,21-21-620 0 0,-21 19-746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09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65 2248 0 0,'-3'0'2062'0'0,"-9"-2"51"0"0,0 0-1 0 0,0 1 1 0 0,-15 1-1 0 0,24 0-1687 0 0,0 0 213 0 0,0 0-90 0 0,-20-2 819 0 0,23 2-1353 0 0,0 0 1 0 0,0 0 0 0 0,0 0-1 0 0,-1 0 1 0 0,1 0 0 0 0,0 0-1 0 0,0 0 1 0 0,0-1-1 0 0,0 1 1 0 0,0 0 0 0 0,0 0-1 0 0,0 0 1 0 0,0 0 0 0 0,0 0-1 0 0,0 0 1 0 0,-1 0-1 0 0,1 0 1 0 0,0 0 0 0 0,0 0-1 0 0,0 0 1 0 0,0 0-1 0 0,0 0 1 0 0,0 0 0 0 0,0 0-1 0 0,0 0 1 0 0,0 0 0 0 0,0 0-1 0 0,0-1 1 0 0,0 1-1 0 0,0 0 1 0 0,0 0 0 0 0,0 0-1 0 0,0 0 1 0 0,0 0 0 0 0,0 0-1 0 0,-1 0 1 0 0,1 0-1 0 0,0 0 1 0 0,0 0 0 0 0,0-1-1 0 0,0 1 1 0 0,0 0 0 0 0,1 0-1 0 0,-1 0 1 0 0,0 0-1 0 0,0 0 1 0 0,0 0 0 0 0,0 0-1 0 0,0 0 1 0 0,0 0-1 0 0,0 0 1 0 0,0-1 0 0 0,0 1-1 0 0,0 0 1 0 0,0 0 0 0 0,0 0-1 0 0,0 0 1 0 0,0 0-1 0 0,0 0 1 0 0,0 0 0 0 0,0 0-1 0 0,16-6 46 0 0,23-4-27 0 0,92-20-838 0 0,-109 27-2200 0 0,41-2 0 0 0,-34 7-4513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09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0 2268 0 0,'-81'61'11697'0'0,"81"-61"-11650"0"0,-1 0 0 0 0,1 0 0 0 0,0 0 0 0 0,-1 1 0 0 0,1-1 0 0 0,0 0 0 0 0,-1 0-1 0 0,1 1 1 0 0,0-1 0 0 0,-1 0 0 0 0,1 1 0 0 0,0-1 0 0 0,0 0 0 0 0,0 0 0 0 0,-1 1 0 0 0,1-1 0 0 0,0 1-1 0 0,0-1 1 0 0,0 0 0 0 0,0 1 0 0 0,-1-1 0 0 0,1 0 0 0 0,0 1 0 0 0,0-1 0 0 0,0 1 0 0 0,0-1-1 0 0,0 0 1 0 0,0 1 0 0 0,0-1 0 0 0,0 1 0 0 0,0-1 0 0 0,1 1 0 0 0,10 5 695 0 0,20-3-252 0 0,247-29-49 0 0,-179 14-2130 0 0,36-2-5569 0 0,-98 9 1423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13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131 274 1264 0 0,'-4'-8'4706'0'0,"-30"-26"2017"0"0,-4 5-3525 0 0,-13-14-319 0 0,50 43-2867 0 0,1-1 0 0 0,0 1-1 0 0,-1-1 1 0 0,1 0-1 0 0,0 1 1 0 0,0-1 0 0 0,-1 0-1 0 0,1 1 1 0 0,0-1-1 0 0,0 0 1 0 0,0 1-1 0 0,0-1 1 0 0,0 0 0 0 0,0 1-1 0 0,0-1 1 0 0,0 0-1 0 0,0 1 1 0 0,0-1 0 0 0,0 0-1 0 0,0 1 1 0 0,0-1-1 0 0,1 0 1 0 0,-1 1 0 0 0,0-1-1 0 0,1 0 1 0 0,-1 1-1 0 0,0-1 1 0 0,1 1 0 0 0,-1-1-1 0 0,1 0 1 0 0,-1 1-1 0 0,1-1 1 0 0,15-16 89 0 0,-1 6-74 0 0,1 0 1 0 0,0 1-1 0 0,1 1 0 0 0,0 0 1 0 0,0 1-1 0 0,0 1 0 0 0,25-6 1 0 0,5 1 6 0 0,80-10 0 0 0,-82 17-45 0 0,82 1-1 0 0,-109 4 0 0 0,1 2-1 0 0,0 0 1 0 0,-1 1-1 0 0,0 1 0 0 0,0 1 1 0 0,0 0-1 0 0,20 10 1 0 0,-34-13-106 0 0,1 0 1 0 0,-1 1-1 0 0,0 0 1 0 0,0 0-1 0 0,0 0 0 0 0,0 0 1 0 0,0 1-1 0 0,-1 0 1 0 0,1 0-1 0 0,-1-1 1 0 0,0 2-1 0 0,0-1 1 0 0,-1 0-1 0 0,1 1 0 0 0,-1-1 1 0 0,0 1-1 0 0,0 0 1 0 0,0-1-1 0 0,-1 1 1 0 0,0 0-1 0 0,0 0 1 0 0,0 0-1 0 0,0 0 0 0 0,-1 1 1 0 0,0 7-1 0 0,-1 2-1080 0 0,-1 0 0 0 0,0 0 0 0 0,-1 0 0 0 0,-1 0 0 0 0,0-1 0 0 0,-1 1 0 0 0,-10 19 0 0 0,2-9-3175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14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78 2012 0 0,'-52'-72'13697'0'0,"51"72"-13624"0"0,1 0-1 0 0,0-1 1 0 0,0 1-1 0 0,0 0 0 0 0,0 0 1 0 0,0-1-1 0 0,0 1 0 0 0,0 0 1 0 0,0 0-1 0 0,-1 0 0 0 0,1-1 1 0 0,0 1-1 0 0,0 0 0 0 0,0 0 1 0 0,0 0-1 0 0,-1-1 1 0 0,1 1-1 0 0,0 0 0 0 0,0 0 1 0 0,0 0-1 0 0,-1 0 0 0 0,1 0 1 0 0,0-1-1 0 0,0 1 0 0 0,-1 0 1 0 0,1 0-1 0 0,0 0 1 0 0,0 0-1 0 0,-1 0 0 0 0,1 0 1 0 0,0 0-1 0 0,0 0 0 0 0,-1 0 1 0 0,1 0-1 0 0,-2 9 733 0 0,6 16-106 0 0,13 62 226 0 0,-4 2-1 0 0,2 160 0 0 0,-15-233-1003 0 0,7 123 242 0 0,-4-117-1243 0 0,0-1-1 0 0,1 0 0 0 0,1 0 1 0 0,11 29-1 0 0,-16-50 1040 0 0,8 17-2719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14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261 114 580 0 0,'0'-23'3747'0'0,"1"17"-2984"0"0,0 1 1 0 0,-1-1 0 0 0,0 1-1 0 0,0-1 1 0 0,0 1 0 0 0,-1-1 0 0 0,0 1-1 0 0,0-1 1 0 0,0 1 0 0 0,-1 0 0 0 0,0-1-1 0 0,0 1 1 0 0,-3-7 0 0 0,4 12-699 0 0,0-1 1 0 0,0 0-1 0 0,0 0 1 0 0,0 1 0 0 0,0-1-1 0 0,0 1 1 0 0,0-1-1 0 0,0 1 1 0 0,0-1-1 0 0,0 1 1 0 0,0-1 0 0 0,0 1-1 0 0,0 0 1 0 0,-1 0-1 0 0,1-1 1 0 0,0 1-1 0 0,0 0 1 0 0,0 0-1 0 0,0 0 1 0 0,-2 1 0 0 0,-22 4 339 0 0,15 0-326 0 0,0 0-1 0 0,1 1 1 0 0,0 0 0 0 0,1 0 0 0 0,-1 1-1 0 0,1 0 1 0 0,0 0 0 0 0,-8 11-1 0 0,0 1 17 0 0,0 2 0 0 0,-16 28 0 0 0,24-35-64 0 0,0 1 1 0 0,1 0-1 0 0,1 0 0 0 0,-6 19 1 0 0,10-29-25 0 0,1-1 1 0 0,0 1-1 0 0,0 0 0 0 0,0-1 1 0 0,1 1-1 0 0,0 0 0 0 0,0 0 1 0 0,0-1-1 0 0,0 1 0 0 0,1 0 1 0 0,0-1-1 0 0,0 1 0 0 0,0 0 1 0 0,0-1-1 0 0,1 1 0 0 0,-1-1 1 0 0,1 0-1 0 0,1 1 0 0 0,2 4 1 0 0,-2-6-5 0 0,1 0 1 0 0,-1 0 0 0 0,1 0 0 0 0,-1 0-1 0 0,1-1 1 0 0,0 1 0 0 0,0-1-1 0 0,0 0 1 0 0,0-1 0 0 0,1 1 0 0 0,-1-1-1 0 0,0 1 1 0 0,1-1 0 0 0,-1-1 0 0 0,1 1-1 0 0,-1 0 1 0 0,1-1 0 0 0,-1 0-1 0 0,1 0 1 0 0,-1-1 0 0 0,5 0 0 0 0,7-1 8 0 0,-1-1-1 0 0,0 0 1 0 0,1-1 0 0 0,24-11 0 0 0,-33 12-16 0 0,1-1 0 0 0,-1 1 0 0 0,0-1 1 0 0,0-1-1 0 0,-1 1 0 0 0,1-1 0 0 0,-1-1 0 0 0,0 1 0 0 0,0-1 1 0 0,-1 0-1 0 0,0 0 0 0 0,0-1 0 0 0,0 1 0 0 0,6-14 0 0 0,-5 8-3 0 0,-2 0 0 0 0,0 0 0 0 0,0-1 0 0 0,-1 1 0 0 0,-1-1 0 0 0,0 0 0 0 0,0 0 0 0 0,-2-20 0 0 0,0-6-71 0 0,0 36 124 0 0,0 5 12 0 0,-1 0-1 0 0,0 0 1 0 0,1 0 0 0 0,-1-1 0 0 0,1 1 0 0 0,-1 0 0 0 0,1 0 0 0 0,0 0 0 0 0,0 0 0 0 0,0 3-1 0 0,0 4 64 0 0,6 141 1171 0 0,-4-136-1374 0 0,0 0 0 0 0,1 0 0 0 0,0-1 0 0 0,2 1 0 0 0,-1-1 0 0 0,1 1 0 0 0,1-1 0 0 0,10 17 0 0 0,-12-26-263 0 0,-1 0-1 0 0,0 0 1 0 0,1 0 0 0 0,0 0-1 0 0,0 0 1 0 0,0-1-1 0 0,0 0 1 0 0,6 3 0 0 0,-7-4-668 0 0,1 0 0 0 0,0 0 0 0 0,0 0 0 0 0,0-1 0 0 0,0 0 0 0 0,6 2 0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14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7 154 2956 0 0,'-2'-65'7197'0'0,"-3"-23"2590"0"0,7 89-9689 0 0,-1 1 1 0 0,0 0-1 0 0,0 0 0 0 0,-1 0 1 0 0,1 0-1 0 0,0 0 0 0 0,-1 0 1 0 0,1 0-1 0 0,-1 0 1 0 0,1 4-1 0 0,0-3 61 0 0,12 74 570 0 0,-4 2 1 0 0,0 94-1 0 0,7 66-2342 0 0,-15-235 1322 0 0,10 57-3101 0 0,-10-57 2210 0 0,1 1 0 0 0,0-1 0 0 0,0 1 0 0 0,0-1-1 0 0,0 0 1 0 0,4 5 0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15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92 732 0 0,'12'-80'13565'0'0,"-12"80"-13511"0"0,0 0 1 0 0,0-1-1 0 0,0 1 1 0 0,0-1-1 0 0,0 1 0 0 0,0 0 1 0 0,0-1-1 0 0,0 1 1 0 0,0-1-1 0 0,0 1 1 0 0,0-1-1 0 0,0 1 1 0 0,0 0-1 0 0,0-1 1 0 0,-1 1-1 0 0,1-1 1 0 0,0 1-1 0 0,0 0 0 0 0,0-1 1 0 0,-1 1-1 0 0,1 0 1 0 0,0-1-1 0 0,0 1 1 0 0,-1 0-1 0 0,1-1 1 0 0,0 1-1 0 0,-1 0 1 0 0,1 0-1 0 0,0-1 1 0 0,-1 1-1 0 0,1 0 0 0 0,-1 0 1 0 0,1 0-1 0 0,0 0 1 0 0,-1-1-1 0 0,1 1 1 0 0,-1 0-1 0 0,0 0 1 0 0,-14 1 507 0 0,13 0-599 0 0,-8 2 151 0 0,0 0 1 0 0,0 1 0 0 0,0 0 0 0 0,1 0-1 0 0,-1 1 1 0 0,-10 8 0 0 0,-6 2 21 0 0,-206 122 411 0 0,145-84-309 0 0,85-52-209 0 0,33-17-59 0 0,-16 12 26 0 0,0 0 0 0 0,-1 1-1 0 0,1 1 1 0 0,0 1 0 0 0,28 0 0 0 0,-33 1 19 0 0,0 2 0 0 0,-1-1 0 0 0,1 1 0 0 0,-1 1 0 0 0,0 0 1 0 0,0 0-1 0 0,0 0 0 0 0,0 2 0 0 0,0-1 0 0 0,10 7 0 0 0,-2 2 42 0 0,-1 1 0 0 0,0 0-1 0 0,-1 1 1 0 0,18 24 0 0 0,-15-19-10 0 0,0 0 1 0 0,21 17-1 0 0,-30-30-35 0 0,1 0 0 0 0,1-1-1 0 0,-1 0 1 0 0,1-1-1 0 0,0 0 1 0 0,0-1 0 0 0,0 0-1 0 0,1-1 1 0 0,-1 0-1 0 0,1-1 1 0 0,0 0 0 0 0,-1-1-1 0 0,19 0 1 0 0,-8-2-8 0 0,0 0 1 0 0,-1-1-1 0 0,1-2 1 0 0,0 0-1 0 0,-1-1 1 0 0,30-12-1 0 0,-39 12-11 0 0,-2 0 0 0 0,1-1 0 0 0,-1 0 0 0 0,1 0 0 0 0,-2-2 0 0 0,1 1 0 0 0,-1-1 0 0 0,0 0 0 0 0,-1-1 0 0 0,0 0 0 0 0,0 0 0 0 0,-1-1 0 0 0,0 0 0 0 0,8-16 0 0 0,-11 17 47 0 0,0 0 1 0 0,0 0 0 0 0,0 0-1 0 0,-1-1 1 0 0,-1 1-1 0 0,0-1 1 0 0,0 0-1 0 0,-1 0 1 0 0,0 0 0 0 0,0 0-1 0 0,-1 0 1 0 0,-1 0-1 0 0,0 1 1 0 0,0-1-1 0 0,-1 0 1 0 0,0 0 0 0 0,-7-18-1 0 0,9 26-21 0 0,-1 0 0 0 0,1 1 1 0 0,-1-1-1 0 0,0 0 0 0 0,0 1 0 0 0,0-1 0 0 0,0 1 0 0 0,0-1 0 0 0,0 1 1 0 0,0-1-1 0 0,0 1 0 0 0,-1 0 0 0 0,1 0 0 0 0,-1 0 0 0 0,1-1 0 0 0,-1 1 0 0 0,1 1 1 0 0,-1-1-1 0 0,1 0 0 0 0,-4-1 0 0 0,3 2-9 0 0,0 0 1 0 0,0 0-1 0 0,0 0 1 0 0,0 0-1 0 0,0 0 0 0 0,0 1 1 0 0,0-1-1 0 0,0 0 0 0 0,0 1 1 0 0,0 0-1 0 0,0-1 1 0 0,1 1-1 0 0,-1 0 0 0 0,0 0 1 0 0,-3 3-1 0 0,-2 1 44 0 0,0 1 0 0 0,0 1-1 0 0,1-1 1 0 0,0 1 0 0 0,0 1 0 0 0,-8 12-1 0 0,6-6 34 0 0,0 0 0 0 0,2 1 0 0 0,-1-1 0 0 0,2 2 0 0 0,0-1 0 0 0,1 1 0 0 0,0-1 0 0 0,2 1 0 0 0,-2 17 0 0 0,3-25-66 0 0,1 0 0 0 0,0 1-1 0 0,0-1 1 0 0,1 0-1 0 0,0 0 1 0 0,0 0-1 0 0,1 0 1 0 0,0 0 0 0 0,0-1-1 0 0,1 1 1 0 0,0-1-1 0 0,1 1 1 0 0,-1-1-1 0 0,1 0 1 0 0,1 0-1 0 0,-1 0 1 0 0,1-1 0 0 0,0 0-1 0 0,11 10 1 0 0,-8-10-8 0 0,1-1 0 0 0,0 0 1 0 0,0 0-1 0 0,0-1 1 0 0,1 0-1 0 0,-1 0 0 0 0,1-1 1 0 0,0-1-1 0 0,0 1 0 0 0,0-2 1 0 0,15 2-1 0 0,14-1-136 0 0,60-5 0 0 0,-94 2 97 0 0,27-1-759 0 0,1-2 0 0 0,47-11 0 0 0,-63 10-513 0 0,-1 0 1 0 0,21-10-1 0 0,-27 10-527 0 0,0-1 0 0 0,-1 1 0 0 0,0-2 0 0 0,13-10 0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16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75 672 0 0,'-3'-24'6920'0'0,"1"-8"-1161"0"0,2 30-5211 0 0,-4-15 1321 0 0,15 51-1768 0 0,2 0 0 0 0,1-1 0 0 0,1-1 0 0 0,36 54 0 0 0,-46-79-80 0 0,0 1 0 0 0,1-2-1 0 0,0 1 1 0 0,0-1 0 0 0,1 1 0 0 0,-1-2 0 0 0,1 1 0 0 0,1-1 0 0 0,-1 0 0 0 0,1 0 0 0 0,0-1-1 0 0,0 0 1 0 0,0-1 0 0 0,0 0 0 0 0,1 0 0 0 0,-1 0 0 0 0,1-1 0 0 0,13 1 0 0 0,-11-2 0 0 0,0 0-1 0 0,0-1 1 0 0,0 0 0 0 0,0-1 0 0 0,1 0 0 0 0,-1-1 0 0 0,0 0-1 0 0,-1-1 1 0 0,1 0 0 0 0,0 0 0 0 0,-1-1 0 0 0,1-1 0 0 0,-1 0-1 0 0,13-9 1 0 0,-17 10-14 0 0,0-1 0 0 0,-1 0 0 0 0,0 0 0 0 0,0 0 0 0 0,0 0 0 0 0,0-1 0 0 0,-1 0 1 0 0,0 0-1 0 0,0 0 0 0 0,-1-1 0 0 0,0 1 0 0 0,0-1 0 0 0,0 0 0 0 0,-1 0 0 0 0,0 0 0 0 0,0 0 0 0 0,1-12 0 0 0,-2 7 149 0 0,0-1 0 0 0,-1 1-1 0 0,-1-1 1 0 0,0 1 0 0 0,0 0 0 0 0,-1-1 0 0 0,-1 1-1 0 0,0 0 1 0 0,-7-17 0 0 0,10 28-150 0 0,-1 1 0 0 0,1-1 0 0 0,0 1-1 0 0,0-1 1 0 0,0 1 0 0 0,-1 0 0 0 0,1-1 0 0 0,0 1 0 0 0,0-1 0 0 0,-1 1 0 0 0,1 0-1 0 0,0-1 1 0 0,-1 1 0 0 0,1 0 0 0 0,0-1 0 0 0,-1 1 0 0 0,1 0 0 0 0,0 0-1 0 0,-1-1 1 0 0,1 1 0 0 0,-1 0 0 0 0,1 0 0 0 0,-1 0 0 0 0,1 0 0 0 0,-1-1-1 0 0,1 1 1 0 0,-1 0 0 0 0,1 0 0 0 0,0 0 0 0 0,-1 0 0 0 0,1 0 0 0 0,-1 0-1 0 0,1 0 1 0 0,-1 0 0 0 0,1 0 0 0 0,-1 0 0 0 0,1 1 0 0 0,-1-1 0 0 0,1 0-1 0 0,-1 0 1 0 0,1 0 0 0 0,0 1 0 0 0,-1-1 0 0 0,1 0 0 0 0,-1 0 0 0 0,1 1 0 0 0,0-1-1 0 0,-1 0 1 0 0,1 1 0 0 0,-1-1 0 0 0,-14 19 50 0 0,4 5 14 0 0,2 1 0 0 0,0-1-1 0 0,2 1 1 0 0,0 1 0 0 0,-4 40 0 0 0,-2 134 860 0 0,11-150-620 0 0,-1 235 864 0 0,3-121-369 0 0,-25 209 1 0 0,25-371-790 0 0,-6 34 597 0 0,-10 39-1 0 0,14-66-435 0 0,-1 0 0 0 0,0-1 0 0 0,0 1 0 0 0,-1-1 0 0 0,0 0 0 0 0,0 0-1 0 0,-1 0 1 0 0,0-1 0 0 0,-1 0 0 0 0,-7 9 0 0 0,11-15-153 0 0,0 1 0 0 0,0-1-1 0 0,0 1 1 0 0,0-1 0 0 0,0 0 0 0 0,0 0-1 0 0,-1 0 1 0 0,1 0 0 0 0,0 0 0 0 0,-1-1-1 0 0,1 1 1 0 0,-1-1 0 0 0,1 1-1 0 0,-1-1 1 0 0,1 0 0 0 0,0 0 0 0 0,-1 0-1 0 0,1 0 1 0 0,-1-1 0 0 0,1 1 0 0 0,-1-1-1 0 0,1 1 1 0 0,0-1 0 0 0,-1 0 0 0 0,1 0-1 0 0,0 0 1 0 0,0 0 0 0 0,-1 0 0 0 0,1-1-1 0 0,0 1 1 0 0,0-1 0 0 0,-2-1 0 0 0,-3-3-13 0 0,0 0 1 0 0,0-1-1 0 0,0 0 1 0 0,1 0-1 0 0,0 0 1 0 0,1-1-1 0 0,-7-10 1 0 0,2-2-16 0 0,0 0 1 0 0,2 0 0 0 0,0-1-1 0 0,1 0 1 0 0,1-1 0 0 0,2 1-1 0 0,0-1 1 0 0,-2-38 0 0 0,5 33-74 0 0,2 0 1 0 0,1-1-1 0 0,1 1 0 0 0,1 0 1 0 0,2 1-1 0 0,14-43 0 0 0,-9 37-363 0 0,2 1 0 0 0,2 1 0 0 0,1 0 0 0 0,1 1 0 0 0,23-30 0 0 0,-20 33-617 0 0,2 1 0 0 0,0 1 0 0 0,2 0 1 0 0,0 2-1 0 0,32-22 0 0 0,53-26-8223 0 0,-74 51 2983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16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72 2720 0 0,'-20'-14'10144'0'0,"19"13"-10062"0"0,1 1-1 0 0,-1 0 1 0 0,1 0 0 0 0,0 0-1 0 0,-1-1 1 0 0,1 1 0 0 0,-1 0 0 0 0,1 0-1 0 0,0-1 1 0 0,-1 1 0 0 0,1 0-1 0 0,0-1 1 0 0,-1 1 0 0 0,1-1 0 0 0,0 1-1 0 0,0 0 1 0 0,-1-1 0 0 0,1 1-1 0 0,0-1 1 0 0,0 1 0 0 0,0-1 0 0 0,-1 1-1 0 0,1 0 1 0 0,0-1 0 0 0,0 1-1 0 0,0-1 1 0 0,0 1 0 0 0,0-1 0 0 0,0 1-1 0 0,0-1 1 0 0,0 1 0 0 0,0-1 0 0 0,1 0-24 0 0,0 0 0 0 0,-1 0 1 0 0,1 0-1 0 0,0 1 1 0 0,0-1-1 0 0,0 0 1 0 0,0 1-1 0 0,-1-1 1 0 0,1 0-1 0 0,0 1 1 0 0,0-1-1 0 0,0 1 1 0 0,2-1-1 0 0,42-10-151 0 0,-39 10 327 0 0,109-16-1107 0 0,-39 12-6804 0 0,-60 4 2111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16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0 1476 0 0,'-75'57'10136'0'0,"74"-57"-10046"0"0,0 1 1 0 0,1-1-1 0 0,-1 0 1 0 0,0 1 0 0 0,1-1-1 0 0,-1 1 1 0 0,0-1-1 0 0,1 1 1 0 0,-1 0 0 0 0,1-1-1 0 0,-1 1 1 0 0,1-1-1 0 0,-1 1 1 0 0,1 0 0 0 0,0-1-1 0 0,-1 1 1 0 0,1 0-1 0 0,0 0 1 0 0,-1-1 0 0 0,1 1-1 0 0,0 0 1 0 0,0 0-1 0 0,0-1 1 0 0,-1 2-1 0 0,2-1-41 0 0,-1-1 0 0 0,1 1 0 0 0,-1-1 0 0 0,0 1 0 0 0,1 0 0 0 0,-1-1 0 0 0,1 1-1 0 0,-1-1 1 0 0,1 0 0 0 0,0 1 0 0 0,-1-1 0 0 0,1 1 0 0 0,-1-1 0 0 0,1 0 0 0 0,0 1-1 0 0,-1-1 1 0 0,1 0 0 0 0,0 0 0 0 0,1 1 0 0 0,33 3 420 0 0,21-8-984 0 0,94-17 1 0 0,-19-11-6073 0 0,-80 17 1284 0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20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52 1024 0 0,'-69'0'7933'0'0,"66"0"-7216"0"0,0-1-77 0 0,0 1-423 0 0,-14-4 972 0 0,16 4-1128 0 0,1 0 0 0 0,-1-1 0 0 0,0 1 1 0 0,1 0-1 0 0,-1-1 0 0 0,0 1 0 0 0,1 0 0 0 0,-1-1 1 0 0,1 1-1 0 0,-1-1 0 0 0,1 1 0 0 0,-1-1 1 0 0,1 1-1 0 0,0-1 0 0 0,-1 1 0 0 0,1-1 0 0 0,-1 0 1 0 0,1 1-1 0 0,0-1 0 0 0,0 0 0 0 0,-1 1 0 0 0,1-1 1 0 0,0 0-1 0 0,0 1 0 0 0,0-1 0 0 0,0-1 1 0 0,-1 1-43 0 0,1 0 1 0 0,1-1-1 0 0,-1 1 1 0 0,0 0 0 0 0,0 0-1 0 0,0-1 1 0 0,1 1 0 0 0,-1 0-1 0 0,1 0 1 0 0,-1-1 0 0 0,1 1-1 0 0,-1 0 1 0 0,1 0-1 0 0,0 0 1 0 0,-1 0 0 0 0,1 0-1 0 0,0 0 1 0 0,0 0 0 0 0,0 0-1 0 0,0 0 1 0 0,0 0-1 0 0,0 0 1 0 0,0 0 0 0 0,0 1-1 0 0,0-1 1 0 0,0 1 0 0 0,0-1-1 0 0,1 0 1 0 0,-1 1 0 0 0,0 0-1 0 0,0-1 1 0 0,1 1-1 0 0,-1 0 1 0 0,0 0 0 0 0,1 0-1 0 0,-1-1 1 0 0,2 2 0 0 0,4-1-12 0 0,0 1 0 0 0,-1 1 0 0 0,1-1 0 0 0,-1 1 0 0 0,1 0 0 0 0,-1 1 0 0 0,0-1 0 0 0,0 1 0 0 0,0 0-1 0 0,0 1 1 0 0,0 0 0 0 0,9 8 0 0 0,-7-5 22 0 0,-1 0-1 0 0,0 1 1 0 0,-1 0-1 0 0,1 1 0 0 0,-2-1 1 0 0,1 1-1 0 0,-1 0 1 0 0,4 10-1 0 0,-4-6 101 0 0,0-1-1 0 0,-1 1 0 0 0,-1 0 1 0 0,0-1-1 0 0,0 2 1 0 0,-2-1-1 0 0,1 0 1 0 0,-2 0-1 0 0,0 0 1 0 0,0 1-1 0 0,-1-1 1 0 0,-1 0-1 0 0,-6 26 0 0 0,2-24 86 0 0,0 0-1 0 0,-1 0 0 0 0,0 0 0 0 0,-2-1 0 0 0,0 0 0 0 0,0 0 1 0 0,-21 21-1 0 0,22-26-44 0 0,-1 0 0 0 0,-1-1 0 0 0,1 0-1 0 0,-1 0 1 0 0,-1-1 0 0 0,1-1 0 0 0,-1 0 0 0 0,0 0 0 0 0,-1-1 0 0 0,-23 7 0 0 0,4-11 279 0 0,30-1-441 0 0,1 0-1 0 0,-1-1 0 0 0,0 1 1 0 0,0 0-1 0 0,1 0 1 0 0,-1-1-1 0 0,0 1 0 0 0,1 0 1 0 0,-1-1-1 0 0,1 1 1 0 0,-1-1-1 0 0,0 1 1 0 0,1-1-1 0 0,-1 1 0 0 0,1-1 1 0 0,-1 1-1 0 0,1-1 1 0 0,-1 0-1 0 0,1 1 0 0 0,0-1 1 0 0,-1 1-1 0 0,1-1 1 0 0,0 0-1 0 0,-1 0 0 0 0,1 1 1 0 0,0-1-1 0 0,0 0 1 0 0,0 1-1 0 0,0-1 0 0 0,0 0 1 0 0,0-1-1 0 0,1-21 104 0 0,3 11-100 0 0,1 0-1 0 0,0 0 1 0 0,0 0-1 0 0,1 0 1 0 0,1 1-1 0 0,0 0 1 0 0,11-13 0 0 0,65-68-21 0 0,-79 89 10 0 0,134-118-46 0 0,-31 32 39 0 0,-70 54-12 0 0,-36 34 11 0 0,-1 0 8 0 0,0 0 0 0 0,0 1-1 0 0,0-1 1 0 0,0 1 0 0 0,0-1 0 0 0,0 1 0 0 0,-1-1 0 0 0,1 0 0 0 0,0 1-1 0 0,0-1 1 0 0,-1 1 0 0 0,1-1 0 0 0,0 1 0 0 0,0-1 0 0 0,-1 1 0 0 0,1 0-1 0 0,-1-1 1 0 0,1 1 0 0 0,0-1 0 0 0,-1 1 0 0 0,1 0 0 0 0,-1-1-1 0 0,1 1 1 0 0,-1 0 0 0 0,1-1 0 0 0,-1 1 0 0 0,1 0 0 0 0,-1 0 0 0 0,0-1-1 0 0,-22 0 37 0 0,-25 11-48 0 0,46-9 2 0 0,-10 3-12 0 0,0 0 0 0 0,1 1 0 0 0,0 0 0 0 0,-1 1-1 0 0,2 0 1 0 0,-1 1 0 0 0,1 0 0 0 0,0 1 0 0 0,-16 15 0 0 0,23-20 23 0 0,0 0 0 0 0,0 0 0 0 0,1 0 0 0 0,-1 1 0 0 0,1 0 0 0 0,-1-1 0 0 0,1 1 0 0 0,0 0 0 0 0,1 0 0 0 0,-1 0 0 0 0,1 0 0 0 0,0 0 0 0 0,0 1 0 0 0,0-1 0 0 0,0 0 0 0 0,1 0 0 0 0,-1 1 0 0 0,1-1 0 0 0,0 0 0 0 0,1 1 0 0 0,-1-1 0 0 0,1 0 0 0 0,0 1 0 0 0,0-1 0 0 0,0 0 0 0 0,0 0 0 0 0,1 0 0 0 0,-1 0 0 0 0,1 0 0 0 0,0 0 1 0 0,4 4-1 0 0,0 0 7 0 0,-1-1 0 0 0,2 0 0 0 0,-1 0 0 0 0,1 0 1 0 0,0-1-1 0 0,1 0 0 0 0,-1-1 0 0 0,1 1 0 0 0,0-1 1 0 0,0-1-1 0 0,1 0 0 0 0,0 0 0 0 0,-1-1 0 0 0,18 5 1 0 0,8-1-6 0 0,-1-1 1 0 0,62 1 0 0 0,-29-2 79 0 0,-58-5 79 0 0,-1 1 0 0 0,1-1 0 0 0,0-1-1 0 0,-1 0 1 0 0,1 0 0 0 0,-1 0 0 0 0,0-1 0 0 0,1 0 0 0 0,-1 0 0 0 0,0-1-1 0 0,0 0 1 0 0,0 0 0 0 0,7-5 0 0 0,-14 8-137 0 0,1-1 0 0 0,0 0 0 0 0,-1 1 0 0 0,1-1 0 0 0,0 0 0 0 0,-1 0 0 0 0,1 1 1 0 0,-1-1-1 0 0,1 0 0 0 0,-1 0 0 0 0,0 0 0 0 0,1 0 0 0 0,-1 0 0 0 0,0 0 0 0 0,0 0 0 0 0,0 1 0 0 0,1-1 0 0 0,-1 0 0 0 0,0 0 0 0 0,0-2 0 0 0,3-11-5109 0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20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 1836 0 0,'-33'3'5216'0'0,"12"-2"-2690"0"0,0 1 0 0 0,-26 7 1 0 0,45-9-2245 0 0,0 1-54 0 0,-1-1-100 0 0,-13 2 297 0 0,15-2-405 0 0,1 0 1 0 0,0 0-1 0 0,0 0 1 0 0,-1 1 0 0 0,1-1-1 0 0,0 0 1 0 0,0 0-1 0 0,0 0 1 0 0,-1 0 0 0 0,1 0-1 0 0,0 0 1 0 0,0 0-1 0 0,0 0 1 0 0,0 1 0 0 0,-1-1-1 0 0,1 0 1 0 0,0 0-1 0 0,0 0 1 0 0,0 0 0 0 0,0 1-1 0 0,0-1 1 0 0,0 0-1 0 0,-1 0 1 0 0,1 0 0 0 0,0 1-1 0 0,0-1 1 0 0,0 0-1 0 0,0 0 1 0 0,0 0 0 0 0,0 1-1 0 0,0-1 1 0 0,0 0-1 0 0,0 0 1 0 0,0 0 0 0 0,0 1-1 0 0,0-1 1 0 0,0 0-1 0 0,0 0 1 0 0,0 1 0 0 0,0-1-1 0 0,0 0 1 0 0,0 0-1 0 0,0 0 1 0 0,0 1 0 0 0,1-1-1 0 0,-1 0 1 0 0,0 0-1 0 0,0 0 1 0 0,0 0 0 0 0,0 1-1 0 0,0-1 1 0 0,0 0-1 0 0,1 0 1 0 0,-1 0 0 0 0,0 0-1 0 0,0 0 1 0 0,0 1-1 0 0,1-1 1 0 0,1 1 48 0 0,1 0 0 0 0,-1 0 0 0 0,0 0 1 0 0,1 0-1 0 0,-1 0 0 0 0,1 0 0 0 0,0-1 0 0 0,-1 1 1 0 0,1-1-1 0 0,-1 0 0 0 0,1 0 0 0 0,0 0 0 0 0,2 0 1 0 0,25 0-114 0 0,110 1-563 0 0,-47 5-8826 0 0,-75-5 4043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21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42 1588 0 0,'-124'59'12073'0'0,"83"-38"-9576"0"0,40-21-2385 0 0,0 1 0 0 0,0-1 0 0 0,0 1 0 0 0,-1-1 0 0 0,1 1 0 0 0,0 0-1 0 0,0 0 1 0 0,0-1 0 0 0,0 1 0 0 0,0 0 0 0 0,0 0 0 0 0,0 0 0 0 0,1 0 0 0 0,-2 1 0 0 0,2-1-78 0 0,0-1 1 0 0,0 0 0 0 0,0 1 0 0 0,0-1 0 0 0,0 0 0 0 0,1 1 0 0 0,-1-1 0 0 0,0 0 0 0 0,0 0-1 0 0,0 1 1 0 0,0-1 0 0 0,0 0 0 0 0,1 0 0 0 0,-1 1 0 0 0,0-1 0 0 0,0 0 0 0 0,1 0 0 0 0,-1 1 0 0 0,0-1-1 0 0,0 0 1 0 0,1 0 0 0 0,-1 0 0 0 0,0 0 0 0 0,0 0 0 0 0,1 1 0 0 0,-1-1 0 0 0,0 0 0 0 0,1 0-1 0 0,-1 0 1 0 0,0 0 0 0 0,0 0 0 0 0,1 0 0 0 0,0 0 0 0 0,32 2 744 0 0,283-57 225 0 0,-226 36-972 0 0,42-14-1251 0 0,-47 5-3278 0 0,-70 21 2470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21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59 712 0 0,'-36'0'4674'0'0,"-97"3"10273"0"0,130-3-14049 0 0,-12 3 635 0 0,11-2-1266 0 0,7 0-88 0 0,16-1-9 0 0,27-3-31 0 0,406-50 1071 0 0,-449 53-1080 0 0,6-2 39 0 0,-11-1 182 0 0,-20-2-1410 0 0,12 5 848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22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214 126 1868 0 0,'-36'-45'8800'0'0,"26"33"-6675"0"0,0 0 0 0 0,-10-17 1 0 0,19 29-2104 0 0,1-1 1 0 0,0 1 0 0 0,0-1-1 0 0,-1 1 1 0 0,1-1 0 0 0,0 1 0 0 0,0 0-1 0 0,0-1 1 0 0,0 1 0 0 0,0-1-1 0 0,0 1 1 0 0,-1-1 0 0 0,1 1-1 0 0,0-1 1 0 0,0 1 0 0 0,0-1 0 0 0,1 1-1 0 0,-1-1 1 0 0,0 1 0 0 0,0-1-1 0 0,0 1 1 0 0,0-1 0 0 0,0 1 0 0 0,1-1-1 0 0,-1 1 1 0 0,0-1 0 0 0,0 1-1 0 0,1 0 1 0 0,-1-1 0 0 0,1 0 0 0 0,15-7 216 0 0,17 4-156 0 0,-23 5-72 0 0,1 0 0 0 0,0 1 0 0 0,-1 0-1 0 0,1 1 1 0 0,-1 0 0 0 0,0 1 0 0 0,0 0 0 0 0,0 1-1 0 0,-1 0 1 0 0,1 0 0 0 0,-1 1 0 0 0,0 0 0 0 0,-1 1-1 0 0,0 0 1 0 0,14 14 0 0 0,-17-15-2 0 0,0 1 0 0 0,0-1 1 0 0,-1 1-1 0 0,0 0 0 0 0,0 0 0 0 0,-1 0 1 0 0,0 0-1 0 0,0 1 0 0 0,-1-1 0 0 0,0 1 1 0 0,0 0-1 0 0,1 11 0 0 0,-3-7 73 0 0,0 0 0 0 0,0 0 1 0 0,-1-1-1 0 0,-1 1 0 0 0,0 0 0 0 0,0-1 0 0 0,-7 20 0 0 0,-2-5 160 0 0,-1 0-1 0 0,-2 0 1 0 0,0-1 0 0 0,-1-1 0 0 0,-2-1-1 0 0,-22 25 1 0 0,-118 108 1266 0 0,58-64-838 0 0,99-91-660 0 0,-1-1-1 0 0,1 0 1 0 0,-1 1-1 0 0,1-1 1 0 0,0 0 0 0 0,-1 1-1 0 0,1-1 1 0 0,0 1-1 0 0,-1-1 1 0 0,1 0-1 0 0,0 1 1 0 0,-1-1 0 0 0,1 1-1 0 0,0-1 1 0 0,0 1-1 0 0,0-1 1 0 0,-1 1-1 0 0,1-1 1 0 0,0 1 0 0 0,0-1-1 0 0,0 1 1 0 0,0-1-1 0 0,0 1 1 0 0,0-1-1 0 0,0 1 1 0 0,0 0 0 0 0,0-1-1 0 0,0 1 1 0 0,0-1-1 0 0,1 1 1 0 0,-1 0 6 0 0,1 0 0 0 0,0-1 0 0 0,0 1 0 0 0,-1-1 0 0 0,1 1 0 0 0,0-1 0 0 0,0 1 0 0 0,0-1 0 0 0,0 1 0 0 0,-1-1 0 0 0,1 0 0 0 0,0 0 0 0 0,0 1 0 0 0,2-1 0 0 0,32 2 189 0 0,-34-2-209 0 0,52-5 125 0 0,0-2 0 0 0,75-21 0 0 0,-45 10 6 0 0,-41 10-9 0 0,44-11 618 0 0,-84 18-718 0 0,5-6-466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22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303 105 92 0 0,'5'-7'1527'0'0,"0"-1"-1"0"0,-1 0 1 0 0,1 0-1 0 0,-2 0 1 0 0,1 0-1 0 0,-1-1 1 0 0,0 1-1 0 0,2-13 1 0 0,-5 20-1463 0 0,0 1 1 0 0,0-1 0 0 0,1 0 0 0 0,-1 1 0 0 0,0-1 0 0 0,0 0-1 0 0,0 1 1 0 0,0-1 0 0 0,-1 0 0 0 0,1 1 0 0 0,0-1 0 0 0,0 0 0 0 0,0 1-1 0 0,0-1 1 0 0,-1 1 0 0 0,1-1 0 0 0,0 0 0 0 0,-1 1 0 0 0,1-1-1 0 0,0 1 1 0 0,-1-1 0 0 0,1 1 0 0 0,-1-1 0 0 0,1 1 0 0 0,-1-1-1 0 0,1 1 1 0 0,-1-1 0 0 0,0 0 0 0 0,-1 1 1 0 0,0-1 0 0 0,1 1 0 0 0,-1 0 0 0 0,1 0 1 0 0,-1-1-1 0 0,0 1 0 0 0,1 0 0 0 0,-1 0 0 0 0,1 1 0 0 0,-1-1 0 0 0,-2 1 0 0 0,-4 1 87 0 0,1 0 0 0 0,-1 1 0 0 0,-12 6 0 0 0,9-3-65 0 0,0 0 0 0 0,1 1 0 0 0,-1 0-1 0 0,2 1 1 0 0,-1 0 0 0 0,1 1 0 0 0,-14 17-1 0 0,20-23-76 0 0,1 0 0 0 0,-1 0 0 0 0,1 0 0 0 0,0 1 0 0 0,0-1 0 0 0,1 1 0 0 0,-1 0 0 0 0,1-1 0 0 0,0 1 0 0 0,0 0 0 0 0,0 0 0 0 0,0 0 0 0 0,0 0 0 0 0,1 0 1 0 0,0 0-1 0 0,0 0 0 0 0,0 0 0 0 0,0 0 0 0 0,1 0 0 0 0,0-1 0 0 0,0 1 0 0 0,0 0 0 0 0,0 0 0 0 0,0 0 0 0 0,1-1 0 0 0,-1 1 0 0 0,1 0 0 0 0,3 3 0 0 0,5 6 92 0 0,0-1 0 0 0,2 0 0 0 0,-1 0 0 0 0,1-1-1 0 0,1-1 1 0 0,23 15 0 0 0,-19-13 110 0 0,-1 0-1 0 0,0 1 0 0 0,20 20 1 0 0,-35-32-114 0 0,1 1 0 0 0,-1-1 0 0 0,0 1 0 0 0,0 0 0 0 0,0-1 1 0 0,0 1-1 0 0,0 0 0 0 0,0-1 0 0 0,0 1 0 0 0,0 0 0 0 0,-1 0 0 0 0,1 0 1 0 0,-1 0-1 0 0,0 0 0 0 0,1 0 0 0 0,-1 0 0 0 0,0 0 0 0 0,0 0 0 0 0,0-1 1 0 0,0 1-1 0 0,0 0 0 0 0,-1 3 0 0 0,-1-2 38 0 0,1 1 0 0 0,-1-1 0 0 0,1 0 0 0 0,-1 0 0 0 0,0-1 0 0 0,0 1 0 0 0,0 0 0 0 0,0-1 0 0 0,-1 1 0 0 0,1-1 0 0 0,-6 4 0 0 0,-3 2 96 0 0,0-1-1 0 0,-1-1 1 0 0,1 0-1 0 0,-1-1 1 0 0,-22 8 0 0 0,13-8-200 0 0,0 0 0 0 0,0-1 0 0 0,0-1 1 0 0,-1-1-1 0 0,1-1 0 0 0,-1-1 0 0 0,1-1 1 0 0,-33-5-1 0 0,53 6-165 0 0,-1 0 0 0 0,1 0 1 0 0,0 0-1 0 0,0 0 0 0 0,0-1 0 0 0,0 1 0 0 0,0 0 1 0 0,0-1-1 0 0,0 1 0 0 0,0-1 0 0 0,0 1 0 0 0,0-1 1 0 0,0 0-1 0 0,0 1 0 0 0,0-1 0 0 0,0 0 0 0 0,0 0 1 0 0,0 0-1 0 0,1 0 0 0 0,-1 1 0 0 0,0-1 0 0 0,1 0 0 0 0,-2-2 1 0 0,2 1-31 0 0,0 1 1 0 0,0 0-1 0 0,0 0 1 0 0,0-1 0 0 0,0 1-1 0 0,1 0 1 0 0,-1 0-1 0 0,0-1 1 0 0,1 1-1 0 0,-1 0 1 0 0,1 0 0 0 0,-1 0-1 0 0,1 0 1 0 0,0-1-1 0 0,-1 1 1 0 0,1 0-1 0 0,1-1 1 0 0,5-5-1741 0 0,0 0 0 0 0,0 1-1 0 0,0 0 1 0 0,11-7 0 0 0,3 0-5441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10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20 392 0 0,'-179'64'16782'0'0,"151"-52"-14185"0"0,23-8-1437 0 0,17-5-852 0 0,60-15 35 0 0,271-51-1 0 0,-309 62-560 0 0,14-2 594 0 0,-33 3-3812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10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38 101 3140 0 0,'-2'-13'3354'0'0,"1"8"-2302"0"0,0-1 0 0 0,0 0 0 0 0,0 1-1 0 0,1-1 1 0 0,0 1 0 0 0,1-7 0 0 0,-1 10-973 0 0,0 0-1 0 0,1 0 1 0 0,0 0-1 0 0,-1 0 1 0 0,1 1-1 0 0,0-1 1 0 0,0 0-1 0 0,0 1 1 0 0,0-1-1 0 0,0 0 1 0 0,1 1 0 0 0,-1-1-1 0 0,0 1 1 0 0,1 0-1 0 0,-1-1 1 0 0,1 1-1 0 0,-1 0 1 0 0,1 0-1 0 0,0 0 1 0 0,-1 0-1 0 0,1 0 1 0 0,2-1-1 0 0,2 0-28 0 0,0 1-1 0 0,1-1 0 0 0,-1 1 1 0 0,0 0-1 0 0,0 1 0 0 0,0-1 1 0 0,1 1-1 0 0,-1 0 0 0 0,0 1 1 0 0,0-1-1 0 0,8 3 0 0 0,1 0-15 0 0,1 2 0 0 0,0-1 0 0 0,15 9 1 0 0,-19-8-26 0 0,0 1 1 0 0,-1 0-1 0 0,0 1 1 0 0,0 0 0 0 0,-1 1-1 0 0,1 0 1 0 0,-2 0 0 0 0,1 1-1 0 0,9 12 1 0 0,-15-15 1 0 0,0-1-1 0 0,0 1 1 0 0,0 1-1 0 0,-1-1 1 0 0,0 0-1 0 0,0 1 1 0 0,0 0 0 0 0,-1-1-1 0 0,0 1 1 0 0,0 0-1 0 0,-1 0 1 0 0,0 0-1 0 0,0 0 1 0 0,-1 1 0 0 0,1-1-1 0 0,-2 0 1 0 0,1 0-1 0 0,-2 8 1 0 0,-3 5 53 0 0,-1-1 1 0 0,-1 1 0 0 0,0-1-1 0 0,-2 0 1 0 0,0-1-1 0 0,-1 0 1 0 0,-1-1 0 0 0,0 0-1 0 0,-22 24 1 0 0,-16 13 521 0 0,-71 61 0 0 0,116-112-556 0 0,-86 80 1055 0 0,89-81-947 0 0,1-1-121 0 0,1-1 0 0 0,-1 1 0 0 0,1-1 0 0 0,-1 1 0 0 0,1-1 0 0 0,-1 1 0 0 0,1-1 0 0 0,0 0 0 0 0,-1 1 0 0 0,1-1 0 0 0,0 0-1 0 0,0 1 1 0 0,-1-1 0 0 0,1 0 0 0 0,0 0 0 0 0,0 0 0 0 0,-1 0 0 0 0,1 1 0 0 0,0-1 0 0 0,0 0 0 0 0,-1 0 0 0 0,1-1 0 0 0,0 1 0 0 0,0 0 0 0 0,1 0 0 0 0,20-3 80 0 0,-22 3-93 0 0,205-33 392 0 0,11-3-1934 0 0,-192 33 642 0 0,53-7-2102 0 0,-25 1-3349 0 0,-25 2-168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11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87 103 1584 0 0,'-12'-16'4197'0'0,"7"9"-2328"0"0,0 1-1 0 0,0 0 1 0 0,-9-8 0 0 0,12 13-1464 0 0,-1 0-52 0 0,3 1-334 0 0,0 0 0 0 0,0-1-1 0 0,0 1 1 0 0,-1 0-1 0 0,1 0 1 0 0,0 0-1 0 0,0 0 1 0 0,-1-1-1 0 0,1 1 1 0 0,0 0 0 0 0,0 0-1 0 0,-1 0 1 0 0,1 0-1 0 0,0 0 1 0 0,0 0-1 0 0,-1 0 1 0 0,1 0 0 0 0,0 0-1 0 0,-1 0 1 0 0,1 0-1 0 0,0 0 1 0 0,0 0-1 0 0,-1 0 1 0 0,1 0-1 0 0,0 0 1 0 0,-1 0 0 0 0,1 0-1 0 0,0 0 1 0 0,0 0-1 0 0,-1 0 1 0 0,1 1-1 0 0,0-1 1 0 0,0 0 0 0 0,-1 0-1 0 0,1 0 1 0 0,0 0-1 0 0,0 1 1 0 0,0-1-1 0 0,-1 0 1 0 0,1 0-1 0 0,0 0 1 0 0,0 1 0 0 0,0-1-1 0 0,0 0 1 0 0,-1 0-1 0 0,1 1 1 0 0,0-1-1 0 0,0 0 1 0 0,0 0-1 0 0,0 1 1 0 0,0-1 0 0 0,0 0-1 0 0,0 1 1 0 0,0-1-1 0 0,0 0 1 0 0,0 0-1 0 0,0 1 1 0 0,0-1 0 0 0,0 0-1 0 0,0 1 1 0 0,0-1-1 0 0,0 0 1 0 0,0 0-1 0 0,0 1 1 0 0,0-1-1 0 0,1 1 1 0 0,0 18 158 0 0,1 0 0 0 0,1-1 0 0 0,1 1 0 0 0,0 0 0 0 0,1-1 1 0 0,1 0-1 0 0,1 0 0 0 0,1-1 0 0 0,11 19 0 0 0,-13-28-147 0 0,0 1 0 0 0,1-1 1 0 0,0 0-1 0 0,0-1 0 0 0,1 0 1 0 0,0 0-1 0 0,0-1 0 0 0,1 0 1 0 0,0 0-1 0 0,0-1 0 0 0,0 0 0 0 0,1-1 1 0 0,18 7-1 0 0,-18-8-15 0 0,-1-1 0 0 0,0 0 0 0 0,1 0 0 0 0,-1-1 0 0 0,1 0 0 0 0,-1-1 1 0 0,1 0-1 0 0,0 0 0 0 0,-1-1 0 0 0,1 0 0 0 0,-1-1 0 0 0,0 0 0 0 0,1-1 0 0 0,-1 0 0 0 0,12-5 0 0 0,-17 6-10 0 0,1-1-1 0 0,-1 0 0 0 0,0 1 0 0 0,-1-1 1 0 0,1 0-1 0 0,0-1 0 0 0,-1 1 0 0 0,0-1 1 0 0,1 0-1 0 0,-1 1 0 0 0,-1-1 0 0 0,1-1 1 0 0,2-4-1 0 0,-1 1-7 0 0,-1 0 1 0 0,-1-1-1 0 0,1 1 0 0 0,-1 0 1 0 0,-1-1-1 0 0,2-16 1 0 0,-3-3 17 0 0,-1-1 1 0 0,-1 1 0 0 0,-9-40 0 0 0,9 53 28 0 0,2 8-33 0 0,-1 1-1 0 0,-1-1 1 0 0,1 1 0 0 0,-1-1 0 0 0,0 1 0 0 0,-4-7-1 0 0,5 11-2 0 0,1 3-7 0 0,-1 0 1 0 0,0 0 0 0 0,0 1-1 0 0,1-1 1 0 0,-1 0 0 0 0,0 0-1 0 0,1 1 1 0 0,0-1 0 0 0,-1 0 0 0 0,1 1-1 0 0,0-1 1 0 0,-1 1 0 0 0,1-1-1 0 0,0 3 1 0 0,-12 487 2308 0 0,1-104-847 0 0,5-319-856 0 0,-3-1 0 0 0,-3 0 0 0 0,-35 109 0 0 0,40-156-169 0 0,-1 0 1 0 0,-1-1 0 0 0,-18 32-1 0 0,23-46-308 0 0,1 0-1 0 0,-1 1 1 0 0,0-1-1 0 0,0-1 1 0 0,-1 1-1 0 0,1-1 1 0 0,-1 0-1 0 0,0 0 1 0 0,0 0-1 0 0,0 0 0 0 0,-1-1 1 0 0,1 0-1 0 0,-1 0 1 0 0,0-1-1 0 0,0 1 1 0 0,-9 1-1 0 0,11-3-85 0 0,0-1 0 0 0,-1 0 0 0 0,1 0 0 0 0,0-1 0 0 0,0 1 0 0 0,0-1 0 0 0,0 0 0 0 0,0 0 0 0 0,0 0 0 0 0,0 0-1 0 0,0-1 1 0 0,0 0 0 0 0,0 0 0 0 0,1 0 0 0 0,-1 0 0 0 0,1 0 0 0 0,-1-1 0 0 0,1 0 0 0 0,0 0 0 0 0,-4-5 0 0 0,-3-2 18 0 0,1-1 0 0 0,1 0-1 0 0,0-1 1 0 0,-12-23 0 0 0,14 23-50 0 0,0-1-1 0 0,1-1 0 0 0,0 1 0 0 0,2-1 1 0 0,-1 0-1 0 0,2 0 0 0 0,0 0 0 0 0,0 0 1 0 0,1 0-1 0 0,2-16 0 0 0,0 10 13 0 0,2 0-1 0 0,0 0 1 0 0,2 1 0 0 0,0-1 0 0 0,1 1-1 0 0,14-29 1 0 0,-4 16-284 0 0,1 1 0 0 0,2 0 0 0 0,2 2 0 0 0,0 0 0 0 0,2 1 0 0 0,1 2 0 0 0,46-41 0 0 0,-44 46-1037 0 0,2 1-1 0 0,0 1 1 0 0,38-18 0 0 0,-13 11-3181 0 0,0 4-3617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12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99 164 0 0,'0'0'1220'0'0,"-13"-9"1346"0"0,-23-35 5196 0 0,21 35-1820 0 0,71 10-5566 0 0,1-4 0 0 0,76-11 0 0 0,-57 4-237 0 0,11 0 353 0 0,-85 10-406 0 0,29 0-9710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12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248 171 2652 0 0,'1'-2'673'0'0,"0"1"-1"0"0,0-1 0 0 0,0 0 1 0 0,0 0-1 0 0,0 0 0 0 0,-1 0 1 0 0,1 0-1 0 0,0 0 1 0 0,-1 0-1 0 0,1 0 0 0 0,-1 0 1 0 0,0 0-1 0 0,0-4 0 0 0,0 5-436 0 0,0 0-1 0 0,-1-1 1 0 0,1 1-1 0 0,-1 0 0 0 0,0-1 1 0 0,1 1-1 0 0,-1 0 1 0 0,0-1-1 0 0,0 1 0 0 0,0 0 1 0 0,1 0-1 0 0,-1 0 1 0 0,-1 0-1 0 0,1 0 0 0 0,0 0 1 0 0,0 0-1 0 0,0 0 1 0 0,0 1-1 0 0,-1-1 0 0 0,1 0 1 0 0,0 1-1 0 0,-1-1 1 0 0,-1 0-1 0 0,-74-27 1997 0 0,40 16-1697 0 0,1-2 0 0 0,-41-21 0 0 0,75 34-519 0 0,2 1-16 0 0,-1 0 0 0 0,1 0 1 0 0,0 0-1 0 0,0 0 0 0 0,0 0 0 0 0,0 0 1 0 0,0 0-1 0 0,0 0 0 0 0,0 0 0 0 0,-1 0 1 0 0,1 0-1 0 0,0 0 0 0 0,0 0 0 0 0,0 0 0 0 0,0 0 1 0 0,0 0-1 0 0,0 0 0 0 0,0-1 0 0 0,0 1 1 0 0,0 0-1 0 0,0 0 0 0 0,-1 0 0 0 0,1 0 1 0 0,0 0-1 0 0,0 0 0 0 0,0 0 0 0 0,0 0 0 0 0,0 0 1 0 0,0 0-1 0 0,0-1 0 0 0,0 1 0 0 0,0 0 1 0 0,0 0-1 0 0,0 0 0 0 0,0 0 0 0 0,0 0 1 0 0,0 0-1 0 0,0 0 0 0 0,0 0 0 0 0,0-1 1 0 0,0 1-1 0 0,0 0 0 0 0,0 0 0 0 0,0 0 0 0 0,0 0 1 0 0,0 0-1 0 0,0 0 0 0 0,0 0 0 0 0,0 0 1 0 0,0-1-1 0 0,0 1 0 0 0,0 0 0 0 0,0 0 1 0 0,0 0-1 0 0,0 0 0 0 0,0 0 0 0 0,1 0 0 0 0,-1 0 1 0 0,0 0-1 0 0,0 0 0 0 0,0 0 0 0 0,0 0 1 0 0,0-1-1 0 0,0 1 0 0 0,0 0 0 0 0,0 0 1 0 0,0 0-1 0 0,1 0 0 0 0,11-3 23 0 0,11 1 8 0 0,103 1-44 0 0,36-2-3 0 0,109-7-17 0 0,-270 10 32 0 0,0 0 1 0 0,-1 0-1 0 0,1 0 0 0 0,0 0 1 0 0,0 0-1 0 0,-1 0 1 0 0,1 0-1 0 0,0 0 0 0 0,-1 1 1 0 0,1-1-1 0 0,0 0 1 0 0,-1 0-1 0 0,1 1 0 0 0,0-1 1 0 0,-1 0-1 0 0,1 1 0 0 0,-1-1 1 0 0,1 1-1 0 0,0-1 1 0 0,-1 1-1 0 0,1-1 0 0 0,-1 1 1 0 0,1-1-1 0 0,-1 1 0 0 0,0 0 1 0 0,1-1-1 0 0,0 2 1 0 0,-1 0 0 0 0,1 0 1 0 0,-1 0-1 0 0,0 0 1 0 0,0-1-1 0 0,0 1 1 0 0,0 0-1 0 0,0 0 1 0 0,0 0-1 0 0,0 0 1 0 0,-1 3-1 0 0,-1 3 14 0 0,-1 0 1 0 0,1 0-1 0 0,-8 13 0 0 0,-26 39 319 0 0,-66 83 1 0 0,-12 18 110 0 0,112-158-426 0 0,0 0 0 0 0,1-1-1 0 0,-1 1 1 0 0,1 0 0 0 0,0 0-1 0 0,-1 0 1 0 0,2 0 0 0 0,-1 1 0 0 0,0-1-1 0 0,0 0 1 0 0,1 0 0 0 0,0 0 0 0 0,0 4-1 0 0,0-5-2 0 0,1 0-1 0 0,-1 0 0 0 0,1-1 1 0 0,0 1-1 0 0,-1 0 0 0 0,1-1 1 0 0,0 1-1 0 0,0-1 0 0 0,0 1 1 0 0,0-1-1 0 0,1 1 0 0 0,-1-1 1 0 0,0 1-1 0 0,0-1 0 0 0,1 0 1 0 0,-1 0-1 0 0,1 0 0 0 0,-1 0 1 0 0,1 0-1 0 0,0 0 0 0 0,-1 0 1 0 0,1-1-1 0 0,0 1 0 0 0,2 0 1 0 0,8 3 18 0 0,0-1 0 0 0,0 0 0 0 0,1 0 1 0 0,-1-2-1 0 0,19 1 0 0 0,68-4-5 0 0,-57 0-51 0 0,168-8-1837 0 0,-70 2-2379 0 0,-81 4 1244 0 0,-19 2-1814 0 0,-3-3-2427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22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32 700 0 0,'-4'0'2724'0'0,"-96"8"8166"0"0,1 0-5270 0 0,96-7-4807 0 0,465-32 435 0 0,-282 14 1063 0 0,-178 17-2303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23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11 115 316 0 0,'38'-115'18814'0'0,"-37"125"-18656"0"0,-1 8 146 0 0,0 1 1 0 0,0 0 0 0 0,-5 21-1 0 0,1-3-35 0 0,-13 132 872 0 0,-4 49-341 0 0,19-163-608 0 0,8 108 0 0 0,-5-154-167 0 0,1-1 1 0 0,-1 1-1 0 0,2 0 1 0 0,-1 0-1 0 0,1-1 0 0 0,0 1 1 0 0,1-1-1 0 0,0 0 0 0 0,5 9 1 0 0,-6-14-22 0 0,-1 1 0 0 0,1-1 1 0 0,-1 0-1 0 0,1-1 0 0 0,0 1 0 0 0,0 0 1 0 0,1-1-1 0 0,-1 1 0 0 0,0-1 1 0 0,1 0-1 0 0,-1 0 0 0 0,1-1 0 0 0,0 1 1 0 0,0-1-1 0 0,-1 1 0 0 0,1-1 0 0 0,0-1 1 0 0,0 1-1 0 0,0 0 0 0 0,0-1 1 0 0,0 0-1 0 0,6 0 0 0 0,-1-1-392 0 0,-1 0-1 0 0,1 0 0 0 0,-1-1 1 0 0,1-1-1 0 0,-1 1 0 0 0,0-1 1 0 0,0-1-1 0 0,0 1 0 0 0,0-1 1 0 0,-1-1-1 0 0,1 1 0 0 0,8-9 1 0 0,-5 4-1491 0 0,-1 0 0 0 0,0-1 0 0 0,-1 0 0 0 0,9-12 0 0 0,-3-1-4722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23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248 140 672 0 0,'-42'-7'3209'0'0,"-145"-31"8895"0"0,186 37-12021 0 0,0 1-1 0 0,0 0 0 0 0,-1-1 0 0 0,1 1 1 0 0,0-1-1 0 0,0 1 0 0 0,0-1 0 0 0,0 1 1 0 0,0-1-1 0 0,0 0 0 0 0,0 1 0 0 0,0-1 0 0 0,0 0 1 0 0,-1-1-1 0 0,2 1-47 0 0,-1 1 1 0 0,1-1-1 0 0,0 1 0 0 0,0 0 1 0 0,0-1-1 0 0,0 1 0 0 0,0-1 1 0 0,0 1-1 0 0,0-1 0 0 0,0 1 1 0 0,0 0-1 0 0,0-1 0 0 0,0 1 1 0 0,0-1-1 0 0,0 1 0 0 0,0 0 1 0 0,1-1-1 0 0,-1 1 0 0 0,0 0 0 0 0,0-1 1 0 0,0 1-1 0 0,1-1 0 0 0,-1 1 1 0 0,0 0-1 0 0,0-1 0 0 0,1 1 1 0 0,0-1-1 0 0,1-1 45 0 0,1 0 1 0 0,0 0-1 0 0,0 0 0 0 0,1 0 0 0 0,-1 0 1 0 0,0 0-1 0 0,1 1 0 0 0,3-2 0 0 0,40-10 106 0 0,0 2 0 0 0,1 2-1 0 0,51-3 1 0 0,147 3-997 0 0,-86 15-2181 0 0,-129-3-860 0 0,42 11 0 0 0,-52-8-1910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26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0 984 0 0,'0'0'2656'0'0,"7"7"-4696"0"0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27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1 360 0 0,'0'0'3692'0'0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47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91 1656 0 0,'0'0'1324'0'0,"2"-10"2629"0"0,15-25 658 0 0,-16 34-4119 0 0,0-23 1537 0 0,-2 22-1995 0 0,0 1 0 0 0,1-1 0 0 0,-1 1 0 0 0,-1 0 0 0 0,1 0 0 0 0,0-1 0 0 0,0 1 0 0 0,0 0 0 0 0,-1 0 0 0 0,1 0 1 0 0,0 0-1 0 0,-1 0 0 0 0,1 0 0 0 0,-1 1 0 0 0,1-1 0 0 0,-1 0 0 0 0,1 1 0 0 0,-1-1 0 0 0,0 1 0 0 0,1 0 0 0 0,-4-1 0 0 0,1 1-18 0 0,1 1 0 0 0,0-1 1 0 0,-1 1-1 0 0,1-1 0 0 0,-1 1 0 0 0,1 0 0 0 0,0 0 0 0 0,0 1 0 0 0,-1-1 0 0 0,-2 3 0 0 0,-4 2-19 0 0,1 0 0 0 0,0 1 0 0 0,0 0 0 0 0,0 0 0 0 0,-13 17 0 0 0,13-12 8 0 0,0 0 1 0 0,0 1 0 0 0,2 0-1 0 0,-1 0 1 0 0,2 1 0 0 0,-9 23-1 0 0,13-32-3 0 0,1 0 1 0 0,-1 0-1 0 0,1-1 0 0 0,0 1 0 0 0,0 0 0 0 0,1 0 0 0 0,0 1 0 0 0,-1-1 0 0 0,2 0 1 0 0,-1 0-1 0 0,0 0 0 0 0,1 0 0 0 0,0 0 0 0 0,0 0 0 0 0,1 0 0 0 0,0-1 1 0 0,-1 1-1 0 0,1 0 0 0 0,1-1 0 0 0,-1 1 0 0 0,1-1 0 0 0,0 0 0 0 0,4 6 0 0 0,70 57 53 0 0,-48-45-83 0 0,40 43 1 0 0,-61-57 87 0 0,-1 0 1 0 0,-1 1-1 0 0,1 0 0 0 0,-1 0 1 0 0,-1 1-1 0 0,0-1 1 0 0,0 1-1 0 0,-1 0 0 0 0,5 19 1 0 0,-7-22 82 0 0,-1 1-1 0 0,0-1 1 0 0,-1 1 0 0 0,0 0 0 0 0,0-1 0 0 0,0 1-1 0 0,-1-1 1 0 0,0 1 0 0 0,-1-1 0 0 0,0 1 0 0 0,0-1-1 0 0,0 0 1 0 0,-1 0 0 0 0,0 0 0 0 0,-1 0 0 0 0,1 0-1 0 0,-1-1 1 0 0,-1 1 0 0 0,1-1 0 0 0,-1 0 0 0 0,0-1-1 0 0,0 1 1 0 0,-1-1 0 0 0,0 0 0 0 0,-6 5 0 0 0,6-6-120 0 0,1-1 0 0 0,-1 1 1 0 0,0-1-1 0 0,0 0 0 0 0,-1 0 1 0 0,1 0-1 0 0,-1-1 0 0 0,1 0 1 0 0,-1 0-1 0 0,0-1 1 0 0,1 0-1 0 0,-1 0 0 0 0,0-1 1 0 0,0 0-1 0 0,0 0 0 0 0,0 0 1 0 0,0-1-1 0 0,1 0 1 0 0,-1 0-1 0 0,0-1 0 0 0,1 0 1 0 0,-1 0-1 0 0,1 0 0 0 0,-1-1 1 0 0,1 0-1 0 0,0-1 0 0 0,-11-7 1 0 0,15 10-284 0 0,0-1 1 0 0,-1 0-1 0 0,1 0 0 0 0,0-1 1 0 0,0 1-1 0 0,0 0 0 0 0,0-1 1 0 0,-2-2-1 0 0,4 4-125 0 0,-1 0-1 0 0,1-1 1 0 0,-1 1-1 0 0,1 0 1 0 0,0-1-1 0 0,-1 1 1 0 0,1 0 0 0 0,0-1-1 0 0,0 1 1 0 0,0 0-1 0 0,0-1 1 0 0,0 1-1 0 0,0-1 1 0 0,0 1 0 0 0,1 0-1 0 0,-1-1 1 0 0,0 1-1 0 0,1 0 1 0 0,-1 0-1 0 0,1-1 1 0 0,1-1 0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18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64 119 2288 0 0,'-3'-10'3040'0'0,"-1"1"-1"0"0,0 0 1 0 0,-8-12-1 0 0,7 13-1534 0 0,-1 0-1 0 0,0 0 1 0 0,-10-9 0 0 0,15 16-1298 0 0,2 0-197 0 0,-1 1 0 0 0,0-1 0 0 0,1 0-1 0 0,-1 1 1 0 0,1-1 0 0 0,-1 1 0 0 0,1-1 0 0 0,-1 1 0 0 0,1 0 0 0 0,-1-1 0 0 0,1 1 0 0 0,0 0-1 0 0,-1-1 1 0 0,1 1 0 0 0,0 0 0 0 0,-1-1 0 0 0,2 1 0 0 0,42-8 37 0 0,0 3-1 0 0,62-1 1 0 0,92 11-61 0 0,-195-5 17 0 0,0 0 0 0 0,-1 1 1 0 0,1-1-1 0 0,0 1 0 0 0,-1-1 0 0 0,1 1 0 0 0,-1 0 1 0 0,1 0-1 0 0,-1 1 0 0 0,1-1 0 0 0,-1 0 0 0 0,0 1 1 0 0,1-1-1 0 0,2 4 0 0 0,-5-4-4 0 0,1 0 1 0 0,-1 0 0 0 0,0 1-1 0 0,0-1 1 0 0,0 0-1 0 0,0 0 1 0 0,0 0-1 0 0,0 0 1 0 0,0 0-1 0 0,-1 0 1 0 0,1 0-1 0 0,0 0 1 0 0,-1 1-1 0 0,1-1 1 0 0,0 0-1 0 0,-2 1 1 0 0,2-2-1 0 0,-4 8-1 0 0,0-1-1 0 0,0 0 1 0 0,-1 0-1 0 0,0 0 1 0 0,0-1-1 0 0,-1 1 0 0 0,0-1 1 0 0,0-1-1 0 0,-14 11 1 0 0,8-6-7 0 0,-144 108 21 0 0,95-75-2 0 0,-61 55 0 0 0,119-95 14 0 0,0-1 0 0 0,0 1-1 0 0,1 0 1 0 0,-1 0-1 0 0,1 0 1 0 0,0 0 0 0 0,0 1-1 0 0,0-1 1 0 0,0 0-1 0 0,0 1 1 0 0,1-1 0 0 0,-1 1-1 0 0,0 6 1 0 0,2-9-11 0 0,0-1 1 0 0,0 1-1 0 0,0-1 1 0 0,0 1-1 0 0,0 0 0 0 0,1-1 1 0 0,-1 1-1 0 0,0-1 1 0 0,1 1-1 0 0,-1-1 0 0 0,0 1 1 0 0,1-1-1 0 0,-1 1 1 0 0,0-1-1 0 0,1 0 0 0 0,-1 1 1 0 0,1-1-1 0 0,-1 1 0 0 0,1-1 1 0 0,-1 0-1 0 0,1 0 1 0 0,-1 1-1 0 0,1-1 0 0 0,-1 0 1 0 0,2 1-1 0 0,12 4 122 0 0,5-3-72 0 0,0 0 0 0 0,0-1 0 0 0,0-1 0 0 0,0 0 0 0 0,0-2 1 0 0,24-4-1 0 0,-8 1-29 0 0,161-25-2035 0 0,-67-1-7889 0 0,-92 19 1882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18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88 240 0 0,'-2'-2'3226'0'0,"-34"-33"10819"0"0,37 30-13302 0 0,-1 5-726 0 0,0-1 0 0 0,0 1 0 0 0,0 0-1 0 0,0-1 1 0 0,0 1 0 0 0,0 0 0 0 0,0-1-1 0 0,0 1 1 0 0,0 0 0 0 0,0 0 0 0 0,0-1 0 0 0,0 1-1 0 0,0 0 1 0 0,0 0 0 0 0,0-1 0 0 0,1 1-1 0 0,-1 0 1 0 0,0 0 0 0 0,0-1 0 0 0,0 1 0 0 0,0 0-1 0 0,1 0 1 0 0,-1-1 0 0 0,0 1 0 0 0,0 0-1 0 0,1 0 1 0 0,-1 0 0 0 0,0 0 0 0 0,0-1 0 0 0,1 1-1 0 0,-1 0 1 0 0,0 0 0 0 0,0 0 0 0 0,1 0 0 0 0,-1 0-1 0 0,1 0 1 0 0,162-32 1769 0 0,-78 27-3079 0 0,-61 5-1990 0 0,35 5 1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0:18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0 1100 0 0,'-92'57'12135'0'0,"91"-56"-12090"0"0,1-1-1 0 0,0 0 0 0 0,0 1 0 0 0,-1-1 1 0 0,1 0-1 0 0,0 1 0 0 0,-1-1 1 0 0,1 1-1 0 0,0-1 0 0 0,0 0 0 0 0,0 1 1 0 0,0-1-1 0 0,-1 1 0 0 0,1-1 1 0 0,0 1-1 0 0,0-1 0 0 0,0 1 1 0 0,0-1-1 0 0,0 1 0 0 0,0-1 0 0 0,0 1 1 0 0,0-1-1 0 0,0 0 0 0 0,0 1 1 0 0,0-1-1 0 0,1 1 0 0 0,-1-1 0 0 0,0 1 1 0 0,0-1-1 0 0,0 1 0 0 0,1-1 1 0 0,-1 0-1 0 0,0 1 0 0 0,0-1 1 0 0,1 0-1 0 0,-1 1 0 0 0,0-1 0 0 0,1 0 1 0 0,-1 1-1 0 0,0-1 0 0 0,1 0 1 0 0,-1 1-1 0 0,1-1 0 0 0,-1 0 0 0 0,0 0 1 0 0,1 0-1 0 0,-1 1 0 0 0,1-1 1 0 0,-1 0-1 0 0,1 0 0 0 0,-1 0 1 0 0,1 0-1 0 0,-1 0 0 0 0,1 0 0 0 0,30 3 25 0 0,-1-1-1 0 0,1-2 0 0 0,0-1 1 0 0,38-6-1 0 0,30-12-2917 0 0,-6-6-3292 0 0,-51 11 1522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48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1816 0 0,'25'-52'8150'0'0,"-24"50"-7832"0"0,-1 3-290 0 0,0-1 0 0 0,0 0 1 0 0,0 0-1 0 0,0 0 0 0 0,0 0 1 0 0,1 1-1 0 0,-1-1 0 0 0,0 0 1 0 0,0 0-1 0 0,0 0 0 0 0,0 0 1 0 0,1 0-1 0 0,-1 0 0 0 0,0 0 1 0 0,0 0-1 0 0,0 0 0 0 0,0 0 1 0 0,1 1-1 0 0,-1-1 0 0 0,0 0 1 0 0,0 0-1 0 0,0 0 0 0 0,1 0 1 0 0,-1 0-1 0 0,0 0 0 0 0,0 0 1 0 0,0-1-1 0 0,1 1 0 0 0,-1 0 1 0 0,0 0-1 0 0,0 0 0 0 0,0 0 1 0 0,1 0-1 0 0,-1 0 0 0 0,0 0 0 0 0,0 0 1 0 0,0 0-1 0 0,0 0 0 0 0,1-1 1 0 0,-1 1-1 0 0,0 0 0 0 0,0 0 1 0 0,0 0-1 0 0,0 0 0 0 0,0 0 1 0 0,0-1-1 0 0,0 1 0 0 0,1 0 1 0 0,-1 0-1 0 0,0 0 0 0 0,0-1 1 0 0,0 1-1 0 0,0 0 0 0 0,0 0 1 0 0,0 0-1 0 0,0 0 0 0 0,0-1 1 0 0,0 1-1 0 0,0 0 0 0 0,0 0 1 0 0,0 0-1 0 0,0-1 0 0 0,0 1 1 0 0,9 15 807 0 0,-1 72 312 0 0,-3 108 1 0 0,-5-92-626 0 0,2 5 2 0 0,14 363 771 0 0,-16-459-1276 0 0,2 0 0 0 0,-1 0 0 0 0,1 0 0 0 0,1 0 0 0 0,0 0 0 0 0,8 16 0 0 0,-10-25-15 0 0,0 0 0 0 0,1-1 0 0 0,-1 1 0 0 0,1 0 0 0 0,0-1 0 0 0,0 1 1 0 0,0-1-1 0 0,0 1 0 0 0,0-1 0 0 0,1 0 0 0 0,-1 0 0 0 0,1 0 1 0 0,-1 0-1 0 0,1-1 0 0 0,0 1 0 0 0,0-1 0 0 0,0 1 0 0 0,-1-1 1 0 0,1 0-1 0 0,1 0 0 0 0,-1 0 0 0 0,0-1 0 0 0,0 1 0 0 0,0-1 1 0 0,0 0-1 0 0,0 0 0 0 0,1 0 0 0 0,-1 0 0 0 0,4-1 0 0 0,7-1-227 0 0,1-2 0 0 0,-1 0-1 0 0,0-1 1 0 0,-1 0 0 0 0,1-1 0 0 0,-1 0-1 0 0,0-1 1 0 0,-1-1 0 0 0,17-12-1 0 0,-12 7-1169 0 0,0-2-1 0 0,-1 0 0 0 0,0 0 0 0 0,-1-2 0 0 0,19-27 0 0 0,-14 12-3491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48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30 1100 0 0,'-182'23'9993'0'0,"169"-20"-9204"0"0,17-2-225 0 0,22-1-246 0 0,215-30-1597 0 0,-87 11-3747 0 0,-90 11 971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50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145 488 816 0 0,'-2'-46'524'0'0,"-1"-2"0"0"0,-1 1-232 0 0,-3 3 64 0 0,2 2-188 0 0,-5 1 72 0 0,-1 3-156 0 0,1 7 112 0 0,0 4-184 0 0,-2 1 136 0 0,3 5-152 0 0,-1 3 116 0 0,0 2-144 0 0,1 4 120 0 0,0 2-268 0 0,3 1-104 0 0,-5 2-684 0 0,4 2 312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5:1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1 1896 0 0,'-101'27'8166'0'0,"-57"19"-987"0"0,124-35-5887 0 0,-12 5 151 0 0,43-15-1003 0 0,6 2-181 0 0,-3-3-255 0 0,0 0 1 0 0,0 0-1 0 0,0 0 1 0 0,0 1-1 0 0,0-1 1 0 0,0 0-1 0 0,0 0 1 0 0,0 0-1 0 0,0 1 0 0 0,0-1 1 0 0,0 0-1 0 0,0 0 1 0 0,1 0-1 0 0,-1 1 1 0 0,0-1-1 0 0,0 0 1 0 0,0 0-1 0 0,0 0 1 0 0,0 0-1 0 0,1 0 1 0 0,-1 1-1 0 0,0-1 1 0 0,0 0-1 0 0,0 0 1 0 0,1 0-1 0 0,-1 0 0 0 0,0 0 1 0 0,0 0-1 0 0,0 0 1 0 0,1 0-1 0 0,-1 0 1 0 0,0 0-1 0 0,0 0 1 0 0,0 0-1 0 0,1 0 1 0 0,-1 0-1 0 0,0 0 1 0 0,0 0-1 0 0,1 0 1 0 0,-1 0-1 0 0,0 0 1 0 0,0 0-1 0 0,0 0 0 0 0,1 0 1 0 0,219-23 597 0 0,-74 7-1391 0 0,0 5-3508 0 0,-142 11 3906 0 0,38 1-2863 0 0,-17 5-2578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5:17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0 744 0 0,'-281'165'13511'0'0,"280"-164"-13528"0"0,-11 8 928 0 0,11-9-879 0 0,1 0 1 0 0,0 1 0 0 0,0-1-1 0 0,0 0 1 0 0,0 0 0 0 0,-1 1-1 0 0,1-1 1 0 0,0 0 0 0 0,0 1-1 0 0,0-1 1 0 0,0 0 0 0 0,0 0-1 0 0,0 1 1 0 0,0-1 0 0 0,0 0-1 0 0,0 1 1 0 0,0-1 0 0 0,0 0-1 0 0,0 1 1 0 0,0-1 0 0 0,0 0-1 0 0,0 1 1 0 0,0-1 0 0 0,0 0-1 0 0,0 1 1 0 0,0-1 0 0 0,0 0-1 0 0,0 1 1 0 0,1-1 0 0 0,-1 1-1 0 0,6-1 203 0 0,359-93-1505 0 0,-117 29-6131 0 0,-151 38 2080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5:21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717 212 1672 0 0,'6'-17'2869'0'0,"-3"10"-2151"0"0,0-1-1 0 0,0 0 1 0 0,-1 1-1 0 0,0-1 1 0 0,-1 0-1 0 0,1 0 1 0 0,-1 0-1 0 0,-1 0 1 0 0,0 0 0 0 0,0 0-1 0 0,0 0 1 0 0,-3-10-1 0 0,2 14-601 0 0,-1-1 1 0 0,0 1-1 0 0,0 1 0 0 0,0-1 0 0 0,0 0 1 0 0,0 0-1 0 0,-1 1 0 0 0,1-1 0 0 0,-1 1 0 0 0,0 0 1 0 0,0 0-1 0 0,-1 0 0 0 0,1 0 0 0 0,-1 0 0 0 0,1 1 1 0 0,-7-3-1 0 0,4 1-80 0 0,-1 1 1 0 0,1 0 0 0 0,-1 0-1 0 0,0 1 1 0 0,0 0 0 0 0,-1 0-1 0 0,1 1 1 0 0,0 0 0 0 0,-12 0-1 0 0,11 2-30 0 0,-1 1 0 0 0,1 1 0 0 0,0 0 0 0 0,0 0-1 0 0,0 0 1 0 0,0 1 0 0 0,1 0 0 0 0,-1 1-1 0 0,1-1 1 0 0,-12 12 0 0 0,4-5 9 0 0,1 2 0 0 0,1-1 0 0 0,0 2 0 0 0,1 0-1 0 0,1 0 1 0 0,0 1 0 0 0,1 1 0 0 0,0 0 0 0 0,1 0 0 0 0,1 1 0 0 0,1 0 0 0 0,0 0 0 0 0,2 0 0 0 0,-6 26 0 0 0,-13 71 318 0 0,6 33 283 0 0,-38 371 1906 0 0,-10 494 1391 0 0,15-479-1897 0 0,12-176-960 0 0,26-212-429 0 0,-31 556 816 0 0,49 24-253 0 0,-36-228-852 0 0,18-338-215 0 0,12-157-121 0 0,1 0-1 0 0,1 0 1 0 0,-1 0-1 0 0,0 1 1 0 0,0-1-1 0 0,1 0 1 0 0,-1 0-1 0 0,1-1 0 0 0,0 1 1 0 0,0 0-1 0 0,-1 0 1 0 0,1 0-1 0 0,0 0 1 0 0,1-1-1 0 0,-1 1 1 0 0,0 0-1 0 0,0-1 1 0 0,1 1-1 0 0,-1-1 1 0 0,1 1-1 0 0,-1-1 1 0 0,1 0-1 0 0,0 0 1 0 0,-1 1-1 0 0,1-1 1 0 0,0-1-1 0 0,0 1 1 0 0,0 0-1 0 0,0 0 1 0 0,0-1-1 0 0,0 1 1 0 0,0-1-1 0 0,3 1 1 0 0,7 0-9 0 0,-1 0 1 0 0,0-1-1 0 0,1 0 1 0 0,20-4 0 0 0,-25 3 1 0 0,54-9-612 0 0,81-23-1 0 0,59-31-2205 0 0,-185 59 2568 0 0,223-80-4278 0 0,-81 21-5871 0 0,-105 40 1368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5:25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84 1036 0 0,'-13'0'13217'0'0,"13"0"-13181"0"0,-1-1 0 0 0,1 0 0 0 0,0 0 0 0 0,0 1 0 0 0,-1-1 0 0 0,1 0 1 0 0,0 0-1 0 0,0 1 0 0 0,0-1 0 0 0,0 0 0 0 0,0 0 0 0 0,0 1 0 0 0,0-1 0 0 0,0 0 0 0 0,0 0 0 0 0,0 1 0 0 0,0-1 0 0 0,0 0 0 0 0,0 0 0 0 0,1 1 0 0 0,-1-1 0 0 0,0 0 0 0 0,1-1 0 0 0,17-15 260 0 0,30-8-261 0 0,-44 23 15 0 0,6-2-52 0 0,1 0 1 0 0,-1 1-1 0 0,1 0 1 0 0,-1 1-1 0 0,1 0 1 0 0,0 1-1 0 0,0 0 1 0 0,0 1-1 0 0,-1 0 1 0 0,13 2-1 0 0,-19-2-2 0 0,1 1 0 0 0,-1 0 0 0 0,0 0 0 0 0,1 1 0 0 0,-1-1-1 0 0,0 1 1 0 0,0 0 0 0 0,0 0 0 0 0,-1 0 0 0 0,1 0 0 0 0,0 1-1 0 0,3 3 1 0 0,-5-4 6 0 0,0 1 0 0 0,0-1 0 0 0,0 1-1 0 0,0 0 1 0 0,-1 0 0 0 0,1-1-1 0 0,-1 1 1 0 0,1 0 0 0 0,-1 1 0 0 0,0-1-1 0 0,0 0 1 0 0,-1 0 0 0 0,1 0-1 0 0,0 1 1 0 0,-1-1 0 0 0,0 0 0 0 0,0 7-1 0 0,-2 2 37 0 0,1 0 0 0 0,-1 0 0 0 0,-1 0 0 0 0,-1-1 0 0 0,1 1 0 0 0,-2-1 0 0 0,1 0 0 0 0,-2 0 0 0 0,1 0 0 0 0,-13 16 0 0 0,-8 9 573 0 0,-49 50 0 0 0,37-45-109 0 0,19-21-231 0 0,12-13-144 0 0,0 0 0 0 0,1 1 1 0 0,-1 0-1 0 0,-7 13 0 0 0,15-21-120 0 0,-1 0-1 0 0,0 1 1 0 0,0-1 0 0 0,1 0 0 0 0,-1 1 0 0 0,0-1-1 0 0,1 0 1 0 0,-1 0 0 0 0,0 1 0 0 0,1-1 0 0 0,-1 0 0 0 0,1 0-1 0 0,-1 0 1 0 0,0 1 0 0 0,1-1 0 0 0,-1 0 0 0 0,1 0 0 0 0,-1 0-1 0 0,1 0 1 0 0,-1 0 0 0 0,1 0 0 0 0,-1 0 0 0 0,0 0-1 0 0,1 0 1 0 0,-1 0 0 0 0,1 0 0 0 0,14 0 38 0 0,41-8 53 0 0,59-15 1 0 0,-44 7-87 0 0,259-51-2595 0 0,-292 65-2256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5:26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53 700 0 0,'-13'-20'5737'0'0,"-10"-10"1431"0"0,23 30-7118 0 0,-1 0 0 0 0,1 0-1 0 0,-1-1 1 0 0,1 1 0 0 0,0 0-1 0 0,-1 0 1 0 0,1-1 0 0 0,-1 1 0 0 0,1 0-1 0 0,0 0 1 0 0,-1 0 0 0 0,1 0-1 0 0,-1 0 1 0 0,1 0 0 0 0,-1 0-1 0 0,1 0 1 0 0,0 0 0 0 0,-1 0 0 0 0,1 0-1 0 0,-1 0 1 0 0,1 0 0 0 0,-1 0-1 0 0,1 0 1 0 0,-1 0 0 0 0,1 0-1 0 0,0 1 1 0 0,-1-1 0 0 0,1 0 0 0 0,-1 0-1 0 0,1 0 1 0 0,0 1 0 0 0,-1-1-1 0 0,1 0 1 0 0,-1 1 0 0 0,-1 4 95 0 0,1-1 0 0 0,-1 1 0 0 0,1 0 0 0 0,0 0 0 0 0,0 0 0 0 0,0 0 0 0 0,0 9 0 0 0,0 3 78 0 0,-51 250 942 0 0,11-78-3556 0 0,24-110-5592 0 0,10-59 2868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5:27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64 1864 0 0,'13'-63'12229'0'0,"-29"85"-12029"0"0,-10 26-120 0 0,3 1 0 0 0,-21 60 0 0 0,35-83-61 0 0,2 0 0 0 0,1 1 1 0 0,0 0-1 0 0,2 0 0 0 0,2 0 1 0 0,0 33-1 0 0,2-50-11 0 0,0 0 1 0 0,2 0-1 0 0,-1 0 1 0 0,1 0-1 0 0,1-1 1 0 0,-1 1-1 0 0,2 0 1 0 0,-1-1-1 0 0,1 0 1 0 0,7 11-1 0 0,-8-16 3 0 0,0 0-1 0 0,0 0 1 0 0,0-1-1 0 0,0 1 1 0 0,1-1-1 0 0,-1 0 1 0 0,1 0-1 0 0,0 0 1 0 0,0 0-1 0 0,0 0 1 0 0,1-1-1 0 0,-1 0 1 0 0,0 0-1 0 0,1 0 1 0 0,0-1-1 0 0,-1 1 1 0 0,1-1-1 0 0,0 0 1 0 0,0 0-1 0 0,-1-1 1 0 0,1 1-1 0 0,9-2 1 0 0,2 0 5 0 0,-1-1 1 0 0,1-1-1 0 0,-1-1 1 0 0,0 0-1 0 0,0-1 1 0 0,0 0-1 0 0,0-2 1 0 0,-1 1-1 0 0,0-2 1 0 0,-1 0-1 0 0,0 0 1 0 0,0-2-1 0 0,0 1 1 0 0,-1-1-1 0 0,-1-1 1 0 0,0 0-1 0 0,10-13 1 0 0,-13 14-17 0 0,0 0 0 0 0,-1-1 0 0 0,0 0 1 0 0,-1 0-1 0 0,0 0 0 0 0,0-1 0 0 0,-1 1 1 0 0,-1-1-1 0 0,0-1 0 0 0,-1 1 0 0 0,0 0 0 0 0,-1-1 1 0 0,0 0-1 0 0,-1 1 0 0 0,0-1 0 0 0,-1 0 1 0 0,-1 0-1 0 0,0 1 0 0 0,-1-1 0 0 0,0 0 1 0 0,-5-17-1 0 0,4 23-42 0 0,0-1 1 0 0,-1 1-1 0 0,1-1 1 0 0,-1 1-1 0 0,-1 0 1 0 0,1 0-1 0 0,-1 1 0 0 0,-1-1 1 0 0,1 1-1 0 0,-1 0 1 0 0,0 1-1 0 0,0-1 1 0 0,-1 1-1 0 0,1 1 1 0 0,-1-1-1 0 0,0 1 1 0 0,-1 0-1 0 0,1 0 1 0 0,-1 1-1 0 0,1 0 1 0 0,-1 1-1 0 0,0 0 0 0 0,0 0 1 0 0,-14-2-1 0 0,0 3-767 0 0,0 0 0 0 0,0 1 0 0 0,0 1 0 0 0,0 1 0 0 0,1 1-1 0 0,-1 1 1 0 0,1 1 0 0 0,-24 8 0 0 0,-5 4-3771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5:28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31 372 0 0,'0'0'1890'0'0,"-16"4"3107"0"0,-18 4 334 0 0,32-8-4552 0 0,7 0-667 0 0,129-15 298 0 0,21-1-173 0 0,-91 11-168 0 0,-40 2-56 0 0,0 1 0 0 0,0 1-1 0 0,1 1 1 0 0,-1 1 0 0 0,45 7 0 0 0,-63-6 25 0 0,-1 0 1 0 0,0 0-1 0 0,0 1 1 0 0,0 0-1 0 0,0-1 1 0 0,0 2-1 0 0,0-1 1 0 0,-1 0-1 0 0,1 1 1 0 0,-1 0-1 0 0,0 0 1 0 0,0 0-1 0 0,0 1 1 0 0,-1-1-1 0 0,0 1 1 0 0,0 0-1 0 0,0 0 1 0 0,0 0-1 0 0,-1 0 1 0 0,0 1-1 0 0,0-1 1 0 0,0 0-1 0 0,1 7 1 0 0,2 14 299 0 0,-1-1-1 0 0,-1 1 1 0 0,0 47 0 0 0,-3-52-227 0 0,-25 541 1451 0 0,3-257-956 0 0,32 957 820 0 0,27-29-1174 0 0,-44-936-173 0 0,2-231-19 0 0,-4-1 0 0 0,-23 97 0 0 0,15-110 86 0 0,-3-1 0 0 0,-38 74 0 0 0,54-118-125 0 0,-1 1-1 0 0,0-1 1 0 0,0-1-1 0 0,-1 1 1 0 0,0-1-1 0 0,0 0 1 0 0,-1 0-1 0 0,1-1 1 0 0,-1 1 0 0 0,0-2-1 0 0,-1 1 1 0 0,1-1-1 0 0,-1 0 1 0 0,0 0-1 0 0,0-1 1 0 0,-11 3-1 0 0,-15 3-36 0 0,-1-1 0 0 0,-58 5 0 0 0,73-11-14 0 0,-38 5-574 0 0,-114 12-3172 0 0,58-11-4292 0 0,71-8 1446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5:29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60 126 1856 0 0,'-3'-1'2144'0'0,"-52"-18"7725"0"0,53 19-9593 0 0,2-1-258 0 0,0 1 0 0 0,0 0 0 0 0,0-1 1 0 0,0 1-1 0 0,1-1 0 0 0,-1 1 0 0 0,0 0 1 0 0,0-1-1 0 0,0 1 0 0 0,0 0 0 0 0,1-1 1 0 0,-1 1-1 0 0,0 0 0 0 0,0-1 0 0 0,1 1 1 0 0,-1 0-1 0 0,0 0 0 0 0,0-1 0 0 0,1 1 1 0 0,-1 0-1 0 0,0 0 0 0 0,1-1 0 0 0,-1 1 1 0 0,0 0-1 0 0,1 0 0 0 0,-1 0 0 0 0,0 0 1 0 0,1 0-1 0 0,0-1 0 0 0,53-16 139 0 0,1 3 1 0 0,87-13-1 0 0,121 1-152 0 0,-212 25-530 0 0,9-2-1530 0 0,-20-2-4045 0 0,-26 2 2015 0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5:29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50 572 0 0,'-32'-36'10054'0'0,"18"22"-7520"0"0,14 15-2503 0 0,-1-1-1 0 0,1 0 1 0 0,0 0 0 0 0,-1 1 0 0 0,1-1 0 0 0,0 0-1 0 0,-1 0 1 0 0,1 1 0 0 0,0-1 0 0 0,0 0 0 0 0,-1 1-1 0 0,1-1 1 0 0,0 0 0 0 0,0 1 0 0 0,0-1 0 0 0,0 0-1 0 0,-1 1 1 0 0,1-1 0 0 0,0 1 0 0 0,0-1 0 0 0,0 0-1 0 0,0 1 1 0 0,0-1 0 0 0,0 0 0 0 0,0 1-1 0 0,0-1 1 0 0,0 1 0 0 0,0-1 0 0 0,0 0 0 0 0,0 1-1 0 0,1 0 1 0 0,1 16 312 0 0,-2-16-254 0 0,11 68 506 0 0,3 85 0 0 0,-12 70 34 0 0,8 98-2949 0 0,1-257-3475 0 0,-6-35-82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5:34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0 156 0 0,'0'0'1592'0'0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5:31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792 81 1604 0 0,'21'-7'4775'0'0,"33"-16"0"0"0,-52 22-4208 0 0,7-4 919 0 0,-8 5-1405 0 0,0 0-1 0 0,0 0 1 0 0,0 0 0 0 0,0-1-1 0 0,0 1 1 0 0,0 0 0 0 0,0-1-1 0 0,0 1 1 0 0,0-1 0 0 0,0 1-1 0 0,-1-1 1 0 0,1 0 0 0 0,0 1-1 0 0,0-1 1 0 0,-1 0 0 0 0,1 1 0 0 0,0-1-1 0 0,-1 0 1 0 0,1 0 0 0 0,-1 0-1 0 0,1 1 1 0 0,0-3 0 0 0,-1 2-67 0 0,0 0 0 0 0,0 0 1 0 0,0-1-1 0 0,0 1 0 0 0,0 0 1 0 0,-1 0-1 0 0,1 0 0 0 0,0 0 0 0 0,-1 0 1 0 0,1 0-1 0 0,-1 0 0 0 0,1 0 1 0 0,-1 0-1 0 0,1 0 0 0 0,-1 0 1 0 0,0 0-1 0 0,0 0 0 0 0,1 0 0 0 0,-1 0 1 0 0,0 0-1 0 0,-2-1 0 0 0,1 1-5 0 0,0 0-1 0 0,0 0 1 0 0,0 0 0 0 0,0 1-1 0 0,0-1 1 0 0,-1 0-1 0 0,1 1 1 0 0,0 0 0 0 0,0-1-1 0 0,-5 1 1 0 0,-2 0-3 0 0,0 1 0 0 0,0 0 0 0 0,0 1 0 0 0,0 0 0 0 0,-10 3 0 0 0,-1 3 9 0 0,-1 0 0 0 0,1 2 0 0 0,1 0 0 0 0,-1 1 1 0 0,-31 26-1 0 0,17-9 24 0 0,-60 63 0 0 0,65-56-24 0 0,1 1 0 0 0,2 1 0 0 0,1 1 0 0 0,2 1-1 0 0,2 1 1 0 0,2 1 0 0 0,1 1 0 0 0,3 0 0 0 0,-14 59-1 0 0,7 0 18 0 0,5 0 0 0 0,-7 206 0 0 0,-4 302 191 0 0,-7 525 317 0 0,-31 176 2045 0 0,5-745-893 0 0,33 2-821 0 0,28-546-822 0 0,4 113 156 0 0,-3-113-167 0 0,2 0 1 0 0,1 0-1 0 0,0-1 1 0 0,10 27-1 0 0,-12-41-16 0 0,1 1 0 0 0,0-1 0 0 0,0 0-1 0 0,1 0 1 0 0,0 0 0 0 0,0 0 0 0 0,0-1 0 0 0,1 0 0 0 0,0 1 0 0 0,0-2-1 0 0,0 1 1 0 0,8 5 0 0 0,-5-5-16 0 0,1 0 1 0 0,0-1-1 0 0,0 1 0 0 0,0-2 0 0 0,1 1 0 0 0,0-1 1 0 0,16 3-1 0 0,4-3-341 0 0,0-1 0 0 0,1-1 0 0 0,-1-1 0 0 0,49-8 0 0 0,-33 2-999 0 0,-1-3 1 0 0,59-18-1 0 0,21-21-5238 0 0,-36 5-1388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5:33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1752 0 0,'11'-15'11694'0'0,"3"15"-10879"0"0,-10 0-1225 0 0,113 1 449 0 0,55 0 50 0 0,-58-5-3678 0 0,-86-1-788 0 0,-16 1 768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5:33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86 2328 0 0,'36'-86'12776'0'0,"-30"104"-12318"0"0,-6 25-320 0 0,-2 1 0 0 0,-2-1 0 0 0,-2 0 0 0 0,-14 54 0 0 0,10-46-73 0 0,-34 199-642 0 0,31-142-6462 0 0,9-75 742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5:35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94 1884 0 0,'-2'-33'7652'0'0,"2"32"-7599"0"0,0 1-1 0 0,0-1 1 0 0,1 1-1 0 0,-1-1 0 0 0,0 1 1 0 0,0-1-1 0 0,0 1 1 0 0,0-1-1 0 0,0 1 1 0 0,0-1-1 0 0,0 1 1 0 0,0-1-1 0 0,-1 1 1 0 0,1-1-1 0 0,0 1 0 0 0,0-1 1 0 0,0 1-1 0 0,0-1 1 0 0,-1 1-1 0 0,1-1 1 0 0,0 1-1 0 0,-1 0 1 0 0,1-1-1 0 0,0 1 1 0 0,-1-1-1 0 0,1 1 0 0 0,0 0 1 0 0,-1-1-1 0 0,1 1 1 0 0,-1 0-1 0 0,1 0 1 0 0,0-1-1 0 0,-1 1 1 0 0,1 0-1 0 0,-1 0 1 0 0,0-1-1 0 0,0 2-16 0 0,-1-1 1 0 0,1 0-1 0 0,-1 1 0 0 0,1 0 1 0 0,0-1-1 0 0,-1 1 0 0 0,1 0 1 0 0,0-1-1 0 0,0 1 0 0 0,0 0 1 0 0,0 0-1 0 0,-2 2 0 0 0,-31 37 13 0 0,15-12-19 0 0,1 1 0 0 0,2 1 0 0 0,-14 34 0 0 0,24-49-25 0 0,0 1 0 0 0,1 0-1 0 0,1 0 1 0 0,0 0 0 0 0,1 1-1 0 0,1-1 1 0 0,1 1 0 0 0,0 20-1 0 0,2-30 1 0 0,0 1 0 0 0,0-1-1 0 0,0 0 1 0 0,1 0-1 0 0,0 0 1 0 0,0-1 0 0 0,1 1-1 0 0,0 0 1 0 0,0-1-1 0 0,0 0 1 0 0,1 1 0 0 0,0-1-1 0 0,0-1 1 0 0,1 1-1 0 0,0-1 1 0 0,0 1 0 0 0,0-1-1 0 0,8 5 1 0 0,-5-5 1 0 0,0 0-1 0 0,0 0 1 0 0,1-1 0 0 0,0 0 0 0 0,0 0 0 0 0,0-1-1 0 0,0 0 1 0 0,0-1 0 0 0,1 0 0 0 0,-1-1 0 0 0,1 0 0 0 0,0 0-1 0 0,11-1 1 0 0,-5-1 34 0 0,1-1-1 0 0,-1-1 1 0 0,1 0-1 0 0,-1-1 1 0 0,0-1 0 0 0,0-1-1 0 0,-1 0 1 0 0,1-1-1 0 0,-1 0 1 0 0,-1-1 0 0 0,0-1-1 0 0,0 0 1 0 0,0-1-1 0 0,-1-1 1 0 0,20-21 0 0 0,-23 21-4 0 0,0 0 0 0 0,-1-1 1 0 0,0 1-1 0 0,-1-2 0 0 0,-1 1 1 0 0,0-1-1 0 0,0 0 0 0 0,-1-1 1 0 0,-1 0-1 0 0,0 0 0 0 0,-1 0 1 0 0,-1 0-1 0 0,0-1 0 0 0,-1 1 1 0 0,-1-1-1 0 0,0 1 1 0 0,0-1-1 0 0,-3-19 0 0 0,1 26-35 0 0,0-1 0 0 0,-1 1 0 0 0,0-1 0 0 0,0 1 0 0 0,-1 0 0 0 0,0 0 1 0 0,-1 0-1 0 0,1 0 0 0 0,-2 1 0 0 0,1-1 0 0 0,-1 1 0 0 0,0 0 0 0 0,0 0 0 0 0,-1 1 0 0 0,0-1 0 0 0,0 2 0 0 0,0-1 0 0 0,-1 0 0 0 0,0 1 0 0 0,0 0 0 0 0,0 1 0 0 0,-1 0 0 0 0,0 0 0 0 0,0 0 0 0 0,0 1 0 0 0,0 0 0 0 0,0 1 0 0 0,0 0 0 0 0,-1 0 0 0 0,1 1 0 0 0,-1 0 0 0 0,1 0 0 0 0,-1 1 1 0 0,0 0-1 0 0,-14 2 0 0 0,8 1-312 0 0,1 0 0 0 0,-1 0 1 0 0,1 2-1 0 0,-1-1 0 0 0,1 2 1 0 0,-20 11-1 0 0,19-8-1357 0 0,0 0 1 0 0,-27 24-1 0 0,13-6-2441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5:35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28 120 2024 0 0,'17'-108'13005'0'0,"-17"106"-12735"0"0,2-7 683 0 0,-5 68-738 0 0,-16 86 0 0 0,1-13-597 0 0,12-29-1975 0 0,6-34-3264 0 0,1-32-297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5:36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18 1896 0 0,'2'-10'8577'0'0,"-1"10"-8426"0"0,0-1 1 0 0,1 0-1 0 0,-1 0 0 0 0,0 0 0 0 0,0 1 1 0 0,1-1-1 0 0,-1 0 0 0 0,1 1 1 0 0,-1 0-1 0 0,1-1 0 0 0,-1 1 1 0 0,1 0-1 0 0,-1 0 0 0 0,1-1 1 0 0,-1 1-1 0 0,1 0 0 0 0,-1 1 0 0 0,3-1 1 0 0,42 3-183 0 0,-27-2 275 0 0,255 2 267 0 0,96 4 206 0 0,-329-3-716 0 0,-12 0-2 0 0,-20 3 2 0 0,-4-3 9 0 0,-2 0-6 0 0,1-1 0 0 0,-1 1 1 0 0,0-1-1 0 0,0 1 0 0 0,0 0 0 0 0,-1 0 1 0 0,1 0-1 0 0,-1 1 0 0 0,0-1 0 0 0,0 1 1 0 0,-1-1-1 0 0,1 1 0 0 0,0 8 0 0 0,2 8 15 0 0,1 38-1 0 0,-4-40-5 0 0,2 74 24 0 0,-13 139 0 0 0,-30 92 139 0 0,33-276-147 0 0,-44 371 597 0 0,3 597 1 0 0,87-10 914 0 0,-26-675-1386 0 0,-15 1 1 0 0,-79 588-1 0 0,72-857-110 0 0,-4 0-1 0 0,-2 0 0 0 0,-2-1 0 0 0,-4-1 0 0 0,-31 66 1 0 0,44-113-34 0 0,1-1 0 0 0,-2 0 0 0 0,0 0 1 0 0,0 0-1 0 0,-1-2 0 0 0,-1 1 0 0 0,1-1 1 0 0,-23 16-1 0 0,16-15 35 0 0,0-1-1 0 0,-1-1 1 0 0,-1 0 0 0 0,1-1 0 0 0,-37 11 0 0 0,16-9-138 0 0,-1-2 1 0 0,-45 5-1 0 0,-83 0-1454 0 0,102-9 362 0 0,-152 10-5662 0 0,94-11 11 0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5:42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63 304 836 0 0,'-8'13'5038'0'0,"-27"25"2887"0"0,16-15-2894 0 0,28-24-4890 0 0,1 0 0 0 0,0 0 0 0 0,-1-1 0 0 0,1-1-1 0 0,-1 1 1 0 0,0-1 0 0 0,12-6 0 0 0,10-3 0 0 0,576-183 499 0 0,-213 66-411 0 0,-373 120 122 0 0,2-1-1570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5:42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10 310 1212 0 0,'-10'21'14860'0'0,"119"-71"-13930"0"0,-30 11-772 0 0,183-81-892 0 0,-88 37-6515 0 0,-102 45 476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20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520 119 1464 0 0,'2'0'804'0'0,"1"1"0"0"0,-1 0 0 0 0,1-1 0 0 0,-1 0 0 0 0,1 0-1 0 0,0 1 1 0 0,-1-1 0 0 0,1-1 0 0 0,-1 1 0 0 0,4-1 0 0 0,0 0-950 0 0,-4 1 833 0 0,15-17 1962 0 0,-16 15-2532 0 0,0-1 1 0 0,0 1 0 0 0,0 0 0 0 0,0-1 0 0 0,0 1 0 0 0,0 0 0 0 0,0-1-1 0 0,-1 0 1 0 0,1 1 0 0 0,-1-1 0 0 0,0 1 0 0 0,0-1 0 0 0,0 1 0 0 0,0-1 0 0 0,0 1-1 0 0,-1-1 1 0 0,1 0 0 0 0,-1 1 0 0 0,1-1 0 0 0,-1 1 0 0 0,0 0 0 0 0,0-1-1 0 0,0 1 1 0 0,-1 0 0 0 0,1-1 0 0 0,-2-1 0 0 0,1 1-111 0 0,0 1 1 0 0,0-1-1 0 0,0 1 1 0 0,0-1-1 0 0,0 1 1 0 0,-1 0-1 0 0,1 0 1 0 0,-1 0-1 0 0,0 1 1 0 0,1-1-1 0 0,-1 0 1 0 0,0 1-1 0 0,0 0 0 0 0,0-1 1 0 0,0 1-1 0 0,0 1 1 0 0,0-1-1 0 0,0 0 1 0 0,0 1-1 0 0,-1-1 1 0 0,1 1-1 0 0,0 0 1 0 0,-5 1-1 0 0,-3 1-6 0 0,0 0-1 0 0,0 1 1 0 0,1 0-1 0 0,-1 1 1 0 0,1 1-1 0 0,0 0 1 0 0,0 0 0 0 0,0 0-1 0 0,1 1 1 0 0,0 1-1 0 0,-16 14 1 0 0,15-11 3 0 0,0-1 0 0 0,1 1 1 0 0,0 1-1 0 0,1 0 1 0 0,0 0-1 0 0,1 1 1 0 0,1 0-1 0 0,-1 0 0 0 0,-7 24 1 0 0,13-33-3 0 0,0 0 0 0 0,0 0-1 0 0,1 0 1 0 0,-1 0 0 0 0,1 0 0 0 0,0 0 0 0 0,0 0 0 0 0,0 0 0 0 0,1 1 0 0 0,-1-1-1 0 0,0 0 1 0 0,1 0 0 0 0,0 0 0 0 0,0 0 0 0 0,0 0 0 0 0,0 0 0 0 0,1-1 0 0 0,-1 1-1 0 0,1 0 1 0 0,-1-1 0 0 0,1 1 0 0 0,0 0 0 0 0,0-1 0 0 0,0 0 0 0 0,0 0-1 0 0,1 1 1 0 0,-1-1 0 0 0,5 2 0 0 0,7 5 5 0 0,0 0 0 0 0,1-2 0 0 0,0 0 0 0 0,22 7 0 0 0,0 1-29 0 0,-19-7 103 0 0,12 6-152 0 0,43 25 0 0 0,-66-35 227 0 0,0 1-1 0 0,-1 0 0 0 0,1 0 0 0 0,-1 0 1 0 0,0 1-1 0 0,0 0 0 0 0,-1 0 0 0 0,1 1 1 0 0,-2-1-1 0 0,1 1 0 0 0,5 11 0 0 0,-9-14-51 0 0,0 0-1 0 0,0 0 1 0 0,-1 0-1 0 0,1 0 1 0 0,-1 0-1 0 0,0 0 1 0 0,0 0 0 0 0,0 0-1 0 0,-1 0 1 0 0,0 0-1 0 0,1 0 1 0 0,-1 0-1 0 0,-1 0 1 0 0,1 0-1 0 0,0 0 1 0 0,-1-1-1 0 0,0 1 1 0 0,0-1-1 0 0,0 1 1 0 0,0-1-1 0 0,-6 6 1 0 0,-3 5 115 0 0,-1-1 0 0 0,0 0 0 0 0,-23 18 0 0 0,17-17-251 0 0,-1 0-1 0 0,0-2 1 0 0,-1 0-1 0 0,0-1 1 0 0,-1-1 0 0 0,0 0-1 0 0,0-2 1 0 0,-1-1 0 0 0,0 0-1 0 0,-1-2 1 0 0,1-1-1 0 0,-1 0 1 0 0,0-2 0 0 0,0 0-1 0 0,0-2 1 0 0,0-1-1 0 0,0 0 1 0 0,-43-10 0 0 0,57 9-502 0 0,1 0 0 0 0,0-1 0 0 0,0 0 0 0 0,-13-7 0 0 0,-1-8-2713 0 0,20 16 2507 0 0,1-1 0 0 0,-1 1-1 0 0,1 0 1 0 0,-1 0-1 0 0,1-1 1 0 0,0 1 0 0 0,-1-1-1 0 0,0-3 1 0 0,0-9-5593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21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49 584 0 0,'67'-41'14809'0'0,"-66"41"-14708"0"0,-1 0 0 0 0,1 0 0 0 0,-1 0 1 0 0,1 0-1 0 0,-1 0 0 0 0,1 0 0 0 0,0 0 0 0 0,-1 0 0 0 0,1 0 0 0 0,-1 0 0 0 0,1 0 0 0 0,0-1 0 0 0,-1 1 0 0 0,1 0 0 0 0,-1 0 0 0 0,1-1 0 0 0,-1 1 0 0 0,1 0 0 0 0,-1-1 0 0 0,1 1 0 0 0,-1-1 0 0 0,9-3 1390 0 0,-9 4-1447 0 0,1 0-1 0 0,-1 1 0 0 0,1-1 1 0 0,-1 0-1 0 0,0 1 0 0 0,0-1 1 0 0,1 0-1 0 0,-1 1 1 0 0,0-1-1 0 0,1 0 0 0 0,-1 1 1 0 0,0-1-1 0 0,0 1 1 0 0,0-1-1 0 0,1 0 0 0 0,-1 1 1 0 0,0-1-1 0 0,0 1 0 0 0,0-1 1 0 0,0 1-1 0 0,0-1 1 0 0,0 0-1 0 0,0 1 0 0 0,0-1 1 0 0,0 1-1 0 0,0 0 1 0 0,8 154 4783 0 0,-13 84-2416 0 0,0-82-1649 0 0,0 95-150 0 0,-2 133-162 0 0,7-375-441 0 0,0 0 0 0 0,1 1 0 0 0,1-1 0 0 0,0 0 0 0 0,0 0-1 0 0,6 16 1 0 0,-7-22-23 0 0,1-1 1 0 0,-1 1-1 0 0,1-1 0 0 0,0 1 0 0 0,0-1 0 0 0,0 0 0 0 0,1 0 1 0 0,-1 0-1 0 0,1 0 0 0 0,0 0 0 0 0,0 0 0 0 0,0-1 0 0 0,0 1 1 0 0,0-1-1 0 0,0 0 0 0 0,1 0 0 0 0,-1 0 0 0 0,1-1 0 0 0,-1 1 1 0 0,6 1-1 0 0,5-1-325 0 0,0 0 1 0 0,0 0 0 0 0,0-2 0 0 0,0 1-1 0 0,0-2 1 0 0,1 0 0 0 0,-1-1 0 0 0,24-6-1 0 0,-7 0-1222 0 0,-1-2 1 0 0,51-23-1 0 0,-53 19-1085 0 0,37-24-1 0 0,-49 27-906 0 0,24-22-1 0 0,-13 7-3028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21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211 220 616 0 0,'-57'-4'4730'0'0,"20"2"572"0"0,-68-14-1 0 0,105 16-5268 0 0,-1 0 0 0 0,1 0 0 0 0,-1 0 0 0 0,1 0 0 0 0,-1 0-1 0 0,1 0 1 0 0,-1 0 0 0 0,1 0 0 0 0,-1 0 0 0 0,1-1 0 0 0,0 1 0 0 0,-1 0 0 0 0,1 0 0 0 0,-1-1 0 0 0,1 1 0 0 0,0 0 0 0 0,-1-1 0 0 0,1 1 0 0 0,0 0 0 0 0,-1-1 0 0 0,1 1 0 0 0,0-1 0 0 0,-1 1 0 0 0,1 0 0 0 0,0-1 0 0 0,0 1-1 0 0,0-1 1 0 0,-1 1 0 0 0,1-1 0 0 0,0 1 0 0 0,0-1 0 0 0,0 1 0 0 0,0-1 0 0 0,0 1 0 0 0,0-1 0 0 0,0 1 0 0 0,0-1 0 0 0,0 1 0 0 0,0-1 0 0 0,0 1 0 0 0,0-1 0 0 0,0 1 0 0 0,0-1 0 0 0,1 1 0 0 0,-1 0 0 0 0,0-1 0 0 0,0 1-1 0 0,0-1 1 0 0,1 1 0 0 0,-1-1 0 0 0,0 1 0 0 0,1 0 0 0 0,-1-1 0 0 0,0 1 0 0 0,1 0 0 0 0,-1-1 0 0 0,0 1 0 0 0,1 0 0 0 0,-1-1 0 0 0,1 1 0 0 0,0 0 0 0 0,26-21 431 0 0,7 4-272 0 0,1 0-1 0 0,62-19 0 0 0,81-13-3774 0 0,-95 28-1941 0 0,-23 5-1995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29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96 1764 0 0,'6'-3'1038'0'0,"-1"-1"1"0"0,1 0-1 0 0,-1 0 0 0 0,0-1 1 0 0,0 1-1 0 0,0-1 0 0 0,-1 0 1 0 0,6-8-1 0 0,-10 12-733 0 0,0 0-267 0 0,0-1 0 0 0,0 1 1 0 0,0-1-1 0 0,0 1 0 0 0,-1-1 1 0 0,1 1-1 0 0,-1 0 0 0 0,1-1 0 0 0,-1 1 1 0 0,1 0-1 0 0,-1-1 0 0 0,0 1 1 0 0,0 0-1 0 0,0 0 0 0 0,0 0 1 0 0,0 0-1 0 0,0 0 0 0 0,0 0 0 0 0,0 0 1 0 0,-1-1-1 0 0,-2-1-7 0 0,1 1-1 0 0,-1 1 1 0 0,1-1-1 0 0,-1 0 0 0 0,0 1 1 0 0,0-1-1 0 0,-5 0 1 0 0,-2 0-19 0 0,0 1 0 0 0,0-1 1 0 0,0 2-1 0 0,-19 1 0 0 0,9 0-9 0 0,1 2 0 0 0,0 1 0 0 0,0 0 0 0 0,0 2 1 0 0,-34 14-1 0 0,44-16 7 0 0,1 1-1 0 0,0 1 1 0 0,0 0 0 0 0,1 0 0 0 0,0 0 0 0 0,0 1 0 0 0,0 0 0 0 0,1 1-1 0 0,0 0 1 0 0,0 0 0 0 0,1 1 0 0 0,0-1 0 0 0,-5 12 0 0 0,-3 8 34 0 0,2 0 1 0 0,2 1-1 0 0,0 1 1 0 0,2 0-1 0 0,1 0 1 0 0,2 0 0 0 0,-4 62-1 0 0,8 8 272 0 0,14 112 0 0 0,-3-87-30 0 0,20 560 19 0 0,-25-401-376 0 0,3 863 21 0 0,-4-474 950 0 0,2-186-430 0 0,5-110 1264 0 0,-10-363-1692 0 0,0 0 0 0 0,0-1 0 0 0,1 0 0 0 0,1 1 1 0 0,5 14-1 0 0,-6-23-29 0 0,0 0 0 0 0,0-1 0 0 0,1 1 1 0 0,0-1-1 0 0,0 1 0 0 0,0-1 0 0 0,1 0 1 0 0,-1 0-1 0 0,1-1 0 0 0,0 1 0 0 0,0-1 0 0 0,0 1 1 0 0,1-1-1 0 0,-1-1 0 0 0,1 1 0 0 0,7 3 1 0 0,9 3-124 0 0,2-2 0 0 0,-1 0 1 0 0,1-1-1 0 0,0-1 0 0 0,0-1 1 0 0,28 1-1 0 0,6-3-2034 0 0,80-7 0 0 0,-66-3-1945 0 0,11-7-2082 0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30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54 940 0 0,'-21'-7'12660'0'0,"211"-9"-11426"0"0,-90 5-1073 0 0,25-1 64 0 0,-122 12-204 0 0,-1-1-19 0 0,29-3-279 0 0,-18 1-2331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30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85 1680 0 0,'8'-28'5023'0'0,"-5"16"-2162"0"0,1 0 1 0 0,9-20-1 0 0,-15 36-2782 0 0,2 1 1 0 0,-1-1 0 0 0,0 1-1 0 0,1-1 1 0 0,0 10 0 0 0,0 7 42 0 0,-32 165 286 0 0,-14 112-1375 0 0,42-215-1892 0 0,6-28-2175 0 0,4-23 3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31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95 188 288 0 0,'-15'-43'8178'0'0,"14"42"-7447"0"0,-4-2-357 0 0,5 3-364 0 0,0 0 1 0 0,-1 0 0 0 0,1 0-1 0 0,0 0 1 0 0,0-1-1 0 0,-1 1 1 0 0,1 0-1 0 0,0 0 1 0 0,-1 0-1 0 0,1 0 1 0 0,0 0-1 0 0,0 0 1 0 0,-1 0-1 0 0,1 0 1 0 0,0 0 0 0 0,-1 0-1 0 0,1 0 1 0 0,0 0-1 0 0,0 0 1 0 0,-1 0-1 0 0,1 0 1 0 0,0 0-1 0 0,-1 0 1 0 0,1 1-1 0 0,0-1 1 0 0,0 0-1 0 0,-1 0 1 0 0,1 0 0 0 0,0 0-1 0 0,0 0 1 0 0,0 1-1 0 0,-1-1 1 0 0,1 0-1 0 0,0 0 1 0 0,0 1-1 0 0,0-1 1 0 0,-1 0-1 0 0,1 0 1 0 0,0 0-1 0 0,0 1 1 0 0,0-1 0 0 0,0 0-1 0 0,0 1 1 0 0,0-1-1 0 0,0 0 1 0 0,-1 1-1 0 0,-6 7 76 0 0,1 1-1 0 0,-1 0 0 0 0,1 0 1 0 0,1 1-1 0 0,0 0 1 0 0,0 0-1 0 0,1 0 0 0 0,0 0 1 0 0,1 1-1 0 0,0-1 0 0 0,0 1 1 0 0,1 0-1 0 0,1 0 1 0 0,0 0-1 0 0,0 0 0 0 0,1 0 1 0 0,2 15-1 0 0,-1-22-35 0 0,0 0 0 0 0,0 0-1 0 0,0 0 1 0 0,1 0 0 0 0,0 0 0 0 0,-1 0-1 0 0,1 0 1 0 0,1-1 0 0 0,-1 1 0 0 0,0-1-1 0 0,1 0 1 0 0,0 0 0 0 0,0 0 0 0 0,0 0-1 0 0,0 0 1 0 0,7 5 0 0 0,-5-5 44 0 0,1-1 0 0 0,-1 1 0 0 0,1-1 0 0 0,0 0 0 0 0,0 0 0 0 0,0 0 0 0 0,0-1 0 0 0,0 0 0 0 0,0 0 0 0 0,11 0 0 0 0,-8-1 21 0 0,0-1 0 0 0,-1 0 1 0 0,1 0-1 0 0,0 0 0 0 0,0-1 0 0 0,-1-1 0 0 0,1 1 0 0 0,-1-1 0 0 0,1-1 0 0 0,-1 0 0 0 0,0 0 0 0 0,-1 0 0 0 0,1-1 1 0 0,-1 0-1 0 0,14-12 0 0 0,-14 7-72 0 0,1 1 0 0 0,-2-1 0 0 0,1-1 0 0 0,-1 1 0 0 0,-1-1 0 0 0,0 0 0 0 0,0 0 0 0 0,-1-1 0 0 0,-1 1 0 0 0,0-1 0 0 0,0 0 0 0 0,1-19 0 0 0,-3 20-37 0 0,-1 0 0 0 0,0-1 0 0 0,0 1 0 0 0,-2 0 0 0 0,1 0 0 0 0,-1 0 1 0 0,-1 0-1 0 0,0 1 0 0 0,0-1 0 0 0,-1 0 0 0 0,0 1 0 0 0,-1 0 0 0 0,-11-17 0 0 0,14 23-17 0 0,0 1-1 0 0,-1 0 1 0 0,1 0-1 0 0,-1 0 1 0 0,0 1-1 0 0,0-1 0 0 0,0 0 1 0 0,0 1-1 0 0,0 0 1 0 0,0 0-1 0 0,-1 0 1 0 0,1 0-1 0 0,-1 1 0 0 0,1-1 1 0 0,-1 1-1 0 0,0 0 1 0 0,0 0-1 0 0,1 0 0 0 0,-7 0 1 0 0,7 1-112 0 0,-1 0 0 0 0,1 1 0 0 0,0-1 1 0 0,-1 1-1 0 0,1 0 0 0 0,0 0 0 0 0,-1 0 0 0 0,1 0 1 0 0,0 1-1 0 0,0-1 0 0 0,0 1 0 0 0,0 0 0 0 0,0 0 0 0 0,0 0 1 0 0,1 0-1 0 0,-1 0 0 0 0,1 1 0 0 0,-1-1 0 0 0,1 1 1 0 0,0-1-1 0 0,-3 6 0 0 0,-1 3-932 0 0,0 0 0 0 0,1 0 0 0 0,0 0 0 0 0,-3 12 0 0 0,5-12-518 0 0,-4 11-2211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31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81 1956 0 0,'1'-4'1303'0'0,"0"-1"1"0"0,1 1-1 0 0,-1-1 0 0 0,1 1 0 0 0,4-7 0 0 0,-4 8-514 0 0,0 0-1 0 0,-1-1 1 0 0,1 1 0 0 0,-1-1-1 0 0,0 1 1 0 0,0-1-1 0 0,0 0 1 0 0,0 1-1 0 0,0-8 1 0 0,0 5 142 0 0,1 9-61 0 0,0 13-514 0 0,-28 123-101 0 0,15-86-1078 0 0,1 1 1 0 0,-1 54-1 0 0,12-62-2139 0 0,3-16-2261 0 0,1-9-1793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33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52 1244 0 0,'-10'-8'8651'0'0,"9"7"-8531"0"0,1 1 1 0 0,-1 0-1 0 0,1 0 1 0 0,-1 0-1 0 0,1-1 0 0 0,-1 1 1 0 0,1 0-1 0 0,-1 0 1 0 0,1-1-1 0 0,0 1 1 0 0,-1 0-1 0 0,1-1 0 0 0,0 1 1 0 0,-1 0-1 0 0,1-1 1 0 0,0 1-1 0 0,-1-1 0 0 0,1 1 1 0 0,0-1-1 0 0,0 1 1 0 0,0-1-1 0 0,-1 1 1 0 0,1-1-1 0 0,0 1 0 0 0,0 0 1 0 0,0-1-1 0 0,0 1 1 0 0,0-1-1 0 0,0 0 1 0 0,0 1-1 0 0,0-1 0 0 0,0 0 1 0 0,19-5 141 0 0,-14 5-104 0 0,40-7 50 0 0,76-3 0 0 0,50 9-65 0 0,-142 2-123 0 0,-19-2-32 0 0,14 10 17 0 0,-21-7-4 0 0,1 1 1 0 0,0 0-1 0 0,0 1 1 0 0,0-1 0 0 0,0 1 0 0 0,0 0-1 0 0,0 0 1 0 0,-1 1 0 0 0,1-1-1 0 0,-1 1 1 0 0,0-1 0 0 0,0 1 0 0 0,-1 0-1 0 0,1 0 1 0 0,-1 0 0 0 0,0 1 0 0 0,0-1-1 0 0,0 0 1 0 0,2 8 0 0 0,1 9 5 0 0,0 0 0 0 0,3 40 0 0 0,-6-43-17 0 0,17 362-119 0 0,-31 2 319 0 0,0 19-100 0 0,11-104 15 0 0,11 773 1142 0 0,18-600-568 0 0,-10-211-650 0 0,6 66-126 0 0,-17-267 1000 0 0,-7-56-703 0 0,4 34 2001 0 0,0-15 568 0 0,-2-10-2683 0 0,0 0-1 0 0,0 1 1 0 0,-1-1-1 0 0,-1 21 1 0 0,-1-22-169 0 0,-1 0 0 0 0,0-1 0 0 0,-1 1 0 0 0,0 0 0 0 0,-1-1 0 0 0,0 0 0 0 0,0 0 0 0 0,-1 0 0 0 0,0 0 0 0 0,0-1 0 0 0,-1 0-1 0 0,0 0 1 0 0,-1 0 0 0 0,0-1 0 0 0,-9 8 0 0 0,2-3-1357 0 0,0 0-1 0 0,-29 16 0 0 0,20-15-3151 0 0,-32 12 0 0 0,27-14-1690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37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8 2120 0 0,'-1'-7'9544'0'0,"-5"16"-9087"0"0,2 0-1 0 0,-1 1 0 0 0,2-1 0 0 0,-1 1 0 0 0,-4 20 1 0 0,1-4 136 0 0,-74 200 1743 0 0,-1 3-1763 0 0,42-84-210 0 0,34-116-1783 0 0,1 1 0 0 0,-2 58 0 0 0,8-79-279 0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37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1 136 680 0 0,'17'-121'11240'0'0,"-17"120"-11195"0"0,0 0 1 0 0,1 0 0 0 0,-1 0-1 0 0,1 1 1 0 0,0-1 0 0 0,-1 0-1 0 0,1 0 1 0 0,0 0 0 0 0,-1 1-1 0 0,1-1 1 0 0,0 0 0 0 0,0 1-1 0 0,0-1 1 0 0,-1 1 0 0 0,1-1-1 0 0,0 1 1 0 0,0-1 0 0 0,0 1-1 0 0,0 0 1 0 0,0-1 0 0 0,0 1 0 0 0,0 0-1 0 0,0 0 1 0 0,0 0 0 0 0,0 0-1 0 0,0 0 1 0 0,0 0 0 0 0,0 0-1 0 0,0 0 1 0 0,0 0 0 0 0,0 0-1 0 0,0 0 1 0 0,0 1 0 0 0,0-1-1 0 0,0 0 1 0 0,0 1 0 0 0,1 0-1 0 0,10 7 227 0 0,0 0 0 0 0,0 1 0 0 0,-1 1 0 0 0,0 0 0 0 0,-1 0 0 0 0,0 1 0 0 0,-1 0 0 0 0,0 1 0 0 0,0 0 0 0 0,8 16 0 0 0,8 20-26 0 0,26 68-1 0 0,-50-114-234 0 0,13 33-50 0 0,52 118 396 0 0,-56-134-715 0 0,1-1 1 0 0,0 1-1 0 0,2-2 0 0 0,0 0 0 0 0,24 25 1 0 0,-33-38-33 0 0,1 0 1 0 0,0 1-1 0 0,1-2 1 0 0,-1 1-1 0 0,1-1 1 0 0,-1 1 0 0 0,1-1-1 0 0,8 2 1 0 0,-11-4-137 0 0,1 0 1 0 0,-1 0 0 0 0,1-1 0 0 0,-1 1-1 0 0,1-1 1 0 0,-1 0 0 0 0,1 0 0 0 0,-1 0-1 0 0,1 0 1 0 0,4-2 0 0 0,5-2-3109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37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113 198 2176 0 0,'-12'-186'11694'0'0,"8"174"-10616"0"0,-1 21-590 0 0,-1 20 265 0 0,-20 123 1309 0 0,-22 167-977 0 0,47-312-1111 0 0,-10 124 146 0 0,11-117-677 0 0,1-1 0 0 0,0 1-1 0 0,0 0 1 0 0,2-1 0 0 0,-1 1-1 0 0,2-1 1 0 0,6 18-1 0 0,-8-28-273 0 0,-1 1-1 0 0,1-1 0 0 0,0 0 1 0 0,0 0-1 0 0,0 0 0 0 0,0-1 0 0 0,1 1 1 0 0,3 4-1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38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57 2648 0 0,'16'-54'13063'0'0,"-34"160"-10088"0"0,-4 28-2184 0 0,21-119-737 0 0,1 1-1 0 0,0 0 0 0 0,0 0 0 0 0,2-1 0 0 0,0 1 1 0 0,6 21-1 0 0,-7-34-45 0 0,-1-1 0 0 0,1 0 0 0 0,0 1 1 0 0,0-1-1 0 0,0 0 0 0 0,0 0 0 0 0,1 1 1 0 0,-1-1-1 0 0,0 0 0 0 0,1 0 0 0 0,0-1 0 0 0,-1 1 1 0 0,1 0-1 0 0,0 0 0 0 0,0-1 0 0 0,0 1 1 0 0,0-1-1 0 0,0 0 0 0 0,0 0 0 0 0,0 0 0 0 0,1 0 1 0 0,-1 0-1 0 0,0 0 0 0 0,1 0 0 0 0,-1-1 1 0 0,0 1-1 0 0,1-1 0 0 0,-1 1 0 0 0,1-1 0 0 0,-1 0 1 0 0,1 0-1 0 0,-1 0 0 0 0,1-1 0 0 0,-1 1 1 0 0,1-1-1 0 0,-1 1 0 0 0,4-2 0 0 0,4-1-33 0 0,1-1 0 0 0,-1 0 0 0 0,0-1-1 0 0,0 0 1 0 0,0 0 0 0 0,17-14 0 0 0,-12 7-47 0 0,0-1 1 0 0,-2 0 0 0 0,1-2-1 0 0,-2 1 1 0 0,0-2-1 0 0,-1 1 1 0 0,18-34-1 0 0,-10 10 5 0 0,-2-1 0 0 0,17-59-1 0 0,-20 56-7 0 0,-14 41 68 0 0,-2 28 25 0 0,-8 19 7 0 0,1-1 1 0 0,2 2-1 0 0,3-1 1 0 0,1 0 0 0 0,4 53-1 0 0,-1-92-66 0 0,1 0 1 0 0,0 0-1 0 0,0 0 1 0 0,0 0-1 0 0,1 0 0 0 0,0-1 1 0 0,0 1-1 0 0,6 9 0 0 0,-7-13-63 0 0,0-1 0 0 0,0 1 0 0 0,0-1 0 0 0,1 1 0 0 0,-1-1-1 0 0,1 0 1 0 0,-1 0 0 0 0,1 1 0 0 0,0-1 0 0 0,0 0 0 0 0,-1 0 0 0 0,1-1-1 0 0,0 1 1 0 0,0 0 0 0 0,0-1 0 0 0,0 1 0 0 0,0-1 0 0 0,0 1 0 0 0,-1-1-1 0 0,1 0 1 0 0,0 0 0 0 0,0 0 0 0 0,0 0 0 0 0,0 0 0 0 0,0 0-1 0 0,0-1 1 0 0,0 1 0 0 0,0 0 0 0 0,0-1 0 0 0,2-1 0 0 0,6-1-931 0 0,0-1-1 0 0,0 0 1 0 0,0-1 0 0 0,-1 0-1 0 0,1-1 1 0 0,-1 0 0 0 0,11-10 0 0 0,5-8-3986 0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38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161 233 164 0 0,'4'-46'3909'0'0,"-1"1"1430"0"0,-2-67-1 0 0,-6 83-3203 0 0,5 29-2119 0 0,0 0 0 0 0,0 0 0 0 0,0 0 0 0 0,0 0-1 0 0,-1 0 1 0 0,1 0 0 0 0,0 0 0 0 0,0 0 0 0 0,0 0-1 0 0,0 0 1 0 0,0 0 0 0 0,0 0 0 0 0,-1 0-1 0 0,1 0 1 0 0,0 0 0 0 0,0 0 0 0 0,0 0 0 0 0,0 0-1 0 0,0 0 1 0 0,-1 0 0 0 0,1 0 0 0 0,0 0 0 0 0,0 0-1 0 0,0 0 1 0 0,0 0 0 0 0,0 0 0 0 0,0 0 0 0 0,0 0-1 0 0,-1 0 1 0 0,1 0 0 0 0,0 0 0 0 0,0 0-1 0 0,0 0 1 0 0,0 1 0 0 0,0-1 0 0 0,0 0 0 0 0,0 0-1 0 0,0 0 1 0 0,0 0 0 0 0,0 0 0 0 0,0 0 0 0 0,-1 0-1 0 0,1 1 1 0 0,0-1 0 0 0,0 0 0 0 0,0 0 0 0 0,0 0-1 0 0,-8 17 404 0 0,-22 75 814 0 0,-35 184-1 0 0,54-220-1058 0 0,-24 147 149 0 0,30-163-276 0 0,2 0-1 0 0,2 0 0 0 0,4 44 0 0 0,-2-75-60 0 0,0-1 0 0 0,0 0-1 0 0,1 0 1 0 0,0 1 0 0 0,1-1 0 0 0,6 13-1 0 0,-8-18-21 0 0,0-1 0 0 0,0 0 0 0 0,0 0 0 0 0,1-1 1 0 0,-1 1-1 0 0,1 0 0 0 0,-1 0 0 0 0,1-1 0 0 0,0 1 0 0 0,0-1 0 0 0,0 1 0 0 0,-1-1 0 0 0,1 0 0 0 0,0 0 0 0 0,1 0 0 0 0,-1 0 0 0 0,0 0 0 0 0,0 0 0 0 0,0 0 0 0 0,1-1 0 0 0,-1 1 0 0 0,0-1 0 0 0,1 0 0 0 0,-1 0 0 0 0,0 0 0 0 0,1 0 0 0 0,-1 0 0 0 0,0 0 0 0 0,3-1 0 0 0,4-1-154 0 0,-1-1 1 0 0,0 0-1 0 0,0 0 0 0 0,0 0 1 0 0,-1-1-1 0 0,1-1 0 0 0,-1 1 1 0 0,0-1-1 0 0,0 0 1 0 0,0-1-1 0 0,-1 1 0 0 0,7-9 1 0 0,3-3-221 0 0,-2-1-1 0 0,1-1 1 0 0,14-26 0 0 0,-2-4-152 0 0,-3-2-1 0 0,-1 0 0 0 0,26-93 1 0 0,22-168 639 0 0,-63 270 439 0 0,-2 14 476 0 0,-1 0 0 0 0,1-43 0 0 0,-16 104-251 0 0,-23 104 30 0 0,6 0 1 0 0,-10 175-1 0 0,35-289-868 0 0,2 0 1 0 0,1 0 0 0 0,4 33-1 0 0,-4-49-147 0 0,1-1 0 0 0,-1 0 1 0 0,1 0-1 0 0,0-1 0 0 0,0 1 0 0 0,1 0 0 0 0,-1-1 0 0 0,1 1 0 0 0,1-1 0 0 0,-1 0 0 0 0,1 0 0 0 0,0 0 0 0 0,0 0 0 0 0,0-1 0 0 0,0 0 0 0 0,1 1 0 0 0,9 5 0 0 0,-7-6-651 0 0,1 0-1 0 0,-1 0 1 0 0,1-1-1 0 0,0 0 0 0 0,0-1 1 0 0,0 0-1 0 0,0 0 0 0 0,13 1 1 0 0,13 1-4162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45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488 16 1332 0 0,'-55'-2'6617'0'0,"52"2"-5701"0"0,-13-1 598 0 0,13 0-898 0 0,3 1-563 0 0,1 0 0 0 0,-1 0 0 0 0,0 0 0 0 0,0 0 0 0 0,0-1 1 0 0,1 1-1 0 0,-1 0 0 0 0,0 0 0 0 0,0 0 0 0 0,0-1 0 0 0,0 1 0 0 0,1 0 0 0 0,-1 0 0 0 0,0-1 0 0 0,0 1 0 0 0,0 0 1 0 0,0 0-1 0 0,0-1 0 0 0,0 1 0 0 0,0 0 0 0 0,0 0 0 0 0,0-1 0 0 0,0 1 0 0 0,0 0 0 0 0,0-1 0 0 0,0 1 0 0 0,0 0 1 0 0,0 0-1 0 0,0-1 0 0 0,0 1 0 0 0,0 0 0 0 0,0 0 0 0 0,0-1 0 0 0,0 1 0 0 0,-1 0 0 0 0,1 0 0 0 0,0-1 1 0 0,0 1-1 0 0,0 0 0 0 0,0 0 0 0 0,0 0 0 0 0,-1-1 0 0 0,1 1 0 0 0,0 0 0 0 0,0 0 0 0 0,-1 0 0 0 0,1 0 0 0 0,0-1 1 0 0,0 1-1 0 0,-1 0 0 0 0,1 0 0 0 0,0 0 0 0 0,0 0 0 0 0,-1 0 0 0 0,1 0 0 0 0,-1 0 0 0 0,14 2 0 0 0,0 1-1 0 0,-1 0 0 0 0,0 1 1 0 0,0 1-1 0 0,0 0 1 0 0,-1 1-1 0 0,1 0 1 0 0,-1 0-1 0 0,0 1 0 0 0,-1 1 1 0 0,0 0-1 0 0,15 15 1 0 0,-6-4-42 0 0,-1 1 1 0 0,-1 1 0 0 0,-1 0 0 0 0,0 1 0 0 0,13 28-1 0 0,-13-20-13 0 0,-2 2 0 0 0,-2-1 0 0 0,-1 1-1 0 0,-1 1 1 0 0,-1 0 0 0 0,-3 0 0 0 0,5 42-1 0 0,-9-30-4 0 0,-1-1-1 0 0,-2 0 1 0 0,-2 1 0 0 0,-2-1-1 0 0,-12 47 1 0 0,-11 13 91 0 0,-4-1 0 0 0,-83 178 0 0 0,70-184-35 0 0,-87 217-3 0 0,125-292-28 0 0,1 0-1 0 0,0 1 1 0 0,2-1-1 0 0,-3 43 1 0 0,7-54-8 0 0,0 0-1 0 0,1 0 1 0 0,0-1 0 0 0,1 1 0 0 0,0-1 0 0 0,1 1-1 0 0,0-1 1 0 0,1 0 0 0 0,0 0 0 0 0,0 0 0 0 0,1 0 0 0 0,10 14-1 0 0,-1-6 13 0 0,1-1 1 0 0,0-1-1 0 0,1 0 0 0 0,1-1 0 0 0,0-1 0 0 0,1-1 0 0 0,1 0 0 0 0,25 13 0 0 0,7 0-3 0 0,1-3 0 0 0,60 19 0 0 0,-54-24 22 0 0,0-2 0 0 0,1-3 0 0 0,0-3 0 0 0,1-2 0 0 0,0-3 0 0 0,99-3 0 0 0,-112-9 402 0 0,-44 6-397 0 0,5-2 57 0 0,-31 19-48 0 0,1 1 1 0 0,0 1-1 0 0,1 1 1 0 0,2 1 0 0 0,0 1-1 0 0,1 0 1 0 0,-28 44 0 0 0,15-15 311 0 0,3 1 1 0 0,-38 99 0 0 0,37-66-84 0 0,4 3-1 0 0,4 0 1 0 0,3 1-1 0 0,4 0 1 0 0,-3 127-1 0 0,33 449 182 0 0,-15-655-460 0 0,46 596 780 0 0,10 235 275 0 0,-56-557-765 0 0,-5-214-184 0 0,-3 0 1 0 0,-19 79-1 0 0,17-111-95 0 0,-1-1 0 0 0,-3 0 0 0 0,0 0 0 0 0,-2-1 0 0 0,-28 45 0 0 0,28-57-62 0 0,-1 0-1 0 0,-1-1 0 0 0,-1 0 0 0 0,-1-1 1 0 0,-1-2-1 0 0,-1 0 0 0 0,0-1 0 0 0,-30 19 1 0 0,20-18-628 0 0,0-2 0 0 0,-1-2 0 0 0,-1-1 0 0 0,0-1 1 0 0,-1-1-1 0 0,-67 12 0 0 0,39-14-1570 0 0,-1-3 1 0 0,0-3-1 0 0,-68-3 0 0 0,24-6-3937 0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25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755 76 772 0 0,'6'-11'6571'0'0,"-6"10"-6375"0"0,0 0 0 0 0,0 0 0 0 0,0 0 0 0 0,0-1 0 0 0,0 1 1 0 0,0 0-1 0 0,0 0 0 0 0,0 0 0 0 0,0-1 0 0 0,0 1 0 0 0,-1 0 0 0 0,1 0 1 0 0,0 0-1 0 0,-1 0 0 0 0,1 0 0 0 0,-1 0 0 0 0,1 0 0 0 0,-1 0 0 0 0,0 0 1 0 0,0 0-1 0 0,1 0 0 0 0,-2-1 0 0 0,-1-1 53 0 0,0 1-1 0 0,0 0 1 0 0,0-1-1 0 0,0 1 1 0 0,-1 1 0 0 0,1-1-1 0 0,-5-2 1 0 0,-4 0-24 0 0,0 1 1 0 0,0 0 0 0 0,-21-3-1 0 0,14 4-162 0 0,0 1-1 0 0,0 1 0 0 0,0 0 0 0 0,0 2 1 0 0,0 0-1 0 0,0 1 0 0 0,1 1 0 0 0,0 1 1 0 0,-26 9-1 0 0,32-9-52 0 0,0 1 0 0 0,1 0 0 0 0,0 0 0 0 0,1 1 0 0 0,-1 0-1 0 0,1 1 1 0 0,1 0 0 0 0,-1 1 0 0 0,1 0 0 0 0,1 0 0 0 0,0 1 0 0 0,0 0 0 0 0,1 1 0 0 0,-12 21 0 0 0,6-2 108 0 0,1 2-1 0 0,1 0 1 0 0,2 0 0 0 0,-7 42 0 0 0,-9 136 766 0 0,18-132-657 0 0,-64 780 1468 0 0,16-160-848 0 0,48-615-822 0 0,-48 648 656 0 0,50-537-311 0 0,35 343 0 0 0,5-344-260 0 0,-29-169-90 0 0,2 1 0 0 0,0-1-1 0 0,2 0 1 0 0,1 0 0 0 0,21 34-1 0 0,-27-50-73 0 0,1 0 0 0 0,0 0 0 0 0,1 0 0 0 0,0-1 0 0 0,0 0 0 0 0,0 0 0 0 0,1-1 0 0 0,0 0 0 0 0,0 0-1 0 0,1-1 1 0 0,-1 0 0 0 0,1-1 0 0 0,16 7 0 0 0,-16-9-279 0 0,1 0 0 0 0,-1 0 0 0 0,0-1-1 0 0,1 0 1 0 0,-1 0 0 0 0,1-1 0 0 0,-1 0 0 0 0,1-1-1 0 0,11-2 1 0 0,-2-1-1174 0 0,-1-1 0 0 0,0-1 0 0 0,-1 0 1 0 0,22-12-1 0 0,28-16-5899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26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14 156 1816 0 0,'-9'-77'8471'0'0,"5"32"-5450"0"0,3 44-2989 0 0,1 0 1 0 0,0 0-1 0 0,0-1 1 0 0,1 1-1 0 0,-1 0 1 0 0,0 0-1 0 0,0-1 1 0 0,1 1-1 0 0,-1 0 1 0 0,0 0-1 0 0,1 0 1 0 0,-1 0-1 0 0,1 0 1 0 0,0 0-1 0 0,-1-1 1 0 0,1 1-1 0 0,0 0 1 0 0,0 1-1 0 0,-1-1 1 0 0,1 0-1 0 0,0 0 1 0 0,0 0-1 0 0,0 0 1 0 0,0 1-1 0 0,0-1 1 0 0,0 0-1 0 0,1 1 1 0 0,-1-1-1 0 0,0 1 1 0 0,0-1-1 0 0,0 1 1 0 0,0 0-1 0 0,1 0 1 0 0,-1-1-1 0 0,2 1 1 0 0,3-1-8 0 0,0 0 0 0 0,1 1 0 0 0,-1-1 0 0 0,10 2 0 0 0,-7 0-16 0 0,1 1 1 0 0,-1 0 0 0 0,1 0-1 0 0,-1 1 1 0 0,0 0-1 0 0,0 1 1 0 0,0 0 0 0 0,0 0-1 0 0,-1 1 1 0 0,0 0 0 0 0,0 0-1 0 0,0 1 1 0 0,0 0 0 0 0,-1 1-1 0 0,0-1 1 0 0,-1 1-1 0 0,1 1 1 0 0,-1-1 0 0 0,-1 1-1 0 0,1 0 1 0 0,-1 0 0 0 0,-1 1-1 0 0,0 0 1 0 0,0 0 0 0 0,0 0-1 0 0,-1 0 1 0 0,-1 0-1 0 0,1 0 1 0 0,-2 1 0 0 0,1 0-1 0 0,-1-1 1 0 0,-1 1 0 0 0,0 0-1 0 0,0-1 1 0 0,-1 1 0 0 0,0-1-1 0 0,0 1 1 0 0,-1-1-1 0 0,-4 13 1 0 0,-9 12 289 0 0,0-1 0 0 0,-2-1 1 0 0,-2-1-1 0 0,-26 35 0 0 0,15-21-67 0 0,28-44-178 0 0,3 0-44 0 0,-1 0 1 0 0,0 0-1 0 0,0-1 1 0 0,1 1 0 0 0,-1 0-1 0 0,0 0 1 0 0,1-1 0 0 0,-1 1-1 0 0,1 0 1 0 0,-1-1-1 0 0,1 1 1 0 0,-1-1 0 0 0,1 1-1 0 0,0 0 1 0 0,0 0 0 0 0,15 1 21 0 0,1 1 0 0 0,-1-2 0 0 0,0 0 0 0 0,1-1 0 0 0,-1-1 0 0 0,20-3 0 0 0,17 0-229 0 0,71 7-2684 0 0,-41 5-3726 0 0,-57-5 1532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26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2 1792 0 0,'-3'1'1847'0'0,"-45"1"9072"0"0,33-5-5763 0 0,14 2-5117 0 0,1 1-1 0 0,-1 0 0 0 0,0 0 1 0 0,0 0-1 0 0,0 0 0 0 0,1 0 1 0 0,-1 0-1 0 0,0 0 0 0 0,0 0 1 0 0,0 0-1 0 0,0 0 0 0 0,1 0 1 0 0,-1 0-1 0 0,0 1 0 0 0,0-1 1 0 0,1 0-1 0 0,-1 0 0 0 0,0 1 1 0 0,0-1-1 0 0,1 1 0 0 0,-1-1 1 0 0,0 1-1 0 0,1-1 0 0 0,-1 1 1 0 0,0-1-1 0 0,1 1 0 0 0,-1-1 0 0 0,1 1 1 0 0,-1 0-1 0 0,1-1 0 0 0,-1 1 1 0 0,1 0-1 0 0,0 0 0 0 0,-1-1 1 0 0,1 1-1 0 0,0 0 0 0 0,0 0 1 0 0,-1 0-1 0 0,1-1 0 0 0,0 1 1 0 0,0 0-1 0 0,0 0 0 0 0,0 1 1 0 0,-20 299 12 0 0,15-247-136 0 0,-3 39-1076 0 0,9-31-7130 0 0,1-52 4346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27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100 134 52 0 0,'-8'-16'10053'0'0,"3"9"-8377"0"0,2 8-1618 0 0,1 1 0 0 0,0-1 0 0 0,0 1 0 0 0,1 0 0 0 0,-1 0 0 0 0,0 0 0 0 0,0 0-1 0 0,1 0 1 0 0,-1 0 0 0 0,1 0 0 0 0,0 0 0 0 0,0 1 0 0 0,0-1 0 0 0,0 1 0 0 0,-1 2 0 0 0,-14 46 196 0 0,13-40-197 0 0,-7 19 58 0 0,2-4-51 0 0,-9 44 0 0 0,16-65-52 0 0,0 1-1 0 0,0 0 0 0 0,1 0 0 0 0,0 0 1 0 0,0 0-1 0 0,0 0 0 0 0,1 0 0 0 0,0 0 1 0 0,0-1-1 0 0,1 1 0 0 0,-1 0 0 0 0,1-1 1 0 0,4 8-1 0 0,-5-11 9 0 0,0 0-1 0 0,0 0 1 0 0,0-1 0 0 0,1 1-1 0 0,-1-1 1 0 0,1 1 0 0 0,-1-1-1 0 0,1 1 1 0 0,0-1 0 0 0,-1 0-1 0 0,1 0 1 0 0,0 0 0 0 0,0 0-1 0 0,0 0 1 0 0,0 0 0 0 0,0 0-1 0 0,0-1 1 0 0,3 2 0 0 0,-1-2 5 0 0,1 0 0 0 0,-1 1 0 0 0,1-1 0 0 0,-1-1 1 0 0,1 1-1 0 0,-1-1 0 0 0,0 1 0 0 0,7-3 0 0 0,2-2 31 0 0,0 0 0 0 0,-1 0 0 0 0,0-1 0 0 0,21-14 0 0 0,-21 11-4 0 0,0-1 0 0 0,0 0 0 0 0,-1-1 0 0 0,0 0 0 0 0,-1 0 0 0 0,-1-1 0 0 0,1-1 0 0 0,10-20 0 0 0,-16 27-45 0 0,0-1-1 0 0,-1-1 0 0 0,0 1 0 0 0,0 0 0 0 0,0-1 1 0 0,-1 1-1 0 0,-1-1 0 0 0,1 0 0 0 0,-1 0 1 0 0,0 0-1 0 0,-1 1 0 0 0,0-1 0 0 0,0 0 1 0 0,0 0-1 0 0,-1 0 0 0 0,-1 0 0 0 0,1 0 0 0 0,-4-9 1 0 0,2 11-3 0 0,0 0 0 0 0,0 1 0 0 0,0-1 0 0 0,-1 1 0 0 0,0 0 0 0 0,0 0 0 0 0,0 0 0 0 0,-1 0 0 0 0,0 1 0 0 0,0 0 0 0 0,0 0 0 0 0,0 0 0 0 0,0 1 0 0 0,-1-1 0 0 0,0 1 0 0 0,1 0 0 0 0,-8-2 0 0 0,-10-2-570 0 0,-1 0-1 0 0,0 2 1 0 0,-30-4 0 0 0,-19-4-5527 0 0,54 8 1896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28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98 616 0 0,'-5'-19'4629'0'0,"4"15"-4086"0"0,0 0 0 0 0,0 0 0 0 0,-1 1 0 0 0,1-1 0 0 0,-1 1 0 0 0,-2-5-1 0 0,-10-24 3339 0 0,10 20-2624 0 0,3 11-1051 0 0,19-2 128 0 0,84 6 51 0 0,151 24 0 0 0,-235-24-384 0 0,0 0 0 0 0,0 2 0 0 0,0-1 0 0 0,29 14 0 0 0,-41-15-1 0 0,0 0 1 0 0,0 1-1 0 0,0 0 1 0 0,0 0-1 0 0,-1 0 1 0 0,1 1-1 0 0,-1 0 0 0 0,0 0 1 0 0,-1 0-1 0 0,1 1 1 0 0,-1-1-1 0 0,0 1 0 0 0,-1 0 1 0 0,1 1-1 0 0,3 9 1 0 0,3 12 12 0 0,-1 1 0 0 0,-2 0 0 0 0,0 0 1 0 0,2 42-1 0 0,0 122 70 0 0,-9-154-80 0 0,-6 462-34 0 0,0-218 22 0 0,-17 946-78 0 0,35-475-79 0 0,39-180 993 0 0,-23-310 197 0 0,-21-201-913 0 0,5 83 223 0 0,-13-144-326 0 0,1 0-1 0 0,-1 0 0 0 0,1 0 1 0 0,-1 0-1 0 0,1 0 0 0 0,-1 0 1 0 0,0-1-1 0 0,0 1 0 0 0,0 0 1 0 0,0 0-1 0 0,0-1 0 0 0,0 1 1 0 0,-1-1-1 0 0,1 1 0 0 0,0-1 1 0 0,-1 0-1 0 0,-2 3 0 0 0,-29 17 64 0 0,32-21-66 0 0,-23 12 24 0 0,-1-1 1 0 0,1-2 0 0 0,-2 0 0 0 0,1-2-1 0 0,-1-1 1 0 0,-33 4 0 0 0,-161 5-1549 0 0,215-15 1425 0 0,-152 1-3563 0 0,53-9-2046 0 0,60 1 1004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39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230 119 1944 0 0,'-3'-51'6973'0'0,"-2"-8"-2203"0"0,5 57-4608 0 0,-2-1 26 0 0,2 3-185 0 0,0 0 1 0 0,0 0 0 0 0,0 0-1 0 0,0-1 1 0 0,-1 1 0 0 0,1 0-1 0 0,0 0 1 0 0,0 0-1 0 0,0 0 1 0 0,0-1 0 0 0,0 1-1 0 0,0 0 1 0 0,0 0-1 0 0,0 0 1 0 0,0 0 0 0 0,0 0-1 0 0,-1 0 1 0 0,1-1-1 0 0,0 1 1 0 0,0 0 0 0 0,0 0-1 0 0,0 0 1 0 0,0 0 0 0 0,0 0-1 0 0,-1 0 1 0 0,1 0-1 0 0,0 0 1 0 0,0 0 0 0 0,0 0-1 0 0,0 0 1 0 0,-1 0-1 0 0,1 0 1 0 0,0 0 0 0 0,0 0-1 0 0,0 0 1 0 0,0 0 0 0 0,-1 0-1 0 0,1 0 1 0 0,0 0-1 0 0,0 0 1 0 0,0 0 0 0 0,-12 6 47 0 0,1 0 0 0 0,0 1 0 0 0,0 0 0 0 0,1 1 0 0 0,0 0 0 0 0,-17 17 0 0 0,11-7-56 0 0,1 0 0 0 0,-25 38 0 0 0,38-52 2 0 0,0-1 1 0 0,0 1 0 0 0,1 0 0 0 0,-1 0-1 0 0,1 0 1 0 0,0 0 0 0 0,0 0 0 0 0,0 0-1 0 0,0 0 1 0 0,1 1 0 0 0,0-1 0 0 0,-1 0-1 0 0,2 0 1 0 0,-1 0 0 0 0,0 1 0 0 0,1-1-1 0 0,0 0 1 0 0,0 0 0 0 0,0 0 0 0 0,1 0-1 0 0,-1 0 1 0 0,1 0 0 0 0,0-1 0 0 0,0 1-1 0 0,4 5 1 0 0,6 7 11 0 0,1 0-1 0 0,0-1 1 0 0,2 0-1 0 0,18 15 1 0 0,10 10 54 0 0,-37-33 149 0 0,1 0 0 0 0,-1 1 0 0 0,0 0 0 0 0,-1 0 0 0 0,0 0 0 0 0,0 1 0 0 0,-1-1 0 0 0,0 1 0 0 0,-1 1 0 0 0,0-1 0 0 0,3 15 0 0 0,-5-18-37 0 0,0 1 0 0 0,-1 0 1 0 0,0-1-1 0 0,0 1 0 0 0,-1 0 0 0 0,1-1 0 0 0,-2 1 0 0 0,1-1 1 0 0,-1 1-1 0 0,0-1 0 0 0,0 0 0 0 0,-1 1 0 0 0,1-1 0 0 0,-1-1 1 0 0,-1 1-1 0 0,1 0 0 0 0,-9 9 0 0 0,6-8-50 0 0,0 0-1 0 0,0 0 1 0 0,-1-1-1 0 0,0 1 1 0 0,0-2-1 0 0,-1 1 1 0 0,1-1-1 0 0,-1 0 1 0 0,0-1-1 0 0,-1 1 1 0 0,1-2-1 0 0,-14 5 1 0 0,17-7-142 0 0,0-1-1 0 0,0 0 1 0 0,0 0 0 0 0,0-1 0 0 0,0 1-1 0 0,0-1 1 0 0,0 0 0 0 0,1-1-1 0 0,-1 1 1 0 0,0-1 0 0 0,1 0-1 0 0,-1 0 1 0 0,1 0 0 0 0,-1 0 0 0 0,1-1-1 0 0,0 0 1 0 0,-7-6 0 0 0,9 7-181 0 0,1 1 0 0 0,0-1 0 0 0,0 0 0 0 0,0 1 1 0 0,0-1-1 0 0,1 0 0 0 0,-1 0 0 0 0,0 1 0 0 0,1-1 1 0 0,-1 0-1 0 0,1 0 0 0 0,0 0 0 0 0,-1 0 1 0 0,1 0-1 0 0,0 0 0 0 0,0 0 0 0 0,0 0 0 0 0,0 0 1 0 0,1 0-1 0 0,-1 1 0 0 0,1-1 0 0 0,-1 0 0 0 0,1 0 1 0 0,-1 0-1 0 0,3-3 0 0 0,1-2-1521 0 0,0-1 0 0 0,0 1-1 0 0,1 0 1 0 0,9-10 0 0 0,2-1-3721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39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43 1140 0 0,'29'-43'13499'0'0,"-24"70"-10141"0"0,-16 187 1777 0 0,-30 102-3580 0 0,-96 456-583 0 0,126-724-1276 0 0,-2 0 1 0 0,-21 52-1 0 0,33-98 4 0 0,0 0-1 0 0,0 0 1 0 0,1-1-1 0 0,-1 1 1 0 0,0 0-1 0 0,-1-1 1 0 0,1 1-1 0 0,0-1 1 0 0,0 1-1 0 0,-1-1 1 0 0,1 1-1 0 0,0-1 1 0 0,-1 0-1 0 0,0 0 0 0 0,-1 1 1 0 0,2-1-11 0 0,0-1 1 0 0,0 0-1 0 0,0 0 1 0 0,0 0-1 0 0,0 0 1 0 0,0 0-1 0 0,0 0 1 0 0,0 0-1 0 0,1 0 1 0 0,-1-1-1 0 0,0 1 1 0 0,0 0-1 0 0,0-1 0 0 0,0 1 1 0 0,0 0-1 0 0,0-1 1 0 0,1 1-1 0 0,-1-1 1 0 0,0 1-1 0 0,0-1 1 0 0,-4-5-2485 0 0,5 5 2484 0 0,-1 0 1 0 0,0-1-1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40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0 210 864 0 0,'6'-15'977'0'0,"0"1"-1"0"0,1 0 1 0 0,0 0 0 0 0,1 1 0 0 0,1 0-1 0 0,0 0 1 0 0,1 1 0 0 0,0 0-1 0 0,16-14 1 0 0,-18 18-741 0 0,1 2 0 0 0,0-1-1 0 0,1 1 1 0 0,-1 1 0 0 0,1 0-1 0 0,0 0 1 0 0,1 1 0 0 0,-1 0-1 0 0,1 0 1 0 0,0 2 0 0 0,0-1-1 0 0,0 1 1 0 0,21-1 0 0 0,-19 3-62 0 0,0 1 1 0 0,0 0 0 0 0,0 0 0 0 0,0 1 0 0 0,0 1 0 0 0,-1 0 0 0 0,1 1 0 0 0,18 8-1 0 0,-26-9-52 0 0,0-1-1 0 0,0 1 0 0 0,0 0 0 0 0,-1 1 1 0 0,1-1-1 0 0,-1 1 0 0 0,0 0 0 0 0,0 0 1 0 0,6 8-1 0 0,-8-9-27 0 0,0 1 0 0 0,0-1 0 0 0,0 1 0 0 0,-1-1 0 0 0,0 1 0 0 0,1 0 0 0 0,-1 0 0 0 0,-1 0 0 0 0,1 0 0 0 0,0-1 0 0 0,-1 1 0 0 0,0 0 1 0 0,0 0-1 0 0,0 0 0 0 0,-1 5 0 0 0,-1 4-8 0 0,-1-1 1 0 0,-1 0-1 0 0,1 0 1 0 0,-2 0 0 0 0,0-1-1 0 0,0 0 1 0 0,-1 0-1 0 0,0 0 1 0 0,-1 0 0 0 0,0-1-1 0 0,-13 13 1 0 0,4-6-85 0 0,-1 0 0 0 0,-1-1 0 0 0,-1-1 0 0 0,0-1 0 0 0,-22 12-1 0 0,36-23-266 0 0,-1 0-1 0 0,0 0 0 0 0,1-1 0 0 0,-1 0 1 0 0,-10 2-1 0 0,-14-1-3831 0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40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67 936 0 0,'4'-5'1136'0'0,"1"0"276"0"0,-1-1 1 0 0,1 1-1 0 0,-1-1 1 0 0,0 0 0 0 0,0-1-1 0 0,5-10 1 0 0,-9 17-1376 0 0,0 0-1 0 0,0-1 1 0 0,0 1 0 0 0,0 0 0 0 0,0 0 0 0 0,0-1 0 0 0,0 1 0 0 0,0 0-1 0 0,0-1 1 0 0,0 1 0 0 0,0 0 0 0 0,0 0 0 0 0,0-1 0 0 0,0 1 0 0 0,0 0-1 0 0,0 0 1 0 0,0-1 0 0 0,0 1 0 0 0,0 0 0 0 0,0-1 0 0 0,0 1 0 0 0,0 0 0 0 0,-1 0-1 0 0,1 0 1 0 0,0-1 0 0 0,0 1 0 0 0,0 0 0 0 0,0 0 0 0 0,-1-1 0 0 0,1 1-1 0 0,0 0 1 0 0,0 0 0 0 0,-1 0 0 0 0,1 0 0 0 0,0 0 0 0 0,0-1 0 0 0,-1 1-1 0 0,1 0 1 0 0,0 0 0 0 0,0 0 0 0 0,-1 0 0 0 0,1 0 0 0 0,0 0 0 0 0,0 0-1 0 0,-1 0 1 0 0,1 0 0 0 0,0 0 0 0 0,-1 0 0 0 0,1 0 0 0 0,0 0 0 0 0,-1 0-1 0 0,-13 2 609 0 0,14-2-674 0 0,-8 2 279 0 0,0 1 1 0 0,0 0-1 0 0,0 0 1 0 0,1 1-1 0 0,0 0 1 0 0,-1 0-1 0 0,-9 8 1 0 0,-1 2 172 0 0,-22 23 0 0 0,19-15-255 0 0,0 0 1 0 0,2 2-1 0 0,-28 42 0 0 0,41-57-143 0 0,1 0-1 0 0,0 0 1 0 0,1 0 0 0 0,0 0-1 0 0,1 1 1 0 0,-1 0 0 0 0,2 0-1 0 0,0 0 1 0 0,0 0 0 0 0,0 0-1 0 0,2 0 1 0 0,-1 0 0 0 0,1 0-1 0 0,2 18 1 0 0,-1-26-17 0 0,-1 1 0 0 0,0-1 0 0 0,1 0 1 0 0,0 0-1 0 0,-1 1 0 0 0,1-1 0 0 0,0 0 0 0 0,0 0 0 0 0,0 0 0 0 0,0 0 0 0 0,1 0 1 0 0,-1 0-1 0 0,1 0 0 0 0,-1-1 0 0 0,1 1 0 0 0,-1-1 0 0 0,1 1 0 0 0,0-1 0 0 0,0 1 1 0 0,0-1-1 0 0,0 0 0 0 0,0 0 0 0 0,0 0 0 0 0,0 0 0 0 0,0 0 0 0 0,0 0 1 0 0,1 0-1 0 0,-1-1 0 0 0,0 1 0 0 0,0-1 0 0 0,1 0 0 0 0,-1 0 0 0 0,0 0 0 0 0,1 0 1 0 0,-1 0-1 0 0,0 0 0 0 0,1-1 0 0 0,-1 1 0 0 0,3-2 0 0 0,4 0 9 0 0,0-1 0 0 0,-1 0 0 0 0,1 0 0 0 0,-1-1-1 0 0,0 0 1 0 0,0-1 0 0 0,-1 0 0 0 0,15-11 0 0 0,-10 3-3 0 0,0-1 1 0 0,-1 0 0 0 0,0 0-1 0 0,-1-1 1 0 0,0-1-1 0 0,12-28 1 0 0,-10 20-47 0 0,28-42 0 0 0,-31 50 14 0 0,-9 15 34 0 0,1 0 0 0 0,0-1 0 0 0,-1 1 0 0 0,1 0 0 0 0,0 0 0 0 0,0-1 0 0 0,0 1 0 0 0,0 0 0 0 0,0 0 0 0 0,0 0 0 0 0,1-1 0 0 0,0 1 184 0 0,-4 43 967 0 0,-24 64-343 0 0,17-76-1012 0 0,1 1 0 0 0,1 0 0 0 0,2 0 0 0 0,2 0 0 0 0,-1 38 0 0 0,5-65-139 0 0,-1 0 0 0 0,1 0 0 0 0,-1 0 0 0 0,1 0 0 0 0,1 0 0 0 0,1 6 0 0 0,-2-9 151 0 0,-1 0 0 0 0,1 0 0 0 0,0 0 0 0 0,-1 1 1 0 0,1-1-1 0 0,0 0 0 0 0,0 0 0 0 0,-1-1 0 0 0,1 1 1 0 0,0 0-1 0 0,0 0 0 0 0,0 0 0 0 0,0 0 1 0 0,0-1-1 0 0,0 1 0 0 0,0 0 0 0 0,1-1 0 0 0,-1 1 1 0 0,0-1-1 0 0,0 0 0 0 0,0 1 0 0 0,0-1 1 0 0,1 0-1 0 0,-1 1 0 0 0,0-1 0 0 0,0 0 0 0 0,1 0 1 0 0,1 0-1 0 0,6-2-614 0 0,-1 0 1 0 0,1 0-1 0 0,-1-1 1 0 0,1 0-1 0 0,-1-1 1 0 0,0 1-1 0 0,0-2 1 0 0,10-6 0 0 0,6-7-2452 0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40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221 160 1140 0 0,'12'-23'2370'0'0,"-2"5"206"0"0,-1-1 0 0 0,-1 0 0 0 0,11-37 1 0 0,-19 55-2472 0 0,1 0 1 0 0,-1 0-1 0 0,0 0 1 0 0,0 0 0 0 0,1 0-1 0 0,-1 0 1 0 0,0 0 0 0 0,0 1-1 0 0,0-1 1 0 0,0 0-1 0 0,-1 0 1 0 0,1 0 0 0 0,0 0-1 0 0,0 0 1 0 0,-1 0 0 0 0,1 0-1 0 0,0 0 1 0 0,-1 0-1 0 0,1 0 1 0 0,-2-1 0 0 0,2 1-35 0 0,-1 1-1 0 0,0 0 1 0 0,1-1 0 0 0,-1 1 0 0 0,0 0 0 0 0,1-1 0 0 0,-1 1 0 0 0,0 0-1 0 0,0 0 1 0 0,1 0 0 0 0,-1 0 0 0 0,0 0 0 0 0,0 0 0 0 0,0 0 0 0 0,1 0 0 0 0,-1 0-1 0 0,0 0 1 0 0,0 0 0 0 0,1 0 0 0 0,-2 1 0 0 0,-4 1 199 0 0,0 0 0 0 0,0 0 1 0 0,1 1-1 0 0,-11 7 0 0 0,-3 3 43 0 0,1 0-1 0 0,1 2 1 0 0,0 0-1 0 0,1 1 0 0 0,1 0 1 0 0,0 1-1 0 0,2 1 1 0 0,-24 39-1 0 0,29-42-247 0 0,0 0 0 0 0,1 1 0 0 0,1 0-1 0 0,0 0 1 0 0,1 1 0 0 0,1-1 0 0 0,1 1 0 0 0,0 0 0 0 0,1 0 0 0 0,1 0 0 0 0,0 1 0 0 0,3 22-1 0 0,-1-33-35 0 0,0 0 0 0 0,1 1 0 0 0,-1-1 0 0 0,2 0 0 0 0,-1 0-1 0 0,1 0 1 0 0,0 0 0 0 0,0 0 0 0 0,1-1 0 0 0,5 8 0 0 0,-7-11-12 0 0,1 0 1 0 0,0 0-1 0 0,0 0 1 0 0,0 0-1 0 0,0-1 1 0 0,0 1-1 0 0,1-1 1 0 0,-1 0-1 0 0,1 0 1 0 0,-1 0 0 0 0,1 0-1 0 0,0 0 1 0 0,0-1-1 0 0,0 0 1 0 0,0 0-1 0 0,0 0 1 0 0,0 0-1 0 0,0-1 1 0 0,7 1-1 0 0,6-2-3 0 0,0-1-1 0 0,0 0 0 0 0,-1-2 0 0 0,1 0 0 0 0,-1 0 0 0 0,0-2 0 0 0,0 0 0 0 0,0 0 0 0 0,23-15 0 0 0,-12 5-22 0 0,0-2 1 0 0,-1-1-1 0 0,-1-1 0 0 0,26-27 0 0 0,-34 30 6 0 0,-1-2 1 0 0,0 0-1 0 0,13-22 0 0 0,-21 29-6 0 0,-2 0 0 0 0,0 0 1 0 0,0 0-1 0 0,-1-1 0 0 0,0 1 0 0 0,-1-1 0 0 0,2-14 0 0 0,-6 26 8 0 0,1 0 0 0 0,-1 0 1 0 0,0 0-1 0 0,0-1 0 0 0,1 1 0 0 0,-1 0 0 0 0,0 0 0 0 0,0 0 1 0 0,0 0-1 0 0,-1 0 0 0 0,1-1 0 0 0,0 1 0 0 0,0 0 0 0 0,-1 0 0 0 0,1 0 1 0 0,0 0-1 0 0,-1 0 0 0 0,1 0 0 0 0,-1 0 0 0 0,0 0 0 0 0,1 0 1 0 0,-1 0-1 0 0,-1-1 0 0 0,1 1 0 0 0,0 1 0 0 0,0-1 0 0 0,0 1 0 0 0,0 0 0 0 0,0-1 0 0 0,-1 1 0 0 0,1 0 0 0 0,0 0 1 0 0,0 0-1 0 0,0-1 0 0 0,-1 1 0 0 0,1 1 0 0 0,0-1 0 0 0,0 0 0 0 0,0 0 0 0 0,0 0 0 0 0,-3 1 0 0 0,-2 1 3 0 0,0 1 0 0 0,0-1 0 0 0,0 1 0 0 0,1 0 0 0 0,-1 1 0 0 0,-9 6 0 0 0,3 2 13 0 0,1 0-1 0 0,0 0 1 0 0,1 1-1 0 0,0 0 1 0 0,1 1 0 0 0,0 0-1 0 0,1 0 1 0 0,-11 29-1 0 0,15-32 8 0 0,0 0-1 0 0,1 0 0 0 0,0 1 1 0 0,0-1-1 0 0,2 1 1 0 0,-1 0-1 0 0,1 0 1 0 0,1 0-1 0 0,0-1 1 0 0,1 1-1 0 0,0 0 1 0 0,1 0-1 0 0,3 12 1 0 0,-3-20-73 0 0,0 1 1 0 0,0-1 0 0 0,1 1-1 0 0,-1-1 1 0 0,1 0 0 0 0,0 0-1 0 0,0 0 1 0 0,0-1-1 0 0,1 1 1 0 0,-1-1 0 0 0,1 0-1 0 0,0 1 1 0 0,0-2-1 0 0,0 1 1 0 0,0 0 0 0 0,1-1-1 0 0,-1 0 1 0 0,0 0 0 0 0,1 0-1 0 0,0-1 1 0 0,-1 1-1 0 0,1-1 1 0 0,6 1 0 0 0,12 1-1449 0 0,1-1 0 0 0,-1 0 1 0 0,36-3-1 0 0,-57 1 1373 0 0,47-3-5296 0 0,8-5-3031 0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41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19 600 0 0,'-66'5'5930'0'0,"-70"2"5341"0"0,153-15-11066 0 0,-1 4-425 0 0,0 0-1 0 0,0 0 0 0 0,30-1 1 0 0,18 1-5286 0 0,-48 4 2513 0 0,4-2-3228 0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41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1 156 0 0,'-44'31'5398'0'0,"30"-23"-3713"0"0,1 2-1 0 0,0 0 0 0 0,-21 21 1 0 0,34-31-1626 0 0,-1 0 1 0 0,1 1 0 0 0,-1-1-1 0 0,1 1 1 0 0,-1-1 0 0 0,1 1-1 0 0,0-1 1 0 0,-1 1-1 0 0,1-1 1 0 0,0 1 0 0 0,0-1-1 0 0,-1 1 1 0 0,1-1 0 0 0,0 1-1 0 0,0-1 1 0 0,0 1-1 0 0,0 0 1 0 0,0-1 0 0 0,0 1-1 0 0,0-1 1 0 0,0 1 0 0 0,0 0-1 0 0,0-1 1 0 0,0 1-1 0 0,0-1 1 0 0,0 1 0 0 0,0 0-1 0 0,1 0 1 0 0,-1 0-5 0 0,1 0 1 0 0,0 0 0 0 0,0-1-1 0 0,0 1 1 0 0,0 0-1 0 0,0 0 1 0 0,0-1-1 0 0,0 1 1 0 0,0-1 0 0 0,0 1-1 0 0,0-1 1 0 0,0 1-1 0 0,0-1 1 0 0,1 0-1 0 0,5 2 53 0 0,0-1 0 0 0,0 0 1 0 0,0-1-1 0 0,8 1 0 0 0,132-14-1817 0 0,1-11-4718 0 0,-79 11 1572 0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42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295 141 860 0 0,'23'-35'5878'0'0,"-16"25"-4500"0"0,0-1 1 0 0,0 0-1 0 0,-1 0 1 0 0,0-1-1 0 0,5-15 1 0 0,-11 26-1359 0 0,0 1 1 0 0,0-1 0 0 0,0 0 0 0 0,0 0-1 0 0,0 1 1 0 0,0-1 0 0 0,0 0-1 0 0,0 0 1 0 0,0 0 0 0 0,0 1-1 0 0,0-1 1 0 0,0 0 0 0 0,0 0 0 0 0,-1 1-1 0 0,1-1 1 0 0,0 0 0 0 0,-1 0-1 0 0,1 1 1 0 0,0-1 0 0 0,-1 0-1 0 0,1 1 1 0 0,-1-1 0 0 0,1 1 0 0 0,-1-1-1 0 0,1 0 1 0 0,-1 1 0 0 0,0-1-1 0 0,1 1 1 0 0,-1 0 0 0 0,0-1-1 0 0,1 1 1 0 0,-1-1 0 0 0,0 1 0 0 0,1 0-1 0 0,-1 0 1 0 0,0-1 0 0 0,0 1-1 0 0,0 0 1 0 0,1 0 0 0 0,-1 0-1 0 0,0 0 1 0 0,0 0 0 0 0,-1 0 0 0 0,-2 0-6 0 0,-1-1 0 0 0,1 1 1 0 0,0 0-1 0 0,-1 1 0 0 0,1-1 0 0 0,-7 3 1 0 0,3-1-9 0 0,0 1 1 0 0,0 0-1 0 0,0 1 0 0 0,0 0 1 0 0,1 0-1 0 0,0 0 0 0 0,-1 1 1 0 0,2 0-1 0 0,-1 1 1 0 0,1-1-1 0 0,-1 1 0 0 0,-4 8 1 0 0,4-6-7 0 0,1 1 1 0 0,0 1-1 0 0,1-1 1 0 0,0 1 0 0 0,0 0-1 0 0,1 0 1 0 0,0 1-1 0 0,-3 16 1 0 0,4-5-12 0 0,0 0 1 0 0,1 0-1 0 0,1 0 0 0 0,1 0 1 0 0,1 0-1 0 0,1 0 0 0 0,1 0 1 0 0,11 39-1 0 0,4-5-26 0 0,-11-37 40 0 0,-1-1-1 0 0,0 1 1 0 0,-2 0 0 0 0,0 0-1 0 0,-1 0 1 0 0,0 24-1 0 0,-4-33 124 0 0,0-1 0 0 0,0 1 0 0 0,-1-1-1 0 0,-1 1 1 0 0,0-1 0 0 0,0 1-1 0 0,-1-1 1 0 0,0 0 0 0 0,0-1-1 0 0,-9 13 1 0 0,10-16-44 0 0,-1 0 0 0 0,0 0 0 0 0,0-1-1 0 0,0 0 1 0 0,0 1 0 0 0,-1-1 0 0 0,0-1 0 0 0,0 1-1 0 0,0-1 1 0 0,0 0 0 0 0,0 0 0 0 0,-1 0 0 0 0,1-1-1 0 0,-1 1 1 0 0,0-2 0 0 0,0 1 0 0 0,1 0 0 0 0,-11 0-1 0 0,11-1-133 0 0,0-1-1 0 0,1 0 1 0 0,-1 0-1 0 0,1-1 1 0 0,-1 1 0 0 0,0-1-1 0 0,1 0 1 0 0,-1 0-1 0 0,1 0 1 0 0,-1-1-1 0 0,1 1 1 0 0,0-1-1 0 0,-5-3 1 0 0,8 4-80 0 0,0 0 0 0 0,1 1 0 0 0,-1-1 0 0 0,0 0 0 0 0,1 0 0 0 0,-1 0 0 0 0,1 0 0 0 0,-1 0 0 0 0,1 0 0 0 0,-1 0 0 0 0,1 0 0 0 0,0 0 0 0 0,-1 0 0 0 0,1-1 1 0 0,0 1-1 0 0,0 0 0 0 0,0 0 0 0 0,0 0 0 0 0,0 0 0 0 0,0 0 0 0 0,0 0 0 0 0,0 0 0 0 0,1 0 0 0 0,-1-1 0 0 0,0 1 0 0 0,1 0 0 0 0,-1 0 0 0 0,1 0 0 0 0,-1 0 0 0 0,2-1 0 0 0,17-27-3815 0 0,-4 13 603 0 0,5-2-1190 0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42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41 2804 0 0,'43'-41'10123'0'0,"-40"49"-9051"0"0,-3-7-1030 0 0,1-1 0 0 0,-1 1 1 0 0,1 0-1 0 0,-1-1 1 0 0,0 1-1 0 0,0-1 0 0 0,1 1 1 0 0,-1 0-1 0 0,0-1 1 0 0,0 1-1 0 0,0 0 0 0 0,1-1 1 0 0,-1 1-1 0 0,0 0 1 0 0,0-1-1 0 0,0 1 0 0 0,0 0 1 0 0,0-1-1 0 0,-1 2 1 0 0,-27 177 4433 0 0,-23 89-2356 0 0,-7 46-1439 0 0,-34 277-149 0 0,87-560-567 0 0,-23 125-629 0 0,28-155 508 0 0,0-1-1 0 0,0 1 1 0 0,0 0-1 0 0,0 0 1 0 0,-1-1-1 0 0,1 1 1 0 0,0 0-1 0 0,0-1 1 0 0,0 1-1 0 0,-1 0 1 0 0,1-1-1 0 0,0 1 1 0 0,-1 0 0 0 0,1-1-1 0 0,-1 1 1 0 0,1-1-1 0 0,-1 1 1 0 0,1 0-1 0 0,-1-1 1 0 0,1 1-1 0 0,-1-1 1 0 0,1 0-1 0 0,-1 1 1 0 0,0-1-1 0 0,1 0 1 0 0,-1 1-1 0 0,0-1 1 0 0,1 0-1 0 0,-1 1 1 0 0,0-1-1 0 0,0 0 1 0 0,1 0-1 0 0,-1 0 1 0 0,0 0-1 0 0,1 0 1 0 0,-1 0-1 0 0,0 0 1 0 0,0 0-1 0 0,1 0 1 0 0,-1 0-1 0 0,0 0 1 0 0,0 0-1 0 0,1-1 1 0 0,-1 1-1 0 0,0 0 1 0 0,1 0-1 0 0,-1-1 1 0 0,0 1-1 0 0,1 0 1 0 0,-1-1-1 0 0,1 1 1 0 0,-1-1 0 0 0,1 1-1 0 0,-1-1 1 0 0,1 1-1 0 0,-1-1 1 0 0,1 1-1 0 0,-1-1 1 0 0,1 0-1 0 0,-1 1 1 0 0,1-2-1 0 0,-10-15-3882 0 0,0-1-1773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42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1 361 156 0 0,'11'-27'1281'0'0,"1"0"1"0"0,1 0-1 0 0,2 1 0 0 0,0 1 1 0 0,2 1-1 0 0,1 0 0 0 0,40-41 0 0 0,-46 53-1125 0 0,0 1 0 0 0,1 0 0 0 0,0 1 0 0 0,1 1 0 0 0,0 0-1 0 0,0 1 1 0 0,1 0 0 0 0,0 2 0 0 0,1-1 0 0 0,-1 2 0 0 0,1 0-1 0 0,0 1 1 0 0,1 0 0 0 0,-1 2 0 0 0,28-2 0 0 0,-37 4-118 0 0,-1 0 1 0 0,0 1-1 0 0,1-1 0 0 0,-1 1 1 0 0,0 1-1 0 0,0-1 1 0 0,0 1-1 0 0,0 0 0 0 0,0 0 1 0 0,0 1-1 0 0,-1 0 1 0 0,1 0-1 0 0,-1 0 0 0 0,10 8 1 0 0,-12-8 24 0 0,0 0-1 0 0,0 1 1 0 0,0-1 0 0 0,-1 1 0 0 0,1 0 0 0 0,-1-1 0 0 0,0 1 0 0 0,0 0-1 0 0,0 0 1 0 0,-1 0 0 0 0,1 1 0 0 0,-1-1 0 0 0,0 0 0 0 0,0 1 0 0 0,-1-1 0 0 0,1 0-1 0 0,-1 1 1 0 0,0-1 0 0 0,0 1 0 0 0,-1-1 0 0 0,-1 8 0 0 0,-1 2 32 0 0,0-1-1 0 0,-1 0 1 0 0,-1 0 0 0 0,-1 0 0 0 0,1 0 0 0 0,-2-1 0 0 0,0 0 0 0 0,0 0-1 0 0,-1-1 1 0 0,-17 18 0 0 0,14-17-62 0 0,0-1-1 0 0,-1 0 0 0 0,-1-1 1 0 0,1 0-1 0 0,-2-1 1 0 0,1 0-1 0 0,-1-2 0 0 0,-1 1 1 0 0,-15 5-1 0 0,22-10-507 0 0,-22 5-1150 0 0,28-8 1254 0 0,1 0 1 0 0,0 0-1 0 0,-1 0 0 0 0,1 0 0 0 0,0 0 1 0 0,-1-1-1 0 0,1 1 0 0 0,0 0 0 0 0,0-1 0 0 0,-1 1 1 0 0,1-1-1 0 0,-2 0 0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43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54 2240 0 0,'2'-2'422'0'0,"0"1"-1"0"0,0-1 1 0 0,-1 0-1 0 0,1 0 1 0 0,0 1-1 0 0,-1-1 1 0 0,1 0-1 0 0,-1 0 1 0 0,0-1 0 0 0,1 1-1 0 0,-1 0 1 0 0,0 0-1 0 0,0-1 1 0 0,-1 1-1 0 0,1 0 1 0 0,0-1-1 0 0,-1 1 1 0 0,1-1-1 0 0,-1 1 1 0 0,0-3-1 0 0,0 4-57 0 0,-15-4 308 0 0,7 6-600 0 0,0 2 0 0 0,0-1 0 0 0,1 1 0 0 0,-1 0 0 0 0,1 0 1 0 0,-1 1-1 0 0,1 0 0 0 0,0 1 0 0 0,1-1 0 0 0,-1 1 0 0 0,1 0 1 0 0,0 1-1 0 0,-10 12 0 0 0,-5 5 33 0 0,2 2 1 0 0,-21 35 0 0 0,30-45-72 0 0,2 0 1 0 0,0 0 0 0 0,-8 26 0 0 0,14-37-17 0 0,0 0 1 0 0,1 1 0 0 0,0-1 0 0 0,0 0 0 0 0,0 1 0 0 0,1-1-1 0 0,-1 1 1 0 0,1-1 0 0 0,0 1 0 0 0,1-1 0 0 0,-1 1-1 0 0,1-1 1 0 0,-1 1 0 0 0,2-1 0 0 0,-1 0 0 0 0,0 1 0 0 0,1-1-1 0 0,3 6 1 0 0,-4-7-3 0 0,2-1 0 0 0,-1 0-1 0 0,0 0 1 0 0,0 0 0 0 0,1 0-1 0 0,-1-1 1 0 0,1 1 0 0 0,-1 0-1 0 0,1-1 1 0 0,0 0 0 0 0,-1 0-1 0 0,1 0 1 0 0,0 0 0 0 0,0 0 0 0 0,0 0-1 0 0,0-1 1 0 0,0 1 0 0 0,0-1-1 0 0,0 0 1 0 0,0 0 0 0 0,0 0-1 0 0,0 0 1 0 0,0-1 0 0 0,0 1-1 0 0,4-2 1 0 0,2 0 17 0 0,0 0 0 0 0,0-1 0 0 0,0 0 0 0 0,0-1 0 0 0,0 0-1 0 0,13-9 1 0 0,-14 8-20 0 0,0-1 0 0 0,-1-1-1 0 0,0 1 1 0 0,0-1-1 0 0,-1 0 1 0 0,0-1-1 0 0,0 1 1 0 0,7-13 0 0 0,0-6 287 0 0,15-39 1 0 0,0 1 1315 0 0,-27 62-1366 0 0,0 5-235 0 0,-1 0 1 0 0,0 0 0 0 0,0 0 0 0 0,0 1 0 0 0,0-1 0 0 0,0 0-1 0 0,-1 0 1 0 0,1 0 0 0 0,-1 0 0 0 0,0 0 0 0 0,-2 5-1 0 0,1 2 24 0 0,-9 40-59 0 0,-6 45 427 0 0,15-84-678 0 0,2 0 0 0 0,-1 0 0 0 0,1 0 0 0 0,1 0 0 0 0,0 0 1 0 0,4 16-1 0 0,-4-24-219 0 0,0-1 1 0 0,0 0-1 0 0,0 1 1 0 0,0-1-1 0 0,0 0 1 0 0,0 0-1 0 0,1 0 1 0 0,-1 0-1 0 0,1 0 1 0 0,-1 0-1 0 0,1 0 0 0 0,0 0 1 0 0,0-1-1 0 0,0 1 1 0 0,0 0-1 0 0,0-1 1 0 0,3 2-1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43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1 118 1464 0 0,'4'-10'1633'0'0,"0"-3"480"0"0,0 1-1 0 0,2 1 1 0 0,-1-1-1 0 0,10-13 858 0 0,-12 26-2470 0 0,0 1-373 0 0,0-1-1 0 0,-1 1 0 0 0,1 0 0 0 0,-1-1 0 0 0,0 1 1 0 0,1 0-1 0 0,-1 0 0 0 0,0 1 0 0 0,0-1 0 0 0,0 0 1 0 0,0 1-1 0 0,-1-1 0 0 0,1 1 0 0 0,-1 0 0 0 0,1-1 0 0 0,-1 1 1 0 0,0 0-1 0 0,0 0 0 0 0,0 0 0 0 0,0 0 0 0 0,0 3 1 0 0,2 9 102 0 0,0 1 0 0 0,-1-1 0 0 0,0 1 0 0 0,-1-1 1 0 0,-1 1-1 0 0,-1-1 0 0 0,-3 20 0 0 0,-26 110 334 0 0,17-93-284 0 0,12-49-251 0 0,1 1 0 0 0,-2-1 0 0 0,1 0 1 0 0,0-1-1 0 0,-1 1 0 0 0,1 0 0 0 0,-4 5 0 0 0,3-7 47 0 0,1-1-71 0 0,1 0-1 0 0,-1 0 1 0 0,0 0-1 0 0,0 0 1 0 0,1 0-1 0 0,-1 0 1 0 0,0 0-1 0 0,0-1 0 0 0,1 1 1 0 0,-1 0-1 0 0,0 0 1 0 0,1-1-1 0 0,-1 1 1 0 0,0-1-1 0 0,1 1 1 0 0,-1-1-1 0 0,1 1 1 0 0,-1-1-1 0 0,0 0 1 0 0,-3-14-31 0 0,2-1 1 0 0,0 1 0 0 0,0-1 0 0 0,2 0 0 0 0,0 1 0 0 0,1-1-1 0 0,0 1 1 0 0,1-1 0 0 0,1 1 0 0 0,1 0 0 0 0,0 0 0 0 0,11-28 0 0 0,-6 24-1 0 0,0 0 0 0 0,1 0 1 0 0,1 0-1 0 0,1 2 0 0 0,1-1 1 0 0,0 2-1 0 0,1-1 0 0 0,1 2 1 0 0,18-15-1 0 0,-28 25 13 0 0,0 1 1 0 0,0 0-1 0 0,1 0 1 0 0,0 1-1 0 0,-1 0 0 0 0,1 0 1 0 0,1 0-1 0 0,-1 1 1 0 0,0 0-1 0 0,11-3 1 0 0,-15 5 11 0 0,1 0-1 0 0,0 0 1 0 0,-1 0 0 0 0,1 0 0 0 0,-1 1 0 0 0,1-1 0 0 0,-1 1 0 0 0,1-1 0 0 0,0 1 0 0 0,-1 0 0 0 0,0 0 0 0 0,1 0 0 0 0,-1 0 0 0 0,0 1 0 0 0,1-1-1 0 0,-1 0 1 0 0,0 1 0 0 0,0 0 0 0 0,0-1 0 0 0,0 1 0 0 0,-1 0 0 0 0,1 0 0 0 0,0 0 0 0 0,-1 0 0 0 0,1 1 0 0 0,-1-1 0 0 0,0 0 0 0 0,2 4-1 0 0,1 4 8 0 0,0-1 0 0 0,-1 1 0 0 0,0 0 0 0 0,0 0 0 0 0,-1 0 0 0 0,0 1 0 0 0,-1-1 0 0 0,0 18 0 0 0,-3 6 48 0 0,-7 45 0 0 0,4-46-12 0 0,0 40-1 0 0,5-71-66 0 0,-1-1 0 0 0,1 0 0 0 0,1 1 0 0 0,-1-1 0 0 0,0 0 0 0 0,0 1 0 0 0,0-1 0 0 0,1 0 0 0 0,-1 1 0 0 0,1-1 0 0 0,-1 0 0 0 0,1 0 0 0 0,-1 0 0 0 0,1 1 0 0 0,0-1 0 0 0,0 0-1 0 0,-1 0 1 0 0,1 0 0 0 0,0 0 0 0 0,0 0 0 0 0,0 0 0 0 0,0-1 0 0 0,0 1 0 0 0,0 0 0 0 0,1 0 0 0 0,-1-1 0 0 0,0 1 0 0 0,2 0 0 0 0,1 0-167 0 0,-1 0 0 0 0,1 0 0 0 0,-1-1-1 0 0,1 1 1 0 0,0-1 0 0 0,0 0 0 0 0,-1 0 0 0 0,7-1-1 0 0,4-2-1121 0 0,1-1-1 0 0,-1 0 1 0 0,0 0-1 0 0,0-2 1 0 0,-1 0 0 0 0,21-11-1 0 0,0-2-4832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44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1064 191 556 0 0,'8'-22'2764'0'0,"7"-23"3640"0"0,15-72-1 0 0,-30 116-6165 0 0,-2-1-35 0 0,0 1-151 0 0,-1 0 1 0 0,0 1-1 0 0,0-1 0 0 0,0 1 0 0 0,1-1 0 0 0,-1 1 1 0 0,0 0-1 0 0,0 0 0 0 0,0 0 0 0 0,0 1 1 0 0,0-1-1 0 0,0 1 0 0 0,1-1 0 0 0,-1 1 0 0 0,0 0 1 0 0,0 0-1 0 0,1 0 0 0 0,-3 2 0 0 0,-55 26 641 0 0,57-27-662 0 0,-24 14 31 0 0,-1 1 1 0 0,2 1-1 0 0,1 2 1 0 0,0 0-1 0 0,1 2 1 0 0,1 1 0 0 0,2 0-1 0 0,0 2 1 0 0,1 0-1 0 0,2 2 1 0 0,1 0-1 0 0,0 1 1 0 0,3 0-1 0 0,0 1 1 0 0,2 1 0 0 0,1 0-1 0 0,1 1 1 0 0,1 0-1 0 0,2 0 1 0 0,2 1-1 0 0,1 0 1 0 0,-1 45-1 0 0,7-27-3 0 0,14 93 0 0 0,24 46-25 0 0,-21-109-25 0 0,-4 2 0 0 0,7 96 1 0 0,-19-99-2 0 0,-4 1 0 0 0,-4-1 0 0 0,-2 0-1 0 0,-5-1 1 0 0,-2 0 0 0 0,-43 131 0 0 0,-22 1-19 0 0,-11 35-6 0 0,83-227 17 0 0,-3 14 35 0 0,6-19-42 0 0,2-10 5 0 0,1 0 1 0 0,0-1-1 0 0,0 1 0 0 0,0 0 0 0 0,0 0 0 0 0,0 0 1 0 0,0 0-1 0 0,1 0 0 0 0,-1 6 0 0 0,-2 49-13 0 0,3 58 0 0 0,0-12-1 0 0,-3 63 51 0 0,-15 307-37 0 0,8-355-21 0 0,-52 231 0 0 0,-139 335 8 0 0,148-517-1 0 0,27-82 18 0 0,-18 113 1 0 0,38-157 5 0 0,1 1 0 0 0,2-1 1 0 0,2 0-1 0 0,9 83 0 0 0,-4-104-17 0 0,0-1 0 0 0,1 1 0 0 0,1-1 0 0 0,0-1 1 0 0,2 1-1 0 0,1-1 0 0 0,0-1 0 0 0,1 1 0 0 0,1-2 0 0 0,0 1 0 0 0,2-2 0 0 0,0 1 0 0 0,1-2 0 0 0,0 0 0 0 0,1 0 0 0 0,1-2 0 0 0,0 0 1 0 0,1 0-1 0 0,0-2 0 0 0,38 19 0 0 0,-11-11-387 0 0,2-2 1 0 0,-1-1-1 0 0,2-3 1 0 0,0-2-1 0 0,76 9 0 0 0,-12-11-2074 0 0,146-6 0 0 0,-115-10-1552 0 0,23-6-1946 0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6:54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37 452 0 0,'0'0'1160'0'0,"-5"-9"-240"0"0,2-1-356 0 0,9 0-620 0 0,6 3-1096 0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28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46 1104 0 0,'0'0'1920'0'0,"18"-22"3906"0"0,-13 18-5437 0 0,0 1 0 0 0,-1-1 0 0 0,2 1-1 0 0,7-5 1 0 0,-11 7-304 0 0,1 1-10 0 0,9 0-22 0 0,-1 0 0 0 0,1 0 0 0 0,0 1 0 0 0,-1 1 0 0 0,1 0 0 0 0,-1 1 0 0 0,0 0 0 0 0,18 7 0 0 0,5 5 39 0 0,47 27 1 0 0,-63-31-73 0 0,0 0-1 0 0,-1 1 1 0 0,-1 0 0 0 0,0 1 0 0 0,-1 1-1 0 0,0 1 1 0 0,-1 0 0 0 0,-1 1 0 0 0,0 1 0 0 0,-1 0-1 0 0,-1 0 1 0 0,0 1 0 0 0,-2 0 0 0 0,0 1 0 0 0,-1 0-1 0 0,-1 1 1 0 0,-1 0 0 0 0,6 33 0 0 0,-6-9-103 0 0,-1 2 0 0 0,-3 57 0 0 0,-13 92 108 0 0,9-180 17 0 0,-44 303 436 0 0,27-208-345 0 0,10-64 36 0 0,-3 0-1 0 0,-24 65 0 0 0,-48 83 118 0 0,76-177-267 0 0,1 1 1 0 0,1 0-1 0 0,-7 28 1 0 0,12-38-2 0 0,-1 0 0 0 0,1 0 0 0 0,1 0 1 0 0,0 0-1 0 0,0 0 0 0 0,0 0 1 0 0,1 0-1 0 0,0 0 0 0 0,1 0 0 0 0,4 13 1 0 0,15 28 435 0 0,-20-47-250 0 0,1 1-62 0 0,-2-3-132 0 0,0 0-1 0 0,0 0 1 0 0,0 1 0 0 0,0-1 0 0 0,0 0-1 0 0,0 0 1 0 0,0 1 0 0 0,0-1 0 0 0,0 0-1 0 0,0 0 1 0 0,1 1 0 0 0,-1-1-1 0 0,0 0 1 0 0,0 0 0 0 0,0 0 0 0 0,0 1-1 0 0,0-1 1 0 0,1 0 0 0 0,-1 0 0 0 0,0 0-1 0 0,0 0 1 0 0,0 1 0 0 0,0-1 0 0 0,1 0-1 0 0,-1 0 1 0 0,0 0 0 0 0,0 0-1 0 0,1 0 1 0 0,-1 0 0 0 0,0 0 0 0 0,23 2 214 0 0,-20-2-81 0 0,0 0-126 0 0,36-4 245 0 0,-36 4-289 0 0,-4 28 1161 0 0,-6 27 12 0 0,3-27-766 0 0,0 30 0 0 0,7 6-198 0 0,2 0 0 0 0,2 0 0 0 0,4-1 1 0 0,25 86-1 0 0,107 237-145 0 0,-83-238 250 0 0,81 304 0 0 0,-121-367-293 0 0,-4 2 1 0 0,-4 0-1 0 0,-4 1 0 0 0,-4 146 1 0 0,-12-112 106 0 0,-6 1 0 0 0,-4-1 0 0 0,-57 196 1 0 0,65-288-105 0 0,0-1 1 0 0,-2 0 0 0 0,-1-1 0 0 0,-1 0 0 0 0,-1-1 0 0 0,-2-1 0 0 0,0 0 0 0 0,-2-1 0 0 0,-1-2-1 0 0,-1 1 1 0 0,-42 35 0 0 0,17-25-648 0 0,-1-1 1 0 0,-1-3-1 0 0,-78 36 0 0 0,45-30-3898 0 0,-134 38 0 0 0,105-43-1478 0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00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25 1864 0 0,'6'-25'14146'0'0,"-29"296"-13997"0"0,5-73-280 0 0,-3 27-2544 0 0,3-76-4563 0 0,14-125 3527 0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01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1 329 1872 0 0,'3'-32'1850'0'0,"0"-6"1017"0"0,15-62 0 0 0,-16 90-2627 0 0,1 0 0 0 0,0 0-1 0 0,1 0 1 0 0,0 0 0 0 0,1 1-1 0 0,0 0 1 0 0,0 0 0 0 0,1 0 0 0 0,0 1-1 0 0,15-16 1 0 0,-16 19-187 0 0,1 1 0 0 0,0 0-1 0 0,0 0 1 0 0,0 0 0 0 0,1 1 0 0 0,-1 0-1 0 0,1 0 1 0 0,0 1 0 0 0,-1 0 0 0 0,1 0-1 0 0,0 0 1 0 0,0 1 0 0 0,1 0 0 0 0,-1 1 0 0 0,11-1-1 0 0,-6 2-20 0 0,1 0 0 0 0,-1 1 0 0 0,1 0 1 0 0,-1 0-1 0 0,0 2 0 0 0,0-1 0 0 0,-1 2 0 0 0,14 6 0 0 0,-21-10-21 0 0,0 1 1 0 0,-1 1-1 0 0,1-1 0 0 0,-1 0 1 0 0,0 1-1 0 0,1 0 1 0 0,-1-1-1 0 0,-1 1 0 0 0,1 1 1 0 0,0-1-1 0 0,-1 0 0 0 0,1 1 1 0 0,-1-1-1 0 0,0 1 1 0 0,0 0-1 0 0,2 5 0 0 0,-3-2 0 0 0,1-1 0 0 0,-1 1 0 0 0,0-1 0 0 0,-1 1 0 0 0,1-1 0 0 0,-1 1 0 0 0,0-1 0 0 0,-1 1 0 0 0,-2 10 0 0 0,-2 2 1 0 0,0 0 0 0 0,-2 0 0 0 0,0 0 0 0 0,-2-1 0 0 0,1 0 0 0 0,-13 16 0 0 0,-39 53 700 0 0,59-86-518 0 0,4-1-173 0 0,7-2 10 0 0,0 2 0 0 0,0-1 1 0 0,0 1-1 0 0,0 1 0 0 0,0 0 0 0 0,0 0 0 0 0,0 1 1 0 0,-1 0-1 0 0,1 1 0 0 0,-1 0 0 0 0,1 1 0 0 0,-1 0 1 0 0,0 0-1 0 0,0 1 0 0 0,-1 0 0 0 0,12 9 0 0 0,-13-7 90 0 0,0 0 1 0 0,0 0-1 0 0,-1 1 0 0 0,0 0 0 0 0,-1 0 0 0 0,1 1 0 0 0,-2-1 0 0 0,1 1 0 0 0,-1 0 0 0 0,-1 0 0 0 0,1 1 1 0 0,-2-1-1 0 0,1 1 0 0 0,1 17 0 0 0,-3-12 82 0 0,0 0 1 0 0,-1 0-1 0 0,0 0 0 0 0,-2 0 1 0 0,0 0-1 0 0,0 0 0 0 0,-1 0 1 0 0,-1 0-1 0 0,-10 22 0 0 0,10-26-69 0 0,0-1 1 0 0,-1 0-1 0 0,0 0 0 0 0,-1-1 0 0 0,0 1 0 0 0,-1-1 1 0 0,0-1-1 0 0,0 1 0 0 0,-1-1 0 0 0,0 0 1 0 0,0-1-1 0 0,-1 0 0 0 0,-16 10 0 0 0,19-14-97 0 0,0 0 0 0 0,-1-1 0 0 0,1 0 0 0 0,-1 0 0 0 0,1-1 0 0 0,-1 1 0 0 0,0-1 0 0 0,0-1 0 0 0,0 1 0 0 0,1-1 0 0 0,-1-1 0 0 0,0 1 0 0 0,0-1 0 0 0,-12-3 0 0 0,8 1-55 0 0,1-1 0 0 0,0 0 0 0 0,0 0 0 0 0,0 0 0 0 0,1-2 1 0 0,0 1-1 0 0,-1-1 0 0 0,-10-10 0 0 0,19 16-107 0 0,0-1 0 0 0,0 0 1 0 0,0 0-1 0 0,0 0 1 0 0,0 0-1 0 0,0 1 1 0 0,0-1-1 0 0,1 0 1 0 0,-1 0-1 0 0,0-1 0 0 0,1 1 1 0 0,-1 0-1 0 0,1 0 1 0 0,-1 0-1 0 0,1 0 1 0 0,-1 0-1 0 0,1-1 0 0 0,0 1 1 0 0,0 0-1 0 0,-1 0 1 0 0,1-1-1 0 0,0 1 1 0 0,0 0-1 0 0,0 0 1 0 0,1-1-1 0 0,-1 1 0 0 0,0 0 1 0 0,0 0-1 0 0,1 0 1 0 0,-1-1-1 0 0,0 1 1 0 0,1 0-1 0 0,-1 0 0 0 0,1 0 1 0 0,0 0-1 0 0,-1 0 1 0 0,1 0-1 0 0,0 0 1 0 0,0 0-1 0 0,-1 0 1 0 0,3-1-1 0 0,2-3-1395 0 0,1 0-1 0 0,0 1 1 0 0,0-1 0 0 0,0 2 0 0 0,11-6-1 0 0,-4 2-2914 0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02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226 683 1188 0 0,'7'-8'1218'0'0,"0"-1"0"0"0,-1 0-1 0 0,0-1 1 0 0,0 1 0 0 0,-1-1 0 0 0,-1 0-1 0 0,1-1 1 0 0,-2 1 0 0 0,1-1 0 0 0,-1 1-1 0 0,-1-1 1 0 0,2-21 0 0 0,-4 31-1168 0 0,0-1-1 0 0,0 1 1 0 0,0-1 0 0 0,0 0 0 0 0,0 1-1 0 0,0-1 1 0 0,0 1 0 0 0,-1-1 0 0 0,1 0-1 0 0,-1 1 1 0 0,1-1 0 0 0,-1 1 0 0 0,1-1-1 0 0,-1 1 1 0 0,0 0 0 0 0,0-1 0 0 0,0 1-1 0 0,0 0 1 0 0,0-1 0 0 0,0 1 0 0 0,0 0-1 0 0,0 0 1 0 0,0 0 0 0 0,-1 0 0 0 0,1 0 0 0 0,0 0-1 0 0,-1 0 1 0 0,1 1 0 0 0,-1-1 0 0 0,1 0-1 0 0,-1 1 1 0 0,1-1 0 0 0,-1 1 0 0 0,1-1-1 0 0,-1 1 1 0 0,-3 0 0 0 0,1 0-27 0 0,0 0 1 0 0,0 0-1 0 0,-1 1 1 0 0,1 0-1 0 0,0 0 1 0 0,0 0-1 0 0,0 0 1 0 0,-1 1-1 0 0,1-1 1 0 0,1 1-1 0 0,-1 0 1 0 0,-6 4-1 0 0,-4 5-2 0 0,1 1-1 0 0,0 0 1 0 0,1 1-1 0 0,1 0 1 0 0,0 0 0 0 0,1 2-1 0 0,-16 26 1 0 0,10-10-17 0 0,2 0 0 0 0,0 1 0 0 0,-8 33 0 0 0,18-50-2 0 0,0 0 0 0 0,1 0 0 0 0,1 0-1 0 0,0 17 1 0 0,1-27 7 0 0,1 0-1 0 0,0-1 0 0 0,0 1 0 0 0,1 0 1 0 0,-1 0-1 0 0,1-1 0 0 0,0 1 0 0 0,1 0 1 0 0,-1-1-1 0 0,1 1 0 0 0,0-1 0 0 0,0 0 1 0 0,0 0-1 0 0,0 1 0 0 0,1-1 0 0 0,0 0 1 0 0,3 3-1 0 0,-4-5-4 0 0,-1-1 1 0 0,1 0 0 0 0,0 0 0 0 0,0 0-1 0 0,0 0 1 0 0,0 0 0 0 0,0-1-1 0 0,-1 1 1 0 0,1-1 0 0 0,0 1 0 0 0,0-1-1 0 0,1 0 1 0 0,-1 1 0 0 0,0-1-1 0 0,0 0 1 0 0,0 0 0 0 0,3-1-1 0 0,0 0 4 0 0,0 0-1 0 0,0 0 0 0 0,-1 0 1 0 0,1-1-1 0 0,0 0 0 0 0,5-3 1 0 0,1-1 2 0 0,-1 0-1 0 0,0-1 1 0 0,0-1 0 0 0,-1 0 0 0 0,0 0 0 0 0,0-1-1 0 0,-1 0 1 0 0,0 0 0 0 0,-1-1 0 0 0,0 0 0 0 0,-1 0-1 0 0,1 0 1 0 0,-2-1 0 0 0,7-17 0 0 0,3-15 11 0 0,-2-1 1 0 0,12-75-1 0 0,-24 111-22 0 0,5-28-32 0 0,-5 32-11 0 0,-1 9 13 0 0,0 0 27 0 0,0 30 5 0 0,1 0 0 0 0,9 47 0 0 0,-8-70 5 0 0,0-1 1 0 0,1 0 0 0 0,1 0-1 0 0,0-1 1 0 0,0 1-1 0 0,1-1 1 0 0,0 1-1 0 0,1-1 1 0 0,0-1 0 0 0,0 1-1 0 0,13 12 1 0 0,-16-19 6 0 0,-1-1 0 0 0,1 1 0 0 0,0-1 0 0 0,0 0 0 0 0,0-1 0 0 0,1 1 0 0 0,6 2 0 0 0,3-1 20 0 0,-6-4-25 0 0,1 0 0 0 0,-1 0 1 0 0,0-1-1 0 0,1 0 0 0 0,-1-1 0 0 0,0 1 0 0 0,-1-1 0 0 0,1-1 0 0 0,0 1 0 0 0,-1-1 1 0 0,0 0-1 0 0,0-1 0 0 0,0 1 0 0 0,0-1 0 0 0,-1 0 0 0 0,0-1 0 0 0,7-8 0 0 0,4-5 18 0 0,-2-1-1 0 0,0-1 1 0 0,22-45-1 0 0,28-89-16 0 0,-6 11-69 0 0,-53 133 23 0 0,-3 7 23 0 0,-1-1 0 0 0,1 1 1 0 0,1-1-1 0 0,-1 1 1 0 0,1 0-1 0 0,3-4 1 0 0,-5 7 11 0 0,0 0 0 0 0,0 0 1 0 0,1 0-1 0 0,-1 0 0 0 0,0 0 0 0 0,1 0 1 0 0,-1 0-1 0 0,1 0 0 0 0,-1 1 1 0 0,1-1-1 0 0,-1 1 0 0 0,1-1 1 0 0,-1 1-1 0 0,1-1 0 0 0,0 1 1 0 0,-1 0-1 0 0,1 0 0 0 0,-1 0 1 0 0,1 0-1 0 0,0 0 0 0 0,-1 0 1 0 0,1 0-1 0 0,3 1 0 0 0,5 2 4 0 0,0 1 1 0 0,-1-1-1 0 0,1 2 0 0 0,-1-1 1 0 0,1 1-1 0 0,-2 1 0 0 0,1-1 0 0 0,0 1 1 0 0,-1 1-1 0 0,0 0 0 0 0,-1 0 0 0 0,0 1 1 0 0,0-1-1 0 0,0 2 0 0 0,9 15 0 0 0,-10-16 5 0 0,-1 1-1 0 0,-1 0 0 0 0,1 1 1 0 0,-2-1-1 0 0,1 1 0 0 0,-1 0 0 0 0,-1 0 1 0 0,0 0-1 0 0,0 0 0 0 0,-1 0 0 0 0,0 0 1 0 0,-1 0-1 0 0,0 0 0 0 0,0 1 0 0 0,-1-1 1 0 0,-4 15-1 0 0,3-14 46 0 0,-1-1 1 0 0,0 0 0 0 0,-1 0-1 0 0,0-1 1 0 0,-1 1 0 0 0,0-1-1 0 0,0 0 1 0 0,-1 0-1 0 0,0 0 1 0 0,-8 8 0 0 0,9-14-37 0 0,0-1 0 0 0,0 0 0 0 0,0 0 0 0 0,0 0 0 0 0,-1-1 0 0 0,1 1 0 0 0,0-1 0 0 0,-1 0 1 0 0,1-1-1 0 0,-1 1 0 0 0,-9-2 0 0 0,-33 0-1466 0 0,48-1 1225 0 0,1 1 1 0 0,0 0-1 0 0,-1 0 1 0 0,1-1-1 0 0,0 1 1 0 0,0 0-1 0 0,0 0 1 0 0,0 0-1 0 0,0 0 1 0 0,0 0-1 0 0,1 0 1 0 0,-1 0-1 0 0,2-1 1 0 0,89-51-5140 0 0,46-32 3679 0 0,-115 69 1801 0 0,0 0 1 0 0,-2-2-1 0 0,0-1 1 0 0,0 0-1 0 0,-2-2 1 0 0,-1 0-1 0 0,18-26 1 0 0,-16 16 723 0 0,-1-1 1 0 0,-2 0 0 0 0,-1-1-1 0 0,22-69 1 0 0,-32 78 96 0 0,0-1 1 0 0,-2 0 0 0 0,-1 0 0 0 0,-1-43 0 0 0,-2 67-757 0 0,-1-19 412 0 0,-1 12-405 0 0,0 15-189 0 0,-3 37 79 0 0,2 0 0 0 0,4 65 0 0 0,21 89 130 0 0,-20-183-256 0 0,1-1 0 0 0,1 0 1 0 0,0 0-1 0 0,10 24 1 0 0,-14-37-70 0 0,1 0 1 0 0,-1 0-1 0 0,1 0 1 0 0,-1 0 0 0 0,1 0-1 0 0,0 0 1 0 0,0-1-1 0 0,-1 1 1 0 0,1 0 0 0 0,0 0-1 0 0,0 0 1 0 0,0-1 0 0 0,0 1-1 0 0,-1 0 1 0 0,1-1-1 0 0,0 1 1 0 0,0-1 0 0 0,0 1-1 0 0,1-1 1 0 0,-1 0-1 0 0,0 1 1 0 0,0-1 0 0 0,0 0-1 0 0,0 0 1 0 0,0 1 0 0 0,0-1-1 0 0,0 0 1 0 0,1 0-1 0 0,-1-1 1 0 0,0 1 0 0 0,0 0-1 0 0,0 0 1 0 0,0 0-1 0 0,0-1 1 0 0,0 1 0 0 0,0 0-1 0 0,0-1 1 0 0,0 1 0 0 0,0-1-1 0 0,0 0 1 0 0,0 1-1 0 0,0-1 1 0 0,0 0 0 0 0,0 1-1 0 0,1-2 1 0 0,3-3-785 0 0,0 1 0 0 0,0-1 0 0 0,0 0 0 0 0,-1 0 0 0 0,8-11 1 0 0,-2-3-2125 0 0,0-2-1030 0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03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90 117 1428 0 0,'-2'-13'1387'0'0,"-1"0"-1"0"0,-1 1 1 0 0,0-1-1 0 0,0 1 1 0 0,-1 0-1 0 0,-1 0 1 0 0,-8-13-1 0 0,14 25-1370 0 0,-1-1-1 0 0,1 1 0 0 0,0-1 1 0 0,-1 1-1 0 0,1 0 0 0 0,-1-1 1 0 0,1 1-1 0 0,-1 0 0 0 0,1 0 1 0 0,-1-1-1 0 0,1 1 0 0 0,-1 0 1 0 0,1 0-1 0 0,-1 0 0 0 0,0-1 1 0 0,1 1-1 0 0,-1 0 0 0 0,1 0 1 0 0,-1 0-1 0 0,1 0 0 0 0,-1 0 1 0 0,0 0-1 0 0,1 0 0 0 0,-1 1 1 0 0,1-1-1 0 0,-1 0 0 0 0,1 0 1 0 0,-1 0-1 0 0,1 0 0 0 0,-1 1 1 0 0,1-1-1 0 0,-2 1 0 0 0,1-1-9 0 0,0 1 0 0 0,0 0 0 0 0,0 0 0 0 0,-1-1 0 0 0,1 1 0 0 0,0 0 0 0 0,0 0 0 0 0,0 0 0 0 0,0 0 0 0 0,0 0 1 0 0,1 1-1 0 0,-1-1 0 0 0,-1 2 0 0 0,-2 10-1317 0 0,1 1 0 0 0,1-1 0 0 0,0 1 0 0 0,-1 27 1 0 0,3-34 133 0 0,0 10-1799 0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03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57 1936 0 0,'2'-2'2210'0'0,"6"-10"1468"0"0,-3 7-2322 0 0,-2-1-1 0 0,1 1 1 0 0,0-1-1 0 0,2-7 1 0 0,-5 12-855 0 0,2-5 782 0 0,-5 5-930 0 0,-4 8-290 0 0,1 0-47 0 0,1 0 1 0 0,0 0 0 0 0,1 0 0 0 0,0 0 0 0 0,0 1 0 0 0,0-1-1 0 0,1 1 1 0 0,0 0 0 0 0,1-1 0 0 0,-1 1 0 0 0,2 0 0 0 0,-1 0 0 0 0,1 0-1 0 0,0 0 1 0 0,1 0 0 0 0,-1 0 0 0 0,2 0 0 0 0,-1 0 0 0 0,1-1-1 0 0,0 1 1 0 0,1 0 0 0 0,0-1 0 0 0,0 0 0 0 0,1 0 0 0 0,-1 0 0 0 0,2 0-1 0 0,-1 0 1 0 0,1-1 0 0 0,8 10 0 0 0,-6-9-129 0 0,-1 0 242 0 0,1 0 0 0 0,-1 1 1 0 0,0 0-1 0 0,8 16 0 0 0,-12-21-41 0 0,-1-1 0 0 0,0 1 1 0 0,-1 0-1 0 0,1-1 0 0 0,0 1 0 0 0,-1 0 0 0 0,0 0 0 0 0,0 0 0 0 0,0-1 0 0 0,0 1 0 0 0,0 0 0 0 0,0 0 1 0 0,0 0-1 0 0,-1-1 0 0 0,0 1 0 0 0,0 0 0 0 0,1 0 0 0 0,-1-1 0 0 0,-1 1 0 0 0,1-1 0 0 0,-2 4 0 0 0,-3 3 12 0 0,-1-1-1 0 0,1 1 1 0 0,-2-1-1 0 0,1 0 0 0 0,-1-1 1 0 0,0 0-1 0 0,-1 0 1 0 0,0 0-1 0 0,-13 7 0 0 0,5-5-355 0 0,0-1 0 0 0,0 0 0 0 0,0-1 0 0 0,-32 7 0 0 0,29-11-1057 0 0,15-2 21 0 0,1-1-1 0 0,-1 0 0 0 0,0 0 0 0 0,1-1 0 0 0,-1 1 0 0 0,1-1 0 0 0,-6-1 0 0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08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6 3248 0 0,'-3'1'2604'0'0,"-41"5"6822"0"0,46-7-9391 0 0,0 0 1 0 0,0 0-1 0 0,0 0 0 0 0,0 0 1 0 0,0 0-1 0 0,1 1 0 0 0,-1-1 1 0 0,0 1-1 0 0,0-1 0 0 0,0 1 1 0 0,3 0-1 0 0,-5 0-62 0 0,27-3-1358 0 0,8 2-5928 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08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36 2364 0 0,'-27'24'2863'0'0,"12"-12"-736"0"0,1 0-1 0 0,-24 29 1 0 0,38-41-2083 0 0,0 0-1 0 0,0 0 1 0 0,-1 0-1 0 0,1 1 1 0 0,0-1-1 0 0,0 0 1 0 0,0 0-1 0 0,0 1 1 0 0,-1-1-1 0 0,1 0 1 0 0,0 0-1 0 0,0 1 1 0 0,0-1 0 0 0,0 0-1 0 0,0 1 1 0 0,0-1-1 0 0,0 0 1 0 0,0 0-1 0 0,0 1 1 0 0,0-1-1 0 0,0 0 1 0 0,0 1-1 0 0,0-1 1 0 0,0 0-1 0 0,0 0 1 0 0,0 1-1 0 0,0-1 1 0 0,0 0-1 0 0,0 0 1 0 0,1 1 0 0 0,-1-1-1 0 0,0 0 1 0 0,0 0-1 0 0,0 1 1 0 0,0-1-1 0 0,0 0 1 0 0,1 0-1 0 0,-1 0 1 0 0,0 1-1 0 0,0-1 1 0 0,1 0-1 0 0,-1 0 1 0 0,0 0-1 0 0,0 0 1 0 0,1 1 0 0 0,-1-1-1 0 0,0 0 1 0 0,1 0-1 0 0,11 3 480 0 0,0-4-336 0 0,-1 0 0 0 0,1 0-1 0 0,-1-1 1 0 0,0-1-1 0 0,22-7 1 0 0,-10 3-61 0 0,147-44-1372 0 0,-54 14-4406 0 0,-39 11-555 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04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163 584 2176 0 0,'1'-5'984'0'0,"1"-1"-1"0"0,-1 0 1 0 0,1 0 0 0 0,-2 1-1 0 0,1-1 1 0 0,-1 0 0 0 0,0 0-1 0 0,0 0 1 0 0,-2-12-1 0 0,2 18-947 0 0,0-1-1 0 0,0 1 1 0 0,0-1-1 0 0,-1 1 1 0 0,1-1-1 0 0,0 1 1 0 0,-1-1-1 0 0,1 1 1 0 0,0-1-1 0 0,-1 1 1 0 0,1 0-1 0 0,0-1 1 0 0,-1 1-1 0 0,1 0 1 0 0,-1-1-1 0 0,1 1 1 0 0,-1 0-1 0 0,1-1 1 0 0,-1 1-1 0 0,1 0 1 0 0,-1 0-1 0 0,1 0 0 0 0,-1-1 1 0 0,1 1-1 0 0,-1 0 1 0 0,1 0-1 0 0,-1 0 1 0 0,1 0-1 0 0,-1 0 1 0 0,0 0-1 0 0,1 0 1 0 0,-1 0-1 0 0,1 0 1 0 0,-1 0-1 0 0,1 0 1 0 0,-1 1-1 0 0,0-1 1 0 0,-17 10 456 0 0,5 4-218 0 0,1 0 0 0 0,1 1 0 0 0,1 0 0 0 0,0 1 0 0 0,1 0 0 0 0,0 1 0 0 0,-9 27 0 0 0,8-16-133 0 0,2-1-1 0 0,1 2 1 0 0,1-1-1 0 0,-2 35 1 0 0,7-57-118 0 0,1 0 0 0 0,0 0 0 0 0,0 0 1 0 0,0 0-1 0 0,1 0 0 0 0,0 0 0 0 0,0 0 1 0 0,1 0-1 0 0,-1 0 0 0 0,1 0 0 0 0,1 0 1 0 0,3 7-1 0 0,-4-11-15 0 0,0 1 0 0 0,0-1 1 0 0,0 1-1 0 0,0-1 0 0 0,0 1 1 0 0,1-1-1 0 0,-1 0 0 0 0,1 0 0 0 0,0-1 1 0 0,-1 1-1 0 0,1 0 0 0 0,0-1 1 0 0,0 0-1 0 0,0 1 0 0 0,0-1 0 0 0,0 0 1 0 0,0-1-1 0 0,0 1 0 0 0,1-1 1 0 0,-1 1-1 0 0,0-1 0 0 0,0 0 0 0 0,0 0 1 0 0,7-1-1 0 0,0 0 1 0 0,1-1-1 0 0,0 0 1 0 0,-1-1 0 0 0,1 0 0 0 0,-1 0-1 0 0,0-1 1 0 0,0-1 0 0 0,0 0-1 0 0,17-11 1 0 0,-15 6 1 0 0,0 0-1 0 0,0 0 0 0 0,-1-1 1 0 0,0 0-1 0 0,-1-1 0 0 0,12-18 1 0 0,-9 9-2 0 0,-1 0 0 0 0,-1 0 1 0 0,-1-1-1 0 0,-1 0 0 0 0,-1-1 1 0 0,-1 0-1 0 0,-1 0 1 0 0,6-47-1 0 0,-10 44 8 0 0,-1 0 0 0 0,-2-27 0 0 0,0 44-19 0 0,0-1-1 0 0,0 0 0 0 0,-1 1 0 0 0,0-1 1 0 0,-1 1-1 0 0,0 0 0 0 0,-1 0 0 0 0,-7-14 1 0 0,8 20 0 0 0,1 0 0 0 0,-1 0 1 0 0,1 0-1 0 0,-1 1 1 0 0,0 0-1 0 0,0-1 0 0 0,0 1 1 0 0,-6-3-1 0 0,8 5 3 0 0,-5 0-4 0 0,0 1 2 0 0,1 0 1 0 0,0 1-1 0 0,0 0 1 0 0,0 0-1 0 0,0 1 1 0 0,0-1-1 0 0,1 1 1 0 0,-1 0-1 0 0,1 0 1 0 0,0 1-1 0 0,-8 7 1 0 0,5-4-7 0 0,1 1 1 0 0,-1 1-1 0 0,2-1 1 0 0,-1 1-1 0 0,-8 19 1 0 0,8-13 0 0 0,0 1 1 0 0,1 0-1 0 0,1 0 1 0 0,0 0 0 0 0,1 1-1 0 0,1-1 1 0 0,1 1-1 0 0,0 17 1 0 0,1-30 5 0 0,0 1 1 0 0,1-1-1 0 0,0 1 0 0 0,-1-1 1 0 0,1 1-1 0 0,1-1 1 0 0,-1 0-1 0 0,1 0 0 0 0,-1 1 1 0 0,1-1-1 0 0,0 0 0 0 0,1 0 1 0 0,-1-1-1 0 0,1 1 1 0 0,0 0-1 0 0,-1-1 0 0 0,2 0 1 0 0,5 6-1 0 0,-4-6 1 0 0,-1-1 0 0 0,0 0 0 0 0,0 0 1 0 0,1 0-1 0 0,0 0 0 0 0,-1-1 0 0 0,1 0 0 0 0,0 0 0 0 0,-1 0 0 0 0,1 0 0 0 0,0-1 0 0 0,0 0 0 0 0,0 0 1 0 0,0 0-1 0 0,0 0 0 0 0,-1-1 0 0 0,9-2 0 0 0,2-1 0 0 0,0-1 1 0 0,0-1-1 0 0,0 0 0 0 0,-1-1 1 0 0,1-1-1 0 0,-2 0 0 0 0,25-19 1 0 0,0-5 19 0 0,41-44 0 0 0,-55 50-18 0 0,-2-1 0 0 0,0-1 0 0 0,-2-1 0 0 0,-1-1 0 0 0,-1-1 1 0 0,15-38-1 0 0,-1-9-47 0 0,29-117 1 0 0,-56 176 31 0 0,-7 26 20 0 0,-10 33 105 0 0,-74 461 2112 0 0,71-392-1884 0 0,-37 371 696 0 0,13-103-620 0 0,29-294-122 0 0,-4 0 0 0 0,-48 155 1 0 0,59-228-137 0 0,-1 0 0 0 0,0-1 0 0 0,-1 1 0 0 0,0-1 0 0 0,0 0 0 0 0,-12 15 0 0 0,15-21-114 0 0,-1 0 0 0 0,0 0 0 0 0,0-1 0 0 0,0 1 0 0 0,-1-1 0 0 0,1 0 0 0 0,0 0 0 0 0,-1 0 0 0 0,1 0-1 0 0,-1-1 1 0 0,0 1 0 0 0,0-1 0 0 0,1 0 0 0 0,-1 0 0 0 0,0 0 0 0 0,0-1 0 0 0,0 1 0 0 0,0-1 0 0 0,0 0 0 0 0,-7-1 0 0 0,-1-1-4 0 0,-1 0-1 0 0,1-1 1 0 0,0-1 0 0 0,0 0 0 0 0,1-1 0 0 0,-1 0 0 0 0,1 0 0 0 0,0-2 0 0 0,0 1 0 0 0,1-1 0 0 0,0-1 0 0 0,-10-8 0 0 0,7 4-9 0 0,1 0 0 0 0,1 0 0 0 0,0-1 0 0 0,1 0 0 0 0,0-1 1 0 0,1 0-1 0 0,0-1 0 0 0,-9-22 0 0 0,14 25-33 0 0,0 0 0 0 0,1 1 1 0 0,0-1-1 0 0,1-1 0 0 0,0 1 0 0 0,1 0 0 0 0,1 0 0 0 0,1-22 1 0 0,1 15 1 0 0,1-1 1 0 0,1 1-1 0 0,1 0 1 0 0,14-34-1 0 0,1 9-4 0 0,3 0-1 0 0,1 2 1 0 0,46-60-1 0 0,-15 31-734 0 0,3 2 0 0 0,115-105 0 0 0,-10 37-3493 0 0,9 8-5978 0 0,-131 101 4162 0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06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3 838 964 0 0,'-1'-11'1792'0'0,"0"1"1"0"0,1-1-1 0 0,1-14 0 0 0,0 16-1301 0 0,0 0 0 0 0,1 1 0 0 0,0-1 0 0 0,0 1 0 0 0,1-1 0 0 0,0 1 0 0 0,7-13 0 0 0,-9 20-466 0 0,0 0-1 0 0,0 0 0 0 0,0 0 1 0 0,0 1-1 0 0,0-1 1 0 0,1 0-1 0 0,-1 1 0 0 0,0-1 1 0 0,0 1-1 0 0,1-1 1 0 0,-1 1-1 0 0,0-1 1 0 0,0 1-1 0 0,1 0 0 0 0,-1 0 1 0 0,0 0-1 0 0,1 0 1 0 0,-1 0-1 0 0,1 0 1 0 0,-1 0-1 0 0,0 0 0 0 0,1 0 1 0 0,-1 1-1 0 0,0-1 1 0 0,0 0-1 0 0,1 1 0 0 0,-1-1 1 0 0,0 1-1 0 0,0-1 1 0 0,1 1-1 0 0,-1 0 1 0 0,0 0-1 0 0,0 0 0 0 0,1 1 1 0 0,2 2 17 0 0,0 0 0 0 0,-1 1 0 0 0,0 0 0 0 0,0 0 0 0 0,0 0-1 0 0,0 0 1 0 0,-1 0 0 0 0,0 0 0 0 0,0 1 0 0 0,2 6 0 0 0,9 58 224 0 0,-9-28-143 0 0,-3 0 0 0 0,-3 48 1 0 0,-1-7 342 0 0,41-227 904 0 0,-32 120-1354 0 0,3-13 2 0 0,15-35 1 0 0,-21 63-26 0 0,1-1 1 0 0,0 1 0 0 0,1 1 0 0 0,0-1 0 0 0,0 1-1 0 0,1 0 1 0 0,0 0 0 0 0,1 0 0 0 0,7-6-1 0 0,-12 12 3 0 0,1 0-1 0 0,-1 0 1 0 0,1 0-1 0 0,-1 0 1 0 0,1 1-1 0 0,0-1 1 0 0,0 1-1 0 0,-1 0 1 0 0,1 0-1 0 0,0 0 1 0 0,0 0-1 0 0,0 1 1 0 0,0-1-1 0 0,0 1 1 0 0,0 0-1 0 0,1-1 1 0 0,-1 1-1 0 0,0 1 1 0 0,6 0-1 0 0,-6 0 2 0 0,1 0 0 0 0,-1 0 1 0 0,1 1-1 0 0,-1 0 0 0 0,0-1 0 0 0,0 1 0 0 0,0 0 0 0 0,0 0 1 0 0,0 1-1 0 0,0-1 0 0 0,0 1 0 0 0,-1-1 0 0 0,0 1 0 0 0,1 0 0 0 0,-1 0 1 0 0,3 5-1 0 0,2 6 5 0 0,0 0 1 0 0,-1 0 0 0 0,-1 1-1 0 0,0-1 1 0 0,4 24 0 0 0,7 78 17 0 0,-13-82 2 0 0,-3-34-20 0 0,0 1 0 0 0,0 0 0 0 0,1-1 0 0 0,-1 1 0 0 0,0-1 0 0 0,0 1 0 0 0,0 0 0 0 0,1-1 1 0 0,-1 1-1 0 0,0-1 0 0 0,0 1 0 0 0,1-1 0 0 0,-1 1 0 0 0,1-1 0 0 0,-1 1 0 0 0,0-1 0 0 0,1 1 0 0 0,-1-1 0 0 0,1 1 1 0 0,-1-1-1 0 0,1 0 0 0 0,-1 1 0 0 0,1-1 0 0 0,-1 0 0 0 0,1 1 0 0 0,0-1 0 0 0,-1 0 0 0 0,1 0 0 0 0,-1 0 0 0 0,1 0 0 0 0,0 1 1 0 0,-1-1-1 0 0,1 0 0 0 0,0 0 0 0 0,-1 0 0 0 0,1 0 0 0 0,-1 0 0 0 0,1-1 0 0 0,0 1 0 0 0,21-7 40 0 0,-14 3-37 0 0,-1-1-1 0 0,-1 0 1 0 0,1 0-1 0 0,-1-1 1 0 0,1 0 0 0 0,-2 0-1 0 0,1 0 1 0 0,-1-1-1 0 0,7-10 1 0 0,4-9 7 0 0,15-35-1 0 0,-17 31-5 0 0,16-42 19 0 0,1-6-5 0 0,-25 66-28 0 0,-3 11-12 0 0,-5 21-22 0 0,0-7 34 0 0,0 2 2 0 0,-2 15 0 0 0,1 0-1 0 0,2 44 1 0 0,1-67 11 0 0,0 0 0 0 0,1 0 0 0 0,0-1 0 0 0,0 1 0 0 0,1 0 0 0 0,0-1 0 0 0,0 1 0 0 0,0-1 0 0 0,1 0 0 0 0,0 1 0 0 0,0-1 0 0 0,1-1 0 0 0,-1 1 0 0 0,1 0 0 0 0,1-1 0 0 0,-1 0 0 0 0,6 5 0 0 0,-6-7 4 0 0,0 0 0 0 0,1 0-1 0 0,0 0 1 0 0,-1-1 0 0 0,1 0 0 0 0,0 0 0 0 0,0 0 0 0 0,0 0 0 0 0,1-1 0 0 0,-1 0 0 0 0,0 0 0 0 0,8 0-1 0 0,-5-1 4 0 0,1 0 0 0 0,0 0 0 0 0,0-1 0 0 0,0-1 0 0 0,0 0 0 0 0,-1 0 0 0 0,9-3 0 0 0,-4 0-2 0 0,-1 0 1 0 0,0-1 0 0 0,0 0 0 0 0,-1-1-1 0 0,0 0 1 0 0,0-1 0 0 0,-1 0 0 0 0,0-1 0 0 0,0 0-1 0 0,8-10 1 0 0,-7 4 2 0 0,-1 0-1 0 0,-1-1 1 0 0,0 1 0 0 0,-1-2-1 0 0,-1 1 1 0 0,0-1 0 0 0,7-32-1 0 0,-7 18-6 0 0,-2 0 0 0 0,-1 0 0 0 0,0-50 1 0 0,-4 81-8 0 0,0 0 1 0 0,0 0 0 0 0,0-1-1 0 0,0 1 1 0 0,1 0 0 0 0,-1 0-1 0 0,0-1 1 0 0,0 1 0 0 0,0 0-1 0 0,0 0 1 0 0,0 0 0 0 0,0-1-1 0 0,0 1 1 0 0,0 0 0 0 0,0 0-1 0 0,0-1 1 0 0,0 1 0 0 0,0 0-1 0 0,0 0 1 0 0,-1 0 0 0 0,1-1-1 0 0,0 1 1 0 0,0 0 0 0 0,0 0-1 0 0,0-1 1 0 0,0 1 0 0 0,0 0-1 0 0,0 0 1 0 0,-1 0 0 0 0,1 0-1 0 0,0-1 1 0 0,0 1 0 0 0,0 0-1 0 0,0 0 1 0 0,-1 0 0 0 0,1 0-1 0 0,0 0 1 0 0,0-1 0 0 0,0 1-1 0 0,-1 0 1 0 0,1 0 0 0 0,0 0-1 0 0,0 0 1 0 0,-1 0 0 0 0,1 0-1 0 0,0 0 1 0 0,0 0 0 0 0,0 0-1 0 0,-1 0 1 0 0,1 0 0 0 0,0 0-1 0 0,0 0 1 0 0,-1 0 0 0 0,1 0-1 0 0,0 0 1 0 0,0 0 0 0 0,-1 0-1 0 0,1 0 1 0 0,0 1 0 0 0,0-1-1 0 0,0 0 1 0 0,-1 0 0 0 0,1 0-1 0 0,0 0 1 0 0,0 0 0 0 0,0 1-1 0 0,-11 10-39 0 0,3 4 42 0 0,0 1 1 0 0,1 0 0 0 0,1 1-1 0 0,1-1 1 0 0,0 1 0 0 0,-2 18-1 0 0,2-2 9 0 0,1 1 0 0 0,1 39 0 0 0,3-64-2 0 0,0 0 1 0 0,1 0-1 0 0,0 0 1 0 0,0 0 0 0 0,1 0-1 0 0,0-1 1 0 0,1 1 0 0 0,0-1-1 0 0,0 1 1 0 0,1-1 0 0 0,5 10-1 0 0,-6-15 0 0 0,0 1-1 0 0,0 0 0 0 0,0 0 0 0 0,1-1 0 0 0,-1 0 1 0 0,1 0-1 0 0,0 0 0 0 0,0 0 0 0 0,0 0 0 0 0,0-1 0 0 0,0 0 1 0 0,0 0-1 0 0,1 0 0 0 0,-1 0 0 0 0,1-1 0 0 0,-1 1 0 0 0,1-1 1 0 0,0 0-1 0 0,0-1 0 0 0,-1 1 0 0 0,1-1 0 0 0,8 0 1 0 0,2-2 3 0 0,-1 0 1 0 0,1-1-1 0 0,0 0 1 0 0,-1-1-1 0 0,0-1 1 0 0,0 0 0 0 0,0-1-1 0 0,-1 0 1 0 0,1-1-1 0 0,-1-1 1 0 0,17-13-1 0 0,-9 4-5 0 0,0 0 0 0 0,-2-1 0 0 0,0-1 0 0 0,-2-1 0 0 0,26-35 0 0 0,-22 22-17 0 0,-2 0 0 0 0,-2-1 0 0 0,-1 0 0 0 0,-1-2 0 0 0,-2 0 0 0 0,14-63 0 0 0,-15 34-54 0 0,-2-1 0 0 0,-4 0 0 0 0,-2-68 0 0 0,-3 132 61 0 0,-1 0 0 0 0,0 0 0 0 0,0 0 0 0 0,0 0 0 0 0,0 0-1 0 0,0 0 1 0 0,0 0 0 0 0,-1 0 0 0 0,1 0 0 0 0,-1 0 0 0 0,1 0 0 0 0,-1 0-1 0 0,0 0 1 0 0,0 0 0 0 0,1 0 0 0 0,-1 1 0 0 0,-1-1 0 0 0,1 0 0 0 0,0 1 0 0 0,0-1-1 0 0,-1 1 1 0 0,-1-3 0 0 0,-1 6 3 0 0,-3 4 6 0 0,1 1 0 0 0,1-1 0 0 0,-1 2 0 0 0,1-1 0 0 0,0 0 0 0 0,1 1 0 0 0,-5 12-1 0 0,-23 65 74 0 0,26-64-57 0 0,-13 38 38 0 0,3 1 1 0 0,-8 65 0 0 0,18-81 0 0 0,3 0 0 0 0,1 0 0 0 0,6 75 0 0 0,-3-111-46 0 0,0 1 0 0 0,1-1 0 0 0,0 0 0 0 0,0 1 0 0 0,1-1 0 0 0,0-1 0 0 0,0 1 0 0 0,1 0 0 0 0,0-1 0 0 0,9 13 0 0 0,-10-16-9 0 0,0 0 1 0 0,0-1-1 0 0,1 0 0 0 0,0 1 0 0 0,-1-1 0 0 0,1-1 0 0 0,0 1 0 0 0,1-1 0 0 0,-1 1 0 0 0,0-1 0 0 0,1 0 0 0 0,-1-1 0 0 0,1 1 0 0 0,-1-1 0 0 0,1 0 0 0 0,0 0 0 0 0,0 0 0 0 0,-1-1 0 0 0,1 1 0 0 0,5-1 0 0 0,8-2 3 0 0,-1 0 0 0 0,1-1 0 0 0,-1-1 0 0 0,0 0 0 0 0,-1-1 0 0 0,1-1 0 0 0,-1-1 0 0 0,0 0 0 0 0,25-16 0 0 0,-16 6 6 0 0,-1 0-1 0 0,0-1 1 0 0,-1-2 0 0 0,38-42 0 0 0,-38 34-12 0 0,-2-1 0 0 0,0-2 0 0 0,-2 0 0 0 0,-2-1 0 0 0,24-57 0 0 0,-23 39-28 0 0,-1-1 0 0 0,-3-1 1 0 0,9-64-1 0 0,-22 113 23 0 0,3-27-20 0 0,1-31 0 0 0,-4 53 19 0 0,-1 0 0 0 0,-1 0 0 0 0,0 0 0 0 0,0 1 0 0 0,0-1 0 0 0,-1 0 0 0 0,0 1 0 0 0,0-1 0 0 0,-5-10 0 0 0,-1 7 4 0 0,-3 4-13 0 0,8 7 11 0 0,-1 0 0 0 0,1 0 1 0 0,0 0-1 0 0,0 1 0 0 0,0-1 0 0 0,0 1 0 0 0,1-1 0 0 0,-1 1 0 0 0,0 0 0 0 0,0 0 0 0 0,0 0 1 0 0,0 1-1 0 0,1-1 0 0 0,-1 0 0 0 0,1 1 0 0 0,-1 0 0 0 0,1 0 0 0 0,0 0 0 0 0,-1 0 0 0 0,1 0 1 0 0,-2 3-1 0 0,-8 8 2 0 0,2 1-1 0 0,-15 22 1 0 0,17-24 14 0 0,-10 17 12 0 0,1 1 0 0 0,1 1 1 0 0,1 0-1 0 0,2 1 1 0 0,-10 40-1 0 0,17-52-41 0 0,2 0 0 0 0,0 0 0 0 0,1 1 0 0 0,1 0 0 0 0,1 0 0 0 0,1-1 0 0 0,1 1 0 0 0,1 0 0 0 0,8 38 0 0 0,-8-51-222 0 0,1 0-1 0 0,0 0 1 0 0,0 0-1 0 0,1-1 1 0 0,0 0-1 0 0,0 1 1 0 0,1-1-1 0 0,-1-1 1 0 0,2 1-1 0 0,-1-1 1 0 0,1 0-1 0 0,0 0 1 0 0,0 0-1 0 0,11 7 1 0 0,-9-8-513 0 0,0-1 1 0 0,1 1-1 0 0,-1-1 1 0 0,1-1-1 0 0,-1 0 1 0 0,1 0 0 0 0,0-1-1 0 0,10 2 1 0 0,13 0-3981 0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06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45 1540 0 0,'3'-11'1734'0'0,"2"-8"1835"0"0,-5 18-3462 0 0,-1 1-1 0 0,1-1 1 0 0,0 0-1 0 0,0 1 1 0 0,0-1-1 0 0,0 0 1 0 0,0 1-1 0 0,0-1 1 0 0,-1 1 0 0 0,1-1-1 0 0,0 0 1 0 0,-1 1-1 0 0,1-1 1 0 0,0 1-1 0 0,-1-1 1 0 0,1 1 0 0 0,-1-1-1 0 0,1 1 1 0 0,0 0-1 0 0,-1-1 1 0 0,1 1-1 0 0,-1-1 1 0 0,1 1-1 0 0,-1 0 1 0 0,0-1 0 0 0,-2 1 45 0 0,1 0 0 0 0,0-1 1 0 0,0 1-1 0 0,-1 1 1 0 0,1-1-1 0 0,0 0 0 0 0,0 0 1 0 0,0 1-1 0 0,0 0 1 0 0,-1-1-1 0 0,1 1 0 0 0,-3 2 1 0 0,2-2 98 0 0,-5 2-33 0 0,0 0 0 0 0,1 1-1 0 0,-1 0 1 0 0,1 0 0 0 0,0 1-1 0 0,0 0 1 0 0,0 0 0 0 0,1 1-1 0 0,-1 0 1 0 0,1 0 0 0 0,1 0-1 0 0,-9 13 1 0 0,12-16-181 0 0,-1 1 0 0 0,1 1 0 0 0,0-1 0 0 0,0 0 0 0 0,1 0-1 0 0,0 1 1 0 0,-1-1 0 0 0,1 1 0 0 0,1-1 0 0 0,-1 1 0 0 0,1 0 0 0 0,-1-1 0 0 0,1 1 0 0 0,1 0 0 0 0,-1-1 0 0 0,1 1-1 0 0,0-1 1 0 0,0 1 0 0 0,0-1 0 0 0,0 1 0 0 0,1-1 0 0 0,0 0 0 0 0,0 1 0 0 0,3 4 0 0 0,10 13 33 0 0,1-1 0 0 0,24 26-1 0 0,-24-30 1 0 0,0 2-1 0 0,25 39 1 0 0,-39-54 24 0 0,0 0 0 0 0,0 0 0 0 0,0 1 0 0 0,-1-1 1 0 0,0 0-1 0 0,0 1 0 0 0,0-1 0 0 0,0 1 0 0 0,0-1 1 0 0,-1 1-1 0 0,0-1 0 0 0,0 1 0 0 0,0-1 0 0 0,-1 1 0 0 0,1-1 1 0 0,-1 1-1 0 0,0-1 0 0 0,-3 6 0 0 0,1-3-36 0 0,0 0 0 0 0,-1 0 0 0 0,0 0 0 0 0,0 0 0 0 0,0-1 0 0 0,-1 0 0 0 0,0 0 0 0 0,-1 0 0 0 0,1-1 0 0 0,-7 5 0 0 0,-6 5 33 0 0,0-2 0 0 0,-1 0-1 0 0,-40 19 1 0 0,49-27-110 0 0,0-1-1 0 0,-1 0 1 0 0,0-1 0 0 0,1 0 0 0 0,-1 0 0 0 0,0-1-1 0 0,0-1 1 0 0,0 0 0 0 0,-1 0 0 0 0,-11-1 0 0 0,22 0-128 0 0,-1-1 1 0 0,0 1-1 0 0,0 0 1 0 0,0 0-1 0 0,1-1 1 0 0,-1 1-1 0 0,0-1 1 0 0,0 1-1 0 0,1-1 1 0 0,-1 0-1 0 0,0 0 1 0 0,1 0-1 0 0,-1 0 1 0 0,1 0-1 0 0,-1 0 1 0 0,1 0-1 0 0,0 0 1 0 0,-1-1-1 0 0,1 1 1 0 0,0 0-1 0 0,0-1 1 0 0,0 1-1 0 0,0-1 1 0 0,0 1-1 0 0,0-1 1 0 0,-1-3-1 0 0,1 1-480 0 0,1 0 0 0 0,-1 0 0 0 0,1 0 0 0 0,0 0 0 0 0,0 1-1 0 0,1-1 1 0 0,-1 0 0 0 0,1 0 0 0 0,0 0 0 0 0,-1 0 0 0 0,4-5 0 0 0,5-15-4084 0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06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20 2728 0 0,'3'-3'462'0'0,"18"-14"4679"0"0,-12 18-2623 0 0,-3 12-1176 0 0,31 289 7901 0 0,-13 154-5039 0 0,-27-323-4045 0 0,-6 0 0 0 0,-6-1-1 0 0,-5-1 1 0 0,-55 190 0 0 0,74-317-662 0 0,0 0 0 0 0,0 0 0 0 0,-1 0 0 0 0,1 0 0 0 0,-1-1 0 0 0,0 1 0 0 0,0-1 0 0 0,0 1 0 0 0,-1-1 0 0 0,1 0 0 0 0,-1 1 0 0 0,-3 2 0 0 0,1-6-1802 0 0,1-1 1584 0 0,1 0 0 0 0,0 0 1 0 0,0 0-1 0 0,0 0 1 0 0,0-1-1 0 0,0 1 0 0 0,0-1 1 0 0,0 0-1 0 0,0 0 0 0 0,-4-3 1 0 0,-11-15-6537 0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07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0 214 52 0 0,'4'-17'1246'0'0,"2"1"-1"0"0,0-1 1 0 0,0 1 0 0 0,1 0 0 0 0,1 1-1 0 0,11-16 1 0 0,-14 24-994 0 0,1 0 0 0 0,-1 1-1 0 0,1 0 1 0 0,0 0 0 0 0,1 0 0 0 0,0 1-1 0 0,-1 0 1 0 0,2 0 0 0 0,-1 1 0 0 0,0 0-1 0 0,1 0 1 0 0,0 1 0 0 0,0-1 0 0 0,12-1-1 0 0,-8 2-58 0 0,0 1 0 0 0,0 0-1 0 0,1 1 1 0 0,-1 1 0 0 0,0 0-1 0 0,1 0 1 0 0,-1 1-1 0 0,0 1 1 0 0,24 6 0 0 0,-29-6-100 0 0,-1-1 1 0 0,0 2 0 0 0,0-1 0 0 0,0 1-1 0 0,0 0 1 0 0,0 0 0 0 0,-1 0-1 0 0,1 1 1 0 0,-1 0 0 0 0,0 0 0 0 0,0 1-1 0 0,0-1 1 0 0,-1 1 0 0 0,0 0 0 0 0,0 0-1 0 0,0 1 1 0 0,0-1 0 0 0,-1 1-1 0 0,0 0 1 0 0,3 7 0 0 0,-4-7-37 0 0,-1 0 0 0 0,-1-1-1 0 0,1 1 1 0 0,-1 0 0 0 0,0-1 0 0 0,0 1 0 0 0,-1 0 0 0 0,0-1 0 0 0,0 1 0 0 0,0 0 0 0 0,0-1-1 0 0,-1 1 1 0 0,0-1 0 0 0,0 0 0 0 0,-1 0 0 0 0,-5 9 0 0 0,-1 1 0 0 0,0-1 0 0 0,-1-1 1 0 0,-1 1-1 0 0,-18 16 0 0 0,2-5 16 0 0,-1-1 0 0 0,-1-1 0 0 0,-51 30 0 0 0,1-14-2692 0 0,79-39 2425 0 0,-1 1-1 0 0,0-1 1 0 0,1 0-1 0 0,-1 0 1 0 0,1 0-1 0 0,-1 0 1 0 0,1 1-1 0 0,-1-1 1 0 0,0 0-1 0 0,1 0 1 0 0,-1 0-1 0 0,1 0 1 0 0,-1-1-1 0 0,1 1 1 0 0,-1 0-1 0 0,0 0 1 0 0,1 0-1 0 0,-1 0 1 0 0,1-1-1 0 0,-1 1 1 0 0,1 0-1 0 0,-1 0 1 0 0,1-1-1 0 0,-1 1 0 0 0,1 0 1 0 0,-4-5-1751 0 0,4 5 1750 0 0,0-1 1 0 0,0 1-1 0 0,-1-1 1 0 0,1 1-1 0 0,0-1 1 0 0,0 0-1 0 0,0 0 1 0 0,3-9-4213 0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07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89 252 0 0,'16'-10'2557'0'0,"-10"6"-1701"0"0,0 0 0 0 0,1 0 0 0 0,-2 0 1 0 0,1-1-1 0 0,0 0 0 0 0,-1 0 0 0 0,0 0 1 0 0,0-1-1 0 0,7-9 0 0 0,-12 14-808 0 0,0 1-1 0 0,1-1 1 0 0,-1 1-1 0 0,0-1 1 0 0,1 1 0 0 0,-1-1-1 0 0,0 1 1 0 0,0-1-1 0 0,0 1 1 0 0,1-1 0 0 0,-1 1-1 0 0,0-1 1 0 0,0 1-1 0 0,0-1 1 0 0,0 1-1 0 0,0-1 1 0 0,0 0 0 0 0,0 1-1 0 0,0-1 1 0 0,0 1-1 0 0,0-1 1 0 0,-1 1 0 0 0,1-1-1 0 0,0 1 1 0 0,0-1-1 0 0,0 1 1 0 0,-1-1 0 0 0,1 1-1 0 0,0-1 1 0 0,0 1-1 0 0,-1-1 1 0 0,1 1-1 0 0,-1-1 1 0 0,1 1 0 0 0,0 0-1 0 0,-1-1 1 0 0,1 1-1 0 0,-1 0 1 0 0,1-1 0 0 0,-1 1-1 0 0,1 0 1 0 0,-1 0-1 0 0,1-1 1 0 0,-1 1 0 0 0,1 0-1 0 0,-1 0 1 0 0,1 0-1 0 0,-1 0 1 0 0,1 0-1 0 0,-1 0 1 0 0,1-1 0 0 0,-1 1-1 0 0,0 0 1 0 0,1 1-1 0 0,-1-1 1 0 0,1 0 0 0 0,-1 0-1 0 0,1 0 1 0 0,-2 0-1 0 0,-3 1 132 0 0,0 0 1 0 0,-1 1-1 0 0,1-1 0 0 0,-10 5 0 0 0,-8 6 142 0 0,0 0 0 0 0,0 2-1 0 0,1 1 1 0 0,1 0 0 0 0,-31 31 0 0 0,27-21-179 0 0,1 1 1 0 0,1 1 0 0 0,-33 52 0 0 0,45-61-97 0 0,1 0 0 0 0,-9 25 0 0 0,8-9 13 0 0,6-11-17 0 0,4-21-33 0 0,0 1 1 0 0,0 0-1 0 0,1 0 1 0 0,0 0-1 0 0,-1 0 1 0 0,1 0-1 0 0,0 0 1 0 0,1 0-1 0 0,-1 0 1 0 0,0 0-1 0 0,1 0 1 0 0,0 0-1 0 0,0 0 1 0 0,0 0-1 0 0,0-1 1 0 0,0 1-1 0 0,0 0 1 0 0,1-1-1 0 0,-1 1 1 0 0,1-1-1 0 0,0 1 0 0 0,0-1 1 0 0,-1 0-1 0 0,2 1 1 0 0,-1-1-1 0 0,0 0 1 0 0,0-1-1 0 0,1 1 1 0 0,-1 0-1 0 0,1-1 1 0 0,-1 1-1 0 0,1-1 1 0 0,5 2-1 0 0,-2-1 0 0 0,1 0 0 0 0,-1-1 0 0 0,1 0 0 0 0,0 0-1 0 0,-1-1 1 0 0,1 0 0 0 0,0 0 0 0 0,0 0 0 0 0,-1-1 0 0 0,1 0-1 0 0,0-1 1 0 0,-1 1 0 0 0,1-1 0 0 0,6-3 0 0 0,0-1-3 0 0,0-1 1 0 0,0 0 0 0 0,-1-1-1 0 0,0-1 1 0 0,0 0 0 0 0,-1 0-1 0 0,0-1 1 0 0,-1 0 0 0 0,0-1-1 0 0,0-1 1 0 0,14-23 0 0 0,1-7-24 0 0,-3-1 1 0 0,22-56 0 0 0,-38 84 7 0 0,6-8-40 0 0,-12 23 50 0 0,0 0 0 0 0,0 0 0 0 0,0 0 0 0 0,0 0 0 0 0,1-1-1 0 0,-1 1 1 0 0,0 0 0 0 0,0 0 0 0 0,0 0 0 0 0,0 0 0 0 0,0 0 0 0 0,0 0 0 0 0,0 0 0 0 0,0 0 0 0 0,0 0 0 0 0,0 0-1 0 0,0 0 1 0 0,0 0 0 0 0,1 0 0 0 0,-1 0 0 0 0,0 0 0 0 0,0 0 0 0 0,0 0 0 0 0,0 0 0 0 0,0 0 0 0 0,0 0 0 0 0,0 0-1 0 0,0 0 1 0 0,0 0 0 0 0,0 0 0 0 0,1 0 0 0 0,-1 0 0 0 0,0 0 0 0 0,0 0 0 0 0,0 0 0 0 0,0 0 0 0 0,0 0 0 0 0,0 0-1 0 0,0 0 1 0 0,0 0 0 0 0,0 0 0 0 0,0 0 0 0 0,1 0 0 0 0,-1 0 0 0 0,0 0 0 0 0,0 0 0 0 0,0 0 0 0 0,0 1 0 0 0,0-1-1 0 0,0 0 1 0 0,0 0 0 0 0,0 0 0 0 0,0 0 0 0 0,0 0 0 0 0,0 0 0 0 0,0 0 0 0 0,0 0 0 0 0,0 0 0 0 0,0 15 216 0 0,-4 15 483 0 0,-13 47 0 0 0,10-48-498 0 0,-7 51 1 0 0,13-70-377 0 0,0-1 0 0 0,1 1 0 0 0,0-1 0 0 0,1 1 0 0 0,0-1 0 0 0,0 1-1 0 0,1-1 1 0 0,3 10 0 0 0,-4-15-161 0 0,1-1 0 0 0,-1 0 0 0 0,1 0 0 0 0,0 1 0 0 0,0-1-1 0 0,1 0 1 0 0,-1 0 0 0 0,0-1 0 0 0,1 1 0 0 0,0-1 0 0 0,0 1 0 0 0,0-1-1 0 0,0 0 1 0 0,0 0 0 0 0,0 0 0 0 0,0 0 0 0 0,1 0 0 0 0,-1-1 0 0 0,0 0 0 0 0,1 1-1 0 0,0-1 1 0 0,-1-1 0 0 0,6 2 0 0 0,13 0-3164 0 0,2-2-1349 0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08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300 134 2852 0 0,'10'-16'1866'0'0,"28"-61"6237"0"0,-38 77-8055 0 0,0 0 0 0 0,1-1 0 0 0,-1 1 1 0 0,0-1-1 0 0,0 1 0 0 0,0 0 0 0 0,0-1 1 0 0,0 1-1 0 0,0-1 0 0 0,0 1 1 0 0,0 0-1 0 0,0-1 0 0 0,0 1 0 0 0,0-1 1 0 0,0 1-1 0 0,0 0 0 0 0,0-1 0 0 0,0 1 1 0 0,0-1-1 0 0,0 1 0 0 0,-1 0 1 0 0,1-1-1 0 0,0 1 0 0 0,0 0 0 0 0,0-1 1 0 0,-1 1-1 0 0,1 0 0 0 0,0-1 1 0 0,0 1-1 0 0,-1 0 0 0 0,1-1 0 0 0,0 1 1 0 0,-1 0-1 0 0,1 0 0 0 0,0-1 0 0 0,-1 1 1 0 0,1 0-1 0 0,-1 0 0 0 0,1 0 1 0 0,0 0-1 0 0,-1-1 0 0 0,1 1 0 0 0,0 0 1 0 0,-1 0-1 0 0,0 0 0 0 0,-18 1 1024 0 0,-1 9-532 0 0,1 0-1 0 0,1 2 0 0 0,-1 0 0 0 0,2 0 0 0 0,-20 19 1 0 0,4 0-55 0 0,-42 52 0 0 0,60-66-352 0 0,1 2 1 0 0,-18 31 0 0 0,28-44-100 0 0,1-1 0 0 0,1 1-1 0 0,-1 0 1 0 0,1 0 0 0 0,0 0-1 0 0,0 0 1 0 0,1 1 0 0 0,0-1-1 0 0,0 0 1 0 0,0 1 0 0 0,1-1-1 0 0,0 1 1 0 0,0-1 0 0 0,2 9-1 0 0,-1-12-18 0 0,1 1 0 0 0,-1 0 0 0 0,1 0 0 0 0,0-1 0 0 0,0 1 0 0 0,0-1 0 0 0,0 0 0 0 0,0 1 0 0 0,1-1-1 0 0,0 0 1 0 0,0-1 0 0 0,0 1 0 0 0,0 0 0 0 0,0-1 0 0 0,0 1 0 0 0,0-1 0 0 0,1 0 0 0 0,-1 0 0 0 0,1-1 0 0 0,0 1 0 0 0,-1-1-1 0 0,1 1 1 0 0,0-1 0 0 0,5 0 0 0 0,2 2-4 0 0,0-1 0 0 0,1-1 0 0 0,-1 0 0 0 0,1-1 0 0 0,0 0 0 0 0,-1 0 0 0 0,15-4 0 0 0,4-2 38 0 0,0-1 0 0 0,-1-2-1 0 0,0-1 1 0 0,-1-1 0 0 0,0-2 0 0 0,-1-1-1 0 0,0 0 1 0 0,48-37 0 0 0,-41 23 18 0 0,-1-2 1 0 0,-1-1-1 0 0,-2-1 1 0 0,-1-1 0 0 0,39-60-1 0 0,-60 82-68 0 0,-1 0-1 0 0,-1-1 1 0 0,0 0 0 0 0,8-24-1 0 0,-13 35 2 0 0,-1 1 0 0 0,0-1 0 0 0,0 1 0 0 0,0-1 0 0 0,0 0 0 0 0,0 1 0 0 0,0-1 0 0 0,0 1 0 0 0,0-1 0 0 0,0 1 0 0 0,0-1 0 0 0,0 0 0 0 0,0 1 0 0 0,0-1 0 0 0,0 1 0 0 0,0-1 0 0 0,-1 1 0 0 0,1-1 0 0 0,0 1 0 0 0,0-1 0 0 0,-1 1 0 0 0,1-1 0 0 0,0 1 0 0 0,-1-1 0 0 0,1 1 0 0 0,-1-1 0 0 0,1 1 0 0 0,0 0 0 0 0,-1-1 0 0 0,1 1 0 0 0,-1 0 0 0 0,1-1 0 0 0,-1 1 0 0 0,1 0 0 0 0,-1 0 0 0 0,1-1 0 0 0,-2 1 0 0 0,1 0 2 0 0,-1-1-1 0 0,0 1 1 0 0,1 0 0 0 0,-1 0 0 0 0,1 0-1 0 0,-1 0 1 0 0,0 0 0 0 0,1 0 0 0 0,-1 0 0 0 0,0 1-1 0 0,-2 0 1 0 0,-11 6 38 0 0,0 0 0 0 0,1 1 0 0 0,-1 1-1 0 0,1 0 1 0 0,1 1 0 0 0,0 1 0 0 0,1 0 0 0 0,0 1 0 0 0,0 0-1 0 0,1 1 1 0 0,1 0 0 0 0,0 0 0 0 0,1 1 0 0 0,-15 30-1 0 0,22-39-9 0 0,0-1 0 0 0,1 1 0 0 0,-1 0 0 0 0,1 0 0 0 0,0 0 0 0 0,0 0-1 0 0,1 0 1 0 0,0 0 0 0 0,-1 0 0 0 0,2 0 0 0 0,-1 0 0 0 0,0 0 0 0 0,1 0-1 0 0,0 0 1 0 0,0 0 0 0 0,3 6 0 0 0,-1-5 5 0 0,0 0 0 0 0,1 0 1 0 0,-1 0-1 0 0,2 0 0 0 0,-1 0 0 0 0,0-1 0 0 0,1 0 1 0 0,0 0-1 0 0,0 0 0 0 0,9 5 0 0 0,7 4-40 0 0,2-1 0 0 0,-1-1 1 0 0,1-1-1 0 0,1-1 0 0 0,31 9 0 0 0,3 0-984 0 0,80 23-2745 0 0,-107-34-1134 0 0,33 3 0 0 0,-36-8-2276 0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09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480 120 2028 0 0,'-2'-13'3344'0'0,"-1"-1"-1"0"0,-7-22 0 0 0,8 30-2753 0 0,-1 1 0 0 0,1-1-1 0 0,-1 0 1 0 0,0 1 0 0 0,-1-1 0 0 0,1 1-1 0 0,-9-8 1 0 0,11 12-561 0 0,0 0 0 0 0,-1 1 0 0 0,0-1 0 0 0,1 1 1 0 0,-1-1-1 0 0,1 1 0 0 0,-1 0 0 0 0,1 0 0 0 0,-1 0 0 0 0,0 0 0 0 0,1 0 0 0 0,-1 0 0 0 0,1 0 0 0 0,-1 0 0 0 0,0 1 0 0 0,1-1 0 0 0,-1 1 0 0 0,1-1 1 0 0,-1 1-1 0 0,1-1 0 0 0,-1 1 0 0 0,1 0 0 0 0,0 0 0 0 0,-2 1 0 0 0,-9 5 5 0 0,0 1 1 0 0,1 1-1 0 0,0 0 0 0 0,1 0 1 0 0,0 1-1 0 0,0 0 1 0 0,-16 23-1 0 0,1 4 32 0 0,-23 47 0 0 0,32-52-25 0 0,2 1 0 0 0,1 0 0 0 0,1 1 0 0 0,2 1 0 0 0,2 0 0 0 0,1 0 1 0 0,1 1-1 0 0,-1 63 0 0 0,8-34 6 0 0,2-1 1 0 0,4 1 0 0 0,28 125-1 0 0,-26-144-22 0 0,-7-29 103 0 0,2 0 0 0 0,9 27 0 0 0,-13-43-109 0 0,0 0-1 0 0,1 0 1 0 0,-1 0 0 0 0,0 0-1 0 0,0 0 1 0 0,0 0 0 0 0,1 1-1 0 0,-1-1 1 0 0,0 0-1 0 0,0 0 1 0 0,-1 0 0 0 0,1 0-1 0 0,0 0 1 0 0,0 1 0 0 0,-1-1-1 0 0,1 0 1 0 0,0 0-1 0 0,-1 0 1 0 0,1 0 0 0 0,-1 0-1 0 0,1 0 1 0 0,-1 0 0 0 0,0 0-1 0 0,1 0 1 0 0,-1-1 0 0 0,0 1-1 0 0,0 0 1 0 0,1 0-1 0 0,-1 0 1 0 0,0-1 0 0 0,0 1-1 0 0,0 0 1 0 0,0-1 0 0 0,0 1-1 0 0,0-1 1 0 0,0 0 0 0 0,0 1-1 0 0,-3 0 1 0 0,-3 1 7 0 0,0 0 1 0 0,0 0-1 0 0,0-1 1 0 0,-10 1-1 0 0,14-1-20 0 0,1-1 7 0 0,-1 0-4 0 0,-9 1 0 0 0,9 0 2 0 0,-2-1-19 0 0,4 0 3 0 0,0 0 1 0 0,1 0 0 0 0,-1 0 0 0 0,1 0-1 0 0,-1 0 1 0 0,1 0 0 0 0,-1 0-1 0 0,0 0 1 0 0,1 0 0 0 0,-1 0 0 0 0,1 0-1 0 0,-1 0 1 0 0,1 1 0 0 0,-1-1-1 0 0,1 0 1 0 0,-1 0 0 0 0,1 0 0 0 0,-1 1-1 0 0,1-1 1 0 0,-1 1 0 0 0,1 0 2 0 0,0 0 1 0 0,0 0-1 0 0,0 1 1 0 0,0-1-1 0 0,1 0 1 0 0,-1 0 0 0 0,0 0-1 0 0,1 0 1 0 0,-1 1-1 0 0,1-1 1 0 0,-1 0-1 0 0,1 0 1 0 0,0 0-1 0 0,-1 0 1 0 0,1 0-1 0 0,1 1 1 0 0,21 25-9 0 0,-7-10 15 0 0,-3 3-4 0 0,-1 1-1 0 0,0 0 1 0 0,-2 0 0 0 0,0 1 0 0 0,6 24 0 0 0,27 117 26 0 0,-30-96 139 0 0,-3 0 0 0 0,-2 1 0 0 0,-4 0 0 0 0,-3 0 0 0 0,-2 0-1 0 0,-4 0 1 0 0,-3 0 0 0 0,-2-1 0 0 0,-4 0 0 0 0,-25 76 0 0 0,-52 91 1230 0 0,56-152-701 0 0,-43 147 1 0 0,74-212-658 0 0,1 0 1 0 0,0-1 0 0 0,2 1-1 0 0,-1 0 1 0 0,2 0 0 0 0,2 22-1 0 0,-1-30-24 0 0,1-1 0 0 0,0 1-1 0 0,0 0 1 0 0,1-1 0 0 0,0 1 0 0 0,0-1 0 0 0,1 0-1 0 0,0 0 1 0 0,0 0 0 0 0,1-1 0 0 0,0 1-1 0 0,0-1 1 0 0,12 12 0 0 0,-4-8-172 0 0,1 0 1 0 0,0 0-1 0 0,1-1 1 0 0,0-1-1 0 0,0 0 1 0 0,1-2-1 0 0,0 1 1 0 0,0-2 0 0 0,1 0-1 0 0,-1-1 1 0 0,1-1-1 0 0,1 0 1 0 0,-1-1-1 0 0,34 0 1 0 0,-22-2-1030 0 0,-1-2 1 0 0,1-1 0 0 0,35-8 0 0 0,-27 2-1539 0 0,-1-1 0 0 0,35-15-1 0 0,-16 1-4352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10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98 112 1040 0 0,'0'-16'4658'0'0,"0"10"-3894"0"0,0-1 0 0 0,0 0 0 0 0,1 1 0 0 0,0-1 0 0 0,1 1 0 0 0,3-10 0 0 0,-4 13-674 0 0,0 0 0 0 0,0 1 0 0 0,1-1-1 0 0,-1 0 1 0 0,1 1 0 0 0,0-1 0 0 0,0 1 0 0 0,0 0 0 0 0,0 0-1 0 0,0-1 1 0 0,0 2 0 0 0,0-1 0 0 0,1 0 0 0 0,-1 0-1 0 0,1 1 1 0 0,4-3 0 0 0,-6 4-77 0 0,0 0 0 0 0,0-1 0 0 0,1 1 0 0 0,-1 0 0 0 0,0 0 0 0 0,1 0 0 0 0,-1 0 0 0 0,0 1 0 0 0,0-1 0 0 0,1 0 0 0 0,-1 0 0 0 0,0 1-1 0 0,0-1 1 0 0,0 1 0 0 0,1-1 0 0 0,-1 1 0 0 0,0 0 0 0 0,0-1 0 0 0,0 1 0 0 0,0 0 0 0 0,0 0 0 0 0,1 1 0 0 0,1 1 39 0 0,0-1-1 0 0,-1 1 1 0 0,1 0 0 0 0,-1 0-1 0 0,0 0 1 0 0,3 5 0 0 0,-1 1 83 0 0,-2 0 0 0 0,1 0 1 0 0,-1 0-1 0 0,0 0 0 0 0,-1 0 1 0 0,0 0-1 0 0,-1 0 0 0 0,1 0 1 0 0,-2 0-1 0 0,0 0 0 0 0,0 1 1 0 0,0-1-1 0 0,-4 12 0 0 0,-4 9 475 0 0,-1-1 0 0 0,-22 46-1 0 0,8-29 482 0 0,-41 56-1 0 0,11-18 160 0 0,54-84-1236 0 0,-1 1 1 0 0,1 0 0 0 0,-1 0-1 0 0,1 0 1 0 0,0 0 0 0 0,-1-1-1 0 0,1 1 1 0 0,0 0 0 0 0,-1 0-1 0 0,1 0 1 0 0,0 0 0 0 0,0 0-1 0 0,0 0 1 0 0,0 0 0 0 0,0 0 0 0 0,0 0-1 0 0,0 1 1 0 0,0-2-8 0 0,1 1 0 0 0,-1-1 0 0 0,0 1 1 0 0,1-1-1 0 0,-1 1 0 0 0,0-1 0 0 0,1 1 0 0 0,-1-1 0 0 0,1 1 0 0 0,-1-1 1 0 0,0 0-1 0 0,1 1 0 0 0,-1-1 0 0 0,1 0 0 0 0,-1 0 0 0 0,1 1 1 0 0,-1-1-1 0 0,1 0 0 0 0,0 0 0 0 0,0 1 0 0 0,4-1 11 0 0,-1 1-1 0 0,1-1 1 0 0,0 0-1 0 0,-1 0 1 0 0,7-1-1 0 0,-9 1-14 0 0,82-11-470 0 0,90-24-1 0 0,-54 10-1998 0 0,-31 8-675 0 0,-31 8-2941 0 0,-32 5 201 0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10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2520 0 0,'0'-3'2105'0'0,"1"-51"7423"0"0,0 54-9496 0 0,-1 0 0 0 0,0 0 1 0 0,0 0-1 0 0,0 1 1 0 0,0-1-1 0 0,0 0 0 0 0,0 0 1 0 0,0 0-1 0 0,0 0 1 0 0,1 0-1 0 0,-1 0 0 0 0,0 0 1 0 0,0 0-1 0 0,0 0 1 0 0,0 1-1 0 0,0-1 0 0 0,1 0 1 0 0,-1 0-1 0 0,0 0 1 0 0,0 0-1 0 0,0 0 0 0 0,0 0 1 0 0,1 0-1 0 0,-1 0 1 0 0,0 0-1 0 0,0 0 0 0 0,0 0 1 0 0,0 0-1 0 0,0 0 1 0 0,1 0-1 0 0,-1 0 0 0 0,0-1 1 0 0,0 1-1 0 0,0 0 1 0 0,0 0-1 0 0,0 0 0 0 0,1 0 1 0 0,-1 0-1 0 0,0 0 1 0 0,0 0-1 0 0,0 0 0 0 0,0 0 1 0 0,0-1-1 0 0,0 1 1 0 0,1 0-1 0 0,-1 0 0 0 0,0 0 1 0 0,0 0-1 0 0,0 0 1 0 0,0 0-1 0 0,0-1 1 0 0,0 1-1 0 0,0 0 0 0 0,0 0 1 0 0,0 0-1 0 0,0 0 1 0 0,0 0-1 0 0,0-1 0 0 0,0 1 1 0 0,0 0-1 0 0,0 0 1 0 0,0 0-1 0 0,0 0 0 0 0,0-1 1 0 0,9 13 862 0 0,-5-1-658 0 0,0 0 0 0 0,-1 0 0 0 0,0 0 0 0 0,-1 0 0 0 0,0 1 0 0 0,0 18 0 0 0,-5 74-24 0 0,1-77-223 0 0,-1 107-2547 0 0,3-45-2377 0 0,0-46 411 0 0,0-19-75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10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37 180 1288 0 0,'-5'-14'10656'0'0,"5"14"-10568"0"0,-6 18 1579 0 0,-5 27-626 0 0,6-20-801 0 0,1 0 1 0 0,1-1-1 0 0,1 1 0 0 0,1 0 1 0 0,2 1-1 0 0,0-1 0 0 0,2 0 1 0 0,5 24-1 0 0,-7-44-220 0 0,0-1 1 0 0,1 1-1 0 0,-1-1 0 0 0,1 0 1 0 0,0 1-1 0 0,0-1 0 0 0,0 0 1 0 0,1 0-1 0 0,0-1 1 0 0,-1 1-1 0 0,1 0 0 0 0,1-1 1 0 0,-1 0-1 0 0,0 0 0 0 0,1 0 1 0 0,-1 0-1 0 0,1 0 1 0 0,0-1-1 0 0,0 1 0 0 0,0-1 1 0 0,0 0-1 0 0,1 0 0 0 0,-1-1 1 0 0,0 1-1 0 0,1-1 1 0 0,-1 0-1 0 0,1 0 0 0 0,0-1 1 0 0,-1 1-1 0 0,1-1 0 0 0,0 0 1 0 0,-1 0-1 0 0,1-1 1 0 0,-1 1-1 0 0,7-2 0 0 0,9-4 1 0 0,1 0 0 0 0,-1-2 0 0 0,0 0 0 0 0,-1-1-1 0 0,0 0 1 0 0,0-2 0 0 0,-1-1 0 0 0,-1 0 0 0 0,0-1 0 0 0,0 0-1 0 0,-1-2 1 0 0,-1 0 0 0 0,-1-1 0 0 0,0 0 0 0 0,14-22 0 0 0,-20 26-21 0 0,-1 0 0 0 0,-1-1 0 0 0,0 0 0 0 0,-1 1 0 0 0,0-2 1 0 0,-1 1-1 0 0,0 0 0 0 0,-1-1 0 0 0,-1 0 0 0 0,1-16 0 0 0,-2 23 0 0 0,-1 0 0 0 0,-1 0 0 0 0,1 0 0 0 0,-1 0-1 0 0,0 0 1 0 0,-1 0 0 0 0,1 1 0 0 0,-2-1 0 0 0,1 0-1 0 0,-1 1 1 0 0,1 0 0 0 0,-2-1 0 0 0,1 1 0 0 0,-1 0-1 0 0,0 1 1 0 0,0-1 0 0 0,-1 1 0 0 0,1-1 0 0 0,-1 1-1 0 0,0 1 1 0 0,-12-9 0 0 0,7 6-421 0 0,-2 1-1 0 0,1 0 1 0 0,-1 1 0 0 0,0 0-1 0 0,0 1 1 0 0,0 1 0 0 0,-1-1 0 0 0,-22-1-1 0 0,2 2-1650 0 0,-1 1 0 0 0,-37 4 0 0 0,55-1-3483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12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264 101 584 0 0,'15'-36'8819'0'0,"-13"31"-8257"0"0,-1 0 1 0 0,0 0-1 0 0,0 0 1 0 0,0 0-1 0 0,0-1 1 0 0,-1 1-1 0 0,0 0 1 0 0,-1-7-1 0 0,1 10-355 0 0,0 1-183 0 0,0 1 1 0 0,0-1-1 0 0,-1 1 0 0 0,1-1 1 0 0,0 1-1 0 0,0-1 0 0 0,0 1 1 0 0,-1-1-1 0 0,1 1 0 0 0,0-1 1 0 0,0 1-1 0 0,-1-1 0 0 0,1 1 0 0 0,0 0 1 0 0,-1-1-1 0 0,1 1 0 0 0,0 0 1 0 0,-2-1-1 0 0,1 1-16 0 0,-1-1 0 0 0,1 1 0 0 0,0 1 0 0 0,-1-1 0 0 0,1 0 0 0 0,-1 0 0 0 0,1 0 0 0 0,-1 1 0 0 0,1-1 0 0 0,0 1 0 0 0,-1-1 0 0 0,1 1 0 0 0,0-1 0 0 0,-1 1 0 0 0,1 0 0 0 0,0 0 0 0 0,0 0 0 0 0,0 0 0 0 0,-1 1 0 0 0,-1 1-2 0 0,0 0-1 0 0,0 0 0 0 0,0 1 0 0 0,1 0 1 0 0,0-1-1 0 0,-3 6 0 0 0,-1 5 2 0 0,1 1-1 0 0,-7 26 0 0 0,-19 125 99 0 0,-10 178-1 0 0,31-243-130 0 0,-31 262 74 0 0,-32 389 633 0 0,62-534-528 0 0,24 317 1 0 0,-5-443-136 0 0,39 177 0 0 0,-39-237-72 0 0,2 0 1 0 0,1-1 0 0 0,1 0-1 0 0,2-1 1 0 0,1-1-1 0 0,1 0 1 0 0,2 0 0 0 0,41 49-1 0 0,-46-64-331 0 0,0-1 0 0 0,1-1 0 0 0,0 0-1 0 0,1-1 1 0 0,1 0 0 0 0,27 13 0 0 0,-29-17-840 0 0,0-2 0 0 0,0 1 0 0 0,1-2 0 0 0,29 6 0 0 0,-7-6-3674 0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13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392 254 908 0 0,'-8'-17'3542'0'0,"0"-1"0"0"0,1 1 0 0 0,-6-24 0 0 0,13 40-3494 0 0,1-1 0 0 0,-1 1 0 0 0,0-1 0 0 0,1 1 0 0 0,-1-1 0 0 0,1 1-1 0 0,-1-1 1 0 0,1 1 0 0 0,-1 0 0 0 0,1-1 0 0 0,0 1 0 0 0,0 0 0 0 0,0-1 0 0 0,0 1 0 0 0,0 0 0 0 0,0 0 0 0 0,0 0 0 0 0,0 0-1 0 0,0 0 1 0 0,1 0 0 0 0,-1 0 0 0 0,2 0 0 0 0,1-3 19 0 0,7-4 8 0 0,1 0-1 0 0,0 1 0 0 0,0 0 0 0 0,0 1 0 0 0,23-8 0 0 0,70-17 33 0 0,-86 26-82 0 0,133-33 43 0 0,-145 35-81 0 0,1 3 16 0 0,-7 0-2 0 0,0 0 0 0 0,0 0 0 0 0,0 0 0 0 0,0 0 0 0 0,0 0 1 0 0,0 1-1 0 0,0-1 0 0 0,0 0 0 0 0,0 1 0 0 0,0-1 1 0 0,0 1-1 0 0,0-1 0 0 0,-1 1 0 0 0,1-1 0 0 0,0 1 0 0 0,0 0 1 0 0,-1-1-1 0 0,1 1 0 0 0,0 0 0 0 0,-1 0 0 0 0,1-1 1 0 0,-1 1-1 0 0,1 0 0 0 0,-1 0 0 0 0,1 0 0 0 0,-1 0 0 0 0,0 0 1 0 0,1-1-1 0 0,-1 1 0 0 0,0 0 0 0 0,0 0 0 0 0,1 0 1 0 0,-1 0-1 0 0,0 0 0 0 0,0 0 0 0 0,0 2 0 0 0,0 3 1 0 0,7 58 264 0 0,0 109 1 0 0,-5-39 796 0 0,27 673 2940 0 0,-50-271-3018 0 0,3-236-472 0 0,6 21 416 0 0,-15 293 2 0 0,22-371-425 0 0,-4 60 623 0 0,8-301-1126 0 0,0 19 250 0 0,-2 0-1 0 0,0 1 0 0 0,-1-2 1 0 0,-14 41-1 0 0,16-56-215 0 0,0 0 0 0 0,-1 0 0 0 0,0 0-1 0 0,0 0 1 0 0,0-1 0 0 0,0 1 0 0 0,-1-1 0 0 0,0 0 0 0 0,0 0-1 0 0,0 0 1 0 0,0 0 0 0 0,-1-1 0 0 0,1 1 0 0 0,-1-1 0 0 0,0 0-1 0 0,0-1 1 0 0,0 1 0 0 0,0-1 0 0 0,-1 0 0 0 0,1-1 0 0 0,-1 1-1 0 0,1-1 1 0 0,-11 1 0 0 0,-7 0-509 0 0,-1-1-1 0 0,1-2 1 0 0,-40-5-1 0 0,-70-20-3395 0 0,87 16 2356 0 0,-91-21-3713 0 0,46 5-1718 0 0,31 4-881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13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712 80 1200 0 0,'2'-4'960'0'0,"0"1"1"0"0,0 0-1 0 0,0-1 0 0 0,0 1 0 0 0,-1-1 1 0 0,0 1-1 0 0,1-1 0 0 0,-1 0 1 0 0,0 1-1 0 0,0-8 0 0 0,-1 9-421 0 0,0 1-457 0 0,1-1 0 0 0,-1 1-1 0 0,0 0 1 0 0,0 0 0 0 0,0 0 0 0 0,0 0 0 0 0,0 0 0 0 0,0 0 0 0 0,-1 0-1 0 0,1 0 1 0 0,0 0 0 0 0,0 0 0 0 0,-1 0 0 0 0,1 0 0 0 0,-1 0 0 0 0,1 0-1 0 0,-1 0 1 0 0,1 1 0 0 0,-1-1 0 0 0,1 0 0 0 0,-1 0 0 0 0,0 0 0 0 0,0 0 0 0 0,1 1-1 0 0,-1-1 1 0 0,0 0 0 0 0,-1 0 0 0 0,-10-1-50 0 0,0 1 0 0 0,0 0 0 0 0,0 0 0 0 0,0 1 0 0 0,0 1 0 0 0,-1 0 0 0 0,1 1 0 0 0,0 0 0 0 0,1 1 0 0 0,-1 0 0 0 0,0 1 0 0 0,-19 9 0 0 0,17-7-34 0 0,0 1-1 0 0,0 1 1 0 0,1 0-1 0 0,0 1 0 0 0,0 1 1 0 0,1 0-1 0 0,0 0 0 0 0,1 1 1 0 0,-15 19-1 0 0,16-15-1 0 0,0 2 0 0 0,1-1 0 0 0,1 1 1 0 0,0 1-1 0 0,1-1 0 0 0,-5 23 0 0 0,-20 115 69 0 0,23-103-34 0 0,-54 431 29 0 0,32-213-58 0 0,-24 187 89 0 0,-5 44-116 0 0,16-144-1254 0 0,2 378 0 0 0,42-661 705 0 0,3-1-1 0 0,3 1 1 0 0,22 106 0 0 0,-24-164 387 0 0,1 0 1 0 0,1-1-1 0 0,0 1 0 0 0,0-1 1 0 0,12 18-1 0 0,-13-26-168 0 0,0 0 0 0 0,0 0 0 0 0,1 0 0 0 0,0 0 0 0 0,0-1 0 0 0,1 0 0 0 0,-1-1 0 0 0,1 1 0 0 0,1-1 0 0 0,-1-1 0 0 0,11 6 0 0 0,15 3-2187 0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15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454 111 1392 0 0,'6'-8'2084'0'0,"0"1"-1"0"0,0-2 1 0 0,0 1-1 0 0,7-17 1 0 0,-12 24-1646 0 0,-1-13 950 0 0,0 13-1313 0 0,0 0 0 0 0,0 0 0 0 0,1-1-1 0 0,-1 1 1 0 0,0 0 0 0 0,0-1 0 0 0,0 1-1 0 0,-1 0 1 0 0,1 0 0 0 0,0-1 0 0 0,0 1 0 0 0,-1 0-1 0 0,1 0 1 0 0,0-1 0 0 0,-2-1 0 0 0,1 2-62 0 0,1 0 1 0 0,-1 0 0 0 0,0 0-1 0 0,0 0 1 0 0,0 0 0 0 0,0 0-1 0 0,0 0 1 0 0,0 1 0 0 0,-1-1-1 0 0,1 0 1 0 0,0 0 0 0 0,0 1-1 0 0,0-1 1 0 0,-1 1 0 0 0,-1-1-1 0 0,-2 0-10 0 0,0 0 0 0 0,0 0 0 0 0,0 1-1 0 0,0-1 1 0 0,0 1 0 0 0,-1 1 0 0 0,1-1-1 0 0,0 1 1 0 0,0 0 0 0 0,0 0 0 0 0,0 0-1 0 0,0 1 1 0 0,0-1 0 0 0,1 1 0 0 0,-9 5-1 0 0,-3 2 1 0 0,0 2 0 0 0,1 0-1 0 0,0 1 1 0 0,0 1-1 0 0,2 0 1 0 0,-1 1-1 0 0,2 0 1 0 0,0 1-1 0 0,1 0 1 0 0,0 1 0 0 0,-10 21-1 0 0,1 3-11 0 0,2 0 0 0 0,1 1 0 0 0,-18 74-1 0 0,19-44 395 0 0,3 2-1 0 0,4-1 1 0 0,-1 134-1 0 0,33 223 1489 0 0,-7-212-1013 0 0,-5 156-29 0 0,-60 625 0 0 0,27-787-787 0 0,-24 285 451 0 0,45-474-459 0 0,-3 106 180 0 0,5-109-159 0 0,0-1-1 0 0,1 1 0 0 0,1 0 0 0 0,9 30 1 0 0,-10-43-38 0 0,0 0 1 0 0,1-1-1 0 0,-1 1 1 0 0,1 0 0 0 0,0-1-1 0 0,1 1 1 0 0,-1-1-1 0 0,1 0 1 0 0,0 0 0 0 0,1-1-1 0 0,-1 1 1 0 0,1-1-1 0 0,0 0 1 0 0,8 6 0 0 0,-6-6-2 0 0,0-1 0 0 0,0 0 0 0 0,0 0 1 0 0,1-1-1 0 0,-1 0 0 0 0,1 0 1 0 0,-1-1-1 0 0,1 0 0 0 0,0 0 0 0 0,12-1 1 0 0,1-1-335 0 0,0-2 1 0 0,0 0 0 0 0,-1-2-1 0 0,1 0 1 0 0,-1-1 0 0 0,0-1-1 0 0,35-19 1 0 0,-24 9-1549 0 0,0-2 0 0 0,-2 0 0 0 0,0-3 0 0 0,-1 0 0 0 0,47-50 0 0 0,-23 15-4615 0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15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40 152 196 0 0,'-35'-28'11889'0'0,"34"25"-10884"0"0,1 3-978 0 0,-1 0-1 0 0,1 0 0 0 0,0 0 1 0 0,0 0-1 0 0,0-1 1 0 0,-1 1-1 0 0,1 0 1 0 0,0 0-1 0 0,0 0 0 0 0,0-1 1 0 0,0 1-1 0 0,-1 0 1 0 0,1 0-1 0 0,0-1 1 0 0,0 1-1 0 0,0 0 1 0 0,0 0-1 0 0,0-1 0 0 0,0 1 1 0 0,0 0-1 0 0,0-1 1 0 0,0 1-1 0 0,0 0 1 0 0,0 0-1 0 0,0-1 0 0 0,0 1 1 0 0,0 0-1 0 0,0-1 1 0 0,0 1-1 0 0,0 0 1 0 0,0 0-1 0 0,0-1 0 0 0,0 1 1 0 0,1 0-1 0 0,-1 0 1 0 0,0-1-1 0 0,0 1 1 0 0,0 0-1 0 0,0 0 0 0 0,0 0 1 0 0,1-1-1 0 0,-1 1 1 0 0,0 0-1 0 0,0 0 1 0 0,1 0-1 0 0,-1 0 1 0 0,0-1-1 0 0,0 1 0 0 0,1 0 1 0 0,-1 0-1 0 0,0 0 1 0 0,0 0-1 0 0,1 0 1 0 0,-1 0-1 0 0,177-47 680 0 0,-80 23-2767 0 0,-2-4-4907 0 0,-68 18 3151 0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16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71 60 0 0,'8'-51'12026'0'0,"-4"31"-7464"0"0,0 45-4079 0 0,-2 1 0 0 0,0-1 0 0 0,-2 1 0 0 0,-1-1 1 0 0,-4 27-1 0 0,3-16-254 0 0,-33 291-3610 0 0,5-111-5680 0 0,23-166 4131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16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61 2584 0 0,'5'-26'12237'0'0,"-12"32"-11941"0"0,1 0 0 0 0,0 1 0 0 0,0 0-1 0 0,-5 9 1 0 0,-33 63 807 0 0,26-45-793 0 0,-48 100 356 0 0,59-118-589 0 0,1 0-1 0 0,1 1 1 0 0,1 0 0 0 0,0-1-1 0 0,1 1 1 0 0,-2 29 0 0 0,5-43-45 0 0,0 0 1 0 0,0 1 0 0 0,0-1-1 0 0,1 0 1 0 0,-1 0-1 0 0,1 0 1 0 0,0 0 0 0 0,0 0-1 0 0,0 0 1 0 0,0 0 0 0 0,0 0-1 0 0,0 0 1 0 0,1 0-1 0 0,0 0 1 0 0,-1-1 0 0 0,1 1-1 0 0,0-1 1 0 0,0 1-1 0 0,0-1 1 0 0,1 0 0 0 0,-1 0-1 0 0,5 3 1 0 0,-2-3-5 0 0,-1 0 1 0 0,0 0-1 0 0,0-1 1 0 0,1 0-1 0 0,-1 0 1 0 0,0 0-1 0 0,1 0 1 0 0,-1-1-1 0 0,1 1 1 0 0,-1-1-1 0 0,1 0 1 0 0,-1-1-1 0 0,1 1 1 0 0,-1-1-1 0 0,7-2 1 0 0,4-1 30 0 0,-1-1 0 0 0,0 0 0 0 0,-1-2 1 0 0,1 1-1 0 0,-1-2 0 0 0,0 1 0 0 0,-1-2 0 0 0,0 0 0 0 0,0 0 1 0 0,-1-1-1 0 0,0-1 0 0 0,-1 0 0 0 0,0 0 0 0 0,0-1 1 0 0,7-13-1 0 0,-7 9-46 0 0,0-1 0 0 0,-1 0 0 0 0,-1-1-1 0 0,0 1 1 0 0,-1-2 0 0 0,-1 1 0 0 0,-1-1 0 0 0,-1 0 0 0 0,0 0 0 0 0,-2 0 0 0 0,1-24 0 0 0,-3 35-16 0 0,-1-1 0 0 0,1 0-1 0 0,-2 1 1 0 0,1-1 0 0 0,-1 1 0 0 0,0 0 0 0 0,-1-1 0 0 0,0 1-1 0 0,0 0 1 0 0,-1 0 0 0 0,-7-11 0 0 0,8 16-35 0 0,1 0 0 0 0,0 0 0 0 0,-1 0-1 0 0,0 0 1 0 0,0 0 0 0 0,0 0 0 0 0,0 1 0 0 0,0 0 0 0 0,-1-1 0 0 0,1 1 0 0 0,-1 0 0 0 0,1 1 0 0 0,-1-1 0 0 0,0 1-1 0 0,0-1 1 0 0,0 1 0 0 0,1 0 0 0 0,-1 1 0 0 0,0-1 0 0 0,0 1 0 0 0,0 0 0 0 0,0 0 0 0 0,0 0 0 0 0,0 0-1 0 0,0 0 1 0 0,0 1 0 0 0,-5 1 0 0 0,0 1-378 0 0,0 0 0 0 0,1 0 0 0 0,-1 1 0 0 0,1 0-1 0 0,0 1 1 0 0,0-1 0 0 0,0 2 0 0 0,1-1 0 0 0,0 1 0 0 0,-9 8-1 0 0,-3 6-2283 0 0,1 1-1 0 0,-18 27 0 0 0,16-17-2334 0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17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1944 0 0,'8'-16'6267'0'0,"-7"14"-5639"0"0,0 0 0 0 0,0 0 0 0 0,0 1 0 0 0,0-1 0 0 0,0 0 1 0 0,0 0-1 0 0,-1 0 0 0 0,1 0 0 0 0,-1-1 0 0 0,1-3 0 0 0,10 11 1291 0 0,-10-4-1810 0 0,1 0 0 0 0,-1 1 0 0 0,0-1 0 0 0,0 0 0 0 0,0 1 0 0 0,0 0 0 0 0,0-1 0 0 0,-1 1 0 0 0,1-1 0 0 0,0 1 0 0 0,-1 0 0 0 0,1 0 0 0 0,0 3 0 0 0,3 28 619 0 0,-3-21-486 0 0,1 28 103 0 0,-1 1 0 0 0,-2-1 0 0 0,-12 72 0 0 0,1-9-1296 0 0,9-78-399 0 0,-1 18-1811 0 0,8-18-3755 0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509 123 36 0 0,'-5'-22'8147'0'0,"4"11"-3710"0"0,2 9-4328 0 0,-1 0-1 0 0,1 0 1 0 0,0 0-1 0 0,0-1 0 0 0,1 2 1 0 0,-1-1-1 0 0,0 0 0 0 0,1 0 1 0 0,-1 0-1 0 0,1 1 1 0 0,0-1-1 0 0,-1 0 0 0 0,1 1 1 0 0,0 0-1 0 0,0-1 0 0 0,0 1 1 0 0,0 0-1 0 0,0 0 1 0 0,4-1-1 0 0,52-19 73 0 0,-36 14-38 0 0,83-19 29 0 0,-103 25-171 0 0,0 1-1 0 0,0 0 0 0 0,0-1 1 0 0,0 1-1 0 0,0 0 1 0 0,1 0-1 0 0,-1 0 1 0 0,0 1-1 0 0,0-1 0 0 0,0 1 1 0 0,0-1-1 0 0,0 1 1 0 0,0-1-1 0 0,0 1 1 0 0,0 0-1 0 0,0 0 1 0 0,0 0-1 0 0,0 0 0 0 0,0 0 1 0 0,0 1-1 0 0,-1-1 1 0 0,1 1-1 0 0,0-1 1 0 0,-1 1-1 0 0,0-1 0 0 0,1 1 1 0 0,1 2-1 0 0,2 4 14 0 0,1 1-1 0 0,-1-1 0 0 0,-1 1 0 0 0,6 12 1 0 0,10 34 521 0 0,-2 0 1 0 0,19 106-1 0 0,-1 120 1391 0 0,-24-171-1283 0 0,44 412 1973 0 0,-42-373-1984 0 0,6 95-12 0 0,-15 330 0 0 0,-7-528-628 0 0,-10 692 750 0 0,34-347-751 0 0,-6-122 280 0 0,-14-236-243 0 0,2 44 136 0 0,-7 117 0 0 0,1-172-134 0 0,-1 0 0 0 0,-1 0 1 0 0,0 0-1 0 0,-2-1 0 0 0,-1 1 0 0 0,0-1 0 0 0,-2-1 1 0 0,0 1-1 0 0,-1-2 0 0 0,-13 20 0 0 0,9-22-16 0 0,-1 0 0 0 0,-1 0 0 0 0,0-2 0 0 0,-1 0-1 0 0,0-1 1 0 0,-2 0 0 0 0,1-2 0 0 0,-1 0 0 0 0,-1-1-1 0 0,-36 14 1 0 0,3-5-811 0 0,-1-3 0 0 0,-1-2 0 0 0,-61 9-1 0 0,-80 2-4077 0 0,62-14-1397 0 0,2-3-2850 0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34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370 186 1460 0 0,'0'-13'2884'0'0,"0"-39"2976"0"0,0 50-5436 0 0,1-7 290 0 0,1 12-678 0 0,0 1 0 0 0,-1-1 1 0 0,1 1-1 0 0,-1-1 0 0 0,0 1 0 0 0,0 0 1 0 0,0-1-1 0 0,-1 1 0 0 0,1 0 1 0 0,-1 0-1 0 0,0 0 0 0 0,-1 7 1 0 0,-6 52 116 0 0,5-49-133 0 0,-14 88 109 0 0,-39 138-1 0 0,34-174-76 0 0,-3-1 1 0 0,-2-1-1 0 0,-36 63 0 0 0,56-116-21 0 0,0 0 1 0 0,0 0-1 0 0,-1-1 0 0 0,0 0 0 0 0,-1-1 0 0 0,0 1 1 0 0,-1-1-1 0 0,0-1 0 0 0,-10 8 0 0 0,18-15-32 0 0,0-1-1 0 0,0 1 0 0 0,0-1 1 0 0,0 1-1 0 0,0-1 1 0 0,0 0-1 0 0,0 1 0 0 0,0-1 1 0 0,0 0-1 0 0,0 0 1 0 0,0 0-1 0 0,0 1 1 0 0,0-1-1 0 0,0-1 0 0 0,-1 1 1 0 0,1 0-1 0 0,0 0 1 0 0,0 0-1 0 0,0 0 0 0 0,0-1 1 0 0,0 1-1 0 0,0-1 1 0 0,0 1-1 0 0,0-1 1 0 0,0 1-1 0 0,0-1 0 0 0,0 1 1 0 0,0-1-1 0 0,0 0 1 0 0,1 1-1 0 0,-1-1 0 0 0,-1-1 1 0 0,-1-2-4 0 0,0 0 0 0 0,-1-1 0 0 0,2 1 0 0 0,-1-1 0 0 0,-2-5 0 0 0,3 6-18 0 0,-3-9 1 0 0,0-1 0 0 0,0 0-1 0 0,2-1 1 0 0,0 1 0 0 0,0-1-1 0 0,1 1 1 0 0,1-1 0 0 0,0 0-1 0 0,2 1 1 0 0,-1-1 0 0 0,2 0-1 0 0,0 1 1 0 0,0-1 0 0 0,2 1-1 0 0,7-22 1 0 0,-9 30 16 0 0,0 0 1 0 0,1 0-1 0 0,0 0 1 0 0,0 0-1 0 0,1 1 0 0 0,-1-1 1 0 0,1 1-1 0 0,1 0 0 0 0,-1 0 1 0 0,1 0-1 0 0,-1 1 0 0 0,1 0 1 0 0,0 0-1 0 0,1 0 0 0 0,-1 0 1 0 0,1 1-1 0 0,0 0 0 0 0,11-5 1 0 0,-8 6 13 0 0,-1 0 1 0 0,1 0 0 0 0,-1 1-1 0 0,1 0 1 0 0,-1 0-1 0 0,1 1 1 0 0,0 0-1 0 0,-1 1 1 0 0,1 0 0 0 0,-1 0-1 0 0,1 1 1 0 0,-1 0-1 0 0,16 6 1 0 0,3 4 17 0 0,0 2 1 0 0,-1 1 0 0 0,-1 1-1 0 0,46 38 1 0 0,-38-28-9 0 0,54 32 0 0 0,-80-54-14 0 0,1 0 0 0 0,0-1 0 0 0,1 0-1 0 0,-1 0 1 0 0,1-1 0 0 0,-1 0 0 0 0,1-1-1 0 0,0 0 1 0 0,-1 0 0 0 0,1-1 0 0 0,0 0 0 0 0,0 0-1 0 0,-1-1 1 0 0,1 0 0 0 0,0-1 0 0 0,-1 0 0 0 0,1 0-1 0 0,-1-1 1 0 0,0 0 0 0 0,0 0 0 0 0,0-1-1 0 0,12-8 1 0 0,-7 5 16 0 0,-1-2-1 0 0,0 0 0 0 0,-1 0 0 0 0,1-1 1 0 0,-2-1-1 0 0,1 0 0 0 0,-2 0 1 0 0,1-1-1 0 0,-2 0 0 0 0,0-1 1 0 0,0 0-1 0 0,8-19 0 0 0,-10 15 12 0 0,0 0 0 0 0,-1-1 0 0 0,0 0-1 0 0,-2 0 1 0 0,0 0 0 0 0,-1 0 0 0 0,-1 0 0 0 0,-1-1-1 0 0,0 1 1 0 0,-6-33 0 0 0,2 29 7 0 0,-1 1-1 0 0,-1 0 1 0 0,-1 0-1 0 0,-1 1 1 0 0,-1-1-1 0 0,0 2 1 0 0,-2 0-1 0 0,-19-28 1 0 0,17 29-30 0 0,-1 1 1 0 0,0 1 0 0 0,-1 0-1 0 0,-1 1 1 0 0,0 0 0 0 0,-1 2-1 0 0,0 0 1 0 0,-1 1 0 0 0,-1 0-1 0 0,0 2 1 0 0,-1 0 0 0 0,1 1 0 0 0,-2 1-1 0 0,1 1 1 0 0,-1 1 0 0 0,0 1-1 0 0,-1 0 1 0 0,1 2 0 0 0,-32-1-1 0 0,47 4-12 0 0,0 0-1 0 0,0 0 1 0 0,0 1-1 0 0,1 0 0 0 0,-1 0 1 0 0,0 0-1 0 0,1 1 1 0 0,-1 0-1 0 0,0 0 0 0 0,1 0 1 0 0,0 1-1 0 0,-9 5 1 0 0,11-5-8 0 0,0-1 0 0 0,0 1 1 0 0,0 0-1 0 0,1 0 0 0 0,-1 0 1 0 0,1 0-1 0 0,0 0 0 0 0,0 1 1 0 0,0-1-1 0 0,0 1 0 0 0,1 0 0 0 0,0-1 1 0 0,-1 1-1 0 0,1 0 0 0 0,0 0 1 0 0,1 0-1 0 0,-1-1 0 0 0,1 1 1 0 0,0 8-1 0 0,0-1-176 0 0,2-1-1 0 0,-1 0 1 0 0,1 1-1 0 0,1-1 1 0 0,0 0 0 0 0,0 0-1 0 0,1 0 1 0 0,0-1-1 0 0,1 1 1 0 0,0-1 0 0 0,10 14-1 0 0,3 1-1772 0 0,1-1 0 0 0,38 37 0 0 0,-36-39-871 0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34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1428 0 0,'16'-20'7355'0'0,"-6"6"-3743"0"0,-9 12-3336 0 0,0 1-1 0 0,0-1 0 0 0,0 1 1 0 0,0 0-1 0 0,0 0 1 0 0,0 0-1 0 0,1-1 0 0 0,-1 1 1 0 0,0 0-1 0 0,3 0 1 0 0,-3 4-215 0 0,1 0 0 0 0,0 0 0 0 0,-1 0 0 0 0,1 1 0 0 0,-1-1 0 0 0,0 1 0 0 0,0-1 0 0 0,0 1 0 0 0,0 7 1 0 0,1 40 122 0 0,-1-29-123 0 0,0 14-131 0 0,-1-10-367 0 0,1 0 0 0 0,1 0 0 0 0,2 0 0 0 0,12 48 0 0 0,-7-57-1029 0 0,-8-15 871 0 0,0-1-1 0 0,0 1 1 0 0,0-1-1 0 0,1 1 0 0 0,-1-1 1 0 0,1 1-1 0 0,-1-1 0 0 0,1 0 1 0 0,0 0-1 0 0,2 2 1 0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34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76 184 0 0,'-9'-16'2228'0'0,"4"3"-468"0"0,-2 2-439 0 0,2 3-193 0 0,-2 1 416 0 0,-1-7-600 0 0,1 7-180 0 0,-4 13-864 0 0,8 7-1272 0 0,1-4-164 0 0,1 1-609 0 0,1 2-171 0 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35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1 167 2664 0 0,'0'0'7316'0'0,"6"11"-6161"0"0,2 4-900 0 0,0 1 1 0 0,-1 0-1 0 0,-1 1 0 0 0,-1-1 1 0 0,6 34-1 0 0,-6-15 453 0 0,1 69 0 0 0,-8-95-346 0 0,-2-12-93 0 0,-2-13-134 0 0,4-3-130 0 0,2 0 0 0 0,-1 0 0 0 0,2 0 1 0 0,1 0-1 0 0,0 0 0 0 0,1 0 0 0 0,1 0 1 0 0,10-25-1 0 0,-12 36-22 0 0,1 0 0 0 0,1-1 1 0 0,0 1-1 0 0,0 0 0 0 0,0 1 1 0 0,1-1-1 0 0,0 1 0 0 0,1 0 1 0 0,0 0-1 0 0,0 1 1 0 0,0 0-1 0 0,1 0 0 0 0,-1 0 1 0 0,1 1-1 0 0,1 0 0 0 0,-1 0 1 0 0,1 0-1 0 0,0 1 0 0 0,0 1 1 0 0,9-4-1 0 0,-11 6 13 0 0,0 0 0 0 0,-1 0 1 0 0,1 0-1 0 0,0 1 0 0 0,0-1 0 0 0,0 2 1 0 0,-1-1-1 0 0,1 1 0 0 0,0-1 0 0 0,0 2 1 0 0,-1-1-1 0 0,1 0 0 0 0,0 1 0 0 0,-1 0 1 0 0,0 1-1 0 0,1-1 0 0 0,-1 1 0 0 0,0 0 1 0 0,0 0-1 0 0,-1 1 0 0 0,8 6 0 0 0,-6-4 8 0 0,0-1-1 0 0,-1 2 1 0 0,0-1-1 0 0,0 0 1 0 0,0 1-1 0 0,-1 0 0 0 0,0 0 1 0 0,-1 1-1 0 0,0-1 1 0 0,0 1-1 0 0,0-1 0 0 0,-1 1 1 0 0,0 0-1 0 0,2 16 1 0 0,-3-19 23 0 0,-1 0 0 0 0,0 0 0 0 0,0 1 0 0 0,0-1 0 0 0,0 0 0 0 0,-1 0 0 0 0,0 0 0 0 0,0 1 1 0 0,0-1-1 0 0,-3 5 0 0 0,4-8-2 0 0,-2-4 0 0 0,1 2-23 0 0,0 0 0 0 0,0 0-1 0 0,1-1 1 0 0,-1 1 0 0 0,0 0 0 0 0,1-1-1 0 0,-1 1 1 0 0,0-1 0 0 0,1 1-1 0 0,-1-1 1 0 0,1 1 0 0 0,-1-1-1 0 0,0 1 1 0 0,1-1 0 0 0,0 1-1 0 0,-1-1 1 0 0,1 0 0 0 0,-1 1 0 0 0,1-1-1 0 0,0 0 1 0 0,-1 0 0 0 0,1 1-1 0 0,0-1 1 0 0,0 0 0 0 0,-1 0-1 0 0,1 1 1 0 0,0-1 0 0 0,0 0-1 0 0,0 0 1 0 0,0 1 0 0 0,0-1 0 0 0,0-1-1 0 0,1 0 6 0 0,-3-11-8 0 0,1 0 0 0 0,0 0-1 0 0,1 0 1 0 0,1 0 0 0 0,0 0 0 0 0,1 0 0 0 0,0 0-1 0 0,1 1 1 0 0,0-1 0 0 0,1 0 0 0 0,0 1 0 0 0,7-12-1 0 0,-7 15-12 0 0,1 1 0 0 0,-1 0 0 0 0,1 0 0 0 0,1 0 0 0 0,-1 1-1 0 0,1 0 1 0 0,1 0 0 0 0,-1 0 0 0 0,1 1 0 0 0,0 0 0 0 0,1 0-1 0 0,-1 1 1 0 0,1 0 0 0 0,0 0 0 0 0,1 1 0 0 0,-1 0 0 0 0,10-3-1 0 0,-15 6 38 0 0,0 0-1 0 0,0 0 1 0 0,0 1 0 0 0,0-1-1 0 0,1 1 1 0 0,-1 0-1 0 0,0 0 1 0 0,0 0 0 0 0,0 0-1 0 0,0 0 1 0 0,0 1-1 0 0,0 0 1 0 0,0-1-1 0 0,0 1 1 0 0,0 0 0 0 0,0 0-1 0 0,0 1 1 0 0,0-1-1 0 0,-1 1 1 0 0,1-1-1 0 0,-1 1 1 0 0,1 0 0 0 0,-1 0-1 0 0,1 0 1 0 0,-1 0-1 0 0,0 1 1 0 0,0-1-1 0 0,0 0 1 0 0,0 1 0 0 0,-1 0-1 0 0,1-1 1 0 0,-1 1-1 0 0,1 0 1 0 0,0 3-1 0 0,2 5 28 0 0,0 0 0 0 0,0 0-1 0 0,-2 0 1 0 0,1 1-1 0 0,-1-1 1 0 0,-1 1 0 0 0,0 17-1 0 0,-5 38 71 0 0,2-48-817 0 0,1 1 1 0 0,0-1-1 0 0,4 34 1 0 0,-3-50 361 0 0,1-1 1 0 0,-1 1 0 0 0,1-1-1 0 0,0 1 1 0 0,0-1-1 0 0,0 1 1 0 0,0-1 0 0 0,3 4-1 0 0,-4-5 91 0 0,1 0 1 0 0,-1-1-1 0 0,1 1 0 0 0,0 0 1 0 0,0-1-1 0 0,-1 1 0 0 0,1-1 0 0 0,0 1 1 0 0,0-1-1 0 0,-1 1 0 0 0,1-1 1 0 0,0 0-1 0 0,0 1 0 0 0,0-1 0 0 0,0 0 1 0 0,0 1-1 0 0,0-1 0 0 0,0 0 1 0 0,1 0-1 0 0,14 0-2644 0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36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109 159 776 0 0,'-4'-10'10916'0'0,"3"12"-10851"0"0,0 0 0 0 0,0 0 0 0 0,0 1-1 0 0,1-1 1 0 0,0 0 0 0 0,-1 0 0 0 0,1 1 0 0 0,0-1 0 0 0,0 0 0 0 0,0 1 0 0 0,0-1 0 0 0,0 0 0 0 0,1 1 0 0 0,-1-1 0 0 0,1 0 0 0 0,-1 0 0 0 0,1 1 0 0 0,0-1-1 0 0,0 0 1 0 0,2 3 0 0 0,-2-3-46 0 0,0 0 0 0 0,0 0 1 0 0,0 0-1 0 0,0 0 0 0 0,1-1 0 0 0,-1 1 0 0 0,0 0 0 0 0,1-1 0 0 0,0 1 0 0 0,-1-1 0 0 0,1 0 0 0 0,0 1 0 0 0,-1-1 0 0 0,1 0 0 0 0,0 0 0 0 0,0 0 0 0 0,0 0 0 0 0,0-1 1 0 0,0 1-1 0 0,0 0 0 0 0,0-1 0 0 0,0 1 0 0 0,0-1 0 0 0,4 0 0 0 0,-2 0 8 0 0,0 0 0 0 0,-1-1 0 0 0,1 0 0 0 0,0 0 0 0 0,-1 0 0 0 0,1 0 0 0 0,-1 0 0 0 0,0-1-1 0 0,1 1 1 0 0,-1-1 0 0 0,0 0 0 0 0,0 0 0 0 0,4-4 0 0 0,-4 3-12 0 0,0-1 0 0 0,0 0-1 0 0,0 0 1 0 0,-1 0 0 0 0,0 0 0 0 0,0-1-1 0 0,0 1 1 0 0,0-1 0 0 0,-1 1 0 0 0,0-1-1 0 0,0 1 1 0 0,0-1 0 0 0,0 0 0 0 0,-1 1-1 0 0,0-1 1 0 0,0 0 0 0 0,0 0-1 0 0,0 1 1 0 0,-1-1 0 0 0,-1-6 0 0 0,0 1-16 0 0,-1 0 1 0 0,0 0-1 0 0,0 0 1 0 0,-1 0-1 0 0,-1 1 1 0 0,1-1 0 0 0,-1 1-1 0 0,-8-10 1 0 0,12 18-3 0 0,1 0 0 0 0,-1 1 1 0 0,0-1-1 0 0,0 0 0 0 0,0 0 1 0 0,0 0-1 0 0,0 0 0 0 0,0 1 1 0 0,0-1-1 0 0,-1 0 0 0 0,1 1 1 0 0,0-1-1 0 0,0 1 0 0 0,0-1 1 0 0,-1 1-1 0 0,1 0 0 0 0,0 0 1 0 0,0-1-1 0 0,-1 1 0 0 0,1 0 1 0 0,0 0-1 0 0,-1 0 0 0 0,1 0 1 0 0,0 1-1 0 0,-1-1 0 0 0,1 0 1 0 0,0 0-1 0 0,0 1 0 0 0,0-1 1 0 0,-1 1-1 0 0,1-1 0 0 0,0 1 1 0 0,-2 1-1 0 0,-1 0 2 0 0,-1 1 0 0 0,1 0 0 0 0,0 0-1 0 0,0 0 1 0 0,1 1 0 0 0,-7 6 0 0 0,-4 12 74 0 0,0-1-1 0 0,1 2 1 0 0,1 0 0 0 0,1 1-1 0 0,2 0 1 0 0,0 0 0 0 0,1 1-1 0 0,-8 49 1 0 0,14-62-53 0 0,0 0 1 0 0,1 1-1 0 0,1-1 1 0 0,0 1-1 0 0,0-1 1 0 0,1 1-1 0 0,1-1 1 0 0,5 21-1 0 0,-6-29-10 0 0,0 0 0 0 0,1-1 1 0 0,-1 1-1 0 0,1 0 0 0 0,0-1 0 0 0,0 1 0 0 0,0-1 1 0 0,0 1-1 0 0,1-1 0 0 0,-1 0 0 0 0,1 0 0 0 0,0 0 1 0 0,0-1-1 0 0,0 1 0 0 0,0-1 0 0 0,0 1 0 0 0,1-1 1 0 0,-1 0-1 0 0,1 0 0 0 0,-1-1 0 0 0,1 1 0 0 0,0-1 0 0 0,0 0 1 0 0,0 0-1 0 0,0 0 0 0 0,0 0 0 0 0,0-1 0 0 0,0 1 1 0 0,0-1-1 0 0,7 0 0 0 0,2-2-98 0 0,1 1-1 0 0,-1-2 1 0 0,1 0 0 0 0,-1 0 0 0 0,0-1-1 0 0,0-1 1 0 0,0 0 0 0 0,-1-1-1 0 0,0-1 1 0 0,0 1 0 0 0,0-2-1 0 0,-1 0 1 0 0,0 0 0 0 0,-1-1 0 0 0,0 0-1 0 0,0-1 1 0 0,-1 0 0 0 0,0 0-1 0 0,0-1 1 0 0,-2 0 0 0 0,1-1 0 0 0,9-21-1 0 0,-7 7-12 0 0,-1 0-1 0 0,-1-1 1 0 0,-1 1-1 0 0,-2-2 1 0 0,5-54 0 0 0,-7 54 153 0 0,-3 25-65 0 0,3-1 139 0 0,-2 3 33 0 0,3 6-141 0 0,0 4 79 0 0,0 1 1 0 0,-1-1-1 0 0,0 0 1 0 0,-1 1 0 0 0,3 17-1 0 0,-2-8-41 0 0,30 194 787 0 0,-33-211-607 0 0,0-4-210 0 0,-2-8-3 0 0,1 1 0 0 0,0-1 0 0 0,1 0 0 0 0,0 1 0 0 0,0-1 0 0 0,1 1 0 0 0,3-16 0 0 0,20-67 11 0 0,-23 89-34 0 0,4-13-18 0 0,1 1 0 0 0,1 0-1 0 0,0 0 1 0 0,13-20 0 0 0,-16 29-2 0 0,0 0 0 0 0,0 1 0 0 0,1-1 1 0 0,-1 1-1 0 0,1 0 0 0 0,0 0 0 0 0,1 0 0 0 0,-1 1 0 0 0,1 0 0 0 0,0 0 0 0 0,0 1 0 0 0,11-6 0 0 0,-14 8 31 0 0,0 0-1 0 0,-1 1 0 0 0,1-1 0 0 0,0 1 0 0 0,0-1 0 0 0,0 1 1 0 0,0 0-1 0 0,0 0 0 0 0,0 0 0 0 0,0 1 0 0 0,0-1 1 0 0,0 1-1 0 0,-1-1 0 0 0,1 1 0 0 0,0 0 0 0 0,0 0 1 0 0,-1 0-1 0 0,1 1 0 0 0,0-1 0 0 0,-1 1 0 0 0,1-1 1 0 0,-1 1-1 0 0,0 0 0 0 0,0 0 0 0 0,1 0 0 0 0,-1 0 1 0 0,0 0-1 0 0,-1 1 0 0 0,1-1 0 0 0,0 0 0 0 0,-1 1 1 0 0,1-1-1 0 0,-1 1 0 0 0,1 3 0 0 0,3 4 30 0 0,-1 1 0 0 0,0 0 0 0 0,-1 0 0 0 0,0 0 0 0 0,-1 0 1 0 0,0 1-1 0 0,0 12 0 0 0,-2-2 59 0 0,0 0 0 0 0,-5 22 1 0 0,-1 36-2110 0 0,6-77 1716 0 0,0 0 0 0 0,0-1 0 0 0,0 1 0 0 0,1 0 0 0 0,0 0 0 0 0,-1-1 0 0 0,3 5 0 0 0,-3-6 69 0 0,0 0 0 0 0,1 0 0 0 0,0 0 0 0 0,-1 0 0 0 0,1 0 1 0 0,0-1-1 0 0,-1 1 0 0 0,1 0 0 0 0,0 0 0 0 0,0 0 0 0 0,0-1 0 0 0,-1 1 1 0 0,1 0-1 0 0,0-1 0 0 0,0 1 0 0 0,0-1 0 0 0,0 1 0 0 0,0-1 1 0 0,0 1-1 0 0,1-1 0 0 0,-1 0 0 0 0,0 0 0 0 0,0 1 0 0 0,0-1 0 0 0,0 0 1 0 0,1 0-1 0 0,18 0-2501 0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36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85 1476 0 0,'3'-10'1862'0'0,"-2"1"0"0"0,1-1 0 0 0,-1 0 0 0 0,-1 0 0 0 0,-1-20 0 0 0,0 30-1825 0 0,1-1 1 0 0,0 1 0 0 0,-1 0-1 0 0,1-1 1 0 0,-1 1-1 0 0,1-1 1 0 0,-1 1-1 0 0,1 0 1 0 0,-1-1 0 0 0,1 1-1 0 0,-1 0 1 0 0,1 0-1 0 0,-1-1 1 0 0,1 1-1 0 0,-1 0 1 0 0,1 0 0 0 0,-1 0-1 0 0,0 0 1 0 0,1 0-1 0 0,-1 0 1 0 0,1 0-1 0 0,-1 0 1 0 0,1 0 0 0 0,-1 0-1 0 0,0 0 1 0 0,1 0-1 0 0,-1 0 1 0 0,1 0-1 0 0,-1 0 1 0 0,1 1 0 0 0,-1-1-1 0 0,0 0 1 0 0,-19 7 325 0 0,6 1-301 0 0,1 1 0 0 0,0 0-1 0 0,1 1 1 0 0,0 1 0 0 0,1 0 0 0 0,0 1 0 0 0,0 0 0 0 0,1 0 0 0 0,1 1 0 0 0,-9 16 0 0 0,13-22-70 0 0,4-5 9 0 0,-1 0 0 0 0,1 0-1 0 0,0 0 1 0 0,0 1 0 0 0,0-1 0 0 0,0 0-1 0 0,0 1 1 0 0,0-1 0 0 0,1 0 0 0 0,-1 1-1 0 0,1-1 1 0 0,0 1 0 0 0,-1-1-1 0 0,1 1 1 0 0,0-1 0 0 0,1 1 0 0 0,-1-1-1 0 0,1 3 1 0 0,0-1 3 0 0,0-1 0 0 0,1 0 0 0 0,0 1-1 0 0,-1-1 1 0 0,1 0 0 0 0,0 0 0 0 0,0 0 0 0 0,1 0 0 0 0,-1-1 0 0 0,1 1-1 0 0,-1-1 1 0 0,4 3 0 0 0,5 1-10 0 0,-1 0 0 0 0,1-1 1 0 0,1 0-1 0 0,17 5 0 0 0,-16-6-20 0 0,-1 1 0 0 0,1 0-1 0 0,11 7 1 0 0,-20-10 51 0 0,-1 0 0 0 0,0 0-1 0 0,0 1 1 0 0,0-1 0 0 0,0 1-1 0 0,0-1 1 0 0,-1 1 0 0 0,1 0 0 0 0,-1 0-1 0 0,1 0 1 0 0,-1 1 0 0 0,0-1 0 0 0,0 0-1 0 0,-1 1 1 0 0,1 0 0 0 0,-1-1 0 0 0,0 1-1 0 0,0 0 1 0 0,0-1 0 0 0,0 1 0 0 0,0 7-1 0 0,-1-4 124 0 0,-1 0 0 0 0,1-1-1 0 0,-1 1 1 0 0,-1 0 0 0 0,0-1-1 0 0,1 1 1 0 0,-2-1 0 0 0,1 1-1 0 0,-1-1 1 0 0,0 0 0 0 0,-7 11-1 0 0,3-7 58 0 0,1 0-1 0 0,-2 0 0 0 0,1-1 0 0 0,-1 0 1 0 0,-1 0-1 0 0,0 0 0 0 0,0-1 1 0 0,0-1-1 0 0,-1 0 0 0 0,0 0 0 0 0,-1-1 1 0 0,1 0-1 0 0,-1-1 0 0 0,-14 5 1 0 0,20-9-178 0 0,1 0 0 0 0,-1-1 1 0 0,0 0-1 0 0,1 0 1 0 0,-1 0-1 0 0,0 0 1 0 0,1-1-1 0 0,-1 0 1 0 0,0 0-1 0 0,1 0 1 0 0,0 0-1 0 0,-1-1 1 0 0,1 0-1 0 0,-8-4 1 0 0,10 4-132 0 0,-1 1 0 0 0,1-1 0 0 0,0 0 0 0 0,0 0 1 0 0,0 0-1 0 0,0 0 0 0 0,0 0 0 0 0,0 0 1 0 0,1-1-1 0 0,-1 1 0 0 0,1-1 0 0 0,-1 1 0 0 0,1-1 1 0 0,0 1-1 0 0,0-1 0 0 0,0 0 0 0 0,1 0 0 0 0,-1 1 1 0 0,1-1-1 0 0,-1 0 0 0 0,1 0 0 0 0,0 0 1 0 0,0 0-1 0 0,0 1 0 0 0,0-1 0 0 0,2-6 0 0 0,1 0-1449 0 0,0-1-1 0 0,0 1 1 0 0,1 0-1 0 0,1 0 0 0 0,0 0 1 0 0,8-12-1 0 0,-3 8-3011 0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36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52 2460 0 0,'0'-16'6129'0'0,"1"-18"1191"0"0,-1 32-6657 0 0,-1 15 336 0 0,-6 134 120 0 0,2-76-956 0 0,5 73 0 0 0,6-97-952 0 0,-6-47 687 0 0,0 1-1 0 0,0-1 1 0 0,1 1-1 0 0,-1-1 1 0 0,0 1 0 0 0,0-1-1 0 0,0 1 1 0 0,0-1 0 0 0,1 1-1 0 0,-1-1 1 0 0,0 1-1 0 0,1-1 1 0 0,-1 1 0 0 0,0-1-1 0 0,1 1 1 0 0,-1-1-1 0 0,0 0 1 0 0,1 1 0 0 0,-1-1-1 0 0,1 0 1 0 0,-1 1 0 0 0,1-1-1 0 0,-1 0 1 0 0,1 0-1 0 0,-1 1 1 0 0,1-1 0 0 0,-1 0-1 0 0,1 0 1 0 0,-1 0-1 0 0,1 0 1 0 0,0 0 0 0 0,-1 0-1 0 0,1 1 1 0 0,-1-1 0 0 0,1-1-1 0 0,-1 1 1 0 0,1 0-1 0 0,-1 0 1 0 0,1 0 0 0 0,-1 0-1 0 0,1 0 1 0 0,0 0-1 0 0,-1-1 1 0 0,1 1 0 0 0,-1 0-1 0 0,1 0 1 0 0,-1-1 0 0 0,0 1-1 0 0,1 0 1 0 0,-1-1-1 0 0,1 1 1 0 0,22-20-5438 0 0,-14 7 581 0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37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123 116 2120 0 0,'-30'-33'5497'0'0,"-57"-48"0"0"0,86 80-5246 0 0,0 1-280 0 0,1 0 0 0 0,0 1-1 0 0,-1-1 1 0 0,1 0 0 0 0,0 1 0 0 0,0-1-1 0 0,-1 0 1 0 0,1 1 0 0 0,0-1 0 0 0,0 0-1 0 0,-1 1 1 0 0,1-1 0 0 0,0 0 0 0 0,0 1-1 0 0,0-1 1 0 0,0 1 0 0 0,0-1 0 0 0,-1 0-1 0 0,1 1 1 0 0,0-1 0 0 0,0 1 0 0 0,0-1-1 0 0,0 1 1 0 0,0 0 0 0 0,29 69-6754 0 0,-24-54 3336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37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86 1692 0 0,'0'0'8525'0'0,"0"14"-5826"0"0,-18 23-1826 0 0,2 1 0 0 0,1 1 0 0 0,-10 47 0 0 0,19-63-846 0 0,2 1-1 0 0,0-1 1 0 0,2 1 0 0 0,0 0-1 0 0,2 0 1 0 0,1 0 0 0 0,3 24 0 0 0,-3-43-11 0 0,0-1 1 0 0,0 1 0 0 0,0 0 0 0 0,1-1 0 0 0,0 1 0 0 0,-1-1 0 0 0,2 0 0 0 0,-1 0 0 0 0,0 0 0 0 0,5 6 0 0 0,-5-9-5 0 0,-1 1-1 0 0,1 0 1 0 0,0-1-1 0 0,-1 1 1 0 0,1-1-1 0 0,0 0 1 0 0,0 1-1 0 0,0-1 0 0 0,0 0 1 0 0,0 0-1 0 0,1 0 1 0 0,-1-1-1 0 0,0 1 1 0 0,0 0-1 0 0,1-1 1 0 0,-1 0-1 0 0,0 1 1 0 0,1-1-1 0 0,-1 0 1 0 0,0 0-1 0 0,0 0 1 0 0,4-1-1 0 0,-1 0 3 0 0,-1-1 0 0 0,1 1-1 0 0,-1-1 1 0 0,0 0 0 0 0,1 0 0 0 0,-1 0-1 0 0,0-1 1 0 0,0 1 0 0 0,0-1 0 0 0,-1 0-1 0 0,1 0 1 0 0,-1 0 0 0 0,1-1-1 0 0,-1 1 1 0 0,0-1 0 0 0,0 0 0 0 0,-1 0-1 0 0,1 0 1 0 0,-1 0 0 0 0,4-9 0 0 0,-2 3 5 0 0,0-1 1 0 0,-1 0 0 0 0,0 0 0 0 0,0 0 0 0 0,-1 0 0 0 0,-1 0 0 0 0,1-17 0 0 0,-2 18-17 0 0,0 0 0 0 0,0-1 0 0 0,-1 1 0 0 0,-1 0 1 0 0,0 0-1 0 0,0 0 0 0 0,-1 0 0 0 0,0 0 0 0 0,-1 0 0 0 0,0 1 1 0 0,-1-1-1 0 0,0 1 0 0 0,0 0 0 0 0,-1 1 0 0 0,0-1 1 0 0,0 1-1 0 0,-1 0 0 0 0,0 1 0 0 0,0 0 0 0 0,-1 0 1 0 0,0 0-1 0 0,-16-9 0 0 0,-48-31-288 0 0,72 47 284 0 0,-1 0 0 0 0,1 0 1 0 0,0 0-1 0 0,0 0 0 0 0,0 0 0 0 0,0 0 1 0 0,0-1-1 0 0,-1 1 0 0 0,1 0 1 0 0,0 0-1 0 0,0 0 0 0 0,0-1 1 0 0,0 1-1 0 0,0 0 0 0 0,0 0 1 0 0,0 0-1 0 0,0-1 0 0 0,0 1 0 0 0,0 0 1 0 0,0 0-1 0 0,-1 0 0 0 0,1-1 1 0 0,0 1-1 0 0,0 0 0 0 0,1 0 1 0 0,-1 0-1 0 0,0-1 0 0 0,0 1 1 0 0,0 0-1 0 0,0 0 0 0 0,0 0 0 0 0,0-1 1 0 0,0 1-1 0 0,0 0 0 0 0,0 0 1 0 0,0 0-1 0 0,0-1 0 0 0,1 1 1 0 0,-1 0-1 0 0,0 0 0 0 0,0 0 1 0 0,0 0-1 0 0,0 0 0 0 0,1-1 0 0 0,-1 1 1 0 0,0 0-1 0 0,0 0 0 0 0,0 0 1 0 0,14-8-22 0 0,3 3 3 0 0,2 0 0 0 0,-1 2 0 0 0,0 0 0 0 0,1 1 0 0 0,-1 1 0 0 0,1 1 1 0 0,0 0-1 0 0,-1 1 0 0 0,1 1 0 0 0,34 9 0 0 0,-43-8 15 0 0,1 0-1 0 0,-1 1 0 0 0,0 1 1 0 0,0 0-1 0 0,0 0 0 0 0,-1 0 1 0 0,0 1-1 0 0,16 14 0 0 0,-19-14 18 0 0,-1-1 0 0 0,1 2 0 0 0,-2-1 0 0 0,1 0 0 0 0,0 1 0 0 0,-1 0 0 0 0,-1 0 0 0 0,1 0-1 0 0,-1 1 1 0 0,0-1 0 0 0,-1 1 0 0 0,1-1 0 0 0,0 11 0 0 0,-2-10 25 0 0,0 0 1 0 0,-1 0-1 0 0,0 0 1 0 0,0 0-1 0 0,-1 0 1 0 0,0 0-1 0 0,0 0 1 0 0,-3 7-1 0 0,-3 7 347 0 0,-14 28-1 0 0,15-34 42 0 0,-2-7-148 0 0,2-14-89 0 0,1-14-98 0 0,5 2-79 0 0,2 0-1 0 0,0 0 1 0 0,1 0-1 0 0,1 0 1 0 0,10-27-1 0 0,-1 10-22 0 0,29-52 0 0 0,-30 64-7 0 0,1 2-1 0 0,1-1 1 0 0,27-28-1 0 0,-33 40-1 0 0,1 0-1 0 0,-1 1 1 0 0,1 1-1 0 0,1-1 1 0 0,-1 2-1 0 0,1-1 0 0 0,1 1 1 0 0,-1 1-1 0 0,18-7 1 0 0,-25 11 18 0 0,0 0 1 0 0,0 0-1 0 0,-1 0 1 0 0,1 1-1 0 0,0-1 1 0 0,0 1 0 0 0,0 0-1 0 0,0 0 1 0 0,0 0-1 0 0,0 0 1 0 0,0 0-1 0 0,0 1 1 0 0,0-1-1 0 0,0 1 1 0 0,0 0-1 0 0,0 0 1 0 0,-1 0-1 0 0,1 0 1 0 0,0 0 0 0 0,-1 1-1 0 0,1-1 1 0 0,3 4-1 0 0,-2-2 19 0 0,-1 1-1 0 0,0 0 1 0 0,0 0-1 0 0,0 0 1 0 0,-1 1-1 0 0,1-1 1 0 0,-1 0-1 0 0,0 1 0 0 0,0 0 1 0 0,-1-1-1 0 0,1 1 1 0 0,0 9-1 0 0,2 17 43 0 0,-1 1 0 0 0,-3 56-1 0 0,-1-33-56 0 0,1-53-17 0 0,0 0-1 0 0,0-1 0 0 0,0 1 0 0 0,0 0 0 0 0,0 0 0 0 0,1-1 1 0 0,-1 1-1 0 0,1 0 0 0 0,-1-1 0 0 0,1 1 0 0 0,0 0 0 0 0,-1-1 0 0 0,1 1 1 0 0,0-1-1 0 0,0 1 0 0 0,0-1 0 0 0,0 0 0 0 0,1 1 0 0 0,-1-1 0 0 0,0 0 1 0 0,1 0-1 0 0,-1 0 0 0 0,0 0 0 0 0,1 0 0 0 0,-1 0 0 0 0,1 0 1 0 0,-1 0-1 0 0,1 0 0 0 0,0-1 0 0 0,-1 1 0 0 0,1-1 0 0 0,0 1 0 0 0,0-1 1 0 0,-1 0-1 0 0,1 0 0 0 0,2 0 0 0 0,7 1-464 0 0,0-2-1 0 0,0 1 1 0 0,0-2-1 0 0,17-3 1 0 0,-19 3 42 0 0,37-8-2544 0 0,-2-2-1 0 0,50-21 1 0 0,-41 11-1649 0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38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63 416 0 0,'14'-51'10197'0'0,"-14"49"-9477"0"0,0-7 1618 0 0,-16 31-1772 0 0,1 1 1 0 0,1 1 0 0 0,-14 33 0 0 0,-29 84 199 0 0,54-134-725 0 0,-120 363 713 0 0,93-257-596 0 0,-20 156 0 0 0,45-229-134 0 0,2 0 0 0 0,2 52 0 0 0,1-78-45 0 0,2-1-1 0 0,-1 1 1 0 0,2-1 0 0 0,0 0 0 0 0,0 0 0 0 0,1 0 0 0 0,1 0 0 0 0,0-1 0 0 0,1 1 0 0 0,11 17 0 0 0,-14-26-151 0 0,1 1 0 0 0,0-1 0 0 0,1 0 0 0 0,-1 0 0 0 0,1 0-1 0 0,-1 0 1 0 0,1-1 0 0 0,0 0 0 0 0,1 0 0 0 0,-1 0 0 0 0,0 0 0 0 0,1-1 0 0 0,-1 0 0 0 0,1 0 0 0 0,0-1 0 0 0,0 0 0 0 0,0 0 0 0 0,0 0-1 0 0,11 0 1 0 0,-1-2-1016 0 0,1 0 0 0 0,0 0 0 0 0,-1-2 0 0 0,0 0 0 0 0,31-10 0 0 0,-7-2-3493 0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38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37 84 0 0,'-3'-4'623'0'0,"0"1"-1"0"0,-1 0 1 0 0,1 0 0 0 0,-1 0 0 0 0,0 0-1 0 0,1 1 1 0 0,-1-1 0 0 0,0 1 0 0 0,-1 0-1 0 0,1 0 1 0 0,0 1 0 0 0,0-1-1 0 0,-1 1 1 0 0,-5-1 0 0 0,8 2-500 0 0,0 0 0 0 0,0 0-1 0 0,-1 0 1 0 0,1 1 0 0 0,0-1 0 0 0,0 1 0 0 0,0-1 0 0 0,0 1-1 0 0,0 0 1 0 0,0 0 0 0 0,0-1 0 0 0,0 2 0 0 0,0-1 0 0 0,1 0-1 0 0,-1 0 1 0 0,0 0 0 0 0,1 1 0 0 0,-1-1 0 0 0,1 1 0 0 0,-1-1-1 0 0,1 1 1 0 0,-2 3 0 0 0,-2 2 221 0 0,0 1 1 0 0,1 0-1 0 0,-5 14 0 0 0,8-19-274 0 0,-9 25 320 0 0,1-1 1 0 0,2 1-1 0 0,-6 45 0 0 0,1 87 163 0 0,24 202-866 0 0,-5-310-2005 0 0,-1-30-3733 0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39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0 241 652 0 0,'6'-63'10582'0'0,"9"68"-9193"0"0,-9-1-1201 0 0,-1 0 0 0 0,0 0 0 0 0,0 1-1 0 0,-1 0 1 0 0,1-1 0 0 0,-1 2 0 0 0,0-1 0 0 0,-1 0-1 0 0,1 1 1 0 0,-1 0 0 0 0,3 7 0 0 0,5 6 113 0 0,78 143 681 0 0,-23-38-693 0 0,-59-111-579 0 0,0-1-1 0 0,0 0 1 0 0,1-1 0 0 0,1 0-1 0 0,0 0 1 0 0,16 15 0 0 0,-23-25 152 0 0,-1 0 0 0 0,0 0 1 0 0,0 0-1 0 0,1-1 1 0 0,-1 1-1 0 0,0 0 0 0 0,1-1 1 0 0,-1 1-1 0 0,0-1 1 0 0,1 1-1 0 0,-1-1 0 0 0,1 1 1 0 0,-1-1-1 0 0,1 0 1 0 0,-1 0-1 0 0,1 0 0 0 0,-1 0 1 0 0,1 0-1 0 0,0 0 1 0 0,-1 0-1 0 0,2-1 0 0 0,-1 0-49 0 0,1 0-1 0 0,-1 0 0 0 0,0 0 0 0 0,1-1 0 0 0,-1 1 0 0 0,0 0 0 0 0,0-1 0 0 0,0 0 1 0 0,0 1-1 0 0,-1-1 0 0 0,3-3 0 0 0,2-2-205 0 0,-1-1 1 0 0,-1 1-1 0 0,0-1 0 0 0,0 0 0 0 0,0 0 1 0 0,2-9-1 0 0,2-15 77 0 0,-1 0 0 0 0,-1-1 0 0 0,-2 1 1 0 0,0-40-1 0 0,-11-132 3008 0 0,3 152 63 0 0,-11-51 1 0 0,15 103-2701 0 0,0-1 1 0 0,0 0 0 0 0,0 1-1 0 0,0-1 1 0 0,0 0-1 0 0,0 1 1 0 0,0-1-1 0 0,0 0 1 0 0,0 1-1 0 0,-1-1 1 0 0,1 0-1 0 0,0 1 1 0 0,0-1 0 0 0,-1 1-1 0 0,1-1 1 0 0,0 0-1 0 0,-1 1 1 0 0,1-1-1 0 0,0 1 1 0 0,-1-1-1 0 0,1 1 1 0 0,-1-1 0 0 0,1 1-1 0 0,-1 0 1 0 0,1-1-1 0 0,-2 0 1 0 0,-4 16 744 0 0,-2 31-144 0 0,-2 52 40 0 0,4 115 0 0 0,18-58-1423 0 0,-5-109-1489 0 0,18 60 0 0 0,-10-70-2876 0 0,-6-23 389 0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40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0 534 1816 0 0,'3'-16'4769'0'0,"3"3"186"0"0,-5 33-1814 0 0,-1-1-2849 0 0,3 26 582 0 0,0 13-323 0 0,14 74-1 0 0,-17-128-541 0 0,0-1 0 0 0,1 1 0 0 0,0-1 0 0 0,0 0 0 0 0,0 1 1 0 0,0-1-1 0 0,0 0 0 0 0,1 0 0 0 0,0 0 0 0 0,-1 0 0 0 0,1 0 0 0 0,0 0 0 0 0,0 0 0 0 0,1-1 0 0 0,-1 1 0 0 0,0-1 0 0 0,1 1 0 0 0,0-1 0 0 0,-1 0 0 0 0,5 2 0 0 0,-6-4-23 0 0,1 1 1 0 0,0-1-1 0 0,-1 0 0 0 0,1 0 0 0 0,0 0 1 0 0,-1 0-1 0 0,1 0 0 0 0,0 0 0 0 0,-1 0 0 0 0,1-1 1 0 0,0 1-1 0 0,-1 0 0 0 0,1-1 0 0 0,-1 0 0 0 0,1 1 1 0 0,-1-1-1 0 0,1 0 0 0 0,1-1 0 0 0,24-19-450 0 0,-18 11 277 0 0,-1-1 0 0 0,1-1 1 0 0,-2 0-1 0 0,0 0 0 0 0,9-21 1 0 0,20-69-86 0 0,-24 66 373 0 0,-8 20-16 0 0,-3 13-95 0 0,0 0 0 0 0,0 0 0 0 0,0 0 0 0 0,0 0 0 0 0,0 0 0 0 0,0 1 0 0 0,3-5 0 0 0,-3 5 71 0 0,-4 80 755 0 0,0-53-737 0 0,2 0-1 0 0,1 0 1 0 0,1 0-1 0 0,5 33 1 0 0,-5-56-69 0 0,-1 1 1 0 0,1 0 0 0 0,0-1 0 0 0,0 1 0 0 0,0-1 0 0 0,0 1 0 0 0,0-1-1 0 0,0 1 1 0 0,1-1 0 0 0,-1 0 0 0 0,1 0 0 0 0,0 1 0 0 0,-1-1 0 0 0,1 0-1 0 0,0-1 1 0 0,0 1 0 0 0,1 0 0 0 0,3 2 0 0 0,-3-3-37 0 0,0 1 1 0 0,1-1-1 0 0,-1 0 1 0 0,0 0-1 0 0,1-1 1 0 0,-1 1-1 0 0,1-1 0 0 0,-1 0 1 0 0,1 0-1 0 0,-1 0 1 0 0,1 0-1 0 0,6-1 1 0 0,-1-2-177 0 0,1 1 1 0 0,0-2-1 0 0,-1 1 1 0 0,0-1-1 0 0,0 0 1 0 0,0-1 0 0 0,-1 0-1 0 0,1-1 1 0 0,9-7-1 0 0,-6 1-29 0 0,-1 0 0 0 0,0-1-1 0 0,-1 0 1 0 0,0 0 0 0 0,-1-1-1 0 0,-1 0 1 0 0,0-1 0 0 0,7-20-1 0 0,5-18-64 0 0,13-56 0 0 0,-32 108 291 0 0,13-55-153 0 0,-3 1 0 0 0,9-106-1 0 0,-18 102 1676 0 0,-6-66 0 0 0,4 125-1491 0 0,0-1 1 0 0,1 0-1 0 0,-1 0 1 0 0,0 0 0 0 0,0 0-1 0 0,0 1 1 0 0,0-1-1 0 0,-1 0 1 0 0,1 0-1 0 0,0 0 1 0 0,0 1 0 0 0,0-1-1 0 0,-1 0 1 0 0,1 0-1 0 0,0 0 1 0 0,-1 1-1 0 0,1-1 1 0 0,-1 0 0 0 0,1 1-1 0 0,-1-1 1 0 0,1 0-1 0 0,-1 1 1 0 0,1-1 0 0 0,-1 1-1 0 0,0-1 1 0 0,0 1-14 0 0,0 0 1 0 0,0 0 0 0 0,0 1-1 0 0,0-1 1 0 0,1 1 0 0 0,-1-1-1 0 0,0 1 1 0 0,0-1 0 0 0,1 1-1 0 0,-1-1 1 0 0,0 1 0 0 0,1-1-1 0 0,-1 1 1 0 0,1 0 0 0 0,-1-1-1 0 0,1 1 1 0 0,-1 0 0 0 0,0 1-1 0 0,-21 43 297 0 0,7-1-141 0 0,2 1-1 0 0,1 0 1 0 0,3 1-1 0 0,1 0 1 0 0,3 0-1 0 0,1 1 1 0 0,3-1-1 0 0,5 50 1 0 0,-4-86-261 0 0,2 1 1 0 0,-1-1-1 0 0,1 0 1 0 0,1 0-1 0 0,0 0 1 0 0,0-1-1 0 0,1 1 1 0 0,0-1 0 0 0,0 1-1 0 0,1-1 1 0 0,1-1-1 0 0,-1 1 1 0 0,2-1-1 0 0,-1 0 1 0 0,1 0-1 0 0,0-1 1 0 0,0 0 0 0 0,1 0-1 0 0,0-1 1 0 0,0 1-1 0 0,1-2 1 0 0,0 0-1 0 0,0 0 1 0 0,0 0-1 0 0,13 4 1 0 0,-9-4-438 0 0,1-1 0 0 0,0 0 0 0 0,0-1 0 0 0,18 3 0 0 0,-24-6-60 0 0,-1 1 0 0 0,1-1-1 0 0,-1-1 1 0 0,0 1 0 0 0,1-1-1 0 0,-1 0 1 0 0,0-1 0 0 0,0 0-1 0 0,0 0 1 0 0,10-4-1 0 0,5-6-2412 0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40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59 204 1228 0 0,'5'-26'2217'0'0,"-1"0"0"0"0,-1 0 0 0 0,-1 0 1 0 0,-2-39-1 0 0,0 33-13 0 0,0 30-1540 0 0,-2 4-507 0 0,0 1-1 0 0,0-1 1 0 0,1 1 0 0 0,-1-1-1 0 0,1 1 1 0 0,0 0-1 0 0,0 0 1 0 0,0 0 0 0 0,0 0-1 0 0,-1 4 1 0 0,-16 74 547 0 0,3 0-1 0 0,4 1 1 0 0,3 1 0 0 0,4 100-1 0 0,4-172-891 0 0,0 1 0 0 0,2 0 0 0 0,-1-1 0 0 0,1 1 0 0 0,1-1 0 0 0,6 17-1 0 0,-8-26-3 0 0,0 1-1 0 0,1-1 1 0 0,-1 1-1 0 0,1-1 0 0 0,-1 0 1 0 0,1 1-1 0 0,0-1 1 0 0,0 0-1 0 0,0 0 1 0 0,0 0-1 0 0,1-1 0 0 0,-1 1 1 0 0,0 0-1 0 0,1-1 1 0 0,-1 1-1 0 0,1-1 1 0 0,0 0-1 0 0,-1 0 0 0 0,1 0 1 0 0,0 0-1 0 0,0-1 1 0 0,-1 1-1 0 0,1-1 0 0 0,0 1 1 0 0,0-1-1 0 0,0 0 1 0 0,0 0-1 0 0,0-1 1 0 0,-1 1-1 0 0,1 0 0 0 0,4-2 1 0 0,3 0-202 0 0,0-1 0 0 0,0-1 0 0 0,0 0 0 0 0,0 0 0 0 0,-1-1 0 0 0,0 0 0 0 0,0-1 0 0 0,0 0 1 0 0,0 0-1 0 0,-1-1 0 0 0,0 0 0 0 0,0 0 0 0 0,-1-1 0 0 0,9-12 0 0 0,8-12 677 0 0,-1-2 0 0 0,24-48 0 0 0,-27 41 4153 0 0,17-48 0 0 0,-30 71-2990 0 0,-6 23-217 0 0,-8 33 178 0 0,4-24-1428 0 0,1 3 149 0 0,-13 94 301 0 0,14-97-408 0 0,0 0 0 0 0,1 0 0 0 0,1 0 1 0 0,1 0-1 0 0,5 25 0 0 0,-6-36-154 0 0,0 0 0 0 0,0 0 0 0 0,1 0-1 0 0,-1 0 1 0 0,1 0 0 0 0,0 0 0 0 0,0-1-1 0 0,0 1 1 0 0,0-1 0 0 0,0 0 0 0 0,0 1 0 0 0,1-1-1 0 0,-1 0 1 0 0,1 0 0 0 0,-1 0 0 0 0,1-1-1 0 0,0 1 1 0 0,0-1 0 0 0,5 3 0 0 0,-3-3-614 0 0,-1 1 0 0 0,1-1 0 0 0,-1 0 0 0 0,1-1 0 0 0,0 1 0 0 0,-1-1 0 0 0,1 0 0 0 0,-1 0 0 0 0,1 0 0 0 0,0-1 0 0 0,-1 1 0 0 0,1-1 0 0 0,6-3 0 0 0,4-2-5228 0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40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188 181 2300 0 0,'-23'-27'5586'0'0,"-43"-41"0"0"0,-31-16-2434 0 0,96 83-3634 0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41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72 684 0 0,'-13'-35'12565'0'0,"4"0"-5405"0"0,9 33-6630 0 0,-5 29 614 0 0,-31 556 929 0 0,35-486-5946 0 0,2-49-7344 0 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41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35 261 1628 0 0,'-5'-3'1336'0'0,"0"-1"0"0"0,0 1 0 0 0,0-1-1 0 0,1-1 1 0 0,-6-5 0 0 0,10 9-1279 0 0,0 1 1 0 0,0-1-1 0 0,0 0 1 0 0,0 1-1 0 0,0-1 1 0 0,0 0-1 0 0,0 1 1 0 0,0-1-1 0 0,0 1 0 0 0,0-1 1 0 0,0 0-1 0 0,1 1 1 0 0,-1-1-1 0 0,0 1 1 0 0,0-1-1 0 0,0 0 1 0 0,1 1-1 0 0,-1-1 1 0 0,0 1-1 0 0,1-1 0 0 0,-1 1 1 0 0,1-1-1 0 0,-1 1 1 0 0,1-1-1 0 0,-1 1 1 0 0,0 0-1 0 0,1-1 1 0 0,-1 1-1 0 0,2-1 1 0 0,14-11 616 0 0,8 0-381 0 0,1 1 0 0 0,0 2 1 0 0,0 0-1 0 0,0 2 0 0 0,29-5 0 0 0,-13 3-87 0 0,81-16 142 0 0,-102 22-329 0 0,1 1-1 0 0,-1 1 0 0 0,40 3 0 0 0,-56-1 45 0 0,-1-1 0 0 0,0 1 0 0 0,0 0 0 0 0,1 0 0 0 0,-1 0 0 0 0,0 0 0 0 0,0 0 0 0 0,0 1 0 0 0,0 0 0 0 0,-1-1-1 0 0,1 1 1 0 0,0 0 0 0 0,-1 0 0 0 0,1 1 0 0 0,-1-1 0 0 0,1 0 0 0 0,-1 1 0 0 0,0 0 0 0 0,0-1 0 0 0,-1 1 0 0 0,1 0 0 0 0,0 0 0 0 0,-1 0-1 0 0,0 0 1 0 0,1 0 0 0 0,-1 0 0 0 0,0 0 0 0 0,-1 1 0 0 0,2 4 0 0 0,0 9 178 0 0,-1 1-1 0 0,-1-1 1 0 0,0 0 0 0 0,-4 26-1 0 0,2-16-120 0 0,1-15-76 0 0,0-1-14 0 0,1 0 0 0 0,-1 0 1 0 0,3 12-1 0 0,-2-21-15 0 0,0 1-1 0 0,1-1 1 0 0,-1 1-1 0 0,1-1 1 0 0,0 0-1 0 0,-1 1 1 0 0,1-1-1 0 0,0 0 1 0 0,1 1-1 0 0,-1-1 1 0 0,0 0-1 0 0,1 0 1 0 0,-1 0-1 0 0,1 0 1 0 0,-1 0-1 0 0,1 0 0 0 0,0-1 1 0 0,0 1-1 0 0,3 2 1 0 0,-2-3-3 0 0,0 1-1 0 0,0-1 1 0 0,-1 0 0 0 0,1 0 0 0 0,0 0-1 0 0,0-1 1 0 0,0 1 0 0 0,0-1 0 0 0,0 1-1 0 0,0-1 1 0 0,0 0 0 0 0,0 0-1 0 0,0-1 1 0 0,1 1 0 0 0,-1 0 0 0 0,5-3-1 0 0,-2 1-4 0 0,0 0 0 0 0,0-1-1 0 0,0 0 1 0 0,0 0 0 0 0,-1-1 0 0 0,1 0-1 0 0,6-6 1 0 0,5-5-39 0 0,-1-2 1 0 0,-1 0-1 0 0,20-30 1 0 0,-7 3 30 0 0,38-84 0 0 0,-37 68 287 0 0,-18 35 209 0 0,-7 15-379 0 0,1 0 0 0 0,9-16-1 0 0,-13 25-120 0 0,-1 20 146 0 0,-2 35 179 0 0,-20 172 874 0 0,6-63-657 0 0,-2 26-76 0 0,4-27 90 0 0,-38 173 1 0 0,46-311-185 0 0,-1-1 0 0 0,-1 1 0 0 0,-1-2 0 0 0,0 1 0 0 0,-2-1-1 0 0,-1-1 1 0 0,-21 29 0 0 0,26-40-158 0 0,-2 0-1 0 0,1-1 1 0 0,-1 0 0 0 0,-1 0 0 0 0,1-1-1 0 0,-22 13 1 0 0,23-16-118 0 0,1-2-1 0 0,-1 1 1 0 0,0-1-1 0 0,0 0 1 0 0,0-1-1 0 0,0 0 1 0 0,-1 0-1 0 0,1-1 1 0 0,0 1-1 0 0,-1-2 1 0 0,-10 0-1 0 0,14 0-56 0 0,1 0 1 0 0,0-1-1 0 0,0 1 0 0 0,0-1 0 0 0,-1 0 1 0 0,1 0-1 0 0,0 0 0 0 0,0-1 0 0 0,0 0 0 0 0,1 0 1 0 0,-1 0-1 0 0,0 0 0 0 0,1 0 0 0 0,-1-1 1 0 0,1 1-1 0 0,-6-6 0 0 0,6 4-28 0 0,0 0 1 0 0,0-1-1 0 0,1 1 0 0 0,-1-1 0 0 0,1 1 1 0 0,0-1-1 0 0,0 0 0 0 0,1 0 0 0 0,-1 0 1 0 0,1 0-1 0 0,0 0 0 0 0,0-6 0 0 0,0-2-63 0 0,1 0 0 0 0,0 0 1 0 0,1-1-1 0 0,1 1 0 0 0,0 0 0 0 0,1 0 0 0 0,0 0 0 0 0,1 1 0 0 0,9-23 0 0 0,1 9-237 0 0,1 1-1 0 0,1 1 1 0 0,1 0-1 0 0,0 1 0 0 0,2 0 1 0 0,1 2-1 0 0,1 0 1 0 0,23-17-1 0 0,29-17-4399 0 0,96-56 1 0 0,-146 97 3215 0 0,25-17-5076 0 0,-25 16 355 0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42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57 2472 0 0,'-36'-57'10061'0'0,"41"67"-8452"0"0,22 40-570 0 0,-3 2-1 0 0,-1 1 1 0 0,-4 0 0 0 0,21 84-1 0 0,-33-103-949 0 0,-2 1-1 0 0,-1-1 0 0 0,-2 1 0 0 0,-1 0 1 0 0,-1 0-1 0 0,-2 0 0 0 0,-2-1 1 0 0,-13 58-1 0 0,2-39-198 0 0,-2 0 0 0 0,-3-1 0 0 0,-2-1 0 0 0,-29 49 0 0 0,-9-6-3443 0 0,-9-8-4543 0 0,52-67 2569 0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42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47 1532 0 0,'-121'-29'9471'0'0,"119"29"-9214"0"0,-7-2 447 0 0,26 0-387 0 0,202-7 27 0 0,-99 5-6560 0 0,-100 3 2211 0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42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17 1552 0 0,'-13'8'2372'0'0,"8"-6"-1464"0"0,0 0 0 0 0,0 1 1 0 0,0 0-1 0 0,1 0 0 0 0,-1 0 0 0 0,-6 8 613 0 0,13-7-770 0 0,-2-3-735 0 0,0-1 0 0 0,1 0 1 0 0,-1 0-1 0 0,0 1 0 0 0,0-1 0 0 0,0 0 0 0 0,0 1 0 0 0,0-1 0 0 0,0 0 0 0 0,0 0 0 0 0,1 1 0 0 0,-1-1 0 0 0,0 0 0 0 0,0 0 0 0 0,0 1 0 0 0,1-1 0 0 0,-1 0 0 0 0,0 0 0 0 0,0 0 0 0 0,1 1 0 0 0,-1-1 0 0 0,0 0 0 0 0,0 0 1 0 0,1 0-1 0 0,-1 0 0 0 0,0 0 0 0 0,1 1 0 0 0,-1-1 0 0 0,0 0 0 0 0,1 0 0 0 0,-1 0 0 0 0,0 0 0 0 0,0 0 0 0 0,1 0 0 0 0,-1 0 0 0 0,1 0 0 0 0,26 2 332 0 0,0-1-1 0 0,48-3 0 0 0,59-14-808 0 0,-72 7-497 0 0,82-19-4770 0 0,-100 17 1998 0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7:42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184 162 408 0 0,'-34'-55'11426'0'0,"29"45"-9858"0"0,0 0-1 0 0,1 0 1 0 0,-5-18 0 0 0,9 27-1529 0 0,0 0 1 0 0,0 0-1 0 0,0 0 1 0 0,0 0-1 0 0,0 0 1 0 0,0 0-1 0 0,0 0 1 0 0,1 0-1 0 0,-1 0 1 0 0,0 0-1 0 0,1 0 1 0 0,-1 0-1 0 0,1 0 1 0 0,-1 0-1 0 0,1 0 1 0 0,0 0-1 0 0,-1 0 1 0 0,1 1-1 0 0,0-1 1 0 0,0 0-1 0 0,1-1 1 0 0,19-12 296 0 0,-14 12-315 0 0,1-1 0 0 0,-1 1 0 0 0,1 0-1 0 0,0 1 1 0 0,0 0 0 0 0,0 0 0 0 0,0 1-1 0 0,0 0 1 0 0,0 0 0 0 0,0 0 0 0 0,-1 1-1 0 0,1 1 1 0 0,0-1 0 0 0,0 1-1 0 0,-1 1 1 0 0,1-1 0 0 0,-1 1 0 0 0,14 8-1 0 0,-16-8 23 0 0,1 0-1 0 0,-1 1 0 0 0,0-1 0 0 0,0 1 1 0 0,-1 0-1 0 0,1 1 0 0 0,-1-1 1 0 0,0 1-1 0 0,0 0 0 0 0,-1 0 0 0 0,1 0 1 0 0,-1 0-1 0 0,0 1 0 0 0,0-1 0 0 0,-1 1 1 0 0,0 0-1 0 0,0 0 0 0 0,0 0 1 0 0,-1 0-1 0 0,1 0 0 0 0,-1 0 0 0 0,-1 0 1 0 0,1 0-1 0 0,-2 11 0 0 0,-1-3 55 0 0,-1 0 0 0 0,0 0 0 0 0,-1 0-1 0 0,-1 0 1 0 0,0-1 0 0 0,-1 0 0 0 0,-1 0-1 0 0,-11 18 1 0 0,-2 0 177 0 0,-3-1 0 0 0,-27 29 0 0 0,-21 16 994 0 0,-94 77 1 0 0,164-152-1265 0 0,0 0 0 0 0,1 1 0 0 0,-1-1 0 0 0,0 1 0 0 0,1 0 0 0 0,-1-1 0 0 0,1 1 0 0 0,-1-1 0 0 0,0 1 0 0 0,1 0 0 0 0,-1 0 0 0 0,1-1 0 0 0,0 1 0 0 0,-1 0 0 0 0,1 0 0 0 0,0-1 0 0 0,-1 1 0 0 0,1 1-1 0 0,0-2 2 0 0,0 1-1 0 0,1-1 0 0 0,-1 0 0 0 0,0 1 1 0 0,0-1-1 0 0,1 0 0 0 0,-1 0 0 0 0,1 1 1 0 0,-1-1-1 0 0,0 0 0 0 0,1 0 0 0 0,-1 0 1 0 0,0 0-1 0 0,1 1 0 0 0,-1-1 0 0 0,1 0 1 0 0,-1 0-1 0 0,0 0 0 0 0,1 0 0 0 0,-1 0 1 0 0,1 0-1 0 0,-1 0 0 0 0,0 0 0 0 0,1 0 1 0 0,0 0-1 0 0,38-7 139 0 0,204-62-2458 0 0,121-49-5877 0 0,-156 49 3853 0 0,-100 33-3731 0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1:28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1212 0 0,'0'0'2004'0'0,"12"-4"-412"0"0,-7 16-1572 0 0,-1 7-388 0 0,-4-3-1044 0 0,0-3 768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1:30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1 260 0 0,'0'0'760'0'0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1:31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6 492 0 0,'0'0'900'0'0,"16"-2"584"0"0,3 0-708 0 0,-4 1-540 0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1:32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84 0 0,'0'0'-32'0'0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1:32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9 216 0 0,'0'0'2373'0'0,"3"-7"-3664"0"0,-3 5 829 0 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1:33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1 164 0 0,'9'7'6225'0'0,"-4"-5"-6145"0"0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03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342 271 180 0 0,'-1'-5'1559'0'0,"0"3"-730"0"0,0-1-1 0 0,0 1 1 0 0,0-1-1 0 0,0 1 0 0 0,-1-1 1 0 0,1 1-1 0 0,0 0 1 0 0,-1 0-1 0 0,-3-4 1 0 0,4 5-290 0 0,-16 7-84 0 0,9 3-405 0 0,-1 0 1 0 0,1 1 0 0 0,1-1 0 0 0,0 2 0 0 0,0-1 0 0 0,-6 15-1 0 0,-30 76 16 0 0,31-72-59 0 0,-15 38 186 0 0,-26 106 0 0 0,46-143-155 0 0,1 0 0 0 0,1 0 0 0 0,2 0 0 0 0,2 1-1 0 0,0 0 1 0 0,5 37 0 0 0,-3-59-24 0 0,0-1-1 0 0,1 1 1 0 0,0-1-1 0 0,1 0 1 0 0,0 0 0 0 0,0 0-1 0 0,0 0 1 0 0,1 0-1 0 0,0-1 1 0 0,1 0-1 0 0,0 0 1 0 0,9 11 0 0 0,-11-15 8 0 0,1 1 0 0 0,1-1 1 0 0,-1 1-1 0 0,0-1 1 0 0,1 0-1 0 0,0-1 1 0 0,0 1-1 0 0,0-1 1 0 0,0 0-1 0 0,0 0 1 0 0,0-1-1 0 0,0 1 0 0 0,1-1 1 0 0,-1 0-1 0 0,0 0 1 0 0,1-1-1 0 0,-1 0 1 0 0,1 0-1 0 0,-1 0 1 0 0,10-2-1 0 0,4-2 11 0 0,-2-1 0 0 0,1 0 0 0 0,0-2 0 0 0,-1 0 0 0 0,-1 0 0 0 0,1-2 0 0 0,-1 0 0 0 0,0-1 0 0 0,18-15 0 0 0,-9 5-29 0 0,-1-2 0 0 0,-1 0 0 0 0,-1-2 0 0 0,29-39 0 0 0,-33 35-10 0 0,-1 0 0 0 0,-1-1 0 0 0,-1-1 0 0 0,-2 0 0 0 0,-1-1 0 0 0,-1 0 0 0 0,-2-1 0 0 0,-1 0 0 0 0,-1-1 0 0 0,-2 1 0 0 0,-2-1 0 0 0,-1 0 0 0 0,-1-1 0 0 0,-2 1 0 0 0,-1 0 0 0 0,-1 0 0 0 0,-15-59 0 0 0,13 75-3 0 0,-1 1 1 0 0,0 0 0 0 0,-1 0 0 0 0,-1 0 0 0 0,0 1 0 0 0,-1 0 0 0 0,0 1 0 0 0,-2 0 0 0 0,-16-18 0 0 0,21 26 3 0 0,1 1 1 0 0,-1 0 0 0 0,0 0-1 0 0,-1 0 1 0 0,1 1 0 0 0,-1 0-1 0 0,0 0 1 0 0,0 1 0 0 0,0 0-1 0 0,0 0 1 0 0,-1 1 0 0 0,1 0-1 0 0,-1 0 1 0 0,0 0 0 0 0,1 1-1 0 0,-1 0 1 0 0,0 1 0 0 0,0 0-1 0 0,1 0 1 0 0,-1 1 0 0 0,0 0-1 0 0,-15 3 1 0 0,5 2-18 0 0,0 1-1 0 0,1 1 1 0 0,-1 0 0 0 0,2 1-1 0 0,-1 1 1 0 0,1 0 0 0 0,0 2-1 0 0,1-1 1 0 0,-21 24 0 0 0,1 1-9 0 0,2 1 1 0 0,-40 61 0 0 0,58-76 46 0 0,1 1-1 0 0,2 0 1 0 0,0 0 0 0 0,-15 44 0 0 0,22-51 8 0 0,1 0-1 0 0,0 0 1 0 0,2 0 0 0 0,0 0-1 0 0,0 0 1 0 0,2 1 0 0 0,0-1-1 0 0,4 29 1 0 0,-2-36 12 0 0,0 0 1 0 0,1 0 0 0 0,0 0-1 0 0,0 0 1 0 0,1-1 0 0 0,1 1-1 0 0,-1-1 1 0 0,1 0-1 0 0,1-1 1 0 0,-1 1 0 0 0,1-1-1 0 0,0 0 1 0 0,1-1-1 0 0,0 1 1 0 0,11 7 0 0 0,10 6 138 0 0,2-1 0 0 0,56 26 0 0 0,-50-27-145 0 0,99 46 184 0 0,-78-39-150 0 0,-1 2-1 0 0,-2 2 1 0 0,52 37-1 0 0,-100-60-31 0 0,-1-1-1 0 0,1 1 1 0 0,-1 0-1 0 0,5 6 1 0 0,7 9-554 0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03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50 744 0 0,'2'-2'2943'0'0,"17"-37"11241"0"0,-19 35-12966 0 0,0-1-2959 0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04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99 274 216 0 0,'10'-47'10821'0'0,"-8"49"-10642"0"0,0 0 0 0 0,-1 0-1 0 0,1 0 1 0 0,0 1 0 0 0,-1-1 0 0 0,0 0 0 0 0,0 1-1 0 0,1-1 1 0 0,-1 1 0 0 0,-1-1 0 0 0,1 1-1 0 0,0-1 1 0 0,-1 1 0 0 0,1 3 0 0 0,2 44 1075 0 0,-3-32-896 0 0,-4 167 1020 0 0,-31 201 1 0 0,15-194-1071 0 0,7-60 456 0 0,13-132-748 0 0,0 1 0 0 0,0-1 0 0 0,0 0 0 0 0,0 0 0 0 0,0 0 0 0 0,0 1 0 0 0,0-1-1 0 0,0 0 1 0 0,0 0 0 0 0,0 1 0 0 0,0-1 0 0 0,0 0 0 0 0,0 0 0 0 0,0 1 0 0 0,0-1 0 0 0,0 0 0 0 0,0 0 0 0 0,-1 0 0 0 0,1 1 0 0 0,0-1 0 0 0,0 0 0 0 0,0 0 0 0 0,0 0 0 0 0,0 1 0 0 0,-1-1 0 0 0,1 0 0 0 0,0 0 0 0 0,0 0 0 0 0,0 0 0 0 0,0 0 0 0 0,-1 1 0 0 0,1-1 0 0 0,0 0 0 0 0,0 0 0 0 0,-1 0-1 0 0,1 0 1 0 0,0 0 0 0 0,0 0 0 0 0,0 0 0 0 0,-1 0 0 0 0,-6-9 136 0 0,-4-18-132 0 0,5 1-45 0 0,1-1 0 0 0,0 1 0 0 0,0-34 0 0 0,2 22-35 0 0,-6-76-171 0 0,8-156 0 0 0,5 206 160 0 0,3 0 0 0 0,2 0 0 0 0,37-123 0 0 0,-40 167 47 0 0,2-1 0 0 0,1 1 1 0 0,0 0-1 0 0,2 1 1 0 0,0 0-1 0 0,1 1 0 0 0,19-22 1 0 0,-25 32 14 0 0,1 1 0 0 0,0 0 1 0 0,0 1-1 0 0,0 0 0 0 0,1 0 1 0 0,0 0-1 0 0,1 1 0 0 0,-1 0 1 0 0,1 1-1 0 0,0 0 0 0 0,0 0 0 0 0,0 1 1 0 0,1 0-1 0 0,-1 1 0 0 0,1 0 1 0 0,-1 0-1 0 0,1 1 0 0 0,16 0 1 0 0,-8 2-15 0 0,1 1 0 0 0,-1 1 0 0 0,0 1 1 0 0,-1 0-1 0 0,1 1 0 0 0,-1 1 1 0 0,0 0-1 0 0,30 17 0 0 0,-36-16-380 0 0,-1 0-1 0 0,1 0 1 0 0,-2 1 0 0 0,1 0-1 0 0,15 18 1 0 0,-19-20-252 0 0,-1 1 0 0 0,0 0 1 0 0,-1 1-1 0 0,1-1 0 0 0,-1 1 0 0 0,-1 0 0 0 0,0 0 0 0 0,0 0 1 0 0,2 10-1 0 0,-2 1-2446 0 0,-3 0-947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04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0 872 0 0,'-124'75'12405'0'0,"124"-75"-12338"0"0,-1 1-1 0 0,1-1 1 0 0,-1 0-1 0 0,1 0 0 0 0,-1 1 1 0 0,1-1-1 0 0,0 1 1 0 0,-1-1-1 0 0,1 0 1 0 0,-1 1-1 0 0,1-1 1 0 0,0 1-1 0 0,-1-1 1 0 0,1 0-1 0 0,0 1 0 0 0,0-1 1 0 0,-1 1-1 0 0,1-1 1 0 0,0 1-1 0 0,0 0 1 0 0,0-1-1 0 0,-1 1 1 0 0,1-1-1 0 0,0 1 0 0 0,0-1 1 0 0,0 1-1 0 0,0-1 1 0 0,0 1-1 0 0,0-1 1 0 0,0 1-1 0 0,0 0 1 0 0,1 0-1 0 0,-1 0-32 0 0,1-1 0 0 0,-1 1-1 0 0,1-1 1 0 0,0 1 0 0 0,-1 0 0 0 0,1-1 0 0 0,0 0-1 0 0,-1 1 1 0 0,1-1 0 0 0,0 1 0 0 0,0-1-1 0 0,-1 0 1 0 0,1 1 0 0 0,0-1 0 0 0,0 0 0 0 0,-1 0-1 0 0,1 0 1 0 0,0 1 0 0 0,0-1 0 0 0,0 0-1 0 0,0 0 1 0 0,-1 0 0 0 0,1 0 0 0 0,0-1 0 0 0,0 1-1 0 0,1 0 1 0 0,133-21 217 0 0,-47 6-2395 0 0,0 4-4772 0 0,-64 9 1747 0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05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10 76 0 0,'-10'-5'10404'0'0,"9"4"-9830"0"0,-1 0-1 0 0,1 1 1 0 0,-1-1 0 0 0,1 1 0 0 0,-1-1 0 0 0,0 1 0 0 0,1 0 0 0 0,-1 0 0 0 0,1 0 0 0 0,-1 0 0 0 0,1 0 0 0 0,-4 0 0 0 0,4 1-490 0 0,0 0 1 0 0,1-1 0 0 0,-1 1 0 0 0,0 0-1 0 0,1 0 1 0 0,-1 0 0 0 0,0-1 0 0 0,1 1-1 0 0,-1 0 1 0 0,1 0 0 0 0,-1 0 0 0 0,1 0-1 0 0,0 0 1 0 0,-1 0 0 0 0,1 0 0 0 0,0 0-1 0 0,0 0 1 0 0,-1 0 0 0 0,1 0 0 0 0,0 0-1 0 0,0 0 1 0 0,1 2 0 0 0,-20 133 2304 0 0,10-83-2155 0 0,-3 89 0 0 0,16-90-229 0 0,-4-49-110 0 0,1 0 0 0 0,0 0-1 0 0,0 0 1 0 0,0-1 0 0 0,0 1 0 0 0,0 0-1 0 0,0 0 1 0 0,1-1 0 0 0,-1 1 0 0 0,1-1-1 0 0,0 1 1 0 0,-1-1 0 0 0,1 1 0 0 0,3 1-1 0 0,-3-3-100 0 0,-1 0 0 0 0,1 0 0 0 0,-1-1-1 0 0,1 1 1 0 0,0-1 0 0 0,-1 1 0 0 0,1-1-1 0 0,0 0 1 0 0,-1 1 0 0 0,1-1 0 0 0,0 0-1 0 0,0 0 1 0 0,-1 0 0 0 0,1 0 0 0 0,0-1 0 0 0,0 1-1 0 0,-1 0 1 0 0,1-1 0 0 0,0 1 0 0 0,-1-1-1 0 0,1 1 1 0 0,-1-1 0 0 0,1 0 0 0 0,-1 0-1 0 0,1 0 1 0 0,-1 0 0 0 0,1 0 0 0 0,1-2 0 0 0,2-1-1015 0 0,0 0 1 0 0,0-1-1 0 0,0 0 1 0 0,0 0-1 0 0,6-10 1 0 0,2-7-4246 0 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05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49 2068 0 0,'-7'-10'1560'0'0,"2"-1"-144"0"0,0 3 557 0 0,-2-2-761 0 0,-2 1 108 0 0,-3 11-1340 0 0,12 8-620 0 0,0 7-916 0 0,4-8-737 0 0,-3 1-343 0 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05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17 102 948 0 0,'0'0'5936'0'0,"3"12"-1504"0"0,1-3-3534 0 0,1-1-1 0 0,0 0 1 0 0,13 15-1 0 0,-10-14-628 0 0,-1 0 0 0 0,-1 1 0 0 0,8 14 0 0 0,-10-16-188 0 0,-2 0-1 0 0,1 0 1 0 0,-1 0 0 0 0,0 1-1 0 0,-1-1 1 0 0,1 1-1 0 0,-2 0 1 0 0,1-1 0 0 0,-1 1-1 0 0,-3 15 1 0 0,3-17-49 0 0,-2 0 1 0 0,1 1-1 0 0,-1-1 1 0 0,0 0-1 0 0,-1 0 0 0 0,0 0 1 0 0,0-1-1 0 0,0 1 1 0 0,-1-1-1 0 0,0 0 0 0 0,0 1 1 0 0,-8 7-1 0 0,11-13-29 0 0,1 0 1 0 0,-1 0-1 0 0,0-1 0 0 0,1 1 0 0 0,-1 0 1 0 0,0-1-1 0 0,0 1 0 0 0,1-1 0 0 0,-1 1 1 0 0,0-1-1 0 0,0 1 0 0 0,0-1 0 0 0,0 1 1 0 0,0-1-1 0 0,1 0 0 0 0,-1 0 0 0 0,0 1 0 0 0,0-1 1 0 0,0 0-1 0 0,0 0 0 0 0,0 0 0 0 0,0 0 1 0 0,0 0-1 0 0,0 0 0 0 0,0 0 0 0 0,0-1 1 0 0,-1 1-1 0 0,0-1-4 0 0,1 0 1 0 0,-1 0-1 0 0,1-1 1 0 0,-1 1-1 0 0,1 0 0 0 0,0-1 1 0 0,0 1-1 0 0,0 0 1 0 0,0-1-1 0 0,0 0 1 0 0,0 1-1 0 0,0-1 1 0 0,-1-2-1 0 0,-1-5-14 0 0,0 0 1 0 0,0 0-1 0 0,1 0 0 0 0,-1-14 1 0 0,2 10-2 0 0,1 0 1 0 0,1 0-1 0 0,0 0 1 0 0,1 1-1 0 0,0-1 1 0 0,1 1 0 0 0,1-1-1 0 0,-1 1 1 0 0,11-20-1 0 0,-6 15 1 0 0,1 0-1 0 0,1 1 1 0 0,1 0-1 0 0,0 1 1 0 0,25-28-1 0 0,-27 35 12 0 0,-1 1 0 0 0,1-1 0 0 0,1 2-1 0 0,-1-1 1 0 0,1 1 0 0 0,0 1 0 0 0,1 0 0 0 0,-1 0 0 0 0,1 1-1 0 0,0 0 1 0 0,19-4 0 0 0,-23 7 12 0 0,-1 0-1 0 0,1 1 1 0 0,-1-1 0 0 0,1 1 0 0 0,0 0-1 0 0,-1 1 1 0 0,1 0 0 0 0,-1 0 0 0 0,0 0-1 0 0,1 1 1 0 0,-1-1 0 0 0,0 2-1 0 0,0-1 1 0 0,0 1 0 0 0,0 0 0 0 0,0 0-1 0 0,-1 0 1 0 0,1 1 0 0 0,-1 0-1 0 0,0 0 1 0 0,0 0 0 0 0,5 6 0 0 0,-5-3 15 0 0,-1-1 1 0 0,1 1-1 0 0,-1 0 1 0 0,0 0 0 0 0,-1 0-1 0 0,0 1 1 0 0,0-1 0 0 0,0 1-1 0 0,-1 0 1 0 0,0-1 0 0 0,-1 1-1 0 0,1 0 1 0 0,-1 11-1 0 0,-1 11-83 0 0,-1 0-1 0 0,-6 39 1 0 0,1-11-1264 0 0,5-56 1068 0 0,1-1 0 0 0,0 1-1 0 0,0-1 1 0 0,0 1-1 0 0,0-1 1 0 0,0 1-1 0 0,0 0 1 0 0,0-1 0 0 0,1 1-1 0 0,-1-1 1 0 0,1 1-1 0 0,-1-1 1 0 0,1 1-1 0 0,-1-1 1 0 0,1 1 0 0 0,0-1-1 0 0,0 0 1 0 0,-1 1-1 0 0,1-1 1 0 0,0 0-1 0 0,0 0 1 0 0,1 0-1 0 0,-1 0 1 0 0,0 0 0 0 0,0 0-1 0 0,0 0 1 0 0,1 0-1 0 0,-1 0 1 0 0,0 0-1 0 0,1-1 1 0 0,-1 1 0 0 0,1 0-1 0 0,-1-1 1 0 0,1 0-1 0 0,-1 1 1 0 0,1-1-1 0 0,-1 0 1 0 0,3 1 0 0 0,11-2-3345 0 0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06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381 559 1212 0 0,'3'-4'661'0'0,"-1"1"0"0"0,0-1-1 0 0,0 0 1 0 0,0-1 0 0 0,0 1-1 0 0,-1 0 1 0 0,1-1 0 0 0,-1 1 0 0 0,1-9-1 0 0,-2 11-482 0 0,0 1 0 0 0,0-1-1 0 0,0 0 1 0 0,0 0 0 0 0,0 0 0 0 0,0 0-1 0 0,0 1 1 0 0,-1-1 0 0 0,1 0-1 0 0,-1 0 1 0 0,1 0 0 0 0,-1 1-1 0 0,0-1 1 0 0,0 0 0 0 0,0 1 0 0 0,0-1-1 0 0,0 1 1 0 0,0-1 0 0 0,0 1-1 0 0,0-1 1 0 0,-1 1 0 0 0,1 0-1 0 0,0 0 1 0 0,-1-1 0 0 0,1 1-1 0 0,-4-1 1 0 0,1 0-22 0 0,0 1-1 0 0,-1 0 0 0 0,1 0 1 0 0,0 1-1 0 0,-1-1 0 0 0,1 1 1 0 0,-1 0-1 0 0,1 0 1 0 0,0 1-1 0 0,-1-1 0 0 0,1 1 1 0 0,-1 0-1 0 0,1 0 1 0 0,0 0-1 0 0,0 1 0 0 0,0 0 1 0 0,0-1-1 0 0,0 1 0 0 0,-7 5 1 0 0,-4 2 121 0 0,0 1 0 0 0,0 1 0 0 0,-19 18 0 0 0,11-6-76 0 0,0 1-1 0 0,2 1 1 0 0,1 1 0 0 0,-24 39 0 0 0,32-45-134 0 0,1 1 0 0 0,1 0 0 0 0,1 1 0 0 0,1 0 0 0 0,1 0 0 0 0,-9 46 0 0 0,15-62-55 0 0,1 1-1 0 0,-1-1 0 0 0,1 0 0 0 0,0 1 0 0 0,1-1 1 0 0,0 0-1 0 0,0 0 0 0 0,0 1 0 0 0,1-1 0 0 0,-1 0 1 0 0,2 0-1 0 0,2 6 0 0 0,-4-9-5 0 0,1-1-1 0 0,0 1 0 0 0,-1-1 1 0 0,1 1-1 0 0,0-1 0 0 0,0 0 1 0 0,0 0-1 0 0,1 1 0 0 0,-1-2 1 0 0,1 1-1 0 0,-1 0 1 0 0,1 0-1 0 0,-1-1 0 0 0,1 1 1 0 0,0-1-1 0 0,0 0 0 0 0,0 0 1 0 0,0 0-1 0 0,-1 0 0 0 0,1-1 1 0 0,1 1-1 0 0,-1-1 1 0 0,0 0-1 0 0,0 1 0 0 0,0-1 1 0 0,4-1-1 0 0,5-1-3 0 0,-1 0 1 0 0,0-1-1 0 0,0 0 0 0 0,-1-1 0 0 0,1 0 1 0 0,-1 0-1 0 0,1-2 0 0 0,-1 1 1 0 0,-1-1-1 0 0,1 0 0 0 0,12-12 0 0 0,-2 0-17 0 0,0-1-1 0 0,-1 0 0 0 0,27-38 1 0 0,-26 27-58 0 0,-1-1 1 0 0,-1-1 0 0 0,-2 0 0 0 0,-1-1 0 0 0,-1-1-1 0 0,-2 0 1 0 0,10-48 0 0 0,-10 23-19 0 0,-3 1 1 0 0,-3-2-1 0 0,-1-101 1 0 0,-5 139 62 0 0,-2 1 0 0 0,0 0 0 0 0,-1-1 0 0 0,-1 1 1 0 0,-1 1-1 0 0,-10-30 0 0 0,15 49 26 0 0,-1 0 1 0 0,1-1-1 0 0,-1 1 1 0 0,0 0-1 0 0,1 0 1 0 0,-1 0-1 0 0,0 0 1 0 0,1-1-1 0 0,-1 1 1 0 0,0 0-1 0 0,0 0 1 0 0,0 1-1 0 0,0-1 1 0 0,0 0-1 0 0,0 0 1 0 0,0 0-1 0 0,-1 1 1 0 0,1-1-1 0 0,0 0 1 0 0,0 1-1 0 0,0-1 1 0 0,-2 1-1 0 0,1 0 4 0 0,1 0-1 0 0,0 0 0 0 0,-1 0 1 0 0,1 1-1 0 0,0-1 1 0 0,0 1-1 0 0,-1-1 0 0 0,1 1 1 0 0,0-1-1 0 0,0 1 1 0 0,0 0-1 0 0,0-1 0 0 0,-1 1 1 0 0,1 0-1 0 0,0 0 1 0 0,0 0-1 0 0,1 0 0 0 0,-1 0 1 0 0,0 0-1 0 0,0 0 0 0 0,0 0 1 0 0,0 2-1 0 0,-7 10 16 0 0,0 1 0 0 0,1 0 1 0 0,1 1-1 0 0,1-1 0 0 0,0 1 0 0 0,-5 23 0 0 0,-10 95 155 0 0,14-68-40 0 0,5 124 0 0 0,4-153-131 0 0,1-1-1 0 0,2 0 1 0 0,1 0 0 0 0,2 0 0 0 0,15 36-1 0 0,-19-57-366 0 0,2 0-1 0 0,-1-1 1 0 0,2 0-1 0 0,0-1 0 0 0,0 0 1 0 0,18 20-1 0 0,-19-25-628 0 0,0 0-1 0 0,0-1 0 0 0,1 0 0 0 0,0 0 1 0 0,0-1-1 0 0,17 8 0 0 0,4 0-5048 0 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07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151 873 788 0 0,'-30'23'3885'0'0,"8"-7"-1175"0"0,-31 31-1 0 0,48-42-2467 0 0,0 0 0 0 0,1 0 1 0 0,0 0-1 0 0,0 1 0 0 0,1-1 1 0 0,-1 1-1 0 0,1 0 0 0 0,0 0 0 0 0,1 0 1 0 0,-1 0-1 0 0,-2 12 0 0 0,5-16-131 0 0,0 0-1 0 0,0 0 1 0 0,-1 0 0 0 0,1 0-1 0 0,1 0 1 0 0,-1 0-1 0 0,0 0 1 0 0,0 0-1 0 0,2 4 1 0 0,-2-6-86 0 0,0 1 0 0 0,1 0 0 0 0,-1-1 0 0 0,1 1 0 0 0,-1 0-1 0 0,0-1 1 0 0,1 1 0 0 0,-1-1 0 0 0,1 1 0 0 0,0-1 0 0 0,-1 1 0 0 0,1-1 0 0 0,-1 1 0 0 0,1-1 0 0 0,0 1-1 0 0,-1-1 1 0 0,1 0 0 0 0,0 1 0 0 0,-1-1 0 0 0,1 0 0 0 0,0 0 0 0 0,-1 0 0 0 0,1 1 0 0 0,0-1 0 0 0,0 0-1 0 0,-1 0 1 0 0,1 0 0 0 0,0 0 0 0 0,0 0 0 0 0,-1 0 0 0 0,1-1 0 0 0,1 1 0 0 0,10-3 20 0 0,0 0 0 0 0,0-1 0 0 0,-1-1 1 0 0,1 0-1 0 0,-1 0 0 0 0,0-1 1 0 0,-1-1-1 0 0,1 0 0 0 0,-1 0 0 0 0,0-1 1 0 0,-1 0-1 0 0,15-17 0 0 0,-4 2-48 0 0,0-1-1 0 0,-2-1 1 0 0,0 0-1 0 0,15-33 1 0 0,-9 8-37 0 0,-2-2 0 0 0,-2-1-1 0 0,-2 0 1 0 0,-3-2 0 0 0,-2 0 0 0 0,-3 0-1 0 0,-2-1 1 0 0,-3 0 0 0 0,-2 0 0 0 0,-7-102-1 0 0,2 138-5 0 0,2 11 27 0 0,0 0 0 0 0,-1 0 0 0 0,0 0 0 0 0,-1 0 0 0 0,0 0 0 0 0,-1 0 0 0 0,1 0 0 0 0,-2 1 0 0 0,-7-17 0 0 0,6 26 17 0 0,1 1 5 0 0,0 1 1 0 0,0 0-1 0 0,1 0 0 0 0,-1 1 1 0 0,1-1-1 0 0,-1 1 1 0 0,1 0-1 0 0,0 0 1 0 0,1 0-1 0 0,-1 0 0 0 0,1 0 1 0 0,0 1-1 0 0,0-1 1 0 0,-3 8-1 0 0,-4 15-12 0 0,-7 36 0 0 0,10-42 14 0 0,-50 271 159 0 0,50-235-88 0 0,2 0 0 0 0,3 1-1 0 0,7 65 1 0 0,-5-106-49 0 0,2 0 0 0 0,0 0-1 0 0,1-1 1 0 0,0 1 0 0 0,2-1 0 0 0,0 0-1 0 0,0-1 1 0 0,18 30 0 0 0,-20-39-46 0 0,1 0 0 0 0,-1 0 0 0 0,1-1 0 0 0,0 0 0 0 0,0 0 1 0 0,1 0-1 0 0,-1 0 0 0 0,1-1 0 0 0,0 0 0 0 0,1 0 0 0 0,-1 0 0 0 0,1-1 1 0 0,-1 0-1 0 0,1 0 0 0 0,0-1 0 0 0,0 0 0 0 0,0 0 0 0 0,1-1 0 0 0,-1 1 1 0 0,0-2-1 0 0,0 1 0 0 0,1-1 0 0 0,7-1 0 0 0,0 0-127 0 0,0-1-1 0 0,-1-1 1 0 0,1-1-1 0 0,0 0 1 0 0,-1-1-1 0 0,0 0 1 0 0,0-1-1 0 0,0-1 1 0 0,-1 0-1 0 0,0 0 1 0 0,-1-2-1 0 0,1 0 1 0 0,-2 0-1 0 0,1-1 1 0 0,-1 0-1 0 0,-1-1 0 0 0,14-17 1 0 0,-6 4-32 0 0,-1-2 1 0 0,-1 1-1 0 0,-1-2 1 0 0,-2 0 0 0 0,0-1-1 0 0,-2 0 1 0 0,13-51-1 0 0,-13 29 260 0 0,-2 1 1 0 0,-3-1-1 0 0,-1-1 0 0 0,-3 1 1 0 0,-2-1-1 0 0,-3 1 0 0 0,-16-97 1 0 0,19 146-68 0 0,-2-12 192 0 0,-1 0 0 0 0,0 1 0 0 0,-9-23 0 0 0,12 35-202 0 0,0-1 0 0 0,0 1 0 0 0,0 0-1 0 0,-1 0 1 0 0,1-1 0 0 0,0 1 0 0 0,0 0 0 0 0,0 0-1 0 0,0-1 1 0 0,-1 1 0 0 0,1 0 0 0 0,0 0 0 0 0,0 0-1 0 0,-1-1 1 0 0,1 1 0 0 0,0 0 0 0 0,0 0-1 0 0,-1 0 1 0 0,1 0 0 0 0,0 0 0 0 0,0 0 0 0 0,-1-1-1 0 0,1 1 1 0 0,0 0 0 0 0,-1 0 0 0 0,1 0 0 0 0,0 0-1 0 0,-1 0 1 0 0,1 0 0 0 0,0 0 0 0 0,0 0 0 0 0,-1 0-1 0 0,1 0 1 0 0,0 1 0 0 0,-1-1 0 0 0,1 0 0 0 0,0 0-1 0 0,0 0 1 0 0,-1 0 0 0 0,1 0 0 0 0,0 0 0 0 0,0 1-1 0 0,-1-1 1 0 0,1 0 0 0 0,0 0 0 0 0,0 0 0 0 0,0 1-1 0 0,-1-1 1 0 0,-7 11 77 0 0,7-11-79 0 0,-3 9 76 0 0,0 1 0 0 0,1 0 0 0 0,0 0 0 0 0,0 1 0 0 0,1-1 1 0 0,1 0-1 0 0,-1 1 0 0 0,2 19 0 0 0,-2-4 83 0 0,-7 126 458 0 0,7 1 0 0 0,18 163 0 0 0,-4-204-308 0 0,-12-111-303 0 0,0 0-1 0 0,0 0 0 0 0,1 0 0 0 0,-1 1 0 0 0,0-1 0 0 0,0 0 0 0 0,1 0 0 0 0,-1 0 0 0 0,0 0 0 0 0,1 1 0 0 0,0-1 0 0 0,-1 0 0 0 0,1 0 0 0 0,1 1 0 0 0,-2-2-6 0 0,0 0 0 0 0,1 0-1 0 0,-1 0 1 0 0,1 0 0 0 0,-1-1 0 0 0,0 1-1 0 0,1 0 1 0 0,-1 0 0 0 0,0 0 0 0 0,1-1-1 0 0,-1 1 1 0 0,0 0 0 0 0,0-1-1 0 0,1 1 1 0 0,-1 0 0 0 0,0-1 0 0 0,0 1-1 0 0,1 0 1 0 0,-1-1 0 0 0,0 1 0 0 0,0 0-1 0 0,0-1 1 0 0,0 1 0 0 0,0 0-1 0 0,1-1 1 0 0,-1 1 0 0 0,0-1 0 0 0,11-44-29 0 0,-9 39 13 0 0,5-24-34 0 0,1 1 1 0 0,2 1-1 0 0,1 0 0 0 0,20-39 0 0 0,-23 52 26 0 0,1 2-1 0 0,0-1 0 0 0,1 1 0 0 0,0 0 1 0 0,1 1-1 0 0,0 0 0 0 0,1 1 1 0 0,0 0-1 0 0,27-17 0 0 0,-36 26 29 0 0,1 0 0 0 0,-1 0 1 0 0,1 0-1 0 0,0 0 0 0 0,0 1 0 0 0,0 0 0 0 0,0-1 1 0 0,0 1-1 0 0,0 1 0 0 0,0-1 0 0 0,0 1 0 0 0,0-1 1 0 0,1 1-1 0 0,-1 1 0 0 0,0-1 0 0 0,0 0 0 0 0,0 1 1 0 0,0 0-1 0 0,0 0 0 0 0,0 0 0 0 0,0 0 0 0 0,6 4 0 0 0,-5-2 48 0 0,-1 0 0 0 0,1 0-1 0 0,-1 1 1 0 0,0-1-1 0 0,0 1 1 0 0,0 0 0 0 0,-1 0-1 0 0,1 1 1 0 0,-1-1-1 0 0,0 1 1 0 0,0 0 0 0 0,0 0-1 0 0,-1 0 1 0 0,0 0-1 0 0,0 0 1 0 0,2 8 0 0 0,-1 0 63 0 0,0 1 0 0 0,-1-1 1 0 0,-1 1-1 0 0,0 0 0 0 0,-1 22 1 0 0,-14 69 358 0 0,8-72-316 0 0,-3 63 1 0 0,9-94-155 0 0,0-1 0 0 0,0 1-1 0 0,0 0 1 0 0,0-1 0 0 0,1 1 0 0 0,-1 0-1 0 0,0-1 1 0 0,1 1 0 0 0,-1 0 0 0 0,1-1 0 0 0,-1 1-1 0 0,1-1 1 0 0,0 1 0 0 0,0-1 0 0 0,0 0-1 0 0,0 1 1 0 0,0-1 0 0 0,0 0 0 0 0,0 1 0 0 0,0-1-1 0 0,0 0 1 0 0,1 0 0 0 0,1 1 0 0 0,0-1 0 0 0,0 1 0 0 0,-1-1 0 0 0,1 0 0 0 0,0-1 0 0 0,0 1 0 0 0,1-1-1 0 0,-1 1 1 0 0,0-1 0 0 0,0 0 0 0 0,0 0 0 0 0,5-1 0 0 0,7-1-12 0 0,-1-1-1 0 0,0 0 0 0 0,-1-1 0 0 0,20-9 1 0 0,-8 2-87 0 0,0-1 0 0 0,-2-1 0 0 0,1-2 0 0 0,-2 0 0 0 0,0-1 0 0 0,23-22 0 0 0,-33 26 60 0 0,0 1 1 0 0,-1-2 0 0 0,-1 0-1 0 0,0 0 1 0 0,-1 0 0 0 0,0-1 0 0 0,-1-1-1 0 0,0 0 1 0 0,-1 0 0 0 0,-1 0-1 0 0,6-23 1 0 0,-11 35 35 0 0,0 0 0 0 0,0 0-1 0 0,-1 0 1 0 0,1 0 0 0 0,-1 0 0 0 0,0 0 0 0 0,0 0 0 0 0,0 0 0 0 0,0-1-1 0 0,0 1 1 0 0,-1 0 0 0 0,1 0 0 0 0,-1 0 0 0 0,0 0 0 0 0,0 1 0 0 0,0-1-1 0 0,0 0 1 0 0,0 0 0 0 0,-1 0 0 0 0,1 1 0 0 0,-1-1 0 0 0,0 1 0 0 0,0-1-1 0 0,-2-2 1 0 0,2 5 8 0 0,1-1 0 0 0,0 1 0 0 0,-1 0 0 0 0,1 0 0 0 0,-1-1 0 0 0,1 1 0 0 0,-1 0 0 0 0,1 0 0 0 0,0 0 0 0 0,-1 1 0 0 0,1-1 0 0 0,-1 0 0 0 0,1 0 0 0 0,-1 1 0 0 0,1-1 0 0 0,0 1 0 0 0,-1-1 0 0 0,1 1 0 0 0,0 0 0 0 0,0-1 0 0 0,-2 2 0 0 0,-23 17 245 0 0,16-10-125 0 0,1 0 0 0 0,1 1 1 0 0,-1 0-1 0 0,2 0 0 0 0,0 1 0 0 0,0 0 0 0 0,1 0 0 0 0,-6 14 0 0 0,8-15-68 0 0,0 0 0 0 0,1 0-1 0 0,0 0 1 0 0,1 0 0 0 0,0 1 0 0 0,0-1-1 0 0,1 1 1 0 0,1-1 0 0 0,0 1 0 0 0,1 14-1 0 0,0-20-38 0 0,0-1-1 0 0,0 0 0 0 0,0 1 1 0 0,1-1-1 0 0,-1 0 0 0 0,1 0 1 0 0,0 0-1 0 0,0 0 0 0 0,1 0 1 0 0,-1 0-1 0 0,1-1 0 0 0,0 1 0 0 0,0-1 1 0 0,0 0-1 0 0,7 6 0 0 0,-5-5-59 0 0,1 0 0 0 0,1-1 0 0 0,-1 0 0 0 0,0 0 0 0 0,1 0-1 0 0,-1-1 1 0 0,1 0 0 0 0,0 0 0 0 0,10 1 0 0 0,-1-1-856 0 0,1-1 1 0 0,0-1-1 0 0,-1 0 0 0 0,1-2 1 0 0,-1 1-1 0 0,1-2 1 0 0,31-9-1 0 0,-18 0-3216 0 0,5-4-1975 0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07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1 3432 0 0,'-52'8'2203'0'0,"2"-1"516"0"0,1 3 0 0 0,-62 20-1 0 0,109-30-2646 0 0,1 1 1 0 0,-1-1-1 0 0,1 1 0 0 0,0-1 0 0 0,-1 1 1 0 0,1-1-1 0 0,0 1 0 0 0,0 0 0 0 0,-1 0 0 0 0,1-1 1 0 0,0 1-1 0 0,0 0 0 0 0,-1 2 0 0 0,2-3-44 0 0,0 0 1 0 0,0 1-1 0 0,1-1 0 0 0,-1 0 0 0 0,0 1 1 0 0,0-1-1 0 0,0 0 0 0 0,1 0 0 0 0,-1 1 1 0 0,0-1-1 0 0,0 0 0 0 0,1 0 0 0 0,-1 1 0 0 0,0-1 1 0 0,1 0-1 0 0,-1 0 0 0 0,0 0 0 0 0,1 0 1 0 0,-1 1-1 0 0,0-1 0 0 0,1 0 0 0 0,-1 0 1 0 0,1 0-1 0 0,-1 0 0 0 0,0 0 0 0 0,1 0 1 0 0,-1 0-1 0 0,0 0 0 0 0,1 0 0 0 0,-1 0 0 0 0,45 1 479 0 0,168-20-2865 0 0,-69 2-3461 0 0,-60 5 216 0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09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345 430 432 0 0,'0'-4'494'0'0,"0"0"-1"0"0,0 1 1 0 0,0-1-1 0 0,-1 0 1 0 0,0 1 0 0 0,0-1-1 0 0,0 1 1 0 0,0-1-1 0 0,0 1 1 0 0,-1 0-1 0 0,1-1 1 0 0,-5-4 0 0 0,4 5-272 0 0,0 1-1 0 0,0-1 1 0 0,-1 1 0 0 0,1 0 0 0 0,0 0 0 0 0,-1 0 0 0 0,0 0 0 0 0,1 0 0 0 0,-1 1 0 0 0,0-1 0 0 0,0 1 0 0 0,-5-2 0 0 0,3 2-133 0 0,0 0 1 0 0,1 0 0 0 0,-1 1 0 0 0,0-1 0 0 0,0 1 0 0 0,0 0 0 0 0,0 0 0 0 0,0 1 0 0 0,0 0 0 0 0,1 0 0 0 0,-1 0-1 0 0,0 0 1 0 0,0 1 0 0 0,1-1 0 0 0,-1 1 0 0 0,1 0 0 0 0,0 1 0 0 0,-1-1 0 0 0,-3 4 0 0 0,-8 7 83 0 0,1 0 0 0 0,1 1 0 0 0,0 0-1 0 0,1 1 1 0 0,0 1 0 0 0,1 0 0 0 0,1 1 0 0 0,-13 26 0 0 0,13-20-64 0 0,1 0 0 0 0,1 0-1 0 0,1 1 1 0 0,1 0 0 0 0,2 1 0 0 0,-5 34-1 0 0,9-51-87 0 0,1 0-1 0 0,0 0 0 0 0,0 0 1 0 0,0 0-1 0 0,1 0 1 0 0,0 0-1 0 0,1-1 0 0 0,0 1 1 0 0,0 0-1 0 0,1-1 1 0 0,0 1-1 0 0,0-1 0 0 0,0 0 1 0 0,6 7-1 0 0,-5-8-20 0 0,0-1 1 0 0,1 0-1 0 0,-1 0 0 0 0,1 0 1 0 0,0 0-1 0 0,1-1 0 0 0,-1 0 1 0 0,1 0-1 0 0,0-1 0 0 0,0 0 1 0 0,0 0-1 0 0,0 0 0 0 0,0 0 1 0 0,1-1-1 0 0,-1 0 0 0 0,12 1 1 0 0,-3-1-123 0 0,1-1 0 0 0,-1 0 0 0 0,1-1 0 0 0,0-1 0 0 0,-1-1 0 0 0,1 0 0 0 0,-1-1 0 0 0,0 0 0 0 0,0-1 0 0 0,0-1 0 0 0,17-8 0 0 0,-16 6 2 0 0,0-1 1 0 0,-1 0 0 0 0,0-2 0 0 0,0 0-1 0 0,-1 0 1 0 0,0-1 0 0 0,-1-1 0 0 0,0 0 0 0 0,17-23-1 0 0,-20 22 49 0 0,-1-1 0 0 0,-1 0 0 0 0,0 0 0 0 0,-1-1-1 0 0,9-26 1 0 0,-14 32 127 0 0,1 1 0 0 0,-1-1 0 0 0,0 0 0 0 0,-1 0 0 0 0,0 0 0 0 0,-1-1 0 0 0,0 1 0 0 0,0 0 0 0 0,-1 0 0 0 0,0 0-1 0 0,-3-14 1 0 0,3 22-37 0 0,1-1 0 0 0,0 1 0 0 0,0 0 0 0 0,-1 0 0 0 0,1-1-1 0 0,-1 1 1 0 0,1 0 0 0 0,-1 0 0 0 0,0 0 0 0 0,1 0-1 0 0,-1 0 1 0 0,0 0 0 0 0,0 0 0 0 0,0 0 0 0 0,0 0 0 0 0,0 0-1 0 0,0 0 1 0 0,0 0 0 0 0,0 1 0 0 0,0-1 0 0 0,0 0 0 0 0,0 1-1 0 0,-2-1 1 0 0,2 1 12 0 0,-1 0 0 0 0,1 0-1 0 0,0 0 1 0 0,-1 0-1 0 0,1 0 1 0 0,-1 1 0 0 0,1-1-1 0 0,0 0 1 0 0,-1 1 0 0 0,1-1-1 0 0,0 1 1 0 0,-1 0 0 0 0,1-1-1 0 0,0 1 1 0 0,0 0 0 0 0,0 0-1 0 0,-2 1 1 0 0,-3 4 86 0 0,0 1 0 0 0,0-1 0 0 0,0 1 0 0 0,1 0 0 0 0,-6 11 0 0 0,5-7-63 0 0,0 0 1 0 0,1 0-1 0 0,1 0 0 0 0,0 1 1 0 0,0 0-1 0 0,1 0 0 0 0,1 0 1 0 0,0 0-1 0 0,1 0 0 0 0,0 0 1 0 0,0 1-1 0 0,3 16 0 0 0,-2-23-42 0 0,1-1 1 0 0,0 1-1 0 0,1 0 0 0 0,-1 0 0 0 0,1-1 0 0 0,0 1 0 0 0,1-1 1 0 0,-1 1-1 0 0,1-1 0 0 0,0 0 0 0 0,0 0 0 0 0,1 0 1 0 0,-1-1-1 0 0,1 1 0 0 0,0-1 0 0 0,0 0 0 0 0,1 0 1 0 0,-1 0-1 0 0,1 0 0 0 0,0-1 0 0 0,0 0 0 0 0,0 0 0 0 0,0 0 1 0 0,1-1-1 0 0,-1 0 0 0 0,1 0 0 0 0,7 2 0 0 0,0-2 1 0 0,0 0-1 0 0,0-1 0 0 0,1 0 0 0 0,-1-1 0 0 0,0 0 0 0 0,1-1 1 0 0,-1-1-1 0 0,0 0 0 0 0,0-1 0 0 0,14-4 0 0 0,-18 4-17 0 0,1 0 1 0 0,0-1-1 0 0,-1 0 0 0 0,0-1 0 0 0,0 0 0 0 0,0 0 0 0 0,0-1 0 0 0,-1 0 1 0 0,0 0-1 0 0,0-1 0 0 0,-1 0 0 0 0,0-1 0 0 0,11-13 0 0 0,-14 14-41 0 0,0-1 0 0 0,0 1-1 0 0,-1-1 1 0 0,0 0-1 0 0,0 0 1 0 0,-1 0 0 0 0,0-1-1 0 0,-1 1 1 0 0,1 0-1 0 0,-2-1 1 0 0,1 1 0 0 0,-1-1-1 0 0,-2-14 1 0 0,0 12 13 0 0,0 0 1 0 0,0 0-1 0 0,-1 1 0 0 0,-1-1 1 0 0,0 1-1 0 0,0 0 1 0 0,-1 0-1 0 0,0 0 0 0 0,-1 1 1 0 0,-7-11-1 0 0,7 13 22 0 0,1 0 1 0 0,-1 1-1 0 0,-1 0 0 0 0,1 0 1 0 0,-1 0-1 0 0,0 1 0 0 0,0 0 1 0 0,-1 0-1 0 0,1 1 0 0 0,-1 0 1 0 0,0 0-1 0 0,-13-4 0 0 0,14 6 12 0 0,0 1-1 0 0,0 0 1 0 0,0 0 0 0 0,-1 0-1 0 0,1 1 1 0 0,0 0 0 0 0,0 1-1 0 0,0-1 1 0 0,0 1-1 0 0,0 1 1 0 0,0-1 0 0 0,0 1-1 0 0,0 1 1 0 0,1-1-1 0 0,-1 1 1 0 0,1 0 0 0 0,-7 5-1 0 0,2-1 17 0 0,0 1 1 0 0,1 0-1 0 0,0 1 0 0 0,1 0 0 0 0,0 1 0 0 0,0 0 0 0 0,1 0 1 0 0,0 1-1 0 0,1 0 0 0 0,0 0 0 0 0,1 1 0 0 0,-8 20 0 0 0,11-23 1 0 0,0 0-1 0 0,0 0 0 0 0,1 1 0 0 0,1-1 0 0 0,-1 1 1 0 0,1-1-1 0 0,1 1 0 0 0,0 10 0 0 0,1-14-5 0 0,0 0 0 0 0,0 0-1 0 0,0 1 1 0 0,1-1-1 0 0,0 0 1 0 0,0 0 0 0 0,0-1-1 0 0,1 1 1 0 0,0 0 0 0 0,0-1-1 0 0,1 0 1 0 0,7 10 0 0 0,-5-9-8 0 0,0-1 1 0 0,0-1 0 0 0,0 1 0 0 0,0-1 0 0 0,1 0 0 0 0,0 0 0 0 0,0-1-1 0 0,0 1 1 0 0,0-2 0 0 0,0 1 0 0 0,1-1 0 0 0,-1 0 0 0 0,1-1-1 0 0,-1 0 1 0 0,1 0 0 0 0,0 0 0 0 0,10-1 0 0 0,3-1 8 0 0,1-1 1 0 0,-1-1-1 0 0,0 0 0 0 0,0-2 1 0 0,23-7-1 0 0,-19 3-115 0 0,0-1 0 0 0,-1 0 0 0 0,0-2 1 0 0,0-1-1 0 0,-1-1 0 0 0,-1-1 0 0 0,0-1 0 0 0,-1 0 0 0 0,-1-2 0 0 0,-1-1 1 0 0,0 0-1 0 0,-2-1 0 0 0,0-1 0 0 0,-1 0 0 0 0,-1-2 0 0 0,24-47 0 0 0,-20 26 148 0 0,-1-1 0 0 0,-3 0 0 0 0,-2-2 0 0 0,-1 1-1 0 0,-3-1 1 0 0,-1-1 0 0 0,-3 0 0 0 0,-1-68 0 0 0,-4 116-46 0 0,0 0 1 0 0,-1 0-1 0 0,1 0 1 0 0,0 1-1 0 0,0-1 1 0 0,0 0-1 0 0,0 0 1 0 0,0 0-1 0 0,-1 0 1 0 0,1 0-1 0 0,0 0 1 0 0,0 0-1 0 0,0 0 1 0 0,0 0-1 0 0,-1 0 1 0 0,1 0-1 0 0,0 0 1 0 0,0 0-1 0 0,0 0 1 0 0,0 0-1 0 0,-1 0 1 0 0,1 0-1 0 0,0 0 1 0 0,0 0-1 0 0,0 0 1 0 0,0 0 0 0 0,-1 0-1 0 0,1 0 1 0 0,0 0-1 0 0,0 0 1 0 0,0 0-1 0 0,0 0 1 0 0,0 0-1 0 0,-1 0 1 0 0,1 0-1 0 0,0-1 1 0 0,0 1-1 0 0,0 0 1 0 0,0 0-1 0 0,0 0 1 0 0,0 0-1 0 0,-1 0 1 0 0,1-1-1 0 0,0 1 1 0 0,0 0-1 0 0,0 0 1 0 0,0 0-1 0 0,0 0 1 0 0,0 0-1 0 0,0-1 1 0 0,-9 18 64 0 0,-20 75 465 0 0,-24 138-1 0 0,34-139-305 0 0,-13 98 131 0 0,29-159-304 0 0,1 0 0 0 0,2 0 0 0 0,1 0 0 0 0,6 40 0 0 0,-6-63-32 0 0,1 1 0 0 0,0-1 0 0 0,0 0 0 0 0,1 0 0 0 0,-1 0 0 0 0,2 0 0 0 0,-1-1 0 0 0,1 1-1 0 0,0-1 1 0 0,7 10 0 0 0,-7-12-26 0 0,0-1 0 0 0,0 1-1 0 0,0 0 1 0 0,0-1 0 0 0,1 0-1 0 0,-1 0 1 0 0,1-1 0 0 0,0 1-1 0 0,0-1 1 0 0,0 0 0 0 0,0 0-1 0 0,0-1 1 0 0,0 1 0 0 0,1-1-1 0 0,6 1 1 0 0,-2-1-73 0 0,-1-1 0 0 0,1 0 0 0 0,0 0 0 0 0,0-1 0 0 0,-1 0 0 0 0,1 0 0 0 0,0-1-1 0 0,-1-1 1 0 0,1 0 0 0 0,-1 0 0 0 0,0 0 0 0 0,11-7 0 0 0,-10 4-43 0 0,1-1 0 0 0,-1 0-1 0 0,0-1 1 0 0,-1 0 0 0 0,1-1 0 0 0,-2 0-1 0 0,1 0 1 0 0,11-18 0 0 0,-8 7 262 0 0,0-1 0 0 0,-1-1 0 0 0,-1 1 0 0 0,-1-2 0 0 0,-1 1-1 0 0,-1-1 1 0 0,-1 0 0 0 0,-1-1 0 0 0,3-35 0 0 0,-7 34 497 0 0,-1 25-631 0 0,0 0 0 0 0,0 0 0 0 0,0 0 0 0 0,0 0 0 0 0,-1 0 0 0 0,1 0 0 0 0,0 0 0 0 0,0 0 0 0 0,0 0 1 0 0,0 0-1 0 0,0 0 0 0 0,0 0 0 0 0,0 0 0 0 0,0 1 0 0 0,0-1 0 0 0,0 0 0 0 0,0 0 0 0 0,0 0 0 0 0,0 0 1 0 0,0 0-1 0 0,0 0 0 0 0,0 0 0 0 0,0 0 0 0 0,0 0 0 0 0,0 0 0 0 0,0 0 0 0 0,0 0 0 0 0,0 0 0 0 0,0 0 1 0 0,0 0-1 0 0,-1 0 0 0 0,1 0 0 0 0,0 0 0 0 0,0 0 0 0 0,0 0 0 0 0,0 0 0 0 0,0 0 0 0 0,0 0 0 0 0,0 0 1 0 0,0 0-1 0 0,0 0 0 0 0,0 0 0 0 0,0 0 0 0 0,0 0 0 0 0,0 0 0 0 0,0 0 0 0 0,0 0 0 0 0,0 0 1 0 0,0 0-1 0 0,0-1 0 0 0,-5 17 107 0 0,1 3-53 0 0,0 0 0 0 0,1 1 1 0 0,1 0-1 0 0,1-1 0 0 0,1 1 0 0 0,1 0 0 0 0,0-1 0 0 0,8 37 0 0 0,-7-51-46 0 0,-1-1 0 0 0,1 1 1 0 0,0-1-1 0 0,0 0 0 0 0,0 0 1 0 0,0 0-1 0 0,1 0 0 0 0,0 0 1 0 0,0 0-1 0 0,0-1 0 0 0,0 1 1 0 0,0-1-1 0 0,1 0 0 0 0,-1 0 1 0 0,1 0-1 0 0,4 2 0 0 0,-2-2-52 0 0,1 0 1 0 0,-1 0-1 0 0,1-1 0 0 0,-1 0 0 0 0,1 0 0 0 0,0-1 0 0 0,0 0 0 0 0,0 0 0 0 0,13 0 0 0 0,-3-2-222 0 0,0-1-1 0 0,0 0 0 0 0,0-1 0 0 0,0-1 0 0 0,0-1 1 0 0,-1 0-1 0 0,31-15 0 0 0,-38 15 161 0 0,1 0-1 0 0,-2-1 1 0 0,1-1-1 0 0,-1 1 1 0 0,0-1 0 0 0,0-1-1 0 0,0 1 1 0 0,-1-1-1 0 0,-1 0 1 0 0,1-1 0 0 0,-1 0-1 0 0,-1 0 1 0 0,1 0-1 0 0,-2-1 1 0 0,1 0 0 0 0,2-10-1 0 0,-3 9 313 0 0,-1 0 0 0 0,-1 0 0 0 0,0 0 0 0 0,-1-1 0 0 0,0 1 0 0 0,0-1 0 0 0,-1 1 0 0 0,-1-1 0 0 0,-2-12 0 0 0,3 9 387 0 0,-1 2-386 0 0,1 13-196 0 0,0 0-1 0 0,0 0 0 0 0,0 0 1 0 0,0-1-1 0 0,0 1 0 0 0,0 0 1 0 0,0 0-1 0 0,0 0 0 0 0,0 0 1 0 0,0 0-1 0 0,-1-1 0 0 0,1 1 1 0 0,0 0-1 0 0,0 0 0 0 0,0 0 1 0 0,0 0-1 0 0,0 0 0 0 0,0 0 1 0 0,-1 0-1 0 0,1 0 0 0 0,0 0 1 0 0,0 0-1 0 0,0 0 0 0 0,0 0 1 0 0,0 0-1 0 0,-1 0 1 0 0,1-1-1 0 0,0 1 0 0 0,0 0 1 0 0,0 0-1 0 0,0 1 0 0 0,-1-1 1 0 0,1 0-1 0 0,0 0 0 0 0,0 0 1 0 0,0 0-1 0 0,0 0 0 0 0,0 0 1 0 0,-1 0-1 0 0,1 0 0 0 0,0 0 1 0 0,0 0-1 0 0,0 0 0 0 0,0 0 1 0 0,0 0-1 0 0,-1 0 0 0 0,1 1 1 0 0,0-1-1 0 0,0 0 0 0 0,0 0 1 0 0,0 0-1 0 0,0 0 0 0 0,0 1 1 0 0,-1 0 13 0 0,0 0 1 0 0,0 0-1 0 0,1 0 0 0 0,-1 1 1 0 0,1-1-1 0 0,-1 0 1 0 0,1 1-1 0 0,0-1 0 0 0,-1 0 1 0 0,1 1-1 0 0,0-1 1 0 0,0 1-1 0 0,0 1 0 0 0,-1 6 100 0 0,-4 18 185 0 0,1 0-1 0 0,-2 44 0 0 0,6-60-414 0 0,0 0 0 0 0,1-1 0 0 0,0 1 0 0 0,0 0 0 0 0,1-1 0 0 0,1 0-1 0 0,0 1 1 0 0,0-1 0 0 0,9 18 0 0 0,-10-26-110 0 0,0 1 0 0 0,0-1 1 0 0,0 1-1 0 0,0-1 0 0 0,1 1 0 0 0,-1-1 0 0 0,1 0 1 0 0,-1 0-1 0 0,1 0 0 0 0,0-1 0 0 0,0 1 0 0 0,-1-1 0 0 0,1 1 1 0 0,1-1-1 0 0,-1 0 0 0 0,6 1 0 0 0,-4-1-738 0 0,1 0 0 0 0,-1 0 1 0 0,1-1-1 0 0,-1 0 0 0 0,9 0 0 0 0,3-3-3270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09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66 2012 0 0,'-10'-58'8215'0'0,"10"56"-7736"0"0,-3-3 1607 0 0,13 79 153 0 0,3 125 0 0 0,-12-191-2192 0 0,-1 0 1 0 0,-1 1 0 0 0,1-1-1 0 0,-1 0 1 0 0,-1 0 0 0 0,0 0 0 0 0,0 0-1 0 0,-3 9 1 0 0,4-15 32 0 0,-2-2-42 0 0,3 0-40 0 0,-1 0-1 0 0,0 0 1 0 0,1-1 0 0 0,-1 1 0 0 0,1 0-1 0 0,-1 0 1 0 0,0 0 0 0 0,1 0-1 0 0,-1 0 1 0 0,1-1 0 0 0,-1 1 0 0 0,1 0-1 0 0,-1 0 1 0 0,1-1 0 0 0,-1 1-1 0 0,1-1 1 0 0,-1 1 0 0 0,1 0 0 0 0,-1-1-1 0 0,1 1 1 0 0,-1-1 0 0 0,1 1-1 0 0,0-1 1 0 0,-1 1 0 0 0,1-1 0 0 0,0 1-1 0 0,0-1 1 0 0,-1 1 0 0 0,1-1-1 0 0,0 0 1 0 0,0 1 0 0 0,0-1-1 0 0,-1 1 1 0 0,1-1 0 0 0,0 0 0 0 0,0 1-1 0 0,0-1 1 0 0,0 1 0 0 0,0-1-1 0 0,1 0 1 0 0,-1 0-14 0 0,-2-11-108 0 0,1 0 0 0 0,0 1 0 0 0,1-1 0 0 0,0 0-1 0 0,1 0 1 0 0,0 0 0 0 0,1 1 0 0 0,1-1 0 0 0,-1 0 0 0 0,2 1 0 0 0,8-20 0 0 0,-8 22 90 0 0,0 0 0 0 0,1 1 0 0 0,0 0 0 0 0,0 0 0 0 0,0 0 0 0 0,1 1 0 0 0,1-1 0 0 0,-1 1 0 0 0,1 1 0 0 0,0 0 0 0 0,1 0 1 0 0,-1 0-1 0 0,1 0 0 0 0,17-7 0 0 0,-19 11 35 0 0,1 0-1 0 0,-1 0 1 0 0,1 1 0 0 0,0 0 0 0 0,0 0 0 0 0,-1 1-1 0 0,1 0 1 0 0,0 0 0 0 0,0 1 0 0 0,0 0 0 0 0,-1 0 0 0 0,1 0-1 0 0,0 1 1 0 0,-1 0 0 0 0,1 0 0 0 0,-1 1 0 0 0,0-1-1 0 0,0 1 1 0 0,0 1 0 0 0,7 4 0 0 0,2 2 32 0 0,-1 1 0 0 0,0 0 0 0 0,-1 1 0 0 0,0 0 0 0 0,-1 1 0 0 0,17 23 0 0 0,-26-32-16 0 0,0 0 0 0 0,-1 0 0 0 0,1 0 1 0 0,-1 1-1 0 0,0-1 0 0 0,0 1 0 0 0,0-1 0 0 0,-1 1 0 0 0,0 0 1 0 0,1 0-1 0 0,-2 0 0 0 0,1 0 0 0 0,-1-1 0 0 0,1 1 1 0 0,-1 0-1 0 0,-1 0 0 0 0,0 6 0 0 0,1-10-14 0 0,0 0-1 0 0,-1 0 0 0 0,1 0 1 0 0,0 0-1 0 0,-1 0 0 0 0,1 0 1 0 0,-1 1-1 0 0,0-1 0 0 0,1 0 1 0 0,-1-1-1 0 0,0 1 1 0 0,1 0-1 0 0,-1 0 0 0 0,0 0 1 0 0,0 0-1 0 0,0 0 0 0 0,0-1 1 0 0,0 1-1 0 0,0 0 0 0 0,0-1 1 0 0,0 1-1 0 0,0-1 1 0 0,0 1-1 0 0,0-1 0 0 0,0 0 1 0 0,-1 1-1 0 0,1-1 0 0 0,0 0 1 0 0,0 0-1 0 0,0 0 0 0 0,0 0 1 0 0,-1 0-1 0 0,1 0 1 0 0,0 0-1 0 0,0 0 0 0 0,0 0 1 0 0,-1-1-1 0 0,1 1 0 0 0,0 0 1 0 0,0-1-1 0 0,0 1 0 0 0,0-1 1 0 0,0 1-1 0 0,0-1 1 0 0,0 0-1 0 0,0 1 0 0 0,0-1 1 0 0,0 0-1 0 0,0 0 0 0 0,0 1 1 0 0,1-1-1 0 0,-1 0 0 0 0,0 0 1 0 0,1 0-1 0 0,-1 0 0 0 0,-1-2 1 0 0,0-5-19 0 0,-1 1 0 0 0,1-1 0 0 0,1 1 0 0 0,-1-1 0 0 0,1 1 0 0 0,1-1 0 0 0,-1 0 0 0 0,1 0 0 0 0,1 1 1 0 0,-1-1-1 0 0,1 0 0 0 0,1 1 0 0 0,-1-1 0 0 0,2 1 0 0 0,-1-1 0 0 0,1 1 0 0 0,-1 0 0 0 0,2 0 0 0 0,-1 0 0 0 0,1 0 0 0 0,6-7 0 0 0,-5 6 1 0 0,1 0 0 0 0,0 0-1 0 0,0 1 1 0 0,1 0-1 0 0,0 0 1 0 0,0 1-1 0 0,1-1 1 0 0,0 2 0 0 0,0-1-1 0 0,0 1 1 0 0,1 0-1 0 0,-1 1 1 0 0,1 0-1 0 0,0 0 1 0 0,1 1 0 0 0,13-3-1 0 0,-18 5 28 0 0,0 0 0 0 0,0 1 1 0 0,0 0-1 0 0,0 0 0 0 0,0 1 0 0 0,0-1 0 0 0,0 1 0 0 0,0 0 1 0 0,0 0-1 0 0,0 0 0 0 0,-1 1 0 0 0,1 0 0 0 0,0 0 0 0 0,6 4 0 0 0,-5-2 37 0 0,0 1-1 0 0,-1-1 1 0 0,1 1-1 0 0,-1 0 0 0 0,0 0 1 0 0,-1 1-1 0 0,1 0 1 0 0,-1-1-1 0 0,4 9 0 0 0,0 2 35 0 0,0 1 0 0 0,-2 0 0 0 0,0 0 0 0 0,-1 0-1 0 0,0 0 1 0 0,-2 1 0 0 0,3 22 0 0 0,-5-20-76 0 0,0-7-486 0 0,0 0 0 0 0,1 1-1 0 0,3 14 1 0 0,-4-26 130 0 0,-1 0 0 0 0,1 0 0 0 0,0 0 0 0 0,-1 0-1 0 0,1 0 1 0 0,0 0 0 0 0,0 0 0 0 0,0 0 0 0 0,1 0 0 0 0,-1 0-1 0 0,0-1 1 0 0,1 1 0 0 0,-1 0 0 0 0,1-1 0 0 0,-1 1 0 0 0,1-1 0 0 0,0 0-1 0 0,0 1 1 0 0,-1-1 0 0 0,1 0 0 0 0,0 0 0 0 0,0 0 0 0 0,0 0 0 0 0,0-1-1 0 0,3 2 1 0 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10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79 580 0 0,'9'-49'13582'0'0,"-10"71"-11029"0"0,-8 78-659 0 0,-25 114 0 0 0,31-196-1833 0 0,0-5 20 0 0,0 1 0 0 0,0-1 0 0 0,-8 19 0 0 0,10-31-56 0 0,-1-6-106 0 0,2 5 73 0 0,0-1 0 0 0,-1 1 0 0 0,1 0 0 0 0,0 0 0 0 0,0-1 0 0 0,-1 1 0 0 0,1 0 0 0 0,0-1 0 0 0,0 1 0 0 0,0 0 0 0 0,-1-1 0 0 0,1 1 0 0 0,0 0 0 0 0,0-1 0 0 0,0 1 0 0 0,0-1 0 0 0,0 1 0 0 0,0 0 0 0 0,0-1 0 0 0,0 1 1 0 0,0-1-1 0 0,0 1 0 0 0,0 0 0 0 0,0-1 0 0 0,0 1 0 0 0,0-1 0 0 0,4-25-235 0 0,0 0 1 0 0,2 0 0 0 0,0 1 0 0 0,2 0 0 0 0,1 0 0 0 0,1 1 0 0 0,17-31 0 0 0,-16 36 205 0 0,0 1 0 0 0,1 0 0 0 0,1 1 1 0 0,1 0-1 0 0,0 1 0 0 0,1 0 0 0 0,1 1 0 0 0,1 1 0 0 0,25-17 1 0 0,-36 27 44 0 0,0 0 1 0 0,1 1 0 0 0,-1-1-1 0 0,1 2 1 0 0,0-1-1 0 0,0 1 1 0 0,0 0 0 0 0,0 0-1 0 0,0 1 1 0 0,12-1-1 0 0,-16 2 29 0 0,0 0 0 0 0,1 1 0 0 0,-1-1-1 0 0,0 1 1 0 0,0-1 0 0 0,0 1 0 0 0,0 0-1 0 0,0 0 1 0 0,0 1 0 0 0,0-1 0 0 0,0 1-1 0 0,0-1 1 0 0,0 1 0 0 0,-1 0 0 0 0,1 0-1 0 0,-1 0 1 0 0,1 0 0 0 0,-1 1 0 0 0,0-1-1 0 0,0 0 1 0 0,0 1 0 0 0,0 0 0 0 0,0 0-1 0 0,-1-1 1 0 0,3 6 0 0 0,0 3 69 0 0,1 0 0 0 0,-2 0 0 0 0,0 0 0 0 0,0 0 0 0 0,-1 1 0 0 0,1 14 0 0 0,-2 71 250 0 0,0-2-152 0 0,-1-93-271 0 0,0-1 0 0 0,0 1 0 0 0,0 0 0 0 0,0 0 0 0 0,1-1 1 0 0,-1 1-1 0 0,1 0 0 0 0,0 0 0 0 0,-1-1 0 0 0,1 1 0 0 0,0-1 0 0 0,0 1 0 0 0,0-1 0 0 0,0 1 0 0 0,0-1 1 0 0,0 1-1 0 0,0-1 0 0 0,1 0 0 0 0,-1 0 0 0 0,1 0 0 0 0,-1 0 0 0 0,0 0 0 0 0,1 0 0 0 0,0 0 0 0 0,-1 0 1 0 0,1 0-1 0 0,-1-1 0 0 0,1 1 0 0 0,0-1 0 0 0,0 1 0 0 0,-1-1 0 0 0,1 0 0 0 0,0 1 0 0 0,0-1 1 0 0,-1 0-1 0 0,3 0 0 0 0,3-1-951 0 0,0 1 0 0 0,0-1 0 0 0,1-1 0 0 0,-2 1 0 0 0,1-1 0 0 0,0 0 0 0 0,0-1 0 0 0,6-3 0 0 0,9-5-5605 0 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11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37 542 1736 0 0,'-7'10'3380'0'0,"1"0"1"0"0,-10 19-1 0 0,13-23-3063 0 0,3-4 57 0 0,-2 0 157 0 0,2-2-502 0 0,0 0 0 0 0,0 0 1 0 0,0 0-1 0 0,0 0 0 0 0,0 0 0 0 0,0 0 0 0 0,0 0 1 0 0,-1 0-1 0 0,1 0 0 0 0,0 0 0 0 0,0 0 0 0 0,0 0 1 0 0,0 0-1 0 0,0 0 0 0 0,0 0 0 0 0,0 0 1 0 0,0 0-1 0 0,0 1 0 0 0,-1-1 0 0 0,1 0 0 0 0,0 0 1 0 0,0 0-1 0 0,0 0 0 0 0,0 0 0 0 0,0 0 0 0 0,0 0 1 0 0,0 0-1 0 0,0 1 0 0 0,0-1 0 0 0,0 0 0 0 0,0 0 1 0 0,0 0-1 0 0,0 0 0 0 0,0 0 0 0 0,0 0 0 0 0,0 1 1 0 0,0-1-1 0 0,0 0 0 0 0,0 0 0 0 0,0 0 0 0 0,0 0 1 0 0,0 0-1 0 0,0 0 0 0 0,0 0 0 0 0,0 1 0 0 0,0-1 1 0 0,0 0-1 0 0,0 0 0 0 0,0 0 0 0 0,0 0 0 0 0,1 0 1 0 0,-1 0-1 0 0,0 0 0 0 0,0 0 0 0 0,0 0 0 0 0,0 1 1 0 0,0-1-1 0 0,0 0 0 0 0,0 0 0 0 0,0 0 0 0 0,0 0 1 0 0,1 0-1 0 0,-1 0 0 0 0,0 0 0 0 0,0 0 0 0 0,0 0 1 0 0,0 0-1 0 0,0 0 0 0 0,19-8 55 0 0,-1-1-1 0 0,-1-1 1 0 0,0 0-1 0 0,28-23 1 0 0,-27 20-66 0 0,50-36-30 0 0,-2-3 1 0 0,-3-2-1 0 0,102-114 0 0 0,-162 166 0 0 0,-1-1-1 0 0,0 1 1 0 0,1-1 0 0 0,-1 0-1 0 0,-1 0 1 0 0,1 0-1 0 0,0 0 1 0 0,-1 0-1 0 0,1 0 1 0 0,-1-1-1 0 0,0 1 1 0 0,0 0-1 0 0,0-7 1 0 0,-1 10 9 0 0,0-1 1 0 0,0 0 0 0 0,-1 1 0 0 0,1-1-1 0 0,0 0 1 0 0,-1 1 0 0 0,1-1-1 0 0,0 0 1 0 0,-1 1 0 0 0,1-1-1 0 0,-1 1 1 0 0,1-1 0 0 0,-1 1 0 0 0,1-1-1 0 0,-1 1 1 0 0,0-1 0 0 0,1 1-1 0 0,-1-1 1 0 0,1 1 0 0 0,-1 0-1 0 0,0 0 1 0 0,0-1 0 0 0,1 1 0 0 0,-1 0-1 0 0,0 0 1 0 0,1 0 0 0 0,-1-1-1 0 0,0 1 1 0 0,0 0 0 0 0,1 0-1 0 0,-1 0 1 0 0,0 0 0 0 0,0 0 0 0 0,1 1-1 0 0,-1-1 1 0 0,0 0 0 0 0,0 0-1 0 0,1 0 1 0 0,-2 1 0 0 0,-7 3 3 0 0,-1 0 0 0 0,1 0 1 0 0,0 1-1 0 0,0 1 1 0 0,1 0-1 0 0,-1 0 0 0 0,1 0 1 0 0,0 1-1 0 0,1 0 1 0 0,0 1-1 0 0,0-1 0 0 0,-11 18 1 0 0,15-21 5 0 0,0 0 0 0 0,0 1 1 0 0,1 0-1 0 0,0 0 0 0 0,0 0 1 0 0,0 0-1 0 0,0 0 0 0 0,1 0 1 0 0,0 0-1 0 0,0 0 0 0 0,0 1 1 0 0,1-1-1 0 0,-1 0 0 0 0,1 1 1 0 0,1-1-1 0 0,-1 0 0 0 0,1 1 1 0 0,0-1-1 0 0,0 0 0 0 0,0 0 1 0 0,1 0-1 0 0,0 0 0 0 0,0 0 1 0 0,0 0-1 0 0,1 0 0 0 0,5 8 1 0 0,8 7 9 0 0,1-2 0 0 0,1 0 0 0 0,37 29 1 0 0,-34-31-4 0 0,-2 0 0 0 0,0 2 0 0 0,23 27 0 0 0,-41-43 21 0 0,1 0-1 0 0,-1 0 1 0 0,1 0-1 0 0,-1 0 1 0 0,1 0-1 0 0,-1 1 1 0 0,0-1-1 0 0,0 0 1 0 0,0 1-1 0 0,-1-1 1 0 0,1 1-1 0 0,0-1 1 0 0,-1 1-1 0 0,0-1 1 0 0,0 1-1 0 0,1 0 1 0 0,-2-1-1 0 0,1 1 1 0 0,0-1-1 0 0,0 1 1 0 0,-1-1-1 0 0,0 4 1 0 0,-1-3 8 0 0,0 0-1 0 0,0 1 1 0 0,0-1 0 0 0,0 0 0 0 0,0 0 0 0 0,-1 0-1 0 0,1-1 1 0 0,-1 1 0 0 0,0 0 0 0 0,0-1-1 0 0,0 0 1 0 0,0 0 0 0 0,0 0 0 0 0,-5 3 0 0 0,-4 0 17 0 0,1 0 0 0 0,-1-1 0 0 0,0 0 0 0 0,0 0 1 0 0,-1-2-1 0 0,-21 3 0 0 0,-76-2 129 0 0,69-4-125 0 0,38 1-71 0 0,1 0 0 0 0,-1 0 0 0 0,0 0 0 0 0,1-1 0 0 0,-1 1 0 0 0,0-1 0 0 0,1 0 0 0 0,-1 0 0 0 0,1 0 0 0 0,-1 0 0 0 0,1 0 0 0 0,-4-2 0 0 0,6 2-8 0 0,0 1 0 0 0,0 0 1 0 0,0-1-1 0 0,-1 1 0 0 0,1 0 0 0 0,0-1 0 0 0,0 1 0 0 0,0 0 1 0 0,0-1-1 0 0,0 1 0 0 0,0 0 0 0 0,0-1 0 0 0,0 1 1 0 0,0 0-1 0 0,0-1 0 0 0,0 1 0 0 0,0-1 0 0 0,0 1 1 0 0,0 0-1 0 0,0-1 0 0 0,0 1 0 0 0,0 0 0 0 0,0-1 0 0 0,0 1 1 0 0,0 0-1 0 0,1-1 0 0 0,-1 1 0 0 0,0 0 0 0 0,0 0 1 0 0,0-1-1 0 0,1 1 0 0 0,-1-1 0 0 0,9-10-313 0 0,-8 11 263 0 0,8-8-282 0 0,0 0 0 0 0,1 0 0 0 0,0 1 0 0 0,0 1 0 0 0,12-6 0 0 0,11-7-379 0 0,94-55-819 0 0,-74 45 806 0 0,-2-1 0 0 0,-1-3 0 0 0,48-41 0 0 0,-85 63 802 0 0,0-2 0 0 0,0 0 1 0 0,-2 0-1 0 0,1-1 0 0 0,-2-1 1 0 0,0 0-1 0 0,0 0 1 0 0,-2-1-1 0 0,0 0 0 0 0,0-1 1 0 0,-2 1-1 0 0,0-1 1 0 0,-1-1-1 0 0,4-26 0 0 0,-8 28 506 0 0,0 1 0 0 0,-1 0-1 0 0,-1 0 1 0 0,-1 0 0 0 0,-4-22 0 0 0,5 35-235 0 0,-1 3-261 0 0,0 1 0 0 0,0 0-1 0 0,0 0 1 0 0,0-1-1 0 0,0 2 1 0 0,0-1 0 0 0,1 0-1 0 0,-1 0 1 0 0,1 0 0 0 0,-1 1-1 0 0,1-1 1 0 0,0 1 0 0 0,0-1-1 0 0,0 1 1 0 0,-1 4 0 0 0,-9 49 782 0 0,8-34-562 0 0,-31 244 2288 0 0,21 3-1143 0 0,7-116-857 0 0,-3 184 171 0 0,-3 42-329 0 0,9-337-342 0 0,-2-1-1 0 0,-1 0 0 0 0,-21 69 0 0 0,26-106-73 0 0,0 0 0 0 0,-1 0-1 0 0,1 0 1 0 0,-1 0 0 0 0,0-1 0 0 0,0 1 0 0 0,-1-1-1 0 0,1 1 1 0 0,-1-1 0 0 0,1 0 0 0 0,-1 0 0 0 0,0 0-1 0 0,0 0 1 0 0,0 0 0 0 0,-6 3 0 0 0,7-5-9 0 0,1-1 0 0 0,-1 0 0 0 0,1 1 0 0 0,-1-1 0 0 0,0 0 1 0 0,1 0-1 0 0,-1 0 0 0 0,1 0 0 0 0,-1 0 0 0 0,1 0 0 0 0,-1 0 0 0 0,1-1 1 0 0,-1 1-1 0 0,1 0 0 0 0,-1-1 0 0 0,1 1 0 0 0,-1-1 0 0 0,1 0 0 0 0,0 1 1 0 0,-1-1-1 0 0,1 0 0 0 0,0 0 0 0 0,-2-1 0 0 0,-25-26-444 0 0,15 9 7 0 0,0-1-1 0 0,2 0 1 0 0,0 0 0 0 0,1-2 0 0 0,1 1-1 0 0,-12-45 1 0 0,8 10-402 0 0,-10-94-1 0 0,20 99 605 0 0,2 0 0 0 0,3 0-1 0 0,2 0 1 0 0,2 0-1 0 0,2 1 1 0 0,2 0 0 0 0,24-69-1 0 0,-19 77 148 0 0,1 1 0 0 0,3 0 0 0 0,1 1 0 0 0,2 1-1 0 0,1 1 1 0 0,39-47 0 0 0,-39 57 44 0 0,1 1 0 0 0,1 2 0 0 0,1 0-1 0 0,2 2 1 0 0,0 1 0 0 0,2 1 0 0 0,0 1 0 0 0,43-20 0 0 0,-56 32 43 0 0,0 2 1 0 0,0-1 0 0 0,1 2 0 0 0,-1 0 0 0 0,1 1 0 0 0,0 1-1 0 0,31-1 1 0 0,-42 4 36 0 0,0 0 0 0 0,0 1 0 0 0,0 0 0 0 0,0 0 0 0 0,-1 1 0 0 0,1 0 0 0 0,0 0 0 0 0,-1 0 0 0 0,0 1 0 0 0,7 3 0 0 0,-8-3 28 0 0,-1 0 0 0 0,0 0-1 0 0,0 0 1 0 0,0 1 0 0 0,-1 0 0 0 0,1-1-1 0 0,-1 1 1 0 0,0 1 0 0 0,0-1-1 0 0,0 0 1 0 0,-1 1 0 0 0,1-1 0 0 0,-1 1-1 0 0,0 0 1 0 0,1 5 0 0 0,-1-3 13 0 0,-1 0 1 0 0,0 1 0 0 0,0-1-1 0 0,-1 1 1 0 0,0-1-1 0 0,0 1 1 0 0,-1-1-1 0 0,0 1 1 0 0,0-1 0 0 0,-1 0-1 0 0,0 1 1 0 0,0-1-1 0 0,-1 0 1 0 0,1 0-1 0 0,-2 0 1 0 0,1-1 0 0 0,-1 1-1 0 0,-8 11 1 0 0,0-3-11 0 0,1 0-1 0 0,-2-1 1 0 0,0-1 0 0 0,-1 0 0 0 0,0-1-1 0 0,-22 15 1 0 0,26-20-284 0 0,-1-1 0 0 0,0 0-1 0 0,-1 0 1 0 0,1-1 0 0 0,-1-1-1 0 0,0 0 1 0 0,0-1-1 0 0,-14 3 1 0 0,26-6 147 0 0,0 0-1 0 0,-1 0 0 0 0,1 0 1 0 0,0 0-1 0 0,0 0 1 0 0,-1 0-1 0 0,1 1 1 0 0,0-1-1 0 0,-1 0 1 0 0,1 0-1 0 0,0 0 0 0 0,0 0 1 0 0,-1 0-1 0 0,1 0 1 0 0,0-1-1 0 0,-1 1 1 0 0,1 0-1 0 0,0 0 1 0 0,0 0-1 0 0,-1 0 1 0 0,1 0-1 0 0,0 0 0 0 0,0 0 1 0 0,-1 0-1 0 0,1-1 1 0 0,0 1-1 0 0,0 0 1 0 0,0 0-1 0 0,-1 0 1 0 0,1-1-1 0 0,0 1 0 0 0,0 0 1 0 0,0 0-1 0 0,0 0 1 0 0,-1-1-1 0 0,1 1 1 0 0,0 0-1 0 0,0 0 1 0 0,0-1-1 0 0,0 1 1 0 0,0 0-1 0 0,0 0 0 0 0,0-1 1 0 0,0 1-1 0 0,0 0 1 0 0,0-1-1 0 0,0 1 1 0 0,0 0-1 0 0,0 0 1 0 0,0-1-1 0 0,0 1 0 0 0,0 0 1 0 0,0 0-1 0 0,0-1 1 0 0,0 1-1 0 0,0 0 1 0 0,0-1-1 0 0,0 1 1 0 0,1 0-1 0 0,-1-1 1 0 0,10-14-4756 0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12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329 104 460 0 0,'4'-4'889'0'0,"1"0"-1"0"0,-1 0 1 0 0,0-1-1 0 0,0 1 1 0 0,-1-1-1 0 0,1 0 1 0 0,-1 0 0 0 0,0 0-1 0 0,0 0 1 0 0,4-11-1 0 0,-7 15-779 0 0,0 0 0 0 0,0-1 0 0 0,1 1 0 0 0,-1 0 0 0 0,0 0 0 0 0,0 0 0 0 0,0 0 0 0 0,0 0 0 0 0,0 0 0 0 0,-1 0 0 0 0,1 0 0 0 0,0 0 0 0 0,0 0 0 0 0,-1 0 0 0 0,1 0 0 0 0,-1 0 0 0 0,1 0 0 0 0,-1 0 0 0 0,1 0 0 0 0,-1 0 0 0 0,1 0 0 0 0,-1 0 0 0 0,0 0 0 0 0,0 1 0 0 0,1-1 0 0 0,-1 0 0 0 0,-1-1 0 0 0,0 1 24 0 0,0 0 1 0 0,0-1-1 0 0,0 1 1 0 0,0 0-1 0 0,0 0 1 0 0,0 0-1 0 0,-1 0 1 0 0,1 0-1 0 0,0 1 1 0 0,-1-1-1 0 0,1 1 1 0 0,0-1-1 0 0,-4 1 1 0 0,-4 1 6 0 0,-1 0 0 0 0,1 1 0 0 0,-1 0 0 0 0,1 1 0 0 0,0 1 0 0 0,0-1 1 0 0,0 1-1 0 0,1 1 0 0 0,-1 0 0 0 0,1 0 0 0 0,0 1 0 0 0,0 0 0 0 0,-14 14 1 0 0,1 0-38 0 0,2 0 1 0 0,0 2 0 0 0,1 0-1 0 0,-15 26 1 0 0,23-32-67 0 0,0 1 1 0 0,2 0-1 0 0,-11 25 0 0 0,18-37-27 0 0,0 0 0 0 0,1-1-1 0 0,-1 1 1 0 0,1 0-1 0 0,0 0 1 0 0,0 1-1 0 0,0-1 1 0 0,1 0-1 0 0,0 0 1 0 0,0 0-1 0 0,0 0 1 0 0,1 0 0 0 0,-1 0-1 0 0,1 1 1 0 0,1-1-1 0 0,-1 0 1 0 0,4 9-1 0 0,-3-11-4 0 0,1 0-1 0 0,-1-1 1 0 0,0 1 0 0 0,1 0-1 0 0,0-1 1 0 0,-1 1-1 0 0,1-1 1 0 0,0 0-1 0 0,0 0 1 0 0,0 0 0 0 0,1-1-1 0 0,-1 1 1 0 0,0-1-1 0 0,1 0 1 0 0,-1 1-1 0 0,1-2 1 0 0,-1 1 0 0 0,1 0-1 0 0,-1-1 1 0 0,1 1-1 0 0,-1-1 1 0 0,1 0-1 0 0,0 0 1 0 0,-1-1 0 0 0,1 1-1 0 0,3-2 1 0 0,5 0-6 0 0,0 0 1 0 0,-1-1-1 0 0,0-1 1 0 0,1 0-1 0 0,-1 0 1 0 0,18-11-1 0 0,-15 6-23 0 0,0-1 0 0 0,-1 0 0 0 0,-1 0 0 0 0,0-1 0 0 0,0-1 0 0 0,-1 0 0 0 0,0-1 0 0 0,-1 0 0 0 0,10-17 0 0 0,-1-4 4 0 0,-1-2 0 0 0,22-62 0 0 0,-29 72 91 0 0,-11 26-71 0 0,0 0 1 0 0,0 0 0 0 0,0 0-1 0 0,0 0 1 0 0,0 0 0 0 0,0 0-1 0 0,0 0 1 0 0,0-1 0 0 0,0 1-1 0 0,0 0 1 0 0,0 0 0 0 0,0 0-1 0 0,0 0 1 0 0,0 0 0 0 0,0 0-1 0 0,0 0 1 0 0,0 0 0 0 0,0 0-1 0 0,0 0 1 0 0,0 0-1 0 0,0-1 1 0 0,0 1 0 0 0,1 0-1 0 0,-1 0 1 0 0,0 0 0 0 0,0 0-1 0 0,0 0 1 0 0,0 0 0 0 0,0 0-1 0 0,0 0 1 0 0,0 0 0 0 0,0 0-1 0 0,0 0 1 0 0,0 0 0 0 0,0 0-1 0 0,0 0 1 0 0,1 0 0 0 0,-1 0-1 0 0,0 0 1 0 0,0 0 0 0 0,0 0-1 0 0,0 0 1 0 0,0 0-1 0 0,0 0 1 0 0,0 0 0 0 0,0 0-1 0 0,0 0 1 0 0,0 0 0 0 0,0 0-1 0 0,1 0 1 0 0,-1 0 0 0 0,0 0-1 0 0,0 0 1 0 0,0 0 0 0 0,0 0-1 0 0,0 0 1 0 0,0 0 0 0 0,0 0-1 0 0,0 0 1 0 0,0 0 0 0 0,0 0-1 0 0,0 0 1 0 0,0 1-1 0 0,1-1 1 0 0,-3 15 56 0 0,-6 33 79 0 0,0-8-147 0 0,2 1 1 0 0,2 0-1 0 0,0 50 1 0 0,4-87-186 0 0,1 0 1 0 0,-1-1-1 0 0,1 1 1 0 0,0 0-1 0 0,0 0 0 0 0,0 0 1 0 0,0 0-1 0 0,1-1 1 0 0,-1 1-1 0 0,1-1 1 0 0,0 1-1 0 0,0-1 1 0 0,0 0-1 0 0,1 1 1 0 0,-1-1-1 0 0,1 0 1 0 0,0-1-1 0 0,0 1 1 0 0,4 3-1 0 0,-2-3-349 0 0,-1 0 0 0 0,1-1 0 0 0,1 1-1 0 0,-1-1 1 0 0,0 0 0 0 0,1-1 0 0 0,-1 1 0 0 0,1-1-1 0 0,-1 0 1 0 0,1 0 0 0 0,0-1 0 0 0,-1 1 0 0 0,7-2 0 0 0,12-1-3548 0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12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94 2056 0 0,'1'-4'486'0'0,"1"0"63"0"0,-1 0 1 0 0,0-1-1 0 0,0 1 1 0 0,0 0-1 0 0,-1 0 0 0 0,1 0 1 0 0,-1-1-1 0 0,0 1 1 0 0,0 0-1 0 0,-1-1 0 0 0,1 1 1 0 0,-1 0-1 0 0,0 0 1 0 0,0 0-1 0 0,-1 0 0 0 0,-2-8 1 0 0,3 11-460 0 0,0 0-1 0 0,0 0 1 0 0,0 0 0 0 0,-1 0 0 0 0,1 1 0 0 0,0-1 0 0 0,0 0 0 0 0,0 1 0 0 0,-1-1-1 0 0,1 1 1 0 0,0-1 0 0 0,-1 1 0 0 0,1-1 0 0 0,0 1 0 0 0,-1 0 0 0 0,1 0 0 0 0,-1 0-1 0 0,1 0 1 0 0,0 0 0 0 0,-1 0 0 0 0,1 0 0 0 0,-2 1 0 0 0,-2-1 86 0 0,1 1-1 0 0,-1 0 1 0 0,1 0 0 0 0,-1 0 0 0 0,-6 3-1 0 0,-2 3 11 0 0,1 1-1 0 0,1 0 0 0 0,0 1 0 0 0,0 0 0 0 0,0 1 0 0 0,1 0 0 0 0,1 0 1 0 0,0 1-1 0 0,0 0 0 0 0,-12 21 0 0 0,15-21-139 0 0,0 0 0 0 0,0 0 0 0 0,1 1 0 0 0,0 0 0 0 0,1 0 0 0 0,1 0-1 0 0,0 1 1 0 0,0-1 0 0 0,1 1 0 0 0,1-1 0 0 0,0 1 0 0 0,1 15 0 0 0,1-24-37 0 0,-1 0 1 0 0,1 0-1 0 0,0 0 1 0 0,0 0-1 0 0,0-1 0 0 0,0 1 1 0 0,1 0-1 0 0,0 0 1 0 0,-1-1-1 0 0,1 1 1 0 0,0-1-1 0 0,1 1 0 0 0,-1-1 1 0 0,1 0-1 0 0,0 0 1 0 0,-1 0-1 0 0,5 3 1 0 0,-2-3 2 0 0,0 0 0 0 0,0 0 0 0 0,0 0 0 0 0,1-1 0 0 0,-1 1 0 0 0,1-1 0 0 0,0-1 0 0 0,0 1 0 0 0,0-1 0 0 0,9 1 0 0 0,2-1 5 0 0,1-1 0 0 0,0 0 1 0 0,-1-2-1 0 0,1 0 0 0 0,-1-1 0 0 0,33-10 0 0 0,-30 6-29 0 0,-1 0 1 0 0,-1-2-1 0 0,1-1 0 0 0,-1 0 1 0 0,-1-1-1 0 0,0-1 0 0 0,0 0 1 0 0,-2-1-1 0 0,1-1 0 0 0,-2-1 0 0 0,0 0 1 0 0,0 0-1 0 0,-2-2 0 0 0,0 0 1 0 0,-1 0-1 0 0,0-1 0 0 0,-2 0 1 0 0,11-26-1 0 0,-18 37-5 0 0,0 1 0 0 0,-1-1 0 0 0,1 1-1 0 0,-2-1 1 0 0,2-10 0 0 0,-2 16 12 0 0,0-1 0 0 0,0 0 0 0 0,0 1-1 0 0,0-1 1 0 0,0 0 0 0 0,-1 0 0 0 0,1 1-1 0 0,0-1 1 0 0,-1 1 0 0 0,1-1 0 0 0,-1 0-1 0 0,0 1 1 0 0,0-1 0 0 0,1 1 0 0 0,-1-1 0 0 0,0 1-1 0 0,0 0 1 0 0,0-1 0 0 0,0 1 0 0 0,-1 0-1 0 0,1 0 1 0 0,0 0 0 0 0,0-1 0 0 0,-1 1-1 0 0,-2-1 1 0 0,1 1 7 0 0,0 1 0 0 0,1-1-1 0 0,-1 1 1 0 0,0 0 0 0 0,-1 0-1 0 0,1 0 1 0 0,0 0-1 0 0,0 0 1 0 0,1 1 0 0 0,-1-1-1 0 0,0 1 1 0 0,0 0 0 0 0,0 0-1 0 0,0 0 1 0 0,-5 3 0 0 0,-37 23 213 0 0,33-18-153 0 0,1 0-1 0 0,0 0 0 0 0,1 1 0 0 0,0 0 1 0 0,0 1-1 0 0,1 0 0 0 0,1 1 0 0 0,0 0 1 0 0,0 0-1 0 0,-7 18 0 0 0,12-25-47 0 0,1 0-1 0 0,0 0 0 0 0,1 1 0 0 0,-1-1 1 0 0,1 0-1 0 0,0 1 0 0 0,1-1 1 0 0,-1 1-1 0 0,1-1 0 0 0,0 1 0 0 0,0-1 1 0 0,1 1-1 0 0,0-1 0 0 0,0 0 1 0 0,0 1-1 0 0,0-1 0 0 0,1 0 1 0 0,0 0-1 0 0,0 1 0 0 0,0-2 0 0 0,1 1 1 0 0,0 0-1 0 0,0 0 0 0 0,0-1 1 0 0,0 0-1 0 0,1 1 0 0 0,0-1 0 0 0,-1 0 1 0 0,10 6-1 0 0,-2-2-69 0 0,0-1 0 0 0,1-1 0 0 0,0 1-1 0 0,0-2 1 0 0,1 0 0 0 0,-1 0 0 0 0,1-1 0 0 0,0-1-1 0 0,0 0 1 0 0,16 1 0 0 0,9 0-1416 0 0,0-2 0 0 0,51-4 0 0 0,-62 0-1627 0 0,48-11 0 0 0,-22 1-2178 0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13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240 454 760 0 0,'0'-62'10398'0'0,"-21"75"-9030"0"0,-97 128 789 0 0,102-119-2018 0 0,2 1 1 0 0,0 0-1 0 0,1 1 0 0 0,-17 46 0 0 0,27-61-108 0 0,0 0 0 0 0,1-1 0 0 0,0 1 0 0 0,1 1 0 0 0,0-1-1 0 0,0 11 1 0 0,1-17-22 0 0,0-1-1 0 0,0 0 1 0 0,0 1-1 0 0,1-1 1 0 0,-1 0-1 0 0,1 1 1 0 0,-1-1-1 0 0,1 0 1 0 0,0 1-1 0 0,0-1 1 0 0,0 0-1 0 0,0 0 1 0 0,1 0-1 0 0,-1 0 1 0 0,0 0-1 0 0,1 0 1 0 0,0-1-1 0 0,-1 1 1 0 0,1 0-1 0 0,0-1 1 0 0,0 1 0 0 0,0-1-1 0 0,0 0 1 0 0,0 1-1 0 0,0-1 1 0 0,0 0-1 0 0,0 0 1 0 0,5 1-1 0 0,7 1 6 0 0,0-1 1 0 0,0 0-1 0 0,1-1 0 0 0,-1 0 1 0 0,0-1-1 0 0,1-1 0 0 0,-1 0 0 0 0,26-7 1 0 0,1-1 21 0 0,68-28 1 0 0,-85 28-47 0 0,0-2-1 0 0,-1 0 1 0 0,-1-2 0 0 0,0 0-1 0 0,-1-2 1 0 0,0 0-1 0 0,30-30 1 0 0,-42 37-22 0 0,-1-2 0 0 0,1 1 0 0 0,-2-1 0 0 0,1 0 1 0 0,-2 0-1 0 0,1-1 0 0 0,-1 0 0 0 0,-1-1 0 0 0,0 1 0 0 0,0-1 0 0 0,-1 0 1 0 0,-1 0-1 0 0,0 0 0 0 0,-1 0 0 0 0,0-1 0 0 0,-1 1 0 0 0,0-22 0 0 0,-1 28 19 0 0,-1 0 0 0 0,0 1-1 0 0,0-1 1 0 0,0 0-1 0 0,-1 0 1 0 0,0 1-1 0 0,0-1 1 0 0,0 1-1 0 0,0 0 1 0 0,-1 0 0 0 0,0 0-1 0 0,0 0 1 0 0,-8-9-1 0 0,8 11 8 0 0,-1-1 0 0 0,0 1-1 0 0,0 0 1 0 0,0 1 0 0 0,0-1-1 0 0,-1 1 1 0 0,1-1 0 0 0,-1 1-1 0 0,1 1 1 0 0,-1-1 0 0 0,0 1-1 0 0,1-1 1 0 0,-1 2 0 0 0,0-1-1 0 0,0 0 1 0 0,0 1 0 0 0,-5 0-1 0 0,-7 1 3 0 0,0 1-1 0 0,0 0 0 0 0,0 1 0 0 0,1 1 0 0 0,-1 1 0 0 0,1 0 0 0 0,0 1 1 0 0,-21 12-1 0 0,9-4 27 0 0,1 3 0 0 0,0 0 0 0 0,-38 34 0 0 0,49-38 2 0 0,1 2 0 0 0,1 0 1 0 0,-19 24-1 0 0,29-35-17 0 0,1 1 1 0 0,0-1 0 0 0,0 1-1 0 0,1 0 1 0 0,-1-1 0 0 0,1 1 0 0 0,0 0-1 0 0,0 1 1 0 0,1-1 0 0 0,-1 0-1 0 0,1 0 1 0 0,0 1 0 0 0,1-1-1 0 0,-1 1 1 0 0,1-1 0 0 0,0 1-1 0 0,1-1 1 0 0,1 8 0 0 0,-1-9-5 0 0,1-1 1 0 0,0 1 0 0 0,0-1 0 0 0,0 1-1 0 0,0-1 1 0 0,1 0 0 0 0,-1 0-1 0 0,1 0 1 0 0,0 0 0 0 0,0-1 0 0 0,0 1-1 0 0,0-1 1 0 0,0 1 0 0 0,1-1-1 0 0,-1 0 1 0 0,1 0 0 0 0,0-1-1 0 0,-1 1 1 0 0,1-1 0 0 0,0 0 0 0 0,0 0-1 0 0,7 1 1 0 0,8 1 6 0 0,0 0 0 0 0,0-2 0 0 0,28 0 0 0 0,-2-3-17 0 0,1-1 0 0 0,-1-3-1 0 0,0-2 1 0 0,0-1 0 0 0,-1-3 0 0 0,0-1 0 0 0,69-32-1 0 0,-87 33-9 0 0,-1-2 1 0 0,0 0-1 0 0,-1-2 0 0 0,-1-1 0 0 0,0 0 0 0 0,-1-2 0 0 0,-1 0 0 0 0,-1-2 0 0 0,-1 0 0 0 0,-1-1 0 0 0,0-1 0 0 0,-2 0 0 0 0,19-36 0 0 0,-23 32 1 0 0,0 0-1 0 0,-2 0 0 0 0,0-1 0 0 0,-2-1 0 0 0,-1 1 0 0 0,-2-1 0 0 0,-1 0 0 0 0,1-42 0 0 0,-7 48-18 0 0,2 21 6 0 0,-3 4 9 0 0,0 0 21 0 0,1 0 1 0 0,-1 0-1 0 0,1 0 1 0 0,0 1-1 0 0,0-1 1 0 0,0 1-1 0 0,0-1 0 0 0,1 1 1 0 0,-1 0-1 0 0,0-1 1 0 0,0 5-1 0 0,-15 40 31 0 0,11-30-23 0 0,-86 330 947 0 0,24 8 176 0 0,36-178-593 0 0,-12 73 197 0 0,-58 273 276 0 0,91-480-948 0 0,-1 0-1 0 0,-3 0 0 0 0,-29 60 0 0 0,36-87-35 0 0,-2 0 0 0 0,0-1 0 0 0,0-1 0 0 0,-24 26 0 0 0,26-33-6 0 0,0 1-1 0 0,-1-1 1 0 0,0 0 0 0 0,0-1-1 0 0,-1 0 1 0 0,1-1 0 0 0,-1 0-1 0 0,-20 7 1 0 0,24-10-8 0 0,0 0 0 0 0,0-1 1 0 0,0 0-1 0 0,-1 0 0 0 0,1 0 1 0 0,0-1-1 0 0,-1 1 0 0 0,1-2 1 0 0,-1 1-1 0 0,1-1 0 0 0,0 0 1 0 0,0 0-1 0 0,-1-1 0 0 0,1 0 1 0 0,0 0-1 0 0,0 0 0 0 0,0-1 1 0 0,1 0-1 0 0,-1 0 0 0 0,1 0 1 0 0,-1-1-1 0 0,1 1 0 0 0,-7-8 1 0 0,5 4 0 0 0,1-1 0 0 0,-1 1 0 0 0,2-1 1 0 0,-1 0-1 0 0,1-1 0 0 0,0 1 0 0 0,1-1 1 0 0,0 0-1 0 0,0 0 0 0 0,1-1 0 0 0,0 1 1 0 0,1 0-1 0 0,0-1 0 0 0,-1-16 1 0 0,3 4-15 0 0,0 0 1 0 0,2 0 0 0 0,1 0 0 0 0,0 1 0 0 0,2-1 0 0 0,0 1 0 0 0,1 0 0 0 0,1 0 0 0 0,2 1 0 0 0,12-25 0 0 0,2 5-15 0 0,1 0 0 0 0,2 2 0 0 0,56-64 0 0 0,-39 54-12 0 0,3 3-1 0 0,1 2 1 0 0,2 2-1 0 0,75-48 1 0 0,-83 64-974 0 0,2 2 0 0 0,54-21 0 0 0,-59 29-1436 0 0,1 3 0 0 0,0 1 0 0 0,41-6 1 0 0,-55 13-2829 0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14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98 803 2652 0 0,'-9'4'1305'0'0,"0"0"0"0"0,1 0 0 0 0,0 1 0 0 0,-1 0 1 0 0,2 0-1 0 0,-15 13 0 0 0,20-15-1209 0 0,-1 0 1 0 0,1-1 0 0 0,-1 1 0 0 0,1 0 0 0 0,0 1 0 0 0,0-1-1 0 0,1 0 1 0 0,-1 1 0 0 0,1-1 0 0 0,0 1 0 0 0,-1-1 0 0 0,2 1-1 0 0,-1-1 1 0 0,0 1 0 0 0,1 0 0 0 0,-1 0 0 0 0,1-1 0 0 0,0 1-1 0 0,0 0 1 0 0,1-1 0 0 0,0 5 0 0 0,0-4-70 0 0,0-1 1 0 0,0 0-1 0 0,0 1 0 0 0,0-1 0 0 0,0 0 1 0 0,1 0-1 0 0,0 0 0 0 0,-1 0 1 0 0,1 0-1 0 0,0 0 0 0 0,1-1 1 0 0,-1 1-1 0 0,0-1 0 0 0,1 1 1 0 0,-1-1-1 0 0,1 0 0 0 0,0 0 0 0 0,0 0 1 0 0,0 0-1 0 0,0 0 0 0 0,0-1 1 0 0,0 1-1 0 0,0-1 0 0 0,1 0 1 0 0,-1 0-1 0 0,0 0 0 0 0,1-1 1 0 0,-1 1-1 0 0,0-1 0 0 0,1 0 0 0 0,5 0 1 0 0,4 0-2 0 0,0-1 0 0 0,1 0 1 0 0,-1-1-1 0 0,0 0 0 0 0,0-1 0 0 0,0-1 1 0 0,12-5-1 0 0,-8 1-16 0 0,0 0 0 0 0,-1-1 0 0 0,0-1 0 0 0,0-1 0 0 0,-1 0 1 0 0,-1-1-1 0 0,0 0 0 0 0,0-2 0 0 0,-1 1 0 0 0,-1-2 0 0 0,-1 1 0 0 0,0-2 0 0 0,0 1 0 0 0,9-22 0 0 0,3-9-70 0 0,-3-1 0 0 0,-1-2 0 0 0,23-96 0 0 0,-25 70 19 0 0,-3-1 1 0 0,-3-1 0 0 0,0-113-1 0 0,-11 187 39 0 0,1-2-14 0 0,-1 1 0 0 0,0-1 0 0 0,0 1 1 0 0,-1-1-1 0 0,1 0 0 0 0,-1 1 0 0 0,0-1 0 0 0,-1 1 1 0 0,-1-7-1 0 0,2 11 14 0 0,1-1 0 0 0,-1 1 0 0 0,1-1 0 0 0,-1 1 0 0 0,0 0 0 0 0,1-1 0 0 0,-1 1 0 0 0,1 0 0 0 0,-1 0 0 0 0,0-1 0 0 0,1 1 0 0 0,-1 0 0 0 0,0 0 0 0 0,1 0 0 0 0,-1 0 0 0 0,0 0 0 0 0,1 0 0 0 0,-1 0 0 0 0,0 0 0 0 0,1 0 0 0 0,-1 0 0 0 0,0 0 0 0 0,1 0 0 0 0,-1 0 0 0 0,0 1 0 0 0,1-1 0 0 0,-1 0 0 0 0,0 0 0 0 0,1 1 0 0 0,-1-1 0 0 0,1 1 0 0 0,-1-1 0 0 0,1 0 0 0 0,-1 1 0 0 0,1-1 0 0 0,-1 1 0 0 0,1-1 0 0 0,-1 1 0 0 0,1-1 0 0 0,0 1 0 0 0,-1 1 0 0 0,-20 25-20 0 0,21-26 22 0 0,-31 53 26 0 0,4 0-1 0 0,1 2 0 0 0,-22 74 1 0 0,29-74 62 0 0,2 1 1 0 0,-15 99 0 0 0,29-135-71 0 0,1 0 0 0 0,1 0 0 0 0,1-1 1 0 0,0 1-1 0 0,2 0 0 0 0,1 0 0 0 0,0 0 0 0 0,1-1 1 0 0,2 1-1 0 0,0-1 0 0 0,10 22 0 0 0,-12-34-7 0 0,0-1 0 0 0,0 0 0 0 0,0 0 0 0 0,1-1-1 0 0,0 1 1 0 0,1-1 0 0 0,0 0 0 0 0,0 0 0 0 0,0-1-1 0 0,0 0 1 0 0,1 0 0 0 0,0-1 0 0 0,0 1 0 0 0,0-1-1 0 0,12 4 1 0 0,-10-5-6 0 0,0 0 0 0 0,1-1 0 0 0,-1 0-1 0 0,1 0 1 0 0,-1-1 0 0 0,1-1 0 0 0,-1 1 0 0 0,1-2-1 0 0,0 1 1 0 0,-1-1 0 0 0,1-1 0 0 0,-1 0 0 0 0,11-3-1 0 0,1-2-71 0 0,-1-2 0 0 0,0 0-1 0 0,0-2 1 0 0,0 0-1 0 0,-2-1 1 0 0,1 0 0 0 0,-2-2-1 0 0,1 0 1 0 0,-2-1-1 0 0,0-1 1 0 0,-1 0 0 0 0,23-34-1 0 0,-5 2-241 0 0,-3-2-1 0 0,-2-1 1 0 0,37-92 0 0 0,-45 95 274 0 0,-3 0 0 0 0,-1-1 0 0 0,-3 0 0 0 0,-2-1 0 0 0,5-61 0 0 0,-15 109 35 0 0,-1 1 1 0 0,0 0 0 0 0,0 0-1 0 0,0-1 1 0 0,0 1 0 0 0,0 0-1 0 0,0 0 1 0 0,0-1 0 0 0,0 1-1 0 0,0 0 1 0 0,0 0 0 0 0,-1-1-1 0 0,1 1 1 0 0,0 0-1 0 0,-1 0 1 0 0,1 0 0 0 0,-2-2-1 0 0,1 3 1 0 0,1 0 0 0 0,-1 0 0 0 0,1 0 1 0 0,-1 0-1 0 0,0 1 0 0 0,1-1 0 0 0,-1 0 0 0 0,1 0 0 0 0,-1 1 0 0 0,1-1 0 0 0,-1 0 0 0 0,1 0 0 0 0,-1 1 0 0 0,1-1 0 0 0,-1 1 0 0 0,1-1 0 0 0,0 0 0 0 0,-1 1 0 0 0,1-1 0 0 0,0 1 0 0 0,-1-1 0 0 0,1 1 0 0 0,0-1 1 0 0,-1 2-1 0 0,-23 43 19 0 0,-7 43 278 0 0,-27 126 0 0 0,-7 133 360 0 0,66-314-401 0 0,-1-31-215 0 0,3-3-2 0 0,1 0-32 0 0,0 0 0 0 0,0 0 0 0 0,-1-1-1 0 0,1 1 1 0 0,0-1 0 0 0,-1 0 0 0 0,1 0-1 0 0,-1-1 1 0 0,1 1 0 0 0,-1-1 0 0 0,5-4-1 0 0,37-42-10 0 0,-24 25-7 0 0,-12 14-20 0 0,0 0 0 0 0,1 0 0 0 0,1 1 1 0 0,-1 1-1 0 0,2-1 0 0 0,-1 2 1 0 0,1 0-1 0 0,0 0 0 0 0,15-5 0 0 0,-21 11 1 0 0,21 0 18 0 0,-20 4 11 0 0,-3 0-2 0 0,-1-1 4 0 0,0 0 0 0 0,0 0 0 0 0,0 0 0 0 0,0 0 0 0 0,-1 1 0 0 0,1-1 0 0 0,-1 1 0 0 0,1-1-1 0 0,-1 1 1 0 0,0 0 0 0 0,0 0 0 0 0,0 0 0 0 0,0 0 0 0 0,-1 0 0 0 0,1 1 0 0 0,1 6 0 0 0,2 5 8 0 0,-2 1 1 0 0,4 24-1 0 0,-4-20 0 0 0,1 12 9 0 0,-3-21-5 0 0,0 1 0 0 0,1 0 1 0 0,1-1-1 0 0,0 1 0 0 0,0-1 0 0 0,9 20 0 0 0,-10-29-6 0 0,0 1 0 0 0,-1-1 0 0 0,1 0-1 0 0,0 0 1 0 0,1 0 0 0 0,-1-1-1 0 0,0 1 1 0 0,0 0 0 0 0,1-1 0 0 0,-1 0-1 0 0,1 1 1 0 0,-1-1 0 0 0,1 0 0 0 0,0 0-1 0 0,0 0 1 0 0,-1-1 0 0 0,1 1-1 0 0,0-1 1 0 0,0 1 0 0 0,-1-1 0 0 0,1 0-1 0 0,0 0 1 0 0,0 0 0 0 0,0-1 0 0 0,0 1-1 0 0,4-2 1 0 0,2 1 4 0 0,0-2-1 0 0,1 1 1 0 0,-1-2 0 0 0,0 1-1 0 0,0-1 1 0 0,13-8-1 0 0,-1-2 1 0 0,0-2 0 0 0,-1 0-1 0 0,-1-1 1 0 0,0-1-1 0 0,-2-1 1 0 0,25-33 0 0 0,-15 13-74 0 0,-2 0 1 0 0,34-75 0 0 0,-54 104 133 0 0,-1-1-1 0 0,0 1 1 0 0,-1-1-1 0 0,0 0 1 0 0,0 1-1 0 0,0-17 0 0 0,-2 26-66 0 0,-1 0 0 0 0,0 1 0 0 0,0-1 0 0 0,0 0 0 0 0,0 0-1 0 0,0 1 1 0 0,0-1 0 0 0,0 0 0 0 0,0 0 0 0 0,0 1-1 0 0,0-1 1 0 0,-1 0 0 0 0,1 0 0 0 0,0 1 0 0 0,0-1 0 0 0,-1 0-1 0 0,1 1 1 0 0,0-1 0 0 0,-1 0 0 0 0,1 1 0 0 0,-1-1 0 0 0,1 0-1 0 0,-1 1 1 0 0,1-1 0 0 0,-1 1 0 0 0,1-1 0 0 0,-1 1-1 0 0,0-1 1 0 0,1 1 0 0 0,-1 0 0 0 0,0-1 0 0 0,1 1 0 0 0,-1 0-1 0 0,0-1 1 0 0,1 1 0 0 0,-1 0 0 0 0,0 0 0 0 0,0 0 0 0 0,1-1-1 0 0,-1 1 1 0 0,0 0 0 0 0,0 0 0 0 0,1 0 0 0 0,-1 0-1 0 0,0 1 1 0 0,0-1 0 0 0,0 0 0 0 0,1 0 0 0 0,-1 0 0 0 0,0 0-1 0 0,1 1 1 0 0,-1-1 0 0 0,0 0 0 0 0,1 1 0 0 0,-1-1 0 0 0,0 1-1 0 0,0 0 1 0 0,-4 1 11 0 0,0 1-1 0 0,0 0 1 0 0,1 1-1 0 0,-1-1 1 0 0,1 1 0 0 0,-5 4-1 0 0,1 3 10 0 0,0 0-1 0 0,0 0 1 0 0,1 1 0 0 0,1 0-1 0 0,0 0 1 0 0,1 1 0 0 0,0 0-1 0 0,1 0 1 0 0,-5 26 0 0 0,6-24-1 0 0,1 1 1 0 0,1-1-1 0 0,0 1 1 0 0,1-1-1 0 0,1 1 1 0 0,0 0-1 0 0,1-1 1 0 0,6 23-1 0 0,-7-34-14 0 0,1 1 0 0 0,0-1 0 0 0,-1 0 0 0 0,2 0 0 0 0,-1 0 0 0 0,0 0 0 0 0,1 0 0 0 0,0 0 0 0 0,0 0 0 0 0,0-1 0 0 0,0 0 0 0 0,0 1-1 0 0,1-1 1 0 0,-1 0 0 0 0,6 2 0 0 0,-2-1 6 0 0,-1-1 0 0 0,1 0-1 0 0,0 0 1 0 0,0 0 0 0 0,1-1 0 0 0,-1-1-1 0 0,0 1 1 0 0,14 0 0 0 0,-4-1-279 0 0,0-1 0 0 0,0-1-1 0 0,0-1 1 0 0,-1 0 0 0 0,1-1 0 0 0,-1-1 0 0 0,29-10 0 0 0,-29 7-1076 0 0,0-1 0 0 0,-1 0 0 0 0,1-1 0 0 0,26-20 1 0 0,-8-1-3875 0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15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21 2120 0 0,'-93'10'4793'0'0,"43"-6"-1661"0"0,-67 16 0 0 0,106-16-2363 0 0,16-2-296 0 0,16-2-278 0 0,177-26-2453 0 0,-127 16 281 0 0,3-1-1375 0 0,12-3-1271 0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15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1916 0 0,'4'-5'423'0'0,"1"0"0"0"0,-1 1 0 0 0,1-1 0 0 0,1 1 0 0 0,-1 0 0 0 0,0 1 0 0 0,1-1 0 0 0,0 1 0 0 0,-1 0 0 0 0,1 1 0 0 0,1 0 0 0 0,8-3 0 0 0,-6 3-159 0 0,1 1 0 0 0,0-1 0 0 0,-1 2 0 0 0,1 0 0 0 0,0 0 0 0 0,-1 0 0 0 0,18 4 0 0 0,-10 0-134 0 0,1 1 0 0 0,-1 0-1 0 0,0 2 1 0 0,-1 0-1 0 0,0 0 1 0 0,0 2-1 0 0,0 0 1 0 0,23 18 0 0 0,-31-20-19 0 0,0 0 0 0 0,-1 0 0 0 0,0 1 0 0 0,0-1 0 0 0,-1 1 1 0 0,1 1-1 0 0,-2-1 0 0 0,1 1 0 0 0,-2 0 0 0 0,7 14 0 0 0,-10-19-21 0 0,1 1 0 0 0,-1-1-1 0 0,0 1 1 0 0,0-1 0 0 0,-1 1-1 0 0,1 0 1 0 0,-1-1 0 0 0,0 1-1 0 0,0-1 1 0 0,0 1 0 0 0,-1 0 0 0 0,0-1-1 0 0,0 1 1 0 0,0-1 0 0 0,0 1-1 0 0,-1-1 1 0 0,1 1 0 0 0,-1-1-1 0 0,-1 0 1 0 0,1 0 0 0 0,0 0-1 0 0,-1 0 1 0 0,0-1 0 0 0,0 1-1 0 0,-4 4 1 0 0,6-7-56 0 0,1-1 0 0 0,-1 1 0 0 0,1 0 0 0 0,-1 0 0 0 0,0 0 0 0 0,1 0 0 0 0,-1-1 0 0 0,0 1 0 0 0,0 0 0 0 0,0-1 0 0 0,0 1 0 0 0,0-1 0 0 0,0 1 0 0 0,1-1 0 0 0,-1 1 0 0 0,0-1 0 0 0,0 0 0 0 0,-1 1 0 0 0,1-1 0 0 0,0 0 0 0 0,0 0 1 0 0,0 0-1 0 0,0 0 0 0 0,0 0 0 0 0,0 0 0 0 0,0 0 0 0 0,0 0 0 0 0,0 0 0 0 0,0 0 0 0 0,0 0 0 0 0,-1-1 0 0 0,1-1-27 0 0,1 0 0 0 0,-1 0 1 0 0,1 1-1 0 0,-1-1 1 0 0,1 0-1 0 0,0 0 0 0 0,0 0 1 0 0,0 0-1 0 0,0 1 1 0 0,0-1-1 0 0,0 0 0 0 0,1 0 1 0 0,-1 0-1 0 0,2-2 0 0 0,1-7-17 0 0,1-1-1 0 0,1 2 1 0 0,0-1-1 0 0,0 0 0 0 0,1 1 1 0 0,0 0-1 0 0,9-10 1 0 0,-3 5-17 0 0,1 0 0 0 0,1 1 0 0 0,23-19 0 0 0,-29 27 18 0 0,1 0 1 0 0,-1 1-1 0 0,2 0 0 0 0,-1 0 0 0 0,0 1 0 0 0,1 0 0 0 0,0 1 0 0 0,0 0 0 0 0,0 1 0 0 0,0 0 0 0 0,1 0 0 0 0,-1 1 0 0 0,0 0 0 0 0,1 1 0 0 0,-1 0 1 0 0,0 1-1 0 0,1 0 0 0 0,17 4 0 0 0,-19-2 21 0 0,0-1-1 0 0,1 2 1 0 0,-1-1 0 0 0,-1 1 0 0 0,1 0 0 0 0,-1 1-1 0 0,1 0 1 0 0,-1 0 0 0 0,-1 1 0 0 0,1 0-1 0 0,-1 1 1 0 0,0-1 0 0 0,0 1 0 0 0,-1 1 0 0 0,0-1-1 0 0,0 1 1 0 0,-1 0 0 0 0,0 0 0 0 0,0 1 0 0 0,4 12-1 0 0,-7-17 9 0 0,-1 0-1 0 0,1 0 1 0 0,-1 0-1 0 0,-1 0 0 0 0,1 0 1 0 0,0 0-1 0 0,-1 0 0 0 0,0 0 1 0 0,0 0-1 0 0,0 0 0 0 0,0 0 1 0 0,-1 0-1 0 0,0 0 1 0 0,0 0-1 0 0,0 0 0 0 0,0 0 1 0 0,0 0-1 0 0,-1 0 0 0 0,0-1 1 0 0,-4 8-1 0 0,5-9 4 0 0,0-2-22 0 0,1 0 0 0 0,-1 0-1 0 0,1 0 1 0 0,0 0 0 0 0,-1 1 0 0 0,1-1 0 0 0,-1 0 0 0 0,1 0 0 0 0,-1 0-1 0 0,1 0 1 0 0,-1 0 0 0 0,1 0 0 0 0,-1 0 0 0 0,1 0 0 0 0,-1 0 0 0 0,1 0 0 0 0,0-1-1 0 0,-1 1 1 0 0,1 0 0 0 0,-1 0 0 0 0,1 0 0 0 0,-1 0 0 0 0,1-1 0 0 0,0 1-1 0 0,-1 0 1 0 0,1-1 0 0 0,0 1 0 0 0,-1 0 0 0 0,1 0 0 0 0,0-1 0 0 0,-1 1 0 0 0,1-1-1 0 0,0 1 1 0 0,-1 0 0 0 0,1-1 0 0 0,0 1 0 0 0,0-1 0 0 0,0 1 0 0 0,-1 0 0 0 0,1-1-1 0 0,0 1 1 0 0,0-2 0 0 0,0-7-11 0 0,0 0 0 0 0,1 0-1 0 0,1-1 1 0 0,-1 1 0 0 0,1 0-1 0 0,1 0 1 0 0,-1 0 0 0 0,2 1 0 0 0,-1-1-1 0 0,1 1 1 0 0,1-1 0 0 0,7-10-1 0 0,2-3-26 0 0,2 0 0 0 0,1 1 0 0 0,23-22 0 0 0,-26 30 7 0 0,0 0 0 0 0,1 0 1 0 0,1 2-1 0 0,0 0 0 0 0,0 1 0 0 0,28-13 0 0 0,-37 19 24 0 0,1 1 1 0 0,-1 1-1 0 0,1-1 0 0 0,-1 1 1 0 0,1 0-1 0 0,0 1 0 0 0,-1 0 1 0 0,1 0-1 0 0,0 1 0 0 0,0 0 1 0 0,0 0-1 0 0,0 1 0 0 0,0 0 1 0 0,-1 0-1 0 0,1 1 0 0 0,0 0 1 0 0,-1 0-1 0 0,13 6 0 0 0,-16-6 13 0 0,0 1 0 0 0,0-1 0 0 0,0 1 0 0 0,0 0 0 0 0,0 0 0 0 0,-1 0 0 0 0,1 0 0 0 0,-1 1 0 0 0,0 0 0 0 0,0-1 0 0 0,0 1 0 0 0,0 0 0 0 0,-1 0 0 0 0,0 1 0 0 0,0-1 0 0 0,0 1 0 0 0,0-1 0 0 0,-1 1 0 0 0,3 8 0 0 0,-3 2 62 0 0,0 1 1 0 0,0-1-1 0 0,-2 1 1 0 0,-3 26 0 0 0,2-27-460 0 0,1 0-1 0 0,0 0 1 0 0,1 0 0 0 0,2 25 0 0 0,-1-37 204 0 0,0-1 0 0 0,0 1 1 0 0,0 0-1 0 0,0-1 0 0 0,0 1 0 0 0,0-1 1 0 0,1 1-1 0 0,-1-1 0 0 0,1 0 0 0 0,0 0 1 0 0,0 1-1 0 0,-1-1 0 0 0,1-1 0 0 0,1 1 1 0 0,-1 0-1 0 0,0 0 0 0 0,0-1 0 0 0,1 1 1 0 0,-1-1-1 0 0,1 0 0 0 0,-1 1 0 0 0,4 0 0 0 0,2 0-520 0 0,0 0-1 0 0,1 0 0 0 0,-1 0 0 0 0,0-1 0 0 0,1 0 1 0 0,9-1-1 0 0,6-1-1407 0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17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233 843 32 0 0,'5'-6'904'0'0,"48"-64"4403"0"0,-48 63-4716 0 0,0-1 1 0 0,-1 0-1 0 0,0 0 0 0 0,-1-1 1 0 0,1 1-1 0 0,-1-1 0 0 0,2-12 1 0 0,-5 19-499 0 0,1 0 1 0 0,-1 0-1 0 0,0 1 1 0 0,0-1-1 0 0,0 0 1 0 0,0 0-1 0 0,0 1 1 0 0,-1-1-1 0 0,1 0 1 0 0,0 0-1 0 0,-1 1 1 0 0,-1-4 0 0 0,2 4-53 0 0,-1 0 0 0 0,1 0 1 0 0,-1 1-1 0 0,1-1 0 0 0,-1 0 1 0 0,0 1-1 0 0,1-1 1 0 0,-1 1-1 0 0,0-1 0 0 0,0 0 1 0 0,1 1-1 0 0,-1 0 1 0 0,0-1-1 0 0,0 1 0 0 0,0-1 1 0 0,1 1-1 0 0,-1 0 1 0 0,-2-1-1 0 0,0 1 20 0 0,-1 0-1 0 0,0 0 1 0 0,0 0 0 0 0,0 1-1 0 0,1-1 1 0 0,-1 1 0 0 0,0 0-1 0 0,1 0 1 0 0,-1 0 0 0 0,-4 3-1 0 0,-14 7 39 0 0,0 0-1 0 0,2 2 0 0 0,-1 0 1 0 0,2 2-1 0 0,0 0 0 0 0,1 1 1 0 0,0 0-1 0 0,1 2 1 0 0,1 0-1 0 0,1 1 0 0 0,0 0 1 0 0,-12 24-1 0 0,25-41-83 0 0,1 0 0 0 0,0 1 1 0 0,-1-1-1 0 0,1 1 0 0 0,0 0 0 0 0,0-1 0 0 0,0 1 0 0 0,1 0 1 0 0,-1 0-1 0 0,1-1 0 0 0,-1 1 0 0 0,1 0 0 0 0,0 0 0 0 0,0 0 1 0 0,0-1-1 0 0,1 1 0 0 0,-1 0 0 0 0,1 0 0 0 0,0 3 1 0 0,0-5-10 0 0,0 1 1 0 0,1 0 0 0 0,-1-1 0 0 0,0 1 0 0 0,1-1 0 0 0,-1 1 0 0 0,1-1 0 0 0,-1 0 0 0 0,1 1 0 0 0,-1-1 0 0 0,1 0 0 0 0,0 0-1 0 0,0 0 1 0 0,0 0 0 0 0,-1-1 0 0 0,1 1 0 0 0,0 0 0 0 0,0-1 0 0 0,0 0 0 0 0,0 1 0 0 0,0-1 0 0 0,0 0 0 0 0,0 0 0 0 0,0 0-1 0 0,3 0 1 0 0,2-1-11 0 0,0 1-1 0 0,0-2 1 0 0,0 1-1 0 0,0-1 1 0 0,0 0-1 0 0,0 0 1 0 0,0-1-1 0 0,-1 0 1 0 0,1 0-1 0 0,-1 0 1 0 0,11-8-1 0 0,4-5-78 0 0,34-34 1 0 0,-40 36 51 0 0,64-68-104 0 0,-79 81 133 0 0,1 1 0 0 0,-1 0 0 0 0,0-1-1 0 0,1 1 1 0 0,-1-1 0 0 0,1 1 0 0 0,-1 0 0 0 0,1-1 0 0 0,-1 1-1 0 0,1 0 1 0 0,-1-1 0 0 0,1 1 0 0 0,-1 0 0 0 0,1 0 0 0 0,-1-1-1 0 0,1 1 1 0 0,-1 0 0 0 0,1 0 0 0 0,-1 0 0 0 0,1 0 0 0 0,-1 0-1 0 0,1 0 1 0 0,0 0 0 0 0,-1 0 0 0 0,1 0 0 0 0,-1 0 0 0 0,1 0-1 0 0,-1 0 1 0 0,1 0 0 0 0,0 1 0 0 0,0 0 3 0 0,0-1 1 0 0,0 1-1 0 0,0 0 1 0 0,0 0-1 0 0,-1 0 1 0 0,1 0-1 0 0,0 0 1 0 0,-1 0-1 0 0,1 0 1 0 0,-1 1-1 0 0,1-1 1 0 0,-1 0-1 0 0,1 2 1 0 0,4 37 83 0 0,-5-36-78 0 0,0 13 54 0 0,0 0 0 0 0,1-1 0 0 0,1 1 0 0 0,5 18 0 0 0,-7-31-48 0 0,1 0-1 0 0,1 0 1 0 0,-1-1 0 0 0,0 1-1 0 0,1-1 1 0 0,0 1 0 0 0,0-1-1 0 0,0 0 1 0 0,0 0 0 0 0,0 1-1 0 0,1-2 1 0 0,-1 1 0 0 0,1 0 0 0 0,0 0-1 0 0,0-1 1 0 0,0 1 0 0 0,0-1-1 0 0,0 0 1 0 0,1 0 0 0 0,-1 0-1 0 0,1-1 1 0 0,-1 1 0 0 0,8 1-1 0 0,0 0-2 0 0,0-1 0 0 0,1-1 0 0 0,-1 0-1 0 0,0-1 1 0 0,1 0 0 0 0,-1 0 0 0 0,1-1-1 0 0,-1-1 1 0 0,0 0 0 0 0,22-6 0 0 0,-18 2-15 0 0,-1 0 0 0 0,1-1 0 0 0,-1-1 0 0 0,0 0 0 0 0,-1-1 0 0 0,0 0 0 0 0,13-12 0 0 0,-1-4-100 0 0,-1-1 1 0 0,-1 0 0 0 0,-1-2 0 0 0,-2-1-1 0 0,0 0 1 0 0,21-46 0 0 0,3-20-74 0 0,-5-2 0 0 0,-4-1 0 0 0,28-132 0 0 0,-36 91 701 0 0,-25 123-507 0 0,-1 15 20 0 0,-4-1-6 0 0,3 2-29 0 0,0 0 0 0 0,0 0 0 0 0,0 0 1 0 0,0-1-1 0 0,0 1 0 0 0,0 0 0 0 0,-1 0 0 0 0,1 0 1 0 0,0 0-1 0 0,0 0 0 0 0,0-1 0 0 0,0 1 1 0 0,-1 0-1 0 0,1 0 0 0 0,0 0 0 0 0,0 0 1 0 0,0 0-1 0 0,-1 0 0 0 0,1 0 0 0 0,0 0 1 0 0,0 0-1 0 0,0 0 0 0 0,-1 0 0 0 0,1 0 1 0 0,0 0-1 0 0,0 0 0 0 0,0 0 0 0 0,-1 0 1 0 0,1 0-1 0 0,0 0 0 0 0,0 0 0 0 0,0 0 1 0 0,-1 0-1 0 0,1 0 0 0 0,0 0 0 0 0,0 0 1 0 0,0 0-1 0 0,0 1 0 0 0,-1-1 0 0 0,1 0 1 0 0,0 0-1 0 0,0 0 0 0 0,0 0 0 0 0,0 0 1 0 0,-1 1-1 0 0,1-1 0 0 0,-29 64 61 0 0,-31 99 1 0 0,-8 75 193 0 0,67-234-248 0 0,-51 215 405 0 0,46-184-348 0 0,1-1 1 0 0,2 1-1 0 0,2 0 1 0 0,3 48-1 0 0,0-72-47 0 0,0 1 0 0 0,0 0 1 0 0,1-1-1 0 0,1 0 0 0 0,0 0 0 0 0,0 0 0 0 0,1 0 0 0 0,1 0 0 0 0,-1-1 0 0 0,2 0 0 0 0,-1 0 0 0 0,2-1 0 0 0,-1 0 0 0 0,12 10 0 0 0,-14-14-7 0 0,1 0-1 0 0,0 0 1 0 0,0-1 0 0 0,0 1 0 0 0,1-2 0 0 0,0 1 0 0 0,-1-1 0 0 0,1 0 0 0 0,0 0 0 0 0,1-1 0 0 0,-1 0 0 0 0,0 0 0 0 0,1-1-1 0 0,-1 0 1 0 0,1 0 0 0 0,-1-1 0 0 0,1 0 0 0 0,-1 0 0 0 0,1-1 0 0 0,-1 0 0 0 0,1 0 0 0 0,-1 0 0 0 0,10-4 0 0 0,-4-1-5 0 0,0 1 1 0 0,0-2-1 0 0,-1 0 1 0 0,0 0-1 0 0,-1-1 1 0 0,1-1-1 0 0,-1 0 1 0 0,-1 0 0 0 0,0-1-1 0 0,0-1 1 0 0,-1 1-1 0 0,11-18 1 0 0,-1 0-33 0 0,-2-1 1 0 0,-1-1-1 0 0,-2 0 0 0 0,13-36 1 0 0,-20 44 149 0 0,-1 0 1 0 0,-1-1 0 0 0,-1 0-1 0 0,0 0 1 0 0,-1-46-1 0 0,-2 64-92 0 0,-1 5-31 0 0,0-1 1 0 0,0 0-1 0 0,0 0 0 0 0,0 0 0 0 0,-1 1 1 0 0,1-1-1 0 0,0 0 0 0 0,0 0 0 0 0,-1 0 1 0 0,1 1-1 0 0,0-1 0 0 0,-1 0 0 0 0,1 0 0 0 0,-1 1 1 0 0,1-1-1 0 0,-1 0 0 0 0,1 1 0 0 0,-1-1 1 0 0,1 1-1 0 0,-1-1 0 0 0,0 1 0 0 0,1-1 1 0 0,-1 1-1 0 0,0-1 0 0 0,0 0 0 0 0,-3 1 3 0 0,-5 4 0 0 0,1 6 4 0 0,6-6-2 0 0,0 0 1 0 0,1 0-1 0 0,-1 0 0 0 0,1 0 0 0 0,-1 0 0 0 0,1 1 1 0 0,1-1-1 0 0,-1 1 0 0 0,0-1 0 0 0,1 0 0 0 0,0 1 0 0 0,0-1 1 0 0,1 1-1 0 0,-1-1 0 0 0,1 1 0 0 0,0-1 0 0 0,0 0 1 0 0,0 1-1 0 0,1-1 0 0 0,-1 0 0 0 0,1 0 0 0 0,0 0 0 0 0,5 7 1 0 0,-2-4-13 0 0,0-1 0 0 0,0 0 1 0 0,1 0-1 0 0,0-1 1 0 0,0 0-1 0 0,0 0 1 0 0,0 0-1 0 0,1-1 1 0 0,0 0-1 0 0,0 0 0 0 0,0 0 1 0 0,13 3-1 0 0,-2-1-225 0 0,1-1-1 0 0,0-1 1 0 0,0-1-1 0 0,0 0 1 0 0,1-1-1 0 0,-1-2 1 0 0,37-2-1 0 0,-47 0 144 0 0,1 1 0 0 0,-1-1 0 0 0,1-1 0 0 0,-1 0-1 0 0,0 0 1 0 0,0-1 0 0 0,15-8 0 0 0,-19 8 100 0 0,0 0 0 0 0,0 0 0 0 0,0 0 0 0 0,0 0-1 0 0,0-1 1 0 0,-1 0 0 0 0,0 1 0 0 0,0-2 0 0 0,-1 1 0 0 0,1 0 0 0 0,-1-1 0 0 0,4-10-1 0 0,-2-2 263 0 0,-5 18-271 0 0,0-1 0 0 0,0 1-1 0 0,0 0 1 0 0,0 0 0 0 0,0 0 0 0 0,0 0 0 0 0,0 0 0 0 0,0-1 0 0 0,0 1 0 0 0,0 0 0 0 0,0 0 0 0 0,0 0 0 0 0,0 0 0 0 0,0 0 0 0 0,0 0 0 0 0,0-1 0 0 0,-1 1 0 0 0,1 0 0 0 0,0 0-1 0 0,0 0 1 0 0,0 0 0 0 0,0 0 0 0 0,0 0 0 0 0,0 0 0 0 0,0 0 0 0 0,0 0 0 0 0,-1-1 0 0 0,1 1 0 0 0,0 0 0 0 0,0 0 0 0 0,0 0 0 0 0,0 0 0 0 0,0 0 0 0 0,0 0 0 0 0,-1 0-1 0 0,1 0 1 0 0,0 0 0 0 0,0 0 0 0 0,0 0 0 0 0,0 0 0 0 0,0 0 0 0 0,-1 0 0 0 0,1 0 0 0 0,0 0 0 0 0,0 0 0 0 0,0 0 0 0 0,0 0 0 0 0,0 0 0 0 0,0 1 0 0 0,-1-1 0 0 0,1 0 0 0 0,-3 2 10 0 0,0 0 0 0 0,0 0 0 0 0,0 0 0 0 0,1 1 0 0 0,-1-1 0 0 0,-3 5 0 0 0,-12 16 56 0 0,1 1-1 0 0,1 1 1 0 0,2 0-1 0 0,0 1 1 0 0,2 0-1 0 0,1 1 0 0 0,-14 47 1 0 0,21-59 4 0 0,1 0 0 0 0,-2 25 1 0 0,4-37-213 0 0,1 0 0 0 0,0 1 0 0 0,0-1-1 0 0,0 0 1 0 0,0 1 0 0 0,1-1 0 0 0,-1 0 0 0 0,1 1 0 0 0,0-1 0 0 0,0 0 0 0 0,0 0 0 0 0,0 0 0 0 0,1 0-1 0 0,-1 0 1 0 0,1 0 0 0 0,0 0 0 0 0,0 0 0 0 0,2 2 0 0 0,-2-3-123 0 0,0-1 0 0 0,0 0 0 0 0,-1 0 0 0 0,1 1-1 0 0,0-1 1 0 0,0 0 0 0 0,0-1 0 0 0,0 1 0 0 0,0 0 0 0 0,4 0 0 0 0,9-1-4364 0 0,11-4 813 0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17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1816 0 0,'28'-55'7854'0'0,"-26"53"-7172"0"0,14 8-196 0 0,-13-5-428 0 0,-1 1 0 0 0,0 0-1 0 0,1-1 1 0 0,-1 1-1 0 0,0 0 1 0 0,0 1 0 0 0,0-1-1 0 0,-1 0 1 0 0,1 0 0 0 0,0 1-1 0 0,-1-1 1 0 0,2 5 0 0 0,13 33 695 0 0,-12-31-594 0 0,2 9 115 0 0,-1 0-1 0 0,0 1 1 0 0,-1 0 0 0 0,-1-1 0 0 0,-1 1 0 0 0,0 29-1 0 0,-2-35-127 0 0,-1 0 1 0 0,-1 0-1 0 0,0 0 0 0 0,-1 0 0 0 0,0-1 0 0 0,-1 1 0 0 0,0-1 1 0 0,-1 0-1 0 0,0 0 0 0 0,-10 16 0 0 0,13-26-78 0 0,1 0 1 0 0,-1 0-1 0 0,1 0 0 0 0,-1 0 0 0 0,0 0 0 0 0,0 0 1 0 0,0 0-1 0 0,0-1 0 0 0,0 1 0 0 0,0-1 0 0 0,-1 1 1 0 0,1-1-1 0 0,0 0 0 0 0,-1 0 0 0 0,-3 1 1 0 0,5-2-63 0 0,1 0 0 0 0,0 0 0 0 0,-1 0 0 0 0,1 0 0 0 0,0 0 1 0 0,-1 0-1 0 0,1 0 0 0 0,-1 0 0 0 0,1-1 0 0 0,0 1 0 0 0,-1 0 1 0 0,1 0-1 0 0,0 0 0 0 0,-1-1 0 0 0,1 1 0 0 0,0 0 0 0 0,-1 0 0 0 0,1-1 1 0 0,0 1-1 0 0,0 0 0 0 0,-1-1 0 0 0,1 1 0 0 0,0 0 0 0 0,0-1 1 0 0,0 1-1 0 0,-1 0 0 0 0,1-1 0 0 0,0 1 0 0 0,0 0 0 0 0,0-1 1 0 0,0 1-1 0 0,0-1 0 0 0,0 1 0 0 0,0 0 0 0 0,0-1 0 0 0,0 1 1 0 0,0-1-1 0 0,0 1 0 0 0,0 0 0 0 0,0-1 0 0 0,0 1 0 0 0,0-1 1 0 0,6-18 58 0 0,0 6-76 0 0,0 0 0 0 0,1 0-1 0 0,1 0 1 0 0,18-22 0 0 0,43-41-157 0 0,-45 52 121 0 0,2 0 0 0 0,1 2 0 0 0,1 1 1 0 0,0 1-1 0 0,47-24 0 0 0,-54 33 15 0 0,1 1-1 0 0,0 1 1 0 0,1 1 0 0 0,0 1-1 0 0,0 1 1 0 0,1 2 0 0 0,0 0 0 0 0,42-2-1 0 0,-57 6 7 0 0,-6 0 24 0 0,0-1-1 0 0,0 1 0 0 0,0 0 1 0 0,0 0-1 0 0,0 0 0 0 0,0 1 1 0 0,0-1-1 0 0,0 1 0 0 0,0 0 1 0 0,0 0-1 0 0,0 0 0 0 0,0 0 1 0 0,0 0-1 0 0,0 0 0 0 0,-1 1 1 0 0,1 0-1 0 0,0-1 0 0 0,4 5 1 0 0,-5-3 7 0 0,0 0 1 0 0,0 0 0 0 0,0 0 0 0 0,0 1 0 0 0,-1-1 0 0 0,1 1 0 0 0,-1-1 0 0 0,2 8 0 0 0,-3-9 13 0 0,1 27 1407 0 0,5-67-1220 0 0,-3 28-209 0 0,-1-1-1 0 0,-1 0 1 0 0,1-13 0 0 0,-2 24 0 0 0,0-1 1 0 0,0 1-1 0 0,0 0 1 0 0,0-1-1 0 0,0 1 1 0 0,-1-1-1 0 0,1 1 1 0 0,0 0-1 0 0,0 0 0 0 0,-1-1 1 0 0,1 1-1 0 0,0 0 1 0 0,0-1-1 0 0,-1 1 1 0 0,1 0-1 0 0,0 0 0 0 0,-1 0 1 0 0,1-1-1 0 0,0 1 1 0 0,-1 0-1 0 0,1 0 1 0 0,0 0-1 0 0,-1 0 1 0 0,1 0-1 0 0,-1 0 0 0 0,1 0 1 0 0,0-1-1 0 0,-1 1 1 0 0,1 0-1 0 0,-1 0 1 0 0,1 0-1 0 0,0 1 0 0 0,-1-1 1 0 0,1 0-1 0 0,-1 0 1 0 0,-22 8-21 0 0,-18 16 28 0 0,5 3 6 0 0,-55 56-1 0 0,73-65 11 0 0,1 2 0 0 0,0 0-1 0 0,2 1 1 0 0,-18 33 0 0 0,31-51-16 0 0,0-1 1 0 0,1 1-1 0 0,0 0 0 0 0,0 0 1 0 0,0 0-1 0 0,0 0 1 0 0,0 0-1 0 0,1 0 0 0 0,-1 0 1 0 0,1 0-1 0 0,0 0 1 0 0,0 0-1 0 0,0 0 0 0 0,0 0 1 0 0,0 0-1 0 0,1 0 1 0 0,-1 0-1 0 0,1 0 0 0 0,0 0 1 0 0,0 0-1 0 0,0 0 1 0 0,0 0-1 0 0,1 0 1 0 0,-1-1-1 0 0,1 1 0 0 0,0 0 1 0 0,-1-1-1 0 0,1 1 1 0 0,0-1-1 0 0,0 0 0 0 0,1 0 1 0 0,-1 0-1 0 0,0 0 1 0 0,1 0-1 0 0,4 2 0 0 0,8 5 6 0 0,0-1-1 0 0,1 0 0 0 0,0-2 0 0 0,32 10 0 0 0,-46-15-10 0 0,49 13-101 0 0,98 15 0 0 0,-116-25-917 0 0,1-2 0 0 0,0-1 0 0 0,68-7 0 0 0,-35-9-4988 0 0,-39 7 165 0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18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1232 0 0,'0'0'4423'0'0,"15"-4"-1633"0"0,48-18 10064 0 0,-62 22-12776 0 0,-1 2-75 0 0,1 1 1 0 0,0-1-1 0 0,0 0 1 0 0,-1 1-1 0 0,0-1 1 0 0,1 0-1 0 0,-1 1 1 0 0,0-1-1 0 0,0 1 1 0 0,0-1-1 0 0,0 1 1 0 0,-1-1-1 0 0,1 0 1 0 0,-1 1-1 0 0,1-1 1 0 0,-1 0-1 0 0,-1 4 1 0 0,-17 46-26 0 0,18-50 21 0 0,-3 7-158 0 0,-9 23 315 0 0,1 0-1 0 0,-11 48 0 0 0,21-72-406 0 0,0 0-1 0 0,1 1 1 0 0,0-1-1 0 0,1 0 0 0 0,-1 0 1 0 0,2 1-1 0 0,-1-1 1 0 0,1 0-1 0 0,0 0 1 0 0,1 0-1 0 0,0 0 0 0 0,0 0 1 0 0,1 0-1 0 0,0 0 1 0 0,0-1-1 0 0,4 8 1 0 0,-5-13-187 0 0,0 1 0 0 0,0-1 0 0 0,0 1 0 0 0,0-1 0 0 0,0 0 0 0 0,0 0 0 0 0,6 3 1 0 0,6 1-5722 0 0,3-4 777 0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18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136 195 1348 0 0,'-64'-107'10536'0'0,"24"37"-8043"0"0,40 69-2804 0 0,-1 0 0 0 0,0 0 0 0 0,1 0 0 0 0,-1 0-1 0 0,0 0 1 0 0,0 0 0 0 0,0 0 0 0 0,0 0 0 0 0,0 0 0 0 0,0 0 0 0 0,0 0-1 0 0,0 0 1 0 0,0 1 0 0 0,0-1 0 0 0,0 0 0 0 0,-1 1 0 0 0,1-1-1 0 0,0 1 1 0 0,0 0 0 0 0,-1-1 0 0 0,1 1 0 0 0,0 0 0 0 0,-1 0-1 0 0,1-1 1 0 0,0 1 0 0 0,-3 1 0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18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1 1116 0 0,'-70'14'4472'0'0,"25"-5"-1038"0"0,-67 23 1 0 0,110-32-3366 0 0,1 0 0 0 0,-1 1 0 0 0,1-1 1 0 0,0 1-1 0 0,0 0 0 0 0,-1-1 0 0 0,1 1 0 0 0,0 0 0 0 0,0 0 0 0 0,0 0 0 0 0,0 0 0 0 0,0 0 1 0 0,0 0-1 0 0,0 0 0 0 0,0 0 0 0 0,-1 2 0 0 0,2-2-53 0 0,0 0 0 0 0,0 0 0 0 0,0-1-1 0 0,0 1 1 0 0,0 0 0 0 0,0-1 0 0 0,1 1 0 0 0,-1 0 0 0 0,0-1 0 0 0,0 1-1 0 0,1-1 1 0 0,-1 1 0 0 0,0 0 0 0 0,1-1 0 0 0,-1 1 0 0 0,0-1 0 0 0,1 1-1 0 0,-1-1 1 0 0,1 1 0 0 0,-1-1 0 0 0,1 1 0 0 0,-1-1 0 0 0,1 1 0 0 0,0-1-1 0 0,-1 0 1 0 0,1 1 0 0 0,-1-1 0 0 0,1 0 0 0 0,0 0 0 0 0,-1 1 0 0 0,1-1-1 0 0,0 0 1 0 0,-1 0 0 0 0,1 0 0 0 0,0 0 0 0 0,1 0 0 0 0,21 6 88 0 0,2-2 0 0 0,-1-1 0 0 0,0 0 0 0 0,33-2 0 0 0,-11 0-46 0 0,375 10-1690 0 0,-137-9-3982 0 0,-148-5 467 0 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20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439 32 536 0 0,'0'-14'4537'0'0,"3"-3"-1236"0"0,-3 17-3256 0 0,-1 0-1 0 0,1-1 0 0 0,0 1 0 0 0,0 0 1 0 0,0 0-1 0 0,0 0 0 0 0,-1 0 1 0 0,1 0-1 0 0,0 0 0 0 0,0 0 1 0 0,0 0-1 0 0,-1 0 0 0 0,1 0 1 0 0,0 0-1 0 0,0 0 0 0 0,0 0 1 0 0,0 0-1 0 0,-1 0 0 0 0,1 0 0 0 0,0 0 1 0 0,0 1-1 0 0,0-1 0 0 0,0 0 1 0 0,-1 0-1 0 0,1 0 0 0 0,0 0 1 0 0,0 0-1 0 0,0 0 0 0 0,0 0 1 0 0,0 1-1 0 0,-1-1 0 0 0,1 0 1 0 0,0 0-1 0 0,0 0 0 0 0,0 0 0 0 0,0 0 1 0 0,0 1-1 0 0,0-1 0 0 0,0 0 1 0 0,0 0-1 0 0,-19 31 609 0 0,-148 380 1088 0 0,46-111-1145 0 0,33-74-46 0 0,65-179 2687 0 0,15-58-2793 0 0,6 5-402 0 0,0 0 0 0 0,0-1 1 0 0,1 1-1 0 0,0 0 1 0 0,0-1-1 0 0,1 1 1 0 0,-1-1-1 0 0,1 1 0 0 0,2-10 1 0 0,-2-4 6 0 0,3-57-56 0 0,3 1 1 0 0,3-1-1 0 0,3 2 1 0 0,33-107-1 0 0,-36 150-28 0 0,2 1 0 0 0,2 0 0 0 0,18-32 0 0 0,-24 50 13 0 0,1 0 0 0 0,0 1 1 0 0,1 0-1 0 0,0 1 0 0 0,1 0 0 0 0,0 0 1 0 0,0 1-1 0 0,1 0 0 0 0,19-12 0 0 0,-26 20 13 0 0,1-1 0 0 0,-1 1-1 0 0,1 0 1 0 0,-1 0 0 0 0,1 0-1 0 0,0 1 1 0 0,-1-1 0 0 0,1 1-1 0 0,0 0 1 0 0,0 1 0 0 0,0-1-1 0 0,0 1 1 0 0,0 0 0 0 0,0 0-1 0 0,0 1 1 0 0,0-1 0 0 0,0 1-1 0 0,-1 0 1 0 0,1 0 0 0 0,0 1-1 0 0,0 0 1 0 0,-1 0 0 0 0,1 0-1 0 0,-1 0 1 0 0,0 0 0 0 0,1 1-1 0 0,-1 0 1 0 0,0 0 0 0 0,5 6-1 0 0,2 1 13 0 0,-1 1 0 0 0,0 1 0 0 0,-1-1 0 0 0,-1 2 0 0 0,0-1 0 0 0,0 1 1 0 0,-1 0-1 0 0,8 25 0 0 0,-3-4 45 0 0,-2 1 1 0 0,-2 0 0 0 0,-1 1 0 0 0,3 37 0 0 0,-2 147 194 0 0,-4-73-217 0 0,-4-118-12 0 0,0-15 41 0 0,1-1 1 0 0,0 1 0 0 0,3 16 0 0 0,-4-30-55 0 0,1 1 1 0 0,-1-1-1 0 0,0 0 0 0 0,0 1 1 0 0,0-1-1 0 0,1 0 1 0 0,-1 1-1 0 0,0-1 1 0 0,1 0-1 0 0,-1 1 0 0 0,0-1 1 0 0,1 0-1 0 0,-1 1 1 0 0,0-1-1 0 0,1 0 1 0 0,-1 0-1 0 0,1 1 0 0 0,-1-1 1 0 0,1 0-1 0 0,-1 0 1 0 0,0 0-1 0 0,1 0 1 0 0,-1 0-1 0 0,1 0 0 0 0,-1 0 1 0 0,1 0-1 0 0,-1 0 1 0 0,1 0-1 0 0,-1 0 1 0 0,0 0-1 0 0,1 0 0 0 0,-1 0 1 0 0,1 0-1 0 0,-1 0 1 0 0,1 0-1 0 0,-1 0 1 0 0,0-1-1 0 0,1 1 1 0 0,17-8-448 0 0,-18 7 381 0 0,11-6-1175 0 0,0 0-1 0 0,-1-1 1 0 0,0-1-1 0 0,-1 0 1 0 0,0 0-1 0 0,0 0 1 0 0,8-13-1 0 0,-3 1-3968 0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20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24 232 0 0,'-259'48'12408'0'0,"244"-45"-11997"0"0,23-3-68 0 0,25-3-170 0 0,185-37-1990 0 0,-78 16-3488 0 0,-92 16 1264 0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21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9 348 0 0,'-15'11'12019'0'0,"15"-10"-11843"0"0,0-1 0 0 0,-1 1 0 0 0,1-1 0 0 0,0 0 0 0 0,0 1 0 0 0,0-1 0 0 0,0 1 0 0 0,0 0 0 0 0,12 1 1405 0 0,37-8-2350 0 0,-33 4 1245 0 0,75-9-2668 0 0,-30 5-4034 0 0,-43 4 1809 0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21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28 2340 0 0,'-21'23'4324'0'0,"12"-14"-1898"0"0,0 1 0 0 0,-13 20 0 0 0,21-28-2152 0 0,2-2-235 0 0,0 1 0 0 0,1 0 0 0 0,-1-1 1 0 0,0 1-1 0 0,1-1 0 0 0,-1 0 0 0 0,1 1 0 0 0,-1-1 0 0 0,0 0 0 0 0,1 0 0 0 0,-1 0 1 0 0,1 0-1 0 0,-1 0 0 0 0,1 0 0 0 0,-1 0 0 0 0,1-1 0 0 0,1 0 0 0 0,2 1-15 0 0,173-31-556 0 0,-3-11-3902 0 0,-122 28 1223 0 0,3-3-1152 0 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22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903 71 276 0 0,'43'-46'11766'0'0,"-35"30"-8575"0"0,-8 15-2749 0 0,-15-6 1 0 0,0 7-406 0 0,-1 1 0 0 0,1 1 0 0 0,0 0 0 0 0,0 2 0 0 0,0-1 0 0 0,0 2 0 0 0,0 0 0 0 0,-23 12 0 0 0,20-8-28 0 0,0 2 1 0 0,1 0 0 0 0,0 2 0 0 0,1 0 0 0 0,0 0 0 0 0,-14 17 0 0 0,10-8-8 0 0,2 1 0 0 0,1 1 1 0 0,0 0-1 0 0,2 1 1 0 0,1 1-1 0 0,1 0 0 0 0,1 1 1 0 0,1 1-1 0 0,-10 41 1 0 0,0 34 237 0 0,-14 156 1 0 0,16 108 214 0 0,-11 105-26 0 0,-55 4 295 0 0,-34-7-216 0 0,-3 10-57 0 0,79-249-304 0 0,35-170-97 0 0,1 114 0 0 0,7-161-37 0 0,1 0-1 0 0,0 1 1 0 0,1-1 0 0 0,1 0-1 0 0,0 0 1 0 0,6 14 0 0 0,-8-22-5 0 0,2 0 0 0 0,-1-1 1 0 0,0 0-1 0 0,1 1 1 0 0,0-1-1 0 0,0 0 1 0 0,0 0-1 0 0,0-1 1 0 0,0 1-1 0 0,1-1 1 0 0,0 0-1 0 0,0 1 1 0 0,0-2-1 0 0,0 1 1 0 0,0 0-1 0 0,1-1 1 0 0,-1 0-1 0 0,1 0 1 0 0,7 2-1 0 0,3 0-13 0 0,-1-2-1 0 0,1 0 0 0 0,-1-1 1 0 0,1 0-1 0 0,0-1 0 0 0,-1-1 1 0 0,27-4-1 0 0,4-5-495 0 0,52-16 0 0 0,103-50-2764 0 0,-71 12-2839 0 0,-45 13-1173 0 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22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91 107 1816 0 0,'31'-96'13983'0'0,"-31"95"-13485"0"0,3-9 1274 0 0,-82 490-1546 0 0,61-389-1019 0 0,8-24-1602 0 0,-1 5-4885 0 0,4-47 1857 0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22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7 1584 0 0,'-2'2'2009'0'0,"-27"29"9377"0"0,59-44-10670 0 0,-15 7-649 0 0,0 1 0 0 0,1 1 0 0 0,0 0 1 0 0,0 1-1 0 0,29-1 0 0 0,-39 4-59 0 0,0-1-1 0 0,0 1 1 0 0,0 1-1 0 0,0-1 1 0 0,-1 1-1 0 0,1 0 0 0 0,0 1 1 0 0,0-1-1 0 0,-1 1 1 0 0,1 0-1 0 0,-1 1 1 0 0,0-1-1 0 0,1 1 1 0 0,-1 0-1 0 0,0 0 1 0 0,-1 1-1 0 0,1 0 1 0 0,7 7-1 0 0,-9-8 7 0 0,-1 0-1 0 0,0 1 0 0 0,0-1 1 0 0,0 1-1 0 0,-1 0 1 0 0,1 0-1 0 0,-1-1 1 0 0,0 1-1 0 0,0 0 0 0 0,0 0 1 0 0,-1 0-1 0 0,1 0 1 0 0,-1 0-1 0 0,0 0 1 0 0,0 0-1 0 0,-1 0 1 0 0,1 0-1 0 0,-1 0 0 0 0,0 0 1 0 0,0 0-1 0 0,0 0 1 0 0,0 0-1 0 0,-3 5 1 0 0,-5 9 89 0 0,0 0 0 0 0,-1 0 1 0 0,-20 24-1 0 0,9-12 81 0 0,-29 41 72 0 0,50-71-255 0 0,0 0 1 0 0,-1 1-1 0 0,1-1 1 0 0,0 0-1 0 0,0 0 1 0 0,0 0-1 0 0,0 1 1 0 0,0-1-1 0 0,0 0 1 0 0,0 1-1 0 0,0-1 1 0 0,0 0-1 0 0,0 0 1 0 0,0 1-1 0 0,0-1 1 0 0,0 0-1 0 0,0 0 1 0 0,0 1-1 0 0,0-1 1 0 0,0 0-1 0 0,0 0 1 0 0,0 1-1 0 0,0-1 1 0 0,0 0-1 0 0,0 0 1 0 0,0 1 0 0 0,0-1-1 0 0,0 0 1 0 0,1 0-1 0 0,-1 1 1 0 0,0-1-1 0 0,0 0 1 0 0,0 0-1 0 0,1 0 1 0 0,-1 0-1 0 0,0 1 1 0 0,0-1-1 0 0,0 0 1 0 0,1 0-1 0 0,-1 0 1 0 0,0 0-1 0 0,0 0 1 0 0,1 1-1 0 0,-1-1 1 0 0,16 4 72 0 0,46-8-394 0 0,65-11 0 0 0,-11 1-2570 0 0,-5 4-4093 0 0,-75 8 2342 0 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23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468 48 416 0 0,'-4'0'2415'0'0,"-9"1"-617"0"0,4 0 501 0 0,1-1 0 0 0,-1 0 0 0 0,-18-3 0 0 0,25 3-1879 0 0,2-7 235 0 0,1-5-53 0 0,14 0-356 0 0,-12 10-236 0 0,0 0-1 0 0,1 0 1 0 0,-1 0-1 0 0,0 1 1 0 0,1 0-1 0 0,-1 0 1 0 0,1 0-1 0 0,0 0 1 0 0,-1 0-1 0 0,1 0 1 0 0,-1 1-1 0 0,1 0 1 0 0,0 0-1 0 0,0 0 1 0 0,-1 0-1 0 0,1 1 1 0 0,0-1-1 0 0,-1 1 1 0 0,1 0-1 0 0,-1 0 1 0 0,1 0-1 0 0,-1 1 1 0 0,1-1-1 0 0,-1 1 1 0 0,0 0-1 0 0,0 0 1 0 0,0 0-1 0 0,0 0 1 0 0,0 0-1 0 0,0 1 1 0 0,0-1-1 0 0,-1 1 1 0 0,1 0-1 0 0,-1 0 1 0 0,0 0-1 0 0,0 0 1 0 0,0 0-1 0 0,0 0 1 0 0,-1 1-1 0 0,1-1 1 0 0,-1 0-1 0 0,0 1 1 0 0,0 0-1 0 0,0-1 1 0 0,0 1-1 0 0,-1-1 1 0 0,1 1-1 0 0,-1 7 0 0 0,-1-3 7 0 0,0 0 0 0 0,0 0 0 0 0,-1-1 0 0 0,1 1 0 0 0,-2 0 0 0 0,1-1 0 0 0,-1 1 0 0 0,0-1 0 0 0,-1 0 0 0 0,0 0 0 0 0,0 0 0 0 0,-7 8 0 0 0,-8 8 429 0 0,-41 40 1 0 0,40-43 76 0 0,18-18-472 0 0,2-2-49 0 0,0 0 1 0 0,0 0-1 0 0,0 0 1 0 0,-1 0-1 0 0,1 0 1 0 0,0 0-1 0 0,0 0 1 0 0,0 0-1 0 0,0 0 1 0 0,-1 0-1 0 0,1 0 1 0 0,0 0-1 0 0,0 1 1 0 0,0-1-1 0 0,0 0 1 0 0,0 0-1 0 0,-1 0 1 0 0,1 0-1 0 0,0 0 1 0 0,0 0-1 0 0,0 1 1 0 0,0-1-1 0 0,0 0 1 0 0,0 0-1 0 0,0 0 1 0 0,0 0-1 0 0,-1 1 1 0 0,1-1-1 0 0,0 0 1 0 0,0 0-1 0 0,0 0 1 0 0,0 1-1 0 0,0-1 1 0 0,0 0-1 0 0,0 0 1 0 0,0 0-1 0 0,0 0 1 0 0,0 1-1 0 0,0-1 1 0 0,0 0-1 0 0,0 0 1 0 0,1 0-1 0 0,-1 1 1 0 0,0-1-1 0 0,0 0 1 0 0,0 0 0 0 0,0 1 0 0 0,1 0 0 0 0,-1-1 0 0 0,0 1 0 0 0,1 0 0 0 0,-1-1 1 0 0,0 1-1 0 0,1-1 0 0 0,-1 1 0 0 0,1-1 0 0 0,-1 1 1 0 0,1-1-1 0 0,-1 1 0 0 0,1-1 0 0 0,-1 1 0 0 0,1-1 0 0 0,1 1 1 0 0,15 7 5 0 0,0 0 1 0 0,-1 1 0 0 0,0 1 0 0 0,18 14-1 0 0,-26-16 7 0 0,1-1-1 0 0,-1 1 0 0 0,0 0 0 0 0,0 1 1 0 0,-1 0-1 0 0,0 0 0 0 0,-1 1 0 0 0,7 14 1 0 0,-11-21 45 0 0,0 1 0 0 0,0 0 0 0 0,-1 0 0 0 0,0-1 0 0 0,0 1 0 0 0,0 0-1 0 0,0 1 1 0 0,-1-1 0 0 0,1 0 0 0 0,-1 0 0 0 0,0 0 0 0 0,0 0 0 0 0,-1 0 0 0 0,1 0 0 0 0,-1 0 0 0 0,0 0 0 0 0,0 0 0 0 0,0 0 0 0 0,-1 0 0 0 0,1 0 0 0 0,-1-1 0 0 0,0 1 0 0 0,0 0 0 0 0,0-1 0 0 0,0 0 0 0 0,-1 1 0 0 0,0-1 0 0 0,1 0 0 0 0,-1 0 0 0 0,0-1 0 0 0,-6 5 0 0 0,0-1 1 0 0,0 0 0 0 0,-1 0 1 0 0,0-1-1 0 0,0 0 1 0 0,0-1-1 0 0,-1 0 0 0 0,0-1 1 0 0,0 0-1 0 0,1 0 1 0 0,-18 1-1 0 0,8-3-64 0 0,1-1 1 0 0,0-1-1 0 0,-1 0 1 0 0,1-2-1 0 0,0 0 0 0 0,-31-10 1 0 0,24 5-453 0 0,1-1 1 0 0,1-2 0 0 0,-1 0 0 0 0,-29-20-1 0 0,45 25-45 0 0,-1-1 0 0 0,1 0 0 0 0,1 0 0 0 0,-1-1 0 0 0,1 0-1 0 0,1-1 1 0 0,-7-9 0 0 0,10 12-334 0 0,0 0 0 0 0,0 0 0 0 0,1-1 0 0 0,0 1-1 0 0,1-1 1 0 0,-1 1 0 0 0,-1-12 0 0 0,0-14-4556 0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24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17 144 1376 0 0,'-7'-39'8648'0'0,"-3"-16"-2604"0"0,10 53-6008 0 0,0 1-1 0 0,0 0 0 0 0,1-1 1 0 0,-1 1-1 0 0,0 0 0 0 0,1-1 1 0 0,-1 1-1 0 0,1 0 0 0 0,-1 0 1 0 0,1-1-1 0 0,-1 1 1 0 0,1 0-1 0 0,0 0 0 0 0,0 0 1 0 0,0 0-1 0 0,0 0 0 0 0,-1 0 1 0 0,1 0-1 0 0,1 0 1 0 0,-1 0-1 0 0,0 1 0 0 0,0-1 1 0 0,2-1-1 0 0,27-11 161 0 0,-20 10-178 0 0,1 1 1 0 0,0 0-1 0 0,0 1 0 0 0,0 0 1 0 0,0 1-1 0 0,0 1 0 0 0,0-1 0 0 0,0 2 1 0 0,0-1-1 0 0,0 1 0 0 0,0 1 1 0 0,11 4-1 0 0,-16-5-13 0 0,0 1 0 0 0,0-1 0 0 0,0 1 0 0 0,-1 0 0 0 0,1 0-1 0 0,-1 0 1 0 0,0 1 0 0 0,0 0 0 0 0,0 0 0 0 0,0 0 0 0 0,-1 1 0 0 0,0 0 0 0 0,0-1 0 0 0,0 1-1 0 0,0 1 1 0 0,-1-1 0 0 0,0 1 0 0 0,0-1 0 0 0,0 1 0 0 0,-1 0 0 0 0,0 0 0 0 0,2 8 0 0 0,-4-8 6 0 0,1 0 0 0 0,-2 0 0 0 0,1 0 0 0 0,0 0 1 0 0,-1 0-1 0 0,0 0 0 0 0,-1 0 0 0 0,0 0 0 0 0,1 0 1 0 0,-2-1-1 0 0,1 1 0 0 0,-6 8 0 0 0,-1 2 34 0 0,-1 0 1 0 0,-22 26-1 0 0,-113 115 158 0 0,145-157-203 0 0,-1 1 1 0 0,1-1-1 0 0,-1 0 0 0 0,1 1 1 0 0,0-1-1 0 0,-1 0 1 0 0,1 1-1 0 0,0-1 1 0 0,-1 1-1 0 0,1-1 1 0 0,0 1-1 0 0,0-1 0 0 0,-1 0 1 0 0,1 1-1 0 0,0-1 1 0 0,0 1-1 0 0,0-1 1 0 0,0 1-1 0 0,-1-1 1 0 0,1 1-1 0 0,0 0 0 0 0,0-1 1 0 0,0 1-1 0 0,0-1 1 0 0,0 1-1 0 0,0-1 1 0 0,1 1-1 0 0,-1-1 1 0 0,0 1-1 0 0,0-1 0 0 0,0 1 1 0 0,0-1-1 0 0,1 1 1 0 0,-1-1-1 0 0,0 1 1 0 0,0-1-1 0 0,1 0 1 0 0,-1 1-1 0 0,0-1 0 0 0,1 1 1 0 0,-1-1-1 0 0,0 0 1 0 0,1 1-1 0 0,-1-1 1 0 0,1 0-1 0 0,-1 1 1 0 0,1-1-1 0 0,-1 0 0 0 0,0 0 1 0 0,1 0-1 0 0,-1 1 1 0 0,1-1-1 0 0,-1 0 1 0 0,1 0-1 0 0,0 0 1 0 0,29 7 27 0 0,275-4 412 0 0,-135-4-2372 0 0,-1 9-6903 0 0,-143-6 3565 0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24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74 1080 0 0,'0'0'1908'0'0,"5"-15"2443"0"0,4 1-1586 0 0,2 0 0 0 0,15-16 598 0 0,-19 29-2871 0 0,-5 1-130 0 0,-3 9-304 0 0,-3 12 188 0 0,-2 0 0 0 0,-14 36 1 0 0,15-44-229 0 0,-1 0 1 0 0,2 1 0 0 0,0 0-1 0 0,0 0 1 0 0,1 0 0 0 0,1 0 0 0 0,1 0-1 0 0,-1 17 1 0 0,2-29-10 0 0,1 1 0 0 0,-1-1-1 0 0,1 1 1 0 0,-1-1 0 0 0,1 0 0 0 0,0 1 0 0 0,0-1 0 0 0,0 0 0 0 0,0 1-1 0 0,0-1 1 0 0,0 0 0 0 0,1 0 0 0 0,-1 0 0 0 0,1 0 0 0 0,-1 0-1 0 0,1 0 1 0 0,0 0 0 0 0,0-1 0 0 0,0 1 0 0 0,0-1 0 0 0,0 1-1 0 0,0-1 1 0 0,0 0 0 0 0,0 0 0 0 0,1 0 0 0 0,-1 0 0 0 0,0 0-1 0 0,1 0 1 0 0,-1-1 0 0 0,1 1 0 0 0,-1-1 0 0 0,1 1 0 0 0,-1-1-1 0 0,1 0 1 0 0,3 0 0 0 0,5-1 4 0 0,0 0 0 0 0,0 0 0 0 0,0 0-1 0 0,0-2 1 0 0,0 1 0 0 0,18-8 0 0 0,-17 5-7 0 0,-1-1-1 0 0,0 1 1 0 0,-1-2-1 0 0,1 1 0 0 0,-1-1 1 0 0,9-9-1 0 0,47-53 133 0 0,-22 23 787 0 0,-43 45-875 0 0,3-2-11 0 0,1 1 11 0 0,-4 13 7 0 0,-10 69-11 0 0,-25 181-526 0 0,2-100-3046 0 0,9-54-3108 0 0,11-51-124 0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25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51 1836 0 0,'16'-43'9734'0'0,"-16"43"-9704"0"0,0 0 1 0 0,0-1 0 0 0,0 1 0 0 0,0 0 0 0 0,0 0-1 0 0,0-1 1 0 0,0 1 0 0 0,0 0 0 0 0,0 0-1 0 0,0-1 1 0 0,0 1 0 0 0,0 0 0 0 0,0 0 0 0 0,0-1-1 0 0,0 1 1 0 0,0 0 0 0 0,-1 0 0 0 0,1-1-1 0 0,0 1 1 0 0,0 0 0 0 0,0 0 0 0 0,0 0-1 0 0,0-1 1 0 0,-1 1 0 0 0,1 0 0 0 0,0 0 0 0 0,0 0-1 0 0,0 0 1 0 0,-1-1 0 0 0,1 1 0 0 0,0 0-1 0 0,0 0 1 0 0,-1 0 0 0 0,1 0 0 0 0,0 0 0 0 0,0 0-1 0 0,0 0 1 0 0,-1 0 0 0 0,1 0 0 0 0,0 0-1 0 0,0 0 1 0 0,-1 0 0 0 0,1 0 0 0 0,0 0-1 0 0,-1 0 1 0 0,1 0 0 0 0,0 0 0 0 0,0 0 0 0 0,-1 0-1 0 0,-11 2 325 0 0,7 0-197 0 0,-1 1-1 0 0,1 0 0 0 0,-1 0 1 0 0,1 0-1 0 0,0 0 0 0 0,0 1 1 0 0,-7 7-1 0 0,-30 33 461 0 0,31-32-473 0 0,-26 31 282 0 0,-52 76-1 0 0,73-95-370 0 0,2 1 0 0 0,0 1 0 0 0,2 0 0 0 0,1 1 1 0 0,-8 30-1 0 0,17-52-43 0 0,1 1 0 0 0,0 0 0 0 0,0 0 0 0 0,0 0 0 0 0,1 0 1 0 0,0-1-1 0 0,0 1 0 0 0,1 0 0 0 0,-1 0 0 0 0,1 0 0 0 0,3 8 0 0 0,-3-11-4 0 0,0 1-1 0 0,1-1 0 0 0,0 0 0 0 0,-1 0 0 0 0,1 0 0 0 0,0 0 0 0 0,0 0 1 0 0,1 0-1 0 0,-1-1 0 0 0,1 1 0 0 0,-1-1 0 0 0,1 1 0 0 0,0-1 1 0 0,0 0-1 0 0,0 0 0 0 0,0 0 0 0 0,0-1 0 0 0,0 1 0 0 0,7 1 1 0 0,1 1 4 0 0,0-2 1 0 0,1 0 0 0 0,-1 0 0 0 0,0-1 0 0 0,1-1 0 0 0,-1 1 0 0 0,1-2 0 0 0,22-3 0 0 0,-29 3-10 0 0,1 0 1 0 0,0 0-1 0 0,0-1 0 0 0,-1 1 0 0 0,1-1 0 0 0,-1-1 1 0 0,1 1-1 0 0,-1-1 0 0 0,0 0 0 0 0,0 0 1 0 0,0-1-1 0 0,0 1 0 0 0,-1-1 0 0 0,1 0 1 0 0,-1 0-1 0 0,0-1 0 0 0,0 1 0 0 0,6-11 1 0 0,-10 14-6 0 0,1 0 1 0 0,-1 0 0 0 0,1 0 0 0 0,-1-1-1 0 0,0 1 1 0 0,1 0 0 0 0,-1-1 0 0 0,0 1-1 0 0,0 0 1 0 0,0 0 0 0 0,0-1 0 0 0,0 1-1 0 0,0 0 1 0 0,-1 0 0 0 0,1-1 0 0 0,0 1-1 0 0,-1 0 1 0 0,1 0 0 0 0,-1-1 0 0 0,1 1-1 0 0,-1 0 1 0 0,1 0 0 0 0,-1 0 0 0 0,0 0-1 0 0,0 0 1 0 0,1 0 0 0 0,-1 0 0 0 0,0 0-1 0 0,0 0 1 0 0,0 0 0 0 0,0 0 0 0 0,0 1-1 0 0,0-1 1 0 0,0 0 0 0 0,0 1 0 0 0,-3-2-1 0 0,0 0-1 0 0,-1 0 0 0 0,0 0-1 0 0,0 0 1 0 0,0 0 0 0 0,0 1-1 0 0,0 0 1 0 0,-9-1 0 0 0,-3 1-99 0 0,1 2 1 0 0,0-1 0 0 0,-17 4 0 0 0,7 2-2691 0 0,-1 0-3896 0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26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1007 33 1992 0 0,'-15'-8'10374'0'0,"11"4"-9625"0"0,7 2-701 0 0,0 0 1 0 0,1 0-1 0 0,-1 0 0 0 0,1 0 0 0 0,0 0 1 0 0,0 1-1 0 0,-1 0 0 0 0,1 0 0 0 0,0 0 1 0 0,0 0-1 0 0,8 0 0 0 0,51-2 31 0 0,-57 3-49 0 0,27 1-7 0 0,0 1-1 0 0,-1 2 0 0 0,1 1 1 0 0,60 17-1 0 0,-74-16-19 0 0,0 1 0 0 0,0 1 0 0 0,-1 0 0 0 0,0 1 0 0 0,-1 1 1 0 0,0 1-1 0 0,-1 0 0 0 0,0 1 0 0 0,20 20 0 0 0,-23-17 91 0 0,-1 0 0 0 0,-1 0 0 0 0,0 1 0 0 0,-1 0 0 0 0,0 1 0 0 0,9 24 0 0 0,-8-14 70 0 0,-2 2 0 0 0,-1-1 0 0 0,7 45 0 0 0,-7-3 148 0 0,-3 0 1 0 0,-8 116-1 0 0,-98 709 1088 0 0,100-887-1371 0 0,-171 1119 2190 0 0,139-857-1947 0 0,-24 119 36 0 0,55-381-290 0 0,-1 1 1 0 0,1-1-1 0 0,-1 0 0 0 0,-1 0 0 0 0,0 0 1 0 0,0 0-1 0 0,0-1 0 0 0,-1 1 0 0 0,0-1 1 0 0,-1 0-1 0 0,0-1 0 0 0,0 1 1 0 0,0-1-1 0 0,0 0 0 0 0,-14 8 0 0 0,7-6-3 0 0,-1-1-1 0 0,0 0 0 0 0,0-1 0 0 0,-1 0 1 0 0,0-1-1 0 0,0-1 0 0 0,0-1 1 0 0,-19 3-1 0 0,-68 6-202 0 0,-141-3 0 0 0,-106-21-3046 0 0,303 10 2504 0 0,-170-11-6330 0 0,104 5 18 0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37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536 168 1436 0 0,'1'-2'1520'0'0,"27"-36"3647"0"0,34-50-49 0 0,-61 87-5103 0 0,0 0 0 0 0,-1 0 0 0 0,1 1 0 0 0,-1-1-1 0 0,1 0 1 0 0,-1 0 0 0 0,0 0 0 0 0,1 0 0 0 0,-1 1 0 0 0,0-1-1 0 0,0 0 1 0 0,1 0 0 0 0,-1 0 0 0 0,0 0 0 0 0,0 0 0 0 0,0 0-1 0 0,0 0 1 0 0,0 0 0 0 0,0 0 0 0 0,0 0 0 0 0,0 1 0 0 0,-1-1-1 0 0,1 0 1 0 0,0 0 0 0 0,-1 0 0 0 0,1 0 0 0 0,0 0 0 0 0,-1 0-1 0 0,1 1 1 0 0,-1-1 0 0 0,1 0 0 0 0,-1 0 0 0 0,1 1 0 0 0,-1-1-1 0 0,0 0 1 0 0,1 1 0 0 0,-1-1 0 0 0,0 1 0 0 0,0-1 0 0 0,1 1-1 0 0,-1-1 1 0 0,0 1 0 0 0,0-1 0 0 0,0 1 0 0 0,0 0 0 0 0,0-1-1 0 0,0 1 1 0 0,-4-1-10 0 0,1 0-1 0 0,0 0 0 0 0,0 1 0 0 0,-1-1 1 0 0,1 1-1 0 0,0 0 0 0 0,-1 0 1 0 0,-7 2-1 0 0,-3 2-4 0 0,1 1 0 0 0,-1 0-1 0 0,1 1 1 0 0,0 0 0 0 0,1 1 0 0 0,-14 10-1 0 0,-73 56 22 0 0,98-71-20 0 0,-84 73 24 0 0,77-66-23 0 0,1 0 1 0 0,0 0 0 0 0,0 1-1 0 0,1 0 1 0 0,1 0 0 0 0,-1 1-1 0 0,-5 14 1 0 0,11-22-3 0 0,0 0 1 0 0,0 0 0 0 0,1 1-1 0 0,-1-1 1 0 0,1 0-1 0 0,-1 1 1 0 0,1-1-1 0 0,0 0 1 0 0,0 1-1 0 0,1-1 1 0 0,-1 0-1 0 0,1 1 1 0 0,-1-1-1 0 0,1 0 1 0 0,0 0-1 0 0,0 0 1 0 0,1 1-1 0 0,-1-1 1 0 0,1 0-1 0 0,-1 0 1 0 0,1-1-1 0 0,0 1 1 0 0,0 0-1 0 0,0-1 1 0 0,1 1-1 0 0,-1-1 1 0 0,0 0-1 0 0,6 4 1 0 0,7 5 3 0 0,0-1 1 0 0,1 0-1 0 0,0-1 0 0 0,20 7 0 0 0,-8-3-1 0 0,4 3 3 0 0,46 24-41 0 0,-69-35 45 0 0,0 1 1 0 0,0 1-1 0 0,0-1 0 0 0,-1 1 1 0 0,12 14-1 0 0,-18-20 22 0 0,-1 1 1 0 0,0-1-1 0 0,0 1 0 0 0,0-1 0 0 0,0 1 1 0 0,0-1-1 0 0,0 1 0 0 0,0 0 1 0 0,-1 0-1 0 0,1-1 0 0 0,-1 1 0 0 0,1 0 1 0 0,-1 0-1 0 0,0 0 0 0 0,1 0 1 0 0,-1 0-1 0 0,0 0 0 0 0,0-1 0 0 0,0 1 1 0 0,-1 0-1 0 0,0 4 0 0 0,0-3 24 0 0,-1 0-1 0 0,1 0 0 0 0,-1 0 0 0 0,0 0 1 0 0,1 0-1 0 0,-2-1 0 0 0,1 1 0 0 0,0 0 1 0 0,0-1-1 0 0,-1 0 0 0 0,-3 4 1 0 0,-4 1 88 0 0,-1-1 0 0 0,1 1 1 0 0,-1-2-1 0 0,0 0 1 0 0,-21 8-1 0 0,3-6 4 0 0,-1 0-1 0 0,0-2 1 0 0,0-1 0 0 0,-43 0-1 0 0,18-5-54 0 0,-84-11 0 0 0,102 5-2037 0 0,35 6 1199 0 0,-2-3-983 0 0,3 4 1675 0 0,1 0-1 0 0,0 0 1 0 0,0 0-1 0 0,0 0 1 0 0,0-1-1 0 0,0 1 1 0 0,-1 0-1 0 0,1 0 1 0 0,0 0-1 0 0,0-1 1 0 0,0 1-1 0 0,0 0 1 0 0,0 0-1 0 0,0 0 1 0 0,0-1-1 0 0,0 1 1 0 0,0 0-1 0 0,0 0 1 0 0,0-1-1 0 0,0 1 1 0 0,0 0-1 0 0,0 0 1 0 0,0 0-1 0 0,0-1 1 0 0,0 1-1 0 0,0 0 1 0 0,0 0-1 0 0,1-1 1 0 0,20-17-4872 0 0,-5 7 928 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37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100 116 1380 0 0,'59'-115'14906'0'0,"-60"116"-14741"0"0,-1 1 0 0 0,1 0 1 0 0,0 0-1 0 0,1-1 0 0 0,-1 1 0 0 0,0 0 0 0 0,0 0 0 0 0,1 0 0 0 0,-1 0 1 0 0,1 3-1 0 0,-2 2 156 0 0,-22 68 863 0 0,-19 102 1 0 0,33-134-1005 0 0,-5 23-53 0 0,-25 129 126 0 0,34-152-197 0 0,1 1 0 0 0,1 64 0 0 0,4-96-47 0 0,1 0 0 0 0,0-1 1 0 0,1 1-1 0 0,1-1 1 0 0,-1 1-1 0 0,2-1 1 0 0,6 16-1 0 0,-9-24-6 0 0,1 1-1 0 0,0-1 1 0 0,0 0 0 0 0,0 0 0 0 0,0 0-1 0 0,0 0 1 0 0,0-1 0 0 0,1 1 0 0 0,0-1 0 0 0,-1 1-1 0 0,1-1 1 0 0,0 0 0 0 0,0 0 0 0 0,0 0-1 0 0,0 0 1 0 0,0-1 0 0 0,1 1 0 0 0,-1-1-1 0 0,0 0 1 0 0,1 0 0 0 0,-1 0 0 0 0,1 0-1 0 0,-1-1 1 0 0,1 1 0 0 0,0-1 0 0 0,-1 0-1 0 0,1 0 1 0 0,5-1 0 0 0,6-2-10 0 0,-1 0 0 0 0,0-1 0 0 0,-1 0 0 0 0,1-2 1 0 0,-1 1-1 0 0,0-1 0 0 0,0-1 0 0 0,-1 0 0 0 0,0-1 0 0 0,0-1 0 0 0,17-15 0 0 0,-5 1-29 0 0,-1-1-1 0 0,-1-1 0 0 0,37-54 0 0 0,-45 58 12 0 0,19-40 1 0 0,-29 52 14 0 0,0 0 0 0 0,-1 0 0 0 0,0-1-1 0 0,-1 0 1 0 0,1 1 0 0 0,-2-1 0 0 0,2-15 0 0 0,-3 23 9 0 0,0 1-1 0 0,0 0 1 0 0,0 0 0 0 0,0 0-1 0 0,0-1 1 0 0,0 1 0 0 0,-1 0-1 0 0,1 0 1 0 0,0 0 0 0 0,-1-1-1 0 0,1 1 1 0 0,-1 0 0 0 0,1 0-1 0 0,-1 0 1 0 0,1 0 0 0 0,-1 0-1 0 0,0 0 1 0 0,1 0 0 0 0,-1 0-1 0 0,-2-1 1 0 0,2 1-2 0 0,0 1 1 0 0,0-1-1 0 0,0 1 0 0 0,0 0 0 0 0,0-1 1 0 0,0 1-1 0 0,0 0 0 0 0,0 0 0 0 0,-1 0 0 0 0,1 0 1 0 0,0 0-1 0 0,0 0 0 0 0,0 0 0 0 0,0 0 1 0 0,0 0-1 0 0,0 1 0 0 0,-3 0 0 0 0,-2 1-8 0 0,-1 1 0 0 0,1 1-1 0 0,0-1 1 0 0,0 1-1 0 0,-10 8 1 0 0,-3 4 11 0 0,2 1 0 0 0,0 0 0 0 0,1 1-1 0 0,1 1 1 0 0,-14 21 0 0 0,20-26 1 0 0,1 1-1 0 0,0 0 1 0 0,0 0-1 0 0,2 1 1 0 0,0 0-1 0 0,1 0 1 0 0,-6 33-1 0 0,10-45-1 0 0,1-1 1 0 0,-1 1-1 0 0,1 0 0 0 0,0 0 0 0 0,0 0 0 0 0,1 0 1 0 0,-1-1-1 0 0,1 1 0 0 0,0 0 0 0 0,0 0 0 0 0,0-1 1 0 0,0 1-1 0 0,1-1 0 0 0,0 1 0 0 0,-1-1 0 0 0,1 1 1 0 0,0-1-1 0 0,1 0 0 0 0,-1 0 0 0 0,1 0 0 0 0,-1 0 1 0 0,1-1-1 0 0,0 1 0 0 0,0-1 0 0 0,0 1 0 0 0,0-1 1 0 0,0 0-1 0 0,1 0 0 0 0,-1 0 0 0 0,0-1 0 0 0,1 1 1 0 0,0-1-1 0 0,4 1 0 0 0,5 2-211 0 0,1-1 0 0 0,0-1-1 0 0,-1 0 1 0 0,1-1 0 0 0,0-1 0 0 0,0 0 0 0 0,27-4-1 0 0,-12 0-215 0 0,-1-2-1 0 0,0 0 0 0 0,0-2 1 0 0,0-1-1 0 0,-1-2 0 0 0,-1 0 1 0 0,0-2-1 0 0,0-1 0 0 0,-1 0 0 0 0,-1-2 1 0 0,-1-1-1 0 0,0-1 0 0 0,-1-1 1 0 0,-1-1-1 0 0,-1-1 0 0 0,0-1 0 0 0,-2 0 1 0 0,-1-1-1 0 0,18-32 0 0 0,-27 42 919 0 0,-1-1-1 0 0,0 1 1 0 0,-1-1 0 0 0,-1-1-1 0 0,0 1 1 0 0,-1-1-1 0 0,-1 0 1 0 0,0 0 0 0 0,1-16-1 0 0,-18 47 710 0 0,-3 41 379 0 0,-16 96 1 0 0,5 61-672 0 0,1-10-245 0 0,8-87-272 0 0,-61 199-1 0 0,71-288-361 0 0,-2 6-10 0 0,0-1 0 0 0,-3-1-1 0 0,-23 45 1 0 0,36-76-262 0 0,-1 1 0 0 0,1 0 0 0 0,0 0 0 0 0,0-1 0 0 0,-1 1 0 0 0,1-1 0 0 0,-1 1 0 0 0,0-1 0 0 0,1 0 0 0 0,-1 1 0 0 0,0-1 0 0 0,0 0 0 0 0,-2 1 0 0 0,3-2-84 0 0,1 0 0 0 0,-1 1 0 0 0,0-1 1 0 0,0 0-1 0 0,0 0 0 0 0,0 0 0 0 0,0 0 0 0 0,0 0 0 0 0,0 0 1 0 0,0 0-1 0 0,0 0 0 0 0,0-1 0 0 0,0 1 0 0 0,0 0 0 0 0,1 0 1 0 0,-1-1-1 0 0,0 1 0 0 0,0-1 0 0 0,0 1 0 0 0,0 0 1 0 0,1-1-1 0 0,-1 0 0 0 0,-3-2-983 0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38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1 163 1884 0 0,'8'-13'749'0'0,"0"1"1"0"0,1 0-1 0 0,0 1 0 0 0,1 0 0 0 0,0 0 1 0 0,1 1-1 0 0,0 0 0 0 0,1 1 0 0 0,0 0 1 0 0,0 1-1 0 0,25-12 0 0 0,-25 15-510 0 0,0 1-1 0 0,0 0 0 0 0,0 0 1 0 0,1 1-1 0 0,-1 1 1 0 0,1 0-1 0 0,-1 1 0 0 0,1 0 1 0 0,0 1-1 0 0,-1 0 1 0 0,1 1-1 0 0,-1 1 0 0 0,1 0 1 0 0,14 4-1 0 0,-15-3-38 0 0,0 1 0 0 0,-1 0 0 0 0,0 1 0 0 0,0 1 0 0 0,0-1 0 0 0,-1 1 0 0 0,0 1 0 0 0,0 0 0 0 0,15 14 0 0 0,-22-17-117 0 0,1-1 0 0 0,-1 1 1 0 0,0 0-1 0 0,0 0 0 0 0,-1 0 1 0 0,1 0-1 0 0,-1 1 0 0 0,0-1 1 0 0,0 0-1 0 0,0 1 0 0 0,-1 0 1 0 0,1 0-1 0 0,-1-1 0 0 0,0 1 0 0 0,-1 0 1 0 0,1 0-1 0 0,-1 0 0 0 0,0 0 1 0 0,0 0-1 0 0,-1 0 0 0 0,1-1 1 0 0,-1 1-1 0 0,0 0 0 0 0,0 0 1 0 0,-1 0-1 0 0,-3 6 0 0 0,-1 3 6 0 0,-2 0 0 0 0,0 0-1 0 0,-1-1 1 0 0,0-1 0 0 0,0 0-1 0 0,-2 0 1 0 0,0 0-1 0 0,0-2 1 0 0,0 1 0 0 0,-2-1-1 0 0,1-1 1 0 0,-1 0 0 0 0,-1-1-1 0 0,-27 13 1 0 0,24-14-461 0 0,-1 0-1 0 0,0-2 1 0 0,0 1 0 0 0,-1-2 0 0 0,-21 3 0 0 0,24-6-942 0 0,1 0 1 0 0,0-1 0 0 0,0-1-1 0 0,0 0 1 0 0,0-1 0 0 0,-24-6-1 0 0,3-3-4885 0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38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34 728 0 0,'-43'-6'6177'0'0,"25"4"-3862"0"0,0 0 0 0 0,-19-7 0 0 0,35 9-1704 0 0,4 0-364 0 0,96-10 279 0 0,131 5-1 0 0,-64 13-2393 0 0,-2 3-4104 0 0,-100-7 457 0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38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1500 0 0,'41'-31'20210'0'0,"-36"29"-19434"0"0,-3 4-731 0 0,-1 0-1 0 0,1 1 0 0 0,-1-1 1 0 0,0 1-1 0 0,0-1 1 0 0,0 1-1 0 0,0-1 1 0 0,0 1-1 0 0,-1 0 0 0 0,1-1 1 0 0,-1 1-1 0 0,0 0 1 0 0,0 0-1 0 0,0 5 1 0 0,-5 46 27 0 0,3-38 20 0 0,-20 101-367 0 0,1 0-4098 0 0,19-96-334 0 0,0 36-1 0 0,4-38-2142 0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39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57 1160 0 0,'-1'-3'1702'0'0,"-12"-51"7247"0"0,12 89-7253 0 0,-8 38-1 0 0,6-48-1297 0 0,-52 286 1282 0 0,17-114-1436 0 0,38-194-359 0 0,-7 59-772 0 0,10-31-1530 0 0,-3-29 1925 0 0,1 0 1 0 0,0 0-1 0 0,-1 0 1 0 0,1 0-1 0 0,0-1 1 0 0,0 1-1 0 0,0 0 1 0 0,0 0-1 0 0,1-1 1 0 0,-1 1-1 0 0,2 1 1 0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39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84 3064 0 0,'68'-55'14798'0'0,"-36"27"-12021"0"0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39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0 1904 0 0,'-35'69'13436'0'0,"26"-52"-12230"0"0,8-15-927 0 0,1-2-282 0 0,0 1-1 0 0,-1-1 1 0 0,1 1 0 0 0,0-1 0 0 0,0 1-1 0 0,0-1 1 0 0,-1 1 0 0 0,1-1 0 0 0,0 1 0 0 0,0-1-1 0 0,0 1 1 0 0,0-1 0 0 0,0 1 0 0 0,0-1-1 0 0,0 1 1 0 0,0 0 0 0 0,0-1 0 0 0,0 1-1 0 0,1 0 1 0 0,4 3-241 0 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40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385 333 1528 0 0,'0'0'3076'0'0,"8"7"-327"0"0,-7 0-2264 0 0,0-1 1 0 0,-1 0-1 0 0,1 0 1 0 0,-1 1-1 0 0,0-1 0 0 0,-1 0 1 0 0,1 1-1 0 0,-4 10 1 0 0,3-11-271 0 0,1-4 148 0 0,-1 6 3055 0 0,7-37-3253 0 0,1 1 1 0 0,1 1-1 0 0,19-43 0 0 0,-14 39-113 0 0,1-7-48 0 0,-4 10-30 0 0,1 0 0 0 0,2 1 1 0 0,0 0-1 0 0,28-40 0 0 0,-40 65 20 0 0,0 1-1 0 0,0-1 1 0 0,1 0-1 0 0,-1 1 1 0 0,1-1 0 0 0,-1 1-1 0 0,1-1 1 0 0,0 1-1 0 0,0 0 1 0 0,-1 0 0 0 0,1 0-1 0 0,0 0 1 0 0,0 0-1 0 0,0 0 1 0 0,0 0-1 0 0,0 0 1 0 0,1 1 0 0 0,-1-1-1 0 0,0 1 1 0 0,0 0-1 0 0,0 0 1 0 0,4 0-1 0 0,-3 0 5 0 0,-1 1-1 0 0,1 0 0 0 0,-1 0 0 0 0,1 0 1 0 0,-1 0-1 0 0,0 0 0 0 0,1 1 0 0 0,-1-1 1 0 0,0 1-1 0 0,0 0 0 0 0,0-1 0 0 0,0 1 1 0 0,0 0-1 0 0,0 0 0 0 0,0 0 0 0 0,-1 0 1 0 0,1 1-1 0 0,1 3 0 0 0,4 6 8 0 0,-1 2 0 0 0,0-1-1 0 0,-1 0 1 0 0,0 1 0 0 0,-2 0-1 0 0,3 15 1 0 0,9 90 42 0 0,-13-86-38 0 0,5 52-1 0 0,-3 0 1 0 0,-5 0-1 0 0,-19 150 1 0 0,15-204 17 0 0,-2-1 0 0 0,0 0 0 0 0,-2 0 0 0 0,-1-1 0 0 0,-27 52 0 0 0,32-71-5 0 0,0-1 0 0 0,-1 0-1 0 0,0 0 1 0 0,0-1 0 0 0,-1 1 0 0 0,-1-2-1 0 0,1 1 1 0 0,-1-1 0 0 0,0 0-1 0 0,-1-1 1 0 0,1 1 0 0 0,-1-2 0 0 0,-1 1-1 0 0,1-1 1 0 0,-1-1 0 0 0,0 0-1 0 0,0 0 1 0 0,0-1 0 0 0,0 0 0 0 0,-18 2-1 0 0,11-4 16 0 0,-1-1 0 0 0,1 0 0 0 0,0-1 0 0 0,-1-1 0 0 0,1-1 0 0 0,0 0 0 0 0,-29-10 0 0 0,-6-7 19 0 0,-53-27-1 0 0,56 23-62 0 0,17 11-620 0 0,29 13 258 0 0,2 0 158 0 0,0 0 0 0 0,1 0 1 0 0,-1 0-1 0 0,0 1 0 0 0,0-1 1 0 0,0 0-1 0 0,1 1 1 0 0,-1-1-1 0 0,0 1 0 0 0,1-1 1 0 0,-1 1-1 0 0,0-1 0 0 0,1 1 1 0 0,-2 1-1 0 0,2-1-127 0 0,0 0 1 0 0,0 0-1 0 0,0-1 1 0 0,1 1-1 0 0,-1 0 1 0 0,0 0-1 0 0,0 0 1 0 0,1 0-1 0 0,-1 0 1 0 0,1 0 0 0 0,-1 0-1 0 0,1-1 1 0 0,-1 1-1 0 0,5 4-1353 0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41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369 490 2084 0 0,'3'-9'1102'0'0,"-1"0"0"0"0,-1 0 0 0 0,1 0 0 0 0,-2-1-1 0 0,1 1 1 0 0,-1-11 0 0 0,-1 17-907 0 0,1 0 1 0 0,0 0-1 0 0,-1 0 0 0 0,0 0 1 0 0,1 0-1 0 0,-1 0 0 0 0,0 0 1 0 0,-1 0-1 0 0,1 0 0 0 0,0 1 1 0 0,-1-1-1 0 0,0 0 0 0 0,0 1 0 0 0,1-1 1 0 0,-1 1-1 0 0,-1 0 0 0 0,1-1 1 0 0,0 1-1 0 0,0 0 0 0 0,-1 0 1 0 0,0 1-1 0 0,-2-3 0 0 0,2 3-149 0 0,-1 0-1 0 0,1 1 1 0 0,0-1-1 0 0,-1 0 0 0 0,1 1 1 0 0,0 0-1 0 0,-1 0 1 0 0,1 0-1 0 0,-1 0 0 0 0,1 0 1 0 0,0 1-1 0 0,-1-1 1 0 0,1 1-1 0 0,0 0 1 0 0,-1 0-1 0 0,1 0 0 0 0,0 1 1 0 0,0-1-1 0 0,0 1 1 0 0,0 0-1 0 0,-3 2 0 0 0,-5 3-8 0 0,0 1-1 0 0,0 1 1 0 0,1 0-1 0 0,-9 11 1 0 0,-8 10 4 0 0,1 1 0 0 0,2 2 1 0 0,-23 40-1 0 0,33-50-28 0 0,2 2 1 0 0,1-1-1 0 0,0 2 1 0 0,2-1-1 0 0,-9 45 1 0 0,16-64-6 0 0,1 1 1 0 0,1 0 0 0 0,-1 0-1 0 0,1-1 1 0 0,0 1-1 0 0,1 0 1 0 0,0 0 0 0 0,0 0-1 0 0,2 8 1 0 0,-2-12-4 0 0,0-1 0 0 0,1 1 1 0 0,-1 0-1 0 0,0 0 0 0 0,1-1 0 0 0,0 1 1 0 0,-1 0-1 0 0,1-1 0 0 0,0 0 0 0 0,0 1 1 0 0,0-1-1 0 0,1 0 0 0 0,-1 0 0 0 0,1 0 0 0 0,-1 0 1 0 0,1-1-1 0 0,-1 1 0 0 0,1-1 0 0 0,0 0 1 0 0,0 1-1 0 0,0-1 0 0 0,4 1 0 0 0,6 0-1 0 0,1 0 0 0 0,-1-1-1 0 0,0-1 1 0 0,1 0 0 0 0,-1 0-1 0 0,1-1 1 0 0,-1-1 0 0 0,0-1-1 0 0,0 0 1 0 0,0 0 0 0 0,25-11-1 0 0,-17 5-5 0 0,0-1 0 0 0,0-2 1 0 0,-1 0-1 0 0,0-1 0 0 0,35-31 0 0 0,-28 18-22 0 0,-2-2 1 0 0,0 0-1 0 0,-3-2 0 0 0,0-1 0 0 0,-2 0 0 0 0,-1-2 0 0 0,17-38 1 0 0,-6-1-61 0 0,-3-1 1 0 0,25-107 0 0 0,-15 2-49 0 0,-36 177 113 0 0,-14 11-9 0 0,7 0 29 0 0,0 0 1 0 0,1 1-1 0 0,0-1 1 0 0,1 1 0 0 0,-4 12-1 0 0,1-5 12 0 0,-35 94 17 0 0,-8 17 178 0 0,-53 214-1 0 0,99-323-179 0 0,0 1 0 0 0,1 0-1 0 0,1-1 1 0 0,1 1 0 0 0,3 34 0 0 0,-2-50-18 0 0,1 1 0 0 0,0-1 0 0 0,0 0 0 0 0,0 1 0 0 0,1-1 0 0 0,0 0 0 0 0,0 0 0 0 0,0 0 0 0 0,0 0 0 0 0,1-1 0 0 0,0 1 1 0 0,0-1-1 0 0,0 1 0 0 0,1-1 0 0 0,-1 0 0 0 0,1 0 0 0 0,0 0 0 0 0,0-1 0 0 0,0 0 0 0 0,1 1 0 0 0,-1-1 0 0 0,1-1 0 0 0,0 1 1 0 0,0-1-1 0 0,-1 0 0 0 0,10 3 0 0 0,-2-2-3 0 0,1-1 0 0 0,-1 0 0 0 0,1-1 0 0 0,-1 0 0 0 0,1-1-1 0 0,-1-1 1 0 0,1 0 0 0 0,-1 0 0 0 0,1-1 0 0 0,-1-1 0 0 0,0 0 0 0 0,0-1 0 0 0,0 0 0 0 0,0 0 0 0 0,0-2 0 0 0,18-10 0 0 0,-13 4-4 0 0,1 0 1 0 0,-2-1-1 0 0,0 0 0 0 0,0-1 1 0 0,-1-1-1 0 0,-1-1 1 0 0,0 0-1 0 0,-2 0 0 0 0,14-24 1 0 0,-11 15 8 0 0,-2 0 1 0 0,15-39-1 0 0,-24 53 0 0 0,-1 0-1 0 0,0 0 0 0 0,0-1 0 0 0,-1 1 1 0 0,-1 0-1 0 0,0-1 0 0 0,0 1 0 0 0,-1-1 1 0 0,-1-12-1 0 0,0 22-8 0 0,1 1-2 0 0,0 0 0 0 0,0 1 0 0 0,0-1 0 0 0,0 0 0 0 0,0 0 0 0 0,0 1 0 0 0,0-1-1 0 0,0 0 1 0 0,-1 0 0 0 0,1 1 0 0 0,0-1 0 0 0,0 0 0 0 0,-1 1 0 0 0,1-1 0 0 0,0 0 0 0 0,-1 1 0 0 0,1-1-1 0 0,-1 1 1 0 0,1-1 0 0 0,-1 0 0 0 0,1 1 0 0 0,-2-1 0 0 0,-12-3 2 0 0,10 5-4 0 0,0 0 0 0 0,0 0 0 0 0,1 0 0 0 0,-1 0 0 0 0,0 1 0 0 0,1 0 1 0 0,-1-1-1 0 0,1 1 0 0 0,-1 1 0 0 0,1-1 0 0 0,0 0 0 0 0,0 1 1 0 0,0 0-1 0 0,0-1 0 0 0,-3 5 0 0 0,-7 8-5 0 0,-18 27 0 0 0,17-21 15 0 0,1 1 1 0 0,0 1 0 0 0,-16 45 0 0 0,25-59-6 0 0,1 1 0 0 0,0 0 0 0 0,1 0 0 0 0,0 0 0 0 0,1 0 0 0 0,0 0 0 0 0,0 0 0 0 0,1 0 0 0 0,0 0 0 0 0,1 0 0 0 0,0 1 0 0 0,5 16 0 0 0,-5-22 4 0 0,1-1 1 0 0,0 0-1 0 0,0 0 0 0 0,0 1 1 0 0,0-1-1 0 0,1 0 1 0 0,0-1-1 0 0,-1 1 0 0 0,2 0 1 0 0,-1-1-1 0 0,0 0 0 0 0,1 0 1 0 0,-1 0-1 0 0,1 0 1 0 0,6 3-1 0 0,-4-3 2 0 0,0 0 0 0 0,1 0 0 0 0,-1-1-1 0 0,1 0 1 0 0,-1-1 0 0 0,1 1 0 0 0,0-1 0 0 0,0-1 0 0 0,11 1-1 0 0,-3-2-38 0 0,-1 0-1 0 0,1-1 1 0 0,-1-1-1 0 0,0 0 1 0 0,0-1-1 0 0,0 0 1 0 0,-1-1-1 0 0,1-1 1 0 0,18-11-1 0 0,-16 6-18 0 0,0 0 0 0 0,0-1 0 0 0,-1-1 0 0 0,-1-1-1 0 0,23-28 1 0 0,53-86-77 0 0,-16 20-7 0 0,-72 106 118 0 0,0-1-1 0 0,0 0 0 0 0,0 1 1 0 0,1-1-1 0 0,-1 1 0 0 0,1 0 1 0 0,-1 0-1 0 0,1 0 0 0 0,0 0 1 0 0,0 0-1 0 0,4-2 1 0 0,-6 4 10 0 0,1 0 1 0 0,-1 0-1 0 0,1 0 1 0 0,-1 0 0 0 0,1 0-1 0 0,-1 0 1 0 0,1 0-1 0 0,-1 0 1 0 0,1 1 0 0 0,-1-1-1 0 0,0 1 1 0 0,1-1-1 0 0,-1 1 1 0 0,0-1 0 0 0,1 1-1 0 0,-1 0 1 0 0,0 0-1 0 0,0 0 1 0 0,1-1 0 0 0,-1 1-1 0 0,0 0 1 0 0,0 0-1 0 0,0 1 1 0 0,0-1 0 0 0,0 0-1 0 0,0 0 1 0 0,1 3-1 0 0,4 5 4 0 0,-1 0 0 0 0,0 0-1 0 0,0 0 1 0 0,-1 1-1 0 0,0 0 1 0 0,0 0-1 0 0,-1 0 1 0 0,-1 0 0 0 0,0 0-1 0 0,0 1 1 0 0,0 11-1 0 0,-1-13 30 0 0,-1 1 0 0 0,-1-1 0 0 0,1 0 0 0 0,-1 0-1 0 0,-1 0 1 0 0,1 0 0 0 0,-2 0 0 0 0,1 0 0 0 0,-1-1-1 0 0,-1 1 1 0 0,1-1 0 0 0,-1 0 0 0 0,-6 8-1 0 0,8-13-1 0 0,0-1 0 0 0,-1 0-1 0 0,1 1 1 0 0,-1-1-1 0 0,0 0 1 0 0,0-1-1 0 0,1 1 1 0 0,-4 1-1 0 0,3-2 20 0 0,0-2-5 0 0,1 1-37 0 0,0-1 0 0 0,1 1 0 0 0,-1-1 0 0 0,0 0 0 0 0,1 1 0 0 0,-1-1 1 0 0,1 0-1 0 0,-1 0 0 0 0,1 0 0 0 0,0 0 0 0 0,-1-1 0 0 0,1 1 0 0 0,0 0 0 0 0,0 0 0 0 0,-1-1 1 0 0,1 1-1 0 0,0-1 0 0 0,0 1 0 0 0,1-1 0 0 0,-1 1 0 0 0,-1-4 0 0 0,1 0-1 0 0,0 1 1 0 0,0-1-1 0 0,0 0 0 0 0,1 1 0 0 0,0-1 0 0 0,0 0 0 0 0,0 1 1 0 0,1-7-1 0 0,2-7-7 0 0,1 0 1 0 0,1 1-1 0 0,11-27 1 0 0,-8 27-2 0 0,0 0-1 0 0,1 1 1 0 0,0 0 0 0 0,2 1 0 0 0,0 0 0 0 0,1 1 0 0 0,0 0 0 0 0,1 1 0 0 0,21-18 0 0 0,-22 22-9 0 0,1-1 1 0 0,0 2-1 0 0,1 0 0 0 0,-1 0 0 0 0,2 1 0 0 0,-1 1 0 0 0,1 0 0 0 0,0 1 0 0 0,0 1 0 0 0,0 0 0 0 0,23-2 0 0 0,-31 6 9 0 0,1-1-1 0 0,-1 2 0 0 0,0-1 1 0 0,0 1-1 0 0,0 0 1 0 0,0 1-1 0 0,0-1 1 0 0,0 1-1 0 0,0 1 0 0 0,0-1 1 0 0,-1 1-1 0 0,1 1 1 0 0,-1-1-1 0 0,0 1 1 0 0,0 0-1 0 0,0 0 0 0 0,-1 1 1 0 0,1 0-1 0 0,7 8 1 0 0,-7-6 6 0 0,-1 0 0 0 0,1 1 1 0 0,-1 0-1 0 0,0 0 1 0 0,-1 0-1 0 0,0 1 0 0 0,0 0 1 0 0,-1-1-1 0 0,0 1 1 0 0,-1 0-1 0 0,0 1 0 0 0,0-1 1 0 0,-1 0-1 0 0,1 15 0 0 0,-4 17 67 0 0,-14 76-1 0 0,3-32-540 0 0,13-83 336 0 0,0 0 0 0 0,-1 0-1 0 0,1 0 1 0 0,0 0 0 0 0,0 0 0 0 0,0 0 0 0 0,0 0 0 0 0,1 0 0 0 0,-1 0 0 0 0,1 0 0 0 0,-1 0-1 0 0,1 0 1 0 0,-1 0 0 0 0,1-1 0 0 0,0 1 0 0 0,0 0 0 0 0,0 0 0 0 0,0-1 0 0 0,0 1 0 0 0,0-1 0 0 0,1 1-1 0 0,-1-1 1 0 0,0 1 0 0 0,3 0 0 0 0,-2 0-271 0 0,0-1 0 0 0,0 0-1 0 0,0-1 1 0 0,0 1 0 0 0,1 0 0 0 0,-1 0 0 0 0,0-1-1 0 0,1 0 1 0 0,-1 1 0 0 0,0-1 0 0 0,1 0-1 0 0,-1 0 1 0 0,4-1 0 0 0,14-1-3984 0 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42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190 271 1792 0 0,'18'-66'6842'0'0,"16"-123"0"0"0,-34 188-6790 0 0,0 0 0 0 0,0 1 0 0 0,1-1 0 0 0,-1 0 0 0 0,0 0 0 0 0,0 1 0 0 0,0-1 1 0 0,0 0-1 0 0,0 1 0 0 0,0-1 0 0 0,0 0 0 0 0,0 0 0 0 0,0 1 0 0 0,0-1 0 0 0,-1 0 0 0 0,1 1 0 0 0,0-1 0 0 0,0 0 0 0 0,-1 0 0 0 0,-7 8 243 0 0,-8 23-158 0 0,-7 29 78 0 0,-23 87 1 0 0,-4 67-41 0 0,30-120-134 0 0,-3 1-9 0 0,6-29 27 0 0,3 1 0 0 0,-9 111 0 0 0,22-171-205 0 0,1 0 0 0 0,0-1 0 0 0,1 1 0 0 0,-1 0-1 0 0,1 0 1 0 0,0 0 0 0 0,1-1 0 0 0,-1 1 0 0 0,1-1 0 0 0,0 1 0 0 0,1-1 0 0 0,-1 1 0 0 0,7 8 0 0 0,-6-11-4 0 0,0 0 1 0 0,0 0-1 0 0,0 0 1 0 0,0 0 0 0 0,0-1-1 0 0,1 0 1 0 0,-1 1 0 0 0,1-1-1 0 0,0-1 1 0 0,-1 1-1 0 0,1 0 1 0 0,0-1 0 0 0,0 0-1 0 0,0 0 1 0 0,0 0-1 0 0,0-1 1 0 0,0 1 0 0 0,1-1-1 0 0,-1 0 1 0 0,6 0-1 0 0,-1-1-45 0 0,1 0-1 0 0,-1-1 0 0 0,0 1 0 0 0,0-2 0 0 0,0 1 0 0 0,0-1 0 0 0,0-1 0 0 0,16-8 0 0 0,-12 3 42 0 0,0 1 0 0 0,0-2-1 0 0,-1 1 1 0 0,20-22-1 0 0,-7 1 583 0 0,-2 0-1 0 0,0-2 0 0 0,26-50 0 0 0,15-45 5451 0 0,-56 109-5042 0 0,-6 17-497 0 0,-4 10-252 0 0,-11 48 80 0 0,-13 76-27 0 0,24-115-113 0 0,0 1 0 0 0,2-1 0 0 0,0 1 1 0 0,1-1-1 0 0,4 23 0 0 0,-5-38-39 0 0,0-1 1 0 0,1 1-1 0 0,0-1 1 0 0,-1 0-1 0 0,1 1 1 0 0,0-1-1 0 0,0 0 1 0 0,0 0-1 0 0,1 0 1 0 0,-1 0-1 0 0,0 0 1 0 0,1 0-1 0 0,-1 0 1 0 0,1 0 0 0 0,0 0-1 0 0,0-1 1 0 0,-1 1-1 0 0,1-1 1 0 0,0 1-1 0 0,0-1 1 0 0,1 0-1 0 0,-1 1 1 0 0,0-1-1 0 0,0 0 1 0 0,0-1-1 0 0,1 1 1 0 0,-1 0-1 0 0,1-1 1 0 0,-1 1-1 0 0,0-1 1 0 0,1 0-1 0 0,-1 0 1 0 0,1 0-1 0 0,-1 0 1 0 0,1 0-1 0 0,-1 0 1 0 0,0-1-1 0 0,3 0 1 0 0,3-1-465 0 0,0 0 1 0 0,0 0-1 0 0,0-1 0 0 0,0 0 1 0 0,-1 0-1 0 0,1-1 0 0 0,-1 0 1 0 0,0 0-1 0 0,0-1 1 0 0,7-6-1 0 0,-4 1-1576 0 0,-1 1 0 0 0,13-20 0 0 0,-1-3-3114 0 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42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164 137 1980 0 0,'-52'-66'10536'0'0,"0"4"-6106"0"0,51 61-4663 0 0,0 0-1 0 0,0 0 1 0 0,0 0 0 0 0,0 1-1 0 0,0-1 1 0 0,0 1 0 0 0,0-1-1 0 0,0 1 1 0 0,-1-1-1 0 0,1 1 1 0 0,0 0 0 0 0,0-1-1 0 0,-1 1 1 0 0,1 0 0 0 0,0 0-1 0 0,0 0 1 0 0,-1 0-1 0 0,1 0 1 0 0,0 0 0 0 0,0 0-1 0 0,-1 0 1 0 0,1 1 0 0 0,0-1-1 0 0,0 0 1 0 0,-1 1-1 0 0,1-1 1 0 0,0 1 0 0 0,0 0-1 0 0,0-1 1 0 0,-2 2-1 0 0,-4 1-1818 0 0,-8 2-3203 0 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42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0 1252 0 0,'-61'13'4769'0'0,"28"-7"-1137"0"0,-53 17-1 0 0,83-22-3260 0 0,6 0-31 0 0,8 2-215 0 0,0-1 1 0 0,0-1-1 0 0,0 0 1 0 0,1 0-1 0 0,-1-1 1 0 0,21-2-1 0 0,2 0-2 0 0,263-7-1830 0 0,-99-4-5151 0 0,-136 8 2831 0 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43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932 165 896 0 0,'-9'-151'15135'0'0,"9"150"-15102"0"0,0 1 0 0 0,0-1-1 0 0,0 0 1 0 0,0 1 0 0 0,-1-1 0 0 0,1 1 0 0 0,0-1 0 0 0,0 0 0 0 0,-1 1 0 0 0,1-1 0 0 0,0 1-1 0 0,-1-1 1 0 0,1 1 0 0 0,-1-1 0 0 0,1 1 0 0 0,-1-1 0 0 0,1 1 0 0 0,-1-1 0 0 0,1 1 0 0 0,-1-1-1 0 0,1 1 1 0 0,-1 0 0 0 0,0 0 0 0 0,1-1 0 0 0,-1 1 0 0 0,0 0 0 0 0,1 0 0 0 0,-1 0 0 0 0,0-1-1 0 0,1 1 1 0 0,-1 0 0 0 0,0 0 0 0 0,1 0 0 0 0,-1 0 0 0 0,0 0 0 0 0,1 0 0 0 0,-1 0 0 0 0,0 1-1 0 0,1-1 1 0 0,-1 0 0 0 0,1 0 0 0 0,-1 0 0 0 0,0 1 0 0 0,1-1 0 0 0,-2 1 0 0 0,-27 15 128 0 0,9 2-77 0 0,1 0 1 0 0,1 0-1 0 0,1 2 0 0 0,0 0 1 0 0,2 1-1 0 0,-18 32 0 0 0,3 3 106 0 0,-34 86-1 0 0,-79 295 1039 0 0,36 10-181 0 0,96-399-951 0 0,-3 0 0 0 0,-21 53 0 0 0,24-77-40 0 0,0 0 0 0 0,-2 0-1 0 0,0-2 1 0 0,-2 1 0 0 0,-29 34-1 0 0,39-52-156 0 0,0 1 0 0 0,-1-1 0 0 0,0 0 0 0 0,0 0 0 0 0,0-1 0 0 0,0 0 0 0 0,0 0 0 0 0,-1-1 0 0 0,0 1 0 0 0,-13 3 0 0 0,15-5-290 0 0,1-1 1 0 0,-1-1 0 0 0,0 1 0 0 0,0-1-1 0 0,0 0 1 0 0,0 0 0 0 0,0 0 0 0 0,0 0-1 0 0,0-1 1 0 0,1 0 0 0 0,-1 0 0 0 0,0 0-1 0 0,0-1 1 0 0,1 0 0 0 0,-1 0 0 0 0,1 0-1 0 0,-6-4 1 0 0,-13-9-4018 0 0,-3-8-2215 0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43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1 523 400 0 0,'8'-20'1609'0'0,"1"0"-1"0"0,1 1 1 0 0,1 0 0 0 0,0 1-1 0 0,28-32 1 0 0,-26 36-1256 0 0,1 0 0 0 0,1 1 0 0 0,0 0 0 0 0,1 2 0 0 0,0 0 0 0 0,1 0 0 0 0,0 2 0 0 0,0 0 0 0 0,1 1 0 0 0,37-12 0 0 0,24 1 61 0 0,112-14 0 0 0,-36 8-1475 0 0,-141 23 781 0 0,0-2 0 0 0,0 1 1 0 0,0-2-1 0 0,-1 0 0 0 0,21-10 1 0 0,-28 11 219 0 0,0 0 0 0 0,0 0 1 0 0,0-1-1 0 0,0 0 1 0 0,-1 0-1 0 0,0 0 1 0 0,0 0-1 0 0,-1-1 0 0 0,1 0 1 0 0,-1 0-1 0 0,0 0 1 0 0,5-12-1 0 0,13-34 1636 0 0,-22 50-1187 0 0,-5 29 273 0 0,0-11-495 0 0,1 0 0 0 0,0 0 1 0 0,2 1-1 0 0,0-1 0 0 0,1 1 0 0 0,0 0 0 0 0,2-1 0 0 0,3 25 1 0 0,-3-32-132 0 0,1-1 1 0 0,0 0 0 0 0,0 1 0 0 0,1-1-1 0 0,0 0 1 0 0,0 0 0 0 0,1 0-1 0 0,0-1 1 0 0,1 1 0 0 0,0-1-1 0 0,0 0 1 0 0,0-1 0 0 0,1 1 0 0 0,0-1-1 0 0,0 0 1 0 0,0 0 0 0 0,1-1-1 0 0,8 6 1 0 0,-6-6 1 0 0,1 0 0 0 0,0 0 0 0 0,0-1 0 0 0,0-1-1 0 0,0 1 1 0 0,1-1 0 0 0,-1-1 0 0 0,1 0 0 0 0,-1-1 0 0 0,1 0 0 0 0,21-1-1 0 0,-24 0-23 0 0,0-1 0 0 0,0 0-1 0 0,-1-1 1 0 0,1 0 0 0 0,-1 0-1 0 0,1-1 1 0 0,-1 0 0 0 0,0 0-1 0 0,0 0 1 0 0,0-1 0 0 0,-1 0-1 0 0,1-1 1 0 0,-1 1 0 0 0,0-1-1 0 0,0 0 1 0 0,-1-1 0 0 0,7-7-1 0 0,7-13 342 0 0,-1 0-1 0 0,24-49 1 0 0,-35 65-206 0 0,-3 10-27 0 0,-3 1-118 0 0,-1 1-1 0 0,0-1 1 0 0,0 0 0 0 0,0 0 0 0 0,0 0-1 0 0,0 1 1 0 0,0-1 0 0 0,0 0 0 0 0,0 0 0 0 0,0 0-1 0 0,0 1 1 0 0,-1-1 0 0 0,0 2 0 0 0,-151 412 1713 0 0,41-128-53 0 0,59-139-412 0 0,-106 212 0 0 0,152-348-1000 0 0,-1 0 1 0 0,-1-1-1 0 0,1 1 1 0 0,-2-1-1 0 0,0-1 1 0 0,0 0-1 0 0,-19 17 1 0 0,24-24-195 0 0,-1 0 0 0 0,1 0 0 0 0,-1-1 0 0 0,0 1 0 0 0,1-1 1 0 0,-1 0-1 0 0,0 0 0 0 0,0-1 0 0 0,-1 1 0 0 0,1-1 0 0 0,0 0 1 0 0,0-1-1 0 0,-1 1 0 0 0,1-1 0 0 0,0 0 0 0 0,-1 0 0 0 0,1-1 1 0 0,0 0-1 0 0,0 0 0 0 0,0 0 0 0 0,-1 0 0 0 0,-8-5 1 0 0,6 3-44 0 0,0-1 1 0 0,0-1-1 0 0,1 1 1 0 0,-1-1 0 0 0,1 0-1 0 0,0-1 1 0 0,1 0 0 0 0,-1 0-1 0 0,1 0 1 0 0,1-1 0 0 0,-1 0-1 0 0,1 0 1 0 0,0-1-1 0 0,1 1 1 0 0,0-1 0 0 0,0 0-1 0 0,0 0 1 0 0,-3-14 0 0 0,4 11-59 0 0,0-1 0 0 0,1 0 0 0 0,0 0 0 0 0,1 0 0 0 0,0 0 0 0 0,1 0 0 0 0,1 0 1 0 0,0 0-1 0 0,0 0 0 0 0,1 1 0 0 0,0-1 0 0 0,1 0 0 0 0,6-13 0 0 0,1 3-254 0 0,0 1-1 0 0,1 0 1 0 0,1 1-1 0 0,1 0 1 0 0,22-25-1 0 0,-10 17-509 0 0,1 2-1 0 0,54-42 1 0 0,71-34-3579 0 0,5 14-3293 0 0,-133 75 6129 0 0,39-21-5329 0 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45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5 893 496 0 0,'-1'2'464'0'0,"0"0"1"0"0,1 1-1 0 0,-1-1 1 0 0,0 0-1 0 0,1 0 1 0 0,0 0-1 0 0,-1 0 0 0 0,1 0 1 0 0,0 1-1 0 0,0-1 1 0 0,0 0-1 0 0,1 0 1 0 0,-1 0-1 0 0,0 0 0 0 0,1 1 1 0 0,0 1-1 0 0,16 39 974 0 0,-8-21-486 0 0,-6-14-730 0 0,1 0 0 0 0,-1 0 0 0 0,1 0 0 0 0,1 0 0 0 0,0-1 0 0 0,0 1 0 0 0,0-1 0 0 0,1-1 0 0 0,11 12 0 0 0,-15-17-178 0 0,-1 0 0 0 0,1 0 0 0 0,0-1 1 0 0,0 1-1 0 0,0 0 0 0 0,0-1 0 0 0,0 0 1 0 0,-1 1-1 0 0,1-1 0 0 0,0 0 0 0 0,0 0 1 0 0,0 0-1 0 0,0 0 0 0 0,0 0 1 0 0,0-1-1 0 0,0 1 0 0 0,3-1 0 0 0,31-12 250 0 0,-12 0-255 0 0,-1 0 1 0 0,-1-1-1 0 0,0-1 0 0 0,-1-1 0 0 0,-1-1 0 0 0,0-1 0 0 0,-2-1 0 0 0,22-26 0 0 0,-7 2 32 0 0,-1-2 0 0 0,-3-2 0 0 0,25-50 0 0 0,-25 34-69 0 0,-2-1 0 0 0,-3-1 0 0 0,-3-1 0 0 0,-3-1 0 0 0,-2 0 0 0 0,-4-1 0 0 0,6-102 0 0 0,-20 139-13 0 0,2 31 11 0 0,0 0 0 0 0,0-1 0 0 0,0 1 0 0 0,0 0 0 0 0,0-1 0 0 0,0 1-1 0 0,0 0 1 0 0,-1 0 0 0 0,1-1 0 0 0,0 1 0 0 0,0 0 0 0 0,0 0 0 0 0,0-1 0 0 0,0 1 0 0 0,-1 0 0 0 0,1 0 0 0 0,0-1-1 0 0,0 1 1 0 0,0 0 0 0 0,-1 0 0 0 0,1 0 0 0 0,0-1 0 0 0,0 1 0 0 0,-1 0 0 0 0,1 0 0 0 0,0 0 0 0 0,-1 0 0 0 0,1 0 0 0 0,0 0-1 0 0,-1-1 1 0 0,0 2 1 0 0,-1-1-1 0 0,1 0 0 0 0,-1 1 0 0 0,1-1 1 0 0,-1 1-1 0 0,1-1 0 0 0,-1 1 1 0 0,1 0-1 0 0,0-1 0 0 0,-1 1 0 0 0,1 0 1 0 0,0 0-1 0 0,0 0 0 0 0,0 0 0 0 0,-1 0 1 0 0,1 0-1 0 0,0 1 0 0 0,0-1 1 0 0,1 0-1 0 0,-1 0 0 0 0,-1 3 0 0 0,-19 36 11 0 0,17-31-9 0 0,-35 87 33 0 0,3 1 0 0 0,-37 174 0 0 0,60-212-17 0 0,-8 91 1 0 0,19-130-7 0 0,2 1 1 0 0,0 0 0 0 0,1-1-1 0 0,1 1 1 0 0,1-1 0 0 0,0 1-1 0 0,2-1 1 0 0,9 24-1 0 0,-12-39-3 0 0,0 0 0 0 0,1 1-1 0 0,0-1 1 0 0,0 0-1 0 0,0 0 1 0 0,1-1 0 0 0,0 1-1 0 0,0-1 1 0 0,0 0-1 0 0,0 0 1 0 0,1 0 0 0 0,-1-1-1 0 0,10 6 1 0 0,-6-5-4 0 0,0 0 1 0 0,0-1 0 0 0,0 0-1 0 0,0-1 1 0 0,1 0 0 0 0,-1 0-1 0 0,1-1 1 0 0,12 1-1 0 0,3-2 1 0 0,0-1-1 0 0,-1-2 1 0 0,1 0-1 0 0,-1-1 1 0 0,43-14-1 0 0,-41 9-5 0 0,1-1 0 0 0,-2-2-1 0 0,1 0 1 0 0,-2-1-1 0 0,0-1 1 0 0,0-2-1 0 0,-1 0 1 0 0,-1-1-1 0 0,-1-2 1 0 0,-1 0 0 0 0,0 0-1 0 0,30-44 1 0 0,-20 19-20 0 0,-3-1 1 0 0,-1-1 0 0 0,-2-1-1 0 0,-2-2 1 0 0,25-87-1 0 0,-23 54-7 0 0,-4-1-1 0 0,13-124 0 0 0,-31 203 24 0 0,-1 0 1 0 0,0 0-1 0 0,0 1 1 0 0,0-1-1 0 0,0 0 1 0 0,-1 0-1 0 0,-1-6 0 0 0,1 8-6 0 0,0 2 8 0 0,0 0 0 0 0,-1 0 1 0 0,1 1-1 0 0,-1-1 0 0 0,1 0 0 0 0,0 1 1 0 0,-1-1-1 0 0,1 0 0 0 0,0 1 0 0 0,-1 0 1 0 0,0 0-1 0 0,-2 2 0 0 0,1-1 1 0 0,0 1-1 0 0,0-1 0 0 0,0 1 1 0 0,0 0-1 0 0,0 0 0 0 0,1 0 1 0 0,-1 1-1 0 0,-1 3 1 0 0,-19 38 8 0 0,15-29-1 0 0,-37 81 44 0 0,5 2 0 0 0,3 2 0 0 0,-22 107 0 0 0,48-153-19 0 0,-5 71-1 0 0,1-12 324 0 0,15-114-350 0 0,0 0-1 0 0,0 0 1 0 0,0 0-1 0 0,0 0 1 0 0,0 1-1 0 0,0-1 1 0 0,-1 0-1 0 0,1 0 1 0 0,0 0-1 0 0,0 0 1 0 0,0 1-1 0 0,0-1 1 0 0,0 0 0 0 0,0 0-1 0 0,0 0 1 0 0,0 1-1 0 0,0-1 1 0 0,0 0-1 0 0,0 0 1 0 0,0 0-1 0 0,0 0 1 0 0,0 1-1 0 0,0-1 1 0 0,0 0-1 0 0,0 0 1 0 0,0 0-1 0 0,0 1 1 0 0,1-1-1 0 0,-1 0 1 0 0,0 0 0 0 0,0 0-1 0 0,0 0 1 0 0,0 0-1 0 0,0 1 1 0 0,0-1-1 0 0,0 0 1 0 0,1 0-1 0 0,-1 0 1 0 0,0 0-1 0 0,0 0 1 0 0,0 0-1 0 0,0 1 1 0 0,1-1-1 0 0,-1 0 1 0 0,0 0-1 0 0,0 0 1 0 0,9-7 41 0 0,8-15-27 0 0,16-29 39 0 0,86-117-65 0 0,-105 152-15 0 0,1 0 1 0 0,0 0 0 0 0,1 2-1 0 0,0 0 1 0 0,2 0 0 0 0,-1 2-1 0 0,27-14 1 0 0,-40 24 16 0 0,0 0 0 0 0,0 0 1 0 0,0 1-1 0 0,0-1 0 0 0,0 1 1 0 0,1 0-1 0 0,-1 0 1 0 0,0 1-1 0 0,1-1 0 0 0,-1 1 1 0 0,0 0-1 0 0,1 0 0 0 0,-1 0 1 0 0,0 1-1 0 0,1 0 0 0 0,7 2 1 0 0,-8-2 7 0 0,-1 1 0 0 0,0 0 0 0 0,1 0 0 0 0,-1 0 1 0 0,0 0-1 0 0,0 1 0 0 0,0-1 0 0 0,0 1 0 0 0,0 0 1 0 0,-1 0-1 0 0,1 0 0 0 0,-1 0 0 0 0,0 0 1 0 0,0 0-1 0 0,0 1 0 0 0,0-1 0 0 0,0 1 0 0 0,-1 0 1 0 0,2 3-1 0 0,0 4-1 0 0,0 1 1 0 0,-1-1-1 0 0,0 1 1 0 0,-1 0 0 0 0,0-1-1 0 0,-1 1 1 0 0,-1 0-1 0 0,-1 11 1 0 0,-4 16 4 0 0,-12 41 0 0 0,9-48 17 0 0,-7 63-1 0 0,16-94-19 0 0,0 0 0 0 0,0 1 0 0 0,0-1 0 0 0,0 0 0 0 0,0 0 0 0 0,0 0 0 0 0,0 0 0 0 0,0 1 0 0 0,1-1 0 0 0,-1 0 0 0 0,0 0 0 0 0,1 0 0 0 0,-1 0 1 0 0,1 0-1 0 0,0 0 0 0 0,-1 0 0 0 0,1 0 0 0 0,0 0 0 0 0,-1 0 0 0 0,1 0 0 0 0,0 0 0 0 0,0 0 0 0 0,0 0 0 0 0,0-1 0 0 0,0 1 0 0 0,0 0 0 0 0,0-1 0 0 0,0 1 0 0 0,0-1 0 0 0,0 1 0 0 0,0-1 0 0 0,0 1 0 0 0,2-1 0 0 0,1 1 5 0 0,1 0 1 0 0,0-1-1 0 0,-1 1 0 0 0,1-1 0 0 0,-1 0 1 0 0,8-2-1 0 0,8-1 1 0 0,-1-1 0 0 0,1-1 0 0 0,-1-1 0 0 0,0-1 1 0 0,33-17-1 0 0,-11 2 14 0 0,50-37-1 0 0,-50 29-16 0 0,74-71 0 0 0,-96 82 0 0 0,-1-1 0 0 0,-1-1 0 0 0,-1-1 1 0 0,0 0-1 0 0,18-37 0 0 0,-32 53-9 0 0,1 1 0 0 0,-1-1 0 0 0,0 0 1 0 0,-1 0-1 0 0,1 0 0 0 0,0-8 0 0 0,-2 12 1 0 0,0 0 0 0 0,0 0 1 0 0,0 0-1 0 0,0 0 0 0 0,0 0 0 0 0,0 0 0 0 0,-1 0 1 0 0,1 0-1 0 0,-1 0 0 0 0,1 0 0 0 0,-1 0 1 0 0,0 0-1 0 0,0 0 0 0 0,0 0 0 0 0,0 1 1 0 0,0-1-1 0 0,0 0 0 0 0,0 1 0 0 0,-1-1 1 0 0,-2-2-1 0 0,3 3 1 0 0,0 1 0 0 0,0-1 0 0 0,0 1-1 0 0,0 0 1 0 0,0-1 0 0 0,0 1 0 0 0,0 0 0 0 0,0 0 0 0 0,-1-1 0 0 0,1 1 0 0 0,0 0 0 0 0,0 0 0 0 0,0 0 0 0 0,0 0 0 0 0,-1 1 0 0 0,0-1-1 0 0,-1 1 1 0 0,-3-1 3 0 0,1 1 1 0 0,0 0 0 0 0,-1 0 0 0 0,1 0-1 0 0,0 1 1 0 0,0 0 0 0 0,0 0-1 0 0,0 0 1 0 0,1 0 0 0 0,-9 6 0 0 0,2 0 22 0 0,-1 1 1 0 0,-16 16-1 0 0,18-14 5 0 0,0 0-1 0 0,1 0 0 0 0,0 1 0 0 0,0 0 1 0 0,2 0-1 0 0,-1 1 0 0 0,2 0 1 0 0,-9 23-1 0 0,13-31-18 0 0,0 1 1 0 0,0 0 0 0 0,1 0-1 0 0,0-1 1 0 0,1 1-1 0 0,-1 0 1 0 0,1 0 0 0 0,0 0-1 0 0,0 0 1 0 0,1 0 0 0 0,0 0-1 0 0,0 0 1 0 0,0 0-1 0 0,1-1 1 0 0,-1 1 0 0 0,2 0-1 0 0,-1-1 1 0 0,0 0-1 0 0,1 1 1 0 0,0-1 0 0 0,0 0-1 0 0,1 0 1 0 0,6 7 0 0 0,-2-5 5 0 0,1 0 0 0 0,-1 0 1 0 0,1-1-1 0 0,0 0 0 0 0,1-1 1 0 0,0 0-1 0 0,-1 0 0 0 0,1-1 1 0 0,1 0-1 0 0,19 4 0 0 0,0-2 15 0 0,1-1 1 0 0,46 1-1 0 0,-43-5-290 0 0,-1-1 1 0 0,58-9-1 0 0,-73 6-565 0 0,0-2 0 0 0,22-7 1 0 0,-27 7-673 0 0,0-1 0 0 0,-1 0 0 0 0,20-13 1 0 0,-7 1-3723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45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36 2660 0 0,'-334'2'12609'0'0,"324"-1"-11833"0"0,12 0-386 0 0,17 0-231 0 0,307-16-3639 0 0,-108-1-2451 0 0,-107 6 1152 0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47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435 508 936 0 0,'1'-4'510'0'0,"-1"1"0"0"0,1 0-1 0 0,-1 0 1 0 0,1-1 0 0 0,-1 1 0 0 0,0-1-1 0 0,0 1 1 0 0,0 0 0 0 0,-1-1 0 0 0,1 1-1 0 0,-1 0 1 0 0,0-1 0 0 0,0 1 0 0 0,0 0-1 0 0,0 0 1 0 0,-1 0 0 0 0,-1-3 0 0 0,2 5-452 0 0,0 0-1 0 0,0 0 1 0 0,-1 0 0 0 0,1 1 0 0 0,0-1 0 0 0,0 0 0 0 0,-1 1 0 0 0,1-1 0 0 0,0 1 0 0 0,-1 0 0 0 0,1-1 0 0 0,0 1 0 0 0,-1 0 0 0 0,1 0-1 0 0,-1 0 1 0 0,1 0 0 0 0,0 0 0 0 0,-1 0 0 0 0,1 0 0 0 0,-1 0 0 0 0,1 1 0 0 0,0-1 0 0 0,-1 1 0 0 0,-1 0 0 0 0,2-1-74 0 0,-8 4 104 0 0,1 0-1 0 0,0 0 1 0 0,0 1-1 0 0,0 0 1 0 0,0 0-1 0 0,1 1 1 0 0,0 0-1 0 0,0 0 1 0 0,-9 11-1 0 0,8-9-25 0 0,-30 31 70 0 0,1 1-1 0 0,2 2 0 0 0,2 1 1 0 0,2 2-1 0 0,2 1 1 0 0,-44 94-1 0 0,69-130-121 0 0,0 0-1 0 0,1 0 0 0 0,0 0 1 0 0,1 0-1 0 0,0 1 0 0 0,1-1 1 0 0,0 1-1 0 0,0 12 0 0 0,1-19-24 0 0,1 0-1 0 0,-1 0 0 0 0,1 0 1 0 0,0 0-1 0 0,0 0 1 0 0,0 0-1 0 0,1-1 0 0 0,-1 1 1 0 0,1 0-1 0 0,0-1 0 0 0,0 1 1 0 0,0-1-1 0 0,1 1 0 0 0,-1-1 1 0 0,1 0-1 0 0,0 0 1 0 0,-1 0-1 0 0,1-1 0 0 0,1 1 1 0 0,-1-1-1 0 0,0 1 0 0 0,1-1 1 0 0,-1 0-1 0 0,5 1 1 0 0,5 2-125 0 0,1 0 1 0 0,0-1-1 0 0,0-1 1 0 0,0 0-1 0 0,0-1 1 0 0,1 0 0 0 0,-1-1-1 0 0,1-1 1 0 0,-1 0-1 0 0,21-4 1 0 0,-3-1-171 0 0,1-2 0 0 0,-1 0 0 0 0,45-19 1 0 0,-58 18 244 0 0,0 0 1 0 0,-1-2 0 0 0,0 0 0 0 0,-1-1 0 0 0,0-1-1 0 0,-1-1 1 0 0,0 0 0 0 0,-1-1 0 0 0,-1 0-1 0 0,0-2 1 0 0,-1 1 0 0 0,0-2 0 0 0,16-27 0 0 0,-19 26 320 0 0,-1 0 1 0 0,-1-1-1 0 0,0 0 1 0 0,-2 0-1 0 0,0-1 1 0 0,-1 0-1 0 0,-1 0 1 0 0,3-28-1 0 0,-7 45-180 0 0,0-1 0 0 0,0 1-1 0 0,-1 0 1 0 0,1 0 0 0 0,-1 0-1 0 0,1 0 1 0 0,-1 0 0 0 0,0 0 0 0 0,0 0-1 0 0,0 0 1 0 0,-2-3 0 0 0,2 4 43 0 0,-15 8 107 0 0,14-6-206 0 0,0 1 1 0 0,0-1-1 0 0,0 1 1 0 0,0 0-1 0 0,-1 0 1 0 0,1 0-1 0 0,1 0 1 0 0,-1 1-1 0 0,0-1 1 0 0,0 0-1 0 0,-2 3 1 0 0,-5 6 9 0 0,1 1 1 0 0,0 0 0 0 0,0 1 0 0 0,1-1 0 0 0,0 2 0 0 0,1-1 0 0 0,1 1-1 0 0,0 0 1 0 0,0 0 0 0 0,2 0 0 0 0,-1 1 0 0 0,2-1 0 0 0,0 1 0 0 0,0 0-1 0 0,1-1 1 0 0,1 1 0 0 0,2 19 0 0 0,-1-28-25 0 0,0-1 1 0 0,0 1-1 0 0,1-1 1 0 0,-1 1-1 0 0,1-1 0 0 0,0 0 1 0 0,0 0-1 0 0,1 0 1 0 0,-1 0-1 0 0,1 0 1 0 0,0 0-1 0 0,0 0 0 0 0,0-1 1 0 0,0 0-1 0 0,6 5 1 0 0,-3-4 3 0 0,0-1 0 0 0,0 1 0 0 0,0-1 0 0 0,0 0 0 0 0,1 0 1 0 0,0-1-1 0 0,-1 0 0 0 0,1 0 0 0 0,10 1 0 0 0,2-2 12 0 0,0 0-1 0 0,0-1 1 0 0,0 0-1 0 0,0-2 1 0 0,0 0 0 0 0,33-9-1 0 0,-37 7-6 0 0,0-1-1 0 0,-1-1 1 0 0,0 0-1 0 0,0-1 1 0 0,-1 0 0 0 0,0-1-1 0 0,0 0 1 0 0,0-1-1 0 0,-1-1 1 0 0,-1 0-1 0 0,17-18 1 0 0,-22 22-6 0 0,-1-1 0 0 0,0 0 0 0 0,0 0 1 0 0,-1 0-1 0 0,0-1 0 0 0,0 1 0 0 0,0-1 1 0 0,-1 0-1 0 0,-1 0 0 0 0,1 0 0 0 0,-1-1 0 0 0,-1 1 1 0 0,1 0-1 0 0,-1-1 0 0 0,-1 1 0 0 0,0-1 1 0 0,0 0-1 0 0,0 1 0 0 0,-1-1 0 0 0,-1 1 1 0 0,1 0-1 0 0,-5-12 0 0 0,4 14 1 0 0,0 0 0 0 0,-1 0 0 0 0,0 0-1 0 0,0 0 1 0 0,0 1 0 0 0,0-1 0 0 0,-1 1 0 0 0,0 0 0 0 0,-1 0-1 0 0,1 0 1 0 0,-1 1 0 0 0,1 0 0 0 0,-1 0 0 0 0,-1 0 0 0 0,1 0 0 0 0,0 1-1 0 0,-1 0 1 0 0,0 0 0 0 0,0 0 0 0 0,0 1 0 0 0,0 0 0 0 0,0 0 0 0 0,0 0-1 0 0,-1 1 1 0 0,1 0 0 0 0,-1 0 0 0 0,1 1 0 0 0,0-1 0 0 0,-1 2-1 0 0,1-1 1 0 0,-1 1 0 0 0,1-1 0 0 0,-1 2 0 0 0,-10 3 0 0 0,4-1-8 0 0,-1 0 0 0 0,2 1 0 0 0,-1 1 0 0 0,0 0 0 0 0,1 0 0 0 0,-16 13 0 0 0,23-15-5 0 0,-1 0 1 0 0,1 1-1 0 0,0 0 0 0 0,0 0 0 0 0,0 0 0 0 0,1 1 1 0 0,-1-1-1 0 0,1 1 0 0 0,1 0 0 0 0,-1 0 0 0 0,1 1 1 0 0,0-1-1 0 0,0 1 0 0 0,-1 8 0 0 0,3-13-31 0 0,1 0 0 0 0,-1 1 0 0 0,1-1 0 0 0,0 0 1 0 0,0 0-1 0 0,0 0 0 0 0,0 0 0 0 0,0 0 0 0 0,1 1 0 0 0,-1-1 0 0 0,1 0 0 0 0,-1 0 0 0 0,1 0 0 0 0,0 0 0 0 0,0 0 0 0 0,0 0 0 0 0,0 0 0 0 0,1 2 0 0 0,1-1-25 0 0,-1-1 0 0 0,1 1 0 0 0,-1-1 0 0 0,1 1 0 0 0,0-1 0 0 0,0 0 0 0 0,0 0 0 0 0,0 0 0 0 0,0-1 0 0 0,5 2 0 0 0,1 1-48 0 0,0-1 0 0 0,0-1 0 0 0,1 0 0 0 0,-1 0 0 0 0,1-1 0 0 0,-1 0 0 0 0,15-1 0 0 0,14-3 21 0 0,0-1 0 0 0,-1-2 0 0 0,0-2 1 0 0,0-1-1 0 0,-1-2 0 0 0,0-1 0 0 0,67-35 0 0 0,-75 32 72 0 0,-1-2-1 0 0,0-1 1 0 0,-1-1-1 0 0,-1-1 1 0 0,-1-1-1 0 0,-1-1 1 0 0,-1-2 0 0 0,-1 0-1 0 0,32-48 1 0 0,-33 38 336 0 0,-1 0 0 0 0,-2-1 0 0 0,-1-1 0 0 0,-2-1 0 0 0,-1 0 0 0 0,-2-1 0 0 0,-2 0 1 0 0,-1 0-1 0 0,3-51 0 0 0,-11 86-281 0 0,0 1 1 0 0,0 0 0 0 0,0 0-1 0 0,0-1 1 0 0,0 1-1 0 0,-1 0 1 0 0,1 0 0 0 0,-1 0-1 0 0,0-3 1 0 0,1 5-31 0 0,0 0 0 0 0,-1-1 0 0 0,1 1 0 0 0,0-1 0 0 0,0 1 0 0 0,-1 0 0 0 0,1-1 0 0 0,0 1-1 0 0,0 0 1 0 0,-1 0 0 0 0,1-1 0 0 0,0 1 0 0 0,-1 0 0 0 0,1-1 0 0 0,0 1 0 0 0,-1 0 0 0 0,1 0 0 0 0,-1 0 0 0 0,1 0 0 0 0,0-1 0 0 0,-1 1 0 0 0,1 0 0 0 0,-1 0 0 0 0,1 0-1 0 0,0 0 1 0 0,-1 0 0 0 0,1 0 0 0 0,-2 0 0 0 0,0 1 7 0 0,-1 0 0 0 0,1 0 1 0 0,-1 1-1 0 0,1-1 0 0 0,-1 0 0 0 0,1 1 0 0 0,0 0 0 0 0,0 0 0 0 0,0-1 0 0 0,0 1 0 0 0,0 1 0 0 0,-3 2 0 0 0,-11 17 43 0 0,0 0 0 0 0,1 1 0 0 0,1 1 0 0 0,-16 40 0 0 0,-33 107 612 0 0,41-100-499 0 0,3 1 1 0 0,4 0 0 0 0,3 2-1 0 0,2-1 1 0 0,5 1-1 0 0,6 144 1 0 0,-1-216-208 0 0,0-1 0 0 0,0 1 1 0 0,0-1-1 0 0,0 1 0 0 0,0 0 0 0 0,1-1 1 0 0,-1 1-1 0 0,0 0 0 0 0,1-1 0 0 0,-1 1 1 0 0,1-1-1 0 0,0 1 0 0 0,0-1 0 0 0,-1 0 0 0 0,1 1 1 0 0,0-1-1 0 0,0 0 0 0 0,0 1 0 0 0,2 0 1 0 0,-2-2-124 0 0,1 1 0 0 0,0-1 0 0 0,-1 0 0 0 0,1 0 1 0 0,-1 0-1 0 0,1 0 0 0 0,-1 0 0 0 0,1 0 0 0 0,-1 0 1 0 0,1 0-1 0 0,-1-1 0 0 0,1 1 0 0 0,-1-1 0 0 0,1 1 1 0 0,-1-1-1 0 0,1 0 0 0 0,-1 1 0 0 0,0-1 0 0 0,1 0 1 0 0,-1 0-1 0 0,2-2 0 0 0,36-27-7001 0 0,-24 16 2548 0 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48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49 1464 0 0,'-6'-25'12609'0'0,"7"35"-11960"0"0,5 25-492 0 0,-5-32-122 0 0,0 0 0 0 0,0 1-1 0 0,1-1 1 0 0,-1 0 0 0 0,1 0 0 0 0,-1 0-1 0 0,1 0 1 0 0,0 0 0 0 0,0 0-1 0 0,1 0 1 0 0,-1-1 0 0 0,1 1-1 0 0,-1-1 1 0 0,1 0 0 0 0,0 0-1 0 0,-1 0 1 0 0,1 0 0 0 0,0 0 0 0 0,1 0-1 0 0,-1-1 1 0 0,0 1 0 0 0,0-1-1 0 0,1 0 1 0 0,-1 0 0 0 0,6 0-1 0 0,-7 0 214 0 0,8-3 226 0 0,-9 3-439 0 0,0-1 1 0 0,0 0-1 0 0,1 0 0 0 0,-1 0 0 0 0,0 0 0 0 0,0 0 0 0 0,0 0 0 0 0,0 0 0 0 0,0-1 0 0 0,0 1 0 0 0,0 0 1 0 0,0-1-1 0 0,0 1 0 0 0,0 0 0 0 0,2-2 0 0 0,27-23 666 0 0,-29 24-639 0 0,21-27 438 0 0,-22 27-486 0 0,2 3-207 0 0,-1 1 191 0 0,0 0-1 0 0,0 0 1 0 0,-1 0 0 0 0,1 0 0 0 0,0 0 0 0 0,-1 0 0 0 0,0 0-1 0 0,0 0 1 0 0,0 3 0 0 0,5 39 6 0 0,-5-43-6 0 0,11 38 231 0 0,-3-67-169 0 0,-9 3-63 0 0,-7-48 0 0 0,5 55-7 0 0,1 9 1 0 0,0-1-1 0 0,0 1 1 0 0,0 0 0 0 0,-5-9 0 0 0,7 16-15 0 0,-2 2-52 0 0,1 0 73 0 0,0 0 0 0 0,0 0 1 0 0,0 0-1 0 0,0 0 0 0 0,0 1 0 0 0,0-1 1 0 0,0 0-1 0 0,0 0 0 0 0,0 1 1 0 0,0-1-1 0 0,1 1 0 0 0,-1-1 1 0 0,1 1-1 0 0,-1 2 0 0 0,-6 32 29 0 0,2-12 12 0 0,-8 22 61 0 0,1 1 0 0 0,3 0 0 0 0,1 1 0 0 0,-1 59 0 0 0,9-101-88 0 0,0-1 0 0 0,1 1 1 0 0,-1 0-1 0 0,1 0 0 0 0,0 0 0 0 0,1-1 0 0 0,-1 1 0 0 0,1-1 0 0 0,0 1 0 0 0,1-1 0 0 0,3 7 0 0 0,-4-9-3 0 0,1 0 0 0 0,-1 0 0 0 0,1 0 0 0 0,0 0 0 0 0,0 0 1 0 0,0-1-1 0 0,0 1 0 0 0,1-1 0 0 0,-1 0 0 0 0,1 0 0 0 0,-1 0 0 0 0,1 0 0 0 0,0-1 0 0 0,0 0 0 0 0,-1 1 0 0 0,1-1 0 0 0,6 0 0 0 0,5 1 0 0 0,0 0-1 0 0,1-1 1 0 0,-1-1-1 0 0,1-1 0 0 0,-1 0 1 0 0,0-1-1 0 0,1 0 1 0 0,-1-1-1 0 0,0-1 0 0 0,0-1 1 0 0,-1 0-1 0 0,0-1 0 0 0,0 0 1 0 0,0-1-1 0 0,0-1 1 0 0,-1 0-1 0 0,14-11 0 0 0,-8 3-6 0 0,-1 0-1 0 0,-1-1 1 0 0,-1 0-1 0 0,0-1 1 0 0,-1-1 0 0 0,-1-1-1 0 0,-1 0 1 0 0,-1-1-1 0 0,0 0 1 0 0,11-31-1 0 0,-10 15-15 0 0,-2-2-1 0 0,6-43 1 0 0,-14 70-5 0 0,-3 10 1 0 0,0 2 12 0 0,-2-6-29 0 0,2 6 35 0 0,0 0 1 0 0,0 0-1 0 0,-1 0 0 0 0,1 0 1 0 0,0 0-1 0 0,0 0 0 0 0,-1 0 0 0 0,1 0 1 0 0,0-1-1 0 0,0 1 0 0 0,-1 0 1 0 0,1 0-1 0 0,0 0 0 0 0,0 1 0 0 0,-1-1 1 0 0,1 0-1 0 0,0 0 0 0 0,0 0 1 0 0,-1 0-1 0 0,1 0 0 0 0,0 0 0 0 0,0 0 1 0 0,-1 0-1 0 0,1 0 0 0 0,0 1 1 0 0,0-1-1 0 0,-1 0 0 0 0,1 0 0 0 0,0 0 1 0 0,0 0-1 0 0,0 1 0 0 0,0-1 1 0 0,-1 0-1 0 0,1 0 0 0 0,0 0 0 0 0,0 1 1 0 0,0-1-1 0 0,0 0 0 0 0,0 0 1 0 0,0 1-1 0 0,-1-1 0 0 0,1 0 0 0 0,0 1 1 0 0,-6 9 9 0 0,0 0 0 0 0,0 0 0 0 0,1 1 0 0 0,0 0 0 0 0,1 0 0 0 0,-4 13 0 0 0,-13 72 9 0 0,20-87-13 0 0,0 0-1 0 0,0 0 1 0 0,0 0-1 0 0,1 0 1 0 0,1 0-1 0 0,0-1 1 0 0,0 1-1 0 0,0 0 1 0 0,5 13-1 0 0,-5-18 1 0 0,1-1 0 0 0,0 1 0 0 0,0 0 0 0 0,0-1 0 0 0,0 1 0 0 0,0-1 0 0 0,1 0 0 0 0,0 0 0 0 0,-1 0-1 0 0,1 0 1 0 0,0 0 0 0 0,1-1 0 0 0,-1 1 0 0 0,0-1 0 0 0,1 0 0 0 0,-1 0 0 0 0,1 0 0 0 0,0 0-1 0 0,0-1 1 0 0,-1 1 0 0 0,1-1 0 0 0,6 1 0 0 0,2 0-10 0 0,-1 0 0 0 0,0-1 0 0 0,0 0 0 0 0,1-1-1 0 0,-1 0 1 0 0,1-1 0 0 0,-1-1 0 0 0,0 1 0 0 0,0-2 0 0 0,0 1 0 0 0,0-2 0 0 0,0 1-1 0 0,0-1 1 0 0,-1-1 0 0 0,0 0 0 0 0,0-1 0 0 0,0 0 0 0 0,-1 0 0 0 0,0-1 0 0 0,0 0-1 0 0,0 0 1 0 0,-1-1 0 0 0,0-1 0 0 0,-1 1 0 0 0,8-12 0 0 0,-2 0 194 0 0,0 0 0 0 0,-2-1 0 0 0,0-1 0 0 0,-2 0 1 0 0,0 0-1 0 0,7-31 0 0 0,-16 52-156 0 0,7-21 374 0 0,-4 17-305 0 0,-2 14 131 0 0,-39 219 151 0 0,13-97-3984 0 0,24-127 2957 0 0,-1 17-1276 0 0,4-4-5320 0 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49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20 120 1940 0 0,'2'-55'6274'0'0,"0"1"-3464"0"0,-2 52-2698 0 0,-2-4-22 0 0,2 3 609 0 0,-2 11 42 0 0,2 35 623 0 0,0-41-1242 0 0,1 12 729 0 0,-1-8-639 0 0,1-1 0 0 0,-1 0 1 0 0,0 0-1 0 0,-1 1 0 0 0,0 5 1 0 0,1-8-851 0 0,-1 0 1 0 0,0 0-1 0 0,0-1 1 0 0,1 1-1 0 0,-2-1 1 0 0,1 1-1 0 0,0-1 1 0 0,0 1-1 0 0,-1-1 1 0 0,1 0-1 0 0,-1 1 1 0 0,0-1-1 0 0,-2 2 1 0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50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24 225 2560 0 0,'-17'-2'3661'0'0,"10"-7"-133"0"0,8 6-3268 0 0,0 0 1 0 0,1 0-1 0 0,-1 0 1 0 0,1 0-1 0 0,-1 0 0 0 0,1 0 1 0 0,0 0-1 0 0,0 0 1 0 0,0 1-1 0 0,0-1 0 0 0,1 1 1 0 0,2-3-1 0 0,39-29 1036 0 0,-28 22-773 0 0,2-1-260 0 0,0 0 1 0 0,1 1-1 0 0,0 1 1 0 0,1 1-1 0 0,0 1 0 0 0,24-7 1 0 0,-40 15-259 0 0,1 0 0 0 0,0 0 0 0 0,0 0 0 0 0,0 1 0 0 0,0-1 0 0 0,0 1 0 0 0,-1 0 0 0 0,1 1 0 0 0,0-1 0 0 0,0 1 0 0 0,0 0 0 0 0,0 0 0 0 0,-1 1 0 0 0,1 0 0 0 0,0-1 0 0 0,-1 1 0 0 0,0 1 0 0 0,1-1 0 0 0,-1 1 0 0 0,0-1 0 0 0,0 1 0 0 0,0 1 0 0 0,-1-1 0 0 0,1 0 0 0 0,-1 1 0 0 0,0 0 0 0 0,0-1 0 0 0,0 1 0 0 0,3 7 0 0 0,1-1 6 0 0,-2 1-1 0 0,1 0 0 0 0,-2 1 0 0 0,1-1 0 0 0,-1 1 1 0 0,-1 0-1 0 0,0 0 0 0 0,-1 0 0 0 0,0 0 0 0 0,-1 18 1 0 0,-2 2 514 0 0,-3 1 1 0 0,0-1-1 0 0,-15 50 1 0 0,35-117 324 0 0,1 1 0 0 0,40-58 1 0 0,-44 74-873 0 0,1 0 0 0 0,1 1 0 0 0,21-19 0 0 0,-27 28 11 0 0,-1 1 0 0 0,2 0 0 0 0,-1 0 0 0 0,1 1 0 0 0,0 1 0 0 0,0 0 1 0 0,0 0-1 0 0,13-4 0 0 0,-20 9 5 0 0,0-1 0 0 0,0 0 0 0 0,0 1 0 0 0,0-1 0 0 0,0 1 0 0 0,0 0 0 0 0,0 0 0 0 0,0 0 0 0 0,0 1 0 0 0,0-1 0 0 0,0 1 0 0 0,0-1 0 0 0,-1 1 0 0 0,1 0 0 0 0,0 0 0 0 0,5 3 0 0 0,-4-1 5 0 0,0 0 0 0 0,0 0 0 0 0,0 0 0 0 0,-1 0 1 0 0,1 1-1 0 0,-1 0 0 0 0,0-1 0 0 0,0 1 0 0 0,4 6 0 0 0,-1 2-2 0 0,0 1-1 0 0,0-1 1 0 0,-2 1 0 0 0,1 0-1 0 0,-2 0 1 0 0,4 16 0 0 0,5 19 195 0 0,-12-46-134 0 0,0-2-51 0 0,0 1 0 0 0,0-1 1 0 0,0 0-1 0 0,0 1 0 0 0,0-1 1 0 0,1 0-1 0 0,-1 1 1 0 0,0-1-1 0 0,0 0 0 0 0,0 1 1 0 0,1-1-1 0 0,-1 0 0 0 0,0 0 1 0 0,0 1-1 0 0,1-1 0 0 0,-1 0 1 0 0,0 0-1 0 0,0 1 1 0 0,1-1-1 0 0,-1 0 0 0 0,0 0 1 0 0,1 0-1 0 0,-1 0 0 0 0,1 1 1 0 0,10-23-9 0 0,0 1 1 0 0,2 1 0 0 0,0 0-1 0 0,1 1 1 0 0,28-28 0 0 0,-36 41-37 0 0,1 0 0 0 0,0 1 0 0 0,11-6 0 0 0,-16 10 33 0 0,-1 0-10 0 0,27-4-83 0 0,-26 5 90 0 0,10 0-1 0 0,-9 0 31 0 0,-1 0-40 0 0,0 0 178 0 0,14-2-187 0 0,-6-5 2856 0 0,-9 6-2644 0 0,-10-26 718 0 0,-10 20-845 0 0,17 6-48 0 0,-8 0-68 0 0,9 1 55 0 0,1 0 0 0 0,0 0-1 0 0,-1 0 1 0 0,1 0 0 0 0,0 0-1 0 0,-1 0 1 0 0,1 0 0 0 0,0 0-1 0 0,-1 0 1 0 0,1 0 0 0 0,0 0-1 0 0,0 0 1 0 0,-1 0 0 0 0,1 0 0 0 0,0 0-1 0 0,-1 1 1 0 0,1-1 0 0 0,0 0-1 0 0,-1 0 1 0 0,1 0 0 0 0,0 1-1 0 0,0-1 1 0 0,-1 0 0 0 0,1 0-1 0 0,0 1 1 0 0,0-1 0 0 0,0 0-1 0 0,-1 0 1 0 0,1 1 0 0 0,0-1-1 0 0,0 0 1 0 0,0 1 0 0 0,0-1 0 0 0,-1 0-1 0 0,1 0 1 0 0,0 1 0 0 0,0-1-1 0 0,0 1 1 0 0,4 56 152 0 0,-5 100 0 0 0,-2-47-134 0 0,-4-15-7 0 0,3-54 32 0 0,1 9 192 0 0,3-49-118 0 0,0 1-34 0 0,0 6 69 0 0,0-6-18 0 0,4-27-10 0 0,10-25-134 0 0,2 0 1 0 0,2 0-1 0 0,2 2 1 0 0,2 0-1 0 0,3 1 0 0 0,1 2 1 0 0,2 1-1 0 0,43-51 1 0 0,-55 76 0 0 0,0 1 1 0 0,21-17-1 0 0,-30 29-8 0 0,-1 1 0 0 0,1 0 1 0 0,1 0-1 0 0,-1 1 0 0 0,1 0 0 0 0,-1 0 1 0 0,1 0-1 0 0,0 1 0 0 0,12-3 0 0 0,-17 6 9 0 0,0-1 0 0 0,0 1 0 0 0,0-1 1 0 0,1 1-1 0 0,-1 0 0 0 0,0 0 0 0 0,0 0 0 0 0,0 1 0 0 0,0-1 0 0 0,1 1 0 0 0,-1-1 0 0 0,0 1 0 0 0,0 0 0 0 0,0 0 0 0 0,0 1 0 0 0,-1-1 0 0 0,1 1 0 0 0,0-1 0 0 0,2 3 0 0 0,-1-1-2 0 0,-1 1 0 0 0,0-1 0 0 0,0 1 0 0 0,0 0 0 0 0,0 0 0 0 0,-1 0 0 0 0,0 0 0 0 0,0 0 1 0 0,0 1-1 0 0,0-1 0 0 0,2 8 0 0 0,-1 4 29 0 0,0 1 0 0 0,-1-1 0 0 0,0 1 0 0 0,-1 0 0 0 0,-1 0 0 0 0,-3 18 0 0 0,-2 4-22 0 0,3-24-246 0 0,0-1-1 0 0,0 1 0 0 0,2 0 1 0 0,0 0-1 0 0,2 16 0 0 0,-2-29 92 0 0,0-1 0 0 0,1 1-1 0 0,-1 0 1 0 0,1-1 0 0 0,0 1 0 0 0,-1-1-1 0 0,1 1 1 0 0,0-1 0 0 0,0 1-1 0 0,0-1 1 0 0,0 1 0 0 0,0-1 0 0 0,0 0-1 0 0,1 0 1 0 0,-1 0 0 0 0,0 1-1 0 0,1-1 1 0 0,2 1 0 0 0,-1 0-197 0 0,0-1 0 0 0,1 1 1 0 0,-1-1-1 0 0,1 0 0 0 0,-1 0 1 0 0,1-1-1 0 0,0 1 0 0 0,5 0 1 0 0,4-2-1938 0 0,0 1 1 0 0,0-1 0 0 0,24-6 0 0 0,-6-1-4543 0 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51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41 148 1612 0 0,'-5'-3'915'0'0,"0"-1"-1"0"0,0 0 1 0 0,1 0-1 0 0,-1-1 1 0 0,1 1 0 0 0,0-1-1 0 0,-5-7 1236 0 0,34 32 275 0 0,-9 2-1988 0 0,-1 0 0 0 0,0 1 0 0 0,-2 1 0 0 0,-1 0 0 0 0,17 50 1 0 0,8 13-139 0 0,-31-71-253 0 0,-4-10 1 0 0,1 1 0 0 0,0-1-1 0 0,0 1 1 0 0,7 9 0 0 0,-9-15-1 0 0,0 1-1 0 0,0-1 1 0 0,0 1-1 0 0,1-1 0 0 0,-1 0 1 0 0,1 0-1 0 0,-1 0 1 0 0,1 1-1 0 0,-1-1 1 0 0,1-1-1 0 0,-1 1 0 0 0,1 0 1 0 0,0 0-1 0 0,0-1 1 0 0,-1 1-1 0 0,1-1 1 0 0,0 1-1 0 0,0-1 0 0 0,0 0 1 0 0,-1 0-1 0 0,1 1 1 0 0,0-2-1 0 0,3 1 1 0 0,4-2 0 0 0,0 0 1 0 0,0-1-1 0 0,0 0 0 0 0,0 0 1 0 0,-1-1-1 0 0,1 0 1 0 0,-1-1-1 0 0,0 1 1 0 0,0-2-1 0 0,-1 1 1 0 0,1-1-1 0 0,-1 0 1 0 0,8-10-1 0 0,12-15 6 0 0,43-62 0 0 0,-25 31-65 0 0,-36 50 4 0 0,-4 5-2 0 0,0 1-1 0 0,0-1 1 0 0,0 1-1 0 0,1 1 1 0 0,0-1-1 0 0,7-5 1 0 0,-9 10 10 0 0,-1-1 1 0 0,1 0-1 0 0,0 1 1 0 0,-1-1-1 0 0,1 1 0 0 0,0 0 1 0 0,0 1-1 0 0,0-1 1 0 0,0 1-1 0 0,0-1 0 0 0,0 1 1 0 0,0 0-1 0 0,0 1 0 0 0,0-1 1 0 0,7 2-1 0 0,68 15 40 0 0,60 8 44 0 0,-124-24-61 0 0,-1 0 0 0 0,1-1-1 0 0,0 0 1 0 0,-1-2 0 0 0,1 1 0 0 0,-1-2 0 0 0,22-6-1 0 0,-31 7-16 0 0,0 0 0 0 0,0 0 0 0 0,0-1-1 0 0,-1 0 1 0 0,1 0 0 0 0,-1 0 0 0 0,0 0-1 0 0,0-1 1 0 0,0 0 0 0 0,0 1 0 0 0,-1-1-1 0 0,1-1 1 0 0,-1 1 0 0 0,0 0-1 0 0,-1-1 1 0 0,5-8 0 0 0,-5 9-8 0 0,-1 0 1 0 0,0 0-1 0 0,1 0 1 0 0,-1 0-1 0 0,0 0 1 0 0,-1 0-1 0 0,1 0 1 0 0,-1 0-1 0 0,0 0 0 0 0,0 0 1 0 0,0 0-1 0 0,0-1 1 0 0,-1 1-1 0 0,0 0 1 0 0,0 0-1 0 0,0 0 1 0 0,0 0-1 0 0,0 0 1 0 0,-1 1-1 0 0,0-1 0 0 0,0 0 1 0 0,-3-4-1 0 0,4 6 1 0 0,-1 1 0 0 0,0-1 0 0 0,0 0-1 0 0,0 0 1 0 0,0 1 0 0 0,0 0-1 0 0,0-1 1 0 0,-1 1 0 0 0,1 0 0 0 0,0 0-1 0 0,-1 0 1 0 0,1 0 0 0 0,0 1 0 0 0,-1-1-1 0 0,1 0 1 0 0,-1 1 0 0 0,1 0 0 0 0,-1 0-1 0 0,0 0 1 0 0,1 0 0 0 0,-1 0 0 0 0,1 0-1 0 0,-5 2 1 0 0,-3 0-8 0 0,0 0 0 0 0,1 1 1 0 0,-1 0-1 0 0,-17 9 0 0 0,10-3 21 0 0,0 2-1 0 0,0 0 1 0 0,1 1-1 0 0,0 0 1 0 0,1 1 0 0 0,0 1-1 0 0,1 0 1 0 0,1 1 0 0 0,0 1-1 0 0,1 0 1 0 0,1 0-1 0 0,0 2 1 0 0,2-1 0 0 0,0 1-1 0 0,-8 22 1 0 0,15-34-5 0 0,0 0-1 0 0,1-1 1 0 0,-1 1 0 0 0,2 0 0 0 0,-1 0-1 0 0,0 0 1 0 0,1 0 0 0 0,0 0-1 0 0,1 0 1 0 0,-1-1 0 0 0,1 1-1 0 0,0 0 1 0 0,1 0 0 0 0,-1 0 0 0 0,1-1-1 0 0,3 6 1 0 0,-1-4-112 0 0,-1-1 1 0 0,2 1-1 0 0,-1-1 1 0 0,1-1-1 0 0,0 1 1 0 0,0-1-1 0 0,1 0 1 0 0,-1 0-1 0 0,1 0 1 0 0,0-1-1 0 0,9 5 1 0 0,1 0-620 0 0,1-1 0 0 0,0-1 1 0 0,1-1-1 0 0,0 0 0 0 0,0-2 0 0 0,0 0 1 0 0,0-1-1 0 0,0 0 0 0 0,27-1 0 0 0,-8-3-2318 0 0,0-1-1002 0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51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199 115 340 0 0,'6'-7'1175'0'0,"4"-6"886"0"0,1 0 0 0 0,-2 0 1 0 0,0-1-1 0 0,11-23 0 0 0,-20 37-2005 0 0,0-1 0 0 0,1 1 0 0 0,-1-1 0 0 0,0 1 0 0 0,0 0 0 0 0,1-1-1 0 0,-1 1 1 0 0,0-1 0 0 0,0 1 0 0 0,0-1 0 0 0,0 1 0 0 0,0-1 0 0 0,0 0 0 0 0,0 1 0 0 0,0-1 0 0 0,0 1 0 0 0,0-1 0 0 0,0 1-1 0 0,0-1 1 0 0,0 1 0 0 0,0-1 0 0 0,0 1 0 0 0,-1-1 0 0 0,1 1 0 0 0,0-1 0 0 0,0 1 0 0 0,-1 0 0 0 0,1-1 0 0 0,0 1-1 0 0,-1-1 1 0 0,0 0 10 0 0,0 1-1 0 0,0 0 1 0 0,0 0-1 0 0,0-1 1 0 0,0 1 0 0 0,0 0-1 0 0,1 0 1 0 0,-1 0-1 0 0,0 0 1 0 0,0 0-1 0 0,0 0 1 0 0,0 0-1 0 0,0 0 1 0 0,-2 1-1 0 0,-32 12 947 0 0,10 2-593 0 0,1 1-1 0 0,1 1 1 0 0,-25 22 0 0 0,38-29-360 0 0,0 0 0 0 0,1 0 0 0 0,0 1 0 0 0,0 0 0 0 0,1 1 0 0 0,1 0 1 0 0,0 0-1 0 0,-9 21 0 0 0,15-30-52 0 0,0 0 0 0 0,0 0 0 0 0,0 1 0 0 0,0-1 0 0 0,0 0 0 0 0,1 0 0 0 0,0 1 0 0 0,-1-1 0 0 0,1 0 0 0 0,0 1 0 0 0,1-1 0 0 0,-1 0 0 0 0,1 0 0 0 0,-1 1 0 0 0,1-1 0 0 0,0 0 0 0 0,0 0 0 0 0,0 0 1 0 0,2 3-1 0 0,0-2-1 0 0,0-1 1 0 0,-1 1 0 0 0,1-1-1 0 0,1 1 1 0 0,-1-1 0 0 0,0 0 0 0 0,1-1-1 0 0,0 1 1 0 0,0-1 0 0 0,0 1-1 0 0,0-1 1 0 0,5 2 0 0 0,8 2-195 0 0,0-1-1 0 0,1 0 1 0 0,-1-2-1 0 0,1 0 1 0 0,32 1 0 0 0,-21-3-542 0 0,0-2 0 0 0,0-1 1 0 0,-1-1-1 0 0,1-2 0 0 0,50-14 1 0 0,-52 10-762 0 0,0-2 1 0 0,-1 0-1 0 0,31-18 1 0 0,-12 0-2620 0 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52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282 211 1904 0 0,'53'-198'11501'0'0,"-53"197"-11461"0"0,0 1 0 0 0,0 0-1 0 0,1-1 1 0 0,-1 1 0 0 0,0-1 0 0 0,0 1-1 0 0,0-1 1 0 0,0 1 0 0 0,0 0 0 0 0,0-1-1 0 0,0 1 1 0 0,0-1 0 0 0,0 1 0 0 0,0-1-1 0 0,0 1 1 0 0,0-1 0 0 0,0 1 0 0 0,0 0-1 0 0,0-1 1 0 0,0 1 0 0 0,0-1 0 0 0,-1 1-1 0 0,1-1 1 0 0,0 1 0 0 0,0 0 0 0 0,0-1-1 0 0,-1 1 1 0 0,1-1 0 0 0,-10 8 387 0 0,-10 21 37 0 0,-113 257 1268 0 0,22 11-713 0 0,64-143-473 0 0,43-137-837 0 0,1 1 0 0 0,0-1-1 0 0,2 1 1 0 0,0 0 0 0 0,1-1 0 0 0,0 1 0 0 0,4 25 0 0 0,-2-36-227 0 0,0 0 1 0 0,0 1-1 0 0,0-1 1 0 0,0 0-1 0 0,4 6 0 0 0,13 11-4819 0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53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1 356 1920 0 0,'46'-83'12434'0'0,"-47"87"-12269"0"0,0-1 0 0 0,0 1 0 0 0,0-1 0 0 0,-1 0-1 0 0,1 1 1 0 0,-5 5 0 0 0,-5 15 228 0 0,9-18-335 0 0,1 0-1 0 0,-1 0 1 0 0,1 1 0 0 0,1-1-1 0 0,-1 1 1 0 0,1-1 0 0 0,0 0 0 0 0,1 1-1 0 0,-1-1 1 0 0,1 1 0 0 0,1-1 0 0 0,-1 0-1 0 0,1 0 1 0 0,0 0 0 0 0,0 0 0 0 0,6 10-1 0 0,-4-11 37 0 0,0 1 0 0 0,0-1-1 0 0,1 0 1 0 0,-1 0 0 0 0,1 0-1 0 0,0-1 1 0 0,1 0 0 0 0,-1 0-1 0 0,1 0 1 0 0,0 0 0 0 0,0-1-1 0 0,0 0 1 0 0,0 0 0 0 0,0-1-1 0 0,12 3 1 0 0,-8-2 16 0 0,0-1 0 0 0,-1 0 0 0 0,1-1 0 0 0,0 0 0 0 0,0-1 0 0 0,0 1 0 0 0,0-2 0 0 0,0 0 0 0 0,0 0 0 0 0,0-1 0 0 0,0 0 0 0 0,16-6 0 0 0,-19 5-77 0 0,-1 0 0 0 0,0 0 0 0 0,0 0 0 0 0,0-1 0 0 0,0 0 0 0 0,0-1 0 0 0,-1 1 1 0 0,0-1-1 0 0,0 0 0 0 0,0 0 0 0 0,-1-1 0 0 0,1 0 0 0 0,-1 1 0 0 0,0-1 0 0 0,-1-1 1 0 0,0 1-1 0 0,0 0 0 0 0,4-13 0 0 0,-5 13-29 0 0,0 1 1 0 0,-1-1 0 0 0,0 0-1 0 0,0 0 1 0 0,0 0-1 0 0,0-1 1 0 0,-1 1-1 0 0,0 0 1 0 0,-1 0-1 0 0,1 0 1 0 0,-1 0 0 0 0,0 0-1 0 0,-1 0 1 0 0,1 0-1 0 0,-1 0 1 0 0,-1 1-1 0 0,1-1 1 0 0,-1 1-1 0 0,0-1 1 0 0,0 1 0 0 0,0 0-1 0 0,-1 0 1 0 0,1 0-1 0 0,-1 0 1 0 0,-1 1-1 0 0,1 0 1 0 0,-1 0-1 0 0,1 0 1 0 0,-10-5 0 0 0,-27-17-49 0 0,27 18 12 0 0,0-1 0 0 0,0 0 0 0 0,-18-17 0 0 0,32 26 29 0 0,0-1 0 0 0,0 1 0 0 0,0-1-1 0 0,1 1 1 0 0,-1-1 0 0 0,0 1 0 0 0,1 0-1 0 0,-1-1 1 0 0,0 1 0 0 0,1 0 0 0 0,-1-1 0 0 0,1 1-1 0 0,-1 0 1 0 0,0 0 0 0 0,1-1 0 0 0,-1 1 0 0 0,1 0-1 0 0,-1 0 1 0 0,1 0 0 0 0,-1-1 0 0 0,1 1-1 0 0,-1 0 1 0 0,1 0 0 0 0,-1 0 0 0 0,1 0 0 0 0,14-4-17 0 0,-15 4 19 0 0,26-4-35 0 0,0 0 0 0 0,1 2 0 0 0,-1 1 0 0 0,0 2-1 0 0,1 0 1 0 0,-1 2 0 0 0,0 0 0 0 0,33 10 0 0 0,-44-9 18 0 0,0 1 1 0 0,0 0-1 0 0,-1 1 0 0 0,1 1 1 0 0,-1 0-1 0 0,24 18 0 0 0,-29-19 14 0 0,-1 1-1 0 0,0 0 0 0 0,0 0 1 0 0,-1 1-1 0 0,0 0 0 0 0,0 0 0 0 0,0 1 1 0 0,-1 0-1 0 0,-1 0 0 0 0,0 0 1 0 0,5 12-1 0 0,-9-17 8 0 0,1 1 0 0 0,-1-1 1 0 0,-1 1-1 0 0,1 0 0 0 0,0-1 1 0 0,-1 1-1 0 0,0 0 0 0 0,0-1 0 0 0,-1 1 1 0 0,1-1-1 0 0,-1 1 0 0 0,0-1 1 0 0,0 1-1 0 0,0-1 0 0 0,-1 1 0 0 0,0-1 1 0 0,0 0-1 0 0,-4 8 0 0 0,3-7 15 0 0,-1 0 0 0 0,0 0 0 0 0,0 0 0 0 0,0 0 0 0 0,0-1-1 0 0,-1 1 1 0 0,0-1 0 0 0,0 0 0 0 0,0-1 0 0 0,0 1 0 0 0,-1-1 0 0 0,1 0 0 0 0,-7 2 0 0 0,11-4-14 0 0,-1-1 1 0 0,1 1 0 0 0,-1-1 0 0 0,0 1 0 0 0,1-1 0 0 0,-1 0 0 0 0,1 0 0 0 0,-1 0 0 0 0,1 0 0 0 0,-1 0 0 0 0,0 0-1 0 0,1 0 1 0 0,-1 0 0 0 0,1 0 0 0 0,-1-1 0 0 0,1 1 0 0 0,-1-1 0 0 0,-1 0 0 0 0,2 0-4 0 0,0-1-1 0 0,0 1 1 0 0,0 0-1 0 0,0-1 1 0 0,0 1 0 0 0,0 0-1 0 0,0-1 1 0 0,1 1 0 0 0,-1-1-1 0 0,0 1 1 0 0,1-1 0 0 0,0 0-1 0 0,-1 1 1 0 0,1-1 0 0 0,0 1-1 0 0,0-1 1 0 0,0 0-1 0 0,0 1 1 0 0,0-1 0 0 0,0 0-1 0 0,0 1 1 0 0,0-1 0 0 0,1 1-1 0 0,-1-1 1 0 0,1 0 0 0 0,-1 1-1 0 0,1-1 1 0 0,0 1 0 0 0,-1-1-1 0 0,1 1 1 0 0,2-2 0 0 0,5-9-22 0 0,0 1 0 0 0,1 0 0 0 0,0 0 1 0 0,1 1-1 0 0,0 0 0 0 0,1 1 1 0 0,0 0-1 0 0,0 1 0 0 0,1 0 1 0 0,0 1-1 0 0,15-7 0 0 0,15-5-679 0 0,1 1 1 0 0,47-11-1 0 0,207-49-5116 0 0,-142 39 2965 0 0,-106 25 2343 0 0,0-3 0 0 0,55-26-1 0 0,-76 26 1508 0 0,-27 16-916 0 0,0 0 0 0 0,0 0 1 0 0,0 0-1 0 0,0 0 0 0 0,0 0 1 0 0,0-1-1 0 0,0 1 1 0 0,0 0-1 0 0,0-1 0 0 0,0 1 1 0 0,-1 0-1 0 0,1-1 0 0 0,0 1 1 0 0,-1-1-1 0 0,0 1 1 0 0,1-3-1 0 0,-1 2 183 0 0,-2 2 22 0 0,-3-1-168 0 0,1 0 0 0 0,-1 0 0 0 0,0 1 0 0 0,0 0 0 0 0,0 0 0 0 0,1 1 0 0 0,-1-1 0 0 0,0 1 0 0 0,0 0 0 0 0,1 0 0 0 0,-1 1 0 0 0,1-1 0 0 0,-1 1 0 0 0,1 0 0 0 0,-8 4 0 0 0,-7 5 240 0 0,0 1 0 0 0,-19 15 0 0 0,30-21-304 0 0,0 1 1 0 0,1 0-1 0 0,0 0 0 0 0,0 1 0 0 0,0 0 0 0 0,1 0 0 0 0,0 0 0 0 0,1 1 1 0 0,-8 14-1 0 0,7-5 26 0 0,-1 0 0 0 0,2 0 0 0 0,0 0 1 0 0,-2 25-1 0 0,6-35-76 0 0,0-1-1 0 0,-1 1 1 0 0,1-1 0 0 0,-1 0-1 0 0,-1 1 1 0 0,1-1-1 0 0,-1 0 1 0 0,-1-1 0 0 0,1 1-1 0 0,-1 0 1 0 0,0-1 0 0 0,-1 0-1 0 0,1 0 1 0 0,-1 0-1 0 0,0-1 1 0 0,-1 1 0 0 0,1-1-1 0 0,-1-1 1 0 0,0 1 0 0 0,0-1-1 0 0,-1 0 1 0 0,1 0-1 0 0,-1-1 1 0 0,-12 5 0 0 0,-32 8-2474 0 0,16-11-2276 0 0,11-3-407 0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53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56 119 2536 0 0,'-13'-9'2060'0'0,"7"5"-1029"0"0,-1 0 0 0 0,1-1 0 0 0,1 1 0 0 0,-1-1 0 0 0,-6-8 0 0 0,12 12-955 0 0,0 0 0 0 0,0 0 0 0 0,0 0-1 0 0,1 0 1 0 0,-1 0 0 0 0,0 0 0 0 0,1 0 0 0 0,-1 0 0 0 0,1 0 0 0 0,-1 0 0 0 0,1 0 0 0 0,-1 0 0 0 0,1 1 0 0 0,0-1 0 0 0,-1 0 0 0 0,2-1 59 0 0,2-1-55 0 0,1 0-1 0 0,-1 0 1 0 0,1 0 0 0 0,-1 1 0 0 0,1-1-1 0 0,0 1 1 0 0,0 0 0 0 0,0 1 0 0 0,0-1-1 0 0,0 1 1 0 0,0 0 0 0 0,6 0 0 0 0,2-2 29 0 0,45-8 80 0 0,0 3-1 0 0,70-1 1 0 0,120 11-2965 0 0,-133 0-1312 0 0,-41-1-488 0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53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4240 0 0,'10'6'6549'0'0,"4"1"-2621"0"0,-4-3-1043 0 0,2 1-2817 0 0,-5 4-2477 0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59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691 146 372 0 0,'5'-15'5241'0'0,"1"-11"-1374"0"0,2-16 434 0 0,-7 25-2463 0 0,0 15-1774 0 0,-1 1 1 0 0,0 0 0 0 0,1 0-1 0 0,-1 0 1 0 0,0-1-1 0 0,0 1 1 0 0,0 0-1 0 0,0 0 1 0 0,0-1-1 0 0,0 1 1 0 0,0 0-1 0 0,0 0 1 0 0,0-1 0 0 0,0 1-1 0 0,-1 0 1 0 0,1 0-1 0 0,-1-1 1 0 0,1 1-1 0 0,-1 0 1 0 0,1 0-1 0 0,-1 0 1 0 0,0 0 0 0 0,1 0-1 0 0,-1 0 1 0 0,0 0-1 0 0,0 0 1 0 0,0 0-1 0 0,0 0 1 0 0,0 0-1 0 0,0 1 1 0 0,0-1-1 0 0,0 0 1 0 0,0 1 0 0 0,0-1-1 0 0,0 1 1 0 0,0-1-1 0 0,-1 1 1 0 0,-1-1-1 0 0,-4-1-49 0 0,-1 1-1 0 0,1 0 0 0 0,-1 0 1 0 0,1 0-1 0 0,-1 1 0 0 0,1 1 1 0 0,-1-1-1 0 0,1 1 0 0 0,-1 0 1 0 0,1 1-1 0 0,-1 0 0 0 0,1 0 1 0 0,0 0-1 0 0,-10 6 0 0 0,-12 6-5 0 0,0 1-1 0 0,-27 20 0 0 0,44-27 5 0 0,-43 29 14 0 0,2 2 1 0 0,1 2-1 0 0,3 3 1 0 0,1 1-1 0 0,-67 84 1 0 0,106-118-23 0 0,0 1 1 0 0,1 1-1 0 0,0 0 0 0 0,1 0 1 0 0,1 0-1 0 0,0 1 1 0 0,-7 26-1 0 0,12-34-2 0 0,0-1 0 0 0,0 1 0 0 0,0-1 0 0 0,1 1-1 0 0,0 0 1 0 0,0-1 0 0 0,0 1 0 0 0,1-1 0 0 0,0 1-1 0 0,0-1 1 0 0,0 1 0 0 0,1-1 0 0 0,-1 1 0 0 0,1-1 0 0 0,1 0-1 0 0,-1 0 1 0 0,1 0 0 0 0,0 0 0 0 0,0-1 0 0 0,0 1 0 0 0,1-1-1 0 0,-1 0 1 0 0,9 8 0 0 0,-1-4 4 0 0,0 0-1 0 0,1-1 1 0 0,0 0 0 0 0,0-1-1 0 0,1 0 1 0 0,0-1-1 0 0,0 0 1 0 0,0-1 0 0 0,0-1-1 0 0,26 4 1 0 0,13-1 23 0 0,77-2 0 0 0,-116-4-27 0 0,144-8 114 0 0,1 0-249 0 0,-158 8 31 0 0,0 0-1 0 0,1 0 1 0 0,-1 0-1 0 0,1 0 1 0 0,-1 0-1 0 0,1 0 0 0 0,-1 0 1 0 0,1 0-1 0 0,-1 0 1 0 0,1 1-1 0 0,-1-1 1 0 0,1 0-1 0 0,-1 0 1 0 0,0 0-1 0 0,1 1 0 0 0,-1-1 1 0 0,1 0-1 0 0,-1 1 1 0 0,0-1-1 0 0,1 0 1 0 0,-1 0-1 0 0,1 2 0 0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59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52 376 0 0,'32'-34'13081'0'0,"-21"20"-8809"0"0,-10 14-4162 0 0,-1-1 0 0 0,1 1 0 0 0,-1 0 0 0 0,0-1 0 0 0,1 1 0 0 0,-1 0 0 0 0,1 0 0 0 0,-1-1 0 0 0,1 1 0 0 0,-1 0 0 0 0,1 0 0 0 0,-1 0 0 0 0,1 0 0 0 0,-1 0 0 0 0,1 0 0 0 0,-1 0 0 0 0,1 0 0 0 0,-1 0 0 0 0,1 0 0 0 0,0 0 0 0 0,0 14 361 0 0,0 1 1 0 0,-2-1-1 0 0,1 0 0 0 0,-5 23 0 0 0,-17 61-164 0 0,6-35-32 0 0,-2 12-252 0 0,-7 34-1131 0 0,22-91-3048 0 0,0 35 1 0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59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 1700 0 0,'1'-1'3619'0'0,"0"-13"1244"0"0,1-26 7701 0 0,126 42-11726 0 0,0 0-3607 0 0,-101-1 178 0 0,11 1-6903 0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8:59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1 744 0 0,'-90'58'15394'0'0,"56"-33"-11900"0"0,32-24-3037 0 0,5 2-198 0 0,-3-3-254 0 0,0 0 0 0 0,0 0 0 0 0,1 1-1 0 0,-1-1 1 0 0,0 0 0 0 0,0 0 0 0 0,0 1 0 0 0,0-1 0 0 0,0 0 0 0 0,0 0 0 0 0,1 0 0 0 0,-1 1 0 0 0,0-1 0 0 0,0 0 0 0 0,0 0 0 0 0,0 0 0 0 0,1 0 0 0 0,-1 0 0 0 0,0 1 0 0 0,0-1 0 0 0,1 0 0 0 0,-1 0-1 0 0,0 0 1 0 0,0 0 0 0 0,0 0 0 0 0,1 0 0 0 0,-1 0 0 0 0,0 0 0 0 0,0 0 0 0 0,1 0 0 0 0,-1 0 0 0 0,0 0 0 0 0,0 0 0 0 0,1 0 0 0 0,-1 0 0 0 0,0 0 0 0 0,0 0 0 0 0,1 0 0 0 0,-1 0 0 0 0,0 0 0 0 0,157-19-1699 0 0,-50 1-7159 0 0,-65 10 1253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00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907 228 2188 0 0,'7'-82'7770'0'0,"-1"32"-3108"0"0,-5 46-4327 0 0,-1-1 1 0 0,1 0-1 0 0,-1 0 0 0 0,0 0 0 0 0,0 1 0 0 0,0-1 1 0 0,-1 0-1 0 0,0 0 0 0 0,0 0 0 0 0,0 1 1 0 0,0-1-1 0 0,-1 1 0 0 0,1-1 0 0 0,-1 1 1 0 0,-1-1-1 0 0,-2-4 0 0 0,4 8-313 0 0,0 0 1 0 0,-1 0-1 0 0,1 0 0 0 0,0 0 0 0 0,-1 0 0 0 0,1 0 1 0 0,-1 1-1 0 0,1-1 0 0 0,-1 0 0 0 0,1 1 0 0 0,-1-1 0 0 0,1 1 1 0 0,-1 0-1 0 0,0-1 0 0 0,1 1 0 0 0,-1 0 0 0 0,1 0 1 0 0,-1 0-1 0 0,0 0 0 0 0,-2 1 0 0 0,-1 0 10 0 0,-1 0 0 0 0,1 0 0 0 0,0 0 0 0 0,-9 5 0 0 0,2 1-11 0 0,0 0 0 0 0,0 0 0 0 0,1 1 0 0 0,0 1 0 0 0,1-1 0 0 0,0 2 0 0 0,0 0-1 0 0,-12 16 1 0 0,-3 8-1 0 0,-30 53-1 0 0,19-23 1 0 0,4 1-1 0 0,2 2 1 0 0,-30 100-1 0 0,36-77 7 0 0,3 1-1 0 0,-11 116 0 0 0,-2 200 57 0 0,-38 265 159 0 0,-94 97 1236 0 0,94-457-895 0 0,35-150-265 0 0,28-125-247 0 0,2 1 1 0 0,1 1-1 0 0,2-1 0 0 0,1 68 1 0 0,3-102-63 0 0,1 1 1 0 0,0 0-1 0 0,-1-1 1 0 0,1 1-1 0 0,1 0 0 0 0,-1-1 1 0 0,1 1-1 0 0,0-1 1 0 0,0 0-1 0 0,0 1 1 0 0,0-1-1 0 0,1 0 0 0 0,0 0 1 0 0,0-1-1 0 0,0 1 1 0 0,0 0-1 0 0,0-1 1 0 0,1 0-1 0 0,0 0 0 0 0,3 3 1 0 0,0-2-151 0 0,1-1 0 0 0,-1 1 0 0 0,1-1 0 0 0,-1-1 0 0 0,1 1 0 0 0,0-2 0 0 0,0 1 0 0 0,0-1 1 0 0,0 0-1 0 0,0 0 0 0 0,8-1 0 0 0,4-1-875 0 0,0 0 0 0 0,-1-1 0 0 0,1-1 0 0 0,-1-1 0 0 0,33-11 0 0 0,-32 7-1370 0 0,0 0 0 0 0,33-21 0 0 0,10-11-4797 0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00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155 153 2216 0 0,'19'-153'16660'0'0,"-19"172"-16211"0"0,0 0 1 0 0,-1 1-1 0 0,-1-1 1 0 0,-1 0-1 0 0,-5 20 1 0 0,1-7-219 0 0,-15 76-411 0 0,-45 129 1 0 0,42-165-4006 0 0,-3-2-3689 0 0,17-44 892 0 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01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15 2284 0 0,'-3'1'2459'0'0,"-39"8"9451"0"0,39-8-11050 0 0,-6-1 146 0 0,15-6 359 0 0,21-7-588 0 0,-14 10-725 0 0,1 1-1 0 0,0 1 1 0 0,0 0 0 0 0,0 1-1 0 0,0 1 1 0 0,26 3 0 0 0,-35-3-49 0 0,1 0 0 0 0,-1 0 0 0 0,0 0 1 0 0,0 1-1 0 0,-1 0 0 0 0,1-1 1 0 0,0 2-1 0 0,0-1 0 0 0,-1 1 1 0 0,1-1-1 0 0,-1 1 0 0 0,0 1 1 0 0,0-1-1 0 0,0 0 0 0 0,0 1 0 0 0,-1 0 1 0 0,0 0-1 0 0,1 0 0 0 0,-1 0 1 0 0,-1 0-1 0 0,5 8 0 0 0,-6-7 3 0 0,0-1 1 0 0,0 1-1 0 0,0-1 0 0 0,-1 1 0 0 0,0 0 1 0 0,1-1-1 0 0,-2 1 0 0 0,1-1 0 0 0,0 1 0 0 0,-1-1 1 0 0,0 1-1 0 0,0-1 0 0 0,-1 1 0 0 0,1-1 1 0 0,-1 0-1 0 0,-2 5 0 0 0,-5 9 23 0 0,-1-1-1 0 0,-17 23 1 0 0,16-25-45 0 0,-22 29 93 0 0,-75 73 0 0 0,108-117-74 0 0,0 0-1 0 0,-1 1 0 0 0,1-1 0 0 0,0 0 1 0 0,0 0-1 0 0,-1 0 0 0 0,1 1 1 0 0,0-1-1 0 0,0 0 0 0 0,-1 0 0 0 0,1 1 1 0 0,0-1-1 0 0,0 0 0 0 0,0 0 1 0 0,-1 1-1 0 0,1-1 0 0 0,0 0 1 0 0,0 1-1 0 0,0-1 0 0 0,0 0 0 0 0,0 1 1 0 0,0-1-1 0 0,0 0 0 0 0,0 1 1 0 0,0-1-1 0 0,0 0 0 0 0,0 1 0 0 0,0-1 1 0 0,0 0-1 0 0,0 1 0 0 0,0-1 1 0 0,0 0-1 0 0,0 1 0 0 0,0-1 0 0 0,0 0 1 0 0,0 1-1 0 0,1-1 0 0 0,-1 0 1 0 0,0 0-1 0 0,0 1 0 0 0,0-1 1 0 0,1 0-1 0 0,-1 0 0 0 0,0 1 0 0 0,0-1 1 0 0,1 0-1 0 0,-1 0 0 0 0,0 1 1 0 0,0-1-1 0 0,1 0 0 0 0,-1 0 0 0 0,0 0 1 0 0,1 0-1 0 0,-1 0 0 0 0,0 1 1 0 0,1-1-1 0 0,-1 0 0 0 0,0 0 0 0 0,1 0 1 0 0,-1 0-1 0 0,0 0 0 0 0,1 0 1 0 0,-1 0-1 0 0,0 0 0 0 0,1 0 0 0 0,-1 0 1 0 0,0 0-1 0 0,1 0 0 0 0,-1-1 1 0 0,29 1 30 0 0,-28 0-23 0 0,114-12-25 0 0,56-3-1532 0 0,-141 15-4120 0 0,54 6 0 0 0,-66-2-662 0 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01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0 2436 0 0,'-119'19'15000'0'0,"120"-20"-14969"0"0,-1 0 0 0 0,1 0 1 0 0,0 1-1 0 0,-1-1 1 0 0,1 0-1 0 0,0 0 0 0 0,0 0 1 0 0,0 1-1 0 0,0-1 1 0 0,-1 0-1 0 0,1 1 1 0 0,0-1-1 0 0,0 1 0 0 0,0-1 1 0 0,0 1-1 0 0,1 0 1 0 0,-1-1-1 0 0,0 1 0 0 0,0 0 1 0 0,0 0-1 0 0,0 0 1 0 0,0 0-1 0 0,0 0 1 0 0,0 0-1 0 0,2 0 0 0 0,4-1-2 0 0,0 1 0 0 0,1 0-1 0 0,-1 0 1 0 0,0 0 0 0 0,1 1-1 0 0,-1 1 1 0 0,0-1 0 0 0,0 1-1 0 0,0 0 1 0 0,8 4 0 0 0,-13-5-24 0 0,1 0 1 0 0,-1 1-1 0 0,0-1 1 0 0,1 1-1 0 0,-1 0 1 0 0,0 0-1 0 0,0 0 1 0 0,0 0-1 0 0,-1 0 1 0 0,1 0-1 0 0,0 0 1 0 0,-1 1-1 0 0,1-1 1 0 0,-1 0-1 0 0,0 1 0 0 0,0-1 1 0 0,0 1-1 0 0,0 0 1 0 0,0-1-1 0 0,-1 1 1 0 0,1 0-1 0 0,-1 0 1 0 0,0-1-1 0 0,1 1 1 0 0,-1 0-1 0 0,-1 0 1 0 0,1-1-1 0 0,0 1 1 0 0,-1 0-1 0 0,0 3 1 0 0,-1 2 12 0 0,0 0 0 0 0,-1 0 0 0 0,0 0 0 0 0,0-1 0 0 0,-1 1 0 0 0,0-1 0 0 0,0 0 0 0 0,-6 7 0 0 0,-45 51 82 0 0,21-28 28 0 0,33-36-126 0 0,0 0 1 0 0,1 0 0 0 0,0 0 0 0 0,0-1 0 0 0,0 1 0 0 0,-1 0 0 0 0,1 0 0 0 0,0-1 0 0 0,0 1 0 0 0,0 0 0 0 0,0 0 0 0 0,0-1 0 0 0,1 1 0 0 0,-1 0 0 0 0,0-1 0 0 0,1 3 0 0 0,9 3 1 0 0,1-1-1 0 0,-1 0 0 0 0,24 7 0 0 0,-23-9 9 0 0,0 1-1 0 0,0 1 1 0 0,0 0 0 0 0,17 10-1 0 0,-19-9 88 0 0,-1 0 1 0 0,0 1-1 0 0,0 0 0 0 0,0 0 1 0 0,-1 0-1 0 0,0 1 0 0 0,7 10 1 0 0,-13-16-7 0 0,1 1 1 0 0,-1 0 0 0 0,0-1 0 0 0,0 1-1 0 0,0 0 1 0 0,0 0 0 0 0,0 0 0 0 0,-1 0-1 0 0,1-1 1 0 0,-1 1 0 0 0,0 0 0 0 0,0 0-1 0 0,0 0 1 0 0,0 0 0 0 0,0 0 0 0 0,-1 0-1 0 0,1 0 1 0 0,-1 0 0 0 0,0 0 0 0 0,0 0-1 0 0,0-1 1 0 0,0 1 0 0 0,-1 0 0 0 0,1-1-1 0 0,-1 1 1 0 0,1-1 0 0 0,-1 1 0 0 0,0-1-1 0 0,-3 4 1 0 0,-2 1 19 0 0,-1-1 0 0 0,0 0 1 0 0,1 0-1 0 0,-2 0 0 0 0,1-1 0 0 0,-1 0 0 0 0,0-1 0 0 0,0 0 1 0 0,0 0-1 0 0,0-1 0 0 0,-1 0 0 0 0,1-1 0 0 0,-15 3 0 0 0,0-2-46 0 0,0-1 0 0 0,0-1-1 0 0,0-1 1 0 0,-35-4 0 0 0,40 2-325 0 0,1-2 0 0 0,0 0 1 0 0,0 0-1 0 0,-32-14 1 0 0,41 14-443 0 0,0-1 0 0 0,0 0 0 0 0,1-1 0 0 0,-11-8 0 0 0,14 10-531 0 0,-1-1 0 0 0,1 0 1 0 0,1-1-1 0 0,-1 1 0 0 0,1-1 1 0 0,-7-11-1 0 0,0-11-7736 0 0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02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1062 97 288 0 0,'-56'-44'17950'0'0,"55"44"-17852"0"0,1-1-1 0 0,-1 1 1 0 0,1 0 0 0 0,0 0-1 0 0,-1 0 1 0 0,1 0-1 0 0,-1-1 1 0 0,1 1-1 0 0,-1 0 1 0 0,1-1-1 0 0,0 1 1 0 0,-1 0 0 0 0,1-1-1 0 0,0 1 1 0 0,-1 0-1 0 0,1-1 1 0 0,0 1-1 0 0,0 0 1 0 0,-1-1-1 0 0,1 1 1 0 0,0-1 0 0 0,1-1-70 0 0,0 0 1 0 0,0 1-1 0 0,0-1 1 0 0,0 1 0 0 0,1-1-1 0 0,-1 1 1 0 0,1 0 0 0 0,-1 0-1 0 0,1-1 1 0 0,-1 1-1 0 0,1 0 1 0 0,-1 0 0 0 0,1 0-1 0 0,0 1 1 0 0,0-1-1 0 0,0 0 1 0 0,-1 1 0 0 0,1-1-1 0 0,3 1 1 0 0,46-10 108 0 0,-40 9-96 0 0,39-6 30 0 0,0 3 1 0 0,52 2 0 0 0,-73 3-59 0 0,1 2 1 0 0,-1 0-1 0 0,1 2 0 0 0,52 17 1 0 0,-76-20-16 0 0,0 0 0 0 0,0 1 1 0 0,0 0-1 0 0,0 0 1 0 0,-1 1-1 0 0,0-1 1 0 0,1 1-1 0 0,-2 0 1 0 0,1 1-1 0 0,0-1 0 0 0,-1 1 1 0 0,6 8-1 0 0,-4-5-1 0 0,-2 0 0 0 0,1 1 0 0 0,-1-1 0 0 0,-1 1 0 0 0,1 0 0 0 0,-1 0 0 0 0,2 16 0 0 0,-1 5 4 0 0,-1 1-1 0 0,-2 0 0 0 0,-2-1 1 0 0,-4 38-1 0 0,-54 296 56 0 0,-32-2 174 0 0,27-111 41 0 0,-32 197 1005 0 0,-60 697 1 0 0,147-1037-262 0 0,-25 108 1 0 0,25-177-651 0 0,-2 0 0 0 0,-1 0 0 0 0,-1-1 0 0 0,-3-1 0 0 0,-1 0-1 0 0,-23 37 1 0 0,31-62-272 0 0,0 0 0 0 0,0 0-1 0 0,-1-1 1 0 0,0 0 0 0 0,-1-1-1 0 0,0 0 1 0 0,-1-1 0 0 0,0 0 0 0 0,-16 8-1 0 0,8-6 4 0 0,0-2 0 0 0,-1 0 0 0 0,0-2-1 0 0,0 0 1 0 0,-34 6 0 0 0,-3-5-383 0 0,-1-3-1 0 0,0-2 1 0 0,-104-9-1 0 0,6-13-4161 0 0,132 14 2554 0 0,1 0 1 0 0,0-2-1 0 0,0-1 1 0 0,-29-15-1 0 0,23 5-3361 0 0,8-1-2583 0 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03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412 213 1916 0 0,'5'-12'1560'0'0,"-1"0"0"0"0,0 0 0 0 0,0-1 0 0 0,-1 1 0 0 0,-1-1 0 0 0,1-17 0 0 0,-2 24-1232 0 0,-1-1 0 0 0,0 0 0 0 0,-1 1 0 0 0,1-1 0 0 0,-1 0 1 0 0,-1 1-1 0 0,1-1 0 0 0,-1 1 0 0 0,0 0 0 0 0,-1 0 0 0 0,1-1 0 0 0,-1 1 0 0 0,-7-9 0 0 0,9 14-313 0 0,0 0 0 0 0,0 0 1 0 0,0 0-1 0 0,0 1 0 0 0,0-1 0 0 0,0 0 0 0 0,0 1 0 0 0,0-1 1 0 0,-1 1-1 0 0,1-1 0 0 0,0 1 0 0 0,0 0 0 0 0,-1-1 1 0 0,1 1-1 0 0,0 0 0 0 0,0 0 0 0 0,-1 0 0 0 0,1 0 1 0 0,0 0-1 0 0,-1 0 0 0 0,1 0 0 0 0,0 1 0 0 0,0-1 1 0 0,-1 0-1 0 0,1 1 0 0 0,0-1 0 0 0,-2 1 0 0 0,-31 16 87 0 0,10 0-81 0 0,0 2 1 0 0,1 0-1 0 0,0 1 1 0 0,2 1 0 0 0,-20 26-1 0 0,-85 125-48 0 0,114-153 27 0 0,1 0 0 0 0,-11 22 0 0 0,20-35 2 0 0,-1-1 1 0 0,1 0-1 0 0,1 0 1 0 0,-1 1-1 0 0,1-1 1 0 0,0 1 0 0 0,0 0-1 0 0,0-1 1 0 0,1 1-1 0 0,0 0 1 0 0,0-1 0 0 0,0 1-1 0 0,3 10 1 0 0,-2-13 1 0 0,1 0 0 0 0,-1 0-1 0 0,1-1 1 0 0,0 1 0 0 0,0-1 0 0 0,0 1 0 0 0,0-1 0 0 0,0 0 0 0 0,0 1 0 0 0,1-1 0 0 0,-1 0 0 0 0,1-1 0 0 0,-1 1 0 0 0,1 0 0 0 0,0-1 0 0 0,0 1 0 0 0,-1-1 0 0 0,1 0-1 0 0,0 0 1 0 0,0 0 0 0 0,1 0 0 0 0,-1-1 0 0 0,0 1 0 0 0,6-1 0 0 0,3 1-5 0 0,1-1 0 0 0,-1 0 0 0 0,1 0 1 0 0,23-6-1 0 0,-19 3 1 0 0,0-2-1 0 0,-1 0 1 0 0,0-1 0 0 0,0 0 0 0 0,0-1 0 0 0,-1-1 0 0 0,0-1 0 0 0,0 0 0 0 0,-1-1 0 0 0,-1 0 0 0 0,18-17-1 0 0,-15 10 11 0 0,0-1 0 0 0,-2 0 0 0 0,0-1 0 0 0,-1-1 0 0 0,-1 0 0 0 0,-1 0 0 0 0,16-41 0 0 0,32-107 1304 0 0,-58 166-1269 0 0,-1 24-19 0 0,-8 26-253 0 0,-13 118 763 0 0,21-148-934 0 0,-1-1-1 0 0,2 0 0 0 0,0 0 1 0 0,2 0-1 0 0,-1 0 0 0 0,2 0 1 0 0,8 24-1 0 0,-10-35-213 0 0,1-1 0 0 0,-1 1 0 0 0,1-1 0 0 0,0 0 0 0 0,6 7 0 0 0,13 7-4726 0 0,-9-10-19 0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03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0 107 1716 0 0,'8'-14'2385'0'0,"0"1"-1"0"0,0 0 1 0 0,19-22-1 0 0,-26 34-2282 0 0,0 1 0 0 0,1-1 0 0 0,-1 0-1 0 0,0 0 1 0 0,1 1 0 0 0,-1-1 0 0 0,1 1-1 0 0,-1-1 1 0 0,1 1 0 0 0,-1-1 0 0 0,1 1-1 0 0,0 0 1 0 0,-1 0 0 0 0,1 0-1 0 0,-1 0 1 0 0,1 0 0 0 0,-1 0 0 0 0,1 0-1 0 0,-1 1 1 0 0,4 0 0 0 0,-2-1-7 0 0,0 1 1 0 0,0 0-1 0 0,0 1 1 0 0,0-1-1 0 0,0 0 1 0 0,-1 1-1 0 0,1-1 0 0 0,0 1 1 0 0,3 4-1 0 0,0 0-5 0 0,-1 0-1 0 0,-1 0 0 0 0,1 1 1 0 0,-1 0-1 0 0,-1 0 0 0 0,1 0 1 0 0,-1 0-1 0 0,0 1 1 0 0,-1-1-1 0 0,1 1 0 0 0,-2 0 1 0 0,1-1-1 0 0,0 14 0 0 0,-1-7 28 0 0,0 1-1 0 0,-2 0 1 0 0,0-1-1 0 0,0 1 1 0 0,-1-1-1 0 0,-7 23 1 0 0,8-32-50 0 0,0 0 0 0 0,-1 1 0 0 0,0-1 0 0 0,0 0 0 0 0,0-1 0 0 0,0 1 0 0 0,-1 0 0 0 0,0-1 1 0 0,0 1-1 0 0,0-1 0 0 0,-1 0 0 0 0,1 0 0 0 0,-1 0 0 0 0,-6 4 0 0 0,10-7-63 0 0,-1-1 0 0 0,1 0 0 0 0,-1 0 0 0 0,1 0 0 0 0,0 0 0 0 0,-1 0 1 0 0,1 0-1 0 0,-1 0 0 0 0,1 0 0 0 0,0 0 0 0 0,-1 0 0 0 0,1 0 0 0 0,0 0 0 0 0,-1-1 0 0 0,1 1 0 0 0,-1 0 0 0 0,1 0 0 0 0,0 0 0 0 0,-1 0 0 0 0,1-1 0 0 0,0 1 0 0 0,-1 0 0 0 0,1 0 0 0 0,0 0 0 0 0,0-1 0 0 0,-1 1 0 0 0,1 0 0 0 0,0-1 0 0 0,0 1 0 0 0,-1 0 0 0 0,1-1 0 0 0,0 1 0 0 0,0 0 0 0 0,0-1 0 0 0,-1 0 1 0 0,-3-11 30 0 0,4 12-32 0 0,-2-5 7 0 0,1-1 1 0 0,1 1 0 0 0,-1-1 0 0 0,1 1 0 0 0,0 0 0 0 0,0-1 0 0 0,1 1-1 0 0,0-1 1 0 0,0 1 0 0 0,0 0 0 0 0,0 0 0 0 0,3-7 0 0 0,2-3 3 0 0,0 1 0 0 0,16-25 0 0 0,-12 23-1 0 0,2 0 1 0 0,0 1 0 0 0,1 0-1 0 0,0 1 1 0 0,1 1-1 0 0,1 0 1 0 0,0 0-1 0 0,22-12 1 0 0,-27 18-4 0 0,1 1 1 0 0,0 0 0 0 0,0 0-1 0 0,0 1 1 0 0,1 1 0 0 0,0 0-1 0 0,-1 1 1 0 0,1 0-1 0 0,1 1 1 0 0,-1 0 0 0 0,0 1-1 0 0,1 0 1 0 0,-1 1 0 0 0,15 1-1 0 0,-23 0-8 0 0,0 0-1 0 0,0-1 1 0 0,0 2-1 0 0,1-1 1 0 0,-1 0-1 0 0,0 1 1 0 0,-1 0-1 0 0,1 0 0 0 0,0 0 1 0 0,0 0-1 0 0,-1 0 1 0 0,1 1-1 0 0,-1 0 1 0 0,0 0-1 0 0,0 0 1 0 0,4 4-1 0 0,-4-3 3 0 0,-1 1 0 0 0,1-1 0 0 0,-1 1 0 0 0,0 0 0 0 0,0 0 0 0 0,-1 0 0 0 0,1-1 0 0 0,-1 1 0 0 0,0 1-1 0 0,0-1 1 0 0,-1 9 0 0 0,-1 8 13 0 0,-1-1-1 0 0,-1 0 1 0 0,-1 0 0 0 0,-1 0-1 0 0,-9 25 1 0 0,-5 6-54 0 0,-7 23-1823 0 0,24-66 707 0 0,0-1-1 0 0,1 1 1 0 0,-1 15-1 0 0,4-9-2654 0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04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308 769 2952 0 0,'17'-29'2801'0'0,"21"-39"2957"0"0,-35 61-5180 0 0,0 0 0 0 0,-1 0 0 0 0,1-1 0 0 0,-1 1 0 0 0,-1-1-1 0 0,0 1 1 0 0,1-14 0 0 0,-2 21-548 0 0,0-1-1 0 0,0 0 1 0 0,0 1-1 0 0,0-1 1 0 0,0 0-1 0 0,-1 1 1 0 0,1-1 0 0 0,0 0-1 0 0,0 1 1 0 0,-1-1-1 0 0,1 1 1 0 0,0-1-1 0 0,-1 1 1 0 0,1-1-1 0 0,0 0 1 0 0,-1 1-1 0 0,1-1 1 0 0,-1 1 0 0 0,1 0-1 0 0,-1-1 1 0 0,1 1-1 0 0,-1-1 1 0 0,0 1-1 0 0,1 0 1 0 0,-1-1-1 0 0,1 1 1 0 0,-1 0-1 0 0,0 0 1 0 0,1-1 0 0 0,-1 1-1 0 0,0 0 1 0 0,1 0-1 0 0,-2 0 1 0 0,-23 2 279 0 0,11 4-213 0 0,0 0 0 0 0,0 1 1 0 0,0 0-1 0 0,1 1 0 0 0,1 0 1 0 0,-21 18-1 0 0,3 1 14 0 0,-36 41 0 0 0,43-41-55 0 0,-32 48 1 0 0,47-63-40 0 0,1 1-1 0 0,0-1 1 0 0,1 1-1 0 0,1 1 1 0 0,0-1-1 0 0,-6 28 1 0 0,10-38-7 0 0,0 0 0 0 0,1 1 0 0 0,0-1 0 0 0,0 1 0 0 0,0-1 0 0 0,0 1 0 0 0,0-1 0 0 0,0 0 0 0 0,1 1 0 0 0,0-1 0 0 0,0 0 0 0 0,0 1 0 0 0,0-1 0 0 0,0 0-1 0 0,1 0 1 0 0,-1 0 0 0 0,1 0 0 0 0,0 0 0 0 0,0 0 0 0 0,0 0 0 0 0,0-1 0 0 0,0 1 0 0 0,6 4 0 0 0,-4-5 3 0 0,0 1 0 0 0,0-1-1 0 0,1 0 1 0 0,-1 0 0 0 0,0-1-1 0 0,1 1 1 0 0,-1-1-1 0 0,1 0 1 0 0,0 0 0 0 0,0 0-1 0 0,-1-1 1 0 0,1 0 0 0 0,0 1-1 0 0,0-2 1 0 0,-1 1-1 0 0,10-2 1 0 0,1-2 6 0 0,1-1 0 0 0,-1 0 0 0 0,-1-1 0 0 0,1-1 0 0 0,-1 0 0 0 0,0-1 0 0 0,0 0 0 0 0,-1-1 0 0 0,0-1 0 0 0,-1 0 0 0 0,0 0 0 0 0,15-19 0 0 0,0-2 8 0 0,-1-1 1 0 0,-2-1 0 0 0,33-62 0 0 0,-19 21-29 0 0,-3-2-1 0 0,-3-2 1 0 0,-4-1 0 0 0,-3-1-1 0 0,-4-1 1 0 0,18-134-1 0 0,-38 204-3 0 0,0 1-1 0 0,0-1 1 0 0,-2-18 0 0 0,1 28 6 0 0,0 1 0 0 0,0-1 0 0 0,0 1 0 0 0,0 0 0 0 0,0-1 0 0 0,0 1-1 0 0,0-1 1 0 0,0 1 0 0 0,0-1 0 0 0,0 1 0 0 0,0-1 0 0 0,-1 1 0 0 0,1 0 0 0 0,0-1 0 0 0,0 1 0 0 0,-1-1 0 0 0,1 1 0 0 0,0 0 0 0 0,0-1 0 0 0,-1 1 0 0 0,1 0 0 0 0,0-1 0 0 0,-1 1 0 0 0,1 0 0 0 0,0-1 0 0 0,-1 1 0 0 0,1 0 0 0 0,0 0 0 0 0,-1 0-1 0 0,1-1 1 0 0,-1 1 0 0 0,1 0 0 0 0,-1 0 0 0 0,1 0 0 0 0,-1 0 0 0 0,1 0 0 0 0,0 0 0 0 0,-1 0 0 0 0,1 0 0 0 0,-1 0 0 0 0,1 0 0 0 0,-1 0 0 0 0,1 0 0 0 0,-1 0 0 0 0,1 0 0 0 0,0 0 0 0 0,-1 0 0 0 0,1 0 0 0 0,-1 1 0 0 0,1-1 0 0 0,-1 0 0 0 0,1 0-1 0 0,0 0 1 0 0,-1 1 0 0 0,1-1 0 0 0,0 0 0 0 0,-1 1 0 0 0,1-1 0 0 0,-1 1 0 0 0,-18 20-1 0 0,10-7 6 0 0,1 0-1 0 0,1 0 0 0 0,0 0 1 0 0,-7 27-1 0 0,-13 66 40 0 0,21-83-30 0 0,-16 96-354 0 0,4 1 0 0 0,-1 137 0 0 0,18-230-1398 0 0,3 28 0 0 0,8-1-4668 0 0,-1-27 362 0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04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83 2400 0 0,'3'-17'5141'0'0,"-2"15"-4816"0"0,-1-1 0 0 0,0 1 0 0 0,0-1 0 0 0,0 0 0 0 0,0 1 0 0 0,0-1-1 0 0,-1 1 1 0 0,1-1 0 0 0,-1 0 0 0 0,0 1 0 0 0,0-1 0 0 0,0 1 0 0 0,0 0-1 0 0,0-1 1 0 0,0 1 0 0 0,-1 0 0 0 0,1 0 0 0 0,-1 0 0 0 0,0 0 0 0 0,1 0-1 0 0,-1 0 1 0 0,0 0 0 0 0,-4-3 0 0 0,4 4-255 0 0,1 0 1 0 0,-1 1-1 0 0,1-1 0 0 0,-1 0 1 0 0,1 1-1 0 0,-1-1 1 0 0,0 1-1 0 0,1-1 0 0 0,-1 1 1 0 0,0 0-1 0 0,0 0 0 0 0,1 0 1 0 0,-1 0-1 0 0,0 0 0 0 0,1 0 1 0 0,-3 1-1 0 0,-26 6 394 0 0,6 4-313 0 0,0 2 0 0 0,1 0 0 0 0,0 1 0 0 0,1 1 0 0 0,1 1 0 0 0,1 1 0 0 0,0 1 0 0 0,1 0 0 0 0,0 2 0 0 0,2 0 0 0 0,-28 42 0 0 0,40-53-138 0 0,-1 1-1 0 0,1-1 0 0 0,1 1 1 0 0,0 0-1 0 0,0 1 0 0 0,1-1 1 0 0,0 0-1 0 0,1 1 0 0 0,-2 14 1 0 0,4-19-7 0 0,0 1 0 0 0,0 0 0 0 0,1 0 0 0 0,0-1 0 0 0,0 1 0 0 0,0-1 0 0 0,1 1 0 0 0,0-1 0 0 0,0 1 0 0 0,1-1 1 0 0,0 0-1 0 0,0 0 0 0 0,0 0 0 0 0,1-1 0 0 0,0 1 0 0 0,5 5 0 0 0,2 0-26 0 0,0 0-1 0 0,1 0 1 0 0,1-2-1 0 0,0 1 1 0 0,0-1-1 0 0,0-1 1 0 0,1-1-1 0 0,1 0 1 0 0,21 8-1 0 0,-1-4-1343 0 0,1-1-1 0 0,71 11 0 0 0,-35-16-4849 0 0,-36-4 94 0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05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77 2672 0 0,'-1'-2'2547'0'0,"-9"-13"2424"0"0,6 11-3874 0 0,2 0 0 0 0,-1 0 0 0 0,0-1-1 0 0,1 1 1 0 0,0 0 0 0 0,0-1 0 0 0,-3-9 0 0 0,5 14-1059 0 0,1-1 0 0 0,-1 0 0 0 0,0 0 0 0 0,0 0 0 0 0,1 1-1 0 0,-1-1 1 0 0,1 0 0 0 0,-1 0 0 0 0,1 1 0 0 0,-1-1 0 0 0,1 0 0 0 0,-1 1 0 0 0,1-1 0 0 0,0 1 0 0 0,-1-1-1 0 0,1 1 1 0 0,0-1 0 0 0,-1 1 0 0 0,1-1 0 0 0,0 1 0 0 0,0 0 0 0 0,-1-1 0 0 0,1 1 0 0 0,0 0-1 0 0,0 0 1 0 0,0-1 0 0 0,-1 1 0 0 0,1 0 0 0 0,0 0 0 0 0,1 0 0 0 0,3 0 1 0 0,0 0 1 0 0,0 0-1 0 0,1 0 1 0 0,-1 0-1 0 0,0 1 1 0 0,0 0-1 0 0,0 0 1 0 0,0 1-1 0 0,8 3 1 0 0,-10-4-33 0 0,0 1 0 0 0,-1-1 0 0 0,0 1 0 0 0,1-1 0 0 0,-1 1 0 0 0,0 0 0 0 0,1 0 1 0 0,-1 0-1 0 0,0 0 0 0 0,-1 0 0 0 0,1 1 0 0 0,0-1 0 0 0,-1 0 0 0 0,1 1 0 0 0,-1-1 0 0 0,0 1 0 0 0,1 0 1 0 0,-1 0-1 0 0,-1-1 0 0 0,2 6 0 0 0,-1 1 61 0 0,-1 0 0 0 0,0 1 0 0 0,0-1 0 0 0,-1 1 0 0 0,0-1-1 0 0,-1 0 1 0 0,0 0 0 0 0,0 1 0 0 0,-1-1 0 0 0,0-1 0 0 0,-1 1 0 0 0,0 0 0 0 0,-9 15 0 0 0,-8 8 412 0 0,-1-2-1 0 0,-27 31 1 0 0,48-60-467 0 0,-58 62 756 0 0,-17 22-145 0 0,76-85-615 0 0,-1 1 0 0 0,1-1 0 0 0,0 1 0 0 0,-1-1 0 0 0,1 1 0 0 0,-1-1 0 0 0,1 1 0 0 0,0 0 0 0 0,0-1 0 0 0,-1 1 0 0 0,1-1 0 0 0,0 1 1 0 0,0 0-1 0 0,0-1 0 0 0,-1 1 0 0 0,1 0 0 0 0,0-1 0 0 0,0 1 0 0 0,0 0 0 0 0,0-1 0 0 0,0 1 0 0 0,0 0 0 0 0,0-1 0 0 0,1 1 0 0 0,-1-1 0 0 0,0 1 0 0 0,0 0 0 0 0,1 0 0 0 0,0 0 2 0 0,-1 0 0 0 0,1-1-1 0 0,0 1 1 0 0,0 0 0 0 0,0-1 0 0 0,0 1 0 0 0,0-1 0 0 0,0 1 0 0 0,0-1-1 0 0,0 1 1 0 0,0-1 0 0 0,0 0 0 0 0,1 1 0 0 0,1-1 0 0 0,42 0 53 0 0,-45 0-65 0 0,41-4-600 0 0,-1-2 0 0 0,49-14 0 0 0,76-31-4094 0 0,-155 48 4366 0 0,120-48-7642 0 0,-58 19 205 0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05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2 152 1700 0 0,'-1'-30'10187'0'0,"1"13"-4399"0"0,2-34 0 0 0,0 50-5746 0 0,-1-1 0 0 0,0 1-1 0 0,1 0 1 0 0,-1 0 0 0 0,1-1-1 0 0,-1 1 1 0 0,1 0 0 0 0,-1 0-1 0 0,1 0 1 0 0,0 0 0 0 0,-1 1-1 0 0,1-1 1 0 0,0 0 0 0 0,0 1-1 0 0,0-1 1 0 0,2 1-1 0 0,-2-1 22 0 0,41-10-312 0 0,0 2 0 0 0,84-6 0 0 0,-56 14-4132 0 0,-3 4-5199 0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05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0 580 0 0,'-23'8'4538'0'0,"-1"1"1"0"0,-35 19-1 0 0,57-26-4054 0 0,4 0 88 0 0,-2-2-561 0 0,0 0-1 0 0,0 1 0 0 0,0-1 0 0 0,0 0 1 0 0,0 0-1 0 0,0 0 0 0 0,1 1 1 0 0,-1-1-1 0 0,0 0 0 0 0,0 0 0 0 0,0 1 1 0 0,0-1-1 0 0,0 0 0 0 0,1 0 0 0 0,-1 0 1 0 0,0 1-1 0 0,0-1 0 0 0,0 0 0 0 0,0 0 1 0 0,1 0-1 0 0,-1 0 0 0 0,0 1 0 0 0,0-1 1 0 0,1 0-1 0 0,-1 0 0 0 0,0 0 0 0 0,0 0 1 0 0,1 0-1 0 0,-1 0 0 0 0,0 0 0 0 0,0 0 1 0 0,1 0-1 0 0,-1 0 0 0 0,0 0 0 0 0,0 0 1 0 0,1 0-1 0 0,-1 0 0 0 0,0 0 0 0 0,0 0 1 0 0,1 0-1 0 0,-1 0 0 0 0,0 0 1 0 0,1 0-1 0 0,46 0-254 0 0,0-1 1 0 0,57-10 0 0 0,29-12-6387 0 0,-73 11 691 0 0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06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1374 183 1096 0 0,'-3'-17'5419'0'0,"-3"-35"1"0"0,6 39-4049 0 0,-1 0 1 0 0,-1 1 0 0 0,0-1-1 0 0,-5-17 1 0 0,6 28-1338 0 0,0 0 0 0 0,0 0-1 0 0,0 0 1 0 0,0 1 0 0 0,-1-1 0 0 0,1 0-1 0 0,0 1 1 0 0,-1-1 0 0 0,1 1 0 0 0,-1 0-1 0 0,1-1 1 0 0,-1 1 0 0 0,0 0 0 0 0,1 0-1 0 0,-1 0 1 0 0,0 0 0 0 0,0 0 0 0 0,0 0-1 0 0,0 1 1 0 0,-3-2 0 0 0,-1 1-7 0 0,1 0 0 0 0,-1 1-1 0 0,0-1 1 0 0,0 1 0 0 0,-11 1 0 0 0,6 1-15 0 0,1 0-1 0 0,-1 0 1 0 0,0 2 0 0 0,1-1-1 0 0,0 1 1 0 0,0 1 0 0 0,-17 10-1 0 0,-2 3 8 0 0,-31 27 0 0 0,30-19 0 0 0,1 2 0 0 0,1 1-1 0 0,1 1 1 0 0,1 1 0 0 0,2 2 0 0 0,2 0 0 0 0,1 1 0 0 0,-27 60-1 0 0,-2 25 29 0 0,-45 166 0 0 0,87-258-47 0 0,-79 317 51 0 0,21 5 57 0 0,6-25-133 0 0,-97 412 467 0 0,68-321 282 0 0,9-60 7 0 0,-53 272 465 0 0,132-624-1181 0 0,0 1 0 0 0,1 0 0 0 0,-1 0-1 0 0,1 0 1 0 0,0 0 0 0 0,0-1 0 0 0,0 1 0 0 0,1 0-1 0 0,0 0 1 0 0,-1 0 0 0 0,1-1 0 0 0,0 1 0 0 0,3 5-1 0 0,-3-7-5 0 0,1 0-1 0 0,0 1 1 0 0,0-1-1 0 0,0 0 1 0 0,0-1-1 0 0,0 1 0 0 0,0 0 1 0 0,0-1-1 0 0,0 1 1 0 0,1-1-1 0 0,-1 1 1 0 0,1-1-1 0 0,-1 0 1 0 0,1 0-1 0 0,0 0 0 0 0,-1-1 1 0 0,1 1-1 0 0,0-1 1 0 0,4 1-1 0 0,18 2-180 0 0,0-2-1 0 0,0 0 0 0 0,0-2 1 0 0,-1-1-1 0 0,1-1 0 0 0,26-6 1 0 0,5-5-1653 0 0,83-32 0 0 0,-81 24-2199 0 0,55-32 0 0 0,-30 5-4326 0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06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131 156 2288 0 0,'9'-143'13462'0'0,"-9"143"-13439"0"0,0-1 0 0 0,0 0 0 0 0,1 1 0 0 0,-1-1 1 0 0,0 1-1 0 0,0-1 0 0 0,0 1 0 0 0,1-1 0 0 0,-1 0 0 0 0,0 1 0 0 0,1-1 0 0 0,-1 1 0 0 0,1-1 0 0 0,-1 1 0 0 0,0 0 0 0 0,1-1 1 0 0,-1 1-1 0 0,1-1 0 0 0,-1 1 0 0 0,1 0 0 0 0,0-1 0 0 0,-1 1 0 0 0,1 0 0 0 0,-1 0 0 0 0,1-1 0 0 0,-1 1 0 0 0,1 0 0 0 0,0 0 1 0 0,-1 0-1 0 0,1 0 0 0 0,0 0 0 0 0,0 0 0 0 0,25 1 382 0 0,-21 0-389 0 0,0 1 1 0 0,-1-1-1 0 0,1 1 1 0 0,-1 0-1 0 0,0 0 0 0 0,0 0 1 0 0,1 1-1 0 0,-1-1 1 0 0,-1 1-1 0 0,1 0 0 0 0,0 0 1 0 0,-1 1-1 0 0,1-1 1 0 0,-1 1-1 0 0,4 6 0 0 0,-3-4 11 0 0,-1 0 1 0 0,0 0-1 0 0,0 1 0 0 0,-1-1 0 0 0,0 1 0 0 0,0 0 0 0 0,-1-1 0 0 0,1 1 0 0 0,-1 14 0 0 0,0-6 71 0 0,-2-1-1 0 0,0 1 1 0 0,-1-1-1 0 0,-1 1 1 0 0,0-1 0 0 0,0 0-1 0 0,-2 0 1 0 0,0 0-1 0 0,-13 26 1 0 0,-5-2 426 0 0,-3-2 0 0 0,-56 64 1 0 0,19-25 137 0 0,27-34-281 0 0,35-39-325 0 0,3-1-10 0 0,11 1-27 0 0,1-1-1 0 0,-1 0 1 0 0,0-1 0 0 0,0 0-1 0 0,0-1 1 0 0,26-5 0 0 0,-1 1-8 0 0,34-2-92 0 0,216-15-1286 0 0,-281 21 873 0 0,-1 1-1 0 0,1 0 1 0 0,0 0 0 0 0,0 1 0 0 0,0 0-1 0 0,-1 0 1 0 0,1 1 0 0 0,0-1 0 0 0,9 5-1 0 0,-16-5 212 0 0,1 0-1 0 0,-1-1 0 0 0,1 1 1 0 0,0 0-1 0 0,-1 0 1 0 0,1 0-1 0 0,-1 0 0 0 0,0 0 1 0 0,1 0-1 0 0,-1 0 0 0 0,0 0 1 0 0,0 0-1 0 0,0 0 1 0 0,1 0-1 0 0,-1 0 0 0 0,0 0 1 0 0,0 0-1 0 0,-1 0 0 0 0,1 0 1 0 0,0 0-1 0 0,0 0 1 0 0,0 0-1 0 0,-1 0 0 0 0,1 1 1 0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07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 1704 0 0,'-49'30'17158'0'0,"51"-26"-17090"0"0,0-1-1 0 0,0 0 0 0 0,0 1 0 0 0,-1 0 0 0 0,0-1 0 0 0,1 1 1 0 0,-1 0-1 0 0,-1 0 0 0 0,1 0 0 0 0,-1 0 0 0 0,1 6 1 0 0,-3 52 64 0 0,0-37-45 0 0,-4 48 24 0 0,3-41-32 0 0,1 56 0 0 0,1-85-69 0 0,2 0 0 0 0,-1 0 0 0 0,0 0 1 0 0,0-1-1 0 0,1 1 0 0 0,0 0 0 0 0,-1 0 1 0 0,1-1-1 0 0,0 1 0 0 0,0-1 1 0 0,1 1-1 0 0,-1-1 0 0 0,0 1 0 0 0,1-1 1 0 0,0 0-1 0 0,-1 0 0 0 0,1 1 0 0 0,0-1 1 0 0,0-1-1 0 0,0 1 0 0 0,0 0 1 0 0,1 0-1 0 0,-1-1 0 0 0,0 1 0 0 0,1-1 1 0 0,-1 0-1 0 0,1 0 0 0 0,-1 0 0 0 0,1 0 1 0 0,0 0-1 0 0,0 0 0 0 0,-1-1 1 0 0,1 1-1 0 0,0-1 0 0 0,0 0 0 0 0,4 0 1 0 0,1 0 6 0 0,0-1 1 0 0,1 0 0 0 0,-1 0 0 0 0,1-1-1 0 0,-1 0 1 0 0,0-1 0 0 0,0 0 0 0 0,0 0-1 0 0,-1-1 1 0 0,15-8 0 0 0,-5-1 57 0 0,-1 0 0 0 0,-1-1 0 0 0,-1-1 0 0 0,0 0 0 0 0,23-32 0 0 0,10-13 1548 0 0,-21 27-911 0 0,-25 32-646 0 0,-2 23-18 0 0,-2 0 0 0 0,-1-1 0 0 0,-1 1 0 0 0,0-1 0 0 0,-9 21 0 0 0,-7 27-11 0 0,-40 158-2038 0 0,37-139-2084 0 0,0 0-3806 0 0,16-52 364 0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07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64 2976 0 0,'-3'-16'6496'0'0,"-9"-32"4029"0"0,9 48-10359 0 0,-1 1-130 0 0,0 0 0 0 0,1 0 0 0 0,-1 1 0 0 0,0-1 0 0 0,1 1 0 0 0,-1 0 0 0 0,1 0 0 0 0,-1 0 0 0 0,1 0 0 0 0,0 0 0 0 0,0 1 0 0 0,-5 4-1 0 0,-35 43 150 0 0,28-31-147 0 0,-92 122 127 0 0,92-119-145 0 0,2 0 0 0 0,1 1 0 0 0,0 1-1 0 0,-13 43 1 0 0,23-63-13 0 0,1 0 0 0 0,0 0 0 0 0,0 0 0 0 0,1 0 0 0 0,-1 1 1 0 0,1-1-1 0 0,0 0 0 0 0,0 0 0 0 0,0 0 0 0 0,1 0 0 0 0,0 0 0 0 0,-1 0 0 0 0,1 0 0 0 0,1 0 0 0 0,-1 0 0 0 0,0 0 0 0 0,1 0 0 0 0,2 3 0 0 0,-2-4 1 0 0,1 0-1 0 0,-1 0 1 0 0,1 0-1 0 0,0-1 1 0 0,0 1-1 0 0,-1-1 1 0 0,2 0 0 0 0,-1 0-1 0 0,0 0 1 0 0,0 0-1 0 0,1-1 1 0 0,-1 1-1 0 0,1-1 1 0 0,-1 0 0 0 0,1 0-1 0 0,0 0 1 0 0,-1 0-1 0 0,1-1 1 0 0,0 1-1 0 0,4-1 1 0 0,3 0 7 0 0,0-1 0 0 0,0 0 1 0 0,0 0-1 0 0,0-1 0 0 0,0-1 0 0 0,-1 0 1 0 0,1 0-1 0 0,-1-1 0 0 0,0 0 0 0 0,14-8 1 0 0,-16 7-8 0 0,-1 1 0 0 0,1-1 0 0 0,-1 0 0 0 0,0-1 0 0 0,0 0 0 0 0,-1 0 0 0 0,1-1 0 0 0,-1 1 0 0 0,-1-1 0 0 0,1-1 0 0 0,-1 1 0 0 0,-1-1 0 0 0,6-10 0 0 0,-9 16-12 0 0,0 0 0 0 0,-1-1 0 0 0,1 1 0 0 0,0 0 1 0 0,-1-1-1 0 0,0 1 0 0 0,1 0 0 0 0,-1-1 0 0 0,0 1 0 0 0,0 0 0 0 0,0-1 1 0 0,-1 1-1 0 0,1 0 0 0 0,0-1 0 0 0,-1 1 0 0 0,0 0 0 0 0,1-1 0 0 0,-2-2 0 0 0,0 2 13 0 0,0 0 0 0 0,-1 0 0 0 0,1 0-1 0 0,0 1 1 0 0,-1-1 0 0 0,1 1 0 0 0,-1-1 0 0 0,0 1-1 0 0,0 0 1 0 0,-6-4 0 0 0,-6-1-116 0 0,0 0-1 0 0,-1 1 1 0 0,0 1 0 0 0,-19-5 0 0 0,21 7-243 0 0,-10-5-1922 0 0,22 8 1703 0 0,1-1-1 0 0,-1 0 0 0 0,0 0 0 0 0,1 1 0 0 0,-1-1 1 0 0,1 0-1 0 0,-1 0 0 0 0,1 0 0 0 0,0-1 0 0 0,-5-4-2279 0 0,5 4 2280 0 0,-1-2-1 0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08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2578 203 2756 0 0,'1'-34'7566'0'0,"10"-48"-1"0"0,-7 52-5159 0 0,-3 29-2366 0 0,0 0 1 0 0,-1-1 0 0 0,1 1 0 0 0,0 0 0 0 0,0 0 0 0 0,0-1 0 0 0,0 1 0 0 0,0 0 0 0 0,0 0-1 0 0,0 0 1 0 0,0 0 0 0 0,1 0 0 0 0,-1 1 0 0 0,0-1 0 0 0,1 0 0 0 0,-1 0 0 0 0,2 0-1 0 0,25-10 201 0 0,-28 11-227 0 0,25-7 30 0 0,-1 1 0 0 0,1 1 1 0 0,0 1-1 0 0,0 1 1 0 0,0 2-1 0 0,0 0 0 0 0,0 2 1 0 0,0 0-1 0 0,44 10 1 0 0,-63-10-43 0 0,-1 1 0 0 0,1-1-1 0 0,-1 1 1 0 0,0 1 0 0 0,0-1 0 0 0,0 1 0 0 0,0 0 0 0 0,0 0 0 0 0,0 1 0 0 0,-1-1 0 0 0,0 1 0 0 0,0 0 0 0 0,5 5 0 0 0,-4-1-1 0 0,1-1 1 0 0,-2 1 0 0 0,1 0 0 0 0,-1 0 0 0 0,-1 0-1 0 0,1 0 1 0 0,3 15 0 0 0,-2 5 9 0 0,0-1 1 0 0,-2 1-1 0 0,-1-1 1 0 0,-2 41-1 0 0,-6 22 327 0 0,-31 168-1 0 0,-44 83 127 0 0,-109 253 79 0 0,138-442-372 0 0,-8 25 44 0 0,-191 566 1280 0 0,21 7 752 0 0,158-485-1377 0 0,-91 302 1921 0 0,152-535-2692 0 0,-2 0 1 0 0,-1-1-1 0 0,-1 0 1 0 0,-1-1 0 0 0,-2-1-1 0 0,-1-1 1 0 0,-30 35 0 0 0,35-48-52 0 0,0-1 0 0 0,-1-1 0 0 0,0 0 0 0 0,-1-1 1 0 0,0 0-1 0 0,-1-1 0 0 0,-1-1 0 0 0,0-1 0 0 0,0 0 0 0 0,0-2 1 0 0,-1 0-1 0 0,0-1 0 0 0,-37 7 0 0 0,18-9-82 0 0,0-1 0 0 0,0-2 1 0 0,-1-1-1 0 0,-55-8 0 0 0,-153-38-566 0 0,133 22 133 0 0,-463-71-12773 0 0,428 74 6914 0 0,-8-3-3235 0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09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659 87 592 0 0,'9'-5'9694'0'0,"-8"4"-9500"0"0,-2-2-15 0 0,1 0 1 0 0,-1 0 0 0 0,0 0 0 0 0,0 0 0 0 0,0 1-1 0 0,0-1 1 0 0,0 0 0 0 0,-1 1 0 0 0,1-1 0 0 0,-1 0 0 0 0,0 1-1 0 0,0 0 1 0 0,0-1 0 0 0,0 1 0 0 0,-4-3 0 0 0,1 1-84 0 0,0 1 1 0 0,0-1-1 0 0,-1 1 1 0 0,1 1-1 0 0,-1-1 1 0 0,1 1-1 0 0,-10-3 1 0 0,2 2-101 0 0,0 1 1 0 0,-1 0-1 0 0,1 1 1 0 0,-1 0-1 0 0,1 1 1 0 0,-23 2-1 0 0,18 2 11 0 0,-1 0 0 0 0,1 1 0 0 0,0 1 0 0 0,0 1 0 0 0,1 1 0 0 0,0 0 0 0 0,0 1 0 0 0,1 1 0 0 0,0 0 0 0 0,1 1 0 0 0,-20 18 0 0 0,8-3-9 0 0,1 1 1 0 0,2 0 0 0 0,0 2 0 0 0,-35 57-1 0 0,43-58-17 0 0,1 0-1 0 0,1 1 0 0 0,-13 39 0 0 0,22-55 18 0 0,2 0 0 0 0,-1 0 0 0 0,2 0 0 0 0,0 0 0 0 0,0 0-1 0 0,1 0 1 0 0,1 0 0 0 0,0 1 0 0 0,1-1 0 0 0,4 21 0 0 0,-3-27 7 0 0,0-1 1 0 0,0 1 0 0 0,1-1 0 0 0,0 0 0 0 0,0 0 0 0 0,0 0 0 0 0,1 0-1 0 0,0 0 1 0 0,0-1 0 0 0,0 0 0 0 0,1 0 0 0 0,0 0 0 0 0,5 5 0 0 0,-1-4 2 0 0,0 0 1 0 0,1 0 0 0 0,-1-1-1 0 0,1 0 1 0 0,0-1 0 0 0,0 0-1 0 0,16 4 1 0 0,6-1 13 0 0,1-2 0 0 0,-1-1 0 0 0,1-2 1 0 0,45-2-1 0 0,10-4 116 0 0,89-17 0 0 0,-170 19-259 0 0,0 1 0 0 0,0-1 0 0 0,-1 0-1 0 0,1 0 1 0 0,0 0 0 0 0,-1-1 0 0 0,8-5-1 0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10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77 140 0 0,'-4'-16'6934'0'0,"2"12"-5955"0"0,1 0-17 0 0,0 0 1 0 0,-1 0-1 0 0,2 0 1 0 0,-1 0 0 0 0,0-1-1 0 0,1-6 1 0 0,0 10-932 0 0,0 0 1 0 0,0 0 0 0 0,0 1 0 0 0,0-1-1 0 0,1 0 1 0 0,-1 1 0 0 0,0-1 0 0 0,0 0 0 0 0,1 1-1 0 0,-1-1 1 0 0,1 0 0 0 0,-1 1 0 0 0,1-1-1 0 0,-1 1 1 0 0,1-1 0 0 0,-1 1 0 0 0,1-1-1 0 0,-1 1 1 0 0,1-1 0 0 0,-1 1 0 0 0,1 0-1 0 0,0-1 1 0 0,-1 1 0 0 0,1 0 0 0 0,0-1-1 0 0,-1 1 1 0 0,2 0 0 0 0,1-1 4 0 0,0 0-1 0 0,-1 0 1 0 0,1 0-1 0 0,0 0 1 0 0,0 1-1 0 0,-1 0 1 0 0,1-1 0 0 0,3 1-1 0 0,0 1-18 0 0,0-1-1 0 0,0 1 0 0 0,0 0 1 0 0,0 1-1 0 0,-1 0 1 0 0,1-1-1 0 0,0 2 0 0 0,-1-1 1 0 0,8 5-1 0 0,-10-5-13 0 0,0 1-1 0 0,0-1 0 0 0,0 0 1 0 0,-1 1-1 0 0,1 0 0 0 0,-1-1 1 0 0,1 1-1 0 0,-1 0 1 0 0,0 0-1 0 0,0 1 0 0 0,-1-1 1 0 0,1 0-1 0 0,-1 0 0 0 0,1 1 1 0 0,-1-1-1 0 0,0 1 0 0 0,1 7 1 0 0,-1 2 2 0 0,-1 0 0 0 0,0 1-1 0 0,0-1 1 0 0,-2 0 0 0 0,1 0 0 0 0,-2 0 0 0 0,0 0 0 0 0,0 0 0 0 0,-1 0 0 0 0,-1-1 0 0 0,0 1 0 0 0,-9 14-1 0 0,-10 16 241 0 0,-59 76 0 0 0,69-102-135 0 0,6-7-70 0 0,4-6-20 0 0,1 0-1 0 0,0 0 0 0 0,0 0 0 0 0,0 0 0 0 0,0 0 1 0 0,-3 7-1 0 0,7-11-16 0 0,-1 1 1 0 0,0-1-1 0 0,0 1 1 0 0,1-1-1 0 0,-1 1 0 0 0,0-1 1 0 0,1 1-1 0 0,-1-1 1 0 0,0 1-1 0 0,1-1 0 0 0,-1 1 1 0 0,1-1-1 0 0,-1 0 1 0 0,1 1-1 0 0,-1-1 0 0 0,1 0 1 0 0,-1 1-1 0 0,1-1 1 0 0,-1 0-1 0 0,1 0 0 0 0,0 1 1 0 0,-1-1-1 0 0,1 0 1 0 0,-1 0-1 0 0,1 0 0 0 0,-1 0 1 0 0,1 0-1 0 0,0 0 1 0 0,-1 0-1 0 0,1 0 0 0 0,-1 0 1 0 0,1 0-1 0 0,1-1 1 0 0,24-2 35 0 0,-24 3-38 0 0,282-58-1550 0 0,-99 6-6180 0 0,-127 33 2210 0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10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71 150 3016 0 0,'-70'-34'12845'0'0,"70"33"-12817"0"0,0 1-1 0 0,0-1 1 0 0,0 0 0 0 0,1 1 0 0 0,-1-1 0 0 0,0 1-1 0 0,1-1 1 0 0,-1 1 0 0 0,0-1 0 0 0,1 1 0 0 0,-1-1 0 0 0,1 1-1 0 0,-1-1 1 0 0,1 1 0 0 0,-1-1 0 0 0,1 1 0 0 0,-1 0-1 0 0,1-1 1 0 0,-1 1 0 0 0,1 0 0 0 0,-1 0 0 0 0,1-1-1 0 0,0 1 1 0 0,0 0 0 0 0,18-6 194 0 0,-15 5-139 0 0,378-84-386 0 0,-365 82-438 0 0,14-3-2139 0 0,-14 3-2903 0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10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54 2448 0 0,'-74'46'11451'0'0,"77"-46"-11195"0"0,25-5-116 0 0,-1 0 0 0 0,0-3 0 0 0,43-16 0 0 0,12-4-2897 0 0,-25 8-2524 0 0,-30 11 1008 0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11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109 187 580 0 0,'-2'-7'642'0'0,"1"0"-1"0"0,0-1 1 0 0,1 1 0 0 0,-1 0-1 0 0,2-1 1 0 0,-1 1 0 0 0,1 0-1 0 0,0-1 1 0 0,0 1 0 0 0,1 0-1 0 0,0 0 1 0 0,0 0 0 0 0,6-12-1 0 0,-5 14-546 0 0,0 0 0 0 0,0 0 0 0 0,1 0 0 0 0,-1 0-1 0 0,1 1 1 0 0,0 0 0 0 0,0-1 0 0 0,1 2 0 0 0,-1-1 0 0 0,1 0-1 0 0,0 1 1 0 0,0 0 0 0 0,0 0 0 0 0,0 0 0 0 0,0 1 0 0 0,1 0-1 0 0,-1 0 1 0 0,8-2 0 0 0,-9 3-67 0 0,1 1 0 0 0,-1-1 1 0 0,1 0-1 0 0,0 1 0 0 0,-1 0 0 0 0,1 0 0 0 0,0 1 0 0 0,-1-1 0 0 0,1 1 1 0 0,0 0-1 0 0,-1 0 0 0 0,1 1 0 0 0,-1-1 0 0 0,0 1 0 0 0,1 0 1 0 0,-1 0-1 0 0,0 1 0 0 0,0-1 0 0 0,0 1 0 0 0,-1 0 0 0 0,1 0 1 0 0,-1 0-1 0 0,1 0 0 0 0,-1 1 0 0 0,0-1 0 0 0,0 1 0 0 0,0 0 1 0 0,2 6-1 0 0,0-2 58 0 0,0 1 1 0 0,-1-1 0 0 0,-1 1 0 0 0,0 0-1 0 0,0 1 1 0 0,0-1 0 0 0,-1 0 0 0 0,-1 1-1 0 0,0-1 1 0 0,0 1 0 0 0,-1 0-1 0 0,0-1 1 0 0,-1 12 0 0 0,-5 8 149 0 0,-1 0 1 0 0,-1-1-1 0 0,-1 0 0 0 0,-2-1 1 0 0,0 0-1 0 0,-2 0 0 0 0,-30 44 1 0 0,-5-2 696 0 0,-83 90 0 0 0,67-88-480 0 0,63-70-450 0 0,0-1 1 0 0,0 1-1 0 0,1 0 1 0 0,-1-1 0 0 0,0 1-1 0 0,1-1 1 0 0,-1 1-1 0 0,0 0 1 0 0,1 0 0 0 0,-1 0-1 0 0,1-1 1 0 0,-1 1-1 0 0,1 0 1 0 0,-1 0 0 0 0,1 0-1 0 0,0 0 1 0 0,0 0-1 0 0,-1 0 1 0 0,1 0 0 0 0,0-1-1 0 0,0 1 1 0 0,0 0-1 0 0,0 0 1 0 0,0 0 0 0 0,0 0-1 0 0,0 0 1 0 0,0 0-1 0 0,0 0 1 0 0,0 0 0 0 0,1 0-1 0 0,-1 0 1 0 0,0 0-1 0 0,1 0 1 0 0,-1 0 0 0 0,1-1-1 0 0,-1 1 1 0 0,1 0-1 0 0,-1 0 1 0 0,1 0 0 0 0,-1-1-1 0 0,1 1 1 0 0,0 0-1 0 0,0-1 1 0 0,-1 1 0 0 0,1-1-1 0 0,0 1 1 0 0,0 0-1 0 0,0-1 1 0 0,-1 0 0 0 0,1 1-1 0 0,0-1 1 0 0,0 0-1 0 0,1 1 1 0 0,7 2 27 0 0,0 0 1 0 0,0 0-1 0 0,0-1 0 0 0,10 2 1 0 0,-15-4-17 0 0,36 5 64 0 0,1-2 0 0 0,-1-1 0 0 0,61-7 1 0 0,-32 2-14 0 0,-43 1-1206 0 0,11-1-7837 0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11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522 119 2044 0 0,'2'-3'346'0'0,"32"-42"8735"0"0,-32 43-8708 0 0,-1-1 0 0 0,1 0 0 0 0,-1 1 1 0 0,0-1-1 0 0,0 0 0 0 0,0 0 0 0 0,0 1 0 0 0,-1-1 1 0 0,1 0-1 0 0,-1 0 0 0 0,1 0 0 0 0,-1 0 1 0 0,0 0-1 0 0,0 0 0 0 0,-1-5 0 0 0,0 7-334 0 0,1 0-1 0 0,-1 0 1 0 0,0 0 0 0 0,1-1-1 0 0,-1 1 1 0 0,0 0-1 0 0,0 0 1 0 0,0 0 0 0 0,0 1-1 0 0,0-1 1 0 0,0 0-1 0 0,0 0 1 0 0,0 0 0 0 0,0 1-1 0 0,-1-1 1 0 0,1 0-1 0 0,0 1 1 0 0,0 0 0 0 0,-1-1-1 0 0,1 1 1 0 0,0-1-1 0 0,-3 1 1 0 0,-28-3 259 0 0,19 4-257 0 0,0 0 1 0 0,0 1-1 0 0,0 1 1 0 0,0 0 0 0 0,1 0-1 0 0,0 2 1 0 0,-1-1-1 0 0,-14 9 1 0 0,0 2-19 0 0,0 1 1 0 0,-33 25-1 0 0,29-17-6 0 0,2 2-1 0 0,0 0 1 0 0,-36 45-1 0 0,50-52-5 0 0,0 2 0 0 0,1-1 1 0 0,1 2-1 0 0,1 0 0 0 0,1 0 0 0 0,-12 36 0 0 0,20-50-3 0 0,1-1 0 0 0,0 1 0 0 0,1 0 1 0 0,-1 0-1 0 0,2 0 0 0 0,-1 0 0 0 0,1 0 1 0 0,0 0-1 0 0,1 0 0 0 0,0 0 0 0 0,3 13 0 0 0,-2-16 8 0 0,0 0 1 0 0,0 0-1 0 0,0 0 0 0 0,0-1 0 0 0,1 1 0 0 0,0-1 0 0 0,0 0 0 0 0,0 0 0 0 0,0 0 0 0 0,1 0 0 0 0,-1 0 0 0 0,1-1 0 0 0,0 1 0 0 0,0-1 0 0 0,1 0 0 0 0,-1 0 0 0 0,1-1 0 0 0,8 5 0 0 0,15 2 97 0 0,56 13 0 0 0,-44-13-88 0 0,-37-8-225 0 0,9 2-1002 0 0,-3-2-1601 0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12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413 8 1100 0 0,'-2'-8'14561'0'0,"-1"27"-14277"0"0,0 0 1 0 0,1 20-1 0 0,-3 20 289 0 0,-6-3-272 0 0,-2 0 1 0 0,-2-1 0 0 0,-3 0-1 0 0,-31 64 1 0 0,-117 201-2748 0 0,80-163-4078 0 0,47-82-697 0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15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410 128 656 0 0,'19'-14'7045'0'0,"-15"13"-6739"0"0,0 0 0 0 0,-1 1 0 0 0,1 0 0 0 0,0 0 1 0 0,0 0-1 0 0,0 0 0 0 0,5 1 0 0 0,2 0-111 0 0,-8-1 162 0 0,16-2 921 0 0,-18 2-1282 0 0,0 0 58 0 0,0 0-1 0 0,0 0 1 0 0,0 0-1 0 0,0 0 1 0 0,0 0-1 0 0,0 0 1 0 0,0-1-1 0 0,0 1 1 0 0,-1 0 0 0 0,1-1-1 0 0,0 1 1 0 0,0-1-1 0 0,0 1 1 0 0,0-1-1 0 0,-1 1 1 0 0,1-1-1 0 0,0 1 1 0 0,0-1-1 0 0,-1 0 1 0 0,1 1 0 0 0,0-1-1 0 0,-1 0 1 0 0,1 0-1 0 0,-1 0 1 0 0,1 1-1 0 0,-1-1 1 0 0,1 0-1 0 0,-1 0 1 0 0,0 0 0 0 0,1 0-1 0 0,-1 0 1 0 0,0-1-1 0 0,1 0-44 0 0,-1-1-1 0 0,1 0 1 0 0,-1 1-1 0 0,1-1 1 0 0,-1 0-1 0 0,0 1 1 0 0,0-1-1 0 0,-1 0 1 0 0,1 1-1 0 0,0-1 1 0 0,-1 0-1 0 0,0 1 1 0 0,1-1-1 0 0,-1 0 1 0 0,0 1-1 0 0,0-1 1 0 0,-1 1-1 0 0,1 0 1 0 0,0-1-1 0 0,-1 1 1 0 0,0 0-1 0 0,1 0 1 0 0,-1 0-1 0 0,0 0 1 0 0,0 0-1 0 0,0 0 1 0 0,0 1-1 0 0,-1-1 1 0 0,1 1-1 0 0,0-1 1 0 0,-3 0-1 0 0,-1-1-18 0 0,-1 0 0 0 0,1 0 0 0 0,0 1 0 0 0,-1 0 1 0 0,0 0-1 0 0,1 1 0 0 0,-1 0 0 0 0,0 0 0 0 0,0 0 0 0 0,0 1 0 0 0,-11 1 0 0 0,-3 3-7 0 0,1 1 0 0 0,-1 1 0 0 0,2 1 0 0 0,-1 1 0 0 0,1 0 0 0 0,0 2 0 0 0,0 0 1 0 0,1 1-1 0 0,1 0 0 0 0,0 2 0 0 0,1 0 0 0 0,-21 21 0 0 0,32-28 5 0 0,0 0 1 0 0,0 0 0 0 0,0 0-1 0 0,1 1 1 0 0,0-1-1 0 0,1 1 1 0 0,-1 0 0 0 0,1 0-1 0 0,1 0 1 0 0,-4 11-1 0 0,6-15 11 0 0,-1 0 0 0 0,1-1 0 0 0,0 1-1 0 0,-1 0 1 0 0,1 0 0 0 0,0 0-1 0 0,1 0 1 0 0,-1 0 0 0 0,1 0 0 0 0,-1 0-1 0 0,1 0 1 0 0,0 0 0 0 0,0-1 0 0 0,0 1-1 0 0,0 0 1 0 0,0-1 0 0 0,1 1 0 0 0,-1-1-1 0 0,1 1 1 0 0,0-1 0 0 0,0 0 0 0 0,0 1-1 0 0,0-1 1 0 0,0 0 0 0 0,0 0 0 0 0,1-1-1 0 0,-1 1 1 0 0,0 0 0 0 0,6 2 0 0 0,17 7-8 0 0,0-1-1 0 0,54 15 1 0 0,-50-18-12 0 0,-1 2-1 0 0,39 18 1 0 0,-57-22 43 0 0,1 0 1 0 0,-1 1 0 0 0,-1 1 0 0 0,1 0 0 0 0,-1 0 0 0 0,14 14 0 0 0,-21-19 0 0 0,0 0-1 0 0,-1 1 1 0 0,1-1 0 0 0,0 0 0 0 0,-1 1-1 0 0,1-1 1 0 0,-1 1 0 0 0,0-1 0 0 0,0 1 0 0 0,0 0-1 0 0,0 0 1 0 0,0 0 0 0 0,0-1 0 0 0,-1 1-1 0 0,0 0 1 0 0,1 0 0 0 0,-1 0 0 0 0,0 0-1 0 0,0 0 1 0 0,-1 0 0 0 0,1 0 0 0 0,-1-1-1 0 0,1 1 1 0 0,-1 0 0 0 0,0 0 0 0 0,0 0 0 0 0,0-1-1 0 0,0 1 1 0 0,-1-1 0 0 0,1 1 0 0 0,-4 4-1 0 0,-4 3 42 0 0,0 1 0 0 0,-1-1-1 0 0,0-1 1 0 0,0 0 0 0 0,-1 0-1 0 0,0-1 1 0 0,-1 0 0 0 0,0-1-1 0 0,0 0 1 0 0,-25 9 0 0 0,23-11-20 0 0,-1 0-1 0 0,0 0 1 0 0,0-2 0 0 0,-1 0 0 0 0,1 0 0 0 0,-1-2 0 0 0,1 0 0 0 0,-1-1 0 0 0,-23-2 0 0 0,28 0-47 0 0,0 0-1 0 0,-1 0 1 0 0,1-2 0 0 0,0 1 0 0 0,1-1 0 0 0,-1-1 0 0 0,1 0-1 0 0,-1-1 1 0 0,2 1 0 0 0,-1-2 0 0 0,-17-14 0 0 0,27 20-103 0 0,-1-1 1 0 0,1 1 0 0 0,-1 0 0 0 0,1 0-1 0 0,0 0 1 0 0,0 0 0 0 0,-1-1-1 0 0,1 1 1 0 0,0 0 0 0 0,0 0 0 0 0,0-1-1 0 0,1 1 1 0 0,-1 0 0 0 0,0 0 0 0 0,0-1-1 0 0,1 1 1 0 0,-1 0 0 0 0,0 0-1 0 0,1 0 1 0 0,-1 0 0 0 0,1 0 0 0 0,0 0-1 0 0,-1 0 1 0 0,1 0 0 0 0,0 0-1 0 0,0 0 1 0 0,0 0 0 0 0,-1 0 0 0 0,1 0-1 0 0,0 0 1 0 0,2-1 0 0 0,38-15-5524 0 0,-25 10 1620 0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16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52 1204 0 0,'1'-8'2327'0'0,"1"1"0"0"0,-2-1 0 0 0,1 1 0 0 0,-2-10 0 0 0,1 17-2317 0 0,0 0 0 0 0,0 0 0 0 0,0-1 0 0 0,0 1 1 0 0,0 0-1 0 0,0 0 0 0 0,0 0 0 0 0,0-1 1 0 0,0 1-1 0 0,0 0 0 0 0,0 0 0 0 0,0 0 0 0 0,-1-1 1 0 0,1 1-1 0 0,0 0 0 0 0,0 0 0 0 0,0 0 1 0 0,0 0-1 0 0,0 0 0 0 0,-1-1 0 0 0,1 1 0 0 0,0 0 1 0 0,0 0-1 0 0,0 0 0 0 0,-1 0 0 0 0,1 0 1 0 0,0 0-1 0 0,0 0 0 0 0,0 0 0 0 0,-1 0 0 0 0,1 0 1 0 0,0 0-1 0 0,0 0 0 0 0,-1 0 0 0 0,1 0 1 0 0,0 0-1 0 0,0 0 0 0 0,0 0 0 0 0,-1 0 0 0 0,1 0 1 0 0,0 0-1 0 0,0 0 0 0 0,0 0 0 0 0,-1 0 1 0 0,1 0-1 0 0,0 0 0 0 0,0 0 0 0 0,0 0 0 0 0,-1 1 1 0 0,1-1-1 0 0,0 0 0 0 0,0 0 0 0 0,0 0 1 0 0,0 0-1 0 0,0 0 0 0 0,-1 1 0 0 0,1-1 0 0 0,0 0 1 0 0,0 1-1 0 0,-9 7 137 0 0,-2 7-31 0 0,1 1 1 0 0,0 0 0 0 0,1 1 0 0 0,1 0-1 0 0,-8 27 1 0 0,12-34-97 0 0,1 1 0 0 0,0 0-1 0 0,1-1 1 0 0,1 1 0 0 0,0 0-1 0 0,0 0 1 0 0,1 0 0 0 0,0 0 0 0 0,1 0-1 0 0,3 19 1 0 0,-3-27-12 0 0,0 1 1 0 0,0-1-1 0 0,1 1 0 0 0,-1-1 0 0 0,1 0 1 0 0,0 0-1 0 0,0 0 0 0 0,0 0 0 0 0,0 0 1 0 0,0 0-1 0 0,1 0 0 0 0,-1 0 1 0 0,1-1-1 0 0,0 0 0 0 0,-1 1 0 0 0,1-1 1 0 0,6 3-1 0 0,-3-3 6 0 0,-1 1 0 0 0,1-2 0 0 0,-1 1 1 0 0,1-1-1 0 0,-1 0 0 0 0,1 0 0 0 0,0 0 0 0 0,-1-1 0 0 0,1 0 0 0 0,9 0 1 0 0,-4-1 2 0 0,-1-1 1 0 0,0 0 0 0 0,0 0 0 0 0,0-1 0 0 0,-1-1-1 0 0,1 1 1 0 0,-1-1 0 0 0,0-1 0 0 0,0 0 0 0 0,0 0-1 0 0,0-1 1 0 0,12-11 0 0 0,-16 12-2 0 0,-1 1 0 0 0,0-2 0 0 0,0 1 0 0 0,-1 0 0 0 0,1-1 0 0 0,-1 0 0 0 0,-1 0 0 0 0,1 0 0 0 0,-1 0 0 0 0,0 0-1 0 0,0 0 1 0 0,-1-1 0 0 0,1 1 0 0 0,-2 0 0 0 0,1-1 0 0 0,-1 1 0 0 0,0-1 0 0 0,-1-10 0 0 0,0 11-14 0 0,1 0 0 0 0,-2 1 0 0 0,1-1 0 0 0,-1 0-1 0 0,0 1 1 0 0,0 0 0 0 0,0-1 0 0 0,-1 1 0 0 0,0 0 0 0 0,0 0 0 0 0,0 1-1 0 0,-1-1 1 0 0,0 1 0 0 0,1-1 0 0 0,-2 1 0 0 0,1 0 0 0 0,0 0 0 0 0,-1 1-1 0 0,0 0 1 0 0,1-1 0 0 0,-9-2 0 0 0,9 4-127 0 0,-1 0 1 0 0,1 1-1 0 0,-1 0 0 0 0,1 0 1 0 0,-1 0-1 0 0,1 0 1 0 0,-1 1-1 0 0,1 0 0 0 0,-9 0 1 0 0,11 0-280 0 0,-1 0 0 0 0,1 1 1 0 0,-1-1-1 0 0,1 1 1 0 0,0 0-1 0 0,-1-1 0 0 0,1 1 1 0 0,0 0-1 0 0,-1 0 1 0 0,1 0-1 0 0,0 1 0 0 0,0-1 1 0 0,0 0-1 0 0,0 1 1 0 0,0 0-1 0 0,0-1 0 0 0,0 1 1 0 0,-2 4-1 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17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53 649 1476 0 0,'-18'41'5766'0'0,"-10"30"-2647"0"0,26-68-3044 0 0,1 0 1 0 0,0 0-1 0 0,0 0 1 0 0,1 1-1 0 0,-1-1 1 0 0,1 0-1 0 0,-1 0 0 0 0,1 1 1 0 0,0-1-1 0 0,0 0 1 0 0,1 1-1 0 0,0 5 1 0 0,0-9-60 0 0,-1 1 1 0 0,0-1 0 0 0,1 1 0 0 0,-1-1 0 0 0,0 0-1 0 0,1 1 1 0 0,-1-1 0 0 0,0 0 0 0 0,1 1-1 0 0,-1-1 1 0 0,1 0 0 0 0,-1 0 0 0 0,1 1 0 0 0,-1-1-1 0 0,1 0 1 0 0,-1 0 0 0 0,1 0 0 0 0,-1 0-1 0 0,1 0 1 0 0,-1 1 0 0 0,1-1 0 0 0,-1 0 0 0 0,1 0-1 0 0,-1 0 1 0 0,1 0 0 0 0,-1-1 0 0 0,1 1-1 0 0,13-2 123 0 0,-14 2-131 0 0,12-4 75 0 0,-1-1 0 0 0,0 0-1 0 0,0-1 1 0 0,0 0 0 0 0,-1-1-1 0 0,0 0 1 0 0,15-14 0 0 0,-20 17-62 0 0,19-17 3 0 0,-1-1 1 0 0,-1-1-1 0 0,-1-1 0 0 0,-1-1 0 0 0,-1-1 1 0 0,-1 0-1 0 0,-2-2 0 0 0,0 0 1 0 0,14-38-1 0 0,-12 19-16 0 0,-2 0 1 0 0,-2-1 0 0 0,-2-1 0 0 0,-3 0-1 0 0,5-62 1 0 0,-14 35-172 0 0,-11 88 124 0 0,3 1 24 0 0,0 0 0 0 0,1 1 0 0 0,1 0 0 0 0,0 0 0 0 0,1 0 0 0 0,-6 25 0 0 0,1-5 2 0 0,4-15 25 0 0,-46 163 180 0 0,45-154-187 0 0,2 0 0 0 0,2 0 0 0 0,0 1 0 0 0,2 45 0 0 0,2-63-11 0 0,0 0 1 0 0,1 0 0 0 0,0 0 0 0 0,1 0 0 0 0,0 0 0 0 0,0-1 0 0 0,7 15 0 0 0,-8-22 10 0 0,0 1-1 0 0,0 0 0 0 0,1-1 1 0 0,-1 1-1 0 0,1-1 0 0 0,0 0 1 0 0,0 0-1 0 0,0 0 1 0 0,0 0-1 0 0,0-1 0 0 0,1 1 1 0 0,-1-1-1 0 0,1 0 0 0 0,0 0 1 0 0,0 0-1 0 0,0 0 0 0 0,-1-1 1 0 0,2 1-1 0 0,-1-1 0 0 0,0 0 1 0 0,0-1-1 0 0,6 2 1 0 0,5-2-20 0 0,0-1 1 0 0,0 0 0 0 0,0-1-1 0 0,0 0 1 0 0,-1-1 0 0 0,1-1 0 0 0,-1 0-1 0 0,0-1 1 0 0,0-1 0 0 0,15-8-1 0 0,-5 1-151 0 0,0-1-1 0 0,-1-1 0 0 0,-1-1 0 0 0,34-30 1 0 0,-35 23 87 0 0,0 0 1 0 0,-1-2-1 0 0,-1 0 1 0 0,-1-1-1 0 0,-2 0 1 0 0,-1-2-1 0 0,-1 0 1 0 0,12-34 0 0 0,-10 19 128 0 0,-3-1 1 0 0,-1-1-1 0 0,-3 0 1 0 0,8-89-1 0 0,-17 134-48 0 0,0-1-1 0 0,0 0 0 0 0,1 0 0 0 0,-1 0 0 0 0,0 0 0 0 0,0 0 0 0 0,0 0 0 0 0,-1 0 1 0 0,1 0-1 0 0,0 1 0 0 0,0-1 0 0 0,0 0 0 0 0,-1 0 0 0 0,1 0 0 0 0,0 0 0 0 0,-1 0 1 0 0,1 1-1 0 0,-1-1 0 0 0,0-1 0 0 0,0 2-5 0 0,1 0 1 0 0,0-1-1 0 0,-1 1 1 0 0,1 0-1 0 0,-1 0 1 0 0,1 0-1 0 0,-1 0 1 0 0,1 0-1 0 0,-1 0 1 0 0,1 1-1 0 0,-1-1 1 0 0,1 0-1 0 0,-1 0 1 0 0,1 0-1 0 0,-1 0 1 0 0,1 0-1 0 0,-1 1 1 0 0,1-1-1 0 0,-1 0 1 0 0,1 0-1 0 0,0 1 1 0 0,-1-1-1 0 0,1 0 1 0 0,-1 1-1 0 0,-3 3-7 0 0,0 0 0 0 0,1 0 0 0 0,-1 0 0 0 0,1 0 1 0 0,-4 8-1 0 0,-97 227 530 0 0,75-162-382 0 0,4 0 0 0 0,3 2 0 0 0,-11 82-1 0 0,26-96 156 0 0,7-64-289 0 0,0-1 1 0 0,0 1 0 0 0,0-1-1 0 0,0 0 1 0 0,0 1 0 0 0,0-1-1 0 0,0 0 1 0 0,1 1 0 0 0,-1-1-1 0 0,0 1 1 0 0,0-1 0 0 0,0 0-1 0 0,0 1 1 0 0,1-1 0 0 0,-1 0-1 0 0,0 0 1 0 0,0 1 0 0 0,1-1-1 0 0,-1 0 1 0 0,0 1 0 0 0,0-1-1 0 0,1 0 1 0 0,-1 0 0 0 0,0 0-1 0 0,1 1 1 0 0,-1-1-1 0 0,0 0 1 0 0,1 0 0 0 0,-1 0-1 0 0,1 0 1 0 0,-1 0 0 0 0,0 1-1 0 0,1-1 1 0 0,-1 0 0 0 0,0 0-1 0 0,1 0 1 0 0,-1 0 0 0 0,1 0-1 0 0,-1 0 1 0 0,0 0 0 0 0,1-1-1 0 0,-1 1 1 0 0,0 0 0 0 0,1 0-1 0 0,-1 0 1 0 0,1 0 0 0 0,-1 0-1 0 0,0 0 1 0 0,1-1 0 0 0,-1 1-1 0 0,0 0 1 0 0,0 0 0 0 0,1-1-1 0 0,-1 1 1 0 0,1 0-1 0 0,19-13 148 0 0,-20 13-147 0 0,15-14 34 0 0,-1 0 0 0 0,0 0 1 0 0,-1-1-1 0 0,20-33 0 0 0,-5 9-65 0 0,-19 28 23 0 0,12-17-31 0 0,26-26 0 0 0,-41 48 18 0 0,0-1 0 0 0,1 2 1 0 0,0-1-1 0 0,0 1 0 0 0,0 0 1 0 0,1 0-1 0 0,-1 1 0 0 0,1 0 1 0 0,13-5-1 0 0,-19 9 13 0 0,1-1 0 0 0,-1 1-1 0 0,0-1 1 0 0,0 1 0 0 0,0 0 0 0 0,1 0 0 0 0,-1 0 0 0 0,0 0 0 0 0,1 0-1 0 0,-1 1 1 0 0,0-1 0 0 0,0 0 0 0 0,0 1 0 0 0,1 0 0 0 0,-1 0 0 0 0,0 0 0 0 0,4 2-1 0 0,-3-1 10 0 0,0 1 0 0 0,0-1 0 0 0,0 1 0 0 0,0 0-1 0 0,0 0 1 0 0,-1 0 0 0 0,1 0 0 0 0,-1 1 0 0 0,3 4-1 0 0,0 3 19 0 0,1 1-1 0 0,-2 0 0 0 0,0 0 1 0 0,0 0-1 0 0,2 14 0 0 0,-1 9-26 0 0,-5-26 19 0 0,1 1-1 0 0,1-1 1 0 0,0 0-1 0 0,0 1 0 0 0,0-1 1 0 0,1 0-1 0 0,1 0 1 0 0,7 15-1 0 0,-9-23-7 0 0,-1 0 0 0 0,0 0 1 0 0,1 0-1 0 0,-1 0 0 0 0,0 0 0 0 0,1 0 0 0 0,-1 0 0 0 0,1 0 0 0 0,0-1 1 0 0,-1 1-1 0 0,1-1 0 0 0,-1 1 0 0 0,1-1 0 0 0,0 0 0 0 0,0 0 0 0 0,1 1 1 0 0,27-2 57 0 0,-20 0-48 0 0,1-1 0 0 0,-1-1 0 0 0,0 1 0 0 0,0-2 0 0 0,0 1 0 0 0,0-2 0 0 0,0 1 0 0 0,-1-1 0 0 0,15-11 0 0 0,-3 1-19 0 0,-2-1 0 0 0,33-33 1 0 0,-43 38 11 0 0,0 1 1 0 0,-1-2-1 0 0,-1 1 1 0 0,1-1 0 0 0,-2 0-1 0 0,0-1 1 0 0,0 1-1 0 0,-1-1 1 0 0,6-26 0 0 0,-10 39-10 0 0,-1-1 0 0 0,0 1 0 0 0,0-1 1 0 0,0 1-1 0 0,0-1 0 0 0,0 1 1 0 0,0-1-1 0 0,0 1 0 0 0,0-1 0 0 0,0 1 1 0 0,0-1-1 0 0,0 1 0 0 0,0-1 0 0 0,0 1 1 0 0,0-1-1 0 0,0 1 0 0 0,0-1 1 0 0,0 1-1 0 0,-1-1 0 0 0,1 1 0 0 0,0-1 1 0 0,0 1-1 0 0,-1-1 0 0 0,1 0 0 0 0,-11 3 3 0 0,-11 15 81 0 0,11-3-49 0 0,1 1-1 0 0,0-1 1 0 0,1 2 0 0 0,-13 29 0 0 0,19-35-15 0 0,-1-1 0 0 0,1 0 0 0 0,0 1-1 0 0,1 0 1 0 0,0-1 0 0 0,1 1 0 0 0,0 0-1 0 0,0 0 1 0 0,1 0 0 0 0,2 12 0 0 0,-2-19-10 0 0,1-1 0 0 0,-1 1 0 0 0,1 0 0 0 0,0-1 1 0 0,0 1-1 0 0,0-1 0 0 0,0 1 0 0 0,0-1 0 0 0,1 0 0 0 0,-1 0 1 0 0,1 1-1 0 0,-1-1 0 0 0,1 0 0 0 0,0 0 0 0 0,0 0 1 0 0,0-1-1 0 0,2 3 0 0 0,0-2 3 0 0,0 0 1 0 0,0 0-1 0 0,-1-1 1 0 0,1 1-1 0 0,0-1 1 0 0,0 0-1 0 0,1 0 1 0 0,-1 0-1 0 0,0 0 0 0 0,4-1 1 0 0,10 0 16 0 0,0 0 0 0 0,0-2 0 0 0,-1 0-1 0 0,21-6 1 0 0,-30 6-29 0 0,138-36-1399 0 0,-123 29-23 0 0,0 0-1 0 0,-1-2 1 0 0,0 0-1 0 0,22-16 1 0 0,-13 5-2382 0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17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200 116 1444 0 0,'-197'24'10756'0'0,"194"-24"-10483"0"0,5-1-235 0 0,-1-1 0 0 0,1 1 0 0 0,-1 0 0 0 0,1 0 0 0 0,-1 0 0 0 0,1 0 0 0 0,0 0 0 0 0,0 0 0 0 0,-1 0 0 0 0,1 0 1 0 0,0 1-1 0 0,0-1 0 0 0,4 0 0 0 0,-5 1-4 0 0,235-61-930 0 0,2 9-5408 0 0,-170 40 2868 0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19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331 336 228 0 0,'2'-9'1238'0'0,"1"0"0"0"0,-2 0 1 0 0,1 0-1 0 0,-1 0 0 0 0,0-12 0 0 0,-1 20-1192 0 0,0 0-1 0 0,0 0 1 0 0,0 1 0 0 0,0-1-1 0 0,0 0 1 0 0,0 0-1 0 0,0 0 1 0 0,0 0-1 0 0,0 0 1 0 0,-1 0-1 0 0,1 0 1 0 0,0 1 0 0 0,-1-1-1 0 0,1 0 1 0 0,0 0-1 0 0,-1 0 1 0 0,1 1-1 0 0,-1-1 1 0 0,0 0-1 0 0,1 0 1 0 0,-1 1-1 0 0,1-1 1 0 0,-1 0 0 0 0,0 1-1 0 0,0-1 1 0 0,1 1-1 0 0,-1-1 1 0 0,0 1-1 0 0,0-1 1 0 0,0 1-1 0 0,1 0 1 0 0,-1-1 0 0 0,0 1-1 0 0,0 0 1 0 0,0 0-1 0 0,0 0 1 0 0,0 0-1 0 0,0 0 1 0 0,0-1-1 0 0,1 1 1 0 0,-1 1-1 0 0,0-1 1 0 0,0 0 0 0 0,0 0-1 0 0,0 0 1 0 0,0 0-1 0 0,0 1 1 0 0,0-1-1 0 0,1 0 1 0 0,-2 1-1 0 0,-5 2 47 0 0,1-1-1 0 0,0 1 0 0 0,0 0 0 0 0,1 0 0 0 0,-8 5 0 0 0,-3 6 90 0 0,-1 0 1 0 0,2 1-1 0 0,0 0 1 0 0,-15 21-1 0 0,-45 74 249 0 0,61-89-421 0 0,1 0 0 0 0,1 2 1 0 0,1-1-1 0 0,1 2 0 0 0,1-1 0 0 0,1 1 0 0 0,1 0 0 0 0,-7 45 0 0 0,14-64-1 0 0,0-1 0 0 0,-1 0 1 0 0,1 0-1 0 0,1 0 0 0 0,-1 1 0 0 0,1-1 1 0 0,-1 0-1 0 0,1 0 0 0 0,0 0 1 0 0,1 0-1 0 0,-1 0 0 0 0,1 0 0 0 0,0 0 1 0 0,0-1-1 0 0,0 1 0 0 0,0-1 1 0 0,0 1-1 0 0,1-1 0 0 0,5 6 0 0 0,-4-6-25 0 0,0 0 0 0 0,1 0 0 0 0,-1-1 0 0 0,1 1 0 0 0,-1-1 0 0 0,1 0-1 0 0,0 0 1 0 0,0 0 0 0 0,0-1 0 0 0,0 0 0 0 0,0 0 0 0 0,0 0 0 0 0,1-1-1 0 0,-1 0 1 0 0,8 0 0 0 0,17-2-291 0 0,0-1 1 0 0,1-1-1 0 0,-2-2 1 0 0,1-1-1 0 0,-1-2 1 0 0,0 0-1 0 0,28-15 0 0 0,-34 13 72 0 0,0-1-1 0 0,0-1 0 0 0,-2 0 1 0 0,1-2-1 0 0,-2-1 1 0 0,0-1-1 0 0,-1 0 0 0 0,26-32 1 0 0,-32 31 370 0 0,-1-1 0 0 0,-2 0 1 0 0,0 0-1 0 0,0-1 0 0 0,11-38 1 0 0,-21 57-123 0 0,1 0-1 0 0,-1 1 1 0 0,0-1 0 0 0,0 1 0 0 0,0-1 0 0 0,1 0 0 0 0,-1 1 0 0 0,0-1 0 0 0,0 1 0 0 0,0-1-1 0 0,0 0 1 0 0,0 1 0 0 0,0-1 0 0 0,0 0 0 0 0,0 1 0 0 0,0-1 0 0 0,-1 1 0 0 0,1-1-1 0 0,0-1 1 0 0,-9 3 378 0 0,-11 16 126 0 0,7 0-192 0 0,1 2 0 0 0,1 0 0 0 0,-15 35 0 0 0,21-43-303 0 0,1 1 1 0 0,0 0-1 0 0,1 0 0 0 0,0 1 0 0 0,1-1 1 0 0,0 1-1 0 0,1 24 0 0 0,1-34-16 0 0,0 0 0 0 0,0-1 0 0 0,1 1 0 0 0,-1 0 0 0 0,1 0 0 0 0,0-1 0 0 0,0 1-1 0 0,0 0 1 0 0,0-1 0 0 0,0 1 0 0 0,1-1 0 0 0,-1 0 0 0 0,1 1 0 0 0,0-1 0 0 0,-1 0 0 0 0,1 0-1 0 0,0 0 1 0 0,4 3 0 0 0,-2-2 1 0 0,0-1-1 0 0,0 0 0 0 0,0 0 0 0 0,1 0 1 0 0,-1 0-1 0 0,0-1 0 0 0,1 0 0 0 0,-1 0 1 0 0,1 0-1 0 0,6 0 0 0 0,6 0 30 0 0,-1-1-1 0 0,0-1 0 0 0,1-1 1 0 0,-1 0-1 0 0,24-8 1 0 0,-24 6 2 0 0,-1-1 0 0 0,0-1 0 0 0,0 0 0 0 0,0-1 1 0 0,23-15-1 0 0,-32 17-39 0 0,0 1 0 0 0,0-1 0 0 0,0 0 0 0 0,0 0 0 0 0,-1-1 0 0 0,0 0 0 0 0,0 0 0 0 0,0 0 0 0 0,-1 0-1 0 0,0-1 1 0 0,0 0 0 0 0,0 0 0 0 0,-1 0 0 0 0,2-8 0 0 0,-3 8-5 0 0,0 0 0 0 0,-1 0 0 0 0,0 0 0 0 0,-1 0-1 0 0,1 0 1 0 0,-1 0 0 0 0,-1 0 0 0 0,1 0 0 0 0,-1 0-1 0 0,-1 0 1 0 0,1 0 0 0 0,-1 0 0 0 0,0 0 0 0 0,-1 1 0 0 0,0-1-1 0 0,0 1 1 0 0,0-1 0 0 0,-5-6 0 0 0,4 9 3 0 0,1-1 1 0 0,-1 0-1 0 0,-1 1 1 0 0,1 0-1 0 0,0 0 1 0 0,-1 0-1 0 0,0 1 0 0 0,0 0 1 0 0,0 0-1 0 0,0 0 1 0 0,-1 0-1 0 0,1 1 1 0 0,-1 0-1 0 0,0 0 1 0 0,1 0-1 0 0,-1 1 1 0 0,0 0-1 0 0,0 0 0 0 0,0 0 1 0 0,0 1-1 0 0,0 0 1 0 0,-7 1-1 0 0,-4 0 3 0 0,0 1 0 0 0,0 1 0 0 0,0 1 0 0 0,1 1 0 0 0,-16 6 0 0 0,25-9 8 0 0,0 1 0 0 0,0 1 1 0 0,0-1-1 0 0,1 1 1 0 0,0 0-1 0 0,-1 1 0 0 0,2 0 1 0 0,-1-1-1 0 0,0 2 0 0 0,1-1 1 0 0,0 1-1 0 0,0 0 1 0 0,-7 11-1 0 0,11-15-4 0 0,0 0 1 0 0,0 0-1 0 0,0 0 0 0 0,0 0 0 0 0,0 0 1 0 0,1 1-1 0 0,-1-1 0 0 0,1 0 1 0 0,-1 0-1 0 0,1 0 0 0 0,0 1 0 0 0,0-1 1 0 0,-1 0-1 0 0,2 1 0 0 0,-1-1 0 0 0,0 0 1 0 0,0 0-1 0 0,1 1 0 0 0,0-1 1 0 0,0 3-1 0 0,1-3 0 0 0,-1 1 0 0 0,1-1 1 0 0,0 0-1 0 0,0 0 0 0 0,0 0 0 0 0,0 0 1 0 0,0 0-1 0 0,0 0 0 0 0,1 0 0 0 0,-1-1 1 0 0,0 1-1 0 0,1-1 0 0 0,5 3 0 0 0,4 0 4 0 0,0 0-1 0 0,0-1 0 0 0,1-1 0 0 0,-1 0 1 0 0,1 0-1 0 0,12-1 0 0 0,10 0-20 0 0,-1-3-1 0 0,0-1 1 0 0,0-1 0 0 0,0-2 0 0 0,0-1-1 0 0,-1-2 1 0 0,53-21 0 0 0,-64 21-19 0 0,0-1 1 0 0,-1-2-1 0 0,0 0 1 0 0,0-1-1 0 0,-2-1 1 0 0,0-1-1 0 0,0 0 1 0 0,-1-2-1 0 0,-1 0 0 0 0,-1-1 1 0 0,23-32-1 0 0,-27 30 45 0 0,0 0 0 0 0,-2-1-1 0 0,0 0 1 0 0,-2-1-1 0 0,0 0 1 0 0,-1 0 0 0 0,-2 0-1 0 0,0-1 1 0 0,-1 0-1 0 0,-1 0 1 0 0,-1-33 0 0 0,-2 53-6 0 0,0 1 0 0 0,0-1 0 0 0,0 1 1 0 0,0-1-1 0 0,-1 1 0 0 0,1 0 1 0 0,-1-1-1 0 0,0 1 0 0 0,1 0 0 0 0,-1-1 1 0 0,0 1-1 0 0,-1 0 0 0 0,1 0 1 0 0,0 0-1 0 0,-1 0 0 0 0,-2-3 0 0 0,4 5-4 0 0,-1 0-1 0 0,1 0 1 0 0,-1 0-1 0 0,1 0 1 0 0,-1 0-1 0 0,0 0 1 0 0,1 0-1 0 0,-1 0 1 0 0,1 0 0 0 0,-1 0-1 0 0,1 1 1 0 0,-1-1-1 0 0,1 0 1 0 0,-1 0-1 0 0,1 1 1 0 0,-1-1-1 0 0,1 0 1 0 0,-1 1-1 0 0,1-1 1 0 0,0 0-1 0 0,-1 1 1 0 0,1-1-1 0 0,-1 1 1 0 0,1-1-1 0 0,-1 1 1 0 0,-8 11 34 0 0,-4 7 105 0 0,1 1-1 0 0,1 1 1 0 0,1 0 0 0 0,-8 25-1 0 0,-25 94 725 0 0,33-103-680 0 0,-8 32 126 0 0,-13 85 0 0 0,27-124-264 0 0,1 0 1 0 0,2 1-1 0 0,1-1 0 0 0,1 0 1 0 0,9 47-1 0 0,-10-74-37 0 0,1 0 0 0 0,-1 1 0 0 0,1-1 0 0 0,0 0 0 0 0,1 0 0 0 0,-1 0 0 0 0,0 0 0 0 0,1 0-1 0 0,0 0 1 0 0,-1 0 0 0 0,1 0 0 0 0,1 0 0 0 0,-1-1 0 0 0,0 1 0 0 0,0-1 0 0 0,1 0 0 0 0,0 0 0 0 0,-1 0 0 0 0,1 0-1 0 0,0 0 1 0 0,0 0 0 0 0,0-1 0 0 0,0 1 0 0 0,0-1 0 0 0,0 0 0 0 0,1 0 0 0 0,-1 0 0 0 0,0 0 0 0 0,1-1 0 0 0,-1 1 0 0 0,0-1-1 0 0,1 0 1 0 0,-1 0 0 0 0,0 0 0 0 0,1-1 0 0 0,3 0 0 0 0,6-1 1 0 0,-1-1 0 0 0,1 0 0 0 0,-1-1 0 0 0,0 0 0 0 0,0-1 0 0 0,-1 0 0 0 0,1-1 0 0 0,14-10 0 0 0,-9 4 5 0 0,-1-1 0 0 0,0-1 0 0 0,-1 0 0 0 0,-1-1 0 0 0,25-33 0 0 0,-8 3-43 0 0,25-52 1 0 0,-35 71-88 0 0,-14 22 89 0 0,-11 18 264 0 0,-19 33 349 0 0,-18 43-153 0 0,37-79-406 0 0,0 0 1 0 0,1 1 0 0 0,0-1 0 0 0,1 1-1 0 0,0-1 1 0 0,0 14 0 0 0,2-23-19 0 0,0 0 0 0 0,0 0 0 0 0,1-1 0 0 0,-1 1 0 0 0,0 0 0 0 0,1-1 0 0 0,-1 1 0 0 0,1 0 0 0 0,-1-1 0 0 0,1 1 1 0 0,0-1-1 0 0,-1 1 0 0 0,1-1 0 0 0,0 1 0 0 0,0-1 0 0 0,0 1 0 0 0,1-1 0 0 0,-1 0 0 0 0,0 0 0 0 0,2 2 0 0 0,0-1 0 0 0,0-1 0 0 0,0 1 0 0 0,0-1 0 0 0,0 1 0 0 0,0-1 0 0 0,0 0 0 0 0,1 0 0 0 0,-1-1 0 0 0,0 1 0 0 0,4 0 0 0 0,3-1 5 0 0,0 0 0 0 0,0 0 1 0 0,0-1-1 0 0,0 0 0 0 0,0-1 1 0 0,12-3-1 0 0,-2-1 5 0 0,0-2-1 0 0,0 0 1 0 0,0-1-1 0 0,-1-1 1 0 0,-1 0-1 0 0,1-2 1 0 0,23-20-1 0 0,-30 22 17 0 0,-1-1-1 0 0,0 0 1 0 0,-1-1-1 0 0,0 0 1 0 0,-1-1-1 0 0,-1 0 1 0 0,0 0-1 0 0,0-1 1 0 0,-1 0-1 0 0,-1 0 1 0 0,5-16-1 0 0,-5 14 314 0 0,-5 14-302 0 0,0-1 1 0 0,0 1 0 0 0,0 0-1 0 0,0-1 1 0 0,0 0 0 0 0,0 1-1 0 0,-1-1 1 0 0,1 0 0 0 0,-1 1-1 0 0,0-1 1 0 0,0 0 0 0 0,0-4-1 0 0,-23 35 48 0 0,10-5-90 0 0,1 1 1 0 0,1 1-1 0 0,1 0 0 0 0,1 0 0 0 0,-10 50 0 0 0,18-70-354 0 0,0 1 1 0 0,0 0-1 0 0,0-1 0 0 0,1 1 0 0 0,0 0 1 0 0,0 0-1 0 0,1-1 0 0 0,1 8 1 0 0,-2-10-9 0 0,1-1 1 0 0,0 0 0 0 0,0 1 0 0 0,0-1 0 0 0,0 0 0 0 0,1 0 0 0 0,-1 0 0 0 0,0 0 0 0 0,1 0-1 0 0,0 0 1 0 0,-1 0 0 0 0,1-1 0 0 0,0 1 0 0 0,0-1 0 0 0,0 1 0 0 0,0-1 0 0 0,0 0-1 0 0,0 1 1 0 0,0-1 0 0 0,1 0 0 0 0,-1 0 0 0 0,3 0 0 0 0,11 4-3693 0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19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48 908 0 0,'-46'-48'9674'0'0,"47"73"-8614"0"0,6 33 0 0 0,-3-33-731 0 0,1 37-1 0 0,-7 66 1242 0 0,2-122 412 0 0,1-13-1355 0 0,5-31-661 0 0,-2 29 24 0 0,0-1-1 0 0,1 1 1 0 0,0-1 0 0 0,0 1 0 0 0,1 1 0 0 0,0-1 0 0 0,0 1 0 0 0,1 0 0 0 0,0 0 0 0 0,1 1 0 0 0,13-10-1 0 0,-16 13 5 0 0,0 1-1 0 0,1 0 0 0 0,-1 0 0 0 0,1 0 1 0 0,0 1-1 0 0,0 0 0 0 0,0 0 0 0 0,0 0 0 0 0,0 1 1 0 0,0 0-1 0 0,0 0 0 0 0,0 1 0 0 0,0 0 1 0 0,1 0-1 0 0,-1 0 0 0 0,0 0 0 0 0,0 1 1 0 0,0 0-1 0 0,0 1 0 0 0,12 3 0 0 0,-9-1-1 0 0,0 0 0 0 0,-1 1-1 0 0,1 0 1 0 0,-1 0 0 0 0,0 0 0 0 0,-1 1-1 0 0,1 0 1 0 0,-1 1 0 0 0,0 0 0 0 0,-1 0-1 0 0,0 0 1 0 0,0 1 0 0 0,0 0 0 0 0,-1 0-1 0 0,6 12 1 0 0,16 23 336 0 0,-26-42-242 0 0,-1-3-71 0 0,0-9-45 0 0,1 0 1 0 0,0-1-1 0 0,1 1 0 0 0,0 0 0 0 0,1 0 1 0 0,0 1-1 0 0,1-1 0 0 0,0 1 1 0 0,0-1-1 0 0,1 1 0 0 0,1 0 1 0 0,0 1-1 0 0,0 0 0 0 0,1 0 1 0 0,0 0-1 0 0,13-12 0 0 0,-13 14 7 0 0,0 1 1 0 0,0-1-1 0 0,1 2 0 0 0,0-1 0 0 0,0 1 1 0 0,1 0-1 0 0,-1 1 0 0 0,1 0 0 0 0,0 0 0 0 0,0 1 1 0 0,0 0-1 0 0,1 1 0 0 0,11-2 0 0 0,-17 3 22 0 0,0 0-1 0 0,0 1 1 0 0,0 0-1 0 0,0 0 1 0 0,1 0-1 0 0,-1 1 1 0 0,0-1-1 0 0,0 1 1 0 0,0 0-1 0 0,0 0 1 0 0,0 0-1 0 0,0 1 1 0 0,0-1-1 0 0,0 1 1 0 0,0 0-1 0 0,-1 0 1 0 0,1 1 0 0 0,-1-1-1 0 0,1 1 1 0 0,-1-1-1 0 0,0 1 1 0 0,0 0-1 0 0,0 0 1 0 0,-1 0-1 0 0,1 1 1 0 0,-1-1-1 0 0,1 1 1 0 0,-1 0-1 0 0,0-1 1 0 0,-1 1-1 0 0,1 0 1 0 0,1 4-1 0 0,-1 1-70 0 0,-1 0 0 0 0,0 0-1 0 0,0 0 1 0 0,0 0 0 0 0,-1 0 0 0 0,-1 0-1 0 0,1 0 1 0 0,-4 11 0 0 0,0 34-2796 0 0,4-49 2160 0 0,1 0 0 0 0,-1 0 0 0 0,1 0 0 0 0,0-1 0 0 0,0 1 0 0 0,0 0-1 0 0,1 0 1 0 0,3 7 0 0 0,5 4-3661 0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20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73 1792 0 0,'-4'-17'3808'0'0,"-2"-11"728"0"0,-8 63-2176 0 0,-52 206 347 0 0,59-223-1160 0 0,7-18-1525 0 0,0 0 0 0 0,-1 0-1 0 0,1 0 1 0 0,0 0 0 0 0,0 1 0 0 0,0-1 0 0 0,0 0 0 0 0,-1 0 0 0 0,1 0-1 0 0,0 0 1 0 0,0 0 0 0 0,0 0 0 0 0,-1 0 0 0 0,1 0 0 0 0,0 0 0 0 0,0 0 0 0 0,0 0-1 0 0,-1 0 1 0 0,1 0 0 0 0,0 0 0 0 0,0 0 0 0 0,0 0 0 0 0,-1 0 0 0 0,1 0-1 0 0,0 0 1 0 0,0 0 0 0 0,0 0 0 0 0,-1 0 0 0 0,1-1 0 0 0,0 1 0 0 0,0 0 0 0 0,0 0-1 0 0,0 0 1 0 0,0 0 0 0 0,-1 0 0 0 0,1 0 0 0 0,0-1 0 0 0,0 1 0 0 0,0 0-1 0 0,0 0 1 0 0,0 0 0 0 0,0 0 0 0 0,-1-1 0 0 0,1 1 0 0 0,0 0 0 0 0,0 0-1 0 0,0 0 1 0 0,0-1 0 0 0,0 1 0 0 0,0 0 0 0 0,0-2-8 0 0,0 0 0 0 0,-1 0 1 0 0,1 1-1 0 0,0-1 0 0 0,0 0 0 0 0,0 0 1 0 0,1 1-1 0 0,-1-1 0 0 0,0 0 0 0 0,1 0 0 0 0,-1 1 1 0 0,1-1-1 0 0,1-2 0 0 0,0-2 24 0 0,3-12-39 0 0,2 0 0 0 0,0 1-1 0 0,0 0 1 0 0,2 0-1 0 0,0 1 1 0 0,1 0 0 0 0,1 1-1 0 0,0 0 1 0 0,1 1 0 0 0,1 0-1 0 0,0 1 1 0 0,0 0-1 0 0,2 1 1 0 0,-1 0 0 0 0,2 1-1 0 0,-1 1 1 0 0,28-13 0 0 0,-36 20-12 0 0,-1 1 0 0 0,1 0 0 0 0,0 0 1 0 0,0 0-1 0 0,0 1 0 0 0,0 0 1 0 0,0 0-1 0 0,0 1 0 0 0,0 0 0 0 0,0 0 1 0 0,0 0-1 0 0,0 1 0 0 0,11 3 0 0 0,-14-3 11 0 0,0 0 0 0 0,-1 1 0 0 0,1-1 0 0 0,0 1 0 0 0,-1 0 0 0 0,1 0 0 0 0,-1 0 0 0 0,0 1 0 0 0,0-1 0 0 0,0 1 0 0 0,0 0 0 0 0,0 0 0 0 0,0 0 0 0 0,-1 0 0 0 0,0 0 0 0 0,1 1 0 0 0,-1-1 0 0 0,0 1 0 0 0,-1-1 0 0 0,1 1 0 0 0,-1 0 0 0 0,1-1 0 0 0,-1 1 0 0 0,0 0 0 0 0,0 4 0 0 0,1 9 41 0 0,-1-1 1 0 0,-2 23 0 0 0,1-27 15 0 0,-1 1 0 0 0,2-1 0 0 0,0 1 1 0 0,0-1-1 0 0,4 15 0 0 0,-4-25-96 0 0,0 0 0 0 0,0 0-1 0 0,1 0 1 0 0,-1 0 0 0 0,0-1 0 0 0,1 1-1 0 0,-1 0 1 0 0,1-1 0 0 0,0 1 0 0 0,-1-1-1 0 0,1 0 1 0 0,0 1 0 0 0,0-1 0 0 0,0 0 0 0 0,0 0-1 0 0,0 0 1 0 0,0 0 0 0 0,0-1 0 0 0,0 1-1 0 0,1-1 1 0 0,-1 1 0 0 0,0-1 0 0 0,0 0-1 0 0,0 1 1 0 0,1-1 0 0 0,-1 0 0 0 0,3-1 0 0 0,8 1-733 0 0,0-1 1 0 0,0-1 0 0 0,17-3-1 0 0,68-21-5988 0 0,-60 15 1879 0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21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432 133 836 0 0,'5'-14'1808'0'0,"-1"7"-1029"0"0,-1-1 0 0 0,0 0 0 0 0,-1 0 0 0 0,1 0 0 0 0,-2 0 0 0 0,1 0 0 0 0,-1 0 0 0 0,0 0 0 0 0,-1-11 0 0 0,0 17-747 0 0,-1 1-1 0 0,1-1 0 0 0,-1 1 0 0 0,1 0 1 0 0,-1-1-1 0 0,1 1 0 0 0,-1 0 1 0 0,0-1-1 0 0,0 1 0 0 0,1 0 1 0 0,-1 0-1 0 0,0 0 0 0 0,0-1 1 0 0,0 1-1 0 0,-1 0 0 0 0,1 1 0 0 0,0-1 1 0 0,0 0-1 0 0,0 0 0 0 0,-1 0 1 0 0,1 1-1 0 0,0-1 0 0 0,-1 0 1 0 0,1 1-1 0 0,-1 0 0 0 0,1-1 0 0 0,0 1 1 0 0,-1 0-1 0 0,1-1 0 0 0,-1 1 1 0 0,1 0-1 0 0,-1 0 0 0 0,1 0 1 0 0,-1 1-1 0 0,1-1 0 0 0,-1 0 0 0 0,-1 1 1 0 0,-5 0 25 0 0,0 1 1 0 0,-1 0-1 0 0,1 0 1 0 0,0 1-1 0 0,-8 4 0 0 0,-11 6 109 0 0,2 2 1 0 0,0 1-1 0 0,0 1 0 0 0,2 0 0 0 0,-28 28 0 0 0,24-18-58 0 0,1 0 0 0 0,2 2 1 0 0,-36 54-1 0 0,57-78-107 0 0,-6 9 36 0 0,-13 29-1 0 0,20-40-25 0 0,1 0 0 0 0,0 0 0 0 0,0 0-1 0 0,0 0 1 0 0,0 0 0 0 0,0 1 0 0 0,1-1 0 0 0,0 0-1 0 0,-1 1 1 0 0,1-1 0 0 0,0 0 0 0 0,1 1 0 0 0,-1-1-1 0 0,1 0 1 0 0,-1 0 0 0 0,2 5 0 0 0,0-6-5 0 0,-1 0 1 0 0,0-1-1 0 0,1 1 1 0 0,-1 0-1 0 0,1 0 1 0 0,-1-1-1 0 0,1 1 1 0 0,0-1-1 0 0,0 0 0 0 0,0 1 1 0 0,0-1-1 0 0,0 0 1 0 0,0 0-1 0 0,0 0 1 0 0,0 0-1 0 0,0-1 1 0 0,1 1-1 0 0,-1 0 0 0 0,0-1 1 0 0,1 0-1 0 0,-1 1 1 0 0,0-1-1 0 0,0 0 1 0 0,4-1-1 0 0,6 1 9 0 0,0-1 0 0 0,0-1-1 0 0,16-3 1 0 0,-11 0 11 0 0,-1 0 1 0 0,1-1-1 0 0,-1 0 1 0 0,-1-1-1 0 0,1-1 1 0 0,-1-1-1 0 0,0 0 1 0 0,22-18-1 0 0,-18 10-23 0 0,0-1-1 0 0,-1-1 1 0 0,-1-1-1 0 0,-1 0 1 0 0,16-25-1 0 0,-13 14 10 0 0,-5 9-115 0 0,-28 53 162 0 0,14-30-54 0 0,-48 108 371 0 0,41-89-334 0 0,1-1 1 0 0,0 1-1 0 0,-5 37 1 0 0,11-53-22 0 0,0-1-1 0 0,-1 0 1 0 0,1 1 0 0 0,0-1-1 0 0,0 1 1 0 0,1-1 0 0 0,-1 0-1 0 0,1 1 1 0 0,0-1 0 0 0,-1 0-1 0 0,2 0 1 0 0,-1 1 0 0 0,0-1 0 0 0,1 0-1 0 0,-1 0 1 0 0,1 0 0 0 0,0-1-1 0 0,0 1 1 0 0,0 0 0 0 0,0-1-1 0 0,0 1 1 0 0,1-1 0 0 0,5 5-1 0 0,-3-4-5 0 0,0 0 1 0 0,1-1-1 0 0,0 1 0 0 0,0-1 0 0 0,-1 0 0 0 0,1-1 0 0 0,1 0 1 0 0,-1 1-1 0 0,0-2 0 0 0,0 1 0 0 0,0-1 0 0 0,9 0 0 0 0,2-2-4 0 0,0 0 0 0 0,0 0-1 0 0,0-2 1 0 0,-1 0 0 0 0,1-1 0 0 0,-1 0-1 0 0,0-2 1 0 0,-1 0 0 0 0,0 0-1 0 0,28-19 1 0 0,-31 17-2 0 0,0 0 0 0 0,0-1 1 0 0,-1 0-1 0 0,-1-1 0 0 0,0 0 0 0 0,0-1 1 0 0,-1 0-1 0 0,0 0 0 0 0,-1-1 0 0 0,-1 0 0 0 0,0 0 1 0 0,8-23-1 0 0,-10 22-16 0 0,-2 0-1 0 0,0 0 1 0 0,3-25 0 0 0,-6 35 4 0 0,1-1 1 0 0,-1 0-1 0 0,0 1 1 0 0,0-1 0 0 0,-1 0-1 0 0,0 1 1 0 0,1-1-1 0 0,-1 1 1 0 0,-1-1-1 0 0,1 1 1 0 0,-1-1 0 0 0,0 1-1 0 0,0 0 1 0 0,0 0-1 0 0,-4-6 1 0 0,5 9-3 0 0,0 0 0 0 0,0 0 0 0 0,0-1 1 0 0,0 1-1 0 0,-1 0 0 0 0,1 0 0 0 0,0 1 0 0 0,-1-1 1 0 0,1 0-1 0 0,-1 0 0 0 0,1 1 0 0 0,-1-1 1 0 0,1 0-1 0 0,-1 1 0 0 0,1 0 0 0 0,-1-1 0 0 0,0 1 1 0 0,1 0-1 0 0,-1 0 0 0 0,0 0 0 0 0,1 0 1 0 0,-4 0-1 0 0,4 1 4 0 0,0-1 1 0 0,-1 0 0 0 0,1 0 0 0 0,0 0-1 0 0,0 1 1 0 0,-1-1 0 0 0,1 1 0 0 0,0-1-1 0 0,0 1 1 0 0,0-1 0 0 0,0 1-1 0 0,0 0 1 0 0,0-1 0 0 0,0 1 0 0 0,0 0-1 0 0,0 0 1 0 0,0 0 0 0 0,0 0 0 0 0,0 0-1 0 0,1 0 1 0 0,-1 0 0 0 0,0 0 0 0 0,1 0-1 0 0,-1 0 1 0 0,1 0 0 0 0,-1 1-1 0 0,1-1 1 0 0,0 0 0 0 0,-1 0 0 0 0,1 0-1 0 0,0 1 1 0 0,0-1 0 0 0,0 0 0 0 0,0 0-1 0 0,0 1 1 0 0,0 1 0 0 0,0-3 1 0 0,0 2 1 0 0,0-1 1 0 0,0 0-1 0 0,0 0 0 0 0,1 1 1 0 0,-1-1-1 0 0,0 0 0 0 0,1 0 0 0 0,-1 1 1 0 0,1-1-1 0 0,-1 0 0 0 0,1 0 1 0 0,0 0-1 0 0,-1 0 0 0 0,1 0 0 0 0,0 0 1 0 0,0 0-1 0 0,0 0 0 0 0,0 0 1 0 0,0 0-1 0 0,2 1 0 0 0,0 0 4 0 0,0 0 0 0 0,1 0 0 0 0,-1-1 0 0 0,1 1-1 0 0,-1-1 1 0 0,1 0 0 0 0,4 1 0 0 0,8 0 16 0 0,1 0 0 0 0,24-1 0 0 0,-36-1-18 0 0,46-2 27 0 0,52-10 0 0 0,-41 4-94 0 0,-61 8 59 0 0,0 0 0 0 0,0-1 0 0 0,0 1 0 0 0,1 0-1 0 0,-1 0 1 0 0,0 0 0 0 0,0 0 0 0 0,0 0 0 0 0,0 0 0 0 0,0 1 0 0 0,1-1 0 0 0,-1 0 0 0 0,0 0-1 0 0,0 1 1 0 0,0-1 0 0 0,0 1 0 0 0,0-1 0 0 0,0 1 0 0 0,0 0 0 0 0,0-1 0 0 0,0 1-1 0 0,0 0 1 0 0,0-1 0 0 0,0 2 0 0 0,0 0 5 0 0,0-1 1 0 0,-1 1-1 0 0,0-1 0 0 0,1 0 1 0 0,-1 1-1 0 0,0-1 0 0 0,1 1 1 0 0,-1-1-1 0 0,0 1 0 0 0,0-1 1 0 0,0 1-1 0 0,-1-1 0 0 0,1 1 1 0 0,0-1-1 0 0,-1 3 0 0 0,-2 6 17 0 0,-1 0-1 0 0,0-1 1 0 0,-10 18-1 0 0,13-26-22 0 0,-39 64 75 0 0,15-24 41 0 0,-30 62 0 0 0,53-97-84 0 0,-10 27 192 0 0,12-31-199 0 0,0-1 1 0 0,0 1 0 0 0,0 0-1 0 0,0 0 1 0 0,0 0 0 0 0,0 0-1 0 0,0 0 1 0 0,1 0 0 0 0,-1 0-1 0 0,1-1 1 0 0,-1 1 0 0 0,1 0-1 0 0,0 0 1 0 0,-1-1 0 0 0,3 3 0 0 0,-2-2-20 0 0,0-1-1 0 0,0 0 1 0 0,1 0 0 0 0,-1 0 0 0 0,0 0 0 0 0,1-1 0 0 0,-1 1 0 0 0,1 0 0 0 0,-1 0 0 0 0,1-1 0 0 0,0 1 0 0 0,-1-1 0 0 0,1 0 0 0 0,0 1 0 0 0,-1-1 0 0 0,3 0 0 0 0,27 0 32 0 0,-12-3-3 0 0,0-1-1 0 0,0 0 0 0 0,-1-2 0 0 0,1 0 0 0 0,-1-2 0 0 0,-1 0 1 0 0,21-12-1 0 0,5-6 58 0 0,61-50 1 0 0,-81 58-21 0 0,0-1 0 0 0,-1-1 0 0 0,-1-1 0 0 0,0-1 0 0 0,17-25 0 0 0,-38 47-62 0 0,14-28 158 0 0,-13 27-160 0 0,-1 1-1 0 0,0-1 0 0 0,0 1 0 0 0,1-1 0 0 0,-1 1 0 0 0,0-1 0 0 0,0 1 0 0 0,0 0 0 0 0,0-1 0 0 0,1 0 0 0 0,-1 1 0 0 0,0-1 0 0 0,0 1 0 0 0,0-1 1 0 0,0 1-1 0 0,0-1 0 0 0,0 1 0 0 0,-1-1 0 0 0,1 1 0 0 0,0-1 0 0 0,0 1 0 0 0,0-1 0 0 0,0 1 0 0 0,-1-1 0 0 0,1 1 0 0 0,0 0 0 0 0,0-1 1 0 0,-1 1-1 0 0,1-1 0 0 0,0 1 0 0 0,-1-1 0 0 0,1 1 0 0 0,0 0 0 0 0,-1-1 0 0 0,1 1 0 0 0,-1 0 0 0 0,1-1 0 0 0,0 1 0 0 0,-1 0 0 0 0,1 0 1 0 0,-1 0-1 0 0,1-1 0 0 0,-1 1 0 0 0,1 0 0 0 0,-1 0 0 0 0,1 0 0 0 0,-1 0 0 0 0,1 0 0 0 0,-1 0 0 0 0,1 0 0 0 0,-1 0 0 0 0,1 0 0 0 0,-1 0 1 0 0,1 0-1 0 0,-1 0 0 0 0,1 0 0 0 0,-1 0 0 0 0,0 1 0 0 0,-12 2 22 0 0,1 0 0 0 0,0 1 0 0 0,0 1 1 0 0,1 0-1 0 0,-1 0 0 0 0,1 2 0 0 0,0-1 0 0 0,-11 9 0 0 0,-2 4 37 0 0,-1 1-1 0 0,-26 28 0 0 0,35-30-19 0 0,-28 36 0 0 0,40-47-17 0 0,-1 0 0 0 0,1 0 0 0 0,0 1-1 0 0,0 0 1 0 0,1 0 0 0 0,0-1 0 0 0,1 2-1 0 0,-3 15 1 0 0,4-22 13 0 0,1 1-1 0 0,0-1 1 0 0,0 1 0 0 0,0-1-1 0 0,0 1 1 0 0,0-1 0 0 0,1 1-1 0 0,-1-1 1 0 0,1 1-1 0 0,-1-1 1 0 0,1 0 0 0 0,0 1-1 0 0,0-1 1 0 0,0 0 0 0 0,0 0-1 0 0,1 1 1 0 0,-1-1 0 0 0,1 0-1 0 0,3 3 1 0 0,-2-2-4 0 0,0 0 0 0 0,1-1 1 0 0,-1 0-1 0 0,1 0 0 0 0,0 0 1 0 0,0 0-1 0 0,-1 0 0 0 0,1-1 0 0 0,1 0 1 0 0,-1 0-1 0 0,4 1 0 0 0,8 0-16 0 0,-1-1 0 0 0,1 0 0 0 0,0-2 0 0 0,-1 1 0 0 0,21-5 0 0 0,8-3-137 0 0,-2-2 0 0 0,1-2-1 0 0,65-28 1 0 0,-64 20-1519 0 0,58-35 0 0 0,-42 13-1786 0 0,-25 8-2342 0 0,-21 20 1635 0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22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68 736 1984 0 0,'0'0'1439'0'0,"-2"0"-228"0"0,-1 0-914 0 0,1 0 0 0 0,0 0-1 0 0,-1 1 1 0 0,1-1 0 0 0,0 0-1 0 0,0 1 1 0 0,-1 0 0 0 0,1-1-1 0 0,0 1 1 0 0,0 0 0 0 0,0 0-1 0 0,0 0 1 0 0,0 1 0 0 0,0-1-1 0 0,0 0 1 0 0,-3 3 0 0 0,3-1-102 0 0,-1 1 1 0 0,1-1 0 0 0,0 0 0 0 0,0 1 0 0 0,0-1 0 0 0,0 1 0 0 0,1-1 0 0 0,-1 1 0 0 0,1 0 0 0 0,-2 7 0 0 0,3-8-127 0 0,-1 0 123 0 0,0 1 0 0 0,0 0 0 0 0,1-1 0 0 0,0 1 0 0 0,-1 0 0 0 0,2 7 0 0 0,-1-10-139 0 0,0 0 0 0 0,1 0 0 0 0,-1 0 0 0 0,0-1 1 0 0,1 1-1 0 0,-1 0 0 0 0,0 0 0 0 0,1 0 0 0 0,-1 0 0 0 0,1 0 0 0 0,0-1 1 0 0,-1 1-1 0 0,1 0 0 0 0,0 0 0 0 0,-1-1 0 0 0,1 1 0 0 0,0 0 0 0 0,0-1 1 0 0,-1 1-1 0 0,1-1 0 0 0,0 1 0 0 0,0-1 0 0 0,0 0 0 0 0,0 1 1 0 0,0-1-1 0 0,0 0 0 0 0,0 0 0 0 0,0 1 0 0 0,0-1 0 0 0,0 0 0 0 0,0 0 1 0 0,0 0-1 0 0,0 0 0 0 0,0 0 0 0 0,0 0 0 0 0,0 0 0 0 0,1-1 0 0 0,20-3 106 0 0,-1-1 0 0 0,0 0 0 0 0,-1-2 0 0 0,1 0 0 0 0,20-11 0 0 0,4-5-58 0 0,48-32 0 0 0,-46 23-82 0 0,-1-3-1 0 0,-2-1 1 0 0,-1-2 0 0 0,-2-3-1 0 0,-2-1 1 0 0,-2-1 0 0 0,-2-2-1 0 0,-2-2 1 0 0,-1-1 0 0 0,-3-1-1 0 0,-2-2 1 0 0,-3-1 0 0 0,21-61-1 0 0,-43 108-29 0 0,0 0 0 0 0,-1-1 0 0 0,1 1 0 0 0,-1 0-1 0 0,0 0 1 0 0,-1-1 0 0 0,1-9 0 0 0,-2 13-10 0 0,-2 3 3 0 0,-2 1 9 0 0,0 0 0 0 0,0 0 0 0 0,1 1 0 0 0,-1-1 0 0 0,1 1 0 0 0,0 1 0 0 0,0-1 0 0 0,0 0 0 0 0,0 1 0 0 0,0 0 0 0 0,1 0 0 0 0,-5 7 0 0 0,-8 12-13 0 0,-15 27 0 0 0,23-35 25 0 0,-5 7-10 0 0,-89 163-45 0 0,89-157 73 0 0,2 0 0 0 0,0 1 0 0 0,2 0 0 0 0,-11 55 0 0 0,19-77-7 0 0,0 1 0 0 0,1 0 0 0 0,-1 0 0 0 0,1 0 0 0 0,1 0 1 0 0,0 0-1 0 0,0 0 0 0 0,0 0 0 0 0,4 8 0 0 0,-4-12-6 0 0,1 0 0 0 0,-1-1 0 0 0,1 1 1 0 0,0-1-1 0 0,1 0 0 0 0,-1 1 0 0 0,0-1 1 0 0,1 0-1 0 0,0-1 0 0 0,0 1 0 0 0,0 0 0 0 0,0-1 1 0 0,0 0-1 0 0,0 1 0 0 0,1-1 0 0 0,-1 0 1 0 0,1-1-1 0 0,-1 1 0 0 0,1-1 0 0 0,4 2 1 0 0,7 1 7 0 0,1-1 1 0 0,-1-1 0 0 0,1 0 0 0 0,-1-1-1 0 0,1-1 1 0 0,0 0 0 0 0,-1-1 0 0 0,1-1-1 0 0,24-6 1 0 0,-15 2-8 0 0,0-1 0 0 0,0-2-1 0 0,0 0 1 0 0,44-26 0 0 0,-50 24-13 0 0,-1-1 1 0 0,-1-1-1 0 0,0 0 0 0 0,-1-1 1 0 0,0-1-1 0 0,-1-1 0 0 0,-1 0 1 0 0,-1-1-1 0 0,0 0 0 0 0,-1-1 1 0 0,-1 0-1 0 0,0-1 0 0 0,9-24 1 0 0,-17 35-10 0 0,-1 1 1 0 0,1-1-1 0 0,-1 0 1 0 0,-1 0-1 0 0,2-12 1 0 0,-3 19 11 0 0,0 1 0 0 0,0 0 0 0 0,0-1 0 0 0,0 1 0 0 0,0 0 0 0 0,0-1 1 0 0,0 1-1 0 0,0 0 0 0 0,0-1 0 0 0,0 1 0 0 0,0 0 0 0 0,0-1 0 0 0,-1 1 0 0 0,1 0 0 0 0,0-1 1 0 0,0 1-1 0 0,0 0 0 0 0,0-1 0 0 0,-1 1 0 0 0,1 0 0 0 0,0 0 0 0 0,0-1 0 0 0,-1 1 0 0 0,1 0 0 0 0,0 0 1 0 0,0 0-1 0 0,-1-1 0 0 0,1 1 0 0 0,0 0 0 0 0,-1 0 0 0 0,1 0 0 0 0,0 0 0 0 0,-1 0 0 0 0,1 0 1 0 0,0 0-1 0 0,-1-1 0 0 0,1 1 0 0 0,0 0 0 0 0,-1 0 0 0 0,1 0 0 0 0,0 0 0 0 0,-1 0 0 0 0,1 1 0 0 0,0-1 1 0 0,-1 0-1 0 0,1 0 0 0 0,0 0 0 0 0,-1 0 0 0 0,1 0 0 0 0,0 0 0 0 0,-1 0 0 0 0,1 1 0 0 0,0-1 0 0 0,0 0 1 0 0,-1 0-1 0 0,1 1 0 0 0,-16 10-7 0 0,6 2 42 0 0,1 0 0 0 0,1 1 0 0 0,0 0 1 0 0,1 0-1 0 0,1 0 0 0 0,-8 25 0 0 0,7-12 97 0 0,0 1-1 0 0,-5 52 1 0 0,12-74-107 0 0,-1 0 0 0 0,1 0 0 0 0,0 0 0 0 0,0 0 0 0 0,1 0 0 0 0,0 0 1 0 0,0 0-1 0 0,0 0 0 0 0,1 0 0 0 0,3 7 0 0 0,-4-10-10 0 0,1 0 0 0 0,0 0 0 0 0,0 0-1 0 0,0-1 1 0 0,0 1 0 0 0,1-1 0 0 0,-1 1 0 0 0,1-1 0 0 0,-1 0 0 0 0,1 0 0 0 0,0 0 0 0 0,0 0-1 0 0,0-1 1 0 0,0 1 0 0 0,0-1 0 0 0,0 1 0 0 0,0-1 0 0 0,0 0 0 0 0,7 1 0 0 0,1 0-210 0 0,1-1 1 0 0,0 0 0 0 0,0-1 0 0 0,0 0 0 0 0,-1-1 0 0 0,1-1-1 0 0,0 1 1 0 0,22-8 0 0 0,-18 4-1313 0 0,-1 0 1 0 0,0-1-1 0 0,0-1 1 0 0,-1-1-1 0 0,28-18 0 0 0,-13 3-3241 0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22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57 1848 0 0,'-17'-8'2000'0'0,"-2"-1"-215"0"0,2 0-501 0 0,5 3-108 0 0,-2 0-348 0 0,2 1-72 0 0,2 0 188 0 0,-7-2-372 0 0,3 5-276 0 0,3 11-872 0 0,13 3-1744 0 0,3-3-400 0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25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1 801 808 0 0,'2'-15'1545'0'0,"1"1"0"0"0,0 0 0 0 0,2 0 0 0 0,7-20-1 0 0,-10 29-1423 0 0,0 1-1 0 0,1 0 1 0 0,-1 0-1 0 0,1 0 1 0 0,0 1-1 0 0,0-1 0 0 0,0 0 1 0 0,0 1-1 0 0,0 0 1 0 0,1 0-1 0 0,0 0 0 0 0,-1 0 1 0 0,1 1-1 0 0,0-1 1 0 0,0 1-1 0 0,1 0 1 0 0,-1 0-1 0 0,7-1 0 0 0,-8 2-63 0 0,1 0 0 0 0,-1 1 0 0 0,1-1 0 0 0,0 1 0 0 0,-1 0 0 0 0,1 0 0 0 0,0 0 0 0 0,-1 1 1 0 0,1-1-1 0 0,0 1 0 0 0,-1 0 0 0 0,1 0 0 0 0,-1 0 0 0 0,1 0 0 0 0,-1 1 0 0 0,0-1 0 0 0,0 1 0 0 0,0 0 0 0 0,1 0 0 0 0,-2 0 0 0 0,1 1 0 0 0,0-1 0 0 0,0 1 0 0 0,-1-1 0 0 0,1 1 0 0 0,-1 0 0 0 0,0 0 0 0 0,0 0 0 0 0,0 0 0 0 0,3 7 0 0 0,-1-1 36 0 0,1 1 0 0 0,-1 0-1 0 0,-1 0 1 0 0,0 1 0 0 0,0-1 0 0 0,-1 0 0 0 0,-1 1-1 0 0,0 0 1 0 0,0 16 0 0 0,-2-11 21 0 0,-1 0 0 0 0,0 0 0 0 0,-1 0 0 0 0,-1-1-1 0 0,-1 1 1 0 0,0-1 0 0 0,-1 0 0 0 0,0-1 0 0 0,-1 1 0 0 0,-1-1 0 0 0,0 0 0 0 0,-15 18 0 0 0,18-28 3 0 0,0 1 0 0 0,0-1 1 0 0,0 0-1 0 0,-9 6 0 0 0,12-9-63 0 0,-1-2-14 0 0,2 1-36 0 0,0 0-1 0 0,0-1 1 0 0,-1 1 0 0 0,1-1 0 0 0,0 1-1 0 0,0-1 1 0 0,0 1 0 0 0,0-1 0 0 0,0 1 0 0 0,0-1-1 0 0,0 0 1 0 0,0 0 0 0 0,0 0 0 0 0,0 1 0 0 0,1-1-1 0 0,-1 0 1 0 0,0 0 0 0 0,0 0 0 0 0,1 0 0 0 0,-1 0-1 0 0,1 0 1 0 0,-2-2 0 0 0,2 0-1 0 0,-1 0 1 0 0,1 0-1 0 0,-1 0 0 0 0,1 0 1 0 0,0 0-1 0 0,0 1 0 0 0,0-1 1 0 0,0 0-1 0 0,1-5 1 0 0,2-1-5 0 0,-1-1 1 0 0,2 1 0 0 0,-1 0 0 0 0,1 0-1 0 0,6-11 1 0 0,1 2-11 0 0,1 0 0 0 0,1 2 0 0 0,0-1-1 0 0,1 2 1 0 0,1 0 0 0 0,1 1 0 0 0,0 0 0 0 0,21-13 0 0 0,-27 19 2 0 0,1 2 0 0 0,-1-1 0 0 0,2 2 0 0 0,-1-1 1 0 0,1 2-1 0 0,0-1 0 0 0,0 2 0 0 0,0 0 1 0 0,0 0-1 0 0,1 1 0 0 0,-1 0 0 0 0,1 1 1 0 0,-1 1-1 0 0,25 2 0 0 0,-33-2 6 0 0,-1 1 0 0 0,1-1 0 0 0,-1 1 1 0 0,1 0-1 0 0,-1 0 0 0 0,0 1 0 0 0,1-1 0 0 0,-1 1 0 0 0,0-1 0 0 0,0 1 0 0 0,0 0 1 0 0,0 0-1 0 0,0 1 0 0 0,-1-1 0 0 0,1 0 0 0 0,-1 1 0 0 0,1 0 0 0 0,2 4 0 0 0,-3-3 6 0 0,0 1 0 0 0,0-1 0 0 0,0 1 0 0 0,-1 0 0 0 0,1 0 0 0 0,-1 0-1 0 0,0 0 1 0 0,0 0 0 0 0,-1 0 0 0 0,0 0 0 0 0,0 8 0 0 0,-3 10 31 0 0,-1-1 1 0 0,0 1 0 0 0,-2-1-1 0 0,-12 32 1 0 0,17-51-31 0 0,-21 73 168 0 0,22-75-167 0 0,0-1-1 0 0,-1 1 0 0 0,1-1 0 0 0,0 1 0 0 0,0-1 0 0 0,0 1 1 0 0,0-1-1 0 0,0 1 0 0 0,0-1 0 0 0,0 1 0 0 0,0-1 0 0 0,1 1 0 0 0,-1-1 1 0 0,0 1-1 0 0,0-1 0 0 0,0 1 0 0 0,0-1 0 0 0,1 1 0 0 0,-1-1 1 0 0,0 0-1 0 0,0 1 0 0 0,1-1 0 0 0,-1 1 0 0 0,0-1 0 0 0,1 0 0 0 0,-1 1 1 0 0,1-1-1 0 0,-1 0 0 0 0,0 1 0 0 0,1-1 0 0 0,-1 0 0 0 0,1 0 0 0 0,-1 1 1 0 0,1-1-1 0 0,-1 0 0 0 0,1 0 0 0 0,-1 0 0 0 0,1 0 0 0 0,-1 1 1 0 0,1-1-1 0 0,-1 0 0 0 0,1 0 0 0 0,-1 0 0 0 0,1 0 0 0 0,-1 0 0 0 0,1 0 1 0 0,0-1-1 0 0,22 0 4 0 0,-23 1-5 0 0,19-2 11 0 0,0-1-1 0 0,0-1 0 0 0,0-1 1 0 0,-1 0-1 0 0,23-11 0 0 0,83-45-20 0 0,-122 60 7 0 0,40-22 2 0 0,-1-1 0 0 0,-1-2 0 0 0,-2-1 0 0 0,0-3 0 0 0,-2-1 0 0 0,56-62 0 0 0,-86 86-4 0 0,0 1-1 0 0,-1-1 1 0 0,0-1-1 0 0,-1 1 1 0 0,1 0-1 0 0,-2-1 1 0 0,1 0-1 0 0,-1 0 1 0 0,3-11-1 0 0,-6 18 2 0 0,0 1-1 0 0,1-1 1 0 0,-1 0 0 0 0,0 0-1 0 0,0 1 1 0 0,0-1 0 0 0,0 0 0 0 0,0 0-1 0 0,0 1 1 0 0,-1-1 0 0 0,1 0-1 0 0,0 1 1 0 0,0-1 0 0 0,0 0-1 0 0,-1 0 1 0 0,1 1 0 0 0,0-1-1 0 0,-1 0 1 0 0,1 1 0 0 0,-1-1-1 0 0,1 1 1 0 0,0-1 0 0 0,-1 1-1 0 0,0-1 1 0 0,1 1 0 0 0,-1-1-1 0 0,1 1 1 0 0,-1-1 0 0 0,1 1-1 0 0,-1-1 1 0 0,0 1 0 0 0,1 0-1 0 0,-1-1 1 0 0,0 1 0 0 0,0 0-1 0 0,1 0 1 0 0,-2-1 0 0 0,-1 1-3 0 0,1 0 1 0 0,-1 0 0 0 0,0-1-1 0 0,1 2 1 0 0,-1-1 0 0 0,1 0-1 0 0,-1 0 1 0 0,-3 2-1 0 0,-7 2-1 0 0,1 1 0 0 0,-1 1 0 0 0,1 0 0 0 0,1 0 0 0 0,-1 1 0 0 0,1 1 0 0 0,-11 10 0 0 0,-6 7 5 0 0,-30 33 0 0 0,41-39 7 0 0,-29 41 0 0 0,41-54 5 0 0,1 1 0 0 0,1 0 1 0 0,-1 0-1 0 0,1 0 1 0 0,0 0-1 0 0,0 0 0 0 0,1 1 1 0 0,0-1-1 0 0,1 1 0 0 0,-2 15 1 0 0,3-20-5 0 0,1 0 1 0 0,-1 0-1 0 0,1 0 1 0 0,0 0-1 0 0,0 0 1 0 0,0 0-1 0 0,0 0 1 0 0,0 0-1 0 0,1 0 1 0 0,0-1-1 0 0,-1 1 1 0 0,1 0 0 0 0,0-1-1 0 0,0 1 1 0 0,0-1-1 0 0,0 0 1 0 0,1 0-1 0 0,-1 0 1 0 0,1 0-1 0 0,-1 0 1 0 0,1 0-1 0 0,0-1 1 0 0,-1 1-1 0 0,1-1 1 0 0,6 2-1 0 0,5 2-20 0 0,0-1 0 0 0,0 0 1 0 0,0-1-1 0 0,17 2 0 0 0,4-2-395 0 0,0-1 1 0 0,1-2-1 0 0,-1-2 1 0 0,0-1-1 0 0,0-2 1 0 0,-1-1-1 0 0,1-2 1 0 0,38-14-1 0 0,-20 3-218 0 0,-1-2 0 0 0,-1-2 1 0 0,-1-3-1 0 0,63-44 0 0 0,-111 69 617 0 0,95-71-494 0 0,-86 63 562 0 0,0-1-1 0 0,-2 0 0 0 0,1 0 0 0 0,-1-1 0 0 0,0 0 1 0 0,9-18-1 0 0,-16 27-20 0 0,-1 0 0 0 0,0 0 0 0 0,0 0 0 0 0,0 0 0 0 0,-1 0 0 0 0,1-1 0 0 0,0 1 0 0 0,-1 0 0 0 0,1 0 0 0 0,-1 0 0 0 0,0 0 0 0 0,0-1 0 0 0,0 1 0 0 0,0 0 0 0 0,0 0 1 0 0,0-1-1 0 0,-1 1 0 0 0,1 0 0 0 0,-1 0 0 0 0,0-2 0 0 0,0 2 15 0 0,0 1 0 0 0,0 0 0 0 0,-1-1 0 0 0,1 1 0 0 0,0 0 0 0 0,0 0 0 0 0,-1 0 0 0 0,1 0 0 0 0,-1 0 0 0 0,1 0 0 0 0,-1 0 0 0 0,1 1 0 0 0,-1-1 0 0 0,1 0 0 0 0,-1 1 0 0 0,0-1 0 0 0,1 1 0 0 0,-1 0-1 0 0,0-1 1 0 0,1 1 0 0 0,-1 0 0 0 0,0 0 0 0 0,0 0 0 0 0,1 0 0 0 0,-4 1 0 0 0,-4 0 166 0 0,0 1 0 0 0,0 0 0 0 0,0 1-1 0 0,1-1 1 0 0,-1 2 0 0 0,-11 5 0 0 0,-46 29 768 0 0,49-27-758 0 0,-5 2-90 0 0,1 1 0 0 0,0 1-1 0 0,1 1 1 0 0,1 1 0 0 0,0 1 0 0 0,2 0-1 0 0,0 1 1 0 0,-19 28 0 0 0,35-45-125 0 0,-1 0-1 0 0,1 0 1 0 0,0 0 0 0 0,0 0-1 0 0,0 1 1 0 0,0-1 0 0 0,1 0 0 0 0,-1 1-1 0 0,0-1 1 0 0,1 0 0 0 0,0 1 0 0 0,-1-1-1 0 0,1 0 1 0 0,0 1 0 0 0,0-1 0 0 0,1 1-1 0 0,-1-1 1 0 0,0 0 0 0 0,1 1 0 0 0,-1-1-1 0 0,1 0 1 0 0,0 1 0 0 0,1 2 0 0 0,0-3-4 0 0,0 0 1 0 0,0 0 0 0 0,0 0-1 0 0,0 0 1 0 0,0 0 0 0 0,0 0-1 0 0,0-1 1 0 0,1 1 0 0 0,-1-1-1 0 0,1 1 1 0 0,-1-1 0 0 0,1 0-1 0 0,0 0 1 0 0,-1 0 0 0 0,1-1-1 0 0,0 1 1 0 0,0 0 0 0 0,-1-1-1 0 0,1 0 1 0 0,0 0 0 0 0,0 0-1 0 0,3 0 1 0 0,5-1-2 0 0,0 0-1 0 0,0 0 1 0 0,0-1 0 0 0,1-1 0 0 0,-2 0-1 0 0,1 0 1 0 0,0-1 0 0 0,-1 0 0 0 0,0-1-1 0 0,0-1 1 0 0,0 1 0 0 0,0-1 0 0 0,-1-1-1 0 0,0 0 1 0 0,0 0 0 0 0,-1-1 0 0 0,10-12-1 0 0,-1 1-3 0 0,-2-1 0 0 0,0-1 1 0 0,-2 0-1 0 0,0-1 0 0 0,-2-1 0 0 0,18-46 0 0 0,-11 26-119 0 0,-17 41 81 0 0,-3 3-28 0 0,1 0 58 0 0,0 1 0 0 0,1-1 1 0 0,-1 1-1 0 0,0-1 0 0 0,0 1 0 0 0,1-1 1 0 0,-1 1-1 0 0,1 0 0 0 0,-1-1 0 0 0,1 1 1 0 0,-1 2-1 0 0,0 1-1 0 0,-8 20 36 0 0,1 0 0 0 0,1 0 0 0 0,2 1 0 0 0,0 0 0 0 0,2 0 0 0 0,-1 51 1 0 0,4-75-7 0 0,1 1 1 0 0,-1-1-1 0 0,0 0 1 0 0,1 1-1 0 0,-1-1 1 0 0,1 0 0 0 0,0 1-1 0 0,0-1 1 0 0,0 0-1 0 0,0 0 1 0 0,0 0 0 0 0,0 0-1 0 0,1 0 1 0 0,-1 0-1 0 0,0 0 1 0 0,1-1-1 0 0,0 1 1 0 0,3 3 0 0 0,-2-3 1 0 0,1 0 1 0 0,-1-1 0 0 0,1 1 0 0 0,-1-1-1 0 0,1 1 1 0 0,0-1 0 0 0,-1 0 0 0 0,1 0 0 0 0,0-1-1 0 0,7 1 1 0 0,1-1 9 0 0,0 0-1 0 0,1-1 1 0 0,-1-1-1 0 0,0 0 1 0 0,0-1-1 0 0,16-5 1 0 0,-11 2-20 0 0,0-2 0 0 0,0 0-1 0 0,-1 0 1 0 0,-1-2 0 0 0,0 0 0 0 0,0 0 0 0 0,-1-2-1 0 0,0 0 1 0 0,0 0 0 0 0,21-28 0 0 0,-21 22-12 0 0,-1-1 1 0 0,-1 0-1 0 0,-1-1 1 0 0,0-1 0 0 0,-2 1-1 0 0,0-1 1 0 0,-1-1-1 0 0,6-30 1 0 0,-13 49-11 0 0,-1 0 0 0 0,1 1 1 0 0,-1-1-1 0 0,1 0 1 0 0,-1 0-1 0 0,0 0 0 0 0,0 1 1 0 0,0-1-1 0 0,0 0 1 0 0,-1 0-1 0 0,1 0 0 0 0,-1 1 1 0 0,0-1-1 0 0,0 0 1 0 0,0 1-1 0 0,0-1 0 0 0,0 0 1 0 0,0 1-1 0 0,-1-1 1 0 0,1 1-1 0 0,-1 0 0 0 0,0 0 1 0 0,0-1-1 0 0,1 1 1 0 0,-1 0-1 0 0,-1 1 0 0 0,1-1 1 0 0,0 0-1 0 0,0 0 0 0 0,-1 1 1 0 0,1 0-1 0 0,-4-2 1 0 0,3 2-3 0 0,0 1 1 0 0,0 0 0 0 0,-1-1 0 0 0,1 1 0 0 0,0 1-1 0 0,0-1 1 0 0,-1 0 0 0 0,1 1 0 0 0,0-1 0 0 0,0 1-1 0 0,0 0 1 0 0,-1 0 0 0 0,1 0 0 0 0,0 1 0 0 0,1-1 0 0 0,-1 1-1 0 0,0 0 1 0 0,0 0 0 0 0,1-1 0 0 0,-1 2 0 0 0,1-1-1 0 0,-1 0 1 0 0,1 0 0 0 0,0 1 0 0 0,0-1 0 0 0,0 1-1 0 0,0 0 1 0 0,-2 4 0 0 0,3-4 6 0 0,-1 0 0 0 0,1-1 1 0 0,-1 1-1 0 0,1 0 0 0 0,0 0 0 0 0,0 0 1 0 0,0 0-1 0 0,1 0 0 0 0,-1 0 0 0 0,1 0 1 0 0,0 0-1 0 0,-1 0 0 0 0,1 0 0 0 0,1 0 1 0 0,-1 0-1 0 0,0 0 0 0 0,1 0 0 0 0,0 0 1 0 0,-1 0-1 0 0,1 0 0 0 0,0 0 0 0 0,0 0 0 0 0,1 0 1 0 0,-1-1-1 0 0,1 1 0 0 0,-1 0 0 0 0,1-1 1 0 0,0 1-1 0 0,0-1 0 0 0,0 0 0 0 0,5 4 1 0 0,1 0 7 0 0,1-1-1 0 0,0 0 1 0 0,1-1 0 0 0,-1 0 0 0 0,1 0 0 0 0,0-1 0 0 0,-1 0 0 0 0,2-1 0 0 0,-1 0 0 0 0,0 0 0 0 0,0-1 0 0 0,14-1-1 0 0,-2 0 10 0 0,-1-1 0 0 0,1-1 0 0 0,-1-1 0 0 0,41-10-1 0 0,-32 2 19 0 0,-1 0 1 0 0,-1-2-1 0 0,0-1 0 0 0,0-1 0 0 0,32-24 0 0 0,-58 37-40 0 0,-5 4-14 0 0,-1 0 15 0 0,1 0 1 0 0,0 0 0 0 0,0 0 0 0 0,0 1 0 0 0,0-1 0 0 0,0 1-1 0 0,-3 4 1 0 0,4-6 4 0 0,-31 32 10 0 0,1 2 1 0 0,2 1-1 0 0,1 1 0 0 0,2 1 1 0 0,2 1-1 0 0,-27 56 1 0 0,51-92 3 0 0,-1 1 0 0 0,1 0 0 0 0,-1 0 0 0 0,1 0 0 0 0,0-1 0 0 0,0 1 0 0 0,1 0 0 0 0,-1 0 0 0 0,1 0 0 0 0,0 0 0 0 0,0 0 0 0 0,0 0 0 0 0,1 6 0 0 0,0-8-7 0 0,0 0-1 0 0,0 0 1 0 0,0 0-1 0 0,0-1 1 0 0,0 1-1 0 0,0 0 1 0 0,0-1 0 0 0,1 1-1 0 0,-1-1 1 0 0,1 1-1 0 0,-1-1 1 0 0,1 0-1 0 0,-1 1 1 0 0,1-1 0 0 0,0 0-1 0 0,0 0 1 0 0,0 0-1 0 0,-1-1 1 0 0,1 1 0 0 0,0 0-1 0 0,0-1 1 0 0,0 1-1 0 0,0-1 1 0 0,0 0-1 0 0,0 1 1 0 0,0-1 0 0 0,0 0-1 0 0,3 0 1 0 0,14-1 11 0 0,0 0-1 0 0,0-1 1 0 0,0 0 0 0 0,0-2 0 0 0,0 0 0 0 0,-1-1 0 0 0,0-1-1 0 0,0-1 1 0 0,18-9 0 0 0,-2-2-19 0 0,-1-1 0 0 0,-1-1-1 0 0,48-39 1 0 0,-40 24-75 0 0,-2-2 0 0 0,-1-1-1 0 0,-2-2 1 0 0,-1-1 0 0 0,52-88 0 0 0,-54 72-12 0 0,-2-2 1 0 0,-3-1 0 0 0,-3-2-1 0 0,23-86 1 0 0,-44 135 62 0 0,0 3-44 0 0,0 0-1 0 0,-1 0 1 0 0,1-19 0 0 0,-3 33 64 0 0,-1-1-1 0 0,0 1 1 0 0,-1-1 0 0 0,1 0-1 0 0,0 0 1 0 0,-4 5 0 0 0,-2 8 5 0 0,-181 564 2206 0 0,178-550-2112 0 0,-1 1 70 0 0,1 1 0 0 0,-10 57 0 0 0,20-87-147 0 0,0 1-1 0 0,-1-1 0 0 0,1 0 0 0 0,0 1 1 0 0,0-1-1 0 0,0 0 0 0 0,0 1 1 0 0,1-1-1 0 0,-1 0 0 0 0,1 1 1 0 0,-1-1-1 0 0,1 0 0 0 0,0 0 1 0 0,0 1-1 0 0,0-1 0 0 0,0 0 0 0 0,0 0 1 0 0,1 0-1 0 0,-1 0 0 0 0,1 0 1 0 0,-1-1-1 0 0,1 1 0 0 0,0 0 1 0 0,-1-1-1 0 0,1 1 0 0 0,0-1 1 0 0,3 3-1 0 0,1-2 2 0 0,-1 0 0 0 0,0 0 1 0 0,1-1-1 0 0,-1 0 0 0 0,1 0 0 0 0,0 0 0 0 0,-1 0 1 0 0,1-1-1 0 0,0 0 0 0 0,9-1 0 0 0,2-1 3 0 0,-1-1-1 0 0,1-1 1 0 0,-1 0 0 0 0,0-1-1 0 0,-1-1 1 0 0,1-1-1 0 0,-1 0 1 0 0,26-16-1 0 0,-5-2-12 0 0,0-1 0 0 0,35-35 0 0 0,-1-8 21 0 0,29-24-141 0 0,-99 93 108 0 0,1-1 0 0 0,-1 1 0 0 0,1-1 0 0 0,-1 1 0 0 0,1-1 1 0 0,-1 1-1 0 0,1 0 0 0 0,-1-1 0 0 0,1 1 0 0 0,-1 0 0 0 0,1 0 1 0 0,0-1-1 0 0,-1 1 0 0 0,1 0 0 0 0,-1 0 0 0 0,1 0 0 0 0,0 0 1 0 0,-1 0-1 0 0,1 0 0 0 0,-1 0 0 0 0,1 0 0 0 0,0 0 0 0 0,-1 0 1 0 0,1 0-1 0 0,-1 0 0 0 0,2 0 0 0 0,-1 1-1 0 0,-1 0 1 0 0,1-1-1 0 0,-1 1 1 0 0,1 0-1 0 0,-1-1 0 0 0,1 1 1 0 0,-1 0-1 0 0,0 0 1 0 0,1-1-1 0 0,-1 1 0 0 0,0 0 1 0 0,0 0-1 0 0,1 0 0 0 0,-1-1 1 0 0,0 1-1 0 0,0 2 1 0 0,-2 43-43 0 0,0-36 40 0 0,0 17 29 0 0,0-12 32 0 0,1-1-1 0 0,1 0 1 0 0,0 0 0 0 0,3 19-1 0 0,-2-29-45 0 0,-1 0 0 0 0,1 0 0 0 0,1 0 0 0 0,-1-1 0 0 0,0 1 0 0 0,1-1 0 0 0,0 1 0 0 0,0-1 0 0 0,0 0 0 0 0,0 1 0 0 0,0-1 0 0 0,1 0 0 0 0,-1 0 0 0 0,1-1 0 0 0,0 1 0 0 0,0-1 0 0 0,0 1-1 0 0,0-1 1 0 0,0 0 0 0 0,7 3 0 0 0,-1-1 13 0 0,1 0 0 0 0,-1-1 0 0 0,1 0 0 0 0,0 0 0 0 0,0-1 0 0 0,0-1 0 0 0,0 0 0 0 0,0 0 0 0 0,0-1 0 0 0,1 0 0 0 0,-1-1 0 0 0,0 0 0 0 0,20-5 0 0 0,-13 1 8 0 0,0-1 0 0 0,1-1-1 0 0,-2 0 1 0 0,1-2 0 0 0,-1 1 0 0 0,28-22 0 0 0,50-39-38 0 0,-92 68-25 0 0,-2 1 8 0 0,1 0 22 0 0,-1 0 1 0 0,0 0 0 0 0,0 1 0 0 0,0-1-1 0 0,1 0 1 0 0,-1 0 0 0 0,0 1-1 0 0,0-1 1 0 0,0 0 0 0 0,0 1 0 0 0,0-1-1 0 0,1 0 1 0 0,-1 1 0 0 0,0-1-1 0 0,0 0 1 0 0,0 1 0 0 0,0-1 0 0 0,0 0-1 0 0,0 0 1 0 0,0 1 0 0 0,0-1-1 0 0,0 0 1 0 0,0 1 0 0 0,0-1 0 0 0,0 0-1 0 0,-1 1 1 0 0,1-1 0 0 0,0 0-1 0 0,0 1 1 0 0,0-1 0 0 0,0 0 0 0 0,0 0-1 0 0,-1 1 1 0 0,-4 12 12 0 0,-17 36 307 0 0,1 2 1 0 0,-19 75-1 0 0,13-42 391 0 0,22-67-583 0 0,-101 284 1722 0 0,78-232-1383 0 0,-3-1 1 0 0,-51 81-1 0 0,65-123-252 0 0,-1-1 0 0 0,-1 0-1 0 0,-1-1 1 0 0,-1-1 0 0 0,-1-2 0 0 0,-44 36 0 0 0,52-48-119 0 0,1 0 1 0 0,-1-1 0 0 0,0 0-1 0 0,-1-1 1 0 0,0-1 0 0 0,0 0 0 0 0,0-1-1 0 0,-1-1 1 0 0,1 0 0 0 0,-1-1 0 0 0,0-1-1 0 0,0 0 1 0 0,0-1 0 0 0,-30-3-1 0 0,27 0-20 0 0,0-1-1 0 0,0-1 0 0 0,1 0 1 0 0,-34-14-1 0 0,45 15-65 0 0,0 0-1 0 0,0 0 1 0 0,0-1-1 0 0,0 0 1 0 0,1-1-1 0 0,0 0 1 0 0,0 0 0 0 0,0 0-1 0 0,0 0 1 0 0,1-1-1 0 0,0 0 1 0 0,0 0-1 0 0,1-1 1 0 0,-7-10 0 0 0,10 14-32 0 0,-1-1 1 0 0,1 0 0 0 0,0 0 0 0 0,0 0 0 0 0,0 0 0 0 0,0 0 0 0 0,1 0 0 0 0,-1 0 0 0 0,1 0 0 0 0,0 0 0 0 0,0 0 0 0 0,1 0 0 0 0,1-7 0 0 0,0 3-55 0 0,0 1 0 0 0,1 0 0 0 0,0 0 0 0 0,0 0 0 0 0,1 1 0 0 0,8-13 0 0 0,2 2-225 0 0,1 0 0 0 0,0 1 0 0 0,1 1-1 0 0,20-15 1 0 0,23-14-1536 0 0,2 3 0 0 0,112-57 0 0 0,143-44-8593 0 0,-255 117 6208 0 0,10-3-1914 0 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29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1257 1444 0 0,'-3'0'316'0'0,"-1"1"0"0"0,0-1 0 0 0,0 1 0 0 0,0 0 0 0 0,0 1-1 0 0,1-1 1 0 0,-1 0 0 0 0,1 1 0 0 0,-1 0 0 0 0,1 0 0 0 0,-1 0 0 0 0,1 0 0 0 0,0 1-1 0 0,0-1 1 0 0,0 1 0 0 0,1 0 0 0 0,-4 3 0 0 0,-6 9 496 0 0,1 0-1 0 0,-13 22 1 0 0,7-11-93 0 0,2-1 152 0 0,-14 28 0 0 0,27-49-653 0 0,1-2 172 0 0,1-1-365 0 0,1-1 0 0 0,-1 0-1 0 0,0 1 1 0 0,1-1 0 0 0,-1 0-1 0 0,1 1 1 0 0,-1-1 0 0 0,0 0-1 0 0,1 0 1 0 0,-1 1-1 0 0,1-1 1 0 0,-1 0 0 0 0,1 0-1 0 0,-1 0 1 0 0,0 1 0 0 0,1-1-1 0 0,-1 0 1 0 0,1 0 0 0 0,-1 0-1 0 0,1 0 1 0 0,-1 0 0 0 0,1 0-1 0 0,-1 0 1 0 0,1 0-1 0 0,-1 0 1 0 0,1 0 0 0 0,-1 0-1 0 0,1-1 1 0 0,-1 1 0 0 0,1 0-1 0 0,-1 0 1 0 0,1 0 0 0 0,0-1-1 0 0,15-4 137 0 0,2-4-85 0 0,1 0 1 0 0,-2-1 0 0 0,1-1 0 0 0,15-14 0 0 0,-12 10-53 0 0,76-62 45 0 0,122-126 0 0 0,-18 14 11 0 0,-200 188-80 0 0,20-17-3 0 0,30-20 0 0 0,-45 34-8 0 0,0 0 1 0 0,0 1-1 0 0,1 0 0 0 0,-1 0 1 0 0,0 0-1 0 0,1 1 1 0 0,0 0-1 0 0,0 0 0 0 0,-1 1 1 0 0,13-2-1 0 0,-16 3 5 0 0,-1 0 0 0 0,1 1 0 0 0,-1-1 0 0 0,0 0 0 0 0,1 1 0 0 0,-1-1 0 0 0,0 1 0 0 0,0 0 0 0 0,1 0 0 0 0,-1 0 0 0 0,0 0 0 0 0,0 0 0 0 0,0 0 0 0 0,0 1 0 0 0,0-1 0 0 0,-1 1 0 0 0,4 2 0 0 0,-2 0 3 0 0,0 0 1 0 0,-1-1 0 0 0,1 1 0 0 0,-1 0 0 0 0,0 0 0 0 0,0 0-1 0 0,-1 1 1 0 0,3 7 0 0 0,-1 5 10 0 0,0 0 1 0 0,-1 0-1 0 0,-1 30 0 0 0,1 25 2037 0 0,-4-75-1952 0 0,-5-10 1 0 0,1 0 1 0 0,-8-25-1 0 0,-2-7-42 0 0,8 27-38 0 0,0 0 1 0 0,-1 0-1 0 0,-1 1 1 0 0,-18-24-1 0 0,25 37-17 0 0,-1 0 1 0 0,1 0-1 0 0,0 1 0 0 0,-1-1 1 0 0,0 1-1 0 0,0 0 0 0 0,0 0 0 0 0,0 1 1 0 0,0-1-1 0 0,-1 1 0 0 0,1 0 1 0 0,-1 0-1 0 0,1 0 0 0 0,-1 1 0 0 0,0-1 1 0 0,0 1-1 0 0,0 0 0 0 0,1 1 0 0 0,-1-1 1 0 0,0 1-1 0 0,0 0 0 0 0,0 0 1 0 0,-8 2-1 0 0,-2 2-9 0 0,0 0 0 0 0,1 1-1 0 0,0 1 1 0 0,0 0 0 0 0,0 1 0 0 0,1 1 0 0 0,0 0 0 0 0,0 0 0 0 0,1 2-1 0 0,-15 13 1 0 0,1 2 0 0 0,1 2 0 0 0,1 0 0 0 0,-24 38 0 0 0,30-39 10 0 0,-28 57 0 0 0,40-71 10 0 0,1 0 1 0 0,0 1-1 0 0,1-1 0 0 0,1 1 0 0 0,0 0 0 0 0,1-1 1 0 0,-2 23-1 0 0,4-31-2 0 0,0 0 0 0 0,0 0 0 0 0,0 0 0 0 0,1 0 0 0 0,0 0 0 0 0,0 0 0 0 0,0 0 0 0 0,0-1-1 0 0,0 1 1 0 0,1 0 0 0 0,-1-1 0 0 0,1 1 0 0 0,0-1 0 0 0,0 1 0 0 0,0-1 0 0 0,1 0 0 0 0,5 6 0 0 0,-4-6-2 0 0,0 0-1 0 0,0 0 1 0 0,1-1-1 0 0,-1 1 1 0 0,1-1-1 0 0,0 0 1 0 0,0 0-1 0 0,0-1 0 0 0,0 0 1 0 0,0 1-1 0 0,0-2 1 0 0,6 2-1 0 0,7-2 2 0 0,1 0 0 0 0,-1-1-1 0 0,0 0 1 0 0,1-2 0 0 0,-1 0 0 0 0,27-9-1 0 0,-21 4 0 0 0,-1-1 0 0 0,0-1 1 0 0,-1-1-1 0 0,0 0 0 0 0,-1-2 0 0 0,0-1 0 0 0,19-17 0 0 0,-12 7 3 0 0,-2-1-1 0 0,-1-1 1 0 0,-1-1-1 0 0,25-37 1 0 0,-2-10 21 0 0,-3-3 1 0 0,-4-2-1 0 0,34-92 1 0 0,1-30-150 0 0,-74 200 117 0 0,-1 0 1 0 0,1 0-1 0 0,-1 1 0 0 0,0-1 1 0 0,1 0-1 0 0,-1 0 0 0 0,0 1 1 0 0,0-1-1 0 0,1 0 0 0 0,-1 0 1 0 0,0 0-1 0 0,0 1 0 0 0,0-1 1 0 0,0 0-1 0 0,0 0 1 0 0,0 0-1 0 0,0 1 0 0 0,-1-1 1 0 0,1 0-1 0 0,0-1 0 0 0,-1 2 3 0 0,1 0-1 0 0,-1 0 1 0 0,0 0-1 0 0,1 0 1 0 0,-1 0-1 0 0,1 0 1 0 0,-1 0-1 0 0,1 0 1 0 0,-1 0-1 0 0,1 0 0 0 0,-1 0 1 0 0,1 1-1 0 0,-1-1 1 0 0,1 0-1 0 0,-1 0 1 0 0,1 1-1 0 0,-1-1 1 0 0,1 0-1 0 0,-1 1 1 0 0,1-1-1 0 0,-1 1 1 0 0,-27 27-8 0 0,-10 33-14 0 0,3 2 1 0 0,3 2 0 0 0,2 0 0 0 0,4 2 0 0 0,-22 81 0 0 0,38-112 27 0 0,2 1 0 0 0,-7 58 1 0 0,13-82 7 0 0,2 1 1 0 0,-1 0 0 0 0,2-1 0 0 0,0 1 0 0 0,0-1 0 0 0,1 0 0 0 0,1 1 0 0 0,0-1 0 0 0,1 0 0 0 0,9 20 0 0 0,-11-28-4 0 0,1 0 0 0 0,0-1 0 0 0,0 1 0 0 0,1-1 0 0 0,-1 0 0 0 0,1 0 0 0 0,0 0 0 0 0,0 0 0 0 0,0-1 0 0 0,1 1 0 0 0,-1-1 0 0 0,1 0 0 0 0,9 4 0 0 0,-7-4-2 0 0,1-1 1 0 0,-1 1 0 0 0,1-1-1 0 0,0-1 1 0 0,0 0 0 0 0,0 0-1 0 0,0-1 1 0 0,14 0 0 0 0,-2-2-1 0 0,0-1-1 0 0,0-2 1 0 0,-1 1 0 0 0,1-2 0 0 0,-1-1-1 0 0,30-15 1 0 0,-21 7-8 0 0,0-1-1 0 0,-2-2 1 0 0,0 0-1 0 0,-1-2 1 0 0,38-39-1 0 0,-14 4-5 0 0,59-80-1 0 0,-104 129 10 0 0,4-3-3 0 0,-1-1 1 0 0,0-1-1 0 0,0 1 1 0 0,-1-1-1 0 0,0 0 1 0 0,-1-1-1 0 0,6-19 1 0 0,-11 30-2 0 0,1 1 0 0 0,-1 0 0 0 0,0-1 0 0 0,0 1 0 0 0,0-1 0 0 0,0 1 0 0 0,0 0 0 0 0,0-1 0 0 0,0 1 0 0 0,0-1 0 0 0,0 1 0 0 0,-1 0 0 0 0,1-1 0 0 0,0 1 0 0 0,0-1 0 0 0,0 1 0 0 0,0 0 0 0 0,0-1 0 0 0,-1 1 1 0 0,1 0-1 0 0,0-1 0 0 0,0 1 0 0 0,-1 0 0 0 0,1-1 0 0 0,0 1 0 0 0,-1 0 0 0 0,1 0 0 0 0,0-1 0 0 0,-1 1 0 0 0,1 0 0 0 0,0 0 0 0 0,-1 0 0 0 0,1-1 0 0 0,0 1 0 0 0,-1 0 0 0 0,1 0 0 0 0,-1 0 0 0 0,1 0 0 0 0,0 0 0 0 0,-1 0 0 0 0,1 0 0 0 0,-1 0 0 0 0,1 0 0 0 0,0 0 0 0 0,-1 0 0 0 0,1 0 0 0 0,-1 0 0 0 0,-19 5-7 0 0,8 3 8 0 0,0-1-1 0 0,1 2 1 0 0,0 0-1 0 0,1 0 1 0 0,-1 1-1 0 0,-14 18 1 0 0,20-22 1 0 0,-109 130 44 0 0,99-115-31 0 0,0 1 0 0 0,2 0 1 0 0,0 1-1 0 0,-16 43 0 0 0,28-63-5 0 0,-1 0-1 0 0,1 1 1 0 0,0-1-1 0 0,1 1 1 0 0,-1-1-1 0 0,0 0 1 0 0,1 1-1 0 0,0-1 1 0 0,0 1-1 0 0,0-1 1 0 0,0 1-1 0 0,1-1 1 0 0,-1 1-1 0 0,1-1 1 0 0,0 1-1 0 0,1 3 1 0 0,0-5-3 0 0,0 1 1 0 0,-1-1 0 0 0,1 0 0 0 0,0 1 0 0 0,0-1-1 0 0,0 0 1 0 0,1 0 0 0 0,-1-1 0 0 0,1 1-1 0 0,-1 0 1 0 0,1-1 0 0 0,-1 1 0 0 0,1-1 0 0 0,0 0-1 0 0,-1 0 1 0 0,1 0 0 0 0,0 0 0 0 0,0-1-1 0 0,4 1 1 0 0,8 1 3 0 0,0 0 0 0 0,0-2 1 0 0,0 0-1 0 0,0 0 0 0 0,-1-1 0 0 0,1-1 0 0 0,0-1 0 0 0,28-8 0 0 0,-7-2-3 0 0,0 0 1 0 0,43-25-1 0 0,-45 19-1 0 0,0-2-1 0 0,-2 0 1 0 0,51-46 0 0 0,73-93 20 0 0,-103 89-2 0 0,-38 49 8 0 0,35-39 0 0 0,-49 59-38 0 0,-3-1-11 0 0,-6 7 12 0 0,-5 7 5 0 0,-39 55 352 0 0,-51 85 0 0 0,35-47 390 0 0,-287 449 2473 0 0,65-55-972 0 0,282-485-2043 0 0,6-8 19 0 0,0-1 0 0 0,-1 0 0 0 0,1 0 0 0 0,-1 0 0 0 0,0 0 0 0 0,0 0 0 0 0,0-1 0 0 0,0 1 0 0 0,-1-1 1 0 0,1 0-1 0 0,-1 0 0 0 0,-5 4 0 0 0,8-7-201 0 0,0 0 0 0 0,1 0 0 0 0,-1 0 1 0 0,0 0-1 0 0,1 0 0 0 0,-1 0 0 0 0,0 0 0 0 0,1-1 1 0 0,-1 1-1 0 0,0 0 0 0 0,1 0 0 0 0,-1 0 0 0 0,1-1 1 0 0,-1 1-1 0 0,0 0 0 0 0,1-1 0 0 0,-1 1 0 0 0,1 0 1 0 0,-1-1-1 0 0,1 1 0 0 0,-1-1 0 0 0,1 1 0 0 0,-1-1 1 0 0,1 1-1 0 0,0-1 0 0 0,-1 1 0 0 0,1-1 1 0 0,-1 0-1 0 0,1 1 0 0 0,0-2 0 0 0,-9-16 148 0 0,3-8-174 0 0,1-1 0 0 0,1 1 0 0 0,1-1 0 0 0,1 0 0 0 0,1 0 0 0 0,2 1 0 0 0,8-53 0 0 0,2 20-261 0 0,3-1 0 0 0,29-78-1 0 0,-14 65 105 0 0,3 2 0 0 0,3 1 0 0 0,3 2 0 0 0,3 1 0 0 0,3 3 0 0 0,3 1 0 0 0,2 2-1 0 0,3 3 1 0 0,2 2 0 0 0,3 2 0 0 0,81-59 0 0 0,-97 84 53 0 0,1 2 0 0 0,48-24 1 0 0,-68 41 81 0 0,0 0 0 0 0,1 2 0 0 0,0 0 0 0 0,0 2 0 0 0,0 0 0 0 0,35-3 0 0 0,-54 8 26 0 0,0 1 0 0 0,-1 0 1 0 0,1 0-1 0 0,-1 0 0 0 0,1 0 1 0 0,0 1-1 0 0,-1 0 0 0 0,1-1 1 0 0,-1 1-1 0 0,1 1 0 0 0,-1-1 0 0 0,0 0 1 0 0,0 1-1 0 0,1-1 0 0 0,-1 1 1 0 0,0 0-1 0 0,0 0 0 0 0,3 3 1 0 0,-4-3 0 0 0,-1 1 0 0 0,1-1 0 0 0,0 1 0 0 0,-1-1 0 0 0,1 1 0 0 0,-1-1 0 0 0,0 1 1 0 0,0 0-1 0 0,0 0 0 0 0,0-1 0 0 0,-1 1 0 0 0,1 0 0 0 0,-1 0 0 0 0,1 0 0 0 0,-1 0 0 0 0,0 0 0 0 0,0 0 0 0 0,0 0 1 0 0,-1 0-1 0 0,1-1 0 0 0,-1 1 0 0 0,-1 4 0 0 0,-2 6 14 0 0,-1 0 0 0 0,-1 0 1 0 0,0-1-1 0 0,-1 1 0 0 0,0-2 0 0 0,0 1 1 0 0,-1-1-1 0 0,-12 13 0 0 0,-83 77 97 0 0,101-99-108 0 0,-250 190 85 0 0,232-178-84 0 0,17-12 13 0 0,-14 12 3 0 0,16-14-15 0 0,1 0 0 0 0,0 0 0 0 0,0 0 0 0 0,-1 1 0 0 0,1-1 0 0 0,0 0 0 0 0,0 0 0 0 0,-1 1 0 0 0,1-1-1 0 0,0 0 1 0 0,0 0 0 0 0,-1 1 0 0 0,1-1 0 0 0,0 0 0 0 0,0 1 0 0 0,0-1 0 0 0,0 0 0 0 0,0 1 0 0 0,-1-1 0 0 0,1 0 0 0 0,0 1 0 0 0,0-1 0 0 0,0 0-1 0 0,0 1 1 0 0,0-1 0 0 0,0 0 0 0 0,0 1 0 0 0,0-1 0 0 0,0 0 0 0 0,0 1 0 0 0,1-1 0 0 0,-1 0 0 0 0,0 1 0 0 0,0-1 0 0 0,0 0 0 0 0,0 1 0 0 0,0-1 0 0 0,1 0-1 0 0,-1 0 1 0 0,0 1 0 0 0,0-1 0 0 0,3 1-2 0 0,-1 0 1 0 0,0-1-1 0 0,0 0 0 0 0,1 1 0 0 0,-1-1 0 0 0,0 0 0 0 0,1 0 1 0 0,-1 0-1 0 0,0 0 0 0 0,0-1 0 0 0,1 1 0 0 0,1-1 0 0 0,4 0 8 0 0,23-3-1 0 0,1-2-1 0 0,-1-1 1 0 0,0-1-1 0 0,32-13 1 0 0,114-59 10 0 0,-135 57-38 0 0,-1-1-1 0 0,-2-2 0 0 0,-1-2 0 0 0,0-1 1 0 0,-3-2-1 0 0,0-1 0 0 0,-2-2 0 0 0,-2-1 1 0 0,49-72-1 0 0,-74 98-26 0 0,22-38-71 0 0,-26 44 109 0 0,-1 0-1 0 0,0-1 0 0 0,1 1 1 0 0,-1 0-1 0 0,0-1 1 0 0,0 1-1 0 0,-1-1 0 0 0,1 1 1 0 0,-1 0-1 0 0,0-1 0 0 0,0 1 1 0 0,0-5-1 0 0,0 8 10 0 0,-1-1-1 0 0,1 0 0 0 0,0 0 0 0 0,0 1 1 0 0,-1-1-1 0 0,1 0 0 0 0,-1 0 1 0 0,1 1-1 0 0,-1-1 0 0 0,1 1 1 0 0,-1-1-1 0 0,1 0 0 0 0,-1 1 0 0 0,0-1 1 0 0,1 1-1 0 0,-1-1 0 0 0,0 1 1 0 0,1-1-1 0 0,-1 1 0 0 0,0 0 1 0 0,0-1-1 0 0,1 1 0 0 0,-1 0 1 0 0,0 0-1 0 0,0 0 0 0 0,0-1 0 0 0,1 1 1 0 0,-3 0-1 0 0,-22 3 54 0 0,16 1-44 0 0,0 1 0 0 0,1 0 0 0 0,-1 0 0 0 0,1 0 0 0 0,0 1 1 0 0,0 1-1 0 0,0-1 0 0 0,-6 9 0 0 0,-52 63 47 0 0,-26 54 6 0 0,79-109-55 0 0,0 1 0 0 0,2 0 0 0 0,0 1 0 0 0,-6 26 0 0 0,15-45-7 0 0,0 1 0 0 0,1-1 0 0 0,0 0 0 0 0,0 1 1 0 0,1-1-1 0 0,0 1 0 0 0,0-1 0 0 0,0 1 0 0 0,1-1 0 0 0,2 11 0 0 0,-2-14 9 0 0,0 0-1 0 0,0 0 1 0 0,1 0-1 0 0,-1-1 1 0 0,1 1 0 0 0,-1 0-1 0 0,1-1 1 0 0,0 0 0 0 0,0 1-1 0 0,0-1 1 0 0,0 0 0 0 0,0 0-1 0 0,1 0 1 0 0,-1 0 0 0 0,0 0-1 0 0,1 0 1 0 0,0-1-1 0 0,-1 0 1 0 0,1 1 0 0 0,0-1-1 0 0,0 0 1 0 0,0 0 0 0 0,0 0-1 0 0,3 0 1 0 0,7 0-3 0 0,-1 0 0 0 0,0 0-1 0 0,0-1 1 0 0,1-1 0 0 0,-1 0 0 0 0,0-1 0 0 0,0 0 0 0 0,0-1 0 0 0,0-1-1 0 0,-1 1 1 0 0,21-11 0 0 0,5-4-8 0 0,0-2 0 0 0,36-27 0 0 0,182-156-115 0 0,-75 53-198 0 0,-173 144 283 0 0,1 0 1 0 0,0 1-1 0 0,0 0 1 0 0,1 1-1 0 0,14-7 1 0 0,-21 11 32 0 0,-1-1 1 0 0,1 1 0 0 0,0-1-1 0 0,0 1 1 0 0,0-1-1 0 0,0 1 1 0 0,-1 0 0 0 0,1 0-1 0 0,0 0 1 0 0,0 0 0 0 0,0 0-1 0 0,0 1 1 0 0,0-1-1 0 0,-1 0 1 0 0,1 1 0 0 0,0-1-1 0 0,0 1 1 0 0,-1 0-1 0 0,1 0 1 0 0,0-1 0 0 0,-1 1-1 0 0,1 0 1 0 0,-1 0 0 0 0,1 1-1 0 0,-1-1 1 0 0,1 0-1 0 0,-1 0 1 0 0,0 1 0 0 0,0-1-1 0 0,0 1 1 0 0,0-1-1 0 0,0 1 1 0 0,0-1 0 0 0,0 1-1 0 0,0 0 1 0 0,0 2 0 0 0,2 4 7 0 0,0 1 1 0 0,-1 0 0 0 0,0 1 0 0 0,-1-1 0 0 0,0 0 0 0 0,0 0 0 0 0,-1 1 0 0 0,-1-1 0 0 0,1 0 0 0 0,-1 0 0 0 0,-1 0 0 0 0,0 1 0 0 0,-5 13-1 0 0,-2 4 9 0 0,-1-2 0 0 0,-1 1 0 0 0,-18 29 0 0 0,-41 53 299 0 0,65-101-158 0 0,8-15-137 0 0,9-14-32 0 0,29-29-69 0 0,2 2 1 0 0,54-45-1 0 0,-73 73 34 0 0,1 1 0 0 0,1 1-1 0 0,1 2 1 0 0,0 1 0 0 0,1 0-1 0 0,40-14 1 0 0,-62 28 30 0 0,-1 0-1 0 0,1 0 1 0 0,0 1 0 0 0,0 0-1 0 0,0 0 1 0 0,0 0 0 0 0,10 1-1 0 0,-14 0 18 0 0,-1 0 0 0 0,0 0 0 0 0,1 1 0 0 0,-1-1 0 0 0,1 0 0 0 0,-1 1 0 0 0,0-1 0 0 0,0 1 0 0 0,1-1 0 0 0,-1 1 0 0 0,0 0 0 0 0,0 0 0 0 0,1-1 0 0 0,-1 1 0 0 0,0 0 0 0 0,0 0 0 0 0,0 0 0 0 0,0 0 0 0 0,0 0 0 0 0,-1 0 0 0 0,1 1 0 0 0,0-1 0 0 0,0 0 0 0 0,-1 0 0 0 0,1 0 0 0 0,-1 1 0 0 0,1-1 0 0 0,-1 0 0 0 0,1 1 0 0 0,-1-1 0 0 0,0 1 0 0 0,0-1 0 0 0,1 0 0 0 0,-1 1 0 0 0,0-1 0 0 0,-1 1 0 0 0,1-1 0 0 0,0 3 0 0 0,-2 8 6 0 0,1-1 1 0 0,-2 1-1 0 0,0 0 1 0 0,0-1 0 0 0,-1 0-1 0 0,-6 12 1 0 0,-37 66 20 0 0,30-60-9 0 0,-16 38 0 0 0,33-66-23 0 0,-1 1 1 0 0,1-1-1 0 0,0 0 1 0 0,-1 0-1 0 0,1 0 1 0 0,0 0-1 0 0,0 0 1 0 0,0 0-1 0 0,0 0 1 0 0,0 0-1 0 0,0 1 1 0 0,1-1 0 0 0,-1 0-1 0 0,0 0 1 0 0,0 0-1 0 0,1 0 1 0 0,-1 0-1 0 0,1 0 1 0 0,-1 0-1 0 0,1 0 1 0 0,-1 0-1 0 0,1 0 1 0 0,0 0-1 0 0,-1-1 1 0 0,1 1-1 0 0,0 0 1 0 0,0 0 0 0 0,-1 0-1 0 0,1-1 1 0 0,0 1-1 0 0,0 0 1 0 0,0-1-1 0 0,0 1 1 0 0,0-1-1 0 0,0 1 1 0 0,0-1-1 0 0,0 0 1 0 0,0 1-1 0 0,0-1 1 0 0,2 0 0 0 0,3 2-121 0 0,0-1 1 0 0,-1 0 0 0 0,1 0 0 0 0,0 0-1 0 0,0-1 1 0 0,7 0 0 0 0,24-5-734 0 0,-1-1 1 0 0,1-2-1 0 0,-1-2 1 0 0,69-27-1 0 0,132-78-1211 0 0,-223 107 1989 0 0,-7 5 47 0 0,187-105-649 0 0,-154 83 582 0 0,0-2 1 0 0,59-54-1 0 0,-93 75 91 0 0,0 0-1 0 0,0-1 1 0 0,8-11-1 0 0,-13 17 8 0 0,0-1 1 0 0,0 0-1 0 0,0 0 0 0 0,0 0 0 0 0,-1 0 1 0 0,1 0-1 0 0,0 0 0 0 0,-1 0 1 0 0,1-2-1 0 0,-1 3 0 0 0,0 1 1 0 0,0-1-1 0 0,0 0 1 0 0,0 0-1 0 0,0 1 1 0 0,-1-1-1 0 0,1 0 1 0 0,0 1-1 0 0,0-1 1 0 0,-1 0 0 0 0,1 0-1 0 0,0 1 1 0 0,-1-1-1 0 0,1 1 1 0 0,0-1-1 0 0,-1 0 1 0 0,1 1-1 0 0,-1-1 1 0 0,1 1-1 0 0,-1-1 1 0 0,1 1-1 0 0,-1-1 1 0 0,1 1-1 0 0,-2-1 1 0 0,-1 0 0 0 0,0-1 1 0 0,0 2-1 0 0,0-1 0 0 0,1 0 1 0 0,-1 1-1 0 0,0-1 1 0 0,0 1-1 0 0,0 0 0 0 0,0 0 1 0 0,0 0-1 0 0,0 0 1 0 0,-5 1-1 0 0,-37 10 45 0 0,40-10-35 0 0,-53 17 141 0 0,1 2-1 0 0,0 3 0 0 0,-54 31 0 0 0,71-31-74 0 0,0 1 0 0 0,2 3-1 0 0,1 0 1 0 0,-53 52 0 0 0,70-58 60 0 0,-21 26 0 0 0,37-41-99 0 0,-1 0 0 0 0,1 0-1 0 0,0 1 1 0 0,0-1 0 0 0,1 1-1 0 0,0 0 1 0 0,0 0 0 0 0,1 1 0 0 0,-3 11-1 0 0,4-17-25 0 0,1 0-1 0 0,0 0 1 0 0,0 0-1 0 0,0 0 0 0 0,0 1 1 0 0,0-1-1 0 0,1 0 1 0 0,-1 0-1 0 0,1 0 0 0 0,-1 0 1 0 0,1 0-1 0 0,0 0 1 0 0,0 0-1 0 0,-1 0 0 0 0,2 0 1 0 0,-1 0-1 0 0,0 0 1 0 0,0 0-1 0 0,3 2 0 0 0,-1-2 0 0 0,0 1-1 0 0,0-1 0 0 0,0 1 0 0 0,0-1 0 0 0,1 0 0 0 0,-1 0 0 0 0,1-1 0 0 0,0 1 1 0 0,-1-1-1 0 0,5 1 0 0 0,5 1 5 0 0,-1-1 0 0 0,1 0 1 0 0,0-1-1 0 0,0-1 0 0 0,22-1 0 0 0,-15-2-15 0 0,1-2 1 0 0,-1 0-1 0 0,-1 0 0 0 0,1-2 0 0 0,-1-1 0 0 0,0 0 0 0 0,0-1 1 0 0,-1-1-1 0 0,-1-1 0 0 0,0-1 0 0 0,18-15 0 0 0,12-13-59 0 0,-3-2 0 0 0,58-70 0 0 0,-26 20 28 0 0,-5-3-1 0 0,-4-2 1 0 0,97-189-1 0 0,-79 98-127 0 0,-82 178 94 0 0,-7 11 24 0 0,-10 15 20 0 0,-185 358 871 0 0,98-178-196 0 0,63-126-499 0 0,-33 66 172 0 0,57-105-166 0 0,1 0 0 0 0,-12 48 0 0 0,24-76-153 0 0,0-1 0 0 0,1 1 0 0 0,-1 0 0 0 0,1 0-1 0 0,0-1 1 0 0,0 1 0 0 0,0 0 0 0 0,0 0-1 0 0,0-1 1 0 0,1 1 0 0 0,-1 0 0 0 0,1 0-1 0 0,0-1 1 0 0,-1 1 0 0 0,1-1 0 0 0,0 1 0 0 0,1-1-1 0 0,1 4 1 0 0,-1-4 6 0 0,0 1 0 0 0,1 0 0 0 0,-1-1 1 0 0,1 1-1 0 0,0-1 0 0 0,0 0 0 0 0,0 0 0 0 0,0 0 0 0 0,0 0 0 0 0,1 0 0 0 0,-1-1 1 0 0,4 2-1 0 0,6 0 42 0 0,-1 0 0 0 0,1 0 0 0 0,0-1 0 0 0,0-1 0 0 0,0 0 0 0 0,20-2 0 0 0,-4-2-40 0 0,0-1 0 0 0,0-1 0 0 0,0-1 0 0 0,-1-2 0 0 0,49-20 0 0 0,-19 1-119 0 0,86-52 0 0 0,-77 38 43 0 0,-2-3 0 0 0,-2-3-1 0 0,78-75 1 0 0,-138 119 52 0 0,-1 1 0 0 0,1-1 1 0 0,0 0-1 0 0,-1 0 0 0 0,1 0 1 0 0,-1 0-1 0 0,0 0 0 0 0,0-1 0 0 0,-1 1 1 0 0,1-1-1 0 0,0 1 0 0 0,-1-1 1 0 0,2-6-1 0 0,-4 9 7 0 0,1 1 1 0 0,0-1 0 0 0,0 0-1 0 0,0 1 1 0 0,0-1-1 0 0,-1 0 1 0 0,1 0-1 0 0,0 1 1 0 0,0-1-1 0 0,-1 1 1 0 0,1-1 0 0 0,-1 0-1 0 0,1 1 1 0 0,-1-1-1 0 0,1 1 1 0 0,-1-1-1 0 0,1 1 1 0 0,-1-1-1 0 0,1 1 1 0 0,-1-1 0 0 0,1 1-1 0 0,-1-1 1 0 0,0 1-1 0 0,1 0 1 0 0,-1 0-1 0 0,0-1 1 0 0,1 1-1 0 0,-1 0 1 0 0,0 0 0 0 0,0 0-1 0 0,1-1 1 0 0,-1 1-1 0 0,0 0 1 0 0,0 0-1 0 0,1 0 1 0 0,-1 0-1 0 0,0 1 1 0 0,-1-1 0 0 0,-28 3-18 0 0,6 5 11 0 0,1 0 0 0 0,0 2 0 0 0,0 0 0 0 0,1 2-1 0 0,1 1 1 0 0,-39 29 0 0 0,36-23 65 0 0,2 1 1 0 0,0 1-1 0 0,2 0 1 0 0,0 2-1 0 0,-24 36 1 0 0,39-51-25 0 0,-1 1 1 0 0,1-1 0 0 0,0 1-1 0 0,1 1 1 0 0,0-1 0 0 0,-5 20 0 0 0,9-27-29 0 0,0 0 1 0 0,0 1 0 0 0,0-1 0 0 0,1 0 0 0 0,-1 0 0 0 0,0 1 0 0 0,1-1 0 0 0,0 0-1 0 0,-1 0 1 0 0,1 0 0 0 0,0 0 0 0 0,0 0 0 0 0,0 0 0 0 0,0 0 0 0 0,1 0 0 0 0,-1 0-1 0 0,0-1 1 0 0,1 1 0 0 0,-1 0 0 0 0,1-1 0 0 0,0 1 0 0 0,-1-1 0 0 0,1 0 0 0 0,0 0-1 0 0,0 1 1 0 0,0-1 0 0 0,0 0 0 0 0,0 0 0 0 0,0-1 0 0 0,0 1 0 0 0,4 1 0 0 0,5 0 4 0 0,-1 1 1 0 0,0-1 0 0 0,1 0 0 0 0,-1-1 0 0 0,14 0 0 0 0,2-3-46 0 0,0 0 0 0 0,-1-1 0 0 0,1-2 0 0 0,-1 0 0 0 0,0-2 0 0 0,0-1 0 0 0,26-12 0 0 0,162-91-192 0 0,-121 59 185 0 0,-60 35 14 0 0,-7 2-40 0 0,2 2-1 0 0,0 0 1 0 0,46-15-1 0 0,-71 28 65 0 0,-1-1 0 0 0,1 1 0 0 0,0-1 0 0 0,0 1 0 0 0,-1-1 0 0 0,1 1 0 0 0,0 0 1 0 0,0 0-1 0 0,0 0 0 0 0,-1 0 0 0 0,1 0 0 0 0,0 0 0 0 0,0 1 0 0 0,0-1 0 0 0,-1 0 0 0 0,1 1 0 0 0,0 0 0 0 0,0-1 0 0 0,-1 1 0 0 0,1 0 0 0 0,0 0 0 0 0,-1 0 0 0 0,1 0 0 0 0,-1 0 0 0 0,0 0 0 0 0,1 0 0 0 0,-1 1 0 0 0,0-1 0 0 0,1 0 1 0 0,-1 1-1 0 0,0-1 0 0 0,0 1 0 0 0,0-1 0 0 0,-1 1 0 0 0,1 0 0 0 0,0-1 0 0 0,0 1 0 0 0,-1 0 0 0 0,1 0 0 0 0,-1-1 0 0 0,0 1 0 0 0,1 0 0 0 0,-1 2 0 0 0,1 9 51 0 0,-1 0 0 0 0,0 0 0 0 0,-1 0 0 0 0,-4 24 0 0 0,3-29 28 0 0,-29 136 435 0 0,31-141-392 0 0,0 6 58 0 0,14-18-226 0 0,-1 0-1 0 0,0-1 1 0 0,-1 0 0 0 0,13-14-1 0 0,0 1 5 0 0,21-17-47 0 0,60-39 1 0 0,-76 59 54 0 0,1 2 0 0 0,0 1-1 0 0,49-18 1 0 0,-75 33 25 0 0,0 0 0 0 0,0 1 0 0 0,1-1 0 0 0,-1 1 0 0 0,0 0 0 0 0,1 1 1 0 0,-1-1-1 0 0,1 1 0 0 0,-1 0 0 0 0,0 1 0 0 0,7 0 0 0 0,-9 0 11 0 0,-1 0 0 0 0,1 0 0 0 0,-1 0 1 0 0,0 0-1 0 0,0 0 0 0 0,1 0 0 0 0,-1 1 0 0 0,0-1 0 0 0,0 1 1 0 0,0 0-1 0 0,-1-1 0 0 0,1 1 0 0 0,0 0 0 0 0,-1 0 0 0 0,1 0 1 0 0,-1 0-1 0 0,1 1 0 0 0,-1-1 0 0 0,0 0 0 0 0,0 0 0 0 0,0 1 1 0 0,0-1-1 0 0,-1 1 0 0 0,1-1 0 0 0,0 1 0 0 0,-1 2 1 0 0,1 8 62 0 0,0 0 1 0 0,-1 0 0 0 0,0 0 0 0 0,-1 0-1 0 0,-3 14 1 0 0,2-16-39 0 0,0 0 1 0 0,1 1-1 0 0,0-1 0 0 0,1 0 0 0 0,0 1 0 0 0,4 19 0 0 0,-3-29-54 0 0,-1 1 1 0 0,1-1-1 0 0,0 0 0 0 0,0 1 0 0 0,0-1 0 0 0,0 0 1 0 0,0 0-1 0 0,1 0 0 0 0,-1 0 0 0 0,1 0 0 0 0,-1 0 1 0 0,1 0-1 0 0,0 0 0 0 0,-1-1 0 0 0,1 1 0 0 0,0-1 1 0 0,0 1-1 0 0,4 1 0 0 0,-3-2-116 0 0,1 1-1 0 0,0-1 1 0 0,0 0-1 0 0,0 0 1 0 0,0 0-1 0 0,1-1 1 0 0,-1 1-1 0 0,0-1 1 0 0,0 0 0 0 0,5 0-1 0 0,4-2-316 0 0,-1 0-1 0 0,0-1 1 0 0,0 0-1 0 0,0-1 1 0 0,-1 0-1 0 0,17-9 1 0 0,6-6-301 0 0,-1-1 0 0 0,-1-2 0 0 0,54-49 0 0 0,72-92-730 0 0,-86 77 1123 0 0,-5-2 0 0 0,109-188 0 0 0,-152 228 1906 0 0,24-63 1 0 0,-47 108-1421 0 0,0 0-1 0 0,-1-1 0 0 0,1 1 1 0 0,-1 0-1 0 0,0-1 0 0 0,1 1 1 0 0,-2-4-1 0 0,1 7-96 0 0,0-1-1 0 0,0 0 1 0 0,0 1 0 0 0,0-1-1 0 0,0 1 1 0 0,0-1 0 0 0,0 1-1 0 0,0-1 1 0 0,0 0-1 0 0,0 1 1 0 0,-1-1 0 0 0,1 1-1 0 0,0-1 1 0 0,0 1 0 0 0,-1-1-1 0 0,1 1 1 0 0,0-1 0 0 0,-1 1-1 0 0,1-1 1 0 0,0 1-1 0 0,-1-1 1 0 0,1 1 0 0 0,-1 0-1 0 0,1-1 1 0 0,-1 1 0 0 0,1 0-1 0 0,-1-1 1 0 0,1 1 0 0 0,-1 0-1 0 0,1 0 1 0 0,-1-1-1 0 0,1 1 1 0 0,-1 0 0 0 0,1 0-1 0 0,-1 0 1 0 0,0 0 0 0 0,1 0-1 0 0,-1 0 1 0 0,1 0 0 0 0,-1 0-1 0 0,0 0 1 0 0,1 0 0 0 0,-1 0-1 0 0,1 0 1 0 0,-1 0-1 0 0,1 0 1 0 0,-1 0 0 0 0,0 1-1 0 0,0-1 1 0 0,-8 5 86 0 0,0 0 1 0 0,1 0-1 0 0,0 1 0 0 0,0 0 1 0 0,0 1-1 0 0,0-1 0 0 0,-10 15 1 0 0,-47 61 325 0 0,58-73-383 0 0,-23 37 168 0 0,2 0-1 0 0,2 2 1 0 0,2 1-1 0 0,2 0 1 0 0,2 2-1 0 0,3 0 1 0 0,2 2 0 0 0,2-1-1 0 0,-10 90 1 0 0,21-130-139 0 0,2 0 1 0 0,0 0 0 0 0,0 0 0 0 0,1 0 0 0 0,2 15 0 0 0,-2-23-349 0 0,0 1-1 0 0,1-1 1 0 0,-1 0 0 0 0,1 0 0 0 0,-1 0-1 0 0,1 0 1 0 0,0 0 0 0 0,1 0 0 0 0,-1-1-1 0 0,1 1 1 0 0,0-1 0 0 0,-1 1 0 0 0,1-1 0 0 0,1 0-1 0 0,-1 0 1 0 0,0 0 0 0 0,7 3 0 0 0,2 0-3563 0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29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45 580 0 0,'-38'-13'2724'0'0,"6"1"-792"0"0,4 5-499 0 0,6 0-265 0 0,6 3 492 0 0,-1 3-276 0 0,41 11-1080 0 0,5-1-68 0 0,11 1-356 0 0,6 0-396 0 0,13 2-464 0 0,3 2-2132 0 0,6-5-1177 0 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29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 2356 0 0,'0'0'2516'0'0,"-10"3"945"0"0,-1 4-2217 0 0,-1-2-1408 0 0,0 2-3448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1:47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382 117 668 0 0,'-3'0'1237'0'0,"-88"5"4183"0"0,-50-11-3006 0 0,114 5-1900 0 0,-90-6 3236 0 0,115 7-3056 0 0,4-1-540 0 0,10-4-109 0 0,0 1 0 0 0,1 0 0 0 0,-1 1 0 0 0,1 0 0 0 0,0 1 0 0 0,0 1 0 0 0,18-1 0 0 0,3 0-11 0 0,397-30 154 0 0,-77 8-113 0 0,-286 19 3 0 0,92-11 175 0 0,-159 16-518 0 0,23-3 1258 0 0,-18 3-2619 0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1:52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1 128 0 0,'0'0'9947'0'0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1:53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49 235 536 0 0,'-18'-13'11585'0'0,"16"13"-11296"0"0,0 0 0 0 0,1 0 0 0 0,-1 0 0 0 0,0 1 0 0 0,1-1 0 0 0,-1 0 0 0 0,0 1 0 0 0,1-1-1 0 0,-1 1 1 0 0,0-1 0 0 0,1 1 0 0 0,-1 0 0 0 0,1 0 0 0 0,-1 0 0 0 0,1 0 0 0 0,-2 1 0 0 0,2-1-97 0 0,3 2-139 0 0,-2-3-51 0 0,0 0 1 0 0,0 1 0 0 0,0-1-1 0 0,0 0 1 0 0,0 1 0 0 0,1-1 0 0 0,-1 0-1 0 0,0 1 1 0 0,0-1 0 0 0,0 0 0 0 0,0 1-1 0 0,1-1 1 0 0,-1 0 0 0 0,0 0 0 0 0,0 1-1 0 0,1-1 1 0 0,-1 0 0 0 0,0 0 0 0 0,0 1-1 0 0,1-1 1 0 0,-1 0 0 0 0,0 0 0 0 0,1 0-1 0 0,-1 0 1 0 0,0 1 0 0 0,1-1 0 0 0,14 5 50 0 0,1-1 1 0 0,0 0-1 0 0,0-1 1 0 0,0 0-1 0 0,30 0 1 0 0,89-7 188 0 0,-94 1-197 0 0,461-41 261 0 0,-1-24-190 0 0,-304 40-68 0 0,372-56 53 0 0,-351 51-258 0 0,-215 33-139 0 0,-3 0 244 0 0,0 0 1 0 0,0 0-1 0 0,0 0 0 0 0,1 0 0 0 0,-1 0 0 0 0,0 0 0 0 0,0-1 0 0 0,0 1 0 0 0,1 0 1 0 0,-1 0-1 0 0,0 0 0 0 0,0 0 0 0 0,1 0 0 0 0,-1 0 0 0 0,0 0 0 0 0,0 1 0 0 0,0-1 0 0 0,1 0 1 0 0,-1 0-1 0 0,0 0 0 0 0,0 0 0 0 0,0 0 0 0 0,1 0 0 0 0,-1 0 0 0 0,0 0 0 0 0,0 0 1 0 0,0 1-1 0 0,0-1 0 0 0,1 0 0 0 0,-1 0 0 0 0,0 0 0 0 0,0 0 0 0 0,0 1 0 0 0,0-1 1 0 0,0 0-1 0 0,0 0 0 0 0,1 0 0 0 0,-1 0 0 0 0,0 1 0 0 0,0-1 0 0 0,0 0 0 0 0,0 0 1 0 0,0 1-1 0 0,0-1 0 0 0,0 0 0 0 0,0 0 0 0 0,0 0 0 0 0,0 1 0 0 0,0-1 0 0 0,0 0 0 0 0,0 0 1 0 0,0 0-1 0 0,0 1 0 0 0,0-1 0 0 0,0 0 0 0 0,-15 11-2229 0 0,-23 7-1552 0 0,11-9 903 0 0,-3 0-795 0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1:53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317 387 188 0 0,'-276'77'10784'0'0,"271"-76"-10520"0"0,1 1 1 0 0,0-1 0 0 0,0 1-1 0 0,0-1 1 0 0,0 1 0 0 0,1 1 0 0 0,-1-1-1 0 0,-4 4 1 0 0,8-6-218 0 0,0 0 0 0 0,0 1-1 0 0,0-1 1 0 0,0 0 0 0 0,0 1 0 0 0,0-1 0 0 0,0 1 0 0 0,1-1 0 0 0,-1 0 0 0 0,0 1-1 0 0,0-1 1 0 0,0 0 0 0 0,1 1 0 0 0,-1-1 0 0 0,0 0 0 0 0,0 0 0 0 0,1 1-1 0 0,-1-1 1 0 0,0 0 0 0 0,1 0 0 0 0,-1 1 0 0 0,0-1 0 0 0,1 0 0 0 0,-1 0-1 0 0,0 0 1 0 0,1 1 0 0 0,-1-1 0 0 0,0 0 0 0 0,1 0 0 0 0,-1 0 0 0 0,0 0 0 0 0,1 0-1 0 0,-1 0 1 0 0,1 0 0 0 0,-1 0 0 0 0,0 0 0 0 0,1 0 0 0 0,30 0 549 0 0,0 0 0 0 0,50-9 0 0 0,66-19-119 0 0,-54 10-256 0 0,441-82 315 0 0,324-57-235 0 0,-53 35-384 0 0,-458 75-6054 0 0,-311 41 2176 0 0,-4 1-1912 0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1:53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1 952 0 0,'0'0'6757'0'0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1:54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0 892 0 0,'0'0'6375'0'0,"-4"4"-5271"0"0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1:54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1 704 0 0,'-10'5'7523'0'0,"8"-4"-7621"0"0,-1 1 416 0 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1:5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60 0 0,'0'0'1847'0'0,"16"-1"4165"0"0,-14 1-6076 0 0,3 0 329 0 0,11-4-5981 0 0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2:01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0 948 0 0,'0'0'4182'0'0,"-6"6"-4025"0"0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2:02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0 512 0 0,'0'0'1580'0'0,"15"2"-1220"0"0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2:12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1 608 0 0,'0'0'2652'0'0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2:15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1 442 348 0 0,'2'10'9732'0'0,"5"-14"-9652"0"0,0-1-1 0 0,0 0 1 0 0,-1 0-1 0 0,1-1 1 0 0,8-10-1 0 0,13-10 76 0 0,343-303 789 0 0,-319 275-885 0 0,-51 53-64 0 0,-5 3-8 0 0,-1-1 10 0 0,1 1 1 0 0,0 1-1 0 0,-1-1 1 0 0,1 1 0 0 0,0-1-1 0 0,1 1 1 0 0,-1 0-1 0 0,0 1 1 0 0,-3 4-1 0 0,-4 2-2 0 0,-19 14-4 0 0,2 1 0 0 0,0 1 0 0 0,-42 53-1 0 0,59-61-8 0 0,2 7 39 0 0,9-24-19 0 0,0-1-1 0 0,-1 1 1 0 0,1 0-1 0 0,0-1 1 0 0,0 1-1 0 0,0-1 1 0 0,0 1 0 0 0,1 0-1 0 0,-1-1 1 0 0,0 1-1 0 0,0 0 1 0 0,0-1 0 0 0,0 1-1 0 0,1-1 1 0 0,-1 1-1 0 0,0 0 1 0 0,1-1-1 0 0,0 1 1 0 0,0 2 0 0 0,1-1-1 0 0,0 1 0 0 0,0-1 1 0 0,0 0-1 0 0,0 0 1 0 0,0 0-1 0 0,0 0 1 0 0,0 0-1 0 0,1-1 1 0 0,-1 1-1 0 0,1-1 0 0 0,-1 1 1 0 0,1-1-1 0 0,0 0 1 0 0,3 1-1 0 0,1 1 21 0 0,-6-3-18 0 0,24 10 53 0 0,0 1 0 0 0,26 15-1 0 0,-43-21-67 0 0,-1 1-1 0 0,1-1 1 0 0,-1 1-1 0 0,0 1 1 0 0,0-1 0 0 0,0 1-1 0 0,-1 0 1 0 0,-1 1-1 0 0,1-1 1 0 0,5 11-1 0 0,-10-14 82 0 0,1 0-1 0 0,-1 1 0 0 0,0-1 0 0 0,0 1 0 0 0,0-1 0 0 0,0 1 0 0 0,-1-1 1 0 0,0 1-1 0 0,0 0 0 0 0,0-1 0 0 0,0 1 0 0 0,-1-1 0 0 0,0 1 0 0 0,0-1 0 0 0,0 1 1 0 0,-1-1-1 0 0,1 0 0 0 0,-1 1 0 0 0,0-1 0 0 0,0 0 0 0 0,0 0 0 0 0,-5 5 1 0 0,-2 5 194 0 0,-2 0 1 0 0,0-1-1 0 0,0 0 1 0 0,-23 19-1 0 0,27-25-197 0 0,-1-1 0 0 0,-1 0 0 0 0,1 0 0 0 0,-1-1 0 0 0,0 0 0 0 0,0 0 0 0 0,0-1 0 0 0,-1 0 0 0 0,-13 3 0 0 0,22-7-107 0 0,0 1 0 0 0,0-1 0 0 0,0 0 0 0 0,-1 1 1 0 0,1-1-1 0 0,0 0 0 0 0,0 0 0 0 0,0 0 0 0 0,0 0 0 0 0,0 0 1 0 0,-1 0-1 0 0,1 0 0 0 0,0 0 0 0 0,0-1 0 0 0,0 1 0 0 0,0 0 1 0 0,0-1-1 0 0,0 1 0 0 0,0 0 0 0 0,0-1 0 0 0,0 0 0 0 0,0 1 1 0 0,0-1-1 0 0,0 1 0 0 0,0-1 0 0 0,0 0 0 0 0,0 0 1 0 0,0 0-1 0 0,1 1 0 0 0,-1-1 0 0 0,0 0 0 0 0,1 0 0 0 0,-1 0 1 0 0,0 0-1 0 0,1 0 0 0 0,-1 0 0 0 0,1 0 0 0 0,0-1 0 0 0,-1 1 1 0 0,1 0-1 0 0,0 0 0 0 0,0 0 0 0 0,-1-2 0 0 0,1-1-525 0 0,1 1 0 0 0,-1-1-1 0 0,0 0 1 0 0,1 1 0 0 0,0-1-1 0 0,0 0 1 0 0,0 1 0 0 0,0-1 0 0 0,1 1-1 0 0,-1-1 1 0 0,3-3 0 0 0,9-13-3834 0 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2:19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56 740 0 0,'-20'-13'6018'0'0,"-5"-9"-3895"0"0,23 21-1987 0 0,-16-18 6657 0 0,91 26-6005 0 0,321 27 108 0 0,5-30-875 0 0,-294-4 32 0 0,-12 0-38 0 0,-86 0 1453 0 0,10-1-6990 0 0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2:19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442 45 1608 0 0,'-4'-16'4465'0'0,"-7"-11"-923"0"0,10 25-3205 0 0,0 3-287 0 0,0-1-1 0 0,0 0 1 0 0,0 1-1 0 0,0-1 1 0 0,0 1-1 0 0,0-1 1 0 0,0 1-1 0 0,1-1 1 0 0,-1 1-1 0 0,0 0 1 0 0,0-1-1 0 0,0 1 1 0 0,1 0-1 0 0,-1 0 1 0 0,0 0-1 0 0,1 0 1 0 0,-1-1-1 0 0,0 2 1 0 0,-13 22 279 0 0,9-15-187 0 0,-234 467 1221 0 0,113-143-7500 0 0,100-251 1951 0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2:23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1 760 0 0,'-14'14'4683'0'0,"40"-9"-6936"0"0,-12-3 1467 0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2:24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57 360 0 0,'7'-5'4028'0'0,"-4"-7"-2927"0"0,2-4-1906 0 0,-3 6-679 0 0,1-4 688 0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39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745 113 504 0 0,'4'-12'2432'0'0,"0"4"-850"0"0,-1 0 0 0 0,0-1 1 0 0,2-11-1 0 0,-4 17-1371 0 0,-1 0 0 0 0,0 0 0 0 0,0 0 0 0 0,0 0 0 0 0,0 0 1 0 0,0 0-1 0 0,-1 0 0 0 0,1 0 0 0 0,-1 0 0 0 0,0 1 0 0 0,0-1 0 0 0,0 0 1 0 0,0 0-1 0 0,-2-2 0 0 0,2 4-181 0 0,0 0 0 0 0,0 0 1 0 0,0 0-1 0 0,0 0 0 0 0,0 1 1 0 0,-1-1-1 0 0,1 0 0 0 0,0 1 1 0 0,0-1-1 0 0,-1 1 0 0 0,1-1 1 0 0,0 1-1 0 0,-1 0 0 0 0,1 0 1 0 0,0-1-1 0 0,-1 1 0 0 0,-2 0 1 0 0,-22 1 100 0 0,15 1-103 0 0,1 0 1 0 0,0 1 0 0 0,-1 0 0 0 0,1 0 0 0 0,0 2 0 0 0,0-1 0 0 0,-17 11 0 0 0,-59 48-18 0 0,79-57-13 0 0,-45 37 49 0 0,-67 74 1 0 0,-32 57 78 0 0,34-18 74 0 0,106-139-180 0 0,1 0 0 0 0,1 1 0 0 0,0 0 0 0 0,1 1-1 0 0,1-1 1 0 0,1 1 0 0 0,-6 32 0 0 0,12-46-17 0 0,-1 0-1 0 0,1 0 1 0 0,-1 0 0 0 0,1 0-1 0 0,1 0 1 0 0,-1-1-1 0 0,1 1 1 0 0,0 0-1 0 0,0 0 1 0 0,0 0 0 0 0,1-1-1 0 0,0 1 1 0 0,-1 0-1 0 0,2-1 1 0 0,-1 0 0 0 0,0 1-1 0 0,1-1 1 0 0,0 0-1 0 0,0 0 1 0 0,4 4-1 0 0,-1-3-65 0 0,1 0 0 0 0,-1 0 1 0 0,1-1-1 0 0,0 1 0 0 0,0-2 0 0 0,0 1 0 0 0,1-1 0 0 0,-1 0 0 0 0,1 0 0 0 0,0-1 0 0 0,13 2 0 0 0,14 0-1124 0 0,0-1 1 0 0,1-2-1 0 0,-1-2 0 0 0,1-1 1 0 0,61-13-1 0 0,-42 5-2517 0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39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148 168 1644 0 0,'1'-6'823'0'0,"0"-1"-1"0"0,0 0 1 0 0,0 0-1 0 0,-1 0 1 0 0,0 0-1 0 0,0 0 1 0 0,-1 0-1 0 0,1 1 1 0 0,-2-1-1 0 0,-2-10 1 0 0,3 15-507 0 0,-2 3-9 0 0,-3 1-189 0 0,1 1 0 0 0,-1 0 0 0 0,0 0 0 0 0,1 1 0 0 0,0 0 0 0 0,0 0 0 0 0,0 0 0 0 0,1 0 0 0 0,-1 1 0 0 0,1 0 0 0 0,0 0 0 0 0,0 0 0 0 0,1 0 0 0 0,-5 10 0 0 0,-8 13 244 0 0,-17 45-1 0 0,33-73-359 0 0,-3 9 28 0 0,0-1 0 0 0,0 1 1 0 0,1-1-1 0 0,0 1 0 0 0,1 0 0 0 0,0 0 0 0 0,0 0 0 0 0,1 0 1 0 0,0 0-1 0 0,2 11 0 0 0,-2-17-23 0 0,1 0 0 0 0,-1 0 0 0 0,1 0 0 0 0,0 0-1 0 0,0 0 1 0 0,0 0 0 0 0,1 0 0 0 0,-1 0 0 0 0,1-1 0 0 0,-1 1 0 0 0,1-1 0 0 0,0 1 0 0 0,0-1-1 0 0,0 1 1 0 0,0-1 0 0 0,1 0 0 0 0,-1 0 0 0 0,1 0 0 0 0,-1 0 0 0 0,1-1 0 0 0,0 1 0 0 0,-1-1-1 0 0,1 1 1 0 0,0-1 0 0 0,0 0 0 0 0,0 0 0 0 0,0 0 0 0 0,0-1 0 0 0,0 1 0 0 0,0-1 0 0 0,0 1-1 0 0,4-1 1 0 0,8 0-11 0 0,0 0 1 0 0,-1-1-1 0 0,1-1 0 0 0,0 0 0 0 0,-1-1 0 0 0,1-1 0 0 0,-1 0 0 0 0,0-1 0 0 0,0 0 1 0 0,0-1-1 0 0,-1-1 0 0 0,0 0 0 0 0,0-1 0 0 0,13-10 0 0 0,-19 12-2 0 0,0 0 0 0 0,0 0 0 0 0,-1-1 0 0 0,0 0 0 0 0,0 0 0 0 0,0 0-1 0 0,-1-1 1 0 0,0 1 0 0 0,0-1 0 0 0,-1 0 0 0 0,0-1 0 0 0,-1 1 0 0 0,0-1 0 0 0,0 0 0 0 0,-1 0-1 0 0,0 0 1 0 0,0 0 0 0 0,-1 0 0 0 0,0 0 0 0 0,-1 0 0 0 0,0 0 0 0 0,-1 0 0 0 0,-2-17 0 0 0,1 18 5 0 0,0-1 0 0 0,-1 1 0 0 0,0-1-1 0 0,0 1 1 0 0,-1 0 0 0 0,0 0 0 0 0,0 0 0 0 0,-1 1 0 0 0,0 0 0 0 0,0 0 0 0 0,-1 0 0 0 0,0 0 0 0 0,-8-7 0 0 0,10 11 1 0 0,0 0 0 0 0,0 0 0 0 0,0 0 1 0 0,0 1-1 0 0,-1-1 0 0 0,1 1 0 0 0,-1 0 0 0 0,1 1 0 0 0,-1-1 1 0 0,0 1-1 0 0,0 0 0 0 0,1 0 0 0 0,-1 0 0 0 0,0 1 0 0 0,0-1 0 0 0,0 1 1 0 0,0 1-1 0 0,0-1 0 0 0,0 1 0 0 0,0-1 0 0 0,1 1 0 0 0,-1 1 1 0 0,0-1-1 0 0,1 1 0 0 0,-7 2 0 0 0,4 0 15 0 0,0 0 0 0 0,1 0 0 0 0,-1 1 0 0 0,1 0 0 0 0,0 0 0 0 0,0 0 0 0 0,1 1 0 0 0,0 0 0 0 0,0 0 0 0 0,-7 10 0 0 0,11-14-58 0 0,-1 0-1 0 0,1 0 0 0 0,0 1 1 0 0,-1-1-1 0 0,1 0 1 0 0,0 1-1 0 0,0-1 1 0 0,1 1-1 0 0,-1-1 1 0 0,0 1-1 0 0,1 0 0 0 0,0-1 1 0 0,0 1-1 0 0,-1 0 1 0 0,1-1-1 0 0,1 1 1 0 0,-1 0-1 0 0,0-1 0 0 0,1 1 1 0 0,-1-1-1 0 0,1 1 1 0 0,0-1-1 0 0,0 1 1 0 0,0-1-1 0 0,0 1 0 0 0,0-1 1 0 0,1 0-1 0 0,-1 1 1 0 0,1-1-1 0 0,-1 0 1 0 0,1 0-1 0 0,0 0 0 0 0,3 3 1 0 0,-1-3-175 0 0,0 0 0 0 0,0 0 0 0 0,-1 0 0 0 0,1 0 0 0 0,0-1-1 0 0,1 1 1 0 0,-1-1 0 0 0,0 0 0 0 0,0-1 0 0 0,0 1 0 0 0,1-1 0 0 0,-1 0 0 0 0,0 0 0 0 0,1 0 0 0 0,-1 0 0 0 0,5-2 0 0 0,8 0-767 0 0,-1-2 1 0 0,28-9-1 0 0,21-11-1610 0 0,-28 9 1417 0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40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62 301 1816 0 0,'30'-37'2042'0'0,"-1"-2"-1"0"0,-2-1 1 0 0,-2 0-1 0 0,32-74 1 0 0,-48 96-1048 0 0,-3 5 855 0 0,-15 29-618 0 0,-43 93 530 0 0,-70 218-1 0 0,108-287-1764 0 0,2 0 0 0 0,1 1 0 0 0,2 1 0 0 0,3 0 0 0 0,-3 52 0 0 0,9-87-453 0 0,0 0 1 0 0,0 0-1 0 0,1 0 0 0 0,0 0 0 0 0,1 0 1 0 0,4 13-1 0 0,-6-18 130 0 0,1 0 0 0 0,0 0 0 0 0,0 0-1 0 0,0 0 1 0 0,0-1 0 0 0,0 1 0 0 0,1 0 0 0 0,-1-1 0 0 0,0 1 0 0 0,1-1 0 0 0,-1 1-1 0 0,1-1 1 0 0,0 0 0 0 0,-1 0 0 0 0,1 0 0 0 0,0 0 0 0 0,0 0 0 0 0,0 0 0 0 0,0 0-1 0 0,-1-1 1 0 0,1 1 0 0 0,0 0 0 0 0,0-1 0 0 0,0 0 0 0 0,0 1 0 0 0,1-1 0 0 0,-1 0-1 0 0,3-1 1 0 0,9-1-4180 0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40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92 1420 0 0,'2'-18'2960'0'0,"0"4"1220"0"0,0-1 0 0 0,-1-29 0 0 0,-10 108-2662 0 0,6-42-1290 0 0,-3 37 0 0 0,6-48-218 0 0,0 3 39 0 0,0 0 1 0 0,0-1 0 0 0,2 1-1 0 0,0 0 1 0 0,5 21-1 0 0,-6-33-61 0 0,0 1 0 0 0,0 0 0 0 0,0-1 0 0 0,1 1 0 0 0,-1 0 0 0 0,1-1-1 0 0,-1 0 1 0 0,1 1 0 0 0,0-1 0 0 0,0 0 0 0 0,0 0 0 0 0,0 0 0 0 0,0 0 0 0 0,1 0 0 0 0,-1-1 0 0 0,1 1-1 0 0,-1-1 1 0 0,1 1 0 0 0,-1-1 0 0 0,1 0 0 0 0,0 0 0 0 0,0 0 0 0 0,-1 0 0 0 0,1-1 0 0 0,0 1-1 0 0,0-1 1 0 0,0 0 0 0 0,0 0 0 0 0,0 0 0 0 0,0 0 0 0 0,0 0 0 0 0,4-1 0 0 0,0 0-87 0 0,1-1-1 0 0,0 0 1 0 0,-1 0 0 0 0,0 0 0 0 0,1-1 0 0 0,-1 0 0 0 0,0-1 0 0 0,0 0 0 0 0,-1 0-1 0 0,1 0 1 0 0,-1-1 0 0 0,0 1 0 0 0,0-2 0 0 0,0 1 0 0 0,-1-1 0 0 0,0 1-1 0 0,0-1 1 0 0,7-13 0 0 0,-2 3 96 0 0,-2 0-1 0 0,0 0 0 0 0,-1-1 1 0 0,-1 0-1 0 0,0-1 1 0 0,6-34-1 0 0,-9 43 210 0 0,1-8-44 0 0,-5 13 0 0 0,-4 7 145 0 0,2 2-260 0 0,0-1-1 0 0,1 0 1 0 0,0 1-1 0 0,-1 0 1 0 0,2 0 0 0 0,-1-1-1 0 0,-1 7 1 0 0,-3 8 52 0 0,-4 5-210 0 0,1 0 1 0 0,1 1 0 0 0,1 0 0 0 0,1 1 0 0 0,1 0-1 0 0,-1 33 1 0 0,6-56-343 0 0,0 1-1 0 0,0-1 0 0 0,1 0 0 0 0,-1 1 1 0 0,1-1-1 0 0,0 0 0 0 0,2 6 0 0 0,-3-8 206 0 0,0 0-1 0 0,1 0 0 0 0,-1 0 0 0 0,1 0 0 0 0,0 0 0 0 0,-1-1 0 0 0,1 1 0 0 0,0 0 0 0 0,-1 0 1 0 0,1-1-1 0 0,0 1 0 0 0,0-1 0 0 0,0 1 0 0 0,-1-1 0 0 0,1 1 0 0 0,0-1 0 0 0,0 1 0 0 0,0-1 0 0 0,0 0 1 0 0,0 1-1 0 0,0-1 0 0 0,0 0 0 0 0,0 0 0 0 0,0 0 0 0 0,0 0 0 0 0,0 0 0 0 0,0 0 0 0 0,0 0 1 0 0,0 0-1 0 0,0 0 0 0 0,1-1 0 0 0,11-3-3183 0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41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13 131 1748 0 0,'6'-19'3069'0'0,"1"1"-1"0"0,15-27 1 0 0,-22 44-3001 0 0,0 1 0 0 0,1-1 1 0 0,-1 0-1 0 0,0 1 0 0 0,1-1 0 0 0,-1 1 1 0 0,0-1-1 0 0,1 1 0 0 0,-1-1 0 0 0,0 1 1 0 0,1-1-1 0 0,-1 1 0 0 0,1 0 1 0 0,-1-1-1 0 0,1 1 0 0 0,-1 0 0 0 0,1-1 1 0 0,-1 1-1 0 0,1 0 0 0 0,-1-1 0 0 0,1 1 1 0 0,-1 0-1 0 0,1 0 0 0 0,0 0 1 0 0,-1 0-1 0 0,1 0 0 0 0,-1 0 0 0 0,1-1 1 0 0,0 1-1 0 0,-1 0 0 0 0,1 1 1 0 0,-1-1-1 0 0,1 0 0 0 0,0 0 0 0 0,-1 0 1 0 0,1 0-1 0 0,-1 0 0 0 0,1 1 0 0 0,-1-1 1 0 0,1 0-1 0 0,0 0 0 0 0,-1 1 1 0 0,1-1-1 0 0,-1 0 0 0 0,1 1 0 0 0,0 0 1 0 0,1 1 45 0 0,-1 0 1 0 0,1-1-1 0 0,-1 1 0 0 0,1 0 1 0 0,-1 0-1 0 0,0 1 1 0 0,1-1-1 0 0,-1 0 0 0 0,1 4 1 0 0,0 4 70 0 0,0 0 1 0 0,-1 0 0 0 0,0-1-1 0 0,-1 1 1 0 0,0 0 0 0 0,0 0-1 0 0,-1 0 1 0 0,-1 0 0 0 0,-2 12-1 0 0,-5 12 87 0 0,-17 39-1 0 0,22-60-170 0 0,-1-1 1 0 0,-1 0-1 0 0,0 0 0 0 0,-13 18 0 0 0,18-28-58 0 0,-1-2-30 0 0,2-1-14 0 0,-1 1 1 0 0,1 0 0 0 0,-1-1 0 0 0,1 1-1 0 0,-1 0 1 0 0,1-1 0 0 0,0 1 0 0 0,-1-1-1 0 0,1 1 1 0 0,-1-1 0 0 0,1 1-1 0 0,0-1 1 0 0,-1 1 0 0 0,1-1 0 0 0,0 1-1 0 0,0-1 1 0 0,0 0 0 0 0,-1 1 0 0 0,1-1-1 0 0,0 1 1 0 0,0-1 0 0 0,0 0 0 0 0,0 1-1 0 0,0-1 1 0 0,0 1 0 0 0,0-1-1 0 0,0 0 1 0 0,0 1 0 0 0,0-1 0 0 0,1 1-1 0 0,-1-1 1 0 0,0 1 0 0 0,0-1 0 0 0,1 0-1 0 0,-1 0 1 0 0,1-8-37 0 0,2 0-1 0 0,-1 0 1 0 0,1 0 0 0 0,0 0 0 0 0,1 1 0 0 0,7-15 0 0 0,35-46-172 0 0,-33 52 155 0 0,0 0 0 0 0,2 1 0 0 0,21-19 0 0 0,-28 27 30 0 0,2 1 0 0 0,-1 0 0 0 0,1 1 0 0 0,0 0 0 0 0,0 0 0 0 0,0 1 0 0 0,22-7 0 0 0,-6 7-4 0 0,-17 7 28 0 0,-3 0-2 0 0,-2-2 4 0 0,0 1 0 0 0,0 1 0 0 0,0-1 0 0 0,0 0 0 0 0,0 1 0 0 0,-1 0 0 0 0,1 0 0 0 0,0 0 0 0 0,-1 1 0 0 0,0-1 0 0 0,1 1 0 0 0,-1 0 0 0 0,0-1 0 0 0,0 2 0 0 0,-1-1 0 0 0,1 0 0 0 0,-1 0 0 0 0,1 1 0 0 0,-1-1 0 0 0,0 1 0 0 0,0 0 0 0 0,-1 0 0 0 0,1 0 0 0 0,-1 0 0 0 0,0 0 0 0 0,0 0 0 0 0,1 5 0 0 0,0 3 34 0 0,-1-1 1 0 0,0 1-1 0 0,-1 0 0 0 0,0 0 0 0 0,-1 0 0 0 0,0 0 0 0 0,-1-1 0 0 0,-3 16 0 0 0,-7 14 203 0 0,11-40-182 0 0,1-1-57 0 0,0 0 0 0 0,-1-1 0 0 0,1 1 0 0 0,-1-1 0 0 0,1 1 0 0 0,0-1 0 0 0,0 1 0 0 0,-1-1 0 0 0,1 1 0 0 0,0-1 0 0 0,0 1 0 0 0,-1-1 0 0 0,1 1 0 0 0,0-1 0 0 0,0 0 0 0 0,0 1 0 0 0,0-1 0 0 0,0 1 0 0 0,0-1 0 0 0,0 0 0 0 0,7-21-29 0 0,1 2 0 0 0,1-1 1 0 0,1 1-1 0 0,1 0 0 0 0,0 1 1 0 0,2 1-1 0 0,0 0 0 0 0,1 0 1 0 0,0 1-1 0 0,2 1 0 0 0,0 1 1 0 0,35-27-1 0 0,-46 39 24 0 0,-1 0 1 0 0,0 0-1 0 0,1 0 1 0 0,0 1-1 0 0,-1 0 0 0 0,1 0 1 0 0,0 0-1 0 0,0 0 1 0 0,0 1-1 0 0,0 0 0 0 0,1 0 1 0 0,-1 0-1 0 0,0 1 1 0 0,6 0-1 0 0,-8 0 8 0 0,0 1 0 0 0,0-1-1 0 0,-1 1 1 0 0,1 0 0 0 0,-1 0 0 0 0,1 0 0 0 0,-1 0-1 0 0,1 1 1 0 0,-1-1 0 0 0,1 1 0 0 0,-1-1 0 0 0,0 1-1 0 0,0 0 1 0 0,0 0 0 0 0,0 0 0 0 0,0 0-1 0 0,0 0 1 0 0,-1 0 0 0 0,1 0 0 0 0,-1 1 0 0 0,1-1-1 0 0,-1 1 1 0 0,0-1 0 0 0,0 1 0 0 0,0-1 0 0 0,0 1-1 0 0,-1 0 1 0 0,1 2 0 0 0,1 4 32 0 0,-1 0-1 0 0,0 0 1 0 0,0 0 0 0 0,-1 0 0 0 0,0 0-1 0 0,-1 0 1 0 0,-1 9 0 0 0,-17 65-834 0 0,3-21-4481 0 0,14-49 1439 0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41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50 107 2124 0 0,'13'-47'9436'0'0,"-12"45"-8697"0"0,-1 3-701 0 0,0-1-1 0 0,0 0 0 0 0,0 0 1 0 0,0 0-1 0 0,0 0 1 0 0,1 0-1 0 0,-1 0 0 0 0,0 0 1 0 0,0 0-1 0 0,0 0 1 0 0,0 0-1 0 0,0 0 1 0 0,1 0-1 0 0,-1 0 0 0 0,0 0 1 0 0,0 0-1 0 0,0 0 1 0 0,0 0-1 0 0,0 0 1 0 0,1 0-1 0 0,-1 0 0 0 0,0-1 1 0 0,0 1-1 0 0,0 0 1 0 0,0 0-1 0 0,0 0 0 0 0,0 0 1 0 0,1 0-1 0 0,-1 0 1 0 0,0 0-1 0 0,0 0 1 0 0,0 0-1 0 0,0-1 0 0 0,0 1 1 0 0,0 0-1 0 0,0 0 1 0 0,0 0-1 0 0,0 0 0 0 0,0 0 1 0 0,0 0-1 0 0,0-1 1 0 0,0 1-1 0 0,0 0 1 0 0,1 0-1 0 0,-1 0 0 0 0,0 0 1 0 0,0 0-1 0 0,0-1 1 0 0,0 1-1 0 0,-1 0 0 0 0,1 0 1 0 0,0 0-1 0 0,0 0 1 0 0,0 0-1 0 0,0-1 1 0 0,0 1-1 0 0,0 0 0 0 0,0 0 1 0 0,0 0-1 0 0,0 0 1 0 0,0 0-1 0 0,0-1 0 0 0,0 2 59 0 0,1 0 0 0 0,0 0 0 0 0,-1 0-1 0 0,1 0 1 0 0,-1 0 0 0 0,1 0-1 0 0,-1 0 1 0 0,1 0 0 0 0,-1 0 0 0 0,0 0-1 0 0,1 0 1 0 0,-1 0 0 0 0,0 1-1 0 0,0-1 1 0 0,0 0 0 0 0,0 1-1 0 0,-1 16 307 0 0,0 1-1 0 0,-1-1 1 0 0,-1 0-1 0 0,-7 20 1 0 0,-26 71 315 0 0,26-83-531 0 0,8-21-181 0 0,-5 13 387 0 0,5-17-204 0 0,3-12-191 0 0,1-1-41 0 0,2 0 0 0 0,0 0 0 0 0,0 0 0 0 0,1 1 0 0 0,0-1 1 0 0,13-18-1 0 0,-7 11-5 0 0,2-4-4 0 0,1 1 0 0 0,0 1-1 0 0,2 0 1 0 0,21-21-1 0 0,-29 33 30 0 0,0 1 1 0 0,1 0-1 0 0,1 1 0 0 0,-1 0 0 0 0,1 0 1 0 0,0 1-1 0 0,1 0 0 0 0,-1 1 1 0 0,1 0-1 0 0,0 1 0 0 0,13-4 0 0 0,-21 8 25 0 0,-1-1 0 0 0,1 1 0 0 0,-1 0 0 0 0,1 0 0 0 0,-1 0 0 0 0,1 0 0 0 0,0 0 0 0 0,-1 1 0 0 0,1-1 0 0 0,-1 1 0 0 0,0 0 0 0 0,1-1 0 0 0,-1 1 0 0 0,1 0 0 0 0,-1 0 0 0 0,0 1 0 0 0,0-1 0 0 0,0 0 0 0 0,0 1 0 0 0,0-1 0 0 0,0 1 0 0 0,0 0 0 0 0,0 0 0 0 0,0 0 0 0 0,-1-1 0 0 0,1 2 0 0 0,-1-1 0 0 0,1 0 0 0 0,-1 0 0 0 0,0 0 0 0 0,0 1 0 0 0,1 3 0 0 0,2 3 29 0 0,-1 0 1 0 0,-1 1-1 0 0,1-1 0 0 0,-2 1 0 0 0,1-1 0 0 0,-1 19 0 0 0,-3 6 10 0 0,-2-1 0 0 0,-1 0-1 0 0,-13 44 1 0 0,17-75-168 0 0,1-1-1 0 0,-1 0 1 0 0,1 1 0 0 0,0-1 0 0 0,-1 1-1 0 0,1-1 1 0 0,0 1 0 0 0,0-1-1 0 0,0 1 1 0 0,0-1 0 0 0,0 1-1 0 0,0-1 1 0 0,1 1 0 0 0,-1-1-1 0 0,0 1 1 0 0,1-1 0 0 0,-1 0 0 0 0,1 1-1 0 0,1 1 1 0 0,-1-2-61 0 0,0 0 1 0 0,0 0 0 0 0,1-1-1 0 0,-1 1 1 0 0,1-1-1 0 0,-1 1 1 0 0,0-1-1 0 0,1 1 1 0 0,-1-1 0 0 0,1 0-1 0 0,-1 1 1 0 0,1-1-1 0 0,-1 0 1 0 0,1 0-1 0 0,-1 0 1 0 0,1 0 0 0 0,-1-1-1 0 0,1 1 1 0 0,-1 0-1 0 0,2-1 1 0 0,33-11-5359 0 0,-12 2 750 0 0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42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167 481 680 0 0,'-163'31'12008'0'0,"160"-31"-10714"0"0,4-1-1258 0 0,0-1 0 0 0,0 1 0 0 0,0-1-1 0 0,0 1 1 0 0,0-1 0 0 0,0 1 0 0 0,0 0 0 0 0,1-1 0 0 0,-1 1-1 0 0,1 0 1 0 0,-1 0 0 0 0,1 0 0 0 0,-1 0 0 0 0,1 0 0 0 0,0 1 0 0 0,1-2-1 0 0,1 0 35 0 0,96-52 234 0 0,82-50-103 0 0,-151 84-178 0 0,-1-1 0 0 0,-2-2 0 0 0,45-44 1 0 0,-60 53-17 0 0,0-1 0 0 0,-2 0 0 0 0,11-17 0 0 0,-19 27-8 0 0,0 1 0 0 0,-1-1 0 0 0,0 0 1 0 0,1 0-1 0 0,-2 0 0 0 0,1 0 0 0 0,0 0 0 0 0,-1 0 0 0 0,0 0 0 0 0,0-1 0 0 0,-1 1 0 0 0,0 0 0 0 0,1-1 1 0 0,-2 1-1 0 0,0-10 0 0 0,0 14-1 0 0,1-1 0 0 0,-1 0 0 0 0,1 0 1 0 0,-1 1-1 0 0,0-1 0 0 0,1 1 0 0 0,-1-1 0 0 0,0 1 1 0 0,0-1-1 0 0,0 1 0 0 0,0 0 0 0 0,-1-1 1 0 0,1 1-1 0 0,0 0 0 0 0,0 0 0 0 0,-1 0 0 0 0,1 0 1 0 0,-1 0-1 0 0,1 0 0 0 0,-1 0 0 0 0,1 0 0 0 0,-4-1 1 0 0,2 2-1 0 0,-1-1 0 0 0,1 1 1 0 0,-1-1-1 0 0,0 1 0 0 0,1 0 1 0 0,-1 1-1 0 0,1-1 0 0 0,-1 0 1 0 0,1 1-1 0 0,-7 2 0 0 0,-1 0 0 0 0,-1 2 0 0 0,1 0-1 0 0,0 0 1 0 0,1 1 0 0 0,-18 12-1 0 0,21-12 4 0 0,0 0 0 0 0,0 0 0 0 0,0 0-1 0 0,1 1 1 0 0,0 0 0 0 0,0 1-1 0 0,0-1 1 0 0,1 1 0 0 0,1 0 0 0 0,-1 0-1 0 0,1 1 1 0 0,-6 17 0 0 0,9-20 6 0 0,0 0 1 0 0,0 0 0 0 0,0 0-1 0 0,1 0 1 0 0,-1 1-1 0 0,2-1 1 0 0,-1 0 0 0 0,1 0-1 0 0,0 0 1 0 0,0 1 0 0 0,0-1-1 0 0,1 0 1 0 0,0 0-1 0 0,0-1 1 0 0,1 1 0 0 0,0 0-1 0 0,0-1 1 0 0,0 0 0 0 0,0 1-1 0 0,6 5 1 0 0,9 9 26 0 0,1-1 1 0 0,29 23-1 0 0,-27-24-12 0 0,0 0 0 0 0,18 23 0 0 0,-37-39 31 0 0,-1-1 1 0 0,1 1-1 0 0,-1 0 0 0 0,0 0 0 0 0,1 0 0 0 0,-1 0 1 0 0,0 0-1 0 0,0 0 0 0 0,-1 0 0 0 0,1 0 1 0 0,0 0-1 0 0,-1 1 0 0 0,1-1 0 0 0,-1 0 0 0 0,0 0 1 0 0,1 1-1 0 0,-1-1 0 0 0,0 0 0 0 0,-1 0 1 0 0,1 1-1 0 0,-1 2 0 0 0,0-2 8 0 0,0 0-1 0 0,-1 0 1 0 0,1 0 0 0 0,-1 0-1 0 0,0 0 1 0 0,0 0-1 0 0,0-1 1 0 0,0 1 0 0 0,-1-1-1 0 0,1 1 1 0 0,-1-1 0 0 0,-4 4-1 0 0,-6 2 55 0 0,0 0-1 0 0,-1-1 0 0 0,0-1 1 0 0,0 0-1 0 0,-16 5 1 0 0,19-8-53 0 0,-1 0 0 0 0,1 0 1 0 0,0-1-1 0 0,-14 1 1 0 0,-6-3-196 0 0,28-1 50 0 0,3 0 56 0 0,-1 1 0 0 0,1 0 0 0 0,-1 0 0 0 0,1 0 0 0 0,0 0 0 0 0,-1 0 0 0 0,1-1 0 0 0,0 1 0 0 0,-1 0 0 0 0,1 0 0 0 0,0-1 0 0 0,-1 1 0 0 0,1 0 0 0 0,0-1 0 0 0,0 1 0 0 0,-1 0 0 0 0,1-1 0 0 0,0 1 1 0 0,0 0-1 0 0,0-1 0 0 0,0 1 0 0 0,-1 0 0 0 0,1-1 0 0 0,0 1 0 0 0,0-1 0 0 0,0 1 0 0 0,0 0 0 0 0,0-1 0 0 0,0 1 0 0 0,0-1 0 0 0,0 1 0 0 0,0 0 0 0 0,0-1 0 0 0,4-12-684 0 0,5-1-6 0 0,1 0-1 0 0,1 1 0 0 0,0 0 1 0 0,0 1-1 0 0,26-20 0 0 0,-14 12-79 0 0,126-111-4901 0 0,-94 82 2251 0 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42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562 172 1636 0 0,'47'-82'5135'0'0,"-41"69"-4051"0"0,0 0 0 0 0,-1 0 0 0 0,-1-1 0 0 0,6-22 935 0 0,-17 50-1549 0 0,-14 58 1008 0 0,-18 103 1 0 0,3 76-109 0 0,34-234-1265 0 0,-28 228 953 0 0,-42 297 645 0 0,-36-9-683 0 0,75-423-798 0 0,27-93-155 0 0,-1-1 1 0 0,-1 1 0 0 0,-1-1 0 0 0,-12 18-1 0 0,20-32-100 0 0,0 0 0 0 0,-1 0 0 0 0,1-1 0 0 0,-1 1-1 0 0,1 0 1 0 0,-1-1 0 0 0,0 1 0 0 0,1-1 0 0 0,-1 1-1 0 0,0-1 1 0 0,0 0 0 0 0,0 0 0 0 0,0 0 0 0 0,0 0-1 0 0,0 0 1 0 0,-1 0 0 0 0,1-1 0 0 0,0 1 0 0 0,0-1-1 0 0,-1 1 1 0 0,1-1 0 0 0,0 0 0 0 0,0 0 0 0 0,-1 0-1 0 0,1 0 1 0 0,0 0 0 0 0,-1-1 0 0 0,1 1 0 0 0,0-1-1 0 0,0 1 1 0 0,0-1 0 0 0,-1 0 0 0 0,1 0 0 0 0,0 0-1 0 0,0 0 1 0 0,0 0 0 0 0,0-1 0 0 0,-2-2 0 0 0,-5-2-424 0 0,2-1 0 0 0,-1 0 1 0 0,1 0-1 0 0,0-1 1 0 0,1 0-1 0 0,0 0 1 0 0,-9-15-1 0 0,0-8-1400 0 0,0-1-1 0 0,2 0 0 0 0,2-1 1 0 0,-12-56-1 0 0,4 8-3872 0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42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0 163 1468 0 0,'30'-23'1094'0'0,"0"1"0"0"0,2 1-1 0 0,0 2 1 0 0,1 1 0 0 0,43-17 0 0 0,-60 30-752 0 0,0 0-1 0 0,0 0 1 0 0,0 2 0 0 0,0 0 0 0 0,1 1 0 0 0,19 0 0 0 0,-26 2-120 0 0,1 1 0 0 0,0 0 0 0 0,0 1 0 0 0,-1 0 0 0 0,1 0 0 0 0,-1 1 0 0 0,1 1 0 0 0,-1 0 0 0 0,0 0 0 0 0,12 8 0 0 0,-17-9-84 0 0,-1-1-1 0 0,-1 1 1 0 0,1 0 0 0 0,0 0-1 0 0,-1 0 1 0 0,1 0 0 0 0,-1 1-1 0 0,0-1 1 0 0,0 1 0 0 0,0 0-1 0 0,-1 0 1 0 0,1 0 0 0 0,-1 0-1 0 0,0 0 1 0 0,0 1 0 0 0,0-1-1 0 0,-1 1 1 0 0,0-1 0 0 0,0 1-1 0 0,0-1 1 0 0,0 1 0 0 0,-1 0-1 0 0,1 0 1 0 0,-2 5 0 0 0,0-2-6 0 0,0 0 1 0 0,0 0 0 0 0,-1 0-1 0 0,-1-1 1 0 0,1 1 0 0 0,-1 0 0 0 0,-1-1-1 0 0,1 0 1 0 0,-1 0 0 0 0,0 0 0 0 0,-1 0-1 0 0,0 0 1 0 0,-7 7 0 0 0,-2 1-152 0 0,0-1 0 0 0,-2-1 0 0 0,1 0 0 0 0,-1-1 0 0 0,-1-1 1 0 0,0 0-1 0 0,0-2 0 0 0,-1 0 0 0 0,-1 0 0 0 0,1-2 0 0 0,-1 0 1 0 0,-1-2-1 0 0,1 0 0 0 0,-24 3 0 0 0,39-8-368 0 0,1 0 1 0 0,0 1-1 0 0,-1-2 0 0 0,1 1 0 0 0,0 0 1 0 0,-1-1-1 0 0,1 1 0 0 0,0-1 1 0 0,-4-1-1 0 0,7 2 317 0 0,0-1 0 0 0,0 1 0 0 0,-1 0 0 0 0,1 0-1 0 0,0 0 1 0 0,0-1 0 0 0,0 1 0 0 0,0 0 0 0 0,0 0 0 0 0,-1 0 0 0 0,1-1 0 0 0,0 1 0 0 0,0 0 0 0 0,0 0-1 0 0,0-1 1 0 0,0 1 0 0 0,0 0 0 0 0,0-1 0 0 0,0 1 0 0 0,0 0 0 0 0,0 0 0 0 0,0-1 0 0 0,0 1 0 0 0,0 0-1 0 0,0 0 1 0 0,0-1 0 0 0,0 1 0 0 0,0 0 0 0 0,0 0 0 0 0,0-1 0 0 0,1 1 0 0 0,-1 0 0 0 0,0 0 0 0 0,0-1-1 0 0,0 1 1 0 0,0 0 0 0 0,1 0 0 0 0,5-10-1792 0 0,5 0-1176 0 0,1-2-1010 0 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43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298 117 908 0 0,'22'-10'3134'0'0,"25"-15"0"0"0,-39 21-2232 0 0,-1-1-1 0 0,0 0 1 0 0,0-1 0 0 0,0 0-1 0 0,-1 0 1 0 0,9-10 0 0 0,-14 15-853 0 0,-1 1 0 0 0,1 0 0 0 0,-1-1 0 0 0,1 1 0 0 0,-1-1 1 0 0,1 0-1 0 0,-1 1 0 0 0,1-1 0 0 0,-1 1 0 0 0,0-1 0 0 0,1 0 0 0 0,-1 1 0 0 0,0-1 1 0 0,1 1-1 0 0,-1-1 0 0 0,0 0 0 0 0,0 0 0 0 0,0 1 0 0 0,0-1 0 0 0,0 0 0 0 0,0 1 0 0 0,0-1 1 0 0,0 0-1 0 0,0 0 0 0 0,0 1 0 0 0,0-1 0 0 0,0 0 0 0 0,0 1 0 0 0,0-1 0 0 0,-1 0 0 0 0,1 1 1 0 0,0-1-1 0 0,0 0 0 0 0,-1 1 0 0 0,1-1 0 0 0,-1 1 0 0 0,1-1 0 0 0,0 0 0 0 0,-1 1 1 0 0,1-1-1 0 0,-1 1 0 0 0,0-1 0 0 0,1 1 0 0 0,-1 0 0 0 0,1-1 0 0 0,-1 1 0 0 0,0 0 0 0 0,1-1 1 0 0,-1 1-1 0 0,0 0 0 0 0,1 0 0 0 0,-1-1 0 0 0,-1 1 0 0 0,-2-1 50 0 0,-1 0 0 0 0,1 1-1 0 0,-1-1 1 0 0,1 1 0 0 0,-1 0-1 0 0,-9 1 1 0 0,2 2-6 0 0,-1 0 0 0 0,0 1 0 0 0,1 0 0 0 0,0 1 1 0 0,0 1-1 0 0,0 0 0 0 0,1 0 0 0 0,-13 10 0 0 0,-11 11 55 0 0,-35 32 0 0 0,46-36-52 0 0,-42 49 1 0 0,59-63-79 0 0,0 1-1 0 0,0-1 1 0 0,1 2 0 0 0,0-1 0 0 0,1 0 0 0 0,0 1-1 0 0,1 0 1 0 0,0 1 0 0 0,-2 11 0 0 0,5-20-14 0 0,1-1 1 0 0,-1 0 0 0 0,1 1 0 0 0,0-1-1 0 0,0 1 1 0 0,0-1 0 0 0,0 1-1 0 0,0-1 1 0 0,1 0 0 0 0,-1 1-1 0 0,1-1 1 0 0,-1 0 0 0 0,1 1 0 0 0,0-1-1 0 0,0 0 1 0 0,0 0 0 0 0,0 1-1 0 0,1-1 1 0 0,-1 0 0 0 0,2 2 0 0 0,0-2 1 0 0,-1 0 1 0 0,1 0 0 0 0,0 0-1 0 0,-1-1 1 0 0,1 1 0 0 0,0-1-1 0 0,0 1 1 0 0,0-1 0 0 0,0 0 0 0 0,0 0-1 0 0,0-1 1 0 0,0 1 0 0 0,5 0-1 0 0,5-1-18 0 0,0 1 0 0 0,-1-2-1 0 0,1 0 1 0 0,-1-1-1 0 0,1 0 1 0 0,19-6 0 0 0,-16 3-51 0 0,-2-1 0 0 0,1-1 0 0 0,0 0 0 0 0,-1-1 1 0 0,-1-1-1 0 0,1 0 0 0 0,-2 0 0 0 0,1-1 0 0 0,15-17 1 0 0,0-4-130 0 0,-1-1 0 0 0,31-50 0 0 0,-44 63 180 0 0,-14 19 11 0 0,0-1 1 0 0,0 1 0 0 0,0 0 0 0 0,0 0 0 0 0,0 0 0 0 0,0 0 0 0 0,1 0 0 0 0,-1 0 0 0 0,0 0 0 0 0,0 0 0 0 0,0 0-1 0 0,0 0 1 0 0,0 0 0 0 0,0 0 0 0 0,0 0 0 0 0,0 0 0 0 0,0 0 0 0 0,0-1 0 0 0,0 1 0 0 0,0 0 0 0 0,0 0-1 0 0,0 0 1 0 0,0 0 0 0 0,1 0 0 0 0,-1 0 0 0 0,0 0 0 0 0,0 0 0 0 0,0 0 0 0 0,0 0 0 0 0,0 0 0 0 0,0 0 0 0 0,0 0-1 0 0,0 0 1 0 0,0 0 0 0 0,0 0 0 0 0,0 0 0 0 0,1 0 0 0 0,-1 0 0 0 0,0 0 0 0 0,0 0 0 0 0,0 0 0 0 0,0 1-1 0 0,0-1 1 0 0,0 0 0 0 0,0 0 0 0 0,0 0 0 0 0,0 0 0 0 0,0 0 0 0 0,0 0 0 0 0,0 0 0 0 0,0 0 0 0 0,0 0-1 0 0,0 0 1 0 0,1 0 0 0 0,-1 0 0 0 0,0 0 0 0 0,0 0 0 0 0,0 0 0 0 0,0 1 0 0 0,0-1 0 0 0,0 0 0 0 0,0 0 0 0 0,-3 14 2 0 0,-18 53 9 0 0,-7 23 469 0 0,26-78-856 0 0,0-1 0 0 0,0 0 0 0 0,1 1 0 0 0,0-1 0 0 0,1 1 0 0 0,2 13 0 0 0,9 5-6666 0 0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43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54 2288 0 0,'1'-3'520'0'0,"1"1"0"0"0,-1-1 0 0 0,0 1-1 0 0,0-1 1 0 0,0 1 0 0 0,0-1 0 0 0,0 1 0 0 0,-1-1 0 0 0,1 0-1 0 0,-1 0 1 0 0,0 1 0 0 0,0-1 0 0 0,0 0 0 0 0,0 1-1 0 0,0-1 1 0 0,-1-3 0 0 0,1 5-457 0 0,-1 1 0 0 0,1 0 1 0 0,0-1-1 0 0,-1 1 0 0 0,1-1 0 0 0,0 1 1 0 0,-1 0-1 0 0,1-1 0 0 0,0 1 0 0 0,-1 0 0 0 0,1 0 1 0 0,-1-1-1 0 0,1 1 0 0 0,-1 0 0 0 0,1 0 0 0 0,-1 0 1 0 0,1 0-1 0 0,-1-1 0 0 0,1 1 0 0 0,-1 0 0 0 0,1 0 1 0 0,-1 0-1 0 0,1 0 0 0 0,-1 0 0 0 0,1 0 1 0 0,-1 0-1 0 0,1 1 0 0 0,-2-1 0 0 0,-12 3 543 0 0,13-3-579 0 0,-9 3 282 0 0,1 0 0 0 0,0 1-1 0 0,0 0 1 0 0,0 1 0 0 0,0 0 0 0 0,0 0-1 0 0,-11 11 1 0 0,-51 50 765 0 0,59-54-889 0 0,-10 10 38 0 0,2 0 0 0 0,-20 30 0 0 0,33-43-179 0 0,1 1 0 0 0,0 0 0 0 0,1 0 1 0 0,0 1-1 0 0,0-1 0 0 0,1 1 0 0 0,1 0 1 0 0,-4 21-1 0 0,6-30-33 0 0,1 1 1 0 0,0-1-1 0 0,0 1 0 0 0,0-1 1 0 0,0 0-1 0 0,0 1 0 0 0,1-1 0 0 0,-1 1 1 0 0,1-1-1 0 0,-1 0 0 0 0,1 1 1 0 0,0-1-1 0 0,0 0 0 0 0,0 0 1 0 0,0 0-1 0 0,1 0 0 0 0,-1 0 1 0 0,4 4-1 0 0,-2-3-67 0 0,0-1-1 0 0,0 1 1 0 0,0-1-1 0 0,1 0 1 0 0,-1 0 0 0 0,1 0-1 0 0,0 0 1 0 0,-1 0-1 0 0,1-1 1 0 0,6 2 0 0 0,5 0-735 0 0,0-1 1 0 0,0-1 0 0 0,0 0-1 0 0,30-2 1 0 0,-26 0-1536 0 0,1-2 0 0 0,35-8 1 0 0,-19 1-2324 0 0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43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202 109 2512 0 0,'-6'-15'8534'0'0,"5"14"-8032"0"0,-6 3-177 0 0,1 0 0 0 0,0 1 0 0 0,1 0 0 0 0,-1 0 0 0 0,0 0 0 0 0,1 1 1 0 0,0 0-1 0 0,0 0 0 0 0,0 0 0 0 0,0 0 0 0 0,1 1 0 0 0,0 0 0 0 0,-1 0 1 0 0,2 0-1 0 0,-1 1 0 0 0,-5 10 0 0 0,9-16-313 0 0,0 1 0 0 0,-1 0 0 0 0,1-1 0 0 0,0 1 1 0 0,-1 0-1 0 0,1 0 0 0 0,0-1 0 0 0,0 1 0 0 0,0 0 0 0 0,0 0 0 0 0,0-1 0 0 0,0 1 1 0 0,0 0-1 0 0,0 0 0 0 0,0-1 0 0 0,0 1 0 0 0,0 0 0 0 0,0 0 0 0 0,1-1 1 0 0,-1 1-1 0 0,0 0 0 0 0,1-1 0 0 0,-1 1 0 0 0,0 0 0 0 0,1 0 0 0 0,0 0 3 0 0,1 0-1 0 0,-1 0 0 0 0,0 0 1 0 0,0 0-1 0 0,0-1 0 0 0,1 1 1 0 0,-1-1-1 0 0,0 1 0 0 0,0-1 1 0 0,1 1-1 0 0,-1-1 0 0 0,3 1 1 0 0,4 0 27 0 0,-1-1 1 0 0,1 0 0 0 0,14-1 0 0 0,-11-1-27 0 0,1 0 1 0 0,-1 0 0 0 0,0-1 0 0 0,0-1 0 0 0,-1 0-1 0 0,1 0 1 0 0,-1-1 0 0 0,0 0 0 0 0,0-1 0 0 0,-1 0-1 0 0,1-1 1 0 0,-1 0 0 0 0,-1 0 0 0 0,1-1 0 0 0,-1 0-1 0 0,-1 0 1 0 0,1-1 0 0 0,-1 0 0 0 0,-1 0 0 0 0,6-12-1 0 0,-10 17-19 0 0,0 0 0 0 0,0 0 0 0 0,-1 0 0 0 0,0-1 0 0 0,0 1 0 0 0,1-9 0 0 0,-2 12 1 0 0,0 0 1 0 0,0 1-1 0 0,0-1 1 0 0,0 0-1 0 0,0 0 1 0 0,0 0-1 0 0,0 0 1 0 0,0 0-1 0 0,0 0 1 0 0,-1 0-1 0 0,1 0 1 0 0,0 1-1 0 0,-1-1 1 0 0,1 0-1 0 0,0 0 1 0 0,-1 0-1 0 0,1 1 1 0 0,-1-1-1 0 0,0 0 1 0 0,1 0-1 0 0,-1 1 1 0 0,1-1-1 0 0,-1 1 1 0 0,0-1-1 0 0,0 0 1 0 0,1 1-1 0 0,-1-1 1 0 0,0 1-1 0 0,0 0 1 0 0,0-1-1 0 0,1 1 1 0 0,-1 0-1 0 0,0-1 1 0 0,0 1-1 0 0,0 0 1 0 0,0 0-1 0 0,0 0 1 0 0,0 0-1 0 0,0 0 1 0 0,1 0-1 0 0,-1 0 1 0 0,0 0-1 0 0,0 0 1 0 0,0 0-1 0 0,-1 1 1 0 0,-11 1 16 0 0,0 2 1 0 0,0-1-1 0 0,1 2 1 0 0,0 0 0 0 0,0 0-1 0 0,0 1 1 0 0,0 1-1 0 0,1 0 1 0 0,-13 10-1 0 0,-11 11 313 0 0,-46 47 0 0 0,64-59-196 0 0,2 2-1 0 0,-22 29 1 0 0,33-40-100 0 0,-1 0-1 0 0,1-1 1 0 0,1 2-1 0 0,-1-1 1 0 0,1 0-1 0 0,0 1 1 0 0,1 0-1 0 0,0-1 1 0 0,0 1 0 0 0,-1 16-1 0 0,3-21-18 0 0,0-1 0 0 0,0 0 0 0 0,1 1-1 0 0,-1-1 1 0 0,1 1 0 0 0,-1-1 0 0 0,1 1 0 0 0,0-1 0 0 0,0 0-1 0 0,0 1 1 0 0,0-1 0 0 0,0 0 0 0 0,0 0 0 0 0,1 0-1 0 0,-1 0 1 0 0,1 0 0 0 0,2 3 0 0 0,0-2 5 0 0,-1-1 0 0 0,1 1 0 0 0,0-1-1 0 0,0 0 1 0 0,0 0 0 0 0,0 0 0 0 0,0 0 0 0 0,0-1 0 0 0,6 2 0 0 0,5 0-54 0 0,1-1 1 0 0,-1-1 0 0 0,1 0-1 0 0,24-2 1 0 0,-9-1-1178 0 0,1-2 0 0 0,43-12-1 0 0,13-12-5923 0 0,-48 12 522 0 0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44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8 1392 0 0,'1'-7'10750'0'0,"-18"56"-8544"0"0,-39 80 0 0 0,33-80-3600 0 0,-28 81 0 0 0,49-125 588 0 0,-1 8-414 0 0,5 9-8116 0 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44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77 224 0 0,'10'-12'2316'0'0,"-7"8"-1564"0"0,0 1 1 0 0,0 0-1 0 0,0-1 1 0 0,0 0-1 0 0,-1 0 1 0 0,1 1-1 0 0,-1-2 1 0 0,0 1-1 0 0,-1 0 1 0 0,1 0-1 0 0,-1 0 1 0 0,2-9-1 0 0,-3 13-695 0 0,0-1-1 0 0,-1 1 0 0 0,1-1 0 0 0,0 1 1 0 0,-1 0-1 0 0,1-1 0 0 0,-1 1 0 0 0,1 0 0 0 0,-1-1 1 0 0,1 1-1 0 0,-1 0 0 0 0,1 0 0 0 0,-1 0 0 0 0,1-1 1 0 0,-1 1-1 0 0,1 0 0 0 0,-1 0 0 0 0,1 0 0 0 0,-1 0 1 0 0,1 0-1 0 0,-1 0 0 0 0,1 0 0 0 0,-1 0 1 0 0,1 0-1 0 0,-1 0 0 0 0,1 0 0 0 0,-1 0 0 0 0,1 0 1 0 0,-1 1-1 0 0,0-1 0 0 0,-15 3 408 0 0,16-3-462 0 0,-19 7 254 0 0,1 2 0 0 0,1 0-1 0 0,0 0 1 0 0,0 2 0 0 0,1 0 0 0 0,-28 25-1 0 0,32-26-164 0 0,-3 2 50 0 0,-24 26 1 0 0,35-34-123 0 0,0 1 1 0 0,0 0-1 0 0,1 0 1 0 0,-1 0 0 0 0,1 0-1 0 0,1 0 1 0 0,-1 1 0 0 0,1-1-1 0 0,-3 11 1 0 0,4-15-16 0 0,1 1 1 0 0,0 0-1 0 0,0 0 1 0 0,1-1-1 0 0,-1 1 1 0 0,0 0-1 0 0,0-1 1 0 0,1 1-1 0 0,-1 0 1 0 0,1-1-1 0 0,0 1 1 0 0,-1-1-1 0 0,1 1 1 0 0,0-1-1 0 0,0 1 1 0 0,0-1-1 0 0,0 1 1 0 0,0-1-1 0 0,0 0 1 0 0,0 0-1 0 0,1 1 1 0 0,-1-1-1 0 0,0 0 1 0 0,1 0-1 0 0,-1 0 1 0 0,1-1-1 0 0,-1 1 1 0 0,2 1-1 0 0,7 2 11 0 0,-1 1-1 0 0,1-2 1 0 0,13 5 0 0 0,-14-6-1 0 0,35 11 258 0 0,-23-8-115 0 0,-1 1 0 0 0,30 14 1 0 0,-48-20-124 0 0,0 1 1 0 0,-1 0-1 0 0,1-1 1 0 0,-1 1-1 0 0,1 0 1 0 0,-1 0-1 0 0,1 0 0 0 0,-1 1 1 0 0,0-1-1 0 0,1 0 1 0 0,-1 0-1 0 0,0 1 1 0 0,0-1-1 0 0,0 0 1 0 0,0 1-1 0 0,0 0 1 0 0,0-1-1 0 0,-1 1 1 0 0,1-1-1 0 0,0 1 1 0 0,-1 0-1 0 0,1 2 1 0 0,-1-2 8 0 0,0 0 0 0 0,0 0-1 0 0,-1 1 1 0 0,1-1 0 0 0,-1 0 0 0 0,1 0 0 0 0,-1 0 0 0 0,0 0 0 0 0,0 0 0 0 0,0 0 0 0 0,0 0 0 0 0,0 0 0 0 0,-1 0-1 0 0,1 0 1 0 0,-2 1 0 0 0,-3 4 35 0 0,0 0 0 0 0,-1-1-1 0 0,0 0 1 0 0,0-1 0 0 0,-1 1-1 0 0,0-2 1 0 0,-8 6-1 0 0,10-8-184 0 0,-1 1-1 0 0,1 0 0 0 0,-1-1 0 0 0,0-1 0 0 0,1 1 1 0 0,-1-1-1 0 0,0 0 0 0 0,0 0 0 0 0,-10-1 0 0 0,13 0-308 0 0,0-1 0 0 0,0 0 0 0 0,0 0 0 0 0,0 0 0 0 0,0 0 0 0 0,0 0 0 0 0,-4-3 0 0 0,5 2-356 0 0,0 0 0 0 0,0 0-1 0 0,0 0 1 0 0,0 0 0 0 0,0 0-1 0 0,0-1 1 0 0,1 0 0 0 0,-5-5-1 0 0,-3-8-5404 0 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44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2392 0 0,'29'-58'11505'0'0,"-29"56"-11166"0"0,6-4 132 0 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49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96 287 784 0 0,'-12'-4'2976'0'0,"10"4"-1988"0"0,0 0-765 0 0,-1 0 0 0 0,1 0-1 0 0,0-1 1 0 0,0 2 0 0 0,-1-1 0 0 0,1 0 0 0 0,0 0 0 0 0,0 1 0 0 0,0 0 0 0 0,0-1 0 0 0,-1 1 0 0 0,1 0 0 0 0,0 0-1 0 0,0 0 1 0 0,0 0 0 0 0,1 0 0 0 0,-1 0 0 0 0,-3 3 0 0 0,-1 3 158 0 0,0 0-1 0 0,1-1 1 0 0,0 2 0 0 0,-6 10-1 0 0,11-18-359 0 0,-1 0 1 0 0,1 1-1 0 0,-1-1 0 0 0,1 1 0 0 0,0-1 0 0 0,-1 1 0 0 0,1-1 0 0 0,-1 1 1 0 0,1 0-1 0 0,0-1 0 0 0,0 1 0 0 0,-1-1 0 0 0,1 1 0 0 0,0 0 0 0 0,0-1 0 0 0,0 1 1 0 0,0 0-1 0 0,0-1 0 0 0,0 1 0 0 0,0 0 0 0 0,0-1 0 0 0,0 1 0 0 0,0-1 0 0 0,0 1 1 0 0,0 0-1 0 0,0-1 0 0 0,1 1 0 0 0,-1 0 0 0 0,0-1 0 0 0,0 1 0 0 0,1-1 1 0 0,-1 1-1 0 0,0-1 0 0 0,1 1 0 0 0,-1-1 0 0 0,1 2 0 0 0,1-2 18 0 0,0 1-1 0 0,-1-1 0 0 0,1 0 1 0 0,0 0-1 0 0,0 1 0 0 0,-1-1 1 0 0,1 0-1 0 0,0 0 1 0 0,0-1-1 0 0,-1 1 0 0 0,1 0 1 0 0,0-1-1 0 0,0 1 0 0 0,3-2 1 0 0,24-8 97 0 0,0-2 0 0 0,0-1 0 0 0,51-33 0 0 0,72-63-110 0 0,-131 94-5 0 0,-5 3-21 0 0,38-28 127 0 0,55-53-1 0 0,-109 92-126 0 0,1 1 1 0 0,-1 0-1 0 0,1-1 1 0 0,-1 1-1 0 0,0 0 0 0 0,1-1 1 0 0,-1 1-1 0 0,1-1 1 0 0,-1 1-1 0 0,0-1 0 0 0,0 1 1 0 0,1-1-1 0 0,-1 1 1 0 0,0-1-1 0 0,0 1 0 0 0,1-1 1 0 0,-1 1-1 0 0,0-1 1 0 0,0 1-1 0 0,0-1 0 0 0,0 0 1 0 0,-9 1 2 0 0,-16 10 8 0 0,8 0-20 0 0,0 2 1 0 0,1 1 0 0 0,-22 20 0 0 0,35-29 5 0 0,-1-1 1 0 0,1 1-1 0 0,0-1 1 0 0,0 1-1 0 0,0 0 1 0 0,0 1 0 0 0,1-1-1 0 0,0 0 1 0 0,0 1-1 0 0,0-1 1 0 0,0 1-1 0 0,1-1 1 0 0,-1 1 0 0 0,1 0-1 0 0,0 0 1 0 0,1 0-1 0 0,-1 0 1 0 0,1 0-1 0 0,0 0 1 0 0,1 5 0 0 0,0-5 1 0 0,1-1 1 0 0,0 1 0 0 0,0 0 0 0 0,0 0 0 0 0,1-1 0 0 0,0 1 0 0 0,0-1 0 0 0,0 0 0 0 0,0 0 0 0 0,1 0-1 0 0,5 5 1 0 0,7 5 14 0 0,24 16-1 0 0,-39-29-12 0 0,32 21 2 0 0,-21-14 18 0 0,1-1 1 0 0,-1 2 0 0 0,-1 0 0 0 0,0 0 0 0 0,0 1 0 0 0,0 1 0 0 0,16 21 0 0 0,-26-30 37 0 0,0 0 0 0 0,0 0 1 0 0,0 0-1 0 0,0 0 0 0 0,-1 0 1 0 0,1 0-1 0 0,0 0 0 0 0,-1 1 1 0 0,0-1-1 0 0,1 0 0 0 0,-1 0 1 0 0,0 1-1 0 0,0-1 0 0 0,0 0 1 0 0,0 0-1 0 0,-1 1 0 0 0,1-1 1 0 0,-1 0-1 0 0,0 4 0 0 0,-1-3 42 0 0,0 1 0 0 0,0-1 0 0 0,0 1 0 0 0,0-1 0 0 0,-1 0 0 0 0,0 0 0 0 0,1 0 0 0 0,-1 0 0 0 0,0 0 0 0 0,-5 2 0 0 0,-2 3 153 0 0,-1-2 0 0 0,0 1 0 0 0,-1-2 0 0 0,0 1 0 0 0,-24 6 0 0 0,18-7-158 0 0,0-1-1 0 0,0-1 0 0 0,0-1 0 0 0,0-1 1 0 0,0 0-1 0 0,0-1 0 0 0,-1-1 0 0 0,1-1 1 0 0,0-1-1 0 0,-20-5 0 0 0,33 7-162 0 0,0-1 0 0 0,1 0-1 0 0,-1 1 1 0 0,0-2 0 0 0,1 1-1 0 0,-1 0 1 0 0,1-1 0 0 0,0 0-1 0 0,-5-4 1 0 0,8 5-80 0 0,0 1 0 0 0,0-1 0 0 0,0 1 0 0 0,0-1 0 0 0,0 1 0 0 0,0-1 0 0 0,0 0 0 0 0,1 1 0 0 0,-1-1 0 0 0,1 0 0 0 0,-1 0 0 0 0,1 0 0 0 0,0 1 0 0 0,-1-1 0 0 0,1 0 0 0 0,0 0 0 0 0,0 0 0 0 0,0 0 0 0 0,1 1 0 0 0,-1-1 0 0 0,0 0 0 0 0,1 0 0 0 0,-1 0 0 0 0,1 1 0 0 0,0-1 0 0 0,-1 0 0 0 0,3-2 0 0 0,1-4-1122 0 0,0 1 0 0 0,0 0 0 0 0,1 0-1 0 0,8-9 1 0 0,4-1-3292 0 0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49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34 101 364 0 0,'3'0'3563'0'0,"-2"0"-3545"0"0,1 0 219 0 0,0 0-1 0 0,0 0 1 0 0,0 0 0 0 0,0 0-1 0 0,1 0 1 0 0,-1 1-1 0 0,0-1 1 0 0,0 0-1 0 0,0 1 1 0 0,0 0 0 0 0,0 0-1 0 0,0-1 1 0 0,0 1-1 0 0,0 0 1 0 0,-1 0-1 0 0,1 1 1 0 0,0-1 0 0 0,0 0-1 0 0,-1 1 1 0 0,1-1-1 0 0,-1 1 1 0 0,1-1 0 0 0,-1 1-1 0 0,0 0 1 0 0,1 1-1 0 0,2 3-41 0 0,-2-2-88 0 0,0-1-1 0 0,0 1 1 0 0,0-1 0 0 0,1 0-1 0 0,-1 1 1 0 0,1-1-1 0 0,0 0 1 0 0,0-1 0 0 0,0 1-1 0 0,0 0 1 0 0,0-1-1 0 0,1 0 1 0 0,-1 0 0 0 0,1 0-1 0 0,-1 0 1 0 0,1 0-1 0 0,0-1 1 0 0,0 1 0 0 0,0-1-1 0 0,6 1 1 0 0,3-2-33 0 0,-1 0 0 0 0,1 0 1 0 0,-1-1-1 0 0,1-1 0 0 0,-1 0 0 0 0,0-1 1 0 0,0 0-1 0 0,0-1 0 0 0,19-9 1 0 0,-27 11-60 0 0,1 0 1 0 0,-1-1-1 0 0,0 0 1 0 0,0 0-1 0 0,0 0 1 0 0,0 0-1 0 0,0-1 1 0 0,-1 0-1 0 0,0 1 1 0 0,1-1-1 0 0,4-8 1 0 0,-7 8-11 0 0,1 0 0 0 0,-1 1 1 0 0,0-1-1 0 0,0 0 0 0 0,0 0 0 0 0,0 0 1 0 0,0 0-1 0 0,-1 0 0 0 0,0 0 1 0 0,0 0-1 0 0,0 1 0 0 0,0-1 0 0 0,-1 0 1 0 0,0 0-1 0 0,1 0 0 0 0,-1 0 1 0 0,-2-4-1 0 0,2 6-7 0 0,1 0 1 0 0,-1 0-1 0 0,0 0 1 0 0,0 0 0 0 0,0 0-1 0 0,0 1 1 0 0,0-1-1 0 0,0 0 1 0 0,-1 1-1 0 0,1-1 1 0 0,0 1-1 0 0,-1-1 1 0 0,1 1-1 0 0,-1 0 1 0 0,0-1-1 0 0,1 1 1 0 0,-1 0-1 0 0,0 0 1 0 0,0 0-1 0 0,0 0 1 0 0,0 1 0 0 0,0-1-1 0 0,0 0 1 0 0,0 1-1 0 0,0-1 1 0 0,0 1-1 0 0,0 0 1 0 0,0 0-1 0 0,0 0 1 0 0,0 0-1 0 0,0 0 1 0 0,0 0-1 0 0,0 0 1 0 0,0 1-1 0 0,0-1 1 0 0,0 1-1 0 0,0-1 1 0 0,-3 2 0 0 0,-5 2-2 0 0,0 1 1 0 0,0-1-1 0 0,1 1 1 0 0,-1 1 0 0 0,1 0-1 0 0,-9 7 1 0 0,-9 9 24 0 0,1 2-1 0 0,1 0 1 0 0,-25 32 0 0 0,39-43 10 0 0,1 1 1 0 0,0 0-1 0 0,1 0 1 0 0,1 1-1 0 0,0 1 1 0 0,1-1-1 0 0,1 1 1 0 0,-6 24-1 0 0,11-36-35 0 0,0-1-1 0 0,0 1 1 0 0,1 0 0 0 0,-1-1-1 0 0,1 1 1 0 0,0 0-1 0 0,0 0 1 0 0,0-1 0 0 0,0 1-1 0 0,1 0 1 0 0,0 0-1 0 0,0-1 1 0 0,0 1 0 0 0,0-1-1 0 0,0 1 1 0 0,1-1-1 0 0,-1 1 1 0 0,1-1 0 0 0,0 0-1 0 0,0 0 1 0 0,0 0-1 0 0,1 0 1 0 0,-1 0 0 0 0,1 0-1 0 0,-1-1 1 0 0,1 1-1 0 0,0-1 1 0 0,0 1 0 0 0,0-1-1 0 0,0 0 1 0 0,1-1-1 0 0,-1 1 1 0 0,0 0 0 0 0,1-1-1 0 0,4 2 1 0 0,7 1-248 0 0,0-1 0 0 0,0 0 0 0 0,0-1 1 0 0,1 0-1 0 0,-1-2 0 0 0,1 1 0 0 0,19-4 0 0 0,5-1-1305 0 0,0-2-1 0 0,0-2 1 0 0,46-15 0 0 0,-31 4-1545 0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50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256 175 356 0 0,'31'-161'11364'0'0,"-31"160"-11312"0"0,0 1 1 0 0,0-1-1 0 0,0 1 1 0 0,1-1-1 0 0,-1 1 1 0 0,0-1-1 0 0,0 1 1 0 0,0-1-1 0 0,0 1 1 0 0,0-1-1 0 0,0 1 1 0 0,0-1-1 0 0,0 1 1 0 0,0-1-1 0 0,0 1 1 0 0,0-1 0 0 0,0 1-1 0 0,-1-1 1 0 0,1 1-1 0 0,0-1 1 0 0,0 1-1 0 0,0 0 1 0 0,-1-1-1 0 0,1 1 1 0 0,0-1-1 0 0,-1 0 1 0 0,-9 8 428 0 0,-9 20 5 0 0,-28 74 1047 0 0,-51 162-1 0 0,75-194-1191 0 0,21-64-319 0 0,-59 192 639 0 0,53-166-575 0 0,2-1 1 0 0,1 1-1 0 0,2 0 1 0 0,0 50-1 0 0,3-78-133 0 0,0-1-1 0 0,1 1 1 0 0,-1-1-1 0 0,0 1 1 0 0,1 0-1 0 0,-1-1 0 0 0,1 1 1 0 0,0-1-1 0 0,0 1 1 0 0,0-1-1 0 0,0 1 1 0 0,0-1-1 0 0,1 0 0 0 0,-1 0 1 0 0,1 0-1 0 0,0 1 1 0 0,-1-1-1 0 0,1-1 1 0 0,0 1-1 0 0,0 0 0 0 0,0 0 1 0 0,0-1-1 0 0,1 1 1 0 0,-1-1-1 0 0,0 0 1 0 0,1 1-1 0 0,-1-1 0 0 0,0 0 1 0 0,1-1-1 0 0,-1 1 1 0 0,1 0-1 0 0,0-1 1 0 0,-1 1-1 0 0,1-1 0 0 0,0 0 1 0 0,-1 0-1 0 0,1 0 1 0 0,4-1-1 0 0,3 0-840 0 0,0 0 0 0 0,0-1-1 0 0,-1 0 1 0 0,1 0 0 0 0,0-1 0 0 0,-1-1-1 0 0,0 1 1 0 0,0-2 0 0 0,11-6 0 0 0,9-9-4597 0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5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 2132 0 0,'-34'0'4050'0'0,"-66"10"-1"0"0,97-10-3589 0 0,11 10-145 0 0,-3-8-285 0 0,0-1-1 0 0,-1-1 1 0 0,1 1-1 0 0,0-1 1 0 0,0 1-1 0 0,0-1 1 0 0,-1-1-1 0 0,9 0 1 0 0,-1 0 25 0 0,236-8-1012 0 0,-83 10-3658 0 0,-99 2 1264 0 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51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386 399 188 0 0,'-8'-8'11674'0'0,"6"7"-11509"0"0,0 1 0 0 0,1-1 0 0 0,-1 0 1 0 0,1 1-1 0 0,-1-1 0 0 0,0 1 0 0 0,0-1 1 0 0,1 1-1 0 0,-1 0 0 0 0,0 0 0 0 0,0 0 0 0 0,1 0 1 0 0,-1 0-1 0 0,0 0 0 0 0,1 0 0 0 0,-1 1 1 0 0,0-1-1 0 0,0 1 0 0 0,1-1 0 0 0,-1 1 0 0 0,1 0 1 0 0,-1-1-1 0 0,-2 3 0 0 0,-40 25 172 0 0,42-27-254 0 0,-27 21 222 0 0,-52 51-1 0 0,68-59-252 0 0,1-1 0 0 0,1 2 0 0 0,0 0-1 0 0,1 0 1 0 0,-16 32 0 0 0,25-45-46 0 0,0 1-1 0 0,0-1 1 0 0,0 0-1 0 0,1 1 1 0 0,-1-1 0 0 0,0 0-1 0 0,1 1 1 0 0,0-1-1 0 0,-1 1 1 0 0,1-1 0 0 0,0 1-1 0 0,0-1 1 0 0,0 0-1 0 0,1 1 1 0 0,-1-1 0 0 0,1 1-1 0 0,-1-1 1 0 0,1 0-1 0 0,1 5 1 0 0,0-6 0 0 0,-1 1 0 0 0,0 0 0 0 0,1-1 1 0 0,0 1-1 0 0,-1-1 0 0 0,1 0 0 0 0,0 1 0 0 0,0-1 0 0 0,0 0 1 0 0,0 0-1 0 0,0 0 0 0 0,0 0 0 0 0,0-1 0 0 0,0 1 1 0 0,0 0-1 0 0,0-1 0 0 0,0 1 0 0 0,0-1 0 0 0,0 0 0 0 0,1 0 1 0 0,-1 0-1 0 0,3 0 0 0 0,7-1 6 0 0,0 0 0 0 0,0-1 0 0 0,0 0 0 0 0,-1-1 0 0 0,1 0 0 0 0,-1-1 0 0 0,1 0 0 0 0,-1-1 0 0 0,17-10 0 0 0,-12 6-14 0 0,-1-2 0 0 0,1 0-1 0 0,-1-1 1 0 0,-1 0-1 0 0,17-19 1 0 0,-18 16-6 0 0,-1 0 0 0 0,0-1 0 0 0,-2 0 0 0 0,11-21 0 0 0,-17 29 2 0 0,0-1 0 0 0,-1 1 0 0 0,0-1 1 0 0,0 0-1 0 0,-1 1 0 0 0,0-1 0 0 0,0 0 1 0 0,-1-1-1 0 0,-1 1 0 0 0,0-17 1 0 0,0 23 0 0 0,0 1 1 0 0,-1 0 0 0 0,1-1 0 0 0,-1 1-1 0 0,1 0 1 0 0,-1-1 0 0 0,0 1 0 0 0,0 0 0 0 0,0-1-1 0 0,0 1 1 0 0,0 0 0 0 0,-1 0 0 0 0,1 0-1 0 0,0 0 1 0 0,-1 0 0 0 0,0 1 0 0 0,1-1 0 0 0,-1 0-1 0 0,-3-1 1 0 0,3 1 0 0 0,-1 1 0 0 0,0 0 0 0 0,0 0 0 0 0,0 0 0 0 0,0 0 1 0 0,0 0-1 0 0,0 1 0 0 0,0-1 0 0 0,0 1 0 0 0,0 0 0 0 0,0 0 0 0 0,0 0 0 0 0,-4 1 0 0 0,-6 1-6 0 0,1 1 1 0 0,-1 1-1 0 0,1 0 0 0 0,0 0 1 0 0,0 1-1 0 0,-11 7 0 0 0,1 0 13 0 0,0 1 0 0 0,-32 27 1 0 0,46-34-2 0 0,1 0 1 0 0,0 0 0 0 0,1 1 0 0 0,0 0-1 0 0,0 1 1 0 0,0-1 0 0 0,1 1 0 0 0,0 0 0 0 0,0 0-1 0 0,-4 12 1 0 0,9-18 0 0 0,-1-1 0 0 0,1 1 0 0 0,-1-1 0 0 0,1 1 1 0 0,0-1-1 0 0,0 1 0 0 0,-1 0 0 0 0,1-1 0 0 0,0 1 0 0 0,0-1 0 0 0,1 1 0 0 0,-1 0 0 0 0,0-1 0 0 0,1 1 0 0 0,-1-1 0 0 0,0 1 0 0 0,1-1 0 0 0,0 1 0 0 0,-1-1 0 0 0,1 1 1 0 0,1 1-1 0 0,0-1 0 0 0,0 0 0 0 0,0 0 0 0 0,0 0 0 0 0,0-1 0 0 0,1 1 0 0 0,-1 0 0 0 0,0-1 0 0 0,1 0 0 0 0,-1 0 0 0 0,1 0 0 0 0,4 2 0 0 0,4-1 3 0 0,1 1-1 0 0,0-1 1 0 0,-1-1 0 0 0,21 0 0 0 0,1-2-90 0 0,0-2 1 0 0,0-1 0 0 0,0-2-1 0 0,40-11 1 0 0,-28 2-310 0 0,0-1 0 0 0,59-30 0 0 0,-70 27 277 0 0,0-1-1 0 0,-1-2 0 0 0,-1-1 1 0 0,-2-1-1 0 0,0-2 0 0 0,-2-1 1 0 0,0-2-1 0 0,-2 0 0 0 0,-2-2 1 0 0,0-1-1 0 0,-2 0 0 0 0,32-66 1 0 0,-31 48 170 0 0,-22 49-50 0 0,-3 3-6 0 0,-8 11 7 0 0,0 2 1 0 0,1-1 0 0 0,-10 23-1 0 0,1-4 15 0 0,-35 72 444 0 0,4 2-1 0 0,-51 166 0 0 0,-40 237 820 0 0,110-393-1030 0 0,-9 40 155 0 0,-48 175 264 0 0,64-260-189 0 0,-3-1-1 0 0,-52 100 0 0 0,63-143-123 0 0,-1-1-1 0 0,-2 0 1 0 0,-21 25 0 0 0,33-45-267 0 0,1-1 0 0 0,-1 1 1 0 0,0-2-1 0 0,0 1 0 0 0,-1-1 0 0 0,0 0 0 0 0,0 0 0 0 0,0 0 0 0 0,0-1 0 0 0,-1-1 1 0 0,1 1-1 0 0,-1-1 0 0 0,0 0 0 0 0,0-1 0 0 0,0 0 0 0 0,-16 2 0 0 0,19-4-60 0 0,0 0 0 0 0,0 0-1 0 0,0-1 1 0 0,0 1-1 0 0,0-1 1 0 0,0-1 0 0 0,0 1-1 0 0,0-1 1 0 0,0 1 0 0 0,1-1-1 0 0,-1-1 1 0 0,1 1-1 0 0,-1-1 1 0 0,-3-3 0 0 0,2 1-12 0 0,0 0 1 0 0,1 0 0 0 0,0-1-1 0 0,0 1 1 0 0,0-1 0 0 0,1 0-1 0 0,0-1 1 0 0,-6-11 0 0 0,4 3-10 0 0,0-1 1 0 0,1 1 0 0 0,1-1-1 0 0,0 0 1 0 0,1-1-1 0 0,1 1 1 0 0,0 0 0 0 0,1-19-1 0 0,3 5-8 0 0,1 0-1 0 0,2 1 1 0 0,1-1 0 0 0,1 1-1 0 0,1 0 1 0 0,2 1 0 0 0,19-40-1 0 0,-3 15-24 0 0,3 2 0 0 0,65-88-1 0 0,-55 90-169 0 0,2 2-1 0 0,2 2 1 0 0,2 2 0 0 0,2 2-1 0 0,1 2 1 0 0,2 2-1 0 0,57-31 1 0 0,-55 39-2017 0 0,65-25 0 0 0,-66 35-2406 0 0,75-19 0 0 0,-95 30-1342 0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52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508 478 1892 0 0,'-1'-7'910'0'0,"0"0"0"0"0,0-1 0 0 0,0 1 0 0 0,-1 0 1 0 0,0 0-1 0 0,-5-9 0 0 0,7 15-799 0 0,-2-1 1 0 0,1 0-1 0 0,0 0 1 0 0,0 1-1 0 0,0-1 1 0 0,-1 0-1 0 0,1 1 1 0 0,-1 0-1 0 0,1-1 1 0 0,-1 1-1 0 0,0 0 1 0 0,1 0-1 0 0,-1 0 1 0 0,0 0-1 0 0,0 0 1 0 0,0 0-1 0 0,0 0 1 0 0,0 1-1 0 0,0-1 1 0 0,0 1-1 0 0,0-1 1 0 0,0 1-1 0 0,0 0 1 0 0,0 0-1 0 0,-4 0 1 0 0,-3 2 7 0 0,0 0 1 0 0,1 0-1 0 0,-1 1 1 0 0,1 0-1 0 0,-1 1 1 0 0,1 0-1 0 0,0 0 1 0 0,1 0-1 0 0,-1 1 1 0 0,-13 12-1 0 0,8-8 13 0 0,-28 21 107 0 0,1 2 1 0 0,1 2 0 0 0,2 1-1 0 0,2 2 1 0 0,-61 80-1 0 0,89-107-228 0 0,1 0 0 0 0,0 1 0 0 0,1-1-1 0 0,0 1 1 0 0,-3 12 0 0 0,7-20-4 0 0,0-1 0 0 0,1 0-1 0 0,-1 0 1 0 0,1 0 0 0 0,0 1 0 0 0,0-1 0 0 0,0 0 0 0 0,0 0 0 0 0,0 1 0 0 0,0-1 0 0 0,1 0-1 0 0,-1 0 1 0 0,1 0 0 0 0,1 4 0 0 0,-1-5 0 0 0,0 1-1 0 0,0-1 1 0 0,0 0-1 0 0,0 1 1 0 0,1-1 0 0 0,-1 0-1 0 0,0 0 1 0 0,1 0-1 0 0,-1 0 1 0 0,1 0 0 0 0,-1 0-1 0 0,1 0 1 0 0,-1-1-1 0 0,1 1 1 0 0,0-1-1 0 0,-1 1 1 0 0,1-1 0 0 0,0 1-1 0 0,-1-1 1 0 0,1 0-1 0 0,2 0 1 0 0,6 1 6 0 0,0-2 1 0 0,0 1-1 0 0,0-1 0 0 0,0-1 0 0 0,0 0 1 0 0,-1 0-1 0 0,1-1 0 0 0,13-5 1 0 0,5-4-1 0 0,37-23-1 0 0,-38 19-55 0 0,0-2 0 0 0,-2-2 0 0 0,0 0 0 0 0,-2-1 0 0 0,25-28 0 0 0,-10 5-81 0 0,60-95 1 0 0,-60 82-72 0 0,-37 55 168 0 0,-2 5 26 0 0,0 0 1 0 0,-1 0-1 0 0,1-1 1 0 0,0 1-1 0 0,-1-1 1 0 0,0 1-1 0 0,1-1 0 0 0,-3 3 1 0 0,-4 6 3 0 0,-63 125 207 0 0,64-118-175 0 0,0 0-1 0 0,1 0 1 0 0,1 1-1 0 0,0-1 1 0 0,-3 39-1 0 0,8-54-28 0 0,0 0-1 0 0,0 0 1 0 0,0 0-1 0 0,0 0 0 0 0,0 0 1 0 0,1 0-1 0 0,-1 0 1 0 0,1 0-1 0 0,0 0 0 0 0,0 0 1 0 0,0 0-1 0 0,1 0 1 0 0,-1 0-1 0 0,0-1 0 0 0,1 1 1 0 0,0-1-1 0 0,0 1 1 0 0,0-1-1 0 0,0 0 0 0 0,0 1 1 0 0,0-1-1 0 0,0 0 1 0 0,1 0-1 0 0,-1-1 1 0 0,1 1-1 0 0,-1 0 0 0 0,1-1 1 0 0,0 0-1 0 0,0 1 1 0 0,-1-1-1 0 0,1 0 0 0 0,0-1 1 0 0,0 1-1 0 0,0 0 1 0 0,6 0-1 0 0,3 0 5 0 0,-1-1 0 0 0,1 0 0 0 0,0 0-1 0 0,-1-1 1 0 0,1-1 0 0 0,-1 0 0 0 0,1 0 0 0 0,14-6 0 0 0,10-6-69 0 0,0-1 0 0 0,-1-2 1 0 0,-1-2-1 0 0,-1-1 1 0 0,-1-1-1 0 0,0-2 0 0 0,-2-1 1 0 0,-1-1-1 0 0,-1-2 0 0 0,-1 0 1 0 0,-1-2-1 0 0,43-63 1 0 0,70-146-207 0 0,-138 237 262 0 0,-1 0 0 0 0,1 1 0 0 0,-1-1 0 0 0,1 0 0 0 0,-1 0 0 0 0,0 1 0 0 0,1-1 0 0 0,-1 0-1 0 0,0 0 1 0 0,0 0 0 0 0,1 1 0 0 0,-1-1 0 0 0,0 0 0 0 0,0 0 0 0 0,0 0 0 0 0,0 0 0 0 0,0 1 0 0 0,0-3 0 0 0,-11 11-1 0 0,-19 25 33 0 0,11-8-43 0 0,-121 170 333 0 0,113-153-167 0 0,2 1 1 0 0,-35 84-1 0 0,52-104-112 0 0,-11 41 0 0 0,17-58-25 0 0,1 1 0 0 0,0 0 0 0 0,1 0 0 0 0,-1 0 0 0 0,1 0 0 0 0,0 0 0 0 0,1 0 0 0 0,0 0 0 0 0,0 0 0 0 0,4 12 0 0 0,-4-17-6 0 0,0 1 0 0 0,0-1 1 0 0,0 1-1 0 0,1-1 0 0 0,-1 0 0 0 0,1 0 0 0 0,0 1 0 0 0,0-1 1 0 0,-1 0-1 0 0,1 0 0 0 0,1-1 0 0 0,-1 1 0 0 0,0 0 0 0 0,0-1 1 0 0,5 3-1 0 0,-2-2 3 0 0,0 0 0 0 0,0 0 0 0 0,0-1-1 0 0,0 0 1 0 0,0 0 0 0 0,0 0 0 0 0,10 0 0 0 0,3-2 10 0 0,-1 0 0 0 0,1-2 0 0 0,32-7 0 0 0,-8-2-32 0 0,0-2 0 0 0,0-2-1 0 0,-2-2 1 0 0,0-1 0 0 0,-1-3 0 0 0,-1 0 0 0 0,-1-3-1 0 0,-2-1 1 0 0,0-1 0 0 0,40-43 0 0 0,-26 18-93 0 0,-2-1 1 0 0,-3-3-1 0 0,-2-2 1 0 0,-3-1-1 0 0,52-109 1 0 0,-90 167 101 0 0,32-71 28 0 0,-30 63-24 0 0,0 0 1 0 0,0 0 0 0 0,-1 0-1 0 0,0-1 1 0 0,-1 1 0 0 0,1-10 0 0 0,-2 19-5 0 0,0-1 1 0 0,-1 1 0 0 0,1-1 0 0 0,0 1 0 0 0,0-1 0 0 0,0 1 0 0 0,0 0 0 0 0,-1-1-1 0 0,1 1 1 0 0,0 0 0 0 0,0-1 0 0 0,-1 1 0 0 0,1 0 0 0 0,0-1 0 0 0,-1 1-1 0 0,1 0 1 0 0,0 0 0 0 0,-1-1 0 0 0,1 1 0 0 0,0 0 0 0 0,-1 0 0 0 0,1 0-1 0 0,0-1 1 0 0,-1 1 0 0 0,1 0 0 0 0,-1 0 0 0 0,1 0 0 0 0,-1 0 0 0 0,1 0 0 0 0,0 0-1 0 0,-1 0 1 0 0,1 0 0 0 0,-1 0 0 0 0,0 0 0 0 0,-14 2-35 0 0,-1 6 43 0 0,0 1 0 0 0,1 1 1 0 0,0 0-1 0 0,1 1 0 0 0,0 0 1 0 0,-22 24-1 0 0,13-13 62 0 0,-38 38 471 0 0,-65 80 0 0 0,97-104-321 0 0,2 1 0 0 0,2 2 0 0 0,-40 80 0 0 0,59-103-171 0 0,-1 0 0 0 0,2 0 0 0 0,0 1 0 0 0,1-1 0 0 0,1 1 0 0 0,-3 29 0 0 0,6-41-37 0 0,-1 1 1 0 0,2-1-1 0 0,-1 1 0 0 0,0-1 0 0 0,1 0 0 0 0,0 0 1 0 0,0 1-1 0 0,1-1 0 0 0,-1 0 0 0 0,1 0 1 0 0,0 0-1 0 0,1 0 0 0 0,-1-1 0 0 0,1 1 1 0 0,0 0-1 0 0,0-1 0 0 0,0 0 0 0 0,1 0 1 0 0,-1 0-1 0 0,1 0 0 0 0,0 0 0 0 0,0-1 1 0 0,1 0-1 0 0,-1 0 0 0 0,8 4 0 0 0,-1-3-267 0 0,0 0 0 0 0,1 0 0 0 0,-1-1 0 0 0,1 0 0 0 0,0-1 0 0 0,0-1-1 0 0,0 0 1 0 0,0 0 0 0 0,0-1 0 0 0,22-3 0 0 0,4-3-2185 0 0,-2-1 0 0 0,43-14 0 0 0,-24 4-1818 0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53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106 766 2836 0 0,'-17'9'3699'0'0,"-27"17"-1"0"0,40-23-3467 0 0,1 0-1 0 0,-1 0 0 0 0,0 0 1 0 0,1 0-1 0 0,0 1 0 0 0,0-1 1 0 0,0 1-1 0 0,0 0 1 0 0,0 0-1 0 0,1 0 0 0 0,0 0 1 0 0,-3 5-1 0 0,5-8-204 0 0,-1 0 1 0 0,1 1-1 0 0,0-1 0 0 0,-1 0 1 0 0,1 0-1 0 0,0 0 0 0 0,0 0 1 0 0,0 1-1 0 0,0-1 0 0 0,0 0 1 0 0,0 0-1 0 0,0 0 0 0 0,0 1 1 0 0,0-1-1 0 0,1 0 0 0 0,-1 0 1 0 0,0 0-1 0 0,1 0 0 0 0,-1 0 1 0 0,1 0-1 0 0,-1 0 1 0 0,1 0-1 0 0,0 0 0 0 0,0 1 1 0 0,1 0-1 0 0,-1-1 0 0 0,1 0 0 0 0,0 0 0 0 0,-1 0 0 0 0,1 0 0 0 0,0 0 0 0 0,0 0 0 0 0,0 0 0 0 0,0-1 0 0 0,0 1 0 0 0,0-1 1 0 0,3 1-1 0 0,4 0 21 0 0,0-1 1 0 0,0 0-1 0 0,0-1 1 0 0,0 1 0 0 0,10-4-1 0 0,16-4-38 0 0,0-2 0 0 0,-1-1 0 0 0,0-2 0 0 0,-1-1 1 0 0,-1-2-1 0 0,0-1 0 0 0,-1-1 0 0 0,-1-2 0 0 0,-1-1 0 0 0,-1-1 0 0 0,0-2 0 0 0,-2 0 0 0 0,-1-2 0 0 0,-1-1 0 0 0,-1-1 0 0 0,-2-1 0 0 0,28-48 0 0 0,-8-2-54 0 0,-4-1 0 0 0,-4-3 0 0 0,33-118 0 0 0,-64 196 28 0 0,-1-1 0 0 0,0 1 0 0 0,0 0 0 0 0,-1 0-1 0 0,1-10 1 0 0,-3 16 7 0 0,0 0 0 0 0,1 0 0 0 0,-1-1-1 0 0,1 1 1 0 0,-1 0 0 0 0,1 0 0 0 0,-1 0-1 0 0,1 1 1 0 0,0-1 0 0 0,-2 2 0 0 0,-18 27 15 0 0,2 1 0 0 0,-23 47 0 0 0,20-34 31 0 0,-77 166 186 0 0,87-179-166 0 0,1 1-1 0 0,2-1 0 0 0,1 2 1 0 0,-7 65-1 0 0,15-90-43 0 0,-1 0-1 0 0,2 0 1 0 0,-1-1-1 0 0,1 1 1 0 0,0 0-1 0 0,0 0 0 0 0,1 0 1 0 0,0 0-1 0 0,1-1 1 0 0,-1 1-1 0 0,1-1 1 0 0,7 12-1 0 0,-6-14-6 0 0,0 0 1 0 0,0 0-1 0 0,0-1 0 0 0,1 1 1 0 0,-1-1-1 0 0,1 0 1 0 0,0 0-1 0 0,0-1 0 0 0,0 0 1 0 0,1 1-1 0 0,-1-2 0 0 0,1 1 1 0 0,0-1-1 0 0,0 0 1 0 0,0 0-1 0 0,10 2 0 0 0,0-1-86 0 0,0-1 0 0 0,1-1 0 0 0,-1-1-1 0 0,1 0 1 0 0,0-1 0 0 0,-1 0 0 0 0,0-2-1 0 0,1 0 1 0 0,-1-1 0 0 0,0 0 0 0 0,-1-1-1 0 0,1-1 1 0 0,-1-1 0 0 0,26-14 0 0 0,-17 6-43 0 0,-1-1 0 0 0,-1-1 0 0 0,0-1 0 0 0,-1-1 0 0 0,0 0 1 0 0,-2-2-1 0 0,30-41 0 0 0,-42 53 99 0 0,42-65 89 0 0,-43 64 22 0 0,-1 0-1 0 0,0-1 1 0 0,0 1 0 0 0,-1-1 0 0 0,4-16-1 0 0,-8 13 24 0 0,0 14-106 0 0,0 0 0 0 0,0 0 0 0 0,0-1 0 0 0,0 1 0 0 0,0 0 0 0 0,0 0 0 0 0,0 0 0 0 0,0 0 0 0 0,0 0 0 0 0,-1-1 0 0 0,1 1 0 0 0,0 0 0 0 0,0 0 0 0 0,0 0 0 0 0,0 0 0 0 0,0 0 0 0 0,-1 0 0 0 0,1 0 0 0 0,0-1 0 0 0,0 1 0 0 0,0 0 0 0 0,0 0 0 0 0,-1 0 0 0 0,1 0 0 0 0,0 0 0 0 0,0 0 0 0 0,0 0 0 0 0,0 0 0 0 0,-1 0 0 0 0,1 0 0 0 0,0 0 0 0 0,0 0 0 0 0,0 0 0 0 0,0 0-1 0 0,-1 0 1 0 0,1 0 0 0 0,-2 1 21 0 0,0 0 0 0 0,0 1-1 0 0,-1-1 1 0 0,1 0 0 0 0,1 1-1 0 0,-1-1 1 0 0,0 1 0 0 0,-2 2-1 0 0,-9 11 99 0 0,1 0-1 0 0,1 0 1 0 0,0 1 0 0 0,1 0-1 0 0,1 1 1 0 0,1 0-1 0 0,0 1 1 0 0,1 0 0 0 0,1 0-1 0 0,0 0 1 0 0,2 1-1 0 0,0 0 1 0 0,-2 26-1 0 0,6-40-98 0 0,0 0-1 0 0,0 0 0 0 0,0-1 0 0 0,1 1 0 0 0,-1 0 0 0 0,1 0 0 0 0,0-1 0 0 0,0 1 0 0 0,1 0 0 0 0,-1-1 1 0 0,1 1-1 0 0,0-1 0 0 0,1 0 0 0 0,-1 0 0 0 0,1 0 0 0 0,-1 0 0 0 0,1 0 0 0 0,5 4 0 0 0,-4-4-100 0 0,0-1 0 0 0,1 0 0 0 0,0 0 0 0 0,0 0 0 0 0,0-1 0 0 0,0 1 0 0 0,0-1 0 0 0,1 0 0 0 0,-1-1 0 0 0,1 1 0 0 0,-1-1 0 0 0,1 0 0 0 0,-1-1 0 0 0,1 1 0 0 0,8-1 0 0 0,-9 0-295 0 0,1-1 1 0 0,0 1-1 0 0,0-1 0 0 0,-1 0 0 0 0,1-1 0 0 0,-1 1 0 0 0,6-3 0 0 0,22-14-4404 0 0,-10 3 222 0 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53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8 832 0 0,'-17'-4'2484'0'0,"1"1"825"0"0,-11 3-2085 0 0,15 2-384 0 0,0 1-192 0 0,1 2-320 0 0,1 4-340 0 0,0 1-356 0 0,3 0-528 0 0,0 2-1752 0 0,4 2-689 0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54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2 167 408 0 0,'0'-12'5456'0'0,"0"10"-5261"0"0,1 0 1 0 0,-1 0 0 0 0,1 0-1 0 0,-1 1 1 0 0,1-1-1 0 0,0 0 1 0 0,0 0-1 0 0,-1 1 1 0 0,1-1-1 0 0,0 1 1 0 0,1-1 0 0 0,-1 1-1 0 0,0-1 1 0 0,0 1-1 0 0,1 0 1 0 0,-1-1-1 0 0,0 1 1 0 0,4-2 0 0 0,-3 2-123 0 0,0 0 1 0 0,1 0 0 0 0,-1 0 0 0 0,1 0 0 0 0,-1 0 0 0 0,1 1 0 0 0,-1-1 0 0 0,1 1-1 0 0,-1 0 1 0 0,1-1 0 0 0,0 1 0 0 0,-1 1 0 0 0,1-1 0 0 0,-1 0 0 0 0,1 0 0 0 0,-1 1-1 0 0,1 0 1 0 0,4 1 0 0 0,-3 0-27 0 0,-1-1 1 0 0,1 1-1 0 0,-1 0 0 0 0,1 1 0 0 0,-1-1 1 0 0,0 1-1 0 0,0-1 0 0 0,0 1 0 0 0,0 0 0 0 0,0 0 1 0 0,-1 0-1 0 0,3 5 0 0 0,-1-1 40 0 0,0 1 0 0 0,-1-1 0 0 0,0 1 0 0 0,0-1 0 0 0,-1 1 1 0 0,0 0-1 0 0,-1 0 0 0 0,1 0 0 0 0,-2 0 0 0 0,1 1 0 0 0,-1-1 0 0 0,0 0 0 0 0,-1 0 0 0 0,0 0 0 0 0,0 0 0 0 0,-4 14 0 0 0,1-8 117 0 0,-1-1-1 0 0,0 1 0 0 0,0-1 1 0 0,-1 0-1 0 0,-1-1 0 0 0,0 0 1 0 0,-1 0-1 0 0,-17 20 0 0 0,24-30-152 0 0,0-1 0 0 0,-1 1 1 0 0,1-1-1 0 0,-1 1 0 0 0,1-1 0 0 0,-1 0 0 0 0,0 0 0 0 0,0 0 0 0 0,1 0 0 0 0,-1 0 0 0 0,0 0 0 0 0,0 0 0 0 0,0 0 0 0 0,0-1 0 0 0,0 1 0 0 0,0-1 0 0 0,0 1 0 0 0,0-1 1 0 0,0 0-1 0 0,0 0 0 0 0,-2 0 0 0 0,3-1-40 0 0,-1 1 0 0 0,1-1 0 0 0,0 1 1 0 0,0-1-1 0 0,0 0 0 0 0,-1 1 0 0 0,1-1 0 0 0,0 0 1 0 0,0 0-1 0 0,0 0 0 0 0,0 0 0 0 0,0 0 0 0 0,1 0 1 0 0,-1 0-1 0 0,0 0 0 0 0,0 0 0 0 0,1-1 1 0 0,-1 1-1 0 0,0 0 0 0 0,1 0 0 0 0,0-1 0 0 0,-1 1 1 0 0,1 0-1 0 0,0-1 0 0 0,-1 1 0 0 0,1 0 0 0 0,0-1 1 0 0,0 1-1 0 0,0-1 0 0 0,0 1 0 0 0,1-2 1 0 0,0-9-14 0 0,0-1 1 0 0,1 1-1 0 0,0-1 1 0 0,1 1 0 0 0,1 0-1 0 0,0 0 1 0 0,0 0-1 0 0,11-18 1 0 0,-1 4-51 0 0,1 1-1 0 0,30-36 1 0 0,-29 42 23 0 0,0 1 0 0 0,2 0 0 0 0,0 2 0 0 0,26-19 0 0 0,-30 25 6 0 0,1 1-1 0 0,0 0 1 0 0,0 1 0 0 0,1 0 0 0 0,0 2 0 0 0,30-9 0 0 0,-39 13 21 0 0,0 1 0 0 0,0-1-1 0 0,1 2 1 0 0,-1-1 0 0 0,0 1 0 0 0,0 0 0 0 0,0 0 0 0 0,0 1 0 0 0,0 0 0 0 0,1 1 0 0 0,-1-1-1 0 0,-1 1 1 0 0,1 0 0 0 0,0 1 0 0 0,0 0 0 0 0,-1 0 0 0 0,0 0 0 0 0,0 1 0 0 0,9 7-1 0 0,-9-6 20 0 0,0 1-1 0 0,-1 0 0 0 0,0 0 1 0 0,0 0-1 0 0,0 0 0 0 0,-1 1 0 0 0,0 0 1 0 0,0 0-1 0 0,-1 0 0 0 0,0 1 1 0 0,0-1-1 0 0,-1 1 0 0 0,0-1 0 0 0,0 1 1 0 0,-1 0-1 0 0,0 0 0 0 0,1 11 0 0 0,-3 15 91 0 0,-5 43 0 0 0,-1 14 60 0 0,7-90-162 0 0,0 0-1 0 0,0 0 1 0 0,0 1 0 0 0,1-1-1 0 0,-1 0 1 0 0,0 0-1 0 0,1 0 1 0 0,-1 0 0 0 0,0 0-1 0 0,1 0 1 0 0,-1 0 0 0 0,1 0-1 0 0,0 0 1 0 0,-1 0-1 0 0,1 0 1 0 0,0 0 0 0 0,0 0-1 0 0,-1-1 1 0 0,1 1 0 0 0,0 0-1 0 0,0 0 1 0 0,0-1-1 0 0,0 1 1 0 0,0-1 0 0 0,0 1-1 0 0,0-1 1 0 0,0 1-1 0 0,0-1 1 0 0,0 1 0 0 0,0-1-1 0 0,1 0 1 0 0,-1 0 0 0 0,0 0-1 0 0,0 0 1 0 0,2 0-1 0 0,4 1 13 0 0,0-2-1 0 0,-1 1 1 0 0,1-1-1 0 0,10-2 1 0 0,3-2 0 0 0,0-1 1 0 0,0-1-1 0 0,-1-1 0 0 0,0-1 1 0 0,-1-1-1 0 0,1 0 0 0 0,27-22 1 0 0,-14 7-32 0 0,-2-2 1 0 0,0 0 0 0 0,27-34-1 0 0,-26 23 99 0 0,49-78 0 0 0,-80 116-84 0 0,1-1-1 0 0,-1 1 1 0 0,0 0-1 0 0,0-1 1 0 0,1 1 0 0 0,-1 0-1 0 0,0-1 1 0 0,0 1-1 0 0,0 0 1 0 0,1-1-1 0 0,-1 1 1 0 0,0-1-1 0 0,0 1 1 0 0,0 0-1 0 0,0-1 1 0 0,0 1 0 0 0,0-1-1 0 0,0 1 1 0 0,0-1-1 0 0,0 1 1 0 0,0 0-1 0 0,0-1 1 0 0,0 1-1 0 0,0-1 1 0 0,0 1-1 0 0,0-1 1 0 0,0 1 0 0 0,0 0-1 0 0,-1-1 1 0 0,1 1-1 0 0,0-1 1 0 0,0 1-1 0 0,0 0 1 0 0,-1-1-1 0 0,1 1 1 0 0,0 0-1 0 0,-1-1 1 0 0,1 1 0 0 0,0 0-1 0 0,-1 0 1 0 0,0-1-1 0 0,-15 0-2 0 0,10 3 4 0 0,-1 1 1 0 0,1 0-1 0 0,-1 0 0 0 0,1 1 1 0 0,0 0-1 0 0,0 0 0 0 0,-5 5 0 0 0,-38 37 47 0 0,39-36-41 0 0,-8 9 27 0 0,0 0-1 0 0,-20 30 1 0 0,33-41-23 0 0,0 0 0 0 0,0 0 0 0 0,1 0 0 0 0,0 1 0 0 0,0-1 0 0 0,1 1 0 0 0,0 0 0 0 0,1 0 0 0 0,0 0 0 0 0,-1 11 0 0 0,3-16-46 0 0,0-1 0 0 0,0 1 0 0 0,0-1-1 0 0,1 1 1 0 0,0-1 0 0 0,0 0 0 0 0,0 1 0 0 0,0-1-1 0 0,0 0 1 0 0,0 0 0 0 0,1 0 0 0 0,0 0 0 0 0,-1 0-1 0 0,1 0 1 0 0,0 0 0 0 0,1 0 0 0 0,-1-1 0 0 0,0 1-1 0 0,1-1 1 0 0,0 0 0 0 0,-1 1 0 0 0,1-1-1 0 0,0-1 1 0 0,0 1 0 0 0,0 0 0 0 0,0-1 0 0 0,0 1-1 0 0,6 1 1 0 0,6 1-356 0 0,-1 1 0 0 0,1-2 0 0 0,0 0 0 0 0,0-1 0 0 0,20 0 0 0 0,17-2-445 0 0,1-3 0 0 0,-1-2 0 0 0,-1-2 1 0 0,1-3-1 0 0,51-16 0 0 0,-65 14 445 0 0,-1 0 0 0 0,0-3 0 0 0,-1-1 0 0 0,54-33 0 0 0,-65 33 863 0 0,-1-1 0 0 0,0-2 0 0 0,38-38 0 0 0,-57 51-209 0 0,1 0 1 0 0,-1 0-1 0 0,-1-1 1 0 0,1 1 0 0 0,-1-1-1 0 0,0 0 1 0 0,-1-1-1 0 0,1 1 1 0 0,2-12-1 0 0,-5 18-237 0 0,-1 0-1 0 0,0-1 0 0 0,0 1 0 0 0,0 0 0 0 0,0-1 1 0 0,0 1-1 0 0,0 0 0 0 0,0-1 0 0 0,0 1 0 0 0,0 0 0 0 0,-1-1 1 0 0,1 1-1 0 0,0 0 0 0 0,-1-1 0 0 0,1 1 0 0 0,-1 0 1 0 0,0 0-1 0 0,1 0 0 0 0,-1 0 0 0 0,0-1 0 0 0,0 1 1 0 0,0 0-1 0 0,0 0 0 0 0,1 1 0 0 0,-1-1 0 0 0,-1 0 0 0 0,1 0 1 0 0,0 0-1 0 0,0 1 0 0 0,0-1 0 0 0,0 0 0 0 0,0 1 1 0 0,-1-1-1 0 0,1 1 0 0 0,0-1 0 0 0,-1 1 0 0 0,1 0 0 0 0,0 0 1 0 0,0-1-1 0 0,-1 1 0 0 0,-1 0 0 0 0,-6 0 81 0 0,1 0-1 0 0,-1 0 1 0 0,0 1-1 0 0,-14 3 0 0 0,21-4-68 0 0,-18 5 177 0 0,1 0 1 0 0,-1 1-1 0 0,1 1 0 0 0,-32 18 1 0 0,16-6 42 0 0,-48 36 1 0 0,66-41-162 0 0,-1 0 0 0 0,-18 21-1 0 0,31-30-74 0 0,0 0-1 0 0,1 1 0 0 0,-1-1 1 0 0,1 1-1 0 0,1 0 0 0 0,-1 0 1 0 0,1 1-1 0 0,0-1 0 0 0,0 1 0 0 0,1-1 1 0 0,-2 10-1 0 0,3-15-16 0 0,1 1 0 0 0,0-1 0 0 0,0 1 0 0 0,0 0-1 0 0,0-1 1 0 0,0 1 0 0 0,1-1 0 0 0,-1 1 0 0 0,0 0 0 0 0,1-1 0 0 0,-1 1 0 0 0,1-1-1 0 0,-1 1 1 0 0,1-1 0 0 0,0 1 0 0 0,0-1 0 0 0,-1 0 0 0 0,1 1 0 0 0,0-1 0 0 0,0 0-1 0 0,2 2 1 0 0,-1-1 3 0 0,1 0 0 0 0,0-1 0 0 0,-1 1 0 0 0,1 0 0 0 0,0-1 0 0 0,0 0 0 0 0,0 1 0 0 0,0-1 0 0 0,0 0 0 0 0,4 0 0 0 0,2 1 9 0 0,1-1 0 0 0,-1 0 0 0 0,1-1 0 0 0,-1 0 0 0 0,1 0 0 0 0,11-3 0 0 0,-5 0-16 0 0,0-2-1 0 0,0 0 1 0 0,0-1 0 0 0,-1 0-1 0 0,0-1 1 0 0,0-1 0 0 0,-1 0-1 0 0,0-1 1 0 0,19-16 0 0 0,-12 7-21 0 0,-1-2 0 0 0,0 0 1 0 0,-2-1-1 0 0,29-42 1 0 0,0-8 173 0 0,-46 69-157 0 0,-17 30 62 0 0,7-12-28 0 0,-56 106 156 0 0,56-103-148 0 0,1 1-1 0 0,1-1 0 0 0,1 1 1 0 0,-6 33-1 0 0,12-51-99 0 0,0 1 0 0 0,0-1 1 0 0,0 0-1 0 0,0 1 0 0 0,0-1 0 0 0,0 1 1 0 0,0-1-1 0 0,1 0 0 0 0,-1 0 0 0 0,1 1 1 0 0,0-1-1 0 0,0 0 0 0 0,0 0 1 0 0,0 0-1 0 0,0 1 0 0 0,0-1 0 0 0,2 2 1 0 0,-2-3-206 0 0,0 0 0 0 0,0 0 1 0 0,0 0-1 0 0,0-1 0 0 0,0 1 1 0 0,1 0-1 0 0,-1 0 0 0 0,0-1 0 0 0,0 1 1 0 0,1-1-1 0 0,-1 1 0 0 0,1-1 1 0 0,-1 1-1 0 0,0-1 0 0 0,1 0 1 0 0,-1 0-1 0 0,0 0 0 0 0,1 0 1 0 0,-1 0-1 0 0,1 0 0 0 0,-1 0 1 0 0,1 0-1 0 0,-1 0 0 0 0,0-1 1 0 0,1 1-1 0 0,-1-1 0 0 0,0 1 1 0 0,1-1-1 0 0,1 0 0 0 0,8-4-4545 0 0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54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75 8 0 0,'3'-16'3873'0'0,"1"0"-1"0"0,11-26 1 0 0,-1 47-3545 0 0,-11-1-232 0 0,-1-1 1 0 0,1 0 0 0 0,-1 0 0 0 0,0 1-1 0 0,0 0 1 0 0,0-1 0 0 0,0 1 0 0 0,-1 0-1 0 0,0 0 1 0 0,0 0 0 0 0,0 0-1 0 0,0 0 1 0 0,0 5 0 0 0,1 0 128 0 0,2 11 229 0 0,-1 0 1 0 0,-2 0-1 0 0,0 0 1 0 0,-1 1 0 0 0,0-1-1 0 0,-2 0 1 0 0,-1 0 0 0 0,0 0-1 0 0,-1 0 1 0 0,-2 0 0 0 0,0-1-1 0 0,0 0 1 0 0,-2 0 0 0 0,-1-1-1 0 0,0 0 1 0 0,-1 0-1 0 0,-1-1 1 0 0,0 0 0 0 0,-18 18-1 0 0,10-19 1224 0 0,17-15-1241 0 0,-3-1 63 0 0,4 0-481 0 0,1 0 0 0 0,-1 0 1 0 0,0 0-1 0 0,0 0 0 0 0,1 0 0 0 0,-1 0 1 0 0,0 0-1 0 0,1 0 0 0 0,-1 0 1 0 0,0 0-1 0 0,1-1 0 0 0,-1 1 1 0 0,0 0-1 0 0,1 0 0 0 0,-1-1 0 0 0,0 1 1 0 0,1 0-1 0 0,-2-1 0 0 0,1-3 10 0 0,0 1-1 0 0,-1 0 1 0 0,1 0-1 0 0,1-1 1 0 0,-1 1 0 0 0,0 0-1 0 0,1-1 1 0 0,-1 1-1 0 0,1-1 1 0 0,0 1-1 0 0,0 0 1 0 0,1-1-1 0 0,-1 1 1 0 0,1-1-1 0 0,0 1 1 0 0,-1 0-1 0 0,1-1 1 0 0,1 1 0 0 0,-1 0-1 0 0,0 0 1 0 0,4-5-1 0 0,2-6 2 0 0,1 0 0 0 0,0 1-1 0 0,17-20 1 0 0,0 5-486 0 0,2 0-1 0 0,1 1 1 0 0,0 2-1 0 0,62-41 1 0 0,-12 21-4529 0 0,1 9-5236 0 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55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356 128 180 0 0,'3'-5'934'0'0,"0"-1"1"0"0,0 1-1 0 0,-1-1 0 0 0,0 0 1 0 0,-1 0-1 0 0,1 0 0 0 0,-1 0 1 0 0,0 0-1 0 0,0-7 0 0 0,-1 10-743 0 0,0 0 0 0 0,0 0-1 0 0,0 0 1 0 0,-1 0-1 0 0,1 0 1 0 0,-1 0 0 0 0,0 0-1 0 0,1 0 1 0 0,-1 1 0 0 0,-1-1-1 0 0,1 0 1 0 0,0 1 0 0 0,-1-1-1 0 0,1 0 1 0 0,-1 1-1 0 0,0 0 1 0 0,0-1 0 0 0,0 1-1 0 0,0 0 1 0 0,-4-3 0 0 0,5 4-170 0 0,-1 1 1 0 0,1-1 0 0 0,0 1 0 0 0,-1 0 0 0 0,1-1 0 0 0,-1 1-1 0 0,1 0 1 0 0,0 0 0 0 0,-1 0 0 0 0,1 0 0 0 0,-1 0 0 0 0,1 0 0 0 0,-1 0-1 0 0,1 0 1 0 0,0 1 0 0 0,-3 0 0 0 0,-20 8 131 0 0,9-1-102 0 0,0 1-1 0 0,0 0 1 0 0,1 1 0 0 0,-19 19 0 0 0,-46 51 54 0 0,4 11 45 0 0,68-82-126 0 0,0 1 0 0 0,1 1 0 0 0,0-1 0 0 0,1 1 0 0 0,0 0 0 0 0,1 0 0 0 0,-5 20 0 0 0,8-27-15 0 0,1 0 1 0 0,-1 0-1 0 0,1 0 0 0 0,0 0 1 0 0,0 0-1 0 0,0 0 0 0 0,0-1 0 0 0,1 1 1 0 0,-1 0-1 0 0,1 0 0 0 0,0 0 1 0 0,0 0-1 0 0,1-1 0 0 0,-1 1 1 0 0,1-1-1 0 0,-1 1 0 0 0,1-1 1 0 0,1 1-1 0 0,-1-1 0 0 0,0 0 0 0 0,5 4 1 0 0,-2-2-50 0 0,0-1 1 0 0,1 0 0 0 0,-1-1 0 0 0,1 1-1 0 0,0-1 1 0 0,0-1 0 0 0,1 1-1 0 0,-1-1 1 0 0,0 0 0 0 0,1 0 0 0 0,10 1-1 0 0,6 1-198 0 0,-1-2-1 0 0,0-1 1 0 0,1 0-1 0 0,-1-2 1 0 0,0-1-1 0 0,1 0 1 0 0,-1-2-1 0 0,0 0 0 0 0,-1-2 1 0 0,1 0-1 0 0,-1-1 1 0 0,39-20-1 0 0,-34 12 219 0 0,-2 0 0 0 0,0-1 0 0 0,0-1 0 0 0,-2-2-1 0 0,0 0 1 0 0,-1-1 0 0 0,-2-1 0 0 0,0-1 0 0 0,25-38-1 0 0,-38 52 180 0 0,0 0 68 0 0,-1-1 0 0 0,1 1 0 0 0,-2-1-1 0 0,7-15 1 0 0,-11 22-94 0 0,-14 5-47 0 0,9-1-73 0 0,0 1 0 0 0,0 0 0 0 0,1-1 0 0 0,-1 2 0 0 0,1-1 0 0 0,0 0 0 0 0,0 1 0 0 0,-6 6 0 0 0,-27 36 133 0 0,31-38-110 0 0,3-4-21 0 0,-55 81 180 0 0,53-76-158 0 0,0 1 1 0 0,1 0-1 0 0,-1 0 0 0 0,2 0 0 0 0,0 0 1 0 0,0 1-1 0 0,-2 14 0 0 0,5-22-20 0 0,-1 0 0 0 0,1 0 0 0 0,0 0-1 0 0,0 0 1 0 0,0 0 0 0 0,1 0 0 0 0,-1 0-1 0 0,1 0 1 0 0,-1 0 0 0 0,1 0 0 0 0,0 0 0 0 0,0 0-1 0 0,1 0 1 0 0,-1-1 0 0 0,0 1 0 0 0,1 0 0 0 0,0-1-1 0 0,-1 1 1 0 0,1-1 0 0 0,2 3 0 0 0,0-2-4 0 0,0-1 1 0 0,0 1-1 0 0,-1-1 1 0 0,1 1 0 0 0,1-1-1 0 0,-1 0 1 0 0,0-1-1 0 0,0 1 1 0 0,1-1 0 0 0,-1 0-1 0 0,1 0 1 0 0,4 1-1 0 0,4-1 37 0 0,-1-1 0 0 0,0 0-1 0 0,0 0 1 0 0,0-1 0 0 0,0-1-1 0 0,0 0 1 0 0,0 0-1 0 0,0-1 1 0 0,13-6 0 0 0,-14 4 18 0 0,-1-1 1 0 0,0 1 0 0 0,-1-2 0 0 0,1 1-1 0 0,-1-1 1 0 0,-1-1 0 0 0,1 0-1 0 0,-1 0 1 0 0,-1 0 0 0 0,1-1 0 0 0,10-18-1 0 0,-10 14 50 0 0,-1-1 0 0 0,-1 0-1 0 0,0 0 1 0 0,0 0 0 0 0,-2-1 0 0 0,0 0-1 0 0,-1 1 1 0 0,3-24 0 0 0,-6 34-103 0 0,1 0 0 0 0,-1 0-1 0 0,0 0 1 0 0,0 0 0 0 0,0 0 0 0 0,-1 0 0 0 0,0 0 0 0 0,1 0 0 0 0,-1 0-1 0 0,-1 0 1 0 0,1 1 0 0 0,0-1 0 0 0,-1 0 0 0 0,0 1 0 0 0,0-1 0 0 0,0 1-1 0 0,0-1 1 0 0,-1 1 0 0 0,1 0 0 0 0,-1 0 0 0 0,-4-4 0 0 0,3 5-13 0 0,0-1 0 0 0,0 1 0 0 0,0 0 0 0 0,0 0 0 0 0,0 0 0 0 0,0 1 0 0 0,-1 0 0 0 0,1-1 0 0 0,-1 1 0 0 0,1 1 0 0 0,-1-1 0 0 0,1 1 0 0 0,-1 0 0 0 0,0 0 0 0 0,1 0 0 0 0,-1 0 0 0 0,1 1 0 0 0,-9 2 0 0 0,-3 2-24 0 0,0 0 0 0 0,1 2 0 0 0,-1 0-1 0 0,1 0 1 0 0,0 1 0 0 0,1 1 0 0 0,0 1-1 0 0,0 0 1 0 0,1 1 0 0 0,1 0 0 0 0,-19 22 0 0 0,26-28-257 0 0,1 1 1 0 0,0 0 0 0 0,0 0-1 0 0,1 0 1 0 0,0 0 0 0 0,0 0 0 0 0,-4 13-1 0 0,6-17 17 0 0,1 0 0 0 0,-1 0 0 0 0,1 1 0 0 0,-1-1 0 0 0,1 0 0 0 0,0 0 0 0 0,0 0 0 0 0,0 0 0 0 0,0 0 0 0 0,0 0 0 0 0,1 1 0 0 0,-1-1 0 0 0,1 0 0 0 0,-1 0 0 0 0,1 0 0 0 0,0 0 0 0 0,0 0 0 0 0,0 0 0 0 0,0 0 0 0 0,0-1 0 0 0,0 1 0 0 0,0 0 0 0 0,1 0 0 0 0,-1-1 0 0 0,0 1 0 0 0,1-1 0 0 0,0 1 0 0 0,-1-1 0 0 0,3 2 0 0 0,8 3-3757 0 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56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56 556 0 0,'18'-17'2982'0'0,"-13"13"-2348"0"0,-1-1-1 0 0,1 1 1 0 0,-1-1-1 0 0,1 1 1 0 0,1 1 0 0 0,-1-1-1 0 0,0 1 1 0 0,9-4-1 0 0,-14 7-601 0 0,1 0 1 0 0,0 0-1 0 0,0 0 0 0 0,0 0 1 0 0,0 0-1 0 0,0 0 0 0 0,0 1 0 0 0,0-1 1 0 0,0 0-1 0 0,0 0 0 0 0,-1 1 1 0 0,1-1-1 0 0,0 0 0 0 0,0 1 0 0 0,0-1 1 0 0,-1 1-1 0 0,1-1 0 0 0,0 1 1 0 0,0 0-1 0 0,-1-1 0 0 0,1 1 0 0 0,0 0 1 0 0,-1-1-1 0 0,1 1 0 0 0,-1 0 0 0 0,1 0 1 0 0,-1-1-1 0 0,1 1 0 0 0,-1 1 1 0 0,11 24 588 0 0,-9-16-392 0 0,-1 1 0 0 0,0 0 0 0 0,0 0-1 0 0,-1 0 1 0 0,0 0 0 0 0,-1 0 0 0 0,-1 0-1 0 0,1-1 1 0 0,-2 1 0 0 0,-5 18 0 0 0,-2-2 252 0 0,-1 0 1 0 0,-25 45 0 0 0,28-58 357 0 0,-1-1 1 0 0,1 0-1 0 0,-13 12 1 0 0,20-24-464 0 0,1-4-315 0 0,0 0-34 0 0,0 0-1 0 0,0-1 0 0 0,0 1 0 0 0,0 0 0 0 0,1-1 0 0 0,0 1 0 0 0,-1 0 0 0 0,1 0 0 0 0,0-1 0 0 0,1 1 0 0 0,1-3 0 0 0,6-11-34 0 0,0 0 0 0 0,2 1 0 0 0,0 0 0 0 0,0 0 0 0 0,2 2-1 0 0,17-18 1 0 0,-25 27-5 0 0,0 0-1 0 0,0 1 1 0 0,1 0-1 0 0,0-1 0 0 0,0 2 1 0 0,0-1-1 0 0,0 1 1 0 0,1 0-1 0 0,-1 0 0 0 0,1 1 1 0 0,0-1-1 0 0,0 2 1 0 0,0-1-1 0 0,0 1 0 0 0,0 0 1 0 0,0 0-1 0 0,0 1 1 0 0,0 0-1 0 0,0 0 0 0 0,9 2 1 0 0,-9 0 10 0 0,1 1 1 0 0,-1 0-1 0 0,0 0 0 0 0,0 1 1 0 0,-1 0-1 0 0,1 0 1 0 0,-1 0-1 0 0,0 1 0 0 0,0 0 1 0 0,0 0-1 0 0,-1 0 1 0 0,1 1-1 0 0,-1 0 1 0 0,-1 0-1 0 0,1 0 0 0 0,-1 1 1 0 0,0-1-1 0 0,3 10 1 0 0,0-3 21 0 0,-1 1 1 0 0,-1 0-1 0 0,-1 0 0 0 0,0 1 1 0 0,0-1-1 0 0,-1 1 1 0 0,-1 0-1 0 0,0 20 1 0 0,-5 8 203 0 0,3-42-154 0 0,5-22-157 0 0,6-3 53 0 0,1-1 0 0 0,1 2 0 0 0,1 0 0 0 0,1 1 0 0 0,1 0-1 0 0,1 1 1 0 0,1 1 0 0 0,1 1 0 0 0,0 1 0 0 0,36-26 0 0 0,-52 41 22 0 0,0 1 1 0 0,0 0 0 0 0,1 1-1 0 0,-1-1 1 0 0,0 0-1 0 0,1 1 1 0 0,0 0 0 0 0,-1 0-1 0 0,1 0 1 0 0,0 0 0 0 0,-1 1-1 0 0,1-1 1 0 0,0 1 0 0 0,0 0-1 0 0,0 0 1 0 0,-1 0-1 0 0,1 1 1 0 0,0-1 0 0 0,0 1-1 0 0,3 1 1 0 0,-4-1 2 0 0,-1 1 0 0 0,1-1 1 0 0,-1 0-1 0 0,1 1 0 0 0,-1 0 0 0 0,0 0 0 0 0,0 0 1 0 0,0 0-1 0 0,0 0 0 0 0,0 0 0 0 0,0 0 0 0 0,0 0 1 0 0,-1 1-1 0 0,1-1 0 0 0,-1 1 0 0 0,0-1 1 0 0,0 1-1 0 0,0 0 0 0 0,0-1 0 0 0,0 1 0 0 0,0 0 1 0 0,-1 0-1 0 0,1 0 0 0 0,-1 0 0 0 0,0-1 0 0 0,0 7 1 0 0,-1 11-222 0 0,-1 0 0 0 0,-7 28 0 0 0,2-7-2280 0 0,7-39 2057 0 0,0 1 0 0 0,0-1 0 0 0,0 0 0 0 0,0 0 0 0 0,0 0 0 0 0,1 0 0 0 0,-1 0 0 0 0,1 0 0 0 0,-1 0 0 0 0,1 0 0 0 0,0 0 0 0 0,0 0 0 0 0,0 0 0 0 0,0 0 0 0 0,0 0 0 0 0,0-1 0 0 0,0 1 0 0 0,2 2 0 0 0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57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83 203 1632 0 0,'31'-64'3563'0'0,"29"-62"2958"0"0,-52 114-5992 0 0,-8 12-516 0 0,0 0-1 0 0,0 0 1 0 0,1 0 0 0 0,-1 0-1 0 0,0 0 1 0 0,0 0 0 0 0,0 0-1 0 0,0 0 1 0 0,1 0 0 0 0,-1 0-1 0 0,0 0 1 0 0,0 0 0 0 0,0 0-1 0 0,0 0 1 0 0,1 1 0 0 0,-1-1-1 0 0,0 0 1 0 0,0 0 0 0 0,0 0-1 0 0,0 0 1 0 0,0 0 0 0 0,1 0-1 0 0,-1 1 1 0 0,0-1 0 0 0,0 0-1 0 0,0 0 1 0 0,0 0 0 0 0,0 0-1 0 0,0 1 1 0 0,0-1 0 0 0,0 0-1 0 0,0 0 1 0 0,0 0 0 0 0,0 0-1 0 0,0 1 1 0 0,0-1 0 0 0,0 0-1 0 0,0 0 1 0 0,1 4 27 0 0,-1-1 0 0 0,0 0 0 0 0,1 0-1 0 0,-1 0 1 0 0,-1 0 0 0 0,1 0 0 0 0,-1 4 0 0 0,-162 493 901 0 0,141-442 2512 0 0,24-70-2991 0 0,1 3-402 0 0,0 1 0 0 0,1 0 0 0 0,0 1-1 0 0,0-1 1 0 0,1 1 0 0 0,0 0 0 0 0,7-8 0 0 0,45-43-23 0 0,-53 53-48 0 0,1 1 1 0 0,1 0 0 0 0,-1 0-1 0 0,1 0 1 0 0,-1 1-1 0 0,1-1 1 0 0,0 2 0 0 0,0-1-1 0 0,0 0 1 0 0,1 1-1 0 0,-1 1 1 0 0,1-1 0 0 0,10-1-1 0 0,-13 3-6 0 0,0 0 0 0 0,1 0 0 0 0,-1 1 1 0 0,0-1-1 0 0,0 1 0 0 0,0 0 0 0 0,0 0 0 0 0,0 0 0 0 0,-1 1 0 0 0,1-1 0 0 0,0 1 0 0 0,0 0 0 0 0,-1 0 0 0 0,0 0 1 0 0,1 1-1 0 0,-1-1 0 0 0,0 1 0 0 0,0 0 0 0 0,0 0 0 0 0,0 0 0 0 0,-1 0 0 0 0,1 0 0 0 0,2 5 0 0 0,0 1 13 0 0,-1-1-1 0 0,0 1 1 0 0,0 0-1 0 0,-1 0 1 0 0,0 0-1 0 0,0 0 1 0 0,-1 1-1 0 0,-1-1 1 0 0,1 1-1 0 0,-1-1 1 0 0,-1 1-1 0 0,0-1 1 0 0,-1 1-1 0 0,1 0 1 0 0,-2-1-1 0 0,-2 13 1 0 0,2-15 88 0 0,0 1 0 0 0,-1 0 0 0 0,0-1 0 0 0,0 1 0 0 0,0-1 0 0 0,-1 0-1 0 0,0 0 1 0 0,-1 0 0 0 0,1-1 0 0 0,-1 0 0 0 0,-1 1 0 0 0,1-2 0 0 0,-1 1 0 0 0,0-1 0 0 0,0 0 0 0 0,-1 0 0 0 0,1 0 0 0 0,-1-1 0 0 0,-14 7-1 0 0,13-8-59 0 0,1 0-1 0 0,-1-1 0 0 0,-1 1 0 0 0,1-1 0 0 0,0-1 0 0 0,0 0 0 0 0,-1 0 1 0 0,1 0-1 0 0,0-1 0 0 0,-1-1 0 0 0,1 1 0 0 0,-1-1 0 0 0,1-1 0 0 0,0 1 0 0 0,0-2 1 0 0,0 1-1 0 0,0-1 0 0 0,0 0 0 0 0,-10-6 0 0 0,18 9-182 0 0,-1-1-1 0 0,0 1 1 0 0,0-1-1 0 0,0 1 1 0 0,0-1-1 0 0,1 1 1 0 0,-1-1-1 0 0,0 0 1 0 0,1 1-1 0 0,-1-1 1 0 0,1 0-1 0 0,-1 0 1 0 0,0 0-1 0 0,1 0 1 0 0,0 1-1 0 0,-1-1 1 0 0,1 0-1 0 0,-1 0 1 0 0,1 0-1 0 0,0 0 1 0 0,0 0-1 0 0,0 0 1 0 0,-1 0-1 0 0,1 0 1 0 0,0 0-1 0 0,0 0 1 0 0,0 0-1 0 0,1 0 1 0 0,-1 0-1 0 0,0 0 1 0 0,0 0-1 0 0,0 0 1 0 0,1 0-1 0 0,-1 1 1 0 0,0-1-1 0 0,1 0 1 0 0,0-1-1 0 0,1-2-805 0 0,1 0 1 0 0,0 1-1 0 0,-1 0 0 0 0,1 0 1 0 0,0 0-1 0 0,6-5 0 0 0,6-3-3760 0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57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26 360 0 0,'9'-8'4984'0'0,"10"-9"94"0"0,-18 16-4684 0 0,-3 18-194 0 0,0 0 1 0 0,-1-1-1 0 0,-1 1 1 0 0,0-1-1 0 0,-13 29 1 0 0,9-22-138 0 0,-12 48 1 0 0,18-62-101 0 0,1-3-99 0 0,-1 0 1 0 0,1 0-1 0 0,1 0 1 0 0,-1 0-1 0 0,1 1 0 0 0,0-1 1 0 0,0 0-1 0 0,1 0 1 0 0,2 12-1 0 0,-3-18-72 0 0,1 1 1 0 0,-1-1-1 0 0,0 1 0 0 0,0 0 1 0 0,1-1-1 0 0,-1 1 0 0 0,1-1 1 0 0,-1 1-1 0 0,0-1 0 0 0,2 2-415 0 0,-2-2 416 0 0,1 0-1 0 0,-1 1 0 0 0,1-1 1 0 0,0 0-1 0 0,-1 1 0 0 0,1-1 1 0 0,-1 0-1 0 0,1 0 0 0 0,0 0 1 0 0,-1 1-1 0 0,1-1 0 0 0,0 0 1 0 0,9-3-2743 0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57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85 1660 0 0,'-5'-14'1804'0'0,"0"2"-340"0"0,0 0-355 0 0,1 4-233 0 0,-1-1-168 0 0,-2 0-152 0 0,2 3 248 0 0,-9-5-480 0 0,-1 8-496 0 0,-4 6-1156 0 0,2 4-2005 0 0,5-2 1265 0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57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 1336 0 0,'2'43'7265'0'0,"-7"3"-5427"0"0,-1-22-1576 0 0,-13 38 1 0 0,11-42 382 0 0,-1 0 1 0 0,-1 0-1 0 0,0-1 1 0 0,-2 0-1 0 0,-22 28 1 0 0,33-46-552 0 0,0 0 0 0 0,0 1 0 0 0,0-1 0 0 0,-1 0 0 0 0,1 0 0 0 0,0 0-1 0 0,0 0 1 0 0,-1 0 0 0 0,1 0 0 0 0,-1 0 0 0 0,-2 1 0 0 0,4-2-56 0 0,-1 0 0 0 0,0 0-1 0 0,1 0 1 0 0,-1 0-1 0 0,1 0 1 0 0,-1 0 0 0 0,0 0-1 0 0,1 0 1 0 0,-1 0-1 0 0,0 0 1 0 0,1 0 0 0 0,-1 0-1 0 0,0 0 1 0 0,1 0 0 0 0,-1-1-1 0 0,1 1 1 0 0,-1 0-1 0 0,1 0 1 0 0,-1-1 0 0 0,0 0-1 0 0,0 0-10 0 0,0 0 0 0 0,0 0 0 0 0,0 0-1 0 0,0 0 1 0 0,0 0 0 0 0,0-1 0 0 0,1 1 0 0 0,-1 0-1 0 0,0-1 1 0 0,1 1 0 0 0,-1 0 0 0 0,1-1 0 0 0,0 1-1 0 0,-1-1 1 0 0,1 1 0 0 0,0 0 0 0 0,0-1 0 0 0,0 1-1 0 0,0-3 1 0 0,2-6-7 0 0,0 1 1 0 0,0 0-1 0 0,1 0 0 0 0,0 0 0 0 0,1 1 0 0 0,0-1 0 0 0,10-15 1 0 0,1 1-54 0 0,25-29 0 0 0,-26 36 13 0 0,0 1 1 0 0,1 1 0 0 0,1 0 0 0 0,0 1 0 0 0,20-12 0 0 0,-29 20 4 0 0,1 1 0 0 0,-1-1 1 0 0,0 2-1 0 0,1-1 0 0 0,0 1 0 0 0,0 1 1 0 0,0-1-1 0 0,0 1 0 0 0,0 0 0 0 0,1 1 1 0 0,-1 0-1 0 0,0 1 0 0 0,1-1 0 0 0,-1 2 1 0 0,13 1-1 0 0,-15-1 18 0 0,-1 0 0 0 0,1 1 0 0 0,-1 0 0 0 0,1 0 0 0 0,-1 1 0 0 0,0-1 0 0 0,0 1 0 0 0,0 0 0 0 0,0 0 0 0 0,-1 1 0 0 0,1 0 0 0 0,-1-1 0 0 0,0 2 0 0 0,0-1 0 0 0,0 0 0 0 0,0 1 0 0 0,-1 0 0 0 0,0-1 0 0 0,0 1 0 0 0,0 1 0 0 0,-1-1 0 0 0,1 0 0 0 0,-1 1 0 0 0,1 6 0 0 0,0-1-174 0 0,-1 1-1 0 0,-1 0 0 0 0,0 0 0 0 0,0 1 0 0 0,-1-1 0 0 0,-1 0 0 0 0,0 0 1 0 0,-1 0-1 0 0,0 0 0 0 0,-6 19 0 0 0,-1-1-1505 0 0,-3 10-4471 0 0,7-26 1157 0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58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314 141 276 0 0,'15'-23'4102'0'0,"-1"-1"0"0"0,20-43 0 0 0,-34 67-4073 0 0,0-1-1 0 0,1 0 0 0 0,-1 1 0 0 0,0-1 0 0 0,0 0 0 0 0,1 0 0 0 0,-1 1 0 0 0,0-1 1 0 0,0 0-1 0 0,0 0 0 0 0,0 1 0 0 0,0-1 0 0 0,0 0 0 0 0,0 0 0 0 0,0 1 1 0 0,0-1-1 0 0,0 0 0 0 0,0 0 0 0 0,-1 1 0 0 0,1-1 0 0 0,0 0 0 0 0,0 1 0 0 0,-1-1 1 0 0,1 0-1 0 0,-1 1 0 0 0,1-1 0 0 0,0 0 0 0 0,-1 1 0 0 0,1-1 0 0 0,-1 1 0 0 0,0-1 1 0 0,1 1-1 0 0,-1-1 0 0 0,1 1 0 0 0,-1-1 0 0 0,0 1 0 0 0,1 0 0 0 0,-1-1 0 0 0,0 1 1 0 0,1 0-1 0 0,-1 0 0 0 0,0-1 0 0 0,0 1 0 0 0,1 0 0 0 0,-1 0 0 0 0,0 0 0 0 0,0 0 1 0 0,1 0-1 0 0,-1 0 0 0 0,-1 0 0 0 0,-3 0-7 0 0,0 0 0 0 0,0 0 1 0 0,0 1-1 0 0,0-1 0 0 0,-9 3 1 0 0,-5 4 2 0 0,1 0 0 0 0,0 1 0 0 0,0 1 0 0 0,1 1 0 0 0,0 1 0 0 0,-18 14 0 0 0,0 4-71 0 0,-50 52 1 0 0,78-73 38 0 0,0 0 0 0 0,0 1 1 0 0,1 0-1 0 0,0 0 0 0 0,1 0 0 0 0,0 1 1 0 0,0 0-1 0 0,-3 13 0 0 0,7-22 11 0 0,1 1 0 0 0,0-1 0 0 0,0 0 0 0 0,0 0 0 0 0,0 1 0 0 0,0-1 0 0 0,0 0 0 0 0,0 1 0 0 0,0-1 0 0 0,1 0 0 0 0,-1 1-1 0 0,0-1 1 0 0,1 0 0 0 0,-1 0 0 0 0,1 0 0 0 0,-1 1 0 0 0,1-1 0 0 0,0 0 0 0 0,-1 0 0 0 0,1 0 0 0 0,0 0 0 0 0,0 0 0 0 0,0 0 0 0 0,0 0 0 0 0,2 1 0 0 0,-1 0 5 0 0,0-1-1 0 0,0 1 1 0 0,0-1 0 0 0,1 0-1 0 0,-1 1 1 0 0,1-1 0 0 0,-1 0-1 0 0,1-1 1 0 0,-1 1 0 0 0,1 0 0 0 0,0-1-1 0 0,-1 1 1 0 0,5-1 0 0 0,4 0 20 0 0,0-1 1 0 0,-1-1-1 0 0,1 0 1 0 0,-1-1-1 0 0,0 0 1 0 0,0 0-1 0 0,0-1 1 0 0,0 0-1 0 0,0-1 1 0 0,12-8-1 0 0,13-10 96 0 0,42-37-1 0 0,-48 36-45 0 0,39-32-50 0 0,-66 55-46 0 0,-2 1 9 0 0,0 0 7 0 0,1 0 0 0 0,-1 0 0 0 0,1 0 0 0 0,-1 1 1 0 0,1-1-1 0 0,-1 0 0 0 0,0 0 0 0 0,1 0 0 0 0,-1 1 0 0 0,0-1 0 0 0,1 0 0 0 0,-1 1 0 0 0,0-1 0 0 0,1 0 0 0 0,-1 1 1 0 0,0-1-1 0 0,1 0 0 0 0,-1 1 0 0 0,0-1 0 0 0,0 0 0 0 0,1 1 0 0 0,-1-1 0 0 0,0 1 0 0 0,0-1 0 0 0,0 1 0 0 0,0-1 1 0 0,0 0-1 0 0,0 1 0 0 0,0-1 0 0 0,0 1 0 0 0,0-1 0 0 0,0 1 0 0 0,0-1 0 0 0,0 1 0 0 0,0-1 0 0 0,0 0 0 0 0,0 1 0 0 0,0 0 1 0 0,-5 20-107 0 0,4-19 99 0 0,-4 16-8 0 0,1 1 1 0 0,0 0-1 0 0,-1 33 1 0 0,5-51-90 0 0,0 1 0 0 0,0 0 0 0 0,0-1 0 0 0,1 1 0 0 0,-1-1 0 0 0,0 1 0 0 0,1-1 0 0 0,-1 1 0 0 0,1-1 0 0 0,0 0 0 0 0,-1 1 0 0 0,1-1 0 0 0,0 1 0 0 0,0-1 0 0 0,0 0 0 0 0,0 0 0 0 0,0 0 0 0 0,0 1 0 0 0,0-1 0 0 0,0 0 0 0 0,0 0 0 0 0,1 0 0 0 0,-1-1 0 0 0,0 1 0 0 0,1 0 0 0 0,1 0 0 0 0,0 1-505 0 0,0-1 0 0 0,0 0 0 0 0,1-1 1 0 0,-1 1-1 0 0,0 0 0 0 0,1-1 0 0 0,-1 0 0 0 0,0 0 0 0 0,5 0 1 0 0,6-3-2733 0 0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58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381 166 596 0 0,'17'-33'3837'0'0,"-1"-1"0"0"0,13-43 0 0 0,-29 76-3774 0 0,1 0 0 0 0,-1 0 0 0 0,0 0 0 0 0,1 1-1 0 0,-1-1 1 0 0,0 0 0 0 0,0 0 0 0 0,1 0 0 0 0,-1 0 0 0 0,0 0 0 0 0,0 0 0 0 0,0 0-1 0 0,0 0 1 0 0,0 0 0 0 0,-1 0 0 0 0,1 0 0 0 0,0 0 0 0 0,0 0 0 0 0,0 0 0 0 0,-1-1-1 0 0,0 2-35 0 0,1 0-1 0 0,-1 0 0 0 0,0 0 0 0 0,1 0 1 0 0,-1 0-1 0 0,1 0 0 0 0,-1 0 0 0 0,1 0 1 0 0,-1 0-1 0 0,0 0 0 0 0,1 0 0 0 0,-1 0 1 0 0,1 1-1 0 0,-1-1 0 0 0,1 0 0 0 0,-1 0 0 0 0,1 1 1 0 0,-1-1-1 0 0,1 0 0 0 0,-1 1 0 0 0,1-1 1 0 0,-1 0-1 0 0,0 1 0 0 0,-5 4 31 0 0,0 0 0 0 0,0 1 0 0 0,-8 9 0 0 0,-52 81 291 0 0,-47 122 136 0 0,18 9-291 0 0,59-140-173 0 0,10-21-183 0 0,-18 70-1 0 0,26-49-8277 0 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59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28 109 2716 0 0,'-7'-12'2376'0'0,"3"7"-1287"0"0,1 0 0 0 0,1 0-1 0 0,-1 0 1 0 0,1-1 0 0 0,-1 1 0 0 0,0-7 0 0 0,3 11-1045 0 0,0 0 1 0 0,0 0-1 0 0,0 0 1 0 0,1 0-1 0 0,-1 0 0 0 0,0 0 1 0 0,1 0-1 0 0,-1 0 1 0 0,1 0-1 0 0,-1 0 0 0 0,1 0 1 0 0,0 0-1 0 0,-1 1 1 0 0,1-1-1 0 0,0 0 1 0 0,-1 0-1 0 0,1 1 0 0 0,0-1 1 0 0,0 0-1 0 0,0 1 1 0 0,0-1-1 0 0,-1 1 1 0 0,1-1-1 0 0,0 1 0 0 0,0 0 1 0 0,2-1-1 0 0,-2 0-25 0 0,14-4 64 0 0,-1 0-1 0 0,1 1 1 0 0,0 0-1 0 0,0 1 1 0 0,0 1-1 0 0,20-1 1 0 0,-11 1-46 0 0,6-1-34 0 0,0 2 1 0 0,0 1-1 0 0,-1 1 1 0 0,50 9-1 0 0,-75-9-7 0 0,-1-1 0 0 0,1 1 0 0 0,-1 1-1 0 0,1-1 1 0 0,-1 0 0 0 0,1 1 0 0 0,-1 0 0 0 0,0-1 0 0 0,0 1 0 0 0,1 1-1 0 0,-2-1 1 0 0,1 0 0 0 0,0 1 0 0 0,0-1 0 0 0,-1 1 0 0 0,1 0 0 0 0,2 4-1 0 0,-3-2 11 0 0,1 0 0 0 0,-1 0 0 0 0,0 1-1 0 0,0-1 1 0 0,-1 0 0 0 0,1 1-1 0 0,-1-1 1 0 0,0 1 0 0 0,-1 0 0 0 0,1 8-1 0 0,-3 5-1 0 0,0 0 0 0 0,0 0-1 0 0,-2-1 1 0 0,0 1-1 0 0,-13 31 1 0 0,5-16 29 0 0,-14 65 1 0 0,26-97-100 0 0,-1 0 1 0 0,1 0 0 0 0,0 1 0 0 0,-1-1-1 0 0,1 0 1 0 0,0 0 0 0 0,0 1 0 0 0,1-1-1 0 0,-1 0 1 0 0,0 0 0 0 0,1 1 0 0 0,-1-1-1 0 0,1 0 1 0 0,0 0 0 0 0,0 0 0 0 0,-1 0-1 0 0,1 0 1 0 0,1 0 0 0 0,-1 0-1 0 0,0 0 1 0 0,0 0 0 0 0,1 0 0 0 0,-1-1-1 0 0,3 2 1 0 0,-4-2-49 0 0,1-1 0 0 0,0 1 0 0 0,-1-1 0 0 0,1 1 0 0 0,0-1 0 0 0,0 0 0 0 0,-1 0 0 0 0,1 1 1 0 0,0-1-1 0 0,0 0 0 0 0,-1 0 0 0 0,1 0 0 0 0,0 0 0 0 0,0 0 0 0 0,0 0 0 0 0,-1 0 0 0 0,2 0 0 0 0,23-9-8440 0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59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66 1588 0 0,'-7'-12'1476'0'0,"-1"1"-300"0"0,1 3-228 0 0,-2-1-227 0 0,4 1-145 0 0,-5 2 260 0 0,-8-2-304 0 0,0 4-160 0 0,-1 8-320 0 0,1 6-748 0 0,6-1-72 0 0,4-2-440 0 0,-2 3-561 0 0,3 0 337 0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19:59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83 1340 0 0,'0'0'10350'0'0,"-3"11"-9314"0"0,-41 44-436 0 0,-54 87-1 0 0,91-131-592 0 0,1-1 1 0 0,0 1 0 0 0,1 0-1 0 0,0 0 1 0 0,-4 16-1 0 0,9-25 31 0 0,-1 0-1 0 0,1 0 0 0 0,-1 0 0 0 0,1 0 0 0 0,0 0 1 0 0,0 0-1 0 0,0 0 0 0 0,0 0 0 0 0,0 0 0 0 0,0 0 0 0 0,0 0 1 0 0,1 0-1 0 0,-1 0 0 0 0,1 0 0 0 0,0 0 0 0 0,-1 0 0 0 0,1-1 1 0 0,0 1-1 0 0,0 0 0 0 0,0 0 0 0 0,0-1 0 0 0,1 1 1 0 0,-1 0-1 0 0,0-1 0 0 0,1 1 0 0 0,-1-1 0 0 0,1 0 0 0 0,-1 1 1 0 0,1-1-1 0 0,0 0 0 0 0,-1 0 0 0 0,1 0 0 0 0,0 0 1 0 0,0-1-1 0 0,0 1 0 0 0,0 0 0 0 0,0-1 0 0 0,0 1 0 0 0,0-1 1 0 0,2 1-1 0 0,4 0 23 0 0,0 0 1 0 0,0-1 0 0 0,1 0 0 0 0,-1 0-1 0 0,0 0 1 0 0,0-1 0 0 0,1-1 0 0 0,-1 1-1 0 0,0-1 1 0 0,0 0 0 0 0,0-1 0 0 0,-1 0-1 0 0,1-1 1 0 0,-1 1 0 0 0,0-1 0 0 0,1-1-1 0 0,-2 1 1 0 0,1-1 0 0 0,-1 0 0 0 0,1-1-1 0 0,7-9 1 0 0,-4 4-52 0 0,0 0 1 0 0,0-1-1 0 0,-2-1 0 0 0,1 1 0 0 0,-2-1 1 0 0,0-1-1 0 0,0 1 0 0 0,-1-1 0 0 0,-1 0 1 0 0,7-29-1 0 0,-9 27-16 0 0,-1 0 1 0 0,-1 0-1 0 0,-1 1 1 0 0,0-1 0 0 0,0 0-1 0 0,-6-24 1 0 0,5 32-29 0 0,0 1 0 0 0,0-1 0 0 0,1 0 0 0 0,1-13 0 0 0,0 20 31 0 0,-1 0 0 0 0,1 1 0 0 0,0-1-1 0 0,-1 0 1 0 0,1 0 0 0 0,0 0 0 0 0,0 0 0 0 0,0 0 0 0 0,0 1 0 0 0,0-1 0 0 0,0 0-1 0 0,0 1 1 0 0,0-1 0 0 0,0 1 0 0 0,0-1 0 0 0,0 1 0 0 0,0 0 0 0 0,0-1 0 0 0,0 1-1 0 0,0 0 1 0 0,1 0 0 0 0,-1 0 0 0 0,0-1 0 0 0,0 1 0 0 0,0 1 0 0 0,0-1 0 0 0,2 0 0 0 0,13 1-11 0 0,0 0 0 0 0,0 2 0 0 0,0-1 0 0 0,0 2 1 0 0,0 0-1 0 0,-1 1 0 0 0,1 1 0 0 0,-2 0 0 0 0,1 1 0 0 0,-1 1 1 0 0,0 0-1 0 0,0 1 0 0 0,22 18 0 0 0,-28-19 11 0 0,0-1 0 0 0,0 2-1 0 0,-1-1 1 0 0,0 1 0 0 0,0 0-1 0 0,-1 0 1 0 0,-1 1 0 0 0,1-1-1 0 0,5 16 1 0 0,-9-17 12 0 0,1 1 0 0 0,-1 0 0 0 0,0 0 0 0 0,-1-1 0 0 0,0 1 0 0 0,0 0 0 0 0,-1 0 0 0 0,0 0 0 0 0,-1 0 0 0 0,0 0 0 0 0,-1 0 0 0 0,-3 15 0 0 0,1-14 45 0 0,0 0 0 0 0,0 0-1 0 0,-1 0 1 0 0,-1-1 0 0 0,1 0 0 0 0,-1 0 0 0 0,-1-1 0 0 0,0 0 0 0 0,0 0-1 0 0,-14 12 1 0 0,20-19 140 0 0,0-1-191 0 0,1 0 0 0 0,0 1 0 0 0,0-1 1 0 0,-1 0-1 0 0,1 0 0 0 0,0-1 0 0 0,0 1 0 0 0,-1 0 1 0 0,1 0-1 0 0,0 0 0 0 0,0 0 0 0 0,-1 0 0 0 0,1 0 1 0 0,0 0-1 0 0,0 0 0 0 0,0 0 0 0 0,-1 0 0 0 0,1-1 0 0 0,0 1 1 0 0,0 0-1 0 0,0 0 0 0 0,-1 0 0 0 0,1 0 0 0 0,0 0 1 0 0,0-1-1 0 0,0 1 0 0 0,0 0 0 0 0,0 0 0 0 0,-1-1 1 0 0,1 1-1 0 0,0 0 0 0 0,0 0 0 0 0,0 0 0 0 0,0-1 0 0 0,0 1 1 0 0,0 0-1 0 0,0 0 0 0 0,0-1 0 0 0,0 1 0 0 0,0 0 1 0 0,0 0-1 0 0,0-1 0 0 0,0 1 0 0 0,0 0 0 0 0,0 0 1 0 0,0 0-1 0 0,0-1 0 0 0,0 1 0 0 0,0-1 0 0 0,6-10 11 0 0,-6 11-12 0 0,12-18-2 0 0,0 1 0 0 0,1 1-1 0 0,25-25 1 0 0,51-38-28 0 0,-67 60 29 0 0,90-67 13 0 0,-93 73-49 0 0,2 1-1 0 0,-1 1 0 0 0,45-16 0 0 0,-61 25 27 0 0,1 1-1 0 0,0 0 0 0 0,0 0 1 0 0,-1 0-1 0 0,1 1 1 0 0,0-1-1 0 0,0 1 1 0 0,0 0-1 0 0,-1 1 0 0 0,1-1 1 0 0,0 1-1 0 0,0 0 1 0 0,-1 0-1 0 0,1 1 1 0 0,6 2-1 0 0,-9-3 9 0 0,0 0 0 0 0,1 1 1 0 0,-1-1-1 0 0,0 1 0 0 0,0 0 0 0 0,0 0 1 0 0,0 0-1 0 0,0 0 0 0 0,0 0 1 0 0,0 0-1 0 0,-1 0 0 0 0,1 0 0 0 0,-1 1 1 0 0,1-1-1 0 0,-1 1 0 0 0,0-1 0 0 0,0 1 1 0 0,0 0-1 0 0,0-1 0 0 0,-1 1 0 0 0,1 0 1 0 0,-1-1-1 0 0,0 1 0 0 0,0 0 0 0 0,0 0 1 0 0,0-1-1 0 0,-1 6 0 0 0,-2 13-2 0 0,-2 0-1 0 0,-1-1 0 0 0,0 0 0 0 0,-2 0 1 0 0,0-1-1 0 0,-15 26 0 0 0,6-13 61 0 0,-11 34 0 0 0,26-61-239 0 0,1 0 0 0 0,-1 0 0 0 0,1 0 0 0 0,0 0 0 0 0,0 10 0 0 0,1-12-243 0 0,0-1 0 0 0,0 0 0 0 0,1 0 0 0 0,-1 0 1 0 0,0 0-1 0 0,1 0 0 0 0,0 1 0 0 0,-1-1 0 0 0,1 0 0 0 0,0 0 0 0 0,0-1 1 0 0,0 1-1 0 0,0 0 0 0 0,0 0 0 0 0,1 0 0 0 0,-1-1 0 0 0,3 3 0 0 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02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346 604 1044 0 0,'3'-29'2252'0'0,"0"2"355"0"0,-1-39-1 0 0,-2 60-2260 0 0,-1 0 1 0 0,1-1-1 0 0,-1 1 0 0 0,0 0 0 0 0,-1 0 1 0 0,0-1-1 0 0,0 1 0 0 0,0 0 1 0 0,0 1-1 0 0,-1-1 0 0 0,-5-8 0 0 0,7 13-313 0 0,0 0 0 0 0,0 0 0 0 0,0 1 0 0 0,0-1 0 0 0,0 0 0 0 0,1 1 0 0 0,-1-1 0 0 0,0 1 0 0 0,0-1 0 0 0,0 1 0 0 0,-1 0 0 0 0,1-1-1 0 0,0 1 1 0 0,0 0 0 0 0,0-1 0 0 0,0 1 0 0 0,0 0 0 0 0,0 0 0 0 0,0 0 0 0 0,-2 0 0 0 0,-22 6 163 0 0,13 0-157 0 0,1-1-1 0 0,1 2 1 0 0,-1-1 0 0 0,1 2-1 0 0,0-1 1 0 0,1 1 0 0 0,0 1-1 0 0,-12 13 1 0 0,-1 4 28 0 0,-34 54 0 0 0,34-44 7 0 0,-26 56-1 0 0,43-79-59 0 0,0-1-1 0 0,0 1 1 0 0,1 1-1 0 0,1-1 0 0 0,0 1 1 0 0,1-1-1 0 0,0 1 1 0 0,1 19-1 0 0,1-31-11 0 0,0 1-1 0 0,0-1 1 0 0,0 1 0 0 0,1-1 0 0 0,-1 1 0 0 0,1-1-1 0 0,0 0 1 0 0,-1 1 0 0 0,1-1 0 0 0,0 0-1 0 0,0 0 1 0 0,1 0 0 0 0,-1 0 0 0 0,0 0-1 0 0,1 0 1 0 0,-1 0 0 0 0,1 0 0 0 0,0 0-1 0 0,0 0 1 0 0,-1-1 0 0 0,3 2 0 0 0,0-1 3 0 0,-1 0 0 0 0,1-1 0 0 0,0 0 1 0 0,-1 0-1 0 0,1 0 0 0 0,0 0 0 0 0,0 0 1 0 0,0-1-1 0 0,0 1 0 0 0,0-1 0 0 0,-1 0 1 0 0,5-1-1 0 0,8-1 10 0 0,-1-1 1 0 0,1 0 0 0 0,-1-1-1 0 0,0-1 1 0 0,20-9 0 0 0,-15 5-14 0 0,0-1 0 0 0,-1 0 0 0 0,-1-2 0 0 0,0 0 0 0 0,0-1 1 0 0,-1-1-1 0 0,-1 0 0 0 0,0-1 0 0 0,-1-1 0 0 0,-1-1 0 0 0,0 0 1 0 0,-2-1-1 0 0,0 0 0 0 0,0 0 0 0 0,-2-2 0 0 0,0 1 0 0 0,-2-1 1 0 0,0-1-1 0 0,-1 1 0 0 0,-1-1 0 0 0,-1-1 0 0 0,-1 1 0 0 0,2-29 1 0 0,-4 18 9 0 0,-3-51 1 0 0,0 73-12 0 0,0-1 0 0 0,-1 1-1 0 0,0-1 1 0 0,0 1 0 0 0,-2 0-1 0 0,1 0 1 0 0,-1 0 0 0 0,-9-17 0 0 0,12 25-4 0 0,0 0 1 0 0,-1 0-1 0 0,1 1 1 0 0,0-1-1 0 0,-1 0 1 0 0,1 0-1 0 0,-1 1 1 0 0,0-1-1 0 0,1 1 1 0 0,-1 0-1 0 0,0-1 1 0 0,0 1-1 0 0,0 0 1 0 0,0 0-1 0 0,0 0 1 0 0,0 0-1 0 0,0 0 1 0 0,0 1-1 0 0,-1-1 1 0 0,1 1-1 0 0,-3-1 1 0 0,2 1-3 0 0,-1 1-1 0 0,1-1 1 0 0,0 1 0 0 0,-1-1 0 0 0,1 1-1 0 0,0 0 1 0 0,0 1 0 0 0,0-1-1 0 0,0 0 1 0 0,0 1 0 0 0,0 0 0 0 0,-5 3-1 0 0,-3 5-7 0 0,-1 0 0 0 0,2 0 0 0 0,-1 1 0 0 0,2 1 0 0 0,-11 14 0 0 0,7-5 10 0 0,0 0 1 0 0,1 0-1 0 0,1 1 0 0 0,1 0 0 0 0,-7 25 0 0 0,13-37 8 0 0,1 0 0 0 0,1 0-1 0 0,0 1 1 0 0,0-1 0 0 0,1 1-1 0 0,1 0 1 0 0,0-1-1 0 0,0 1 1 0 0,1 0 0 0 0,0-1-1 0 0,0 1 1 0 0,2-1 0 0 0,-1 0-1 0 0,5 11 1 0 0,-5-16 0 0 0,1 0-1 0 0,-1 0 1 0 0,1-1 0 0 0,0 1 0 0 0,0-1-1 0 0,1 0 1 0 0,-1 0 0 0 0,1 0 0 0 0,0 0-1 0 0,0-1 1 0 0,1 0 0 0 0,-1 1-1 0 0,0-1 1 0 0,6 2 0 0 0,-1-1 1 0 0,0 0 0 0 0,0-1 0 0 0,0-1 0 0 0,0 1-1 0 0,0-1 1 0 0,0-1 0 0 0,15 1 0 0 0,2-2 2 0 0,0-1 1 0 0,-1-1-1 0 0,1-1 1 0 0,49-14-1 0 0,-35 6-7 0 0,-1-2-1 0 0,0-1 1 0 0,-2-2 0 0 0,0-2 0 0 0,57-36-1 0 0,-74 40 4 0 0,0 0-1 0 0,-1-2 1 0 0,-1-1 0 0 0,0 0-1 0 0,-2-1 1 0 0,0 0-1 0 0,0-2 1 0 0,-2 0-1 0 0,-1 0 1 0 0,19-39-1 0 0,-22 37 87 0 0,-1 0-1 0 0,-1 0 0 0 0,-1 0 0 0 0,-1-1 1 0 0,-1 0-1 0 0,-1-1 0 0 0,-1 1 1 0 0,-1-1-1 0 0,-2-44 0 0 0,0 66-69 0 0,-1-1-1 0 0,1 1 1 0 0,0 0 0 0 0,-1-1-1 0 0,1 1 1 0 0,-1 0 0 0 0,0-1-1 0 0,0 1 1 0 0,0 0 0 0 0,0 0-1 0 0,0 0 1 0 0,0 0 0 0 0,-1 0-1 0 0,1 0 1 0 0,-3-3 0 0 0,3 5-15 0 0,1-1 0 0 0,-1 1 1 0 0,0 0-1 0 0,1-1 0 0 0,-1 1 1 0 0,1 0-1 0 0,-1 0 0 0 0,0-1 1 0 0,1 1-1 0 0,-1 0 0 0 0,0 0 1 0 0,1 0-1 0 0,-1 0 0 0 0,0 0 1 0 0,1 0-1 0 0,-1 0 0 0 0,0 0 1 0 0,1 0-1 0 0,-1 0 0 0 0,0 0 0 0 0,0 1 1 0 0,-1 0-2 0 0,0-1 1 0 0,1 1-1 0 0,-1 0 1 0 0,1 0-1 0 0,-1 1 1 0 0,1-1-1 0 0,-1 0 0 0 0,1 0 1 0 0,0 1-1 0 0,-3 2 1 0 0,-7 13 6 0 0,1 0 0 0 0,1 0 0 0 0,0 1 0 0 0,1 1 0 0 0,1-1 1 0 0,-6 23-1 0 0,-1 1-1 0 0,-97 331 125 0 0,22 7 7 0 0,-63 227 130 0 0,85-414-87 0 0,54-164 47 0 0,-1 0-1 0 0,-1-2 1 0 0,-1 1-1 0 0,-29 35 1 0 0,37-53-116 0 0,-1-1 0 0 0,0 0 0 0 0,0 0 0 0 0,-1 0 0 0 0,0-2 0 0 0,-1 1-1 0 0,0-1 1 0 0,0-1 0 0 0,-16 8 0 0 0,21-12-84 0 0,1 0-1 0 0,-1 0 0 0 0,1 0 1 0 0,-1-1-1 0 0,1 0 0 0 0,-1 0 1 0 0,0-1-1 0 0,0 0 1 0 0,1 0-1 0 0,-1 0 0 0 0,0 0 1 0 0,1-1-1 0 0,-1 0 0 0 0,0 0 1 0 0,1-1-1 0 0,-1 1 1 0 0,1-1-1 0 0,0-1 0 0 0,-1 1 1 0 0,1-1-1 0 0,0 0 0 0 0,0 0 1 0 0,-5-4-1 0 0,3 1-23 0 0,0-1-1 0 0,0 1 1 0 0,1-1 0 0 0,0-1-1 0 0,0 1 1 0 0,0-1 0 0 0,1 0-1 0 0,0 0 1 0 0,1-1-1 0 0,-6-15 1 0 0,6 11-8 0 0,0 0 0 0 0,1-1 0 0 0,0 0 0 0 0,1 0-1 0 0,1 0 1 0 0,1-23 0 0 0,2 9-8 0 0,1 1 1 0 0,2 0-1 0 0,1 0 0 0 0,1 0 0 0 0,1 1 1 0 0,22-49-1 0 0,-10 35-92 0 0,2 1 0 0 0,1 1 0 0 0,2 1 1 0 0,1 1-1 0 0,3 2 0 0 0,0 1 0 0 0,2 1 0 0 0,2 1 0 0 0,0 2 1 0 0,2 1-1 0 0,1 2 0 0 0,1 2 0 0 0,2 1 0 0 0,41-18 0 0 0,-51 29-921 0 0,1 2 0 0 0,0 1 0 0 0,47-8 0 0 0,37 5-6172 0 0,-80 11 2436 0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03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328 414 1184 0 0,'-3'-18'2733'0'0,"-1"1"0"0"0,-7-20-1 0 0,9 31-2184 0 0,0 1-1 0 0,0-1 0 0 0,-1 1 0 0 0,0-1 0 0 0,0 1 0 0 0,-1 0 1 0 0,1 0-1 0 0,-1 1 0 0 0,-7-8 0 0 0,10 11-517 0 0,0 1 0 0 0,0-1 0 0 0,0 1 0 0 0,0-1 0 0 0,0 1 0 0 0,-1 0 0 0 0,1-1 0 0 0,0 1 0 0 0,0 0 0 0 0,0 0 0 0 0,0 0 0 0 0,-1 0 0 0 0,1 0 0 0 0,0 0 0 0 0,0 0 0 0 0,0 0 0 0 0,-1 0 0 0 0,1 1 0 0 0,0-1 0 0 0,0 0 0 0 0,0 1 0 0 0,0-1 0 0 0,0 1 0 0 0,0-1 0 0 0,-2 2 0 0 0,-22 16 258 0 0,5 5-180 0 0,0 0-1 0 0,1 1 1 0 0,1 1 0 0 0,-17 31-1 0 0,9-6 37 0 0,-27 72 0 0 0,47-108-126 0 0,1 1 1 0 0,1 0 0 0 0,-4 29 0 0 0,7-40-16 0 0,1 1 1 0 0,-1-1 0 0 0,1 0-1 0 0,0 1 1 0 0,0-1 0 0 0,0 0-1 0 0,1 1 1 0 0,0-1 0 0 0,0 0 0 0 0,0 1-1 0 0,0-1 1 0 0,1 0 0 0 0,-1 0-1 0 0,1 0 1 0 0,0 0 0 0 0,0 0-1 0 0,1-1 1 0 0,3 5 0 0 0,-3-5-53 0 0,0-1 1 0 0,1 1 0 0 0,0-1-1 0 0,-1 0 1 0 0,1 0-1 0 0,0-1 1 0 0,0 1-1 0 0,0-1 1 0 0,0 0-1 0 0,0 0 1 0 0,0 0 0 0 0,1 0-1 0 0,-1-1 1 0 0,0 1-1 0 0,0-1 1 0 0,8-1-1 0 0,6-1-399 0 0,0 0 0 0 0,24-7 0 0 0,-14 2 94 0 0,-1-2 0 0 0,-1-1 0 0 0,0-1 0 0 0,0-1 0 0 0,-1-1-1 0 0,-1-1 1 0 0,0-1 0 0 0,-1-2 0 0 0,0 0 0 0 0,37-38 0 0 0,-44 38 466 0 0,-1 0 1 0 0,-1-1 0 0 0,0 0 0 0 0,-1-1 0 0 0,-2-1 0 0 0,0 0 0 0 0,0 0 0 0 0,-2-1 0 0 0,-1 0 0 0 0,0-1 0 0 0,-2 0 0 0 0,0 0 0 0 0,4-43-1 0 0,-14 39 393 0 0,3 23-398 0 0,-2 4-82 0 0,0 0 0 0 0,0 0 0 0 0,0 0 0 0 0,0 0 0 0 0,0 0 0 0 0,0 1 0 0 0,0-1 0 0 0,0 1 0 0 0,0 0 1 0 0,1-1-1 0 0,-1 1 0 0 0,1 1 0 0 0,-1-1 0 0 0,1 0 0 0 0,0 0 0 0 0,0 1 0 0 0,-2 3 0 0 0,-8 9 97 0 0,-13 27 1 0 0,22-36-96 0 0,-12 21 105 0 0,1 0 0 0 0,-15 45 0 0 0,24-56-95 0 0,0 0 0 0 0,1 0 0 0 0,1 1 0 0 0,1-1 1 0 0,0 1-1 0 0,1 21 0 0 0,1-34-28 0 0,1 0 0 0 0,-1 0 1 0 0,1 1-1 0 0,-1-1 1 0 0,1 0-1 0 0,1 0 0 0 0,-1 0 1 0 0,0-1-1 0 0,1 1 0 0 0,0 0 1 0 0,0 0-1 0 0,0-1 1 0 0,0 1-1 0 0,1-1 0 0 0,-1 0 1 0 0,1 1-1 0 0,0-1 0 0 0,0-1 1 0 0,0 1-1 0 0,4 2 1 0 0,-3-2-1 0 0,1 0 0 0 0,0-1 0 0 0,0 0 0 0 0,0 0 0 0 0,0 0 0 0 0,0-1 0 0 0,0 0 0 0 0,1 0 0 0 0,-1 0 0 0 0,0-1 0 0 0,1 1 0 0 0,-1-1 0 0 0,1 0 0 0 0,-1-1 0 0 0,6-1 0 0 0,3 0-2 0 0,0-1 1 0 0,0-1-1 0 0,0 0 0 0 0,-1-1 0 0 0,0-1 1 0 0,0 0-1 0 0,0-1 0 0 0,-1 0 0 0 0,0-1 1 0 0,0 0-1 0 0,-1-1 0 0 0,0 0 0 0 0,12-12 1 0 0,-15 12-10 0 0,-1 0 0 0 0,1-1 0 0 0,-2 1 1 0 0,1-1-1 0 0,-1-1 0 0 0,-1 1 0 0 0,0-1 0 0 0,0 0 1 0 0,-1 0-1 0 0,-1 0 0 0 0,1-1 0 0 0,-2 0 0 0 0,0 1 1 0 0,0-1-1 0 0,-1 0 0 0 0,-1-16 0 0 0,0 22-4 0 0,-1-1-1 0 0,1 0 0 0 0,-2 0 0 0 0,1 1 0 0 0,-1-1 0 0 0,0 0 0 0 0,0 1 1 0 0,-1 0-1 0 0,0-1 0 0 0,0 1 0 0 0,0 0 0 0 0,-1 1 0 0 0,0-1 0 0 0,0 1 1 0 0,-9-10-1 0 0,9 12-1 0 0,0 0 0 0 0,0 0 1 0 0,0 0-1 0 0,-1 0 0 0 0,1 1 1 0 0,-1-1-1 0 0,0 1 0 0 0,0 0 1 0 0,1 1-1 0 0,-1-1 0 0 0,-1 1 1 0 0,1 0-1 0 0,0 0 0 0 0,0 1 0 0 0,0-1 1 0 0,0 1-1 0 0,0 0 0 0 0,-1 1 1 0 0,1-1-1 0 0,0 1 0 0 0,-7 2 1 0 0,0 0 14 0 0,1 1 1 0 0,0 0 0 0 0,0 1 0 0 0,0 0 0 0 0,1 1 0 0 0,0 0-1 0 0,0 1 1 0 0,0 0 0 0 0,-9 9 0 0 0,13-11-3 0 0,1 1 0 0 0,-1 0 0 0 0,1 0 1 0 0,0 0-1 0 0,0 1 0 0 0,1-1 0 0 0,0 1 1 0 0,0 0-1 0 0,0 0 0 0 0,1 1 0 0 0,0-1 1 0 0,1 1-1 0 0,0 0 0 0 0,-2 11 0 0 0,3-16-17 0 0,1 1 1 0 0,0-1-1 0 0,0 1 0 0 0,0-1 0 0 0,0 0 0 0 0,0 1 0 0 0,1-1 0 0 0,0 0 0 0 0,-1 1 0 0 0,1-1 1 0 0,1 0-1 0 0,-1 0 0 0 0,0 0 0 0 0,1 0 0 0 0,-1 0 0 0 0,1 0 0 0 0,3 4 0 0 0,-2-4-103 0 0,1 0 0 0 0,-1 0 0 0 0,1 0 0 0 0,0 0 0 0 0,-1-1 0 0 0,1 0 0 0 0,0 0 0 0 0,0 0 0 0 0,0 0 0 0 0,1-1 0 0 0,6 3 0 0 0,5-1-234 0 0,0-1-1 0 0,0-1 1 0 0,0 0-1 0 0,1-1 0 0 0,-1-1 1 0 0,19-2-1 0 0,-4-2-25 0 0,-1-1-1 0 0,1-1 0 0 0,-1-2 1 0 0,0 0-1 0 0,-1-3 0 0 0,46-23 1 0 0,-52 21 321 0 0,-1 0 1 0 0,-1-1 0 0 0,0-1 0 0 0,-1-1 0 0 0,-1 0 0 0 0,-1-2-1 0 0,0 0 1 0 0,20-30 0 0 0,-20 22 780 0 0,-1-1 0 0 0,-1-1 0 0 0,-2 0 0 0 0,-1-1 0 0 0,-1-1-1 0 0,-1 0 1 0 0,6-37 0 0 0,-13 42 245 0 0,-4 26-966 0 0,0 0 0 0 0,0 0 0 0 0,0 0 0 0 0,0 0 0 0 0,0 0 0 0 0,0 0 0 0 0,0-1 0 0 0,0 1 0 0 0,0 0-1 0 0,0 0 1 0 0,0 0 0 0 0,0 0 0 0 0,0 0 0 0 0,0 0 0 0 0,0 0 0 0 0,0 0 0 0 0,0 0 0 0 0,0 0 0 0 0,0 0 0 0 0,0-1 0 0 0,0 1 0 0 0,0 0 0 0 0,0 0 0 0 0,0 0 0 0 0,0 0 0 0 0,0 0 0 0 0,0 0 0 0 0,0 0 0 0 0,0 0 0 0 0,0 0 0 0 0,-1 0 0 0 0,1 0 0 0 0,0 0 0 0 0,0 0 0 0 0,0 0 0 0 0,0-1 0 0 0,0 1 0 0 0,0 0-1 0 0,0 0 1 0 0,0 0 0 0 0,0 0 0 0 0,0 0 0 0 0,0 0 0 0 0,0 0 0 0 0,0 0 0 0 0,-1 0 0 0 0,1 0 0 0 0,0 0 0 0 0,0 0 0 0 0,0 0 0 0 0,0 0 0 0 0,0 0 0 0 0,0 0 0 0 0,0 0 0 0 0,0 0 0 0 0,0 0 0 0 0,0 0 0 0 0,0 0 0 0 0,-1 0 0 0 0,1 0 0 0 0,0 0 0 0 0,0 0 0 0 0,0 0 0 0 0,0 0 0 0 0,0 1 0 0 0,0-1-1 0 0,-7 13 102 0 0,-161 447 380 0 0,135-341-418 0 0,30-105-53 0 0,1 0 1 0 0,0 0-1 0 0,1 0 0 0 0,1 0 1 0 0,0 1-1 0 0,3 21 0 0 0,-2-34-9 0 0,-1 1-1 0 0,1-1 0 0 0,0 1 1 0 0,-1 0-1 0 0,1-1 0 0 0,0 0 1 0 0,1 1-1 0 0,-1-1 0 0 0,0 0 1 0 0,1 1-1 0 0,-1-1 1 0 0,1 0-1 0 0,0 0 0 0 0,-1 0 1 0 0,1 0-1 0 0,0-1 0 0 0,0 1 1 0 0,4 2-1 0 0,-3-2-34 0 0,1-1 1 0 0,0 0-1 0 0,-1 1 0 0 0,1-1 1 0 0,0 0-1 0 0,0-1 1 0 0,-1 1-1 0 0,1-1 0 0 0,0 0 1 0 0,0 1-1 0 0,5-2 1 0 0,5-1-168 0 0,0-1 0 0 0,0 0 0 0 0,0-1 0 0 0,0 0 1 0 0,21-11-1 0 0,-15 5-25 0 0,-1-1 1 0 0,0-1-1 0 0,-1-1 0 0 0,0-1 0 0 0,-1 0 1 0 0,28-30-1 0 0,-4-4 1813 0 0,38-57-1 0 0,-79 106-1578 0 0,0-1 0 0 0,0 0 0 0 0,0 0-1 0 0,0 0 1 0 0,0 0 0 0 0,0 0 0 0 0,0 0-1 0 0,0 0 1 0 0,0 0 0 0 0,0 0-1 0 0,0 0 1 0 0,0 0 0 0 0,1 0 0 0 0,-1 0 41 0 0,0 0-42 0 0,0 0 1 0 0,0 0 0 0 0,0 0-1 0 0,0 0 1 0 0,0 0 0 0 0,0 0 0 0 0,0 0-1 0 0,0 0 1 0 0,0 0 0 0 0,0 0 0 0 0,0 0-1 0 0,0 0 1 0 0,0 0 0 0 0,0 0 0 0 0,0 0-1 0 0,0 0 1 0 0,-3 11 223 0 0,-11 27-177 0 0,1 0 0 0 0,13-37-57 0 0,-9 24 36 0 0,1 1 0 0 0,2-1 0 0 0,0 1 0 0 0,-3 49 1 0 0,9-72-39 0 0,0-1 0 0 0,0 1 0 0 0,0-1 0 0 0,0 1 0 0 0,1 0 0 0 0,-1-1 0 0 0,1 1 0 0 0,-1-1 0 0 0,1 1 0 0 0,0-1 0 0 0,0 0 0 0 0,0 1 0 0 0,1-1 0 0 0,-1 0 0 0 0,0 1 0 0 0,1-1 0 0 0,-1 0 0 0 0,1 0 1 0 0,0 0-1 0 0,0-1 0 0 0,0 1 0 0 0,0 0 0 0 0,0-1 0 0 0,0 1 0 0 0,0-1 0 0 0,1 0 0 0 0,-1 1 0 0 0,0-1 0 0 0,1 0 0 0 0,-1-1 0 0 0,1 1 0 0 0,-1 0 0 0 0,1-1 0 0 0,-1 1 0 0 0,1-1 0 0 0,0 0 0 0 0,-1 0 1 0 0,1 0-1 0 0,2 0 0 0 0,7-1-120 0 0,0 0 0 0 0,-1-1 0 0 0,0 0 1 0 0,1 0-1 0 0,-1-2 0 0 0,0 1 0 0 0,18-9 0 0 0,-6 0-93 0 0,-1-1 0 0 0,0-2 0 0 0,-1 0 0 0 0,0 0 1 0 0,-1-2-1 0 0,-1-1 0 0 0,33-39 0 0 0,-32 31 959 0 0,0-2 1 0 0,-2 0 0 0 0,16-33-1 0 0,-33 58-289 0 0,-3 5-165 0 0,-8 12-51 0 0,-12 24-96 0 0,8-7-32 0 0,-1 2-15 0 0,1 0-1 0 0,-13 54 0 0 0,26-85-206 0 0,1 0-1 0 0,-1 1 1 0 0,1-1 0 0 0,0 0 0 0 0,0 0 0 0 0,0 1 0 0 0,0-1 0 0 0,0 0 0 0 0,1 0 0 0 0,-1 0-1 0 0,1 1 1 0 0,-1-1 0 0 0,1 0 0 0 0,0 0 0 0 0,0 0 0 0 0,0 0 0 0 0,0 0 0 0 0,0 0 0 0 0,0 0-1 0 0,0-1 1 0 0,1 1 0 0 0,-1 0 0 0 0,1 0 0 0 0,-1-1 0 0 0,4 2 0 0 0,0 1-914 0 0,0 0 0 0 0,1-1 0 0 0,0 0 0 0 0,-1 0 1 0 0,1-1-1 0 0,0 0 0 0 0,11 3 0 0 0,5-1-4332 0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04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192 131 860 0 0,'-18'-23'7862'0'0,"7"9"-4748"0"0,3 20-2608 0 0,7-6-485 0 0,1 0 0 0 0,-1 0-1 0 0,1 0 1 0 0,-1 1-1 0 0,1-1 1 0 0,-1 0 0 0 0,1 1-1 0 0,0-1 1 0 0,-1 1-1 0 0,1-1 1 0 0,0 0 0 0 0,-1 1-1 0 0,1-1 1 0 0,0 1 0 0 0,-1-1-1 0 0,1 1 1 0 0,0-1-1 0 0,0 1 1 0 0,-1-1 0 0 0,1 1-1 0 0,0-1 1 0 0,0 1-1 0 0,0-1 1 0 0,0 1 0 0 0,0-1-1 0 0,0 1 1 0 0,0 0-1 0 0,0-1 1 0 0,0 1 0 0 0,0-1-1 0 0,0 1 1 0 0,-3 29 744 0 0,-1 0 0 0 0,-11 40 0 0 0,12-59-640 0 0,-1-1-1 0 0,0-1 0 0 0,0 1 0 0 0,0 0 0 0 0,-2-1 0 0 0,1 0 0 0 0,-1 0 0 0 0,0-1 1 0 0,-1 1-1 0 0,-12 11 0 0 0,17-18-107 0 0,1-1 0 0 0,0 0 1 0 0,-1 1-1 0 0,1-1 0 0 0,-1 0 1 0 0,1 0-1 0 0,-1 0 0 0 0,1 0 0 0 0,-1 0 1 0 0,0-1-1 0 0,0 1 0 0 0,1-1 0 0 0,-1 1 1 0 0,0-1-1 0 0,0 1 0 0 0,0-1 1 0 0,1 0-1 0 0,-1 0 0 0 0,0 0 0 0 0,0 0 1 0 0,0 0-1 0 0,-3-1 0 0 0,4 1-16 0 0,0-1 0 0 0,0 0 0 0 0,0 0 0 0 0,0 0 0 0 0,0 0 0 0 0,0 0 0 0 0,0 0 0 0 0,0 0 0 0 0,1-1-1 0 0,-1 1 1 0 0,0 0 0 0 0,1 0 0 0 0,-1 0 0 0 0,1-1 0 0 0,-1 1 0 0 0,1 0 0 0 0,-1-1 0 0 0,1 1 0 0 0,0 0 0 0 0,0-1 0 0 0,0 1 0 0 0,0-1 0 0 0,0 1-1 0 0,0 0 1 0 0,0-1 0 0 0,0 1 0 0 0,1 0 0 0 0,-1-1 0 0 0,0 1 0 0 0,1-2 0 0 0,3-12-23 0 0,0 1-1 0 0,1 0 1 0 0,1 0 0 0 0,0 1-1 0 0,0-1 1 0 0,2 1 0 0 0,-1 0-1 0 0,2 1 1 0 0,18-22 0 0 0,-20 26 10 0 0,1 0 0 0 0,-1 1 0 0 0,1 0 0 0 0,1 0 0 0 0,-1 0 0 0 0,1 1 0 0 0,1 1 0 0 0,-1 0 0 0 0,1 0 0 0 0,-1 1 0 0 0,1 0 0 0 0,1 0 0 0 0,-1 1 0 0 0,16-2 0 0 0,-21 4 8 0 0,0 1 0 0 0,0-1 0 0 0,0 1 1 0 0,0 1-1 0 0,0-1 0 0 0,0 1 0 0 0,0 0 1 0 0,0 0-1 0 0,0 0 0 0 0,0 1 0 0 0,-1-1 1 0 0,1 1-1 0 0,-1 1 0 0 0,1-1 1 0 0,-1 0-1 0 0,0 1 0 0 0,0 0 0 0 0,0 0 1 0 0,0 0-1 0 0,0 1 0 0 0,-1-1 0 0 0,6 8 1 0 0,-5-6 48 0 0,-1 1 1 0 0,0 0 0 0 0,0 0-1 0 0,-1 0 1 0 0,1 0-1 0 0,-1 0 1 0 0,0 0 0 0 0,-1 1-1 0 0,0-1 1 0 0,0 0 0 0 0,0 1-1 0 0,-1-1 1 0 0,0 1-1 0 0,0 0 1 0 0,0-1 0 0 0,-1 1-1 0 0,-2 6 1 0 0,1 0 248 0 0,-2-1 0 0 0,-8 23 0 0 0,10-31-156 0 0,0 1 0 0 0,-1-1-1 0 0,1 0 1 0 0,-1 0 0 0 0,0 0 0 0 0,0 0 0 0 0,0 0 0 0 0,0-1-1 0 0,-1 0 1 0 0,-5 5 0 0 0,8-7-1 0 0,-1-1-124 0 0,1 0 0 0 0,0 0 1 0 0,0 0-1 0 0,0 0 0 0 0,0 0 0 0 0,0-1 1 0 0,-1 1-1 0 0,1 0 0 0 0,0-1 1 0 0,0 1-1 0 0,0-1 0 0 0,0 1 0 0 0,0-1 1 0 0,0 1-1 0 0,0-1 0 0 0,0 0 0 0 0,0 1 1 0 0,0-1-1 0 0,1 0 0 0 0,-1 0 1 0 0,0 0-1 0 0,-1-2 0 0 0,1 1-4 0 0,0 0-1 0 0,0-1 1 0 0,0 1 0 0 0,0-1 0 0 0,1 1-1 0 0,-1-1 1 0 0,1 0 0 0 0,-1 1-1 0 0,1-1 1 0 0,0-2 0 0 0,1-7-8 0 0,0 1 0 0 0,1 0 0 0 0,5-22 0 0 0,-1 16-10 0 0,0 0-1 0 0,1 1 1 0 0,0-1 0 0 0,1 2 0 0 0,1-1 0 0 0,1 1 0 0 0,0 1 0 0 0,17-20 0 0 0,-19 25-3 0 0,1 1-1 0 0,-1-1 1 0 0,1 2-1 0 0,1-1 1 0 0,-1 1-1 0 0,1 1 1 0 0,1 0-1 0 0,-1 0 1 0 0,1 1-1 0 0,0 0 1 0 0,0 1-1 0 0,0 0 1 0 0,18-3 0 0 0,-24 6 10 0 0,-1 1 0 0 0,1-1 0 0 0,-1 1 0 0 0,1 0 0 0 0,-1 0 0 0 0,1 1 0 0 0,-1-1 0 0 0,0 1 0 0 0,1 0 0 0 0,-1 1 0 0 0,0-1 0 0 0,1 0 0 0 0,-1 1 0 0 0,0 0 0 0 0,0 0 0 0 0,-1 1 0 0 0,1-1 0 0 0,0 1 0 0 0,-1-1 0 0 0,1 1 0 0 0,-1 0 0 0 0,0 0 0 0 0,0 1 0 0 0,0-1 1 0 0,0 1-1 0 0,-1-1 0 0 0,1 1 0 0 0,-1 0 0 0 0,0 0 0 0 0,0 0 0 0 0,2 7 0 0 0,0 1 12 0 0,-1 0 1 0 0,0 0-1 0 0,-1 0 0 0 0,0 0 1 0 0,-1 0-1 0 0,0 0 0 0 0,0 1 1 0 0,-2-1-1 0 0,0 0 0 0 0,-3 17 1 0 0,-24 90-435 0 0,13-59-2879 0 0,1 2-6558 0 0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04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1 109 764 0 0,'21'-35'4614'0'0,"-13"21"-2701"0"0,1 0-1 0 0,0 1 1 0 0,16-18 0 0 0,-23 30-1405 0 0,0 1 9 0 0,-1 0-431 0 0,1 0-1 0 0,-1 0 1 0 0,0 0 0 0 0,1 1 0 0 0,-1-1-1 0 0,0 0 1 0 0,1 1 0 0 0,-1-1 0 0 0,0 1-1 0 0,0-1 1 0 0,0 1 0 0 0,0 0 0 0 0,1-1-1 0 0,-1 1 1 0 0,0 0 0 0 0,0 0 0 0 0,0 0-1 0 0,-1 0 1 0 0,1 0 0 0 0,0 0 0 0 0,1 2-1 0 0,0 0 78 0 0,0 1 0 0 0,0-1 0 0 0,-1 1-1 0 0,1 0 1 0 0,-1 0 0 0 0,0-1 0 0 0,1 7 0 0 0,-1 0 48 0 0,0 1 0 0 0,0 0 0 0 0,-1 0 0 0 0,-1-1 1 0 0,-1 13-1 0 0,-8 32 319 0 0,-24 80 1 0 0,20-82-166 0 0,13-51-169 0 0,3-4-169 0 0,12-13-19 0 0,-1-1 0 0 0,16-27 0 0 0,10-12-60 0 0,-14 25 4 0 0,1 1-1 0 0,40-35 1 0 0,-52 53 29 0 0,-1 1 1 0 0,1 0-1 0 0,1 0 1 0 0,0 1-1 0 0,0 1 1 0 0,1 1-1 0 0,29-10 1 0 0,-38 15 14 0 0,1 1 0 0 0,-1 0 1 0 0,1 1-1 0 0,-1-1 0 0 0,1 1 0 0 0,-1 1 0 0 0,1 0 1 0 0,-1 0-1 0 0,1 0 0 0 0,-1 1 0 0 0,0 0 1 0 0,0 0-1 0 0,0 1 0 0 0,0 0 0 0 0,0 0 1 0 0,0 0-1 0 0,6 6 0 0 0,-9-7 8 0 0,-1 1 0 0 0,1 0-1 0 0,0-1 1 0 0,-1 2 0 0 0,1-1-1 0 0,-1 0 1 0 0,0 1 0 0 0,0 0 0 0 0,0-1-1 0 0,-1 1 1 0 0,0 0 0 0 0,1 1 0 0 0,-1-1-1 0 0,0 0 1 0 0,-1 0 0 0 0,1 1 0 0 0,-1-1-1 0 0,0 1 1 0 0,0 0 0 0 0,-1-1 0 0 0,1 1-1 0 0,-1 0 1 0 0,0-1 0 0 0,0 1 0 0 0,0 0-1 0 0,-1-1 1 0 0,0 1 0 0 0,-1 4-1 0 0,-2 4 22 0 0,-1-1-1 0 0,0 0 0 0 0,-1 0 0 0 0,0-1 0 0 0,0 0 0 0 0,-9 11 0 0 0,-54 59-443 0 0,20-25-3943 0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05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347 159 1976 0 0,'39'-42'6488'0'0,"38"-55"1"0"0,-66 80-4967 0 0,-11 17-1514 0 0,0 0 0 0 0,0 0 0 0 0,0 0 0 0 0,0 0 0 0 0,0 0 0 0 0,0 0 0 0 0,0 0 0 0 0,0-1 0 0 0,0 1 0 0 0,0 0 0 0 0,0 0 0 0 0,0 0 0 0 0,0 0 0 0 0,0 0 0 0 0,0 0 0 0 0,0 0 0 0 0,0 0 0 0 0,0 0 0 0 0,0 0-1 0 0,0 0 1 0 0,0 0 0 0 0,0 0 0 0 0,0 0 0 0 0,0-1 0 0 0,0 1 0 0 0,0 0 0 0 0,0 0 0 0 0,0 0 0 0 0,0 0 0 0 0,0 0 0 0 0,0 0 0 0 0,0 0 0 0 0,0 0 0 0 0,0 0 0 0 0,0 0 0 0 0,0 0 0 0 0,0 0 0 0 0,0 0 0 0 0,0 0 0 0 0,0 0 0 0 0,-1 0 0 0 0,1 0 0 0 0,0 0 0 0 0,0 0 0 0 0,0 0 0 0 0,0 0-1 0 0,0 0 1 0 0,0 0 0 0 0,0 0 0 0 0,0 0 0 0 0,0-1 0 0 0,0 1 0 0 0,0 0 0 0 0,0 0 0 0 0,0 1 0 0 0,0-1 0 0 0,-1 0 0 0 0,1 0 0 0 0,0 0 0 0 0,0 0 0 0 0,0 0 0 0 0,0 0 0 0 0,0 0 0 0 0,0 0 0 0 0,0 0 0 0 0,0 0 0 0 0,0 0 0 0 0,0 0 0 0 0,-12 7 193 0 0,5-1-173 0 0,0-1 1 0 0,1 1 0 0 0,0 0 0 0 0,0 1 0 0 0,0-1 0 0 0,1 1 0 0 0,0 1 0 0 0,0-1 0 0 0,1 1 0 0 0,-4 8-1 0 0,5-10-5 0 0,1 0-1 0 0,1-1 0 0 0,-1 1 0 0 0,1 0 0 0 0,0 0 0 0 0,0 0 1 0 0,1 0-1 0 0,-1 0 0 0 0,1 0 0 0 0,1 1 0 0 0,-1-1 0 0 0,1 0 1 0 0,0 0-1 0 0,1-1 0 0 0,-1 1 0 0 0,4 6 0 0 0,1 2 239 0 0,1 0 0 0 0,0-1 0 0 0,11 15 0 0 0,-18-27-235 0 0,1-1 0 0 0,-1 1 0 0 0,1-1 0 0 0,-1 1 0 0 0,0 0 0 0 0,1-1-1 0 0,-1 1 1 0 0,0 0 0 0 0,0-1 0 0 0,1 1 0 0 0,-1 0 0 0 0,0-1 0 0 0,0 1-1 0 0,0 0 1 0 0,0-1 0 0 0,0 1 0 0 0,0 0 0 0 0,0-1 0 0 0,0 1 0 0 0,0 0-1 0 0,0 0 1 0 0,0-1 0 0 0,-1 1 0 0 0,1 0 0 0 0,0 0 0 0 0,-15 14 246 0 0,-24 6-134 0 0,36-20-100 0 0,-23 9-477 0 0,-1-1 1 0 0,0-2 0 0 0,-55 9-1 0 0,39-11-4439 0 0,-80-2-1 0 0,73-5-1291 0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16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536 63 416 0 0,'3'-4'1011'0'0,"-1"0"-1"0"0,0 0 1 0 0,-1 0-1 0 0,1 0 1 0 0,-1 0-1 0 0,2-6 1 0 0,-3 9-909 0 0,0 0 1 0 0,0 0-1 0 0,0 0 1 0 0,0 0-1 0 0,0 0 1 0 0,0 0-1 0 0,0 0 1 0 0,0 0-1 0 0,0 0 0 0 0,-1 0 1 0 0,1 0-1 0 0,0 1 1 0 0,0-1-1 0 0,-1 0 1 0 0,1 0-1 0 0,-1 0 1 0 0,1 0-1 0 0,-1 0 0 0 0,0 1 1 0 0,1-1-1 0 0,-1 0 1 0 0,1 0-1 0 0,-1 1 1 0 0,0-1-1 0 0,0 0 1 0 0,0 1-1 0 0,1-1 1 0 0,-1 1-1 0 0,0-1 0 0 0,0 1 1 0 0,0-1-1 0 0,0 1 1 0 0,0 0-1 0 0,0 0 1 0 0,0-1-1 0 0,0 1 1 0 0,-2 0-1 0 0,-6-1-15 0 0,-1 0 1 0 0,0 1-1 0 0,0 0 1 0 0,0 1-1 0 0,0 0 1 0 0,0 1-1 0 0,1 0 0 0 0,-1 0 1 0 0,1 1-1 0 0,-1 0 1 0 0,1 1-1 0 0,0 0 0 0 0,0 0 1 0 0,-15 11-1 0 0,-6 5-15 0 0,2 1 0 0 0,-48 45-1 0 0,44-35-48 0 0,2 2-1 0 0,-50 70 1 0 0,66-82-19 0 0,1 1 0 0 0,0 0 1 0 0,2 1-1 0 0,1 1 0 0 0,0-1 0 0 0,-8 39 1 0 0,16-56-4 0 0,1-1 0 0 0,1 1 0 0 0,-1-1 0 0 0,1 1 0 0 0,0-1 0 0 0,0 1 0 0 0,1 0 0 0 0,-1-1 0 0 0,1 1 0 0 0,0-1 0 0 0,1 0 0 0 0,3 11 0 0 0,-3-13-48 0 0,0 0 1 0 0,0 1 0 0 0,0-1 0 0 0,0 0 0 0 0,1 0 0 0 0,0 0-1 0 0,-1 0 1 0 0,1 0 0 0 0,0-1 0 0 0,0 1 0 0 0,0-1 0 0 0,1 0-1 0 0,-1 0 1 0 0,1 0 0 0 0,-1 0 0 0 0,1-1 0 0 0,-1 1 0 0 0,8 1-1 0 0,10 1-345 0 0,0 0-1 0 0,1-1 0 0 0,-1-2 0 0 0,1 0 0 0 0,29-3 0 0 0,-5-2-903 0 0,67-17 0 0 0,-68 10-417 0 0,59-24-1 0 0,-57 15 352 0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17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66 362 2320 0 0,'12'-14'785'0'0,"-1"-1"1"0"0,0-1-1 0 0,-1 0 0 0 0,10-21 0 0 0,-16 30-385 0 0,-1-1 0 0 0,0 0-1 0 0,0 0 1 0 0,-1 0 0 0 0,0 0-1 0 0,-1-1 1 0 0,0 1 0 0 0,0 0-1 0 0,-1-1 1 0 0,0 1 0 0 0,-1-14-1 0 0,1 21-378 0 0,0 0 1 0 0,-1 0-1 0 0,1 1 0 0 0,0-1 0 0 0,0 0 0 0 0,0 0 0 0 0,0 1 0 0 0,-1-1 1 0 0,1 0-1 0 0,0 0 0 0 0,-1 1 0 0 0,1-1 0 0 0,-1 0 0 0 0,1 1 0 0 0,0-1 1 0 0,-1 1-1 0 0,1-1 0 0 0,-1 1 0 0 0,0-1 0 0 0,1 1 0 0 0,-1-1 0 0 0,1 1 0 0 0,-1-1 1 0 0,0 1-1 0 0,1 0 0 0 0,-1-1 0 0 0,0 1 0 0 0,0 0 0 0 0,1-1 0 0 0,-1 1 1 0 0,0 0-1 0 0,0 0 0 0 0,1 0 0 0 0,-1 0 0 0 0,0 0 0 0 0,0 0 0 0 0,1 0 1 0 0,-1 0-1 0 0,0 0 0 0 0,0 0 0 0 0,1 0 0 0 0,-1 1 0 0 0,0-1 0 0 0,0 0 0 0 0,1 0 1 0 0,-1 1-1 0 0,0-1 0 0 0,1 1 0 0 0,-1-1 0 0 0,0 0 0 0 0,0 2 0 0 0,-4 1 32 0 0,0 0 0 0 0,1 0 0 0 0,-1 1-1 0 0,1-1 1 0 0,-6 7 0 0 0,-1 4 6 0 0,1-1 1 0 0,0 1-1 0 0,1 1 1 0 0,1 0-1 0 0,-11 25 1 0 0,15-31-51 0 0,1 1 1 0 0,0 1-1 0 0,0-1 0 0 0,1 0 0 0 0,1 1 1 0 0,-1-1-1 0 0,2 1 0 0 0,-1-1 1 0 0,2 1-1 0 0,1 12 0 0 0,-2-20 2 0 0,1 1-1 0 0,0-1 0 0 0,0 1 1 0 0,0-1-1 0 0,0 0 1 0 0,0 1-1 0 0,1-1 0 0 0,0 0 1 0 0,-1 0-1 0 0,1 0 1 0 0,0 0-1 0 0,1 0 0 0 0,-1-1 1 0 0,0 1-1 0 0,1-1 1 0 0,5 5-1 0 0,-4-4 3 0 0,1-1-1 0 0,-1 0 1 0 0,1 0 0 0 0,0 0-1 0 0,-1 0 1 0 0,1-1 0 0 0,0 0-1 0 0,0 0 1 0 0,0 0 0 0 0,9 0-1 0 0,-1-1 8 0 0,0-1 0 0 0,0 0 0 0 0,0-1 0 0 0,0-1 0 0 0,0 0-1 0 0,0 0 1 0 0,-1-1 0 0 0,17-8 0 0 0,-16 5 16 0 0,-1 0-1 0 0,0-1 1 0 0,0-1 0 0 0,-1 0 0 0 0,0 0-1 0 0,0-1 1 0 0,-1 0 0 0 0,0-1 0 0 0,-1 0-1 0 0,-1-1 1 0 0,1 0 0 0 0,-2 0 0 0 0,0-1-1 0 0,10-24 1 0 0,-12 27-2 0 0,-2-1 0 0 0,1 0-1 0 0,-2 1 1 0 0,1-1 0 0 0,-1 0-1 0 0,-1-1 1 0 0,0 1 0 0 0,-1 0-1 0 0,0 0 1 0 0,0 0 0 0 0,-1-1-1 0 0,-1 1 1 0 0,0 0 0 0 0,-1 0 0 0 0,0 1-1 0 0,0-1 1 0 0,-1 0 0 0 0,0 1-1 0 0,-10-15 1 0 0,12 22-36 0 0,0 0 0 0 0,0 0 0 0 0,0 0 0 0 0,-1 1-1 0 0,1-1 1 0 0,-1 1 0 0 0,1 0 0 0 0,-1 0 0 0 0,0 0 0 0 0,0 0 0 0 0,0 0-1 0 0,0 1 1 0 0,-1-1 0 0 0,1 1 0 0 0,0 0 0 0 0,-6-2 0 0 0,3 2 25 0 0,1 1 0 0 0,-1-1 1 0 0,1 1-1 0 0,-1 0 0 0 0,0 0 0 0 0,1 1 1 0 0,-1 0-1 0 0,1-1 0 0 0,-1 2 0 0 0,-5 1 1 0 0,5-1-45 0 0,0 0 0 0 0,1 1 0 0 0,-1 0 0 0 0,1-1 0 0 0,0 2 0 0 0,0-1 0 0 0,0 1 1 0 0,0 0-1 0 0,-5 5 0 0 0,7-6-69 0 0,1 0 1 0 0,0 0-1 0 0,-1 0 1 0 0,1 0 0 0 0,0 0-1 0 0,1 0 1 0 0,-1 0-1 0 0,1 1 1 0 0,-1-1-1 0 0,1 1 1 0 0,0-1 0 0 0,0 1-1 0 0,0 0 1 0 0,1-1-1 0 0,-1 6 1 0 0,2-6-278 0 0,-1 0 0 0 0,1 1 0 0 0,0-1-1 0 0,0 0 1 0 0,1 0 0 0 0,-1 0 0 0 0,0-1 0 0 0,1 1 0 0 0,0 0 0 0 0,-1 0 0 0 0,1-1 0 0 0,0 1 0 0 0,1-1 0 0 0,-1 0-1 0 0,0 1 1 0 0,1-1 0 0 0,-1 0 0 0 0,1 0 0 0 0,0-1 0 0 0,-1 1 0 0 0,7 2 0 0 0,3 2-2355 0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17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241 127 1832 0 0,'3'-15'1789'0'0,"-1"0"1"0"0,0 0-1 0 0,-1 0 0 0 0,-1 0 1 0 0,0 0-1 0 0,-3-20 0 0 0,3 33-1195 0 0,-3 4-449 0 0,1 0-102 0 0,-1 0 0 0 0,1 0 0 0 0,-1 1 0 0 0,1-1 0 0 0,0 1-1 0 0,0-1 1 0 0,0 1 0 0 0,0 0 0 0 0,0 0 0 0 0,1 0 0 0 0,-3 5 0 0 0,-12 42 329 0 0,10-29-253 0 0,-80 297 706 0 0,31-104-572 0 0,45-179-351 0 0,-18 69 102 0 0,15-36-3335 0 0,13-64 2600 0 0,-2 10-304 0 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17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645 136 596 0 0,'6'-12'1370'0'0,"-1"-1"328"0"0,1 0 1 0 0,5-21-1 0 0,-11 31-1441 0 0,1 0 0 0 0,0 0 0 0 0,-1 0-1 0 0,1 0 1 0 0,-1 0 0 0 0,0 0-1 0 0,0 0 1 0 0,0 0 0 0 0,-1 0 0 0 0,1 0-1 0 0,-1 1 1 0 0,0-1 0 0 0,1 0 0 0 0,-1 0-1 0 0,0 0 1 0 0,-1 0 0 0 0,-2-4-1 0 0,3 6-193 0 0,0 0-1 0 0,0 0 1 0 0,0 1-1 0 0,-1-1 0 0 0,1 1 1 0 0,0-1-1 0 0,0 1 0 0 0,-1-1 1 0 0,1 1-1 0 0,0 0 0 0 0,-1-1 1 0 0,1 1-1 0 0,0 0 0 0 0,-1 0 1 0 0,1 0-1 0 0,0 0 1 0 0,-1 0-1 0 0,1 0 0 0 0,0 1 1 0 0,-1-1-1 0 0,1 0 0 0 0,0 1 1 0 0,-1-1-1 0 0,1 1 0 0 0,-2 1 1 0 0,-32 15 633 0 0,10 1-390 0 0,1 2 0 0 0,0 0-1 0 0,1 1 1 0 0,-25 31 0 0 0,-72 105 413 0 0,-65 135-135 0 0,155-236-515 0 0,4 0 1 0 0,1 1-1 0 0,-25 94 1 0 0,46-135-74 0 0,0 0 1 0 0,2 0-1 0 0,0 1 1 0 0,0 0-1 0 0,1-1 1 0 0,2 1 0 0 0,-1-1-1 0 0,5 20 1 0 0,-4-30-233 0 0,0 1 1 0 0,1-1-1 0 0,0 0 1 0 0,1 0-1 0 0,0 0 0 0 0,0 0 1 0 0,0-1-1 0 0,0 1 1 0 0,1-1-1 0 0,4 6 1 0 0,-4-7-289 0 0,0 0 0 0 0,0-1 0 0 0,0 1 0 0 0,1-1 1 0 0,-1 0-1 0 0,1 0 0 0 0,0-1 0 0 0,0 1 0 0 0,0-1 0 0 0,0 0 0 0 0,0-1 1 0 0,1 1-1 0 0,7 1 0 0 0,13 0-4226 0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18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305 224 1308 0 0,'35'-118'10866'0'0,"-34"114"-9825"0"0,-3 4-359 0 0,-5 10-62 0 0,-10 17-7 0 0,-111 235 1835 0 0,81-157-2090 0 0,-70 153 162 0 0,96-212 237 0 0,20-44-490 0 0,0-6-248 0 0,1-1 1 0 0,1 1-1 0 0,-1 0 0 0 0,0 0 1 0 0,1 0-1 0 0,0 0 0 0 0,0 0 1 0 0,0 0-1 0 0,0 0 0 0 0,1 0 1 0 0,2-5-1 0 0,-1 2-3 0 0,129-316 68 0 0,-101 260-113 0 0,2 1-1 0 0,81-111 0 0 0,-98 153 6 0 0,0 0 0 0 0,27-22-1 0 0,-38 36 14 0 0,1 2 0 0 0,0-1 0 0 0,0 1 0 0 0,0 0 0 0 0,0 0 0 0 0,1 0 0 0 0,0 1 0 0 0,-1 0 0 0 0,1 1 0 0 0,1-1 0 0 0,-1 1 0 0 0,8-1-1 0 0,-11 3 11 0 0,-1 0 0 0 0,0 0-1 0 0,0 0 1 0 0,1 1 0 0 0,-1-1-1 0 0,0 1 1 0 0,0 0 0 0 0,0 0-1 0 0,1 0 1 0 0,-1 0 0 0 0,0 0-1 0 0,0 1 1 0 0,-1-1 0 0 0,1 1-1 0 0,0 0 1 0 0,0 0 0 0 0,-1 0-1 0 0,1 0 1 0 0,-1 0 0 0 0,0 1-1 0 0,0-1 1 0 0,0 1 0 0 0,0 0-1 0 0,0-1 1 0 0,0 1 0 0 0,-1 0-1 0 0,2 4 1 0 0,1 2 6 0 0,0 1 0 0 0,-1-1 0 0 0,0 1 0 0 0,-1 0 0 0 0,0 0 0 0 0,0 0 0 0 0,0 13-1 0 0,-2 9 23 0 0,-2 1-1 0 0,-1-1 0 0 0,-1 0 0 0 0,-17 61 0 0 0,1-28-81 0 0,-39 83 0 0 0,58-146-403 0 0,-8 18-1263 0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18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80 156 2716 0 0,'-66'4'9240'0'0,"64"-3"-8665"0"0,-9 0 2479 0 0,310-59-1574 0 0,-101 3-5665 0 0,-115 25-1358 0 0,-39 12 610 0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18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581 33 1728 0 0,'0'-3'2180'0'0,"-2"-13"614"0"0,1 3 2449 0 0,13 34-2385 0 0,5 17-2400 0 0,-1 0 0 0 0,-2 2 1 0 0,-2 0-1 0 0,-1 0 1 0 0,-3 1-1 0 0,-1 0 0 0 0,-2 1 1 0 0,-1-1-1 0 0,-3 1 1 0 0,-1 0-1 0 0,-7 50 0 0 0,0-44-410 0 0,-2 0 0 0 0,-1-1 1 0 0,-3 1-1 0 0,-2-2 0 0 0,-2 0 0 0 0,-2-1 0 0 0,-2-1 0 0 0,-1-1 0 0 0,-39 53 0 0 0,17-36-431 0 0,-2-2 1 0 0,-103 98-1 0 0,56-78-2730 0 0,-4-8-3277 0 0,43-36-1339 0 0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19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0 904 0 0,'-24'7'5823'0'0,"2"3"-2328"0"0,22-10-3479 0 0,0-1 0 0 0,1 1 0 0 0,-1 0 0 0 0,0 0 0 0 0,0 0 0 0 0,0 0 0 0 0,0 0 0 0 0,1 0 0 0 0,-1 1 0 0 0,0-1 0 0 0,0 0 0 0 0,0 0 0 0 0,0 0 0 0 0,0 0 0 0 0,1 0 0 0 0,-1 0 0 0 0,0 0 0 0 0,0 0 0 0 0,0 0-1 0 0,0 0 1 0 0,0 0 0 0 0,1 0 0 0 0,-1 1 0 0 0,0-1 0 0 0,0 0 0 0 0,0 0 0 0 0,0 0 0 0 0,0 0 0 0 0,0 0 0 0 0,0 0 0 0 0,0 1 0 0 0,0-1 0 0 0,0 0 0 0 0,1 0 0 0 0,-1 0 0 0 0,0 0 0 0 0,0 1 0 0 0,0-1 0 0 0,0 0 0 0 0,0 0 0 0 0,0 0 0 0 0,0 0 0 0 0,0 0 0 0 0,0 1 0 0 0,0-1 0 0 0,0 0 0 0 0,0 0 0 0 0,-1 0 0 0 0,1 0 0 0 0,0 1 0 0 0,0-1 0 0 0,0 0 0 0 0,0 0 0 0 0,0 0 0 0 0,0 0 0 0 0,0 0 0 0 0,0 0 0 0 0,0 1 0 0 0,0-1 0 0 0,-1 0 0 0 0,1 0 0 0 0,0 0 0 0 0,0 0 0 0 0,0 0 0 0 0,0 0 0 0 0,0 0 0 0 0,0 0 0 0 0,-1 1 0 0 0,1-1 0 0 0,23 4 444 0 0,20-1-279 0 0,121-11 22 0 0,-98 1-3397 0 0,-43 8-3393 0 0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20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23 2496 0 0,'-180'71'13784'0'0,"178"-70"-13235"0"0,15 1-410 0 0,0-1 0 0 0,1-1 1 0 0,-1 0-1 0 0,1-1 0 0 0,-1 0 1 0 0,20-5-1 0 0,0 2-43 0 0,164-19-132 0 0,54-7-3077 0 0,-83 7-4246 0 0,-114 13 2371 0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21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742 63 996 0 0,'10'-10'3558'0'0,"32"-37"11413"0"0,-43 46-14766 0 0,-4-3-569 0 0,-10 3 400 0 0,1 2 0 0 0,-1-1 0 0 0,1 2 0 0 0,0 0 0 0 0,0 1 0 0 0,0 0-1 0 0,-18 7 1 0 0,-96 42-25 0 0,110-43-26 0 0,0 1 0 0 0,0 1 0 0 0,1 0 0 0 0,0 1 0 0 0,1 1 0 0 0,0 0 0 0 0,-19 22 0 0 0,28-26 13 0 0,-1-1-1 0 0,1 2 1 0 0,1-1 0 0 0,0 1 0 0 0,0 0 0 0 0,1 0 0 0 0,0 1-1 0 0,1-1 1 0 0,0 1 0 0 0,0 0 0 0 0,1 0 0 0 0,1 1-1 0 0,0-1 1 0 0,-1 19 0 0 0,4-21 6 0 0,0 0-1 0 0,0 0 0 0 0,0 0 1 0 0,1 0-1 0 0,0 0 1 0 0,1-1-1 0 0,0 1 0 0 0,0-1 1 0 0,1 0-1 0 0,0 0 1 0 0,1 0-1 0 0,-1 0 1 0 0,2-1-1 0 0,-1 0 0 0 0,1 0 1 0 0,0 0-1 0 0,0 0 1 0 0,10 7-1 0 0,12 7 9 0 0,1-1 1 0 0,0-1-1 0 0,48 21 0 0 0,0 2 0 0 0,-62-34-8 0 0,-2 1 0 0 0,1 0 0 0 0,-1 1-1 0 0,17 18 1 0 0,-26-23-1 0 0,0-1-1 0 0,0 1 0 0 0,0 0 1 0 0,-1 0-1 0 0,0 0 1 0 0,0 0-1 0 0,-1 1 0 0 0,1-1 1 0 0,-1 1-1 0 0,-1 0 1 0 0,1 0-1 0 0,-1-1 0 0 0,0 1 1 0 0,0 0-1 0 0,0 10 0 0 0,-1-5 139 0 0,-2 0 0 0 0,1 0 0 0 0,-1-1 0 0 0,-1 1 0 0 0,0 0 0 0 0,0-1 0 0 0,-1 0 0 0 0,0 0 0 0 0,-11 18 0 0 0,14-27 47 0 0,-9 30 886 0 0,8-21-1109 0 0,1 1 0 0 0,0 0 1 0 0,1 0-1 0 0,0 0 0 0 0,4 19 0 0 0,15 57 82 0 0,-2-4-44 0 0,-15-62 3 0 0,-1-1 0 0 0,-1 1 0 0 0,-1-1 0 0 0,-1 1 0 0 0,0 0 0 0 0,-2-1 0 0 0,0 0 1 0 0,-2 0-1 0 0,0 0 0 0 0,-1-1 0 0 0,-18 35 0 0 0,-10 9 13 0 0,-3-1-1 0 0,-47 56 1 0 0,80-111-24 0 0,-162 203 22 0 0,7-9 27 0 0,118-144-31 0 0,-53 101 1 0 0,86-143-9 0 0,2 1-1 0 0,0 0 1 0 0,1 0 0 0 0,0 0 0 0 0,2 1 0 0 0,0 0-1 0 0,-2 18 1 0 0,5-28-56 0 0,1 1 0 0 0,0-1 0 0 0,0 0-1 0 0,1 0 1 0 0,0 0 0 0 0,0 0 0 0 0,0 0 0 0 0,1 0-1 0 0,0 0 1 0 0,1 0 0 0 0,0 0 0 0 0,0-1 0 0 0,0 1-1 0 0,0-1 1 0 0,1 0 0 0 0,0 0 0 0 0,1 0 0 0 0,-1-1 0 0 0,9 8-1 0 0,1-1-364 0 0,-1-1 0 0 0,2-1 0 0 0,-1-1-1 0 0,1 0 1 0 0,1-1 0 0 0,-1 0 0 0 0,1-1-1 0 0,20 5 1 0 0,-1-2-2452 0 0,1-2-1 0 0,67 7 0 0 0,-38-10-3808 0 0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22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380 212 276 0 0,'8'-12'4312'0'0,"-2"3"-3297"0"0,-1 1 0 0 0,0-2-1 0 0,-1 1 1 0 0,0 0 0 0 0,-1-1 0 0 0,0 0-1 0 0,0 0 1 0 0,-1 0 0 0 0,2-15-1 0 0,-5 21-933 0 0,1 1 0 0 0,0 0 0 0 0,-1 0 0 0 0,0-1 0 0 0,0 1 0 0 0,0 0 0 0 0,0 0-1 0 0,0 0 1 0 0,-1 0 0 0 0,1 0 0 0 0,-1 1 0 0 0,0-1 0 0 0,0 0 0 0 0,0 1 0 0 0,0-1 0 0 0,0 1-1 0 0,-1 0 1 0 0,-3-3 0 0 0,1 0-49 0 0,-1 1 1 0 0,0 0-1 0 0,-1 0 0 0 0,1 1 1 0 0,-1 0-1 0 0,-8-3 0 0 0,12 5-32 0 0,-1 0 0 0 0,0 1 0 0 0,1-1-1 0 0,-1 1 1 0 0,0 0 0 0 0,0 0 0 0 0,1 0 0 0 0,-1 1-1 0 0,0-1 1 0 0,1 1 0 0 0,-1 0 0 0 0,0 0 0 0 0,1 0-1 0 0,-1 0 1 0 0,-5 4 0 0 0,-3 1 2 0 0,1 1 0 0 0,-20 15 0 0 0,30-21-2 0 0,-17 14-1 0 0,0 1 0 0 0,1 1 0 0 0,1 1 0 0 0,1 0 0 0 0,0 1 0 0 0,-14 26 0 0 0,10-14 0 0 0,3 1-1 0 0,0 1 1 0 0,-15 51-1 0 0,27-73 10 0 0,1 1-1 0 0,1 0 1 0 0,-1 0 0 0 0,2 0-1 0 0,0 0 1 0 0,0 0 0 0 0,2 16-1 0 0,-1-25-4 0 0,0 1-1 0 0,1-1 0 0 0,-1 1 0 0 0,1-1 0 0 0,0 0 1 0 0,0 1-1 0 0,0-1 0 0 0,1 0 0 0 0,-1 0 0 0 0,1 0 1 0 0,-1 0-1 0 0,1 0 0 0 0,0 0 0 0 0,0-1 0 0 0,0 1 1 0 0,1 0-1 0 0,-1-1 0 0 0,1 0 0 0 0,-1 1 0 0 0,1-1 1 0 0,0 0-1 0 0,0-1 0 0 0,0 1 0 0 0,0 0 0 0 0,0-1 1 0 0,0 1-1 0 0,0-1 0 0 0,0 0 0 0 0,6 1 1 0 0,-2-1 3 0 0,0 0 1 0 0,1-1 0 0 0,-1 1 0 0 0,1-1 0 0 0,-1-1 0 0 0,0 1 0 0 0,0-1 0 0 0,1-1 0 0 0,-1 1 0 0 0,0-1 0 0 0,13-6-1 0 0,-10 4 0 0 0,0-2 0 0 0,-1 1 0 0 0,0-1 0 0 0,0-1 0 0 0,0 0 0 0 0,-1 0-1 0 0,10-10 1 0 0,-1-4 4 0 0,-1 0-1 0 0,0-1 1 0 0,-2-1 0 0 0,0 0-1 0 0,17-41 1 0 0,-17 28 639 0 0,15-60-1 0 0,-29 93-530 0 0,0 7-116 0 0,0-1 0 0 0,0 0 0 0 0,0 1 0 0 0,-1-1 0 0 0,1 1 0 0 0,-1-1 0 0 0,-1 4 0 0 0,1-3 1 0 0,-26 124 39 0 0,24-112-33 0 0,1 0 1 0 0,1 1 0 0 0,1-1 0 0 0,0 1 0 0 0,6 30 0 0 0,-5-42-6 0 0,0 0 1 0 0,0 0 0 0 0,1 0 0 0 0,0-1-1 0 0,0 1 1 0 0,0 0 0 0 0,1-1 0 0 0,-1 0-1 0 0,1 1 1 0 0,0-1 0 0 0,0 0 0 0 0,1-1-1 0 0,-1 1 1 0 0,1-1 0 0 0,4 4-1 0 0,-2-3 5 0 0,1 0-1 0 0,-1 0 0 0 0,1-1 0 0 0,0 0 0 0 0,0 0 0 0 0,0-1 0 0 0,0 0 1 0 0,0 0-1 0 0,11 1 0 0 0,2-2 13 0 0,1 0 1 0 0,0-1-1 0 0,0-1 0 0 0,-1-1 1 0 0,1-1-1 0 0,27-7 0 0 0,-21 1 25 0 0,0-1 0 0 0,-1 0 0 0 0,-1-2 0 0 0,45-29 0 0 0,-60 35-30 0 0,-1 0-1 0 0,0 0 1 0 0,10-11 0 0 0,-18 15-70 0 0,0-1 1402 0 0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23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424 140 1500 0 0,'4'-9'1841'0'0,"0"-1"-1"0"0,-1 0 1 0 0,0 0-1 0 0,2-11 1 0 0,-5 16-1449 0 0,1 1 0 0 0,-1 0 1 0 0,0-1-1 0 0,0 1 0 0 0,-1 0 1 0 0,1-1-1 0 0,-1 1 0 0 0,0 0 1 0 0,0-1-1 0 0,-1 1 0 0 0,1 0 0 0 0,-3-5 1 0 0,3 8-352 0 0,-1-1-1 0 0,1 1 1 0 0,0-1 0 0 0,-1 1-1 0 0,1 0 1 0 0,0 0 0 0 0,-1-1 0 0 0,0 1-1 0 0,1 0 1 0 0,-1 0 0 0 0,0 1 0 0 0,1-1-1 0 0,-1 0 1 0 0,0 0 0 0 0,0 1-1 0 0,0-1 1 0 0,0 1 0 0 0,1 0 0 0 0,-1 0-1 0 0,0-1 1 0 0,-3 2 0 0 0,-3-2 10 0 0,1 2 0 0 0,-1-1 0 0 0,1 1 0 0 0,-8 2 0 0 0,3 0-26 0 0,-1 2 0 0 0,1 0 1 0 0,0 0-1 0 0,0 1 1 0 0,1 0-1 0 0,0 1 0 0 0,0 1 1 0 0,0-1-1 0 0,-16 18 0 0 0,0 2-10 0 0,2 0-1 0 0,-26 37 1 0 0,32-38-13 0 0,1 2 0 0 0,-29 56 1 0 0,42-72 5 0 0,0-1 0 0 0,1 1 0 0 0,0 0 0 0 0,1 1 0 0 0,0-1 0 0 0,1 1 0 0 0,0-1 0 0 0,1 1 0 0 0,0-1 0 0 0,2 22 0 0 0,0-28 8 0 0,0 0 0 0 0,0-1 0 0 0,1 1 0 0 0,0 0 0 0 0,0-1 0 0 0,0 0-1 0 0,1 1 1 0 0,-1-1 0 0 0,1 0 0 0 0,1 0 0 0 0,-1 0 0 0 0,1-1 0 0 0,-1 1 0 0 0,1-1 0 0 0,1 0-1 0 0,-1 0 1 0 0,0 0 0 0 0,1-1 0 0 0,0 1 0 0 0,0-1 0 0 0,0 0 0 0 0,0-1 0 0 0,1 1-1 0 0,-1-1 1 0 0,10 3 0 0 0,2-1 259 0 0,0 0 0 0 0,1-2-1 0 0,-1 0 1 0 0,1 0 0 0 0,-1-2 0 0 0,1 0-1 0 0,17-3 1 0 0,-32 2-139 0 0,16-2 104 0 0,-17 2-182 0 0,9-3-21 0 0,8-4-6266 0 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23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33 2996 0 0,'29'-32'16180'0'0,"-29"32"-16129"0"0,0 0 0 0 0,0 0 0 0 0,0 1 0 0 0,0-1 0 0 0,0 0 0 0 0,0 0 0 0 0,0 1 0 0 0,0-1 0 0 0,0 0 1 0 0,0 0-1 0 0,0 1 0 0 0,1-1 0 0 0,-1 0 0 0 0,0 0 0 0 0,0 1 0 0 0,0-1 0 0 0,0 0 0 0 0,0 0 0 0 0,0 0 0 0 0,1 1 0 0 0,-1-1 0 0 0,0 0 1 0 0,0 0-1 0 0,0 0 0 0 0,1 0 0 0 0,-1 1 0 0 0,0-1 0 0 0,0 0 0 0 0,1 0 0 0 0,-1 0 0 0 0,0 0 0 0 0,0 0 0 0 0,0 0 0 0 0,1 0 1 0 0,-1 0-1 0 0,0 0 0 0 0,1 0 0 0 0,-1 1 0 0 0,0-1 0 0 0,0-1 0 0 0,1 1 0 0 0,-1 0 0 0 0,0 0 0 0 0,0 0 0 0 0,1 0 0 0 0,-1 0 0 0 0,0 0 1 0 0,0 0-1 0 0,1 0 0 0 0,-1 0 0 0 0,0 0 0 0 0,0 0 0 0 0,0-1 0 0 0,1 1 0 0 0,-1 0 0 0 0,0 0 0 0 0,0 0 0 0 0,0 0 0 0 0,1-1 0 0 0,-1 1 1 0 0,0 0-1 0 0,0 0 0 0 0,0 0 0 0 0,0-1 0 0 0,0 1 0 0 0,1-1 0 0 0,-17 89 358 0 0,-24 101-191 0 0,15-91-171 0 0,17-56-6123 0 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24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28 138 908 0 0,'-26'-21'13026'0'0,"24"17"-11875"0"0,9 1-1056 0 0,0 0 0 0 0,0 0-1 0 0,0 0 1 0 0,1 1 0 0 0,-1 0-1 0 0,0 1 1 0 0,1 0 0 0 0,12-1-1 0 0,17-3 17 0 0,154-26 475 0 0,-39 8-2080 0 0,-53 1-4629 0 0,-83 11-490 0 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24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25 2656 0 0,'-28'-22'8178'0'0,"27"21"-8033"0"0,1 1 0 0 0,-1 0 0 0 0,0-1 1 0 0,1 1-1 0 0,-1 0 0 0 0,0 0 0 0 0,1 0 1 0 0,-1-1-1 0 0,0 1 0 0 0,0 0 0 0 0,1 0 0 0 0,-1 0 1 0 0,0 0-1 0 0,1 0 0 0 0,-1 0 0 0 0,0 1 1 0 0,0-1-1 0 0,-1 3 109 0 0,0 0 0 0 0,0 0 0 0 0,1 1 1 0 0,0-1-1 0 0,-1 0 0 0 0,1 1 0 0 0,1-1 0 0 0,-1 1 1 0 0,0-1-1 0 0,1 6 0 0 0,-2 45 1311 0 0,1-31-1110 0 0,-7 134 991 0 0,-3 129-726 0 0,11-263-645 0 0,-1-10-864 0 0,1-1-1 0 0,0 1 1 0 0,4 20 0 0 0,-4-33 587 0 0,0 1 1 0 0,0-1 0 0 0,1 1 0 0 0,-1-1-1 0 0,0 1 1 0 0,10 4-4026 0 0,-9-5 4026 0 0,-1 0 0 0 0,1 0 0 0 0,-1 0-1 0 0,1 0 1 0 0,-1 0 0 0 0,1 0 0 0 0,-1 0-1 0 0,1-1 1 0 0,-1 1 0 0 0,1 0 0 0 0,-1 0-1 0 0,1-1 1 0 0,-1 1 0 0 0,2-1-202 0 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25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57 107 852 0 0,'74'-106'13794'0'0,"-73"106"-13733"0"0,0 1-1 0 0,-1-1 1 0 0,1 1 0 0 0,0 0-1 0 0,-1-1 1 0 0,1 1 0 0 0,-1 0-1 0 0,1-1 1 0 0,-1 1 0 0 0,1 0-1 0 0,-1-1 1 0 0,0 1 0 0 0,1 0-1 0 0,-1 0 1 0 0,0 0 0 0 0,1-1-1 0 0,-1 1 1 0 0,0 0 0 0 0,0 0-1 0 0,0 0 1 0 0,0 0 0 0 0,0 0-1 0 0,0-1 1 0 0,0 1 0 0 0,0 0-1 0 0,0 1 1 0 0,-1 25 713 0 0,-78 493 2775 0 0,32-312-2739 0 0,47-206-671 0 0,0-2-133 0 0,-1 0 0 0 0,1 0 0 0 0,0 0 0 0 0,0 0 1 0 0,0-1-1 0 0,0 1 0 0 0,0 0 0 0 0,0 0 0 0 0,0 0 0 0 0,-1 0 0 0 0,1 0 0 0 0,0 0 0 0 0,0 0 1 0 0,0 0-1 0 0,0 0 0 0 0,0 0 0 0 0,-1 0 0 0 0,1 0 0 0 0,0 0 0 0 0,0 0 0 0 0,0 0 1 0 0,0 0-1 0 0,0 0 0 0 0,-1 0 0 0 0,1 0 0 0 0,0 0 0 0 0,0 0 0 0 0,0 0 0 0 0,0 0 0 0 0,-1 0 1 0 0,1 0-1 0 0,0 0 0 0 0,0 0 0 0 0,0 0 0 0 0,0 0 0 0 0,0 0 0 0 0,0 0 0 0 0,-1 0 1 0 0,1 0-1 0 0,0 0 0 0 0,0 1 0 0 0,0-1 0 0 0,0 0 0 0 0,0 0 0 0 0,0 0 0 0 0,0 0 0 0 0,0 0 1 0 0,-1 0-1 0 0,1 1 0 0 0,0-1 0 0 0,0 0 0 0 0,-5-17 61 0 0,4 3-64 0 0,1 0-1 0 0,1 0 1 0 0,0 0 0 0 0,1 0 0 0 0,0 0 0 0 0,2 1 0 0 0,-1-1 0 0 0,1 1 0 0 0,1 0 0 0 0,1 0-1 0 0,0 0 1 0 0,0 1 0 0 0,1-1 0 0 0,1 2 0 0 0,0-1 0 0 0,0 1 0 0 0,11-11 0 0 0,-8 12-17 0 0,0 0 0 0 0,0 0 0 0 0,1 1 0 0 0,1 1 0 0 0,-1 0 0 0 0,1 0 1 0 0,0 1-1 0 0,28-10 0 0 0,-33 15 7 0 0,1 0-1 0 0,0 0 1 0 0,0 0 0 0 0,0 1-1 0 0,0 0 1 0 0,0 1 0 0 0,0 0-1 0 0,0 0 1 0 0,0 1 0 0 0,0 1-1 0 0,0-1 1 0 0,0 1 0 0 0,-1 1-1 0 0,1-1 1 0 0,0 2 0 0 0,7 3-1 0 0,-9-3 9 0 0,0 0-1 0 0,0 0 0 0 0,-1 0 0 0 0,0 1 0 0 0,0 0 0 0 0,0 0 1 0 0,-1 0-1 0 0,1 1 0 0 0,-1 0 0 0 0,0 0 0 0 0,-1 0 1 0 0,0 1-1 0 0,0 0 0 0 0,0 0 0 0 0,-1 0 0 0 0,0 0 0 0 0,0 0 1 0 0,-1 0-1 0 0,0 1 0 0 0,0-1 0 0 0,-1 1 0 0 0,2 15 1 0 0,-3-15 9 0 0,-1 1 1 0 0,1 0-1 0 0,-1-1 1 0 0,-1 1 0 0 0,1-1-1 0 0,-1 0 1 0 0,-1 1-1 0 0,0-1 1 0 0,0 0-1 0 0,0-1 1 0 0,-1 1 0 0 0,0 0-1 0 0,-1-1 1 0 0,0 0-1 0 0,0 0 1 0 0,0 0 0 0 0,-1-1-1 0 0,0 0 1 0 0,0 0-1 0 0,-12 9 1 0 0,9-10-3 0 0,1 0 0 0 0,-1 0 0 0 0,0-1 0 0 0,0 0 0 0 0,0-1-1 0 0,0 1 1 0 0,-1-2 0 0 0,1 1 0 0 0,-1-2 0 0 0,1 1 0 0 0,-1-1 0 0 0,-18 0 0 0 0,-32-8-2662 0 0,59 7 2414 0 0,0 0 0 0 0,0 0 0 0 0,0 0 0 0 0,0 0 0 0 0,0 0 0 0 0,0 0 0 0 0,0-1 0 0 0,0 1 0 0 0,0 0 0 0 0,0-1 0 0 0,1 1 1 0 0,-1-1-1 0 0,0 1 0 0 0,0-1 0 0 0,0 1 0 0 0,1-1 0 0 0,-1 1 0 0 0,0-1 0 0 0,1 0 0 0 0,-1 0 0 0 0,0 1 0 0 0,1-1 0 0 0,-1 0 0 0 0,1 0 0 0 0,-1 0 0 0 0,1 1 0 0 0,-1-1 0 0 0,1 0 0 0 0,0 0 0 0 0,0 0 0 0 0,-1 0 0 0 0,1 0 0 0 0,0 0 0 0 0,0 0 0 0 0,0 0 0 0 0,0 0 0 0 0,0 0 0 0 0,0 0 0 0 0,0 0 0 0 0,0 0 1 0 0,0 1-1 0 0,1-1 0 0 0,-1 0 0 0 0,0 0 0 0 0,0 0 0 0 0,2-2 0 0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25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279 156 1324 0 0,'27'-20'3710'0'0,"-1"0"1"0"0,-1-2-1 0 0,23-25 0 0 0,-42 41-2989 0 0,-6 6-652 0 0,1-1 0 0 0,0 1 0 0 0,0-1-1 0 0,-1 1 1 0 0,1-1 0 0 0,0 0 0 0 0,-1 0-1 0 0,1 1 1 0 0,0-1 0 0 0,-1 0 0 0 0,1 0 0 0 0,-1 0-1 0 0,1 0 1 0 0,-1 0 0 0 0,0 1 0 0 0,1-1 0 0 0,-1 0-1 0 0,0 0 1 0 0,0 0 0 0 0,0 0 0 0 0,0 0-1 0 0,0 0 1 0 0,0 0 0 0 0,0 0 0 0 0,0 0 0 0 0,0 0-1 0 0,0 0 1 0 0,0 0 0 0 0,0 0 0 0 0,-1 0-1 0 0,1 0 1 0 0,0 0 0 0 0,-1 0 0 0 0,0-1 0 0 0,0 1-47 0 0,0 0 1 0 0,0 0-1 0 0,0 1 1 0 0,0-1 0 0 0,0 0-1 0 0,0 1 1 0 0,0-1 0 0 0,-1 0-1 0 0,1 1 1 0 0,0 0-1 0 0,0-1 1 0 0,-1 1 0 0 0,1 0-1 0 0,0-1 1 0 0,0 1-1 0 0,-1 0 1 0 0,1 0 0 0 0,0 0-1 0 0,-1 0 1 0 0,1 0 0 0 0,-2 1-1 0 0,-8 2 10 0 0,0 1 0 0 0,0 1 1 0 0,0 0-1 0 0,1 0 0 0 0,-1 1 0 0 0,1 1 0 0 0,-13 10 0 0 0,8-6-7 0 0,-15 11 12 0 0,0 2 0 0 0,1 1-1 0 0,-38 45 1 0 0,49-49-26 0 0,1 0 0 0 0,2 1 0 0 0,0 1 0 0 0,1 1 0 0 0,-18 43 0 0 0,30-63-6 0 0,1 1 0 0 0,-1-1 1 0 0,1 1-1 0 0,0-1 0 0 0,0 1 0 0 0,0 0 0 0 0,1-1 1 0 0,-1 1-1 0 0,1 0 0 0 0,0 0 0 0 0,1-1 1 0 0,-1 1-1 0 0,1 0 0 0 0,0-1 0 0 0,0 1 0 0 0,0 0 1 0 0,1-1-1 0 0,0 0 0 0 0,0 1 0 0 0,0-1 1 0 0,0 0-1 0 0,0 0 0 0 0,1 0 0 0 0,0 0 1 0 0,0 0-1 0 0,0-1 0 0 0,0 1 0 0 0,1-1 0 0 0,-1 0 1 0 0,1 0-1 0 0,0 0 0 0 0,0-1 0 0 0,0 1 1 0 0,0-1-1 0 0,0 0 0 0 0,6 2 0 0 0,8 2 26 0 0,-1-1 0 0 0,1-1 0 0 0,0 0 0 0 0,0-1 0 0 0,0-2 0 0 0,19 1 0 0 0,7-3-529 0 0,54-7-1 0 0,-58-2-7842 0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26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92 110 476 0 0,'7'-8'10975'0'0,"-2"-1"-8543"0"0,12-18 2643 0 0,4 1-3371 0 0,-18 22-1640 0 0,1 0 1 0 0,0 1-1 0 0,0 0 1 0 0,0 0-1 0 0,1 0 0 0 0,-1 0 1 0 0,1 0-1 0 0,-1 1 0 0 0,1 0 1 0 0,0 0-1 0 0,8-2 1 0 0,-9 3-51 0 0,0 0 0 0 0,0 0 0 0 0,0 1 1 0 0,0-1-1 0 0,1 1 0 0 0,-1 0 0 0 0,0 0 0 0 0,0 1 1 0 0,0-1-1 0 0,0 1 0 0 0,1 0 0 0 0,-1 0 1 0 0,0 0-1 0 0,5 3 0 0 0,-7-2-4 0 0,1 0 1 0 0,-1 0-1 0 0,1 0 1 0 0,-1 0-1 0 0,0 1 1 0 0,1-1-1 0 0,-1 1 1 0 0,-1 0-1 0 0,1-1 1 0 0,0 1-1 0 0,-1 0 1 0 0,1 0-1 0 0,-1 0 1 0 0,0 0-1 0 0,0 0 1 0 0,1 7-1 0 0,-1-4 6 0 0,-1 0-1 0 0,0 0 1 0 0,0 0-1 0 0,0 0 1 0 0,-1 0-1 0 0,0 0 1 0 0,0-1-1 0 0,-4 11 1 0 0,-2 3 27 0 0,-1-1 1 0 0,-1 0-1 0 0,0-1 1 0 0,-20 26-1 0 0,-3-2 152 0 0,-2-3-1 0 0,-75 67 0 0 0,101-98-165 0 0,-39 42 342 0 0,46-48-328 0 0,1 0-38 0 0,0-1-1 0 0,1 1 0 0 0,-1-1 0 0 0,0 1 1 0 0,1-1-1 0 0,-1 0 0 0 0,0 1 0 0 0,1-1 1 0 0,-1 1-1 0 0,1-1 0 0 0,-1 0 0 0 0,1 1 1 0 0,-1-1-1 0 0,1 0 0 0 0,-1 0 0 0 0,1 0 0 0 0,-1 1 1 0 0,1-1-1 0 0,1 0 0 0 0,63-3 63 0 0,78-14 0 0 0,-32 2-20 0 0,-19 2 105 0 0,-89 13-120 0 0,13-1 101 0 0,-13 0-25 0 0,36-4 1042 0 0,-37 5-746 0 0,14-4 216 0 0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26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266 145 1752 0 0,'15'-31'3443'0'0,"42"-75"7096"0"0,-57 104-10290 0 0,1-3 84 0 0,1 6-126 0 0,-1 13 58 0 0,-135 664 3612 0 0,57-242-2684 0 0,18-90-736 0 0,13-129-56 0 0,23-113-3532 0 0,21-90 535 0 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27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241 265 16 0 0,'24'-32'3232'0'0,"-2"0"0"0"0,-1-2 0 0 0,24-52 1 0 0,-43 82-2992 0 0,-1-1 0 0 0,1 0 0 0 0,-1 1 0 0 0,0-1 0 0 0,0 0 0 0 0,0 1 1 0 0,0-6-1 0 0,-1 8-193 0 0,0 0 0 0 0,-1 1 0 0 0,1-1 0 0 0,0 0 1 0 0,0 1-1 0 0,-1-1 0 0 0,1 0 0 0 0,-1 1 0 0 0,1-1 0 0 0,-1 1 1 0 0,0-1-1 0 0,0 1 0 0 0,0-1 0 0 0,0 1 0 0 0,0 0 0 0 0,0-1 0 0 0,0 1 1 0 0,0 0-1 0 0,0 0 0 0 0,0 0 0 0 0,-1 0 0 0 0,-1-2 0 0 0,1 2-29 0 0,0 1-1 0 0,-1-1 0 0 0,1 1 0 0 0,0-1 0 0 0,0 1 0 0 0,0 0 0 0 0,0 0 1 0 0,0 0-1 0 0,-1 0 0 0 0,1 0 0 0 0,0 0 0 0 0,0 0 0 0 0,0 1 0 0 0,0-1 0 0 0,0 1 1 0 0,-1 0-1 0 0,-1 0 0 0 0,-33 17 87 0 0,12-2-84 0 0,1 2-1 0 0,0 0 1 0 0,1 1 0 0 0,1 2 0 0 0,1 0 0 0 0,1 1-1 0 0,1 1 1 0 0,1 1 0 0 0,1 1 0 0 0,-14 28 0 0 0,27-47-18 0 0,1 0 0 0 0,0 1 1 0 0,1-1-1 0 0,0 1 0 0 0,0-1 1 0 0,0 1-1 0 0,1 0 0 0 0,0 0 1 0 0,0 0-1 0 0,0 0 1 0 0,1 7-1 0 0,1-11 1 0 0,-1 0 0 0 0,1-1 1 0 0,-1 1-1 0 0,1-1 0 0 0,0 1 0 0 0,-1-1 1 0 0,1 0-1 0 0,1 1 0 0 0,-1-1 0 0 0,0 0 1 0 0,0 1-1 0 0,1-1 0 0 0,-1 0 0 0 0,1 0 1 0 0,0 0-1 0 0,0-1 0 0 0,0 1 0 0 0,0 0 1 0 0,0-1-1 0 0,0 1 0 0 0,0-1 0 0 0,0 1 1 0 0,1-1-1 0 0,-1 0 0 0 0,0 0 0 0 0,1 0 1 0 0,-1 0-1 0 0,1-1 0 0 0,-1 1 0 0 0,1-1 1 0 0,-1 1-1 0 0,4-1 0 0 0,2 1 2 0 0,-1-1 0 0 0,1 0 0 0 0,0 0-1 0 0,0-1 1 0 0,-1 0 0 0 0,1 0 0 0 0,-1-1 0 0 0,1 0-1 0 0,-1 0 1 0 0,13-6 0 0 0,-9 2-1 0 0,0 0 1 0 0,-1 0-1 0 0,0-1 0 0 0,0 0 0 0 0,-1-1 0 0 0,11-11 1 0 0,-3 0 18 0 0,-1 0 1 0 0,-1-2-1 0 0,-1 1 1 0 0,-1-2 0 0 0,-1 0-1 0 0,10-24 1 0 0,26-56 1673 0 0,-47 99-1581 0 0,-1 5-111 0 0,1 0 0 0 0,-1 0-1 0 0,0 0 1 0 0,0 0 0 0 0,1 0-1 0 0,-1 0 1 0 0,-1 0 0 0 0,1 0-1 0 0,0 0 1 0 0,0 0 0 0 0,-1 0 0 0 0,1-1-1 0 0,-2 3 1 0 0,2-2 2 0 0,-22 100 64 0 0,-21 126-476 0 0,41-216-324 0 0,1-1-1 0 0,0 0 0 0 0,2 21 0 0 0,-1-27-334 0 0,1 0 0 0 0,0 0 0 0 0,0 0 0 0 0,1-1 1 0 0,-1 1-1 0 0,5 8 0 0 0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27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45 1308 0 0,'40'-31'11459'0'0,"-23"21"-8297"0"0,-9 7-2121 0 0,-11 14-885 0 0,-1 0 0 0 0,0 0 0 0 0,0 0 0 0 0,-1 0 0 0 0,-1-1 0 0 0,-11 18 0 0 0,-3 5-14 0 0,-25 56-527 0 0,32-59-2532 0 0,1-1-3816 0 0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28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19 273 996 0 0,'31'-84'5105'0'0,"27"-88"4585"0"0,-52 156-8842 0 0,-5 25-122 0 0,-3 30-45 0 0,-62 369 980 0 0,61-391-1628 0 0,-12 56 81 0 0,-16 94 1104 0 0,31-165-850 0 0,11-30-1 0 0,-2 6-352 0 0,1 1-1 0 0,0 1 0 0 0,2-1 0 0 0,0 2 1 0 0,2 0-1 0 0,0 0 0 0 0,1 1 1 0 0,29-27-1 0 0,-36 38-24 0 0,0 2-1 0 0,-1-1 1 0 0,2 1-1 0 0,-1 0 1 0 0,1 0 0 0 0,0 1-1 0 0,0 0 1 0 0,0 1-1 0 0,0 0 1 0 0,12-2 0 0 0,-13 4 4 0 0,0 0 1 0 0,0 1-1 0 0,0 0 1 0 0,-1 0 0 0 0,1 1-1 0 0,0 0 1 0 0,0 1-1 0 0,0-1 1 0 0,-1 1 0 0 0,1 1-1 0 0,-1 0 1 0 0,0 0-1 0 0,1 0 1 0 0,6 5 0 0 0,-5-3 9 0 0,-1 0 0 0 0,-1 1 0 0 0,1 0 1 0 0,-1 0-1 0 0,0 1 0 0 0,0 0 0 0 0,-1 0 0 0 0,0 1 1 0 0,0-1-1 0 0,5 11 0 0 0,-9-14 2 0 0,0 0 1 0 0,0 0-1 0 0,0 0 0 0 0,-1 0 1 0 0,1 0-1 0 0,-1 0 0 0 0,0 0 1 0 0,-1 1-1 0 0,1-1 0 0 0,-1 0 1 0 0,1 1-1 0 0,-1-1 0 0 0,0 0 1 0 0,-1 1-1 0 0,1-1 0 0 0,-1 0 1 0 0,0 1-1 0 0,0-1 0 0 0,0 0 1 0 0,-1 0-1 0 0,0 0 0 0 0,1 0 1 0 0,-1 0-1 0 0,-4 5 0 0 0,0-1 27 0 0,-2 1 0 0 0,1-1 0 0 0,-1 0 0 0 0,0-1 0 0 0,-1 0 0 0 0,0 0 0 0 0,0-1 0 0 0,0 0 0 0 0,-1-1 0 0 0,0 0 0 0 0,0 0 0 0 0,0-1 0 0 0,-1-1 0 0 0,1 1 0 0 0,-1-2 0 0 0,-11 2 0 0 0,-6 1-268 0 0,1-3-1 0 0,-1 0 1 0 0,0-1-1 0 0,0-2 1 0 0,-31-5-1 0 0,57 6-181 0 0,0 0 1 0 0,-1-1-1 0 0,1 1 0 0 0,0-1 0 0 0,0 0 0 0 0,0 1 0 0 0,0-1 1 0 0,-1 0-1 0 0,1 0 0 0 0,-2-2 0 0 0,-1-4-2572 0 0,5 6 2775 0 0,0 1 1 0 0,0-1-1 0 0,0 0 1 0 0,0 1-1 0 0,0-1 1 0 0,0 1-1 0 0,0-1 1 0 0,0 0-1 0 0,0 1 1 0 0,0-1-1 0 0,0 1 1 0 0,0-1-1 0 0,1 0 1 0 0,-1 1-1 0 0,0-1 1 0 0,0 1-1 0 0,1-1 1 0 0,-1 1-1 0 0,0-1 1 0 0,4-2-1282 0 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28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353 122 2552 0 0,'4'-4'810'0'0,"1"0"0"0"0,0-1 0 0 0,-1 1 0 0 0,0-1-1 0 0,0 0 1 0 0,0 0 0 0 0,-1 0 0 0 0,0-1 0 0 0,0 1 0 0 0,0-1 0 0 0,0 0-1 0 0,-1 0 1 0 0,0 0 0 0 0,1-9 0 0 0,-2 14-759 0 0,-1 0 1 0 0,0 0-1 0 0,0-1 0 0 0,0 1 0 0 0,0 0 1 0 0,0 0-1 0 0,0-1 0 0 0,0 1 0 0 0,0 0 1 0 0,-1 0-1 0 0,1 0 0 0 0,0-1 0 0 0,-1 1 1 0 0,1 0-1 0 0,-1 0 0 0 0,1 0 0 0 0,-1 0 1 0 0,0 0-1 0 0,1 0 0 0 0,-1 0 1 0 0,0 0-1 0 0,0 0 0 0 0,0 0 0 0 0,0 0 1 0 0,1 0-1 0 0,-1 1 0 0 0,0-1 0 0 0,-1 0 1 0 0,1 1-1 0 0,0-1 0 0 0,0 1 0 0 0,0-1 1 0 0,0 1-1 0 0,0-1 0 0 0,-1 1 0 0 0,1 0 1 0 0,0-1-1 0 0,0 1 0 0 0,0 0 1 0 0,-1 0-1 0 0,1 0 0 0 0,0 0 0 0 0,0 0 1 0 0,-1 1-1 0 0,0-1 0 0 0,-5 1 10 0 0,0 0 0 0 0,0 0 0 0 0,1 1 0 0 0,-1 0 0 0 0,0 0 0 0 0,-9 5 0 0 0,-5 4 55 0 0,1 2 0 0 0,0 0-1 0 0,1 1 1 0 0,0 1 0 0 0,-26 28 0 0 0,19-15 49 0 0,1 2 0 0 0,-36 56 0 0 0,52-73-138 0 0,2 1 1 0 0,0 0-1 0 0,0 1 1 0 0,1-1-1 0 0,1 1 0 0 0,0 0 1 0 0,1 1-1 0 0,-2 16 1 0 0,5-27-10 0 0,1 1 0 0 0,-1-1 1 0 0,1 1-1 0 0,0-1 0 0 0,1 1 1 0 0,-1-1-1 0 0,1 1 0 0 0,0-1 1 0 0,1 1-1 0 0,-1-1 0 0 0,1 0 1 0 0,0 0-1 0 0,0 0 0 0 0,1 0 1 0 0,-1 0-1 0 0,1 0 0 0 0,0 0 1 0 0,0-1-1 0 0,1 0 0 0 0,0 1 0 0 0,-1-1 1 0 0,1-1-1 0 0,1 1 0 0 0,-1 0 1 0 0,0-1-1 0 0,6 3 0 0 0,1 0-58 0 0,1-1-1 0 0,-1 0 0 0 0,1-1 0 0 0,0 0 0 0 0,0-1 0 0 0,1 0 0 0 0,-1-1 0 0 0,0-1 0 0 0,1 0 1 0 0,0 0-1 0 0,22-3 0 0 0,-23 1-1014 0 0,0-1 1 0 0,21-6-1 0 0,-24 5-675 0 0,1 0-1 0 0,-1-1 0 0 0,14-8 0 0 0,-7 1-4704 0 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28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115 120 1408 0 0,'-40'-6'6189'0'0,"-35"-9"3457"0"0,75 15-9609 0 0,1-1 1 0 0,-1 1-1 0 0,0-1 0 0 0,0 1 0 0 0,0-1 1 0 0,1 1-1 0 0,-1 0 0 0 0,0-1 1 0 0,1 1-1 0 0,-1-1 0 0 0,0 1 1 0 0,1-1-1 0 0,-1 1 0 0 0,0 0 1 0 0,1-1-1 0 0,-1 1 0 0 0,1 0 0 0 0,-1 0 1 0 0,1-1-1 0 0,-1 1 0 0 0,1 0 1 0 0,-1 0-1 0 0,1-1 0 0 0,-1 1 1 0 0,1 0-1 0 0,-1 0 0 0 0,1 0 1 0 0,19-3 206 0 0,-14 2-86 0 0,42-8 214 0 0,284-43 711 0 0,-198 31-494 0 0,-132 20-564 0 0,18-1 267 0 0,-9 2-2258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29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262 258 2824 0 0,'2'-5'1985'0'0,"0"2"-934"0"0,-1-1-1 0 0,1 1 0 0 0,0-1 0 0 0,0 1 0 0 0,1 0 0 0 0,3-4 2177 0 0,-12 28-1603 0 0,-12 31-91 0 0,-83 218 2039 0 0,-15-4-2347 0 0,96-222 2460 0 0,15-47-3253 0 0,4 3-423 0 0,1 0 0 0 0,0 0 0 0 0,-1 0 0 0 0,1 0 0 0 0,0 0 0 0 0,0-1 0 0 0,-1 1 0 0 0,1 0 0 0 0,0 0 1 0 0,-1 0-1 0 0,1 0 0 0 0,0 0 0 0 0,0 0 0 0 0,-1-1 0 0 0,1 1 0 0 0,0 0 0 0 0,0 0 0 0 0,-1 0 0 0 0,1-1 0 0 0,0 1 0 0 0,0 0 0 0 0,-1 0 0 0 0,1-1 0 0 0,0 1 0 0 0,0 0 0 0 0,0 0 0 0 0,0-1 0 0 0,0 1 0 0 0,0 0 0 0 0,-1-1 0 0 0,1 1 0 0 0,0 0 0 0 0,0-1 0 0 0,0 1 0 0 0,-3-14 67 0 0,1-1-1 0 0,1 1 0 0 0,0 0 0 0 0,0 0 1 0 0,2-1-1 0 0,-1 1 0 0 0,6-24 0 0 0,3-6-72 0 0,18-51 0 0 0,-11 44-24 0 0,3 1 1 0 0,3 1-1 0 0,1 1 0 0 0,52-79 1 0 0,-56 99 13 0 0,1 2 0 0 0,1 0 1 0 0,2 1-1 0 0,0 2 1 0 0,2 0-1 0 0,0 1 0 0 0,2 2 1 0 0,53-32-1 0 0,-74 49-11 0 0,0-1-1 0 0,0 2 0 0 0,1-1 1 0 0,-1 1-1 0 0,1 0 0 0 0,0 0 1 0 0,-1 1-1 0 0,1 0 1 0 0,0 0-1 0 0,0 0 0 0 0,11 2 1 0 0,-13-1 2 0 0,0 1-1 0 0,0 0 1 0 0,0 1 0 0 0,0-1 0 0 0,0 1 0 0 0,0 0 0 0 0,-1 0-1 0 0,1 1 1 0 0,-1-1 0 0 0,1 1 0 0 0,-1 0 0 0 0,0 0 0 0 0,0 0 0 0 0,-1 1-1 0 0,1-1 1 0 0,4 7 0 0 0,-4-5 13 0 0,0 0 0 0 0,0 1 1 0 0,0 0-1 0 0,-1 0 0 0 0,0 0 0 0 0,0 0 0 0 0,-1 0 0 0 0,0 1 0 0 0,0-1 0 0 0,0 1 1 0 0,-1-1-1 0 0,0 1 0 0 0,0 0 0 0 0,0-1 0 0 0,-1 1 0 0 0,0 0 0 0 0,-1 0 1 0 0,0-1-1 0 0,0 1 0 0 0,0 0 0 0 0,0-1 0 0 0,-5 12 0 0 0,0-4-2 0 0,-1 0 0 0 0,0 0 0 0 0,-1-1-1 0 0,0 0 1 0 0,-1 0 0 0 0,0-1 0 0 0,-1 0 0 0 0,-23 21-1 0 0,9-12 86 0 0,-2-1-1 0 0,0-1 0 0 0,-1-1 0 0 0,-42 20 0 0 0,63-35-89 0 0,0 0 0 0 0,-1-1 0 0 0,1 1 0 0 0,-1-1 0 0 0,0-1 0 0 0,0 1 0 0 0,1-1 0 0 0,-14 0 0 0 0,18-2 5 0 0,-1 1-1 0 0,1-1 0 0 0,0 1 1 0 0,0-1-1 0 0,0 0 0 0 0,0 0 1 0 0,0 0-1 0 0,0 0 0 0 0,0-1 1 0 0,0 1-1 0 0,0 0 0 0 0,0-1 1 0 0,1 1-1 0 0,-1-1 0 0 0,0 0 1 0 0,1 0-1 0 0,-2-2 0 0 0,2 2-56 0 0,4 3-48 0 0,0-1 103 0 0,0 1-1 0 0,0 0 1 0 0,0 0-1 0 0,-1 0 1 0 0,1 0-1 0 0,0 0 1 0 0,0 0-1 0 0,-1 1 1 0 0,1 0-1 0 0,-1-1 1 0 0,1 1-1 0 0,-1 0 1 0 0,0 0-1 0 0,0 1 1 0 0,3 1-1 0 0,32 46 138 0 0,-27-35-102 0 0,104 128 96 0 0,-99-126-114 0 0,1-2 1 0 0,1 0 0 0 0,0-1-1 0 0,1-1 1 0 0,1 0 0 0 0,24 11-1 0 0,111 51 413 0 0,-153-74-391 0 0,33 14 268 0 0,-28-12-293 0 0,-4-2-22 0 0,-1-8-1054 0 0,-1 7 893 0 0,0-1 0 0 0,1 1-1 0 0,-1-1 1 0 0,0 1 0 0 0,0-1 0 0 0,0 1-1 0 0,0-1 1 0 0,0 1 0 0 0,0-1-1 0 0,0 1 1 0 0,0-1 0 0 0,0 1-1 0 0,0-1 1 0 0,0 1 0 0 0,0-1-1 0 0,0 1 1 0 0,0-1 0 0 0,0 1-1 0 0,0-1 1 0 0,-1 1 0 0 0,1 0 0 0 0,0-1-1 0 0,0 1 1 0 0,-1-1 0 0 0,1 1-1 0 0,-5-4-1939 0 0,-9-7-4004 0 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30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937 63 300 0 0,'0'0'1027'0'0,"12"-14"3764"0"0,-11 14-4536 0 0,0-1 0 0 0,1 1 0 0 0,-1-1 0 0 0,0 0 0 0 0,0 1 0 0 0,0-1 0 0 0,0 0 0 0 0,0 0 0 0 0,0 0 0 0 0,0 0-1 0 0,0 0 1 0 0,0 0 0 0 0,0 0 0 0 0,-1 0 0 0 0,1 0 0 0 0,0-1 0 0 0,-1 1 0 0 0,1 0 0 0 0,-1 0 0 0 0,1-1 0 0 0,-1 1 0 0 0,0 0 0 0 0,1-2 0 0 0,1-4 1096 0 0,9-7-94 0 0,-4 13-1233 0 0,1 0 0 0 0,0 1 0 0 0,-1 0-1 0 0,1 0 1 0 0,-1 1 0 0 0,1 0 0 0 0,-1 0 0 0 0,1 1-1 0 0,-1 0 1 0 0,0 1 0 0 0,0-1 0 0 0,0 1-1 0 0,12 7 1 0 0,-9-4-15 0 0,-1 1 1 0 0,0 0-1 0 0,0 1 0 0 0,0 0 0 0 0,-1 0 1 0 0,-1 1-1 0 0,1-1 0 0 0,9 17 0 0 0,-8-11 5 0 0,-1 1-1 0 0,-1 0 0 0 0,0 0 0 0 0,-1 1 1 0 0,0-1-1 0 0,-1 2 0 0 0,-1-1 0 0 0,-1 0 0 0 0,0 1 1 0 0,-1-1-1 0 0,-1 1 0 0 0,-2 31 0 0 0,-3-24 19 0 0,-1 0 0 0 0,-1 0-1 0 0,-1-1 1 0 0,-1 0 0 0 0,-1 0-1 0 0,-1-1 1 0 0,-26 42 0 0 0,-10 4 117 0 0,-55 64 0 0 0,69-93-135 0 0,18-22-11 0 0,7-10 3 0 0,1 0-1 0 0,1 1 1 0 0,-1-1-1 0 0,1 1 0 0 0,0 0 1 0 0,1 0-1 0 0,0 1 0 0 0,-4 10 1 0 0,8-17-1 0 0,0 0 1 0 0,-1 0-1 0 0,1 0 1 0 0,0 0-1 0 0,1 0 1 0 0,-1 0-1 0 0,0 0 1 0 0,0 0-1 0 0,1 0 1 0 0,-1 0-1 0 0,1 0 1 0 0,0 0-1 0 0,0 0 1 0 0,0 0-1 0 0,0 0 1 0 0,0 0-1 0 0,0-1 1 0 0,0 1-1 0 0,0 0 1 0 0,1-1-1 0 0,-1 1 0 0 0,1-1 1 0 0,-1 1-1 0 0,1-1 1 0 0,-1 0-1 0 0,1 0 1 0 0,0 0-1 0 0,3 2 1 0 0,4 2 15 0 0,1 0-1 0 0,0-1 1 0 0,19 6-1 0 0,-29-10-19 0 0,19 5 14 0 0,1-1-1 0 0,0-1 1 0 0,0 0 0 0 0,0-2-1 0 0,0 0 1 0 0,0-1 0 0 0,0-1 0 0 0,39-7-1 0 0,-41 4 85 0 0,-1 0 0 0 0,1-1 0 0 0,-1-1 0 0 0,0-1 0 0 0,0 0 0 0 0,-1-1-1 0 0,0-1 1 0 0,0 0 0 0 0,-1-1 0 0 0,14-13 0 0 0,-6 1 284 0 0,-22 22-288 0 0,-17 7-38 0 0,8-1-50 0 0,1 0-1 0 0,0 0 0 0 0,0 1 0 0 0,0 0 0 0 0,1 0 0 0 0,0 1 1 0 0,1 0-1 0 0,-6 9 0 0 0,0 0 5 0 0,-17 27 308 0 0,3 1 0 0 0,1 1 0 0 0,3 1 0 0 0,1 1 0 0 0,3 0 0 0 0,-20 91 0 0 0,12-3 742 0 0,-10 178-1 0 0,26-156-121 0 0,-4 52 23 0 0,7-159-746 0 0,-2-1-1 0 0,-15 53 1 0 0,18-87-104 0 0,-1 0 0 0 0,0 0 0 0 0,-1-1 0 0 0,-1 0 0 0 0,0 0 0 0 0,-1-1 0 0 0,0 0 0 0 0,-1-1 0 0 0,-1 0 0 0 0,0 0 0 0 0,-1-1 0 0 0,0-1 0 0 0,-26 19 0 0 0,20-19-55 0 0,0 0 0 0 0,-1-1 0 0 0,0 0 1 0 0,-1-2-1 0 0,0-1 0 0 0,-1 0 0 0 0,1-1 1 0 0,-1-1-1 0 0,0-1 0 0 0,-30 1 0 0 0,-6-3-760 0 0,0-2 0 0 0,-70-10 0 0 0,-111-28-5476 0 0,237 38 6170 0 0,-86-16-6344 0 0,-2-2-3807 0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34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112 414 1368 0 0,'-7'5'787'0'0,"0"-1"-1"0"0,0 1 1 0 0,0 0-1 0 0,1 0 1 0 0,0 1-1 0 0,0 0 1 0 0,0 0-1 0 0,-8 13 1 0 0,4-5-162 0 0,1 1 1 0 0,0 0-1 0 0,-6 18 0 0 0,15-33-577 0 0,-1 1 1 0 0,1 0-1 0 0,0 0 0 0 0,-1-1 0 0 0,1 1 0 0 0,0 0 0 0 0,0 0 0 0 0,-1 0 1 0 0,1-1-1 0 0,0 1 0 0 0,0 0 0 0 0,0 0 0 0 0,0 0 0 0 0,0 0 0 0 0,0-1 0 0 0,1 1 1 0 0,-1 1-1 0 0,0-2-25 0 0,0 1 1 0 0,1-1-1 0 0,-1 0 1 0 0,0 0-1 0 0,1 1 1 0 0,-1-1-1 0 0,0 0 1 0 0,0 0-1 0 0,1 0 1 0 0,-1 1-1 0 0,0-1 1 0 0,1 0 0 0 0,-1 0-1 0 0,1 0 1 0 0,-1 0-1 0 0,0 0 1 0 0,1 0-1 0 0,-1 0 1 0 0,0 0-1 0 0,1 0 1 0 0,-1 0-1 0 0,0 0 1 0 0,1 0-1 0 0,-1 0 1 0 0,1 0-1 0 0,23-8 383 0 0,10-12-279 0 0,0-1 1 0 0,45-38-1 0 0,-77 57-126 0 0,129-104-141 0 0,196-208 0 0 0,-322 309 140 0 0,0 0-1 0 0,-1 0 0 0 0,0-1 1 0 0,7-11-1 0 0,-10 15-15 0 0,-19 8-37 0 0,13-3 49 0 0,0 0 0 0 0,0 1 1 0 0,0-1-1 0 0,1 1 1 0 0,-1 0-1 0 0,1 1 1 0 0,0-1-1 0 0,0 1 1 0 0,-5 9-1 0 0,-1-1 44 0 0,0-1-8 0 0,0 1 0 0 0,2 1-1 0 0,-1-1 1 0 0,2 2 0 0 0,-1-1-1 0 0,-8 29 1 0 0,14-35-22 0 0,0-1 0 0 0,0 0 0 0 0,1 1 0 0 0,0-1 0 0 0,1 1-1 0 0,0-1 1 0 0,0 1 0 0 0,1-1 0 0 0,-1 0 0 0 0,2 1 0 0 0,-1-1 0 0 0,1 0 0 0 0,0 1 0 0 0,0-1 0 0 0,1 0-1 0 0,0 0 1 0 0,5 6 0 0 0,7 11-21 0 0,2-1-1 0 0,25 27 1 0 0,8 8 28 0 0,-50-56 12 0 0,1-1-1 0 0,0 0 1 0 0,0 0 0 0 0,0 0 0 0 0,-1 1-1 0 0,1-1 1 0 0,-1 0 0 0 0,1 1-1 0 0,-1-1 1 0 0,1 0 0 0 0,-1 1 0 0 0,0-1-1 0 0,0 1 1 0 0,0-1 0 0 0,0 1 0 0 0,0-1-1 0 0,0 0 1 0 0,0 1 0 0 0,0-1-1 0 0,0 1 1 0 0,-1-1 0 0 0,1 0 0 0 0,-1 1-1 0 0,1-1 1 0 0,-1 1 0 0 0,1-1 0 0 0,-1 0-1 0 0,0 0 1 0 0,1 1 0 0 0,-1-1-1 0 0,0 0 1 0 0,0 0 0 0 0,-2 1 0 0 0,0 2 71 0 0,-1-1 1 0 0,0 0 0 0 0,0 0 0 0 0,0 0-1 0 0,-1 0 1 0 0,1-1 0 0 0,-10 4 0 0 0,5-3-17 0 0,1-1 0 0 0,-1 0 0 0 0,0-1 0 0 0,0 0 0 0 0,0 0 0 0 0,0-1 0 0 0,0 0 0 0 0,0-1 0 0 0,0 0 0 0 0,1 0 1 0 0,-1-1-1 0 0,-11-3 0 0 0,-8-4 135 0 0,1-2 0 0 0,-38-18 1 0 0,24 2-59 0 0,39 25-221 0 0,-1 1-1 0 0,1-1 1 0 0,0 0-1 0 0,0 0 1 0 0,0 0-1 0 0,0 0 1 0 0,0 0-1 0 0,0 0 1 0 0,0-1-1 0 0,1 1 1 0 0,-1-1-1 0 0,-1-4 1 0 0,3 7-54 0 0,0-1 0 0 0,0 0 0 0 0,1 1 1 0 0,-1-1-1 0 0,0 0 0 0 0,1 0 0 0 0,-1 1 0 0 0,1-1 1 0 0,-1 1-1 0 0,1-1 0 0 0,-1 0 0 0 0,1 1 1 0 0,-1-1-1 0 0,1 1 0 0 0,0-1 0 0 0,-1 1 0 0 0,1 0 1 0 0,0-1-1 0 0,-1 1 0 0 0,1 0 0 0 0,0-1 0 0 0,0 1 1 0 0,-1 0-1 0 0,1 0 0 0 0,0 0 0 0 0,1-1 0 0 0,20-3-5097 0 0,-21 4 4855 0 0,13-1-4759 0 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34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72 60 0 0,'3'-9'3380'0'0,"1"0"-1"0"0,-1 0 1 0 0,3-14 0 0 0,-2 1 295 0 0,-5 24-3522 0 0,-9 30 146 0 0,1 1 1 0 0,-8 49-1 0 0,-1 71-369 0 0,17-143-379 0 0,-2 55-2555 0 0,3-59 1514 0 0,0 0 0 0 0,1 0-1 0 0,0 1 1 0 0,3 8 0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35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0 145 2464 0 0,'6'-17'3714'0'0,"-6"16"-3534"0"0,0 0 0 0 0,0 0 0 0 0,0 0 0 0 0,0 0 0 0 0,1 0 0 0 0,-1 0 0 0 0,0 0 1 0 0,1 1-1 0 0,-1-1 0 0 0,1 0 0 0 0,-1 0 0 0 0,1 0 0 0 0,-1 0 0 0 0,1 0 0 0 0,0 1 0 0 0,-1-1 1 0 0,1 0-1 0 0,0 1 0 0 0,0-1 0 0 0,-1 0 0 0 0,1 1 0 0 0,0-1 0 0 0,0 1 0 0 0,2-1 0 0 0,-2 1-37 0 0,1 0 0 0 0,-1 1 0 0 0,0-1 0 0 0,1 1 0 0 0,-1 0 0 0 0,1-1 0 0 0,-1 1 0 0 0,0 0 0 0 0,0 0 0 0 0,1-1 0 0 0,-1 1 0 0 0,0 0 0 0 0,0 1 0 0 0,0-1 0 0 0,0 0 0 0 0,0 0-1 0 0,0 0 1 0 0,0 0 0 0 0,1 3 0 0 0,-2-3-104 0 0,5 6 177 0 0,-1 0 0 0 0,0 1 0 0 0,0 0 0 0 0,-1 0 0 0 0,0 0 0 0 0,0 0 0 0 0,-1 0 0 0 0,0 1 0 0 0,2 12 1 0 0,-3 4 107 0 0,-1 48 1 0 0,-2-23 339 0 0,2-50-659 0 0,0 1 0 0 0,0-1 0 0 0,0 0 0 0 0,0 0 0 0 0,0 0 0 0 0,0 1 0 0 0,0-1 0 0 0,0 0 0 0 0,0 0 0 0 0,0 0 0 0 0,0 0 0 0 0,0 1 0 0 0,-1-1 0 0 0,1 0 0 0 0,0 0 0 0 0,0 0 0 0 0,0 0 0 0 0,0 1 0 0 0,0-1 0 0 0,0 0 0 0 0,-1 0 0 0 0,1 0 0 0 0,0 0 0 0 0,0 0 0 0 0,0 0 0 0 0,0 0 0 0 0,-1 1 0 0 0,1-1 0 0 0,0 0 0 0 0,0 0 1 0 0,0 0-1 0 0,0 0 0 0 0,-1 0 0 0 0,1 0 0 0 0,0 0 0 0 0,0 0 0 0 0,0 0 0 0 0,-1 0 0 0 0,1 0 0 0 0,0 0 0 0 0,0 0 0 0 0,0 0 0 0 0,0 0 0 0 0,-1 0 0 0 0,1-1-1 0 0,-1 1-1 0 0,1 0 1 0 0,-1 0-1 0 0,1-1 1 0 0,0 1 0 0 0,-1 0-1 0 0,1 0 1 0 0,0-1-1 0 0,-1 1 1 0 0,1 0 0 0 0,0-1-1 0 0,0 1 1 0 0,-1 0-1 0 0,1-1 1 0 0,0 1 0 0 0,0-1-1 0 0,0 1 1 0 0,-1 0-1 0 0,1-1 1 0 0,0 1 0 0 0,0-1-1 0 0,0 1 1 0 0,0-1 0 0 0,0 1-1 0 0,0 0 1 0 0,0-1-1 0 0,0 0 1 0 0,1-18-23 0 0,1 0 0 0 0,1 1 0 0 0,0-1 0 0 0,1 1 0 0 0,1-1 0 0 0,1 1 0 0 0,1 1 0 0 0,0-1-1 0 0,1 1 1 0 0,1 1 0 0 0,1-1 0 0 0,18-23 0 0 0,-20 30-1 0 0,1 0 0 0 0,0 1 0 0 0,0 0 0 0 0,1 0 1 0 0,0 1-1 0 0,1 0 0 0 0,0 1 0 0 0,18-9 0 0 0,-21 12 13 0 0,1 0 1 0 0,0 1 0 0 0,0 1-1 0 0,0-1 1 0 0,0 2 0 0 0,1-1-1 0 0,-1 1 1 0 0,0 0 0 0 0,1 1 0 0 0,-1 0-1 0 0,1 1 1 0 0,15 3 0 0 0,-20-4 15 0 0,-1 1 1 0 0,1 0 0 0 0,-1 1-1 0 0,0-1 1 0 0,0 1 0 0 0,0 0-1 0 0,0 0 1 0 0,0 0 0 0 0,0 0-1 0 0,0 1 1 0 0,-1-1 0 0 0,1 1-1 0 0,-1 0 1 0 0,1 0 0 0 0,-1 1-1 0 0,0-1 1 0 0,-1 1 0 0 0,1-1-1 0 0,-1 1 1 0 0,1 0 0 0 0,-1 0-1 0 0,0 0 1 0 0,0 0 0 0 0,1 5-1 0 0,-1 2 24 0 0,1 1 0 0 0,-2-1 0 0 0,0 1 0 0 0,0 0 0 0 0,-1-1 0 0 0,0 1-1 0 0,-4 23 1 0 0,-6 18 26 0 0,6-35-1621 0 0,0 0 0 0 0,-1 34 0 0 0,5-51 1136 0 0,0 0 0 0 0,0 1 1 0 0,0-1-1 0 0,1 0 0 0 0,-1 1 0 0 0,0-1 0 0 0,1 0 0 0 0,-1 0 1 0 0,0 1-1 0 0,1-1 0 0 0,0 0 0 0 0,0 2 0 0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35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69 2712 0 0,'2'-5'498'0'0,"-1"3"6"0"0,1-1-1 0 0,-1 0 1 0 0,0 0-1 0 0,0 0 1 0 0,0 0-1 0 0,0 0 1 0 0,-1-1-1 0 0,1 1 1 0 0,-1 0-1 0 0,0 0 1 0 0,0 0-1 0 0,0 0 1 0 0,0-1-1 0 0,-1 1 1 0 0,1 0-1 0 0,-2-5 1 0 0,1 8-444 0 0,1-1 0 0 0,-1 1 1 0 0,1-1-1 0 0,-1 1 0 0 0,1-1 1 0 0,-1 1-1 0 0,0-1 0 0 0,1 1 0 0 0,-1-1 1 0 0,0 1-1 0 0,0 0 0 0 0,1 0 1 0 0,-1-1-1 0 0,0 1 0 0 0,0 0 1 0 0,1 0-1 0 0,-1 0 0 0 0,0 0 1 0 0,0 0-1 0 0,1 0 0 0 0,-1 0 0 0 0,0 0 1 0 0,0 0-1 0 0,0 0 0 0 0,1 0 1 0 0,-1 1-1 0 0,-1-1 0 0 0,-19 7 619 0 0,2 5-260 0 0,1 1 1 0 0,0 1 0 0 0,1 0-1 0 0,1 1 1 0 0,-25 29 0 0 0,7-2 108 0 0,-33 54-1 0 0,64-92-510 0 0,-13 22 135 0 0,-23 45 0 0 0,36-64-136 0 0,0 1-1 0 0,0 0 1 0 0,0-1-1 0 0,1 1 0 0 0,0 0 1 0 0,1 0-1 0 0,0 0 1 0 0,0 0-1 0 0,1 0 1 0 0,0 0-1 0 0,1 13 0 0 0,0-18 1 0 0,-1 0 0 0 0,1 0 1 0 0,0 0-1 0 0,0 0 0 0 0,0 0 0 0 0,0-1 0 0 0,1 1 0 0 0,-1 0 0 0 0,1-1 0 0 0,-1 1 0 0 0,1-1 0 0 0,0 1 0 0 0,0-1 0 0 0,0 0 1 0 0,0 0-1 0 0,1 0 0 0 0,-1 0 0 0 0,4 2 0 0 0,-1-2-105 0 0,0 0 1 0 0,-1 0 0 0 0,1 0-1 0 0,0-1 1 0 0,0 0 0 0 0,0 0-1 0 0,0 0 1 0 0,0 0-1 0 0,0-1 1 0 0,6 0 0 0 0,9-2-1280 0 0,0 0 0 0 0,0-1 1 0 0,-1-2-1 0 0,28-8 1 0 0,-16 3-2130 0 0,3-2-1314 0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35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350 105 2164 0 0,'-6'-13'10415'0'0,"3"11"-9613"0"0,2 2-716 0 0,0 0 0 0 0,0 1 0 0 0,0-1 0 0 0,0 1 1 0 0,0-1-1 0 0,0 1 0 0 0,1-1 0 0 0,-1 1 0 0 0,0 0 1 0 0,0 0-1 0 0,0-1 0 0 0,1 1 0 0 0,-1 0 1 0 0,0 0-1 0 0,1 0 0 0 0,-1 0 0 0 0,1 0 0 0 0,-1 0 1 0 0,1 0-1 0 0,-1 0 0 0 0,1 0 0 0 0,0 0 0 0 0,-1 0 1 0 0,1 0-1 0 0,0 0 0 0 0,0 0 0 0 0,0 0 0 0 0,0 0 1 0 0,0 0-1 0 0,0 0 0 0 0,0 0 0 0 0,0 0 1 0 0,0 0-1 0 0,0 0 0 0 0,1 0 0 0 0,-1 0 0 0 0,0 0 1 0 0,1 0-1 0 0,0 2 0 0 0,0-1-43 0 0,0 1 1 0 0,0-1-1 0 0,1 0 1 0 0,-1 0-1 0 0,0 0 0 0 0,1 0 1 0 0,-1 0-1 0 0,1-1 1 0 0,0 1-1 0 0,-1 0 0 0 0,1-1 1 0 0,0 1-1 0 0,0-1 1 0 0,0 0-1 0 0,0 1 0 0 0,0-1 1 0 0,1 0-1 0 0,-1 0 0 0 0,0-1 1 0 0,4 2-1 0 0,2 0 10 0 0,1-1 0 0 0,-1 0-1 0 0,0-1 1 0 0,0 0 0 0 0,1 0-1 0 0,-1-1 1 0 0,12-2 0 0 0,-18 3-47 0 0,1-1-1 0 0,-1 1 1 0 0,0-1 0 0 0,1 0 0 0 0,-1 1 0 0 0,0-1 0 0 0,1 0 0 0 0,-1 0 0 0 0,0-1-1 0 0,0 1 1 0 0,0 0 0 0 0,0-1 0 0 0,0 1 0 0 0,0-1 0 0 0,0 0 0 0 0,-1 0-1 0 0,1 0 1 0 0,0 0 0 0 0,-1 0 0 0 0,0 0 0 0 0,1 0 0 0 0,-1 0 0 0 0,0 0 0 0 0,0-1-1 0 0,0 1 1 0 0,0 0 0 0 0,-1-1 0 0 0,1 1 0 0 0,-1-1 0 0 0,1 1 0 0 0,-1 0 0 0 0,0-1-1 0 0,0 1 1 0 0,0-1 0 0 0,0 1 0 0 0,-1-1 0 0 0,1 1 0 0 0,-1-1 0 0 0,0-2 0 0 0,0 0-9 0 0,0 1 0 0 0,-1-1 1 0 0,1 1-1 0 0,-1-1 0 0 0,0 1 1 0 0,0 0-1 0 0,0 0 1 0 0,0 0-1 0 0,-1 0 0 0 0,0 1 1 0 0,0-1-1 0 0,0 1 1 0 0,0-1-1 0 0,0 1 0 0 0,-1 0 1 0 0,1 0-1 0 0,-1 0 1 0 0,0 1-1 0 0,0-1 0 0 0,-5-1 1 0 0,0 2-4 0 0,0 0 1 0 0,-1 1-1 0 0,1 0 1 0 0,-1 1-1 0 0,1 0 1 0 0,-1 0-1 0 0,1 1 1 0 0,0 0-1 0 0,-1 1 1 0 0,1 0-1 0 0,0 1 1 0 0,0-1-1 0 0,0 2 1 0 0,0-1 0 0 0,-13 9-1 0 0,0 0 25 0 0,1 1-1 0 0,0 2 0 0 0,0 0 1 0 0,-29 29-1 0 0,34-28 99 0 0,0 1 0 0 0,2 1 0 0 0,0 0 1 0 0,-22 38-1 0 0,30-45-66 0 0,0 1 1 0 0,1 0 0 0 0,0 0 0 0 0,1 1 0 0 0,0-1 0 0 0,1 1 0 0 0,1 0 0 0 0,0 0 0 0 0,1 0 0 0 0,0 13-1 0 0,1-20-28 0 0,0 0 0 0 0,1 0 0 0 0,0-1 0 0 0,0 1 0 0 0,0 0 0 0 0,1 0 0 0 0,0-1 0 0 0,0 1 0 0 0,0-1 0 0 0,1 0-1 0 0,-1 0 1 0 0,1 0 0 0 0,1 0 0 0 0,-1 0 0 0 0,1-1 0 0 0,0 1 0 0 0,0-1 0 0 0,0 0 0 0 0,0 0 0 0 0,1 0 0 0 0,0-1-1 0 0,-1 0 1 0 0,1 0 0 0 0,1 0 0 0 0,-1 0 0 0 0,0-1 0 0 0,1 0 0 0 0,-1 0 0 0 0,9 2 0 0 0,2-1-34 0 0,1 0 1 0 0,0-1 0 0 0,0 0 0 0 0,0-2-1 0 0,0 0 1 0 0,0-1 0 0 0,0 0 0 0 0,-1-2-1 0 0,19-4 1 0 0,-10 1-765 0 0,-1-1 0 0 0,0-1-1 0 0,0-1 1 0 0,31-18 0 0 0,-40 19-855 0 0,-2-1 0 0 0,1-1 0 0 0,-1 0 0 0 0,19-19 0 0 0,-9 2-4027 0 0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36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26 2904 0 0,'-226'-25'12097'0'0,"224"25"-12085"0"0,0-1 0 0 0,0 1-1 0 0,0 0 1 0 0,0 0 0 0 0,0 0-1 0 0,-1 1 1 0 0,1-1 0 0 0,0 0-1 0 0,0 1 1 0 0,0-1 0 0 0,0 1-1 0 0,-3 1 1 0 0,5-1-54 0 0,0-1 1 0 0,0 0-1 0 0,0 0 0 0 0,0 0 1 0 0,-1 0-1 0 0,1 0 0 0 0,0 0 1 0 0,0 1-1 0 0,0-1 1 0 0,0 0-1 0 0,0 0 0 0 0,0 0 1 0 0,0 0-1 0 0,0 1 0 0 0,-1-1 1 0 0,1 0-1 0 0,0 0 1 0 0,0 0-1 0 0,0 1 0 0 0,0-1 1 0 0,0 0-1 0 0,0 0 0 0 0,0 0 1 0 0,0 0-1 0 0,0 1 1 0 0,0-1-1 0 0,0 0 0 0 0,0 0 1 0 0,0 0-1 0 0,0 1 0 0 0,1-1 1 0 0,-1 0-1 0 0,0 0 1 0 0,0 0-1 0 0,0 0 0 0 0,0 1 1 0 0,0-1-1 0 0,0 0 0 0 0,1 0 1 0 0,14 9-2127 0 0,4-4-1463 0 0,5 1-1654 0 0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36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447 125 1628 0 0,'4'-9'1585'0'0,"0"0"-1"0"0,-1-1 1 0 0,0 1-1 0 0,1-12 1 0 0,-3 17-1136 0 0,-1 0 1 0 0,1 0-1 0 0,-1 0 1 0 0,0 0 0 0 0,0 0-1 0 0,-1 0 1 0 0,1 0 0 0 0,-1 0-1 0 0,0 0 1 0 0,0 0-1 0 0,-3-7 1 0 0,3 10-411 0 0,1 0 0 0 0,-1 0 0 0 0,0 1 0 0 0,0-1 0 0 0,0 0 0 0 0,1 0 0 0 0,-1 1 0 0 0,0-1 0 0 0,0 1 0 0 0,0-1-1 0 0,0 0 1 0 0,0 1 0 0 0,0 0 0 0 0,0-1 0 0 0,0 1 0 0 0,0 0 0 0 0,-1-1 0 0 0,1 1 0 0 0,0 0 0 0 0,0 0 0 0 0,0 0 0 0 0,0 0 0 0 0,0 0 0 0 0,0 0 0 0 0,-2 1 0 0 0,-27 5 278 0 0,19-1-238 0 0,-1 1 1 0 0,1 0-1 0 0,0 0 0 0 0,1 1 1 0 0,-1 0-1 0 0,-16 16 0 0 0,-52 59 323 0 0,74-76-367 0 0,-31 34 142 0 0,3 2 1 0 0,1 1-1 0 0,2 1 1 0 0,-25 51 0 0 0,49-82-142 0 0,0 0 1 0 0,1 0 0 0 0,0 0-1 0 0,1 0 1 0 0,0 1 0 0 0,2 0-1 0 0,-1-1 1 0 0,2 1-1 0 0,-1 22 1 0 0,2-29-22 0 0,1-1-1 0 0,0 1 1 0 0,0-1-1 0 0,0 1 1 0 0,1-1-1 0 0,0 0 1 0 0,0 0-1 0 0,1 0 1 0 0,0 0-1 0 0,0 0 1 0 0,0 0-1 0 0,1-1 1 0 0,-1 1-1 0 0,1-1 1 0 0,1 0-1 0 0,-1 0 1 0 0,1-1-1 0 0,0 1 1 0 0,0-1-1 0 0,0 0 1 0 0,0-1-1 0 0,9 6 1 0 0,3-1 6 0 0,1-1 1 0 0,-1 0-1 0 0,1-1 1 0 0,0-1 0 0 0,1 0-1 0 0,-1-2 1 0 0,31 3-1 0 0,-10-4-2133 0 0,-1-2 0 0 0,68-8-1 0 0,-81 4-2007 0 0,0-2-2047 0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37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60 2320 0 0,'-22'-39'13091'0'0,"21"33"-12033"0"0,1 6-1027 0 0,0-1-1 0 0,0 1 0 0 0,0-1 0 0 0,0 1 1 0 0,0 0-1 0 0,-1-1 0 0 0,1 1 0 0 0,0-1 1 0 0,0 1-1 0 0,0 0 0 0 0,1-1 0 0 0,-1 1 0 0 0,0 0 1 0 0,0-1-1 0 0,0 1 0 0 0,0-1 0 0 0,0 1 1 0 0,0 0-1 0 0,0-1 0 0 0,1 1 0 0 0,-1 0 1 0 0,0-1-1 0 0,0 1 0 0 0,1 0 0 0 0,-1-1 1 0 0,0 1-1 0 0,0 0 0 0 0,1 0 0 0 0,-1-1 0 0 0,0 1 1 0 0,1 0-1 0 0,-1 0 0 0 0,0 0 0 0 0,1-1 1 0 0,-1 1-1 0 0,0 0 0 0 0,1 0 0 0 0,-1 0 1 0 0,1 0-1 0 0,-1 0 0 0 0,0 0 0 0 0,1 0 1 0 0,-1 0-1 0 0,0 0 0 0 0,1 0 0 0 0,-1 0 0 0 0,1 0 1 0 0,0 0-1 0 0,7-1 32 0 0,0 0-1 0 0,0 0 1 0 0,0 1 0 0 0,0 1-1 0 0,0-1 1 0 0,0 1 0 0 0,1 0 0 0 0,-1 1-1 0 0,-1 0 1 0 0,1 1 0 0 0,0-1-1 0 0,0 1 1 0 0,-1 1 0 0 0,0-1-1 0 0,8 6 1 0 0,-11-7-12 0 0,0 1 0 0 0,-1 0 1 0 0,1-1-1 0 0,-1 1 0 0 0,1 1 0 0 0,-1-1 0 0 0,0 0 0 0 0,0 1 0 0 0,0 0 0 0 0,-1 0 1 0 0,0 0-1 0 0,1 0 0 0 0,-1 0 0 0 0,0 0 0 0 0,-1 0 0 0 0,1 1 0 0 0,-1-1 0 0 0,0 0 1 0 0,0 1-1 0 0,0-1 0 0 0,-1 1 0 0 0,1 0 0 0 0,-1-1 0 0 0,0 1 0 0 0,-1-1 1 0 0,1 1-1 0 0,-1 0 0 0 0,-1 5 0 0 0,-3 3 135 0 0,0 0 1 0 0,0-1 0 0 0,-1 1-1 0 0,0-1 1 0 0,-1-1-1 0 0,-1 1 1 0 0,0-1 0 0 0,-13 13-1 0 0,-84 77 939 0 0,68-69-829 0 0,-3 7 82 0 0,39-38-363 0 0,34-3 11 0 0,0-2-1 0 0,-1-1 0 0 0,46-13 0 0 0,21-3 12 0 0,-34 10-495 0 0,113-15-2196 0 0,-175 25 1630 0 0,3 1-558 0 0,2 0-87 0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39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450 519 1408 0 0,'2'-13'4564'0'0,"-1"10"-4248"0"0,0-1 1 0 0,-1 1-1 0 0,1-1 1 0 0,-1 1-1 0 0,0-1 1 0 0,0 1 0 0 0,-1-1-1 0 0,1 1 1 0 0,-1-1-1 0 0,1 1 1 0 0,-1-1-1 0 0,0 1 1 0 0,-1-1-1 0 0,1 1 1 0 0,0 0-1 0 0,-1 0 1 0 0,0 0-1 0 0,0 0 1 0 0,0 0-1 0 0,0 0 1 0 0,0 0-1 0 0,0 0 1 0 0,-6-4-1 0 0,5 5-269 0 0,0-1 0 0 0,0 1-1 0 0,-1 0 1 0 0,1 0 0 0 0,0 0-1 0 0,-1 0 1 0 0,1 0-1 0 0,-1 1 1 0 0,0 0 0 0 0,1 0-1 0 0,-1 0 1 0 0,0 0-1 0 0,0 0 1 0 0,0 1 0 0 0,0 0-1 0 0,0-1 1 0 0,0 2 0 0 0,0-1-1 0 0,1 0 1 0 0,-1 1-1 0 0,0-1 1 0 0,-5 3 0 0 0,-7 4-18 0 0,0 0 0 0 0,0 1 0 0 0,1 1 1 0 0,1 0-1 0 0,-1 1 0 0 0,1 1 0 0 0,1 0 0 0 0,-24 26 1 0 0,12-8 4 0 0,0 2-1 0 0,-38 64 1 0 0,49-72-18 0 0,1 2-1 0 0,-10 28 0 0 0,19-45-4 0 0,2 1-1 0 0,-1-1 0 0 0,1 1 0 0 0,0 0 1 0 0,0 0-1 0 0,1 0 0 0 0,1 0 0 0 0,0 0 1 0 0,0 1-1 0 0,1 9 0 0 0,0-17-5 0 0,-1 0 0 0 0,0-1-1 0 0,1 1 1 0 0,-1 0 0 0 0,1 0-1 0 0,0-1 1 0 0,-1 1 0 0 0,1 0 0 0 0,0-1-1 0 0,0 1 1 0 0,0-1 0 0 0,0 0 0 0 0,0 1-1 0 0,1-1 1 0 0,-1 0 0 0 0,0 1-1 0 0,0-1 1 0 0,1 0 0 0 0,-1 0 0 0 0,1 0-1 0 0,2 1 1 0 0,-1-1 0 0 0,0 0 0 0 0,0 0 0 0 0,0-1 0 0 0,0 1 0 0 0,0-1 0 0 0,0 0 0 0 0,1 0 0 0 0,-1 0 0 0 0,0 0 0 0 0,0 0 0 0 0,5-2 0 0 0,4-1 5 0 0,1-1 0 0 0,-1-1 0 0 0,0 0 1 0 0,21-11-1 0 0,-6-1 6 0 0,-1-1 1 0 0,-1-1-1 0 0,-1-1 1 0 0,0-1-1 0 0,-2-1 1 0 0,27-34-1 0 0,-12 8-19 0 0,-2-2 1 0 0,38-72-1 0 0,-25 25-22 0 0,34-105 0 0 0,-43 101 32 0 0,-30 81-4 0 0,14-46-20 0 0,-28 116 49 0 0,4-45-28 0 0,-62 303 236 0 0,53-246-209 0 0,4 0-1 0 0,2 0 0 0 0,5 65 1 0 0,-1-116-20 0 0,1 0 1 0 0,1 0-1 0 0,0 0 1 0 0,0 0 0 0 0,1 0-1 0 0,1-1 1 0 0,5 13-1 0 0,-7-19-1 0 0,1 0-1 0 0,-1 0 0 0 0,1 0 0 0 0,-1 0 1 0 0,1-1-1 0 0,0 1 0 0 0,1-1 0 0 0,-1 0 1 0 0,0 0-1 0 0,1 0 0 0 0,0 0 1 0 0,0-1-1 0 0,0 1 0 0 0,0-1 0 0 0,0 0 1 0 0,0 0-1 0 0,0-1 0 0 0,1 1 1 0 0,-1-1-1 0 0,6 1 0 0 0,8 0 5 0 0,0-1 1 0 0,0 0-1 0 0,0-1 0 0 0,0-1 0 0 0,0-1 1 0 0,0-1-1 0 0,0 0 0 0 0,0-1 0 0 0,-1-1 1 0 0,0-1-1 0 0,0 0 0 0 0,0-1 0 0 0,23-15 1 0 0,-18 10-4 0 0,-1-2 0 0 0,-1 0 0 0 0,0-1 1 0 0,-2-2-1 0 0,1 0 0 0 0,-2 0 0 0 0,0-2 1 0 0,-1 0-1 0 0,17-28 0 0 0,-25 34-11 0 0,0 0 0 0 0,-1-1 0 0 0,-1 1 0 0 0,0-1 1 0 0,0-1-1 0 0,-2 1 0 0 0,0-1 0 0 0,4-25 0 0 0,-8 39-1 0 0,0 0 0 0 0,0 0 1 0 0,0 0-1 0 0,0 0 0 0 0,0 0 1 0 0,0-1-1 0 0,0 1 0 0 0,0 0 1 0 0,0 0-1 0 0,0 0 0 0 0,-1 0 1 0 0,1 0-1 0 0,0 0 0 0 0,-1 0 1 0 0,1 0-1 0 0,-1 0 0 0 0,1 0 1 0 0,-1 0-1 0 0,0 0 0 0 0,1 0 1 0 0,-2 0-1 0 0,2 0 1 0 0,-1 1 0 0 0,0-1 0 0 0,0 1 0 0 0,0 0 0 0 0,0 0 0 0 0,0-1 0 0 0,0 1 0 0 0,1 0-1 0 0,-1 0 1 0 0,0 0 0 0 0,0 0 0 0 0,0 0 0 0 0,0 0 0 0 0,0 0 0 0 0,0 0 0 0 0,0 1 0 0 0,0-1 0 0 0,0 0 0 0 0,-1 1 0 0 0,-3 1 2 0 0,-1 1 1 0 0,1 0 0 0 0,0 0-1 0 0,-1 0 1 0 0,-8 9 0 0 0,1 0 6 0 0,1 1 1 0 0,0 1 0 0 0,1 0-1 0 0,1 1 1 0 0,-17 28-1 0 0,11-10 12 0 0,-24 64-1 0 0,36-85-15 0 0,0 0 1 0 0,1 0-1 0 0,1 0 1 0 0,0 0-1 0 0,0 1 1 0 0,1-1-1 0 0,1 25 1 0 0,1-33 0 0 0,-1 0 0 0 0,1 0-1 0 0,0 0 1 0 0,0 0 0 0 0,0 0 0 0 0,0 0 0 0 0,1 0 0 0 0,0-1 0 0 0,0 1-1 0 0,0 0 1 0 0,0-1 0 0 0,0 0 0 0 0,1 1 0 0 0,-1-1 0 0 0,1 0 0 0 0,0 0-1 0 0,0-1 1 0 0,0 1 0 0 0,0-1 0 0 0,1 1 0 0 0,-1-1 0 0 0,1 0 0 0 0,-1 0-1 0 0,1-1 1 0 0,0 1 0 0 0,0-1 0 0 0,7 2 0 0 0,2 0-92 0 0,0-1-1 0 0,0-1 1 0 0,0-1 0 0 0,0 1-1 0 0,0-2 1 0 0,-1 0 0 0 0,1-1-1 0 0,0 0 1 0 0,0-1 0 0 0,-1 0 0 0 0,1-1-1 0 0,19-9 1 0 0,-10 3-212 0 0,0-1 0 0 0,-1-1 0 0 0,0-1 0 0 0,-1-1 0 0 0,33-30 0 0 0,-33 24 105 0 0,-2 0 0 0 0,0-1 0 0 0,-2-1 0 0 0,0-1 0 0 0,22-42 0 0 0,47-130 563 0 0,-66 147 374 0 0,-19 46-610 0 0,-2 28 396 0 0,-34 188 2027 0 0,-27 292 97 0 0,29-217-1924 0 0,31-263-643 0 0,2-9 177 0 0,-1-1 1 0 0,-1 1-1 0 0,-6 18 1 0 0,9-34-242 0 0,0 0-1 0 0,-1 1 1 0 0,1-1 0 0 0,0 0 0 0 0,-1 0 0 0 0,1 0 0 0 0,-1 0 0 0 0,1 0 0 0 0,-1 0-1 0 0,0 0 1 0 0,1 0 0 0 0,-1 0 0 0 0,0 0 0 0 0,0 0 0 0 0,0 0 0 0 0,0 0 0 0 0,0-1 0 0 0,0 1-1 0 0,0 0 1 0 0,0-1 0 0 0,0 1 0 0 0,0 0 0 0 0,0-1 0 0 0,0 1 0 0 0,0-1 0 0 0,0 0-1 0 0,0 1 1 0 0,-1-1 0 0 0,1 0 0 0 0,0 0 0 0 0,0 0 0 0 0,0 0 0 0 0,-1 0 0 0 0,1 0 0 0 0,0 0-1 0 0,0 0 1 0 0,-1 0 0 0 0,1-1 0 0 0,0 1 0 0 0,0 0 0 0 0,0-1 0 0 0,0 1 0 0 0,0-1-1 0 0,0 0 1 0 0,0 1 0 0 0,0-1 0 0 0,0 0 0 0 0,0 1 0 0 0,0-1 0 0 0,0 0 0 0 0,0 0 0 0 0,-1-1-1 0 0,-7-8 10 0 0,1-1 0 0 0,0 1 0 0 0,1-2-1 0 0,0 1 1 0 0,0-1 0 0 0,2 0-1 0 0,-1 0 1 0 0,1-1 0 0 0,-5-21-1 0 0,2-4-39 0 0,0 0 0 0 0,-1-42-1 0 0,6 48-11 0 0,2-1-1 0 0,2 1 0 0 0,0 0 1 0 0,3 0-1 0 0,0 0 0 0 0,2 0 1 0 0,1 1-1 0 0,2-1 0 0 0,17-39 1 0 0,-16 49 4 0 0,1 0 0 0 0,0 1 1 0 0,2 1-1 0 0,1 0 1 0 0,0 0-1 0 0,2 1 0 0 0,0 1 1 0 0,1 1-1 0 0,0 0 1 0 0,1 2-1 0 0,1 0 0 0 0,1 0 1 0 0,24-12-1 0 0,-17 13-3 0 0,1 0 0 0 0,1 2-1 0 0,0 1 1 0 0,0 2 0 0 0,1 0-1 0 0,42-5 1 0 0,-55 11 10 0 0,1 1 0 0 0,0 1 0 0 0,-1 1 0 0 0,1 0 0 0 0,0 2 0 0 0,-1 0 0 0 0,1 0 0 0 0,-1 2 0 0 0,0 0 0 0 0,0 1 0 0 0,0 1-1 0 0,26 13 1 0 0,-39-17 8 0 0,0 1 0 0 0,0-1 0 0 0,0 1 0 0 0,0 0-1 0 0,0 0 1 0 0,-1 0 0 0 0,1 0 0 0 0,-1 1-1 0 0,0-1 1 0 0,0 1 0 0 0,0 0 0 0 0,-1 0 0 0 0,5 7-1 0 0,-6-8 2 0 0,0 1-1 0 0,-1-1 0 0 0,1 0 0 0 0,-1 0 0 0 0,1 0 0 0 0,-1 1 0 0 0,0-1 0 0 0,0 0 1 0 0,-1 0-1 0 0,1 0 0 0 0,-1 1 0 0 0,1-1 0 0 0,-1 0 0 0 0,0 0 0 0 0,0 0 1 0 0,0 0-1 0 0,-1 0 0 0 0,1 0 0 0 0,-1 0 0 0 0,1-1 0 0 0,-4 4 0 0 0,-5 8 2 0 0,0-1-1 0 0,-2-1 1 0 0,1 1 0 0 0,-19 13-1 0 0,-59 40-32 0 0,49-39-18 0 0,26-12-81 0 0,14-9 84 0 0,12-3 31 0 0,21-4-72 0 0,-1-2 1 0 0,0-1-1 0 0,48-13 0 0 0,95-39-915 0 0,-144 44 666 0 0,-1-1 0 0 0,-1-1 0 0 0,0-2 0 0 0,41-28 0 0 0,-60 36 245 0 0,1 0 0 0 0,-1-1 1 0 0,0 0-1 0 0,-1-1 0 0 0,0 0 1 0 0,-1 0-1 0 0,0-1 0 0 0,-1 0 1 0 0,0 0-1 0 0,0-1 1 0 0,-1 0-1 0 0,-1 0 0 0 0,8-26 1 0 0,-12 35 76 0 0,0-1 0 0 0,-1 1 0 0 0,1-1 0 0 0,-1 1 1 0 0,0-1-1 0 0,0 1 0 0 0,0-1 0 0 0,0 1 0 0 0,0-1 1 0 0,-1 1-1 0 0,0-1 0 0 0,1 1 0 0 0,-1-1 0 0 0,-1 1 1 0 0,1 0-1 0 0,0-1 0 0 0,-1 1 0 0 0,0 0 0 0 0,-3-5 1 0 0,4 7 11 0 0,0 0 0 0 0,0 1 0 0 0,0-1 0 0 0,0 1 0 0 0,0-1 0 0 0,0 1 0 0 0,0-1 0 0 0,0 1 0 0 0,0 0 0 0 0,-1 0 0 0 0,1-1 1 0 0,0 1-1 0 0,0 0 0 0 0,0 0 0 0 0,0 0 0 0 0,0 0 0 0 0,-1 0 0 0 0,1 0 0 0 0,0 1 0 0 0,0-1 0 0 0,0 0 0 0 0,0 0 0 0 0,0 1 1 0 0,-2 0-1 0 0,1 0 0 0 0,0 0 1 0 0,0 0 0 0 0,0 0 0 0 0,0 0 0 0 0,0 1 0 0 0,0-1 0 0 0,0 1-1 0 0,0-1 1 0 0,1 1 0 0 0,-1 0 0 0 0,-1 2 0 0 0,0 0 3 0 0,0 0 1 0 0,1 1-1 0 0,0-1 1 0 0,0 1-1 0 0,0-1 0 0 0,1 1 1 0 0,-1 0-1 0 0,1 0 1 0 0,0 0-1 0 0,1 0 0 0 0,-1 0 1 0 0,1 0-1 0 0,0 0 1 0 0,0 0-1 0 0,1 0 0 0 0,-1 0 1 0 0,1 0-1 0 0,0 0 1 0 0,1 0-1 0 0,-1 0 0 0 0,1-1 1 0 0,0 1-1 0 0,0-1 1 0 0,0 1-1 0 0,6 7 0 0 0,-4-6 4 0 0,1 0 0 0 0,0 0-1 0 0,0 0 1 0 0,1-1-1 0 0,0 0 1 0 0,-1 0-1 0 0,2-1 1 0 0,-1 0-1 0 0,0 0 1 0 0,1 0 0 0 0,0-1-1 0 0,0 0 1 0 0,0 0-1 0 0,0-1 1 0 0,0 0-1 0 0,12 2 1 0 0,-8-2 4 0 0,-1-1 0 0 0,1-1 0 0 0,-1 0 0 0 0,0-1 1 0 0,1 0-1 0 0,-1 0 0 0 0,1-1 0 0 0,-1-1 0 0 0,0 1 0 0 0,0-2 0 0 0,0 1 1 0 0,-1-1-1 0 0,12-7 0 0 0,5-5-19 0 0,0-2 1 0 0,-1-1-1 0 0,23-23 1 0 0,-26 22-23 0 0,1 1 0 0 0,1 1 0 0 0,45-27 1 0 0,-66 44 31 0 0,0-1 1 0 0,1 1 0 0 0,-1 0-1 0 0,0 0 1 0 0,0 0 0 0 0,0 0-1 0 0,1 1 1 0 0,-1-1 0 0 0,0 1-1 0 0,1 0 1 0 0,-1 0 0 0 0,0 0-1 0 0,1 0 1 0 0,-1 1 0 0 0,0-1 0 0 0,1 1-1 0 0,-1 0 1 0 0,0 0 0 0 0,0 0-1 0 0,0 1 1 0 0,0-1 0 0 0,0 1-1 0 0,0-1 1 0 0,0 1 0 0 0,0 0-1 0 0,-1 0 1 0 0,1 0 0 0 0,-1 0-1 0 0,1 1 1 0 0,-1-1 0 0 0,0 1-1 0 0,0 0 1 0 0,0-1 0 0 0,2 5-1 0 0,0 0 51 0 0,0 0-1 0 0,0 0 0 0 0,-1 0 0 0 0,0 1 0 0 0,0-1 0 0 0,-1 1 0 0 0,0 0 0 0 0,0 0 0 0 0,-1 0 0 0 0,0 0 0 0 0,0 0 0 0 0,-1 0 0 0 0,-1 12 0 0 0,-1-4 104 0 0,-1 0 0 0 0,0-1 0 0 0,-1 1 0 0 0,-1-1 0 0 0,0 0 1 0 0,-1 0-1 0 0,-1-1 0 0 0,-1 0 0 0 0,-10 16 0 0 0,18-30-137 0 0,0 1 0 0 0,-1 0 0 0 0,1 0 0 0 0,-1-1-1 0 0,1 1 1 0 0,-1 0 0 0 0,0-1 0 0 0,1 1 0 0 0,-1 0 0 0 0,0-1-1 0 0,1 1 1 0 0,-1-1 0 0 0,0 0 0 0 0,0 1 0 0 0,0-1 0 0 0,1 1 0 0 0,-1-1-1 0 0,0 0 1 0 0,0 0 0 0 0,0 1 0 0 0,-1-1 0 0 0,1 0-11 0 0,0 0 1 0 0,1-1-1 0 0,-1 1 0 0 0,1 0 1 0 0,-1-1-1 0 0,0 1 1 0 0,1-1-1 0 0,-1 1 1 0 0,1-1-1 0 0,-1 1 0 0 0,1-1 1 0 0,-1 1-1 0 0,1-1 1 0 0,0 1-1 0 0,-1-1 1 0 0,1 1-1 0 0,0-1 0 0 0,-1 0 1 0 0,1 1-1 0 0,-1-2 1 0 0,0-2 3 0 0,0-1 1 0 0,0 1-1 0 0,0-1 1 0 0,0 1-1 0 0,1-1 0 0 0,-1-6 1 0 0,3 0-13 0 0,-1 0 0 0 0,2 0 0 0 0,-1 0 1 0 0,2 0-1 0 0,-1 1 0 0 0,1 0 0 0 0,1-1 0 0 0,0 2 1 0 0,0-1-1 0 0,1 0 0 0 0,0 1 0 0 0,11-11 0 0 0,-6 7-20 0 0,0 1-1 0 0,2 0 0 0 0,-1 1 0 0 0,2 0 0 0 0,-1 1 0 0 0,1 0 1 0 0,21-9-1 0 0,-28 15 9 0 0,0 1-1 0 0,0 0 1 0 0,1 0 0 0 0,0 1 0 0 0,-1 0 0 0 0,1 1 0 0 0,0 0-1 0 0,0 0 1 0 0,11 0 0 0 0,-17 1 14 0 0,0 0 0 0 0,1 0 0 0 0,-1 1 0 0 0,0-1 0 0 0,1 1 0 0 0,-1-1 0 0 0,0 1 0 0 0,0 0 0 0 0,1 0 0 0 0,-1 0 0 0 0,0 0 0 0 0,0 0 0 0 0,0 0 0 0 0,0 1 0 0 0,0-1 0 0 0,0 1 0 0 0,-1-1 0 0 0,1 1 0 0 0,0 0 0 0 0,-1 0 0 0 0,0 0 0 0 0,1-1 0 0 0,-1 1 0 0 0,0 1 0 0 0,0-1 0 0 0,0 0 0 0 0,0 0 0 0 0,0 0 0 0 0,0 1 0 0 0,-1-1 0 0 0,1 0 0 0 0,-1 0 0 0 0,1 1 0 0 0,-1-1 0 0 0,0 4 0 0 0,0 6-269 0 0,-1 1 1 0 0,0 0-1 0 0,-6 24 0 0 0,-1 10-3068 0 0,8-40 1769 0 0,-1 0 0 0 0,1 0-1 0 0,1-1 1 0 0,1 14 0 0 0,1-8-3677 0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40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426 637 224 0 0,'5'-7'1465'0'0,"-1"-1"0"0"0,0 0 0 0 0,0-1 0 0 0,-1 1-1 0 0,0 0 1 0 0,3-17 0 0 0,-5 23-1350 0 0,-1 0 1 0 0,0 1-1 0 0,1-1 0 0 0,-1 0 0 0 0,0 0 0 0 0,-1 0 1 0 0,1 0-1 0 0,0 0 0 0 0,0 0 0 0 0,-1 1 0 0 0,1-1 1 0 0,-1 0-1 0 0,0 0 0 0 0,1 0 0 0 0,-1 1 0 0 0,0-1 0 0 0,0 0 1 0 0,0 1-1 0 0,0-1 0 0 0,0 1 0 0 0,-1-1 0 0 0,1 1 1 0 0,0 0-1 0 0,-1-1 0 0 0,1 1 0 0 0,-1 0 0 0 0,1 0 1 0 0,-1 0-1 0 0,1 0 0 0 0,-1 0 0 0 0,0 0 0 0 0,0 1 1 0 0,1-1-1 0 0,-1 0 0 0 0,0 1 0 0 0,0 0 0 0 0,0-1 1 0 0,-3 1-1 0 0,-5-1 8 0 0,0 0-1 0 0,-1 1 1 0 0,1 1 0 0 0,0 0 0 0 0,0 0 0 0 0,0 1-1 0 0,0 0 1 0 0,0 1 0 0 0,0 0 0 0 0,0 0 0 0 0,-14 8-1 0 0,2 0 19 0 0,1 1-1 0 0,0 1 1 0 0,-33 28-1 0 0,31-21-18 0 0,1 0-1 0 0,-26 32 0 0 0,39-41-87 0 0,1 1 0 0 0,0 0 0 0 0,0 0 0 0 0,1 1 0 0 0,1 0 0 0 0,0 0 0 0 0,-5 15 0 0 0,10-26-25 0 0,1 1 0 0 0,-1 0-1 0 0,0-1 1 0 0,1 1 0 0 0,-1-1-1 0 0,1 1 1 0 0,0 0 0 0 0,0-1-1 0 0,0 1 1 0 0,0 0-1 0 0,0-1 1 0 0,1 1 0 0 0,-1 0-1 0 0,1-1 1 0 0,-1 1 0 0 0,1-1-1 0 0,0 1 1 0 0,0-1 0 0 0,2 3-1 0 0,-1-3 0 0 0,0 0 0 0 0,0 0-1 0 0,0 0 1 0 0,0 0-1 0 0,0-1 1 0 0,0 1-1 0 0,0-1 1 0 0,1 0 0 0 0,-1 1-1 0 0,0-1 1 0 0,1 0-1 0 0,-1 0 1 0 0,1-1-1 0 0,-1 1 1 0 0,6 0 0 0 0,4 0 10 0 0,-1 0 1 0 0,1-1 0 0 0,0-1 0 0 0,-1 0 0 0 0,1-1-1 0 0,0 0 1 0 0,14-4 0 0 0,-5-1-11 0 0,-1-1 0 0 0,0 0-1 0 0,-1-1 1 0 0,0-1 0 0 0,0-1 0 0 0,-1-1 0 0 0,32-27 0 0 0,-27 18-128 0 0,-1-1 1 0 0,-1-2-1 0 0,-1 0 1 0 0,30-49-1 0 0,-12 5-137 0 0,-4-1 1 0 0,-3-2-1 0 0,35-116 1 0 0,-16 4 223 0 0,-46 168 34 0 0,-1-7-2 0 0,-3 22 1 0 0,0 0 0 0 0,0 0 0 0 0,0 0 0 0 0,0 0 0 0 0,0 0 0 0 0,0-1 0 0 0,0 1 0 0 0,-1 0 0 0 0,1 0 0 0 0,0 0 0 0 0,0 0 0 0 0,0 0-1 0 0,0 0 1 0 0,0 0 0 0 0,0 0 0 0 0,0 0 0 0 0,0 0 0 0 0,0 0 0 0 0,-1 0 0 0 0,1 0 0 0 0,0 0 0 0 0,0 0 0 0 0,0-1 0 0 0,0 1 0 0 0,0 0 0 0 0,0 0 0 0 0,0 0 0 0 0,-1 0 0 0 0,1 0 0 0 0,0 1 0 0 0,0-1 0 0 0,0 0 0 0 0,0 0 0 0 0,0 0 0 0 0,0 0 0 0 0,0 0 0 0 0,-1 0 0 0 0,1 0 0 0 0,0 0 0 0 0,0 0 0 0 0,0 0 0 0 0,0 0 0 0 0,0 0 0 0 0,0 0 0 0 0,0 0 0 0 0,0 0 0 0 0,0 0 0 0 0,0 1 0 0 0,-1-1-1 0 0,1 0 1 0 0,0 0 0 0 0,0 0 0 0 0,0 0 0 0 0,0 0 0 0 0,0 0 0 0 0,0 0 0 0 0,0 0 0 0 0,0 1 0 0 0,0-1 0 0 0,0 0 0 0 0,0 0 0 0 0,-13 20-4 0 0,-14 40 551 0 0,3 0 1 0 0,-27 106-1 0 0,29-89 98 0 0,20-70-588 0 0,-58 207 1189 0 0,47-159-934 0 0,-10 107 1 0 0,22-152-281 0 0,1-1 1 0 0,0 1-1 0 0,0 0 0 0 0,1-1 1 0 0,0 1-1 0 0,1-1 0 0 0,0 1 1 0 0,6 15-1 0 0,-6-21-22 0 0,0 1 1 0 0,1-1-1 0 0,-1 0 0 0 0,1 0 1 0 0,0 0-1 0 0,0 0 0 0 0,0-1 1 0 0,0 1-1 0 0,1-1 0 0 0,0 0 1 0 0,-1 0-1 0 0,1 0 0 0 0,0 0 0 0 0,1-1 1 0 0,-1 0-1 0 0,0 0 0 0 0,1 0 1 0 0,-1 0-1 0 0,7 1 0 0 0,-2 0-1 0 0,0-2 0 0 0,-1 1 0 0 0,1-1 0 0 0,0 0 0 0 0,0-1 1 0 0,0 0-1 0 0,0 0 0 0 0,0-1 0 0 0,0 0 0 0 0,-1 0 0 0 0,1-1 0 0 0,12-5 0 0 0,-8 2-2 0 0,-1 0 1 0 0,-1-2 0 0 0,1 1 0 0 0,-1-1-1 0 0,0-1 1 0 0,-1 0 0 0 0,16-15-1 0 0,2-8-18 0 0,-2 0 0 0 0,-1-2 0 0 0,-2-1 0 0 0,27-50 0 0 0,17-53 29 0 0,-25 47-103 0 0,-41 89 81 0 0,0-1 0 0 0,0 1 0 0 0,0 0 0 0 0,0 0 0 0 0,0 0 0 0 0,0 0 0 0 0,0 0 0 0 0,0 0 0 0 0,1 0 0 0 0,-1 0 1 0 0,0 1-1 0 0,1-1 0 0 0,-1 0 0 0 0,1 1 0 0 0,-1-1 0 0 0,0 1 0 0 0,1 0 0 0 0,-1-1 0 0 0,1 1 0 0 0,-1 0 0 0 0,1 0 0 0 0,-1 0 0 0 0,1 0 0 0 0,-1 0 0 0 0,1 0 0 0 0,-1 0 0 0 0,1 1 0 0 0,-1-1 1 0 0,1 0-1 0 0,-1 1 0 0 0,1-1 0 0 0,-1 1 0 0 0,3 1 0 0 0,6 2-5 0 0,0 1 1 0 0,-1 0 0 0 0,13 9 0 0 0,17 13 44 0 0,-2 1 1 0 0,-1 2 0 0 0,-1 2 0 0 0,-2 1-1 0 0,-1 2 1 0 0,-1 0 0 0 0,28 46 0 0 0,-54-74 9 0 0,-1 0 1 0 0,0 1-1 0 0,0-1 1 0 0,-1 1-1 0 0,0 0 1 0 0,0 0-1 0 0,-1 0 1 0 0,0 0-1 0 0,0 0 1 0 0,-1 1-1 0 0,1 10 1 0 0,-3-13-6 0 0,1 0 0 0 0,-1 0 0 0 0,0 0-1 0 0,0 0 1 0 0,-1 0 0 0 0,0 0 0 0 0,0 0 0 0 0,0 0 0 0 0,-1-1-1 0 0,0 1 1 0 0,0-1 0 0 0,0 0 0 0 0,-1 0 0 0 0,0 0 0 0 0,0 0 0 0 0,-6 5-1 0 0,0 0 31 0 0,-1-1-1 0 0,0-1 0 0 0,-1 1 0 0 0,0-2 1 0 0,0 1-1 0 0,-1-2 0 0 0,0 0 0 0 0,0 0 1 0 0,0-1-1 0 0,-22 4 0 0 0,23-6-367 0 0,0-1 0 0 0,-1 0 0 0 0,1-1 1 0 0,0 0-1 0 0,0-1 0 0 0,-1 0 0 0 0,1-1 0 0 0,0-1 0 0 0,0 0 0 0 0,0 0 0 0 0,0-2 0 0 0,-17-5 0 0 0,27 8-50 0 0,0-1 0 0 0,0 1 0 0 0,0 0 0 0 0,0 0 0 0 0,0-1 0 0 0,0 1 0 0 0,0-1 0 0 0,1 0 0 0 0,-1 1 0 0 0,1-1 0 0 0,-2-2 0 0 0,-5-14-5971 0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41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76 2252 0 0,'4'-6'1372'0'0,"-1"-1"-1"0"0,0 1 1 0 0,-1-1 0 0 0,1 0-1 0 0,-1 0 1 0 0,-1 1 0 0 0,2-10-1 0 0,-3 16-1326 0 0,0-1 0 0 0,0 1 0 0 0,0-1 0 0 0,0 1 0 0 0,-1 0 0 0 0,1-1 0 0 0,0 1 0 0 0,0-1 0 0 0,0 1 0 0 0,-1 0 0 0 0,1-1-1 0 0,0 1 1 0 0,0 0 0 0 0,-1-1 0 0 0,1 1 0 0 0,0 0 0 0 0,-1-1 0 0 0,1 1 0 0 0,0 0 0 0 0,-1 0 0 0 0,1-1 0 0 0,0 1 0 0 0,-1 0 0 0 0,1 0 0 0 0,-1 0 0 0 0,1 0-1 0 0,0-1 1 0 0,-1 1 0 0 0,1 0 0 0 0,-1 0 0 0 0,0 0 0 0 0,-16 2 452 0 0,4 5-380 0 0,0 0 0 0 0,1 0 0 0 0,0 2 0 0 0,1-1 0 0 0,0 2 0 0 0,0-1 0 0 0,1 1 0 0 0,-11 14 0 0 0,-1 3-5 0 0,2 0 0 0 0,-25 43 0 0 0,37-55-85 0 0,0 0 1 0 0,1 0-1 0 0,0 0 0 0 0,2 1 1 0 0,-5 18-1 0 0,9-31-15 0 0,0 1 0 0 0,0 0 0 0 0,1-1-1 0 0,-1 1 1 0 0,1 0 0 0 0,0-1 0 0 0,0 1 0 0 0,0 0-1 0 0,1 0 1 0 0,-1-1 0 0 0,1 1 0 0 0,0-1 0 0 0,0 1-1 0 0,0 0 1 0 0,0-1 0 0 0,1 0 0 0 0,-1 1 0 0 0,1-1-1 0 0,0 0 1 0 0,0 0 0 0 0,0 0 0 0 0,1 0 0 0 0,-1 0 0 0 0,1 0-1 0 0,-1-1 1 0 0,1 1 0 0 0,0-1 0 0 0,6 4 0 0 0,1-1 9 0 0,0-1-1 0 0,0 0 1 0 0,0 0 0 0 0,1-1 0 0 0,0-1 0 0 0,-1 0 0 0 0,1 0 0 0 0,0-1 0 0 0,0-1 0 0 0,0 1 0 0 0,0-2 0 0 0,19-2 0 0 0,-13 0-1 0 0,-1 0 1 0 0,0-1 0 0 0,0-1-1 0 0,0 0 1 0 0,0-1 0 0 0,-1-1-1 0 0,25-15 1 0 0,-31 15-13 0 0,0 0 0 0 0,0 0 1 0 0,-1-1-1 0 0,0-1 0 0 0,0 1 1 0 0,-1-1-1 0 0,0 0 0 0 0,0-1 0 0 0,-1 0 1 0 0,-1 0-1 0 0,0 0 0 0 0,0-1 1 0 0,-1 1-1 0 0,0-1 0 0 0,4-21 0 0 0,-6 23-12 0 0,0-1-1 0 0,-1 1 1 0 0,0-1 0 0 0,-1 0-1 0 0,0 1 1 0 0,0-1-1 0 0,-1 1 1 0 0,0-1-1 0 0,-1 0 1 0 0,0 1-1 0 0,-1 0 1 0 0,1 0-1 0 0,-2 0 1 0 0,1 0 0 0 0,-1 0-1 0 0,-1 0 1 0 0,0 1-1 0 0,0 0 1 0 0,-8-10-1 0 0,9 14 0 0 0,1 1 0 0 0,0-1 0 0 0,-1 1 0 0 0,0 0 0 0 0,0 1 1 0 0,0-1-1 0 0,0 0 0 0 0,0 1 0 0 0,0 0 0 0 0,-1 0 0 0 0,1 0 0 0 0,-1 1 0 0 0,1 0 0 0 0,-1-1 0 0 0,-7 1 0 0 0,5 0 3 0 0,0 1 0 0 0,0 0 0 0 0,-1 1 0 0 0,1 0 0 0 0,0 0 1 0 0,0 1-1 0 0,0 0 0 0 0,0 0 0 0 0,-9 4 0 0 0,1 1 9 0 0,0 1 1 0 0,1 0-1 0 0,0 1 1 0 0,0 1-1 0 0,1 0 1 0 0,0 0-1 0 0,1 2 0 0 0,-13 15 1 0 0,18-19-6 0 0,0 1 0 0 0,0 0 0 0 0,1 1 0 0 0,1-1 0 0 0,0 1 0 0 0,0 0 0 0 0,-4 13 0 0 0,8-20 0 0 0,0 0 0 0 0,0 1 0 0 0,1-1 0 0 0,-1 0 0 0 0,1 0 0 0 0,-1 0 0 0 0,1 0 0 0 0,0 1 0 0 0,0-1-1 0 0,1 0 1 0 0,-1 0 0 0 0,1 0 0 0 0,-1 1 0 0 0,1-1 0 0 0,0 0 0 0 0,0 0 0 0 0,1 0 0 0 0,-1 0 0 0 0,1-1 0 0 0,-1 1 0 0 0,1 0 0 0 0,0 0 0 0 0,0-1 0 0 0,0 1 0 0 0,0-1 0 0 0,0 0 0 0 0,1 0 0 0 0,-1 0 0 0 0,4 2 0 0 0,1 1 5 0 0,1-1 0 0 0,0-1 0 0 0,0 1 0 0 0,0-2 0 0 0,1 1 0 0 0,-1-1 0 0 0,1 0 0 0 0,-1 0 1 0 0,1-1-1 0 0,0-1 0 0 0,0 1 0 0 0,14-2 0 0 0,6-2 10 0 0,0-1 1 0 0,40-10-1 0 0,-42 6-6 0 0,0 0 0 0 0,-1-2 0 0 0,35-18 0 0 0,68-47 7 0 0,-11 5-134 0 0,-114 68 107 0 0,0 0 0 0 0,0 0 0 0 0,0 1 0 0 0,1-1 0 0 0,-1 1 0 0 0,0 0 0 0 0,1 0 0 0 0,-1 0 0 0 0,0 0 0 0 0,1 1 0 0 0,-1 0 0 0 0,1 0 0 0 0,-1 0 0 0 0,8 2 0 0 0,-9-1 9 0 0,0 0 1 0 0,0 0-1 0 0,0 0 1 0 0,-1 1-1 0 0,1-1 1 0 0,0 1-1 0 0,-1 0 1 0 0,1-1-1 0 0,-1 1 1 0 0,0 0-1 0 0,1 1 0 0 0,-1-1 1 0 0,0 0-1 0 0,0 1 1 0 0,-1-1-1 0 0,1 1 1 0 0,0-1-1 0 0,-1 1 1 0 0,0 0-1 0 0,1 0 1 0 0,-1 0-1 0 0,1 4 1 0 0,1 5-2 0 0,0 0 1 0 0,-1 0 0 0 0,-1 0-1 0 0,0 0 1 0 0,0 0 0 0 0,-1 1-1 0 0,-1-1 1 0 0,0 0 0 0 0,-5 20 0 0 0,1-11 111 0 0,-1 0 0 0 0,-1-1 0 0 0,0 0 1 0 0,-18 32-1 0 0,24-51-80 0 0,1 1 0 0 0,-1 0 0 0 0,0-1 0 0 0,0 1 0 0 0,0-1 0 0 0,0 1 0 0 0,0-1 0 0 0,0 1 0 0 0,0-1 0 0 0,-1 0 0 0 0,1 1 0 0 0,0-1 0 0 0,-1 0 0 0 0,1 0 0 0 0,-1 0 0 0 0,1 0 0 0 0,-1 0 0 0 0,1 0 0 0 0,-1-1 0 0 0,-2 2 0 0 0,4-3-27 0 0,-1 1 0 0 0,1 0 0 0 0,-1 0-1 0 0,1-1 1 0 0,-1 1 0 0 0,1 0 0 0 0,0-1-1 0 0,-1 1 1 0 0,1 0 0 0 0,0-1 0 0 0,-1 1-1 0 0,1-1 1 0 0,0 1 0 0 0,-1 0 0 0 0,1-1-1 0 0,0 1 1 0 0,0-1 0 0 0,-1 1 0 0 0,1-1-1 0 0,0 1 1 0 0,0-1 0 0 0,0 1 0 0 0,0-1-1 0 0,0 1 1 0 0,0-1 0 0 0,0 1 0 0 0,0-1-1 0 0,0 1 1 0 0,0-1 0 0 0,0 1 0 0 0,0-1-1 0 0,0 1 1 0 0,1-1 0 0 0,0-16 23 0 0,2 3-20 0 0,0 1 1 0 0,1-1-1 0 0,0 0 1 0 0,2 1-1 0 0,-1 0 1 0 0,1 0-1 0 0,1 0 0 0 0,1 1 1 0 0,9-13-1 0 0,3 0-24 0 0,0 2 0 0 0,1 0-1 0 0,27-22 1 0 0,-28 28-10 0 0,1 1 0 0 0,1 1-1 0 0,43-23 1 0 0,-52 31 20 0 0,1 1-1 0 0,0 1 1 0 0,0 0-1 0 0,0 1 0 0 0,1 0 1 0 0,-1 1-1 0 0,1 1 1 0 0,20-1-1 0 0,-31 3 8 0 0,1 0 0 0 0,-1 0 1 0 0,1 1-1 0 0,0-1 0 0 0,-1 1 0 0 0,0 0 0 0 0,1 0 1 0 0,-1 1-1 0 0,1-1 0 0 0,-1 1 0 0 0,0 0 0 0 0,0 0 1 0 0,0 0-1 0 0,0 1 0 0 0,-1-1 0 0 0,1 1 0 0 0,3 4 1 0 0,-3-3 5 0 0,0 1 0 0 0,-1 0 0 0 0,0 0 0 0 0,0 0 0 0 0,0 0 0 0 0,-1 0 0 0 0,0 1 0 0 0,0-1 0 0 0,0 1 0 0 0,0 0 0 0 0,1 9 0 0 0,-1 9 17 0 0,-1 0-1 0 0,-1 0 1 0 0,-2 0-1 0 0,0 0 0 0 0,-6 28 1 0 0,5-34 107 0 0,0-7-303 0 0,1-1 0 0 0,1 1 0 0 0,0 0 0 0 0,0-1 1 0 0,1 13-1 0 0,0-21-37 0 0,1 0 0 0 0,-1 0 0 0 0,0 0 0 0 0,1 0-1 0 0,-1-1 1 0 0,1 1 0 0 0,-1 0 0 0 0,1 0 0 0 0,0-1 0 0 0,0 1 0 0 0,0 0 0 0 0,0-1 0 0 0,0 1 0 0 0,0-1 0 0 0,0 1-1 0 0,1-1 1 0 0,-1 0 0 0 0,0 0 0 0 0,1 1 0 0 0,-1-1 0 0 0,1 0 0 0 0,-1 0 0 0 0,1 0 0 0 0,0 0 0 0 0,-1-1 0 0 0,1 1-1 0 0,0 0 1 0 0,0-1 0 0 0,0 1 0 0 0,-1-1 0 0 0,1 0 0 0 0,0 1 0 0 0,0-1 0 0 0,0 0 0 0 0,3-1 0 0 0,15 0-3204 0 0,2-2-1242 0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41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333 134 2392 0 0,'12'-10'1453'0'0,"-1"0"0"0"0,0-1 0 0 0,-1 0-1 0 0,0 0 1 0 0,-1-1 0 0 0,0 0 0 0 0,12-23 0 0 0,-21 34-1399 0 0,0 1 1 0 0,1-1 0 0 0,-1 0 0 0 0,0 1 0 0 0,1-1-1 0 0,-1 1 1 0 0,0-1 0 0 0,0 1 0 0 0,0-1 0 0 0,0 0 0 0 0,0 1-1 0 0,1-1 1 0 0,-1 0 0 0 0,0 1 0 0 0,0-1 0 0 0,0 1-1 0 0,-1-1 1 0 0,1 0 0 0 0,0 1 0 0 0,0-1 0 0 0,0 0-1 0 0,0 1 1 0 0,-1-1 0 0 0,1 1 0 0 0,0-1 0 0 0,0 1-1 0 0,-1-1 1 0 0,1 1 0 0 0,0-1 0 0 0,-1 0 0 0 0,0 1 3 0 0,0-1 1 0 0,0 1 0 0 0,0 0 0 0 0,-1-1-1 0 0,1 1 1 0 0,0 0 0 0 0,0 0 0 0 0,0 0 0 0 0,0 0-1 0 0,0 0 1 0 0,0 0 0 0 0,0 0 0 0 0,-1 0-1 0 0,1 1 1 0 0,-1-1 0 0 0,-5 2 194 0 0,-1 1 0 0 0,1 0 1 0 0,-12 6-1 0 0,-21 15 339 0 0,1 2 0 0 0,1 2 1 0 0,-36 35-1 0 0,53-44-462 0 0,1 2 1 0 0,1 0-1 0 0,1 1 0 0 0,1 1 1 0 0,1 1-1 0 0,-17 34 1 0 0,28-48-90 0 0,1 0 0 0 0,-1 0 0 0 0,2 1 0 0 0,0-1 0 0 0,0 1 0 0 0,1 0 0 0 0,0 0 0 0 0,0 21 0 0 0,2-26-24 0 0,0-1 0 0 0,1 0 0 0 0,0 1 0 0 0,0-1 0 0 0,1 0 0 0 0,-1 0 0 0 0,1 0 0 0 0,0 0 0 0 0,0 0 0 0 0,1 0 0 0 0,-1-1 0 0 0,1 1 0 0 0,0-1 0 0 0,1 0 0 0 0,-1 1 0 0 0,1-2 0 0 0,-1 1 0 0 0,1 0 0 0 0,0-1 0 0 0,7 5 0 0 0,-2-2-63 0 0,0-1 0 0 0,1 0 1 0 0,0-1-1 0 0,-1 0 0 0 0,1-1 1 0 0,1 0-1 0 0,-1 0 0 0 0,0-1 1 0 0,14 1-1 0 0,11-1-3889 0 0,51-2-1 0 0,-62-1 395 0 0,4 0-3861 0 0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42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23 1724 0 0,'13'-22'20301'0'0,"-11"29"-19803"0"0,-1 0 1 0 0,0 0-1 0 0,0 0 1 0 0,0 0-1 0 0,-1 0 1 0 0,0 0 0 0 0,0 1-1 0 0,-2 6 1 0 0,-12 62 632 0 0,13-70-1048 0 0,-49 173-199 0 0,4-65-6448 0 0,18-68-2756 0 0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04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75 1724 0 0,'-22'-69'8204'0'0,"22"69"-8184"0"0,0 0 1 0 0,0 0 0 0 0,0-1-1 0 0,0 1 1 0 0,0 0 0 0 0,0 0 0 0 0,0-1-1 0 0,0 1 1 0 0,0 0 0 0 0,0 0-1 0 0,0 0 1 0 0,0-1 0 0 0,0 1 0 0 0,0 0-1 0 0,0 0 1 0 0,0 0 0 0 0,-1-1-1 0 0,1 1 1 0 0,0 0 0 0 0,0 0-1 0 0,0 0 1 0 0,0 0 0 0 0,0-1 0 0 0,-1 1-1 0 0,1 0 1 0 0,0 0 0 0 0,0 0-1 0 0,0 0 1 0 0,-1 0 0 0 0,1 0 0 0 0,0 0-1 0 0,0-1 1 0 0,0 1 0 0 0,-1 0-1 0 0,1 0 1 0 0,0 0 0 0 0,0 0 0 0 0,-1 0-1 0 0,1 0 1 0 0,0 0 0 0 0,0 0-1 0 0,0 0 1 0 0,-1 0 0 0 0,1 0 0 0 0,0 0-1 0 0,0 0 1 0 0,0 1 0 0 0,-1-1-1 0 0,1 0 1 0 0,0 0 0 0 0,0 0 0 0 0,-1 0-1 0 0,-5 16 308 0 0,-3 27-249 0 0,9-41-21 0 0,-36 223 449 0 0,-32 271-748 0 0,65-409-3057 0 0,4-63 25 0 0,-1-12 492 0 0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04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1 212 1992 0 0,'2'-12'556'0'0,"2"0"-1"0"0,-1 0 1 0 0,1 0 0 0 0,1 0-1 0 0,0 1 1 0 0,1 0 0 0 0,0 0-1 0 0,1 0 1 0 0,0 1 0 0 0,1 0-1 0 0,12-14 1 0 0,-13 18-456 0 0,1-1-1 0 0,0 1 1 0 0,0 1 0 0 0,0-1-1 0 0,0 1 1 0 0,1 1 0 0 0,0 0-1 0 0,0 0 1 0 0,0 0 0 0 0,0 1 0 0 0,1 1-1 0 0,-1 0 1 0 0,1 0 0 0 0,0 1-1 0 0,12-1 1 0 0,-8 2-60 0 0,0 0 0 0 0,0 1 0 0 0,0 0 0 0 0,0 1 0 0 0,0 1 0 0 0,0 0 0 0 0,0 1 1 0 0,-1 1-1 0 0,25 11 0 0 0,-32-13-30 0 0,0 0 1 0 0,0 1 0 0 0,-1 0-1 0 0,1 0 1 0 0,-1 0 0 0 0,0 1-1 0 0,-1 0 1 0 0,1 0-1 0 0,-1 0 1 0 0,0 0 0 0 0,0 1-1 0 0,0 0 1 0 0,-1-1 0 0 0,0 1-1 0 0,0 0 1 0 0,0 1 0 0 0,-1-1-1 0 0,0 0 1 0 0,0 1-1 0 0,-1 0 1 0 0,0-1 0 0 0,1 13-1 0 0,-2-6 4 0 0,-1 1 0 0 0,0 0 0 0 0,-1-1 1 0 0,0 1-1 0 0,-1-1 0 0 0,0 0 0 0 0,-1 1 0 0 0,-1-2 0 0 0,0 1 0 0 0,-1 0 0 0 0,0-1 0 0 0,-1 0 0 0 0,-9 11 0 0 0,4-7 19 0 0,0-1 0 0 0,-2 0 0 0 0,1-1 0 0 0,-2 0 0 0 0,0-1 0 0 0,-1-1 0 0 0,0 0 0 0 0,-25 13 0 0 0,40-24-23 0 0,-1-1 0 0 0,1 1 1 0 0,0 0-1 0 0,-1 0 0 0 0,1-1 1 0 0,-1 1-1 0 0,1-1 0 0 0,-1 1 1 0 0,0-1-1 0 0,1 0 0 0 0,-1 1 1 0 0,1-1-1 0 0,-1 0 0 0 0,0 0 0 0 0,1 0 1 0 0,-1 0-1 0 0,0-1 0 0 0,-2 0 1 0 0,6-1-7 0 0,1 0-1 0 0,0 0 1 0 0,0 0 0 0 0,0 1 0 0 0,0-1 0 0 0,0 1 0 0 0,0-1 0 0 0,0 1-1 0 0,0 0 1 0 0,0 0 0 0 0,1 1 0 0 0,-1-1 0 0 0,0 1 0 0 0,1-1 0 0 0,-1 1 0 0 0,0 0-1 0 0,1 0 1 0 0,-1 1 0 0 0,6 0 0 0 0,3 1-1 0 0,-1 1 0 0 0,0 1 1 0 0,0-1-1 0 0,17 9 0 0 0,-11-3 17 0 0,1 1-1 0 0,-2 1 1 0 0,1 0-1 0 0,-2 1 1 0 0,1 1-1 0 0,-2 0 1 0 0,0 1 0 0 0,0 1-1 0 0,14 21 1 0 0,-20-26 58 0 0,-1 1 1 0 0,0 0 0 0 0,-1 0-1 0 0,0 1 1 0 0,-1 0-1 0 0,0 0 1 0 0,-1 0 0 0 0,-1 0-1 0 0,0 1 1 0 0,0-1-1 0 0,-1 1 1 0 0,-1 0 0 0 0,0-1-1 0 0,0 1 1 0 0,-3 18 0 0 0,1-24 19 0 0,-1 0 0 0 0,1 0 1 0 0,-2 1-1 0 0,1-2 0 0 0,-1 1 1 0 0,0 0-1 0 0,0 0 0 0 0,0-1 1 0 0,-1 0-1 0 0,0 0 0 0 0,-1 0 1 0 0,1 0-1 0 0,-1 0 0 0 0,0-1 1 0 0,-1 0-1 0 0,1 0 0 0 0,-1-1 1 0 0,0 1-1 0 0,0-1 0 0 0,0-1 1 0 0,-1 1-1 0 0,0-1 0 0 0,1 0 1 0 0,-1 0-1 0 0,-10 2 0 0 0,0-1-17 0 0,0 0 0 0 0,0-2-1 0 0,-1 1 1 0 0,1-2 0 0 0,-1-1-1 0 0,1 0 1 0 0,-1-1 0 0 0,1 0-1 0 0,-27-7 1 0 0,30 5-90 0 0,-1 0-52 0 0,0 0 0 0 0,1-1 0 0 0,0-1 0 0 0,-1 0 0 0 0,2-1 0 0 0,-14-7 0 0 0,26 12 5 0 0,1 1 0 0 0,-1 0 0 0 0,1 0 0 0 0,0-1 0 0 0,-1 1-1 0 0,1 0 1 0 0,0 0 0 0 0,0-1 0 0 0,-1 1 0 0 0,1 0 0 0 0,0-1 0 0 0,0 1 0 0 0,-1-1 0 0 0,1 1-1 0 0,0 0 1 0 0,0-1 0 0 0,0 1 0 0 0,0-1 0 0 0,0 1 0 0 0,0 0 0 0 0,-1-1 0 0 0,1 1 0 0 0,0-1-1 0 0,0 1 1 0 0,0-1 0 0 0,0 1 0 0 0,1 0 0 0 0,-1-1 0 0 0,0 1 0 0 0,0-1 0 0 0,0 1 0 0 0,0-1-1 0 0,0 1 1 0 0,0 0 0 0 0,1-1 0 0 0,-1 1 0 0 0,0 0 0 0 0,0-1 0 0 0,1 1 0 0 0,-1-1 0 0 0,2 0-261 0 0,-1-1 1 0 0,0 1 0 0 0,0 0 0 0 0,1 0 0 0 0,-1 0 0 0 0,0 0 0 0 0,1 0 0 0 0,-1 0 0 0 0,1 0 0 0 0,2 0 0 0 0,25-9-4134 0 0,-15 7 1017 0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06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68 2076 0 0,'1'-3'380'0'0,"-1"1"0"0"0,-1-1 0 0 0,1 0 0 0 0,0 1 0 0 0,-1-1 0 0 0,1 0 0 0 0,-1 1 0 0 0,0-1 0 0 0,0 1 0 0 0,0-1 1 0 0,0 1-1 0 0,0 0 0 0 0,-1-1 0 0 0,1 1 0 0 0,-1 0 0 0 0,1 0 0 0 0,-1 0 0 0 0,-2-3 0 0 0,1 3-186 0 0,0 0-1 0 0,0 0 1 0 0,-1 0 0 0 0,1 1 0 0 0,0-1 0 0 0,0 1 0 0 0,-1 0 0 0 0,1 0-1 0 0,-1 0 1 0 0,1 0 0 0 0,-1 0 0 0 0,-4 0 0 0 0,1 1-135 0 0,0 0-1 0 0,0 0 1 0 0,1 0 0 0 0,-1 1 0 0 0,0 0-1 0 0,0 1 1 0 0,0-1 0 0 0,1 1-1 0 0,-1 1 1 0 0,1-1 0 0 0,-1 1 0 0 0,1 0-1 0 0,-10 7 1 0 0,6-2-35 0 0,1 2 1 0 0,-1-1-1 0 0,2 1 0 0 0,-1 1 0 0 0,1 0 0 0 0,1 0 1 0 0,0 0-1 0 0,0 1 0 0 0,-8 22 0 0 0,6-10-49 0 0,1 0 0 0 0,1 1 0 0 0,1 0 0 0 0,-2 29 0 0 0,7-42 28 0 0,0-1-1 0 0,0 1 1 0 0,2 0-1 0 0,2 18 1 0 0,-3-26 4 0 0,1 0 1 0 0,0 0 0 0 0,0 0-1 0 0,0 0 1 0 0,0 0-1 0 0,1-1 1 0 0,0 1 0 0 0,-1 0-1 0 0,1-1 1 0 0,0 1-1 0 0,1-1 1 0 0,-1 0-1 0 0,1 0 1 0 0,-1 0 0 0 0,1 0-1 0 0,5 3 1 0 0,-6-5 0 0 0,1 0 1 0 0,0 0-1 0 0,0-1 1 0 0,0 1-1 0 0,0-1 0 0 0,0 0 1 0 0,0 0-1 0 0,0 0 1 0 0,0 0-1 0 0,0-1 1 0 0,0 1-1 0 0,-1-1 0 0 0,1 0 1 0 0,0 1-1 0 0,0-1 1 0 0,0-1-1 0 0,-1 1 1 0 0,1 0-1 0 0,3-3 1 0 0,4-2 19 0 0,0-1 1 0 0,0-1-1 0 0,0 1 1 0 0,-1-2 0 0 0,-1 1-1 0 0,1-1 1 0 0,-1-1 0 0 0,-1 1-1 0 0,0-1 1 0 0,0-1 0 0 0,-1 1-1 0 0,0-1 1 0 0,4-12-1 0 0,6-18-36 0 0,-3 1-1 0 0,12-58 1 0 0,-22 83-27 0 0,-1 2-34 0 0,0 0-38 0 0,-2 13 105 0 0,0-1 1 0 0,0 1-1 0 0,0 0 0 0 0,1 0 1 0 0,-1 0-1 0 0,0-1 0 0 0,0 1 0 0 0,0 0 1 0 0,1 0-1 0 0,-1 0 0 0 0,0 0 1 0 0,0 0-1 0 0,0-1 0 0 0,1 1 1 0 0,-1 0-1 0 0,0 0 0 0 0,0 0 0 0 0,1 0 1 0 0,-1 0-1 0 0,0 0 0 0 0,0 0 1 0 0,1 0-1 0 0,-1 0 0 0 0,0 0 1 0 0,0 0-1 0 0,1 0 0 0 0,-1 0 0 0 0,0 0 1 0 0,0 0-1 0 0,0 0 0 0 0,1 0 1 0 0,-1 0-1 0 0,0 0 0 0 0,0 0 0 0 0,1 1 1 0 0,-1-1-1 0 0,0 0 0 0 0,0 0 1 0 0,0 0-1 0 0,1 0 0 0 0,-1 0 1 0 0,0 1-1 0 0,1 0 5 0 0,0 1 0 0 0,0-1 0 0 0,0 1 0 0 0,0-1 0 0 0,0 1 0 0 0,0 0 0 0 0,-1-1-1 0 0,1 1 1 0 0,-1 0 0 0 0,1 0 0 0 0,-1-1 0 0 0,0 1 0 0 0,0 2 0 0 0,1 1 6 0 0,7 30-47 0 0,1 3 3 0 0,1 0-1 0 0,20 51 1 0 0,-29-88 34 0 0,6 16 13 0 0,19 31-1 0 0,-24-43 6 0 0,1-1 1 0 0,1 0-1 0 0,-1 0 0 0 0,0 0 0 0 0,1 0 0 0 0,0 0 0 0 0,0-1 0 0 0,0 0 0 0 0,0 0 1 0 0,1 0-1 0 0,7 4 0 0 0,-10-7-7 0 0,1 1-1 0 0,-1-1 1 0 0,1 1 0 0 0,0-1-1 0 0,-1 0 1 0 0,1 0 0 0 0,0 0 0 0 0,-1 0-1 0 0,1-1 1 0 0,-1 1 0 0 0,1-1-1 0 0,0 1 1 0 0,-1-1 0 0 0,1 0-1 0 0,-1 0 1 0 0,1 0 0 0 0,-1 0 0 0 0,3-2-1 0 0,2-1 20 0 0,0-1 1 0 0,0 0-1 0 0,-1 0 0 0 0,9-8 1 0 0,-1-3 18 0 0,-1-2 0 0 0,0 1 0 0 0,-1-2 0 0 0,-1 1 0 0 0,14-33 0 0 0,13-22-72 0 0,-34 67 24 0 0,0-1-12 0 0,0-1 1 0 0,0 1 0 0 0,1 1-1 0 0,0-1 1 0 0,0 1-1 0 0,0-1 1 0 0,1 1-1 0 0,0 1 1 0 0,10-8 0 0 0,-12 12 12 0 0,-1 0 1 0 0,0 0 0 0 0,1 0-1 0 0,0 1 1 0 0,-1-1 0 0 0,1 1 0 0 0,-1 0-1 0 0,1 0 1 0 0,0 0 0 0 0,-1 1-1 0 0,1-1 1 0 0,-1 1 0 0 0,1 0-1 0 0,-1 0 1 0 0,1 0 0 0 0,-1 0 0 0 0,4 2-1 0 0,0 2 9 0 0,1 0-1 0 0,-2 0 0 0 0,1 1 1 0 0,-1 0-1 0 0,1 0 0 0 0,-2 0 0 0 0,1 1 1 0 0,-1 0-1 0 0,0 0 0 0 0,0 0 1 0 0,-1 1-1 0 0,0-1 0 0 0,0 1 1 0 0,-1 0-1 0 0,0 1 0 0 0,0-1 1 0 0,-1 0-1 0 0,2 12 0 0 0,-2-8 81 0 0,0 1-1 0 0,-1 0 0 0 0,-1 0 1 0 0,0-1-1 0 0,0 1 1 0 0,-1 0-1 0 0,-1 0 0 0 0,0-1 1 0 0,-1 1-1 0 0,0-1 0 0 0,-9 22 1 0 0,10-29-37 0 0,-1 0 0 0 0,1 0 0 0 0,-1 0 1 0 0,0 0-1 0 0,0-1 0 0 0,-1 1 0 0 0,1-1 0 0 0,-1 0 1 0 0,0 0-1 0 0,0 0 0 0 0,0-1 0 0 0,0 0 0 0 0,-1 1 1 0 0,1-1-1 0 0,-1-1 0 0 0,0 1 0 0 0,0-1 0 0 0,0 0 1 0 0,0 0-1 0 0,-1 0 0 0 0,1-1 0 0 0,0 0 1 0 0,-1 0-1 0 0,1 0 0 0 0,-7 0 0 0 0,11-1-58 0 0,0 0 0 0 0,0 0 0 0 0,1 0-1 0 0,-1 0 1 0 0,0 0 0 0 0,0 0 0 0 0,0-1 0 0 0,0 1-1 0 0,0 0 1 0 0,1 0 0 0 0,-1-1 0 0 0,0 1-1 0 0,0-1 1 0 0,1 1 0 0 0,-1 0 0 0 0,0-1 0 0 0,0 0-1 0 0,1 1 1 0 0,-1-1 0 0 0,0 1 0 0 0,1-1 0 0 0,-1 0-1 0 0,1 1 1 0 0,-1-1 0 0 0,1 0 0 0 0,-1 0 0 0 0,1 1-1 0 0,0-1 1 0 0,-1 0 0 0 0,1 0 0 0 0,0 0 0 0 0,0 1-1 0 0,-1-1 1 0 0,1 0 0 0 0,0 0 0 0 0,0 0-1 0 0,0 0 1 0 0,0 0 0 0 0,0 1 0 0 0,0-1 0 0 0,0 0-1 0 0,0 0 1 0 0,1 0 0 0 0,-1 0 0 0 0,0 0 0 0 0,1-1-1 0 0,0-3-170 0 0,1 1 0 0 0,-1-1-1 0 0,1 1 1 0 0,0-1-1 0 0,0 1 1 0 0,4-5 0 0 0,20-24-1243 0 0,3 1 0 0 0,0 2 0 0 0,53-42 0 0 0,-43 39 1121 0 0,63-70 0 0 0,-97 96 631 0 0,-1 0 1 0 0,0 0 0 0 0,0-1 0 0 0,-1 0-1 0 0,0 0 1 0 0,0 0 0 0 0,-1 0-1 0 0,0 0 1 0 0,1-10 0 0 0,-3 16-138 0 0,1-5 228 0 0,-2 17-236 0 0,-4 38-38 0 0,2 1 1 0 0,2 0-1 0 0,2-1 0 0 0,2 1 1 0 0,14 69-1 0 0,-16-115-130 0 0,0 0 0 0 0,0 1 1 0 0,0-1-1 0 0,0 0 0 0 0,0 0 0 0 0,1 1 1 0 0,-1-1-1 0 0,1 0 0 0 0,0-1 1 0 0,0 1-1 0 0,0 0 0 0 0,0 0 0 0 0,0-1 1 0 0,1 0-1 0 0,-1 1 0 0 0,1-1 0 0 0,3 3 1 0 0,-4-5-13 0 0,-1 1 1 0 0,0-1 0 0 0,1 0 0 0 0,-1 1-1 0 0,1-1 1 0 0,-1 0 0 0 0,0 0 0 0 0,1 0-1 0 0,-1 0 1 0 0,0 0 0 0 0,1 0-1 0 0,-1-1 1 0 0,1 1 0 0 0,-1 0 0 0 0,0-1-1 0 0,1 1 1 0 0,-1-1 0 0 0,0 1 0 0 0,0-1-1 0 0,1 1 1 0 0,1-3 0 0 0,23-16 107 0 0,-15 8-89 0 0,0 0 0 0 0,0-1-1 0 0,-1 0 1 0 0,-1-1-1 0 0,13-22 1 0 0,33-78 197 0 0,-23 45-165 0 0,-20 40-89 0 0,-9 20 12 0 0,0 0 0 0 0,1 1 0 0 0,0 0-1 0 0,0 0 1 0 0,1 0 0 0 0,7-10 0 0 0,-10 16 17 0 0,-1 0-1 0 0,1 0 1 0 0,-1 0 0 0 0,1 0 0 0 0,0 0 0 0 0,-1 1 0 0 0,1-1 0 0 0,0 0 0 0 0,-1 1 0 0 0,1-1-1 0 0,0 1 1 0 0,0 0 0 0 0,0 0 0 0 0,0 0 0 0 0,-1 0 0 0 0,1 0 0 0 0,0 0 0 0 0,0 0 0 0 0,0 0 0 0 0,0 1-1 0 0,-1-1 1 0 0,1 1 0 0 0,0-1 0 0 0,0 1 0 0 0,-1 0 0 0 0,1 0 0 0 0,0-1 0 0 0,-1 1 0 0 0,3 2-1 0 0,2 1 19 0 0,0 0-1 0 0,0 1 1 0 0,-1-1-1 0 0,1 1 1 0 0,-1 1-1 0 0,5 5 1 0 0,5 8 154 0 0,22 36 0 0 0,-34-50-41 0 0,0 0-1 0 0,-1 0 1 0 0,1 1-1 0 0,-1-1 1 0 0,-1 0-1 0 0,1 1 1 0 0,-1-1-1 0 0,1 1 1 0 0,-1-1-1 0 0,-1 1 1 0 0,1 0-1 0 0,-1 0 1 0 0,-1 9-1 0 0,0-12-77 0 0,0 1 0 0 0,0 0 1 0 0,0 0-1 0 0,0-1 0 0 0,-1 1 0 0 0,0-1 0 0 0,1 1 0 0 0,-1-1 0 0 0,-1 0 0 0 0,1 1 1 0 0,0-1-1 0 0,-1 0 0 0 0,0-1 0 0 0,1 1 0 0 0,-1 0 0 0 0,-4 2 0 0 0,2-2 13 0 0,0 0 0 0 0,-1-1 0 0 0,1 1 0 0 0,-1-1-1 0 0,1 0 1 0 0,-1-1 0 0 0,1 1 0 0 0,-1-1 0 0 0,-11 1 0 0 0,5-2-376 0 0,1 0 1 0 0,-1 0-1 0 0,1-1 1 0 0,-19-4 0 0 0,19 2-1119 0 0,0 0 1 0 0,0-1-1 0 0,-20-9 0 0 0,11 1-2255 0 0,1-3-1424 0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06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78 212 0 0,'-6'-16'6303'0'0,"1"-16"-1364"0"0,3 2-3346 0 0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44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727 115 896 0 0,'-1'-18'2174'0'0,"-1"-1"-1"0"0,0 1 1 0 0,-6-20-1 0 0,8 37-2145 0 0,0 0-1 0 0,0 0 1 0 0,0 0-1 0 0,-1 0 1 0 0,1 0-1 0 0,0 0 1 0 0,0 0-1 0 0,-1 1 1 0 0,1-1-1 0 0,-1 0 1 0 0,1 0-1 0 0,0 0 1 0 0,-1 0-1 0 0,0 1 1 0 0,1-1-1 0 0,-1 0 0 0 0,1 1 1 0 0,-1-1-1 0 0,0 0 1 0 0,1 1-1 0 0,-1-1 1 0 0,0 1-1 0 0,0-1 1 0 0,0 1-1 0 0,1-1 1 0 0,-1 1-1 0 0,0 0 1 0 0,0-1-1 0 0,0 1 1 0 0,0 0-1 0 0,0 0 1 0 0,0-1-1 0 0,0 1 1 0 0,0 0-1 0 0,1 0 1 0 0,-1 0-1 0 0,0 0 1 0 0,0 0-1 0 0,0 0 1 0 0,0 1-1 0 0,0-1 1 0 0,0 0-1 0 0,0 0 1 0 0,0 1-1 0 0,0-1 1 0 0,1 1-1 0 0,-1-1 1 0 0,-1 1-1 0 0,-5 3 21 0 0,1 0 0 0 0,0 0 0 0 0,0 1 0 0 0,-9 8 1 0 0,13-11-7 0 0,-214 224 793 0 0,16 17-456 0 0,166-200-312 0 0,-1-2 17 0 0,2 2 0 0 0,2 1 0 0 0,-39 74 0 0 0,67-112-76 0 0,0 1-1 0 0,1 0 0 0 0,-1-1 1 0 0,1 1-1 0 0,1 0 1 0 0,-1 0-1 0 0,1 0 0 0 0,0 9 1 0 0,1-13-5 0 0,0 0-1 0 0,0 0 1 0 0,1-1 0 0 0,-1 1 0 0 0,1 0 0 0 0,0-1 0 0 0,0 1-1 0 0,0 0 1 0 0,0-1 0 0 0,0 1 0 0 0,0-1 0 0 0,1 0 0 0 0,-1 1-1 0 0,1-1 1 0 0,0 0 0 0 0,0 0 0 0 0,0 0 0 0 0,0 0 0 0 0,0 0-1 0 0,0-1 1 0 0,0 1 0 0 0,0-1 0 0 0,1 1 0 0 0,3 1 0 0 0,6 2-9 0 0,0 0 1 0 0,0-1 0 0 0,1-1 0 0 0,-1 1-1 0 0,1-2 1 0 0,0 0 0 0 0,15 0 0 0 0,93-4-521 0 0,-114 1 481 0 0,57-4-572 0 0,0-2 0 0 0,-1-4 0 0 0,64-19 0 0 0,-85 17 165 0 0,0-1-1 0 0,-1-3 1 0 0,-1-1 0 0 0,-1-1-1 0 0,49-34 1 0 0,-73 42 452 0 0,-1 0 1 0 0,-1 0-1 0 0,0-1 1 0 0,0-1-1 0 0,-2 0 1 0 0,13-17-1 0 0,-20 24 188 0 0,1-1 0 0 0,-1 0 0 0 0,0 0 0 0 0,-1 0 0 0 0,0 0-1 0 0,0-1 1 0 0,0 1 0 0 0,-1-1 0 0 0,0 1 0 0 0,0-1 0 0 0,-1 0 0 0 0,0 0-1 0 0,-1 0 1 0 0,0 0 0 0 0,-1-15 0 0 0,1 22-155 0 0,0-1 1 0 0,0 1-1 0 0,-1 0 0 0 0,1 0 1 0 0,0-1-1 0 0,-1 1 0 0 0,1 0 1 0 0,0 0-1 0 0,-1 0 0 0 0,0 0 1 0 0,1-1-1 0 0,-1 1 0 0 0,0 0 0 0 0,1 0 1 0 0,-1 0-1 0 0,0 0 0 0 0,0 0 1 0 0,0 1-1 0 0,0-1 0 0 0,0 0 1 0 0,0 0-1 0 0,0 1 0 0 0,-2-2 1 0 0,2 2 9 0 0,-1 0 0 0 0,0 0 0 0 0,1-1 1 0 0,-1 1-1 0 0,1 0 0 0 0,-1 1 0 0 0,0-1 0 0 0,1 0 1 0 0,-1 0-1 0 0,1 1 0 0 0,-1-1 0 0 0,0 1 1 0 0,1-1-1 0 0,-1 1 0 0 0,-1 1 0 0 0,-5 3 80 0 0,0 0 0 0 0,0 1 0 0 0,1 0 0 0 0,-1 0-1 0 0,-5 8 1 0 0,0-1-11 0 0,2 1 1 0 0,0 1-1 0 0,0 0 1 0 0,-15 32-1 0 0,22-40-71 0 0,1 0 1 0 0,0 0 0 0 0,0 0-1 0 0,1 0 1 0 0,0 0 0 0 0,1 1-1 0 0,-1-1 1 0 0,1 1-1 0 0,1-1 1 0 0,-1 1 0 0 0,1-1-1 0 0,1 1 1 0 0,-1-1 0 0 0,4 14-1 0 0,-3-17-17 0 0,1 0 0 0 0,0 0 0 0 0,1 0-1 0 0,-1 0 1 0 0,0 0 0 0 0,1-1 0 0 0,0 1 0 0 0,0-1-1 0 0,0 1 1 0 0,0-1 0 0 0,1 0 0 0 0,-1-1-1 0 0,1 1 1 0 0,0 0 0 0 0,0-1 0 0 0,0 0 0 0 0,0 0-1 0 0,0 0 1 0 0,0-1 0 0 0,1 1 0 0 0,-1-1 0 0 0,0 0-1 0 0,1 0 1 0 0,8 0 0 0 0,-1 1 9 0 0,1-2 0 0 0,-1 1 0 0 0,1-2 1 0 0,-1 0-1 0 0,1 0 0 0 0,-1-1 0 0 0,22-7 0 0 0,-26 7 5 0 0,-1-2 0 0 0,1 1 0 0 0,-1-1 0 0 0,0 0 0 0 0,0 0 0 0 0,0-1 0 0 0,0 0 0 0 0,-1 0 0 0 0,0-1 0 0 0,0 0-1 0 0,0 0 1 0 0,-1 0 0 0 0,0-1 0 0 0,0 0 0 0 0,-1 1 0 0 0,0-2 0 0 0,0 1 0 0 0,0 0 0 0 0,-1-1 0 0 0,0 0 0 0 0,-1 0 0 0 0,1 0 0 0 0,-2 0-1 0 0,2-12 1 0 0,-1 8-11 0 0,-1 0-1 0 0,-1 0 0 0 0,0 0 0 0 0,-1 0 0 0 0,0 0 0 0 0,-1 1 0 0 0,0-1 1 0 0,0 0-1 0 0,-2 1 0 0 0,1-1 0 0 0,-2 1 0 0 0,1 0 0 0 0,-1 0 1 0 0,-1 1-1 0 0,0-1 0 0 0,-12-14 0 0 0,14 21-24 0 0,0 0 1 0 0,0 0-1 0 0,0 0 0 0 0,-1 0 0 0 0,1 1 0 0 0,-1-1 1 0 0,0 1-1 0 0,0 1 0 0 0,0-1 0 0 0,0 1 0 0 0,-1-1 1 0 0,1 2-1 0 0,-1-1 0 0 0,0 0 0 0 0,1 1 0 0 0,-1 0 1 0 0,0 1-1 0 0,1-1 0 0 0,-1 1 0 0 0,0 0 0 0 0,0 0 1 0 0,0 1-1 0 0,-8 2 0 0 0,7-2-37 0 0,0 1 1 0 0,0 1-1 0 0,1-1 1 0 0,-1 1-1 0 0,1 0 1 0 0,-1 0-1 0 0,1 1 1 0 0,0 0-1 0 0,1 0 1 0 0,-1 1-1 0 0,1-1 1 0 0,-1 1-1 0 0,1 0 1 0 0,1 1-1 0 0,-1-1 1 0 0,1 1-1 0 0,0 0 1 0 0,-6 12-1 0 0,8-15-122 0 0,1 0 0 0 0,0 0 0 0 0,0 0 0 0 0,0 0-1 0 0,0 0 1 0 0,0 0 0 0 0,1 0 0 0 0,0 0-1 0 0,-1 0 1 0 0,1 0 0 0 0,0 0 0 0 0,1 0 0 0 0,-1 0-1 0 0,0 0 1 0 0,1 0 0 0 0,0 0 0 0 0,1 6 0 0 0,0-6-475 0 0,0 1 0 0 0,0-1 1 0 0,0 0-1 0 0,0 1 0 0 0,0-1 1 0 0,1 0-1 0 0,0-1 0 0 0,4 5 1 0 0,5 4-3704 0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44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48 141 1712 0 0,'45'-95'13919'0'0,"-45"94"-13534"0"0,0-2 41 0 0,1 0 1 0 0,-1 0-1 0 0,1 0 0 0 0,0 0 0 0 0,0 0 1 0 0,0 1-1 0 0,2-5 0 0 0,3-11 2621 0 0,-10 43-3256 0 0,-44 208 250 0 0,-4 38-3952 0 0,49-207 480 0 0,9-21-2693 0 0,-1-21-311 0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45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663 187 2080 0 0,'4'-21'1500'0'0,"7"-56"3192"0"0,-11 70-4280 0 0,0 0 0 0 0,0 0 0 0 0,0 0 0 0 0,-1 0 0 0 0,0 0 0 0 0,0 0 0 0 0,-1 0 0 0 0,-3-9 0 0 0,5 15-362 0 0,0 0-1 0 0,-1 0 0 0 0,1 0 0 0 0,-1 0 0 0 0,1 0 1 0 0,-1 0-1 0 0,0 0 0 0 0,1 1 0 0 0,-1-1 1 0 0,0 0-1 0 0,0 0 0 0 0,0 1 0 0 0,1-1 0 0 0,-1 0 1 0 0,0 1-1 0 0,0-1 0 0 0,0 1 0 0 0,0-1 0 0 0,0 1 1 0 0,0-1-1 0 0,0 1 0 0 0,0 0 0 0 0,0 0 1 0 0,-2-1-1 0 0,1 1 6 0 0,0 0 1 0 0,-1 0 0 0 0,1 1-1 0 0,-1-1 1 0 0,1 1-1 0 0,-1-1 1 0 0,1 1-1 0 0,0 0 1 0 0,-1 0 0 0 0,-2 1-1 0 0,-5 4 118 0 0,0 0-1 0 0,1 1 0 0 0,-13 10 0 0 0,22-17-170 0 0,-33 30 429 0 0,1 2-1 0 0,-49 64 1 0 0,-42 80 235 0 0,-42 101-50 0 0,137-222-515 0 0,3 1 0 0 0,3 1 0 0 0,-20 73 0 0 0,38-111-115 0 0,0 0 0 0 0,1 0 1 0 0,1 0-1 0 0,0 1 0 0 0,2-1 1 0 0,0 0-1 0 0,1 1 0 0 0,1-1 0 0 0,6 23 1 0 0,-5-32-214 0 0,0 0 0 0 0,0 0 0 0 0,1 0 1 0 0,0-1-1 0 0,1 0 0 0 0,0 0 0 0 0,0 0 1 0 0,1 0-1 0 0,0-1 0 0 0,1 0 0 0 0,0 0 1 0 0,0-1-1 0 0,1 1 0 0 0,-1-2 0 0 0,2 1 0 0 0,-1-1 1 0 0,1 0-1 0 0,15 7 0 0 0,-8-6-822 0 0,1-1 0 0 0,0-1-1 0 0,0 0 1 0 0,0-1 0 0 0,29 2-1 0 0,5-3-3295 0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45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277 218 2048 0 0,'2'-24'2370'0'0,"-1"15"-1396"0"0,0 0 0 0 0,0 0 0 0 0,-1 0 0 0 0,0-1-1 0 0,-1 1 1 0 0,-1-10 0 0 0,1 17-459 0 0,0 3-428 0 0,-1 0 0 0 0,0 0 0 0 0,1 0 0 0 0,-1 0 1 0 0,0 1-1 0 0,1-1 0 0 0,-1 0 0 0 0,1 0 0 0 0,0 1 0 0 0,0-1 1 0 0,-1 1-1 0 0,1 0 0 0 0,0-1 0 0 0,0 1 0 0 0,0 0 0 0 0,0-1 1 0 0,1 1-1 0 0,-1 0 0 0 0,0 3 0 0 0,-2 1 185 0 0,-148 389 3501 0 0,97-237-3340 0 0,12-30 2047 0 0,42-130-2439 0 0,-1 1 0 0 0,1-1 0 0 0,-1 1 0 0 0,1-1 0 0 0,0 1 0 0 0,-1-1 0 0 0,1 1 0 0 0,0-1 1 0 0,0 1-1 0 0,0-3 0 0 0,25-100 40 0 0,4 1 1 0 0,5 1 0 0 0,86-178-1 0 0,-57 167-69 0 0,-54 99-32 0 0,0 1 0 0 0,1 0 0 0 0,1 0 0 0 0,0 1 0 0 0,22-18 0 0 0,-31 27 13 0 0,1 1-1 0 0,-1 0 1 0 0,1 0 0 0 0,0 1-1 0 0,0-1 1 0 0,0 1 0 0 0,0-1-1 0 0,0 1 1 0 0,0 0-1 0 0,0 0 1 0 0,0 0 0 0 0,1 1-1 0 0,-1-1 1 0 0,0 1-1 0 0,1 0 1 0 0,-1-1 0 0 0,0 2-1 0 0,0-1 1 0 0,1 0-1 0 0,-1 1 1 0 0,0-1 0 0 0,0 1-1 0 0,1 0 1 0 0,-1 0-1 0 0,5 3 1 0 0,-2-1 2 0 0,-1 1 0 0 0,0 0 0 0 0,0 0-1 0 0,-1 0 1 0 0,1 0 0 0 0,-1 1 0 0 0,0 0 0 0 0,0 0 0 0 0,-1 0-1 0 0,1 0 1 0 0,-1 1 0 0 0,4 9 0 0 0,0 3-1 0 0,0 1 0 0 0,-1 0 1 0 0,-1 0-1 0 0,-1 1 0 0 0,4 36 0 0 0,-6 104-4 0 0,-3-94 3 0 0,-2 7-184 0 0,-1-3-4171 0 0,4-65 2298 0 0,0 0 1361 0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45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70 100 2872 0 0,'-58'-10'9939'0'0,"56"9"-9293"0"0,-7-1 2138 0 0,59-5-2549 0 0,189-28-58 0 0,-82 0-9185 0 0,-123 25 3767 0 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46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63 300 0 0,'-6'-19'5023'0'0,"3"14"-3655"0"0,1-2-1 0 0,0 1 0 0 0,1 0 0 0 0,-1 0 0 0 0,1-7 1 0 0,15 15 6 0 0,-7 2-1101 0 0,0 1-1 0 0,-1-1 1 0 0,1 1-1 0 0,-1 0 0 0 0,0 1 1 0 0,-1 0-1 0 0,1 0 1 0 0,-1 0-1 0 0,0 0 0 0 0,4 8 1 0 0,-2-5-71 0 0,17 26 176 0 0,-1 0 1 0 0,-1 1 0 0 0,-2 1 0 0 0,-2 2 0 0 0,-1-1 0 0 0,14 52-1 0 0,-22-57-284 0 0,-1 1 1 0 0,-2 0-1 0 0,-1 0 0 0 0,-2 1 0 0 0,-1-1 0 0 0,-2 0 0 0 0,-1 1 0 0 0,-7 37 0 0 0,-2-22 0 0 0,-1-2 1 0 0,-3 1-1 0 0,-2-2 1 0 0,-40 82-1 0 0,8-39-1138 0 0,-79 112-1 0 0,110-177-200 0 0,-11 17-2307 0 0,7-18-3130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46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76 1128 0 0,'-45'-32'13297'0'0,"43"32"-12582"0"0,-4-6 515 0 0,-3-2-70 0 0,9 7-1150 0 0,0 1-1 0 0,0 0 1 0 0,0 0 0 0 0,0-1 0 0 0,0 1 0 0 0,0 0 0 0 0,0-1 0 0 0,0 1-1 0 0,0 0 1 0 0,0-1 0 0 0,0 1 0 0 0,0 0 0 0 0,1 0 0 0 0,-1-1-1 0 0,0 1 1 0 0,0 0 0 0 0,0 0 0 0 0,0-1 0 0 0,1 1 0 0 0,-1 0-1 0 0,0 0 1 0 0,0-1 0 0 0,1 1 0 0 0,-1 0 0 0 0,0 0 0 0 0,0 0 0 0 0,1 0-1 0 0,-1-1 1 0 0,0 1 0 0 0,0 0 0 0 0,1 0 0 0 0,-1 0 0 0 0,0 0-1 0 0,1 0 1 0 0,-1 0 0 0 0,0 0 0 0 0,1 0 0 0 0,-1 0 0 0 0,0 0-1 0 0,0 0 1 0 0,1 0 0 0 0,0 0 0 0 0,44-8-11 0 0,1 2 0 0 0,82 0 0 0 0,-80 5-1019 0 0,1 2-1511 0 0,-20 1-3362 0 0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46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 2092 0 0,'-95'35'14298'0'0,"88"-30"-12213"0"0,18-4-1535 0 0,19-3-355 0 0,66-5-73 0 0,5-1-2505 0 0,-3-4-6157 0 0,-71 9 2525 0 0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49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131 723 1600 0 0,'-35'-10'4187'0'0,"19"5"-2301"0"0,-30-4-1 0 0,43 9-1745 0 0,-13 0 390 0 0,4 0-487 0 0,9 0 814 0 0,5-2-597 0 0,4-4-157 0 0,0 0 0 0 0,1 1 0 0 0,-1 0 0 0 0,1 0 0 0 0,0 1 0 0 0,14-7 0 0 0,8-4 34 0 0,45-32 36 0 0,-1-2-1 0 0,117-106 0 0 0,-148 114-145 0 0,51-65 0 0 0,-74 82-26 0 0,-2-1 0 0 0,-1-1 0 0 0,0 0 0 0 0,17-45 0 0 0,-31 68-4 0 0,-1 0 0 0 0,0-1 0 0 0,1 1 0 0 0,-2-1 1 0 0,1 1-1 0 0,0-1 0 0 0,-1 0 0 0 0,1 1 0 0 0,-1-1 0 0 0,0 1 1 0 0,0-1-1 0 0,-1 0 0 0 0,1 1 0 0 0,-3-8 0 0 0,3 10 1 0 0,-1 1 0 0 0,1-1 0 0 0,-1 0 1 0 0,1 1-1 0 0,-1-1 0 0 0,1 1 0 0 0,-1-1 0 0 0,0 0 0 0 0,0 1 0 0 0,1-1 0 0 0,-1 1 0 0 0,0 0 0 0 0,0-1 0 0 0,1 1 0 0 0,-1 0 1 0 0,0-1-1 0 0,0 1 0 0 0,0 0 0 0 0,0 0 0 0 0,0 0 0 0 0,1 0 0 0 0,-1 0 0 0 0,0 0 0 0 0,0 0 0 0 0,0 0 0 0 0,0 0 0 0 0,0 0 1 0 0,1 0-1 0 0,-1 0 0 0 0,-2 1 0 0 0,-24 9-3 0 0,16-4-1 0 0,0 1-1 0 0,0 0 1 0 0,1 0 0 0 0,0 1-1 0 0,1 1 1 0 0,-13 13 0 0 0,16-15 10 0 0,0 0 1 0 0,0 1-1 0 0,1 0 1 0 0,-1 0-1 0 0,2 0 1 0 0,-1 1-1 0 0,1-1 1 0 0,1 1-1 0 0,-3 10 1 0 0,5-16-1 0 0,1 1-1 0 0,-1-1 1 0 0,1 0 0 0 0,0 0-1 0 0,0 1 1 0 0,0-1 0 0 0,1 0-1 0 0,-1 1 1 0 0,1-1 0 0 0,0 0-1 0 0,0 0 1 0 0,0 0 0 0 0,0 0 0 0 0,0 0-1 0 0,1 0 1 0 0,0 0 0 0 0,-1 0-1 0 0,1-1 1 0 0,0 1 0 0 0,0 0-1 0 0,0-1 1 0 0,1 0 0 0 0,-1 1-1 0 0,1-1 1 0 0,-1 0 0 0 0,4 2 0 0 0,8 5 6 0 0,1-1 1 0 0,-1 0-1 0 0,32 11 1 0 0,-30-12-14 0 0,157 58-52 0 0,-151-50 78 0 0,-21-14-10 0 0,0-1 0 0 0,0 1-1 0 0,0 0 1 0 0,0 0 0 0 0,-1-1 0 0 0,1 1-1 0 0,0 0 1 0 0,-1 0 0 0 0,1 0-1 0 0,0 0 1 0 0,-1 0 0 0 0,1 0 0 0 0,-1 0-1 0 0,0 0 1 0 0,1 0 0 0 0,-1 0 0 0 0,0 0-1 0 0,0 1 1 0 0,0-1 0 0 0,0 0-1 0 0,0 2 1 0 0,-1 0 44 0 0,0 1 0 0 0,-1 0 0 0 0,0 0 0 0 0,0 0 0 0 0,0-1 0 0 0,-1 1 0 0 0,1-1 0 0 0,-1 0 0 0 0,0 0-1 0 0,0 0 1 0 0,0 0 0 0 0,-4 3 0 0 0,-1 0 37 0 0,0-1 0 0 0,0-1 0 0 0,0 1-1 0 0,0-1 1 0 0,-12 3 0 0 0,0 0 34 0 0,-1-2-1 0 0,0 0 1 0 0,0-2 0 0 0,-27 2 0 0 0,33-4-183 0 0,-1-1 0 0 0,1 0 0 0 0,-30-5 0 0 0,45 5-17 0 0,-1-1 0 0 0,1 1 1 0 0,-1 0-1 0 0,1 0 0 0 0,-1 0 1 0 0,1 0-1 0 0,-1-1 0 0 0,1 1 1 0 0,-1 0-1 0 0,1 0 0 0 0,-1-1 1 0 0,1 1-1 0 0,-1 0 0 0 0,1-1 1 0 0,0 1-1 0 0,-1 0 0 0 0,1-1 1 0 0,-1 1-1 0 0,1-1 0 0 0,0 1 1 0 0,0-1-1 0 0,-1 1 0 0 0,1-1 1 0 0,0 1-1 0 0,0-1 0 0 0,-1 1 1 0 0,1-1-1 0 0,0 1 0 0 0,0-1 1 0 0,0 1-1 0 0,0-1 0 0 0,0 1 1 0 0,0-1-1 0 0,0 1 0 0 0,0-1 1 0 0,0 1-1 0 0,0-1 0 0 0,0 0 1 0 0,0 1-1 0 0,0-1 0 0 0,1 1 1 0 0,-1-1-1 0 0,0 1 0 0 0,1-1 1 0 0,12-21-5008 0 0,-2 9 962 0 0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49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57 592 0 0,'17'-56'10219'0'0,"-15"57"-10149"0"0,-1-1 0 0 0,0 2 0 0 0,0-1 0 0 0,0 0 0 0 0,0 0-1 0 0,0 0 1 0 0,0 0 0 0 0,0 1 0 0 0,-1-1 0 0 0,1 0 0 0 0,0 1 0 0 0,-1-1 0 0 0,1 1 0 0 0,-1-1 0 0 0,1 1 0 0 0,-1-1-1 0 0,1 3 1 0 0,1 2 195 0 0,22 65 1174 0 0,-2 2 0 0 0,18 115 0 0 0,-25-80-625 0 0,0 127 0 0 0,-50 456-270 0 0,30-627-386 0 0,-10 125-3589 0 0,14-185 2770 0 0,-1 9-277 0 0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50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0 276 788 0 0,'7'-20'693'0'0,"1"1"1"0"0,1 0-1 0 0,0 0 0 0 0,2 1 1 0 0,0 0-1 0 0,1 1 0 0 0,0 1 1 0 0,1 0-1 0 0,1 0 0 0 0,20-16 1 0 0,-25 25-585 0 0,0 0 0 0 0,0 0 0 0 0,1 1 0 0 0,0 0 0 0 0,0 1 0 0 0,0 0 0 0 0,1 1 0 0 0,0 0 0 0 0,0 0 0 0 0,0 1 0 0 0,0 1 0 0 0,0 0 1 0 0,1 0-1 0 0,-1 1 0 0 0,1 1 0 0 0,-1 0 0 0 0,1 0 0 0 0,-1 1 0 0 0,1 1 0 0 0,11 2 0 0 0,-11-1-36 0 0,-1 1-1 0 0,1 0 1 0 0,-1 1-1 0 0,0 0 1 0 0,0 0 0 0 0,-1 1-1 0 0,1 1 1 0 0,-1 0-1 0 0,-1 0 1 0 0,18 17 0 0 0,-22-19 14 0 0,-1 0 1 0 0,1 0 0 0 0,-1 1-1 0 0,0 0 1 0 0,-1 0 0 0 0,1 0-1 0 0,-1 0 1 0 0,0 0 0 0 0,-1 1-1 0 0,1 0 1 0 0,-1-1 0 0 0,-1 1-1 0 0,1 0 1 0 0,-1 0 0 0 0,0 0-1 0 0,-1 0 1 0 0,0 0 0 0 0,0 0-1 0 0,0 0 1 0 0,-2 9 0 0 0,-2-3 3 0 0,0 1 1 0 0,0 0-1 0 0,-1-1 1 0 0,-1 0-1 0 0,0 0 1 0 0,-1 0-1 0 0,0-1 1 0 0,-1 0-1 0 0,0-1 1 0 0,-1 1-1 0 0,0-2 1 0 0,-14 14-1 0 0,4-8-116 0 0,0 0 0 0 0,-2-1 0 0 0,1-1-1 0 0,-2-1 1 0 0,1-1 0 0 0,-27 10 0 0 0,47-21-130 0 0,-1-1 0 0 0,1 1 0 0 0,-1-1-1 0 0,0 1 1 0 0,1-1 0 0 0,-1 0 0 0 0,0 1 0 0 0,1-1 0 0 0,-1 0 0 0 0,0 0-1 0 0,1 0 1 0 0,-3-1 0 0 0,4 1-9 0 0,-1 0-1 0 0,1 0 0 0 0,-1 0 1 0 0,1 0-1 0 0,0-1 1 0 0,-1 1-1 0 0,1 0 1 0 0,-1 0-1 0 0,1-1 1 0 0,-1 1-1 0 0,1 0 0 0 0,0 0 1 0 0,-3-4-1482 0 0,3 3 1482 0 0,-1 1-1 0 0,1-1 1 0 0,0 1-1 0 0,0 0 1 0 0,0-1-1 0 0,0 1 0 0 0,0-1 1 0 0,0 1-1 0 0,0-1 1 0 0,0 1-1 0 0,0-1 1 0 0,0 1-1 0 0,0-2 1 0 0,3-7-3685 0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50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305 120 2476 0 0,'4'-5'724'0'0,"-1"0"-1"0"0,1 0 1 0 0,-1 0-1 0 0,-1-1 1 0 0,1 1-1 0 0,-1-1 1 0 0,0 1-1 0 0,0-1 1 0 0,0 0-1 0 0,0-6 1 0 0,-2 10-611 0 0,0 0 1 0 0,1 0-1 0 0,-2 0 1 0 0,1 0-1 0 0,0 0 0 0 0,0 0 1 0 0,-1 0-1 0 0,1 0 1 0 0,-1 0-1 0 0,1 0 0 0 0,-1 1 1 0 0,0-1-1 0 0,0 0 1 0 0,0 0-1 0 0,0 0 0 0 0,0 1 1 0 0,0-1-1 0 0,0 1 1 0 0,-1-1-1 0 0,1 1 0 0 0,-1-1 1 0 0,1 1-1 0 0,-1 0 1 0 0,1 0-1 0 0,-1-1 1 0 0,0 1-1 0 0,1 0 0 0 0,-1 1 1 0 0,0-1-1 0 0,0 0 1 0 0,-4-1-1 0 0,3 2-66 0 0,-1-1 1 0 0,0 0-1 0 0,0 1 1 0 0,0 0-1 0 0,1 0 0 0 0,-1 0 1 0 0,0 0-1 0 0,0 1 1 0 0,0-1-1 0 0,1 1 1 0 0,-1 0-1 0 0,0 0 0 0 0,1 0 1 0 0,-1 1-1 0 0,1-1 1 0 0,-7 5-1 0 0,-1 0 15 0 0,0 1 0 0 0,1 1 0 0 0,-14 13 0 0 0,6-3-33 0 0,0 0 0 0 0,2 2-1 0 0,0 0 1 0 0,1 0 0 0 0,1 2 0 0 0,1 0 0 0 0,1 0-1 0 0,2 1 1 0 0,0 1 0 0 0,1 0 0 0 0,-9 38-1 0 0,17-57-17 0 0,0 1-1 0 0,0-1 1 0 0,0 0-1 0 0,1 0 1 0 0,0 0-1 0 0,0 0 1 0 0,1 0-1 0 0,-1 0 1 0 0,1 1-1 0 0,0-1 1 0 0,1 0-1 0 0,-1-1 1 0 0,1 1-1 0 0,0 0 1 0 0,0 0-1 0 0,0-1 1 0 0,1 1-1 0 0,0-1 1 0 0,0 0-1 0 0,0 0 0 0 0,0 0 1 0 0,5 5-1 0 0,-3-5-1 0 0,0-1-1 0 0,0 1 1 0 0,0-1-1 0 0,0 0 0 0 0,0-1 1 0 0,1 1-1 0 0,-1-1 1 0 0,1 0-1 0 0,0 0 0 0 0,0-1 1 0 0,0 1-1 0 0,-1-1 1 0 0,1-1-1 0 0,0 1 0 0 0,0-1 1 0 0,0 0-1 0 0,0-1 1 0 0,11-1-1 0 0,-8 0-3 0 0,1 0-1 0 0,-2 0 1 0 0,1-1-1 0 0,0-1 1 0 0,0 1-1 0 0,-1-1 1 0 0,0-1-1 0 0,0 1 1 0 0,0-2-1 0 0,0 1 1 0 0,-1-1 0 0 0,0 0-1 0 0,0 0 1 0 0,11-15-1 0 0,-8 8 1 0 0,-2 0 0 0 0,1-1 0 0 0,-2 1-1 0 0,0-2 1 0 0,-1 1 0 0 0,0-1 0 0 0,-1 0 0 0 0,3-16-1 0 0,19-109 1298 0 0,-26 138-1245 0 0,0 24-33 0 0,-8 82 23 0 0,-1 9 223 0 0,8-100-679 0 0,1-1 0 0 0,0 1 0 0 0,1-1 1 0 0,0 0-1 0 0,1 1 0 0 0,7 20 0 0 0,-9-30-224 0 0,1 0 1 0 0,-1 1-1 0 0,1-1 1 0 0,0 0-1 0 0,0 0 1 0 0,0 0-1 0 0,0 0 1 0 0,1 0-1 0 0,-1-1 0 0 0,1 1 1 0 0,0-1-1 0 0,5 5 1 0 0,4 0-3554 0 0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51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0 124 276 0 0,'1'-9'1397'0'0,"0"-8"492"0"0,0 1-1 0 0,1 0 1 0 0,1 0-1 0 0,6-18 1 0 0,-9 33-1831 0 0,0 0 1 0 0,1 0-1 0 0,-1 0 1 0 0,0 0 0 0 0,1 1-1 0 0,-1-1 1 0 0,1 0-1 0 0,-1 0 1 0 0,1 1-1 0 0,0-1 1 0 0,-1 0-1 0 0,1 1 1 0 0,0-1 0 0 0,-1 0-1 0 0,1 1 1 0 0,0-1-1 0 0,-1 1 1 0 0,1-1-1 0 0,0 1 1 0 0,0 0 0 0 0,0-1-1 0 0,0 1 1 0 0,0 0-1 0 0,1-1 1 0 0,-1 1 20 0 0,1 0 0 0 0,0 1 0 0 0,-1-1 0 0 0,1 0 0 0 0,-1 0 0 0 0,1 1 0 0 0,-1-1 0 0 0,1 1 0 0 0,-1 0 0 0 0,1-1 0 0 0,-1 1 0 0 0,3 2 0 0 0,2 1 143 0 0,-1 1-1 0 0,1 0 1 0 0,-1 0 0 0 0,9 11 0 0 0,-7-6-107 0 0,-1 1-1 0 0,0 0 1 0 0,0 0-1 0 0,-1 0 1 0 0,0 1 0 0 0,-1 0-1 0 0,3 15 1 0 0,0 6 107 0 0,4 49 0 0 0,-10-69 9 0 0,-1 0 1 0 0,0 0 0 0 0,-1 1-1 0 0,-1-1 1 0 0,0 0 0 0 0,-1 0-1 0 0,0-1 1 0 0,-10 26 0 0 0,13-37-199 0 0,-1 0 0 0 0,1-1 0 0 0,0 1 1 0 0,-1 0-1 0 0,1 0 0 0 0,-1 0 0 0 0,1-1 1 0 0,-1 1-1 0 0,0 0 0 0 0,1-1 0 0 0,-1 1 1 0 0,0 0-1 0 0,1-1 0 0 0,-1 1 0 0 0,0-1 0 0 0,0 1 1 0 0,0-1-1 0 0,1 1 0 0 0,-2-1 0 0 0,1 1-21 0 0,0-2-1 0 0,1 1 1 0 0,-1 0 0 0 0,0 0-1 0 0,1 0 1 0 0,-1 0-1 0 0,0 0 1 0 0,1 0-1 0 0,-1-1 1 0 0,1 1-1 0 0,-1 0 1 0 0,1 0-1 0 0,-1-1 1 0 0,0 1-1 0 0,1-1 1 0 0,-1 1-1 0 0,1 0 1 0 0,-1-1-1 0 0,1 1 1 0 0,-1-2-1 0 0,-1 0 2 0 0,0-1 0 0 0,0 0 0 0 0,0 0 0 0 0,1 0 0 0 0,0 0 0 0 0,-1 0 0 0 0,1 0 0 0 0,-1-7-1 0 0,0-3-6 0 0,1-1 0 0 0,1 0-1 0 0,0 1 1 0 0,1-1 0 0 0,1 0-1 0 0,0 1 1 0 0,0-1 0 0 0,2 1 0 0 0,0 0-1 0 0,0 0 1 0 0,11-21 0 0 0,-7 18-8 0 0,0 1 0 0 0,1 0 0 0 0,0 0 0 0 0,2 1 0 0 0,0 0 0 0 0,0 1 0 0 0,1 0 0 0 0,25-20 0 0 0,-31 28-1 0 0,0 1 0 0 0,1 0 0 0 0,-1 1 0 0 0,1-1 0 0 0,0 1 0 0 0,0 0 0 0 0,0 1 0 0 0,0 0 0 0 0,0 0 0 0 0,0 0 0 0 0,1 1-1 0 0,7 0 1 0 0,-11 1 2 0 0,1 0-1 0 0,-1 0 0 0 0,1 1 0 0 0,-1-1 0 0 0,1 1 1 0 0,-1 0-1 0 0,0 1 0 0 0,0-1 0 0 0,1 1 0 0 0,-1 0 1 0 0,0 0-1 0 0,0 0 0 0 0,-1 0 0 0 0,1 1 0 0 0,0-1 1 0 0,-1 1-1 0 0,1 0 0 0 0,-1 0 0 0 0,0 1 0 0 0,0-1 1 0 0,2 4-1 0 0,1 1 2 0 0,-1 0 1 0 0,-1 1-1 0 0,0-1 1 0 0,0 1 0 0 0,0 0-1 0 0,-1 0 1 0 0,-1 1-1 0 0,1-1 1 0 0,-2 0 0 0 0,2 19-1 0 0,-2 3 12 0 0,-1 0 0 0 0,-6 31 0 0 0,0 25 34 0 0,6-86-46 0 0,0 0 1 0 0,0 0-1 0 0,0 1 0 0 0,0-1 0 0 0,1 0 0 0 0,-1 0 0 0 0,0 0 0 0 0,1 0 0 0 0,-1 0 0 0 0,0 0 0 0 0,1 0 0 0 0,-1 0 0 0 0,1 0 0 0 0,0 0 0 0 0,-1 0 0 0 0,1-1 0 0 0,0 1 0 0 0,-1 0 0 0 0,1 0 0 0 0,0 0 0 0 0,0-1 1 0 0,0 1-1 0 0,0 0 0 0 0,0-1 0 0 0,1 1 0 0 0,1 1-117 0 0,0-1 1 0 0,1 0-1 0 0,-1-1 1 0 0,0 1-1 0 0,0 0 1 0 0,1-1-1 0 0,-1 0 1 0 0,6 0-1 0 0,5-1-974 0 0,1-1 0 0 0,26-6 0 0 0,40-17-5303 0 0,-33 7 268 0 0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52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602 117 1264 0 0,'5'-15'4067'0'0,"0"-1"1"0"0,4-31-1 0 0,-8 36-2622 0 0,0 10-1377 0 0,-1 0 0 0 0,0 0-1 0 0,0 0 1 0 0,0 0 0 0 0,1 0-1 0 0,-1 0 1 0 0,0 1 0 0 0,0-1-1 0 0,0 0 1 0 0,0 0 0 0 0,-1 0-1 0 0,1 0 1 0 0,0 0 0 0 0,0 0-1 0 0,-1 0 1 0 0,1 0 0 0 0,0 0-1 0 0,-1 0 1 0 0,1 1 0 0 0,-1-1-1 0 0,1 0 1 0 0,-1 0-1 0 0,1 0 1 0 0,-1 1 0 0 0,0-1-1 0 0,0-1 1 0 0,-1 2-32 0 0,1-1 0 0 0,-1 1 1 0 0,1-1-1 0 0,-1 1 0 0 0,1 0 0 0 0,-1 0 0 0 0,1-1 1 0 0,-1 1-1 0 0,1 0 0 0 0,-1 0 0 0 0,1 1 0 0 0,-1-1 0 0 0,1 0 1 0 0,-3 1-1 0 0,-6 2-15 0 0,0 0 1 0 0,1 1 0 0 0,-14 7 0 0 0,22-11-4 0 0,-42 25 23 0 0,2 1 0 0 0,0 3 0 0 0,2 1 1 0 0,1 2-1 0 0,2 1 0 0 0,-55 65 0 0 0,80-85-35 0 0,1 1 0 0 0,0 0 0 0 0,1 0-1 0 0,1 0 1 0 0,0 1 0 0 0,1 1 0 0 0,1-1 0 0 0,-8 30-1 0 0,12-36-2 0 0,0 0 0 0 0,1 1 0 0 0,0-1 0 0 0,0 1-1 0 0,1-1 1 0 0,0 1 0 0 0,1-1 0 0 0,0 1-1 0 0,1-1 1 0 0,0 1 0 0 0,0-1 0 0 0,1 0 0 0 0,0 0-1 0 0,1 0 1 0 0,0 0 0 0 0,9 14 0 0 0,9 7-11 0 0,2-1 0 0 0,1-1 0 0 0,50 43 0 0 0,-41-40-8 0 0,55 65 0 0 0,-79-84 11 0 0,-1 1-1 0 0,0 1 1 0 0,-1 0-1 0 0,0 0 1 0 0,-1 1-1 0 0,-1-1 1 0 0,6 22-1 0 0,-9-27 9 0 0,-1 1 0 0 0,-1-1 1 0 0,0 1-1 0 0,0 0 0 0 0,-1-1 0 0 0,0 1 0 0 0,-1 0 1 0 0,0 0-1 0 0,0-1 0 0 0,-1 1 0 0 0,-1-1 1 0 0,1 0-1 0 0,-6 13 0 0 0,-2 0 10 0 0,-1-1 0 0 0,-1-1 0 0 0,-1 1 0 0 0,0-2 0 0 0,-2 0 0 0 0,0 0 0 0 0,-21 19 0 0 0,9-14 26 0 0,-1-1 1 0 0,-1 0-1 0 0,-1-3 1 0 0,-33 18-1 0 0,-41 18 1070 0 0,103-55-1046 0 0,24 15-79 0 0,-12-8 12 0 0,0 0-1 0 0,0 1 1 0 0,-1 1-1 0 0,-1-1 1 0 0,1 2-1 0 0,-1-1 1 0 0,-1 1-1 0 0,0 1 1 0 0,-1-1-1 0 0,0 1 0 0 0,6 16 1 0 0,3 10-16 0 0,-1 0 1 0 0,14 64 0 0 0,-10-14 27 0 0,-4 1 0 0 0,-3 0 0 0 0,-5 1 0 0 0,-3 0 0 0 0,-5 0 0 0 0,-17 131 0 0 0,1-112-32 0 0,-39 132 0 0 0,-50 102 91 0 0,12-43 129 0 0,63-171-159 0 0,29-115-28 0 0,0 0-1 0 0,1 0 1 0 0,0 0 0 0 0,2 0 0 0 0,-1 0 0 0 0,2 0 0 0 0,3 19-1 0 0,-3-27 2 0 0,-1-1-1 0 0,2 0 0 0 0,-1 1 1 0 0,0-1-1 0 0,1-1 0 0 0,0 1 1 0 0,0 0-1 0 0,0-1 0 0 0,1 1 1 0 0,-1-1-1 0 0,1 0 0 0 0,7 6 1 0 0,-3-4-137 0 0,0-1 1 0 0,0 1 0 0 0,1-1 0 0 0,0-1 0 0 0,0 0 0 0 0,15 5 0 0 0,0-3-1246 0 0,-1 0 1 0 0,1-2 0 0 0,1 0 0 0 0,47-1 0 0 0,-32-5-2519 0 0,5-2-1633 0 0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54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534 181 496 0 0,'1'-2'1792'0'0,"2"-2"-1005"0"0,0-1 1 0 0,-1 1 0 0 0,0-1 0 0 0,0 0 0 0 0,0 0 0 0 0,0 1 0 0 0,-1-1 0 0 0,0 0 0 0 0,0 0 0 0 0,0 0 0 0 0,-1-1 0 0 0,1-5 0 0 0,-2 5-348 0 0,1 0 0 0 0,-1 0 0 0 0,1 1 1 0 0,-2-1-1 0 0,1 0 0 0 0,-1 1 1 0 0,1 0-1 0 0,-1-1 0 0 0,-1 1 0 0 0,-3-7 1 0 0,4 9-371 0 0,-1 0 0 0 0,1 0 1 0 0,-1 0-1 0 0,0 1 0 0 0,0-1 1 0 0,0 1-1 0 0,-1-1 0 0 0,1 1 0 0 0,0 0 1 0 0,-1 0-1 0 0,1 1 0 0 0,-1-1 1 0 0,0 1-1 0 0,1 0 0 0 0,-8-2 1 0 0,1 1-27 0 0,0 1 1 0 0,-1-1-1 0 0,1 2 1 0 0,-14 0-1 0 0,17 1-37 0 0,-1 0 0 0 0,1 0 0 0 0,-1 1 0 0 0,1 0 0 0 0,0 1 0 0 0,0 0 0 0 0,0 0 1 0 0,0 0-1 0 0,1 1 0 0 0,-1 0 0 0 0,1 0 0 0 0,0 1 0 0 0,0-1 0 0 0,-5 7 0 0 0,-1 1-9 0 0,2 0-1 0 0,-1 0 1 0 0,2 0-1 0 0,0 2 1 0 0,-12 21-1 0 0,8-8 5 0 0,1 1 0 0 0,2 1 0 0 0,1 0 0 0 0,-7 33 0 0 0,-13 123 90 0 0,26-156-56 0 0,-30 505 543 0 0,23-243-418 0 0,-34 313 240 0 0,3-43 157 0 0,36-483-455 0 0,-1 7 41 0 0,3 0 0 0 0,9 93 1 0 0,-5-169-115 0 0,0 1 0 0 0,1 0 0 0 0,0 0 0 0 0,0-1 0 0 0,8 18 0 0 0,-9-24-22 0 0,1 0-1 0 0,-1 0 1 0 0,1-1-1 0 0,0 1 1 0 0,0 0-1 0 0,0-1 1 0 0,1 0 0 0 0,-1 1-1 0 0,1-1 1 0 0,-1 0-1 0 0,1 0 1 0 0,0 0 0 0 0,-1-1-1 0 0,1 1 1 0 0,0-1-1 0 0,0 1 1 0 0,0-1 0 0 0,0 0-1 0 0,1 0 1 0 0,-1 0-1 0 0,4 0 1 0 0,6 0-73 0 0,-1-1 1 0 0,0 1-1 0 0,1-2 1 0 0,-1 0-1 0 0,0-1 1 0 0,0 0-1 0 0,0 0 0 0 0,0-1 1 0 0,16-7-1 0 0,-3 0-727 0 0,0-2 0 0 0,0 0 0 0 0,24-18 0 0 0,-19 10-1498 0 0,-2-2 1 0 0,0 0-1 0 0,42-47 0 0 0,-17 10-3865 0 0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54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72 121 344 0 0,'5'-43'5298'0'0,"2"-35"5950"0"0,-16 123-9088 0 0,-21 187 1168 0 0,6-40-2193 0 0,19-160-1022 0 0,-1-1 131 0 0,-1 44 0 0 0,6-60-388 0 0,0-14-361 0 0,1 1 0 0 0,0 0-1 0 0,0 0 1 0 0,0-1 0 0 0,0 1-1 0 0,0 0 1 0 0,0 0 0 0 0,1-1 0 0 0,-1 1-1 0 0,0 0 1 0 0,1-1 0 0 0,0 1-1 0 0,-1-1 1 0 0,2 3 0 0 0,1 4-920 0 0,4 12-5306 0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54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9 2576 0 0,'-58'41'18183'0'0,"61"-41"-18120"0"0,0-1 1 0 0,1 0 0 0 0,-1 0 0 0 0,0 0 0 0 0,0-1 0 0 0,0 1 0 0 0,5-4 0 0 0,9-3 73 0 0,7 1-77 0 0,0 0 0 0 0,0 2-1 0 0,0 1 1 0 0,1 1 0 0 0,37-1-1 0 0,-54 4-56 0 0,0 1-1 0 0,0-1 0 0 0,0 1 0 0 0,0 0 0 0 0,0 1 1 0 0,-1 0-1 0 0,1 0 0 0 0,14 7 0 0 0,-20-8 0 0 0,1 1 0 0 0,-1-1 0 0 0,0 1 0 0 0,1-1 0 0 0,-1 1 0 0 0,0 0 0 0 0,0 0 0 0 0,0 0 0 0 0,0 1 0 0 0,0-1 0 0 0,-1 0-1 0 0,1 1 1 0 0,-1-1 0 0 0,1 1 0 0 0,-1-1 0 0 0,0 1 0 0 0,0 0 0 0 0,0-1 0 0 0,-1 1 0 0 0,1 0 0 0 0,0 0 0 0 0,-1-1 0 0 0,0 1 0 0 0,0 0 0 0 0,0 0-1 0 0,0 0 1 0 0,-1 4 0 0 0,0 4 0 0 0,-2-1 0 0 0,1 0 0 0 0,-1 0 0 0 0,-1 0 0 0 0,0 0 0 0 0,0 0 0 0 0,-11 16 0 0 0,-49 62 84 0 0,25-36 32 0 0,8-10 281 0 0,30-41-280 0 0,1 0-111 0 0,1-1 1 0 0,0 0-1 0 0,0 1 1 0 0,0-1-1 0 0,-1 0 0 0 0,1 0 1 0 0,0 1-1 0 0,0-1 1 0 0,0 0-1 0 0,0 0 1 0 0,0 0-1 0 0,-1 0 1 0 0,1 0-1 0 0,0 0 1 0 0,1 0-1 0 0,126-36 196 0 0,3-2-637 0 0,-109 33-808 0 0,0 1-1 0 0,-1 1 1 0 0,1 1-1 0 0,24 2 0 0 0,-12 5-5713 0 0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55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1 2648 0 0,'-94'17'16253'0'0,"92"-17"-15521"0"0,-11 0 1329 0 0,16-2-2018 0 0,0 1 0 0 0,0-1 0 0 0,0 0 0 0 0,0 1 0 0 0,0-1 1 0 0,0 1-1 0 0,0 0 0 0 0,1 0 0 0 0,-1 0 0 0 0,0 1 0 0 0,1-1 0 0 0,-1 1 0 0 0,0 0 0 0 0,1 0 0 0 0,-1 0 0 0 0,1 0 0 0 0,3 1 1 0 0,2 0-25 0 0,-1 0 0 0 0,0 1 0 0 0,1 0 0 0 0,-1 1 1 0 0,14 5-1 0 0,-19-7-19 0 0,-1 1 0 0 0,1-1 0 0 0,-1 1 1 0 0,1-1-1 0 0,-1 1 0 0 0,0 0 0 0 0,0 0 1 0 0,0 0-1 0 0,0 0 0 0 0,0 0 0 0 0,0 1 1 0 0,0-1-1 0 0,-1 0 0 0 0,1 1 0 0 0,-1-1 1 0 0,0 1-1 0 0,0 0 0 0 0,2 4 0 0 0,-2-3 5 0 0,-1 0 0 0 0,0 0 0 0 0,1 0 0 0 0,-1 1-1 0 0,-1-1 1 0 0,1 0 0 0 0,0 0 0 0 0,-1 1 0 0 0,0-1 0 0 0,0 0-1 0 0,-3 5 1 0 0,-1 3 21 0 0,0 0 0 0 0,-2 0 0 0 0,1-1 0 0 0,-1 0 0 0 0,-1-1-1 0 0,0 0 1 0 0,-11 12 0 0 0,14-18 0 0 0,1 1 1 0 0,0 0-1 0 0,0 1 0 0 0,1-1 1 0 0,-4 7-1 0 0,7-11-9 0 0,14 0-26 0 0,0 1 0 0 0,0 0 1 0 0,0 0-1 0 0,-1 2 0 0 0,1 0 1 0 0,-1 0-1 0 0,0 1 0 0 0,0 1 1 0 0,0 0-1 0 0,23 15 0 0 0,-26-14 42 0 0,-1-1-1 0 0,0 2 1 0 0,0-1 0 0 0,0 1-1 0 0,-1 0 1 0 0,0 1 0 0 0,-1 0-1 0 0,0 0 1 0 0,0 1 0 0 0,-1 0-1 0 0,0 0 1 0 0,-1 0-1 0 0,7 18 1 0 0,-11-23 50 0 0,0-1 1 0 0,0 1-1 0 0,-1 0 0 0 0,1 0 0 0 0,-1 0 0 0 0,0 0 1 0 0,-1-1-1 0 0,1 1 0 0 0,-1 0 0 0 0,0 0 1 0 0,0 0-1 0 0,0-1 0 0 0,-1 1 0 0 0,0-1 0 0 0,0 1 1 0 0,0-1-1 0 0,0 0 0 0 0,-1 0 0 0 0,1 1 0 0 0,-1-2 1 0 0,0 1-1 0 0,0 0 0 0 0,-1-1 0 0 0,-6 6 1 0 0,1-1 11 0 0,-1 0 0 0 0,0-1 0 0 0,0-1 0 0 0,-1 0 0 0 0,0 0 0 0 0,0-1 0 0 0,0 0 0 0 0,-22 5 0 0 0,16-7-185 0 0,-1 0 0 0 0,0-1-1 0 0,0-1 1 0 0,0 0 0 0 0,0-2 0 0 0,0 0 0 0 0,1-1 0 0 0,-1-1 0 0 0,0 0 0 0 0,1-2 0 0 0,0 0-1 0 0,-27-11 1 0 0,36 12-521 0 0,1 0 1 0 0,0 0-1 0 0,0 0 0 0 0,0-1 0 0 0,1 0 0 0 0,0-1 1 0 0,0 1-1 0 0,-10-12 0 0 0,12 12-619 0 0,1 0 1 0 0,0 0-1 0 0,-1-1 1 0 0,2 1-1 0 0,-1-1 0 0 0,1 1 1 0 0,-3-11-1 0 0,0-9-6186 0 0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56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58 1820 0 0,'-2'-2'1850'0'0,"-33"-16"4574"0"0,30 16-5410 0 0,0-1 1 0 0,0 1-1 0 0,0-1 0 0 0,1 0 0 0 0,-9-8 0 0 0,12 10-789 0 0,13-3 262 0 0,6 1-343 0 0,0 0 0 0 0,-1 1 0 0 0,1 1 0 0 0,27 2 0 0 0,76 11 174 0 0,-106-10-270 0 0,-5-1 2 0 0,0 1-1 0 0,-1 0 1 0 0,1 1 0 0 0,-1 0-1 0 0,0 0 1 0 0,0 1 0 0 0,0 0-1 0 0,-1 0 1 0 0,1 1 0 0 0,-1 0 0 0 0,0 1-1 0 0,11 10 1 0 0,-9-6 90 0 0,0 0 0 0 0,-1 1 1 0 0,-1 1-1 0 0,0-1 0 0 0,0 1 0 0 0,-1 1 0 0 0,9 22 1 0 0,-1 9 226 0 0,-2 0 1 0 0,-1 1-1 0 0,-3 0 1 0 0,4 55 0 0 0,8 247 951 0 0,-23 1-94 0 0,0-210-750 0 0,39 754 2557 0 0,87 18-1590 0 0,-115-858-1376 0 0,20 167-12 0 0,-26-187 29 0 0,-3 0 1 0 0,0 0-1 0 0,-2-1 0 0 0,-12 59 0 0 0,10-72 44 0 0,-1 0 0 0 0,-1-1 0 0 0,0 0-1 0 0,-1-1 1 0 0,-1 1 0 0 0,0-1 0 0 0,-21 27 0 0 0,24-35-89 0 0,-1-2 0 0 0,0 1 1 0 0,-1-1-1 0 0,0 1 1 0 0,1-2-1 0 0,-2 1 0 0 0,1-1 1 0 0,-1 0-1 0 0,0-1 0 0 0,0 0 1 0 0,0 0-1 0 0,0 0 1 0 0,-1-1-1 0 0,0-1 0 0 0,1 1 1 0 0,-1-2-1 0 0,-15 3 1 0 0,7-4-142 0 0,-1 0 1 0 0,1-1-1 0 0,0-1 1 0 0,0-1-1 0 0,0 0 1 0 0,-19-7 0 0 0,-4-3-1343 0 0,-52-26 0 0 0,63 26-93 0 0,0-2-1 0 0,-38-27 1 0 0,56 34 408 0 0,1 0 1 0 0,0-1-1 0 0,-12-14 1 0 0,16 16-375 0 0,1 0-1 0 0,-1-1 1 0 0,1 0-1 0 0,1 0 1 0 0,-7-14 0 0 0,1-7-5644 0 0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0:57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22 121 420 0 0,'-20'-100'13057'0'0,"20"100"-12991"0"0,-1-1 0 0 0,1 1 0 0 0,0-1 0 0 0,0 1 0 0 0,0-1 0 0 0,0 0-1 0 0,0 1 1 0 0,0-1 0 0 0,-1 1 0 0 0,1-1 0 0 0,0 1 0 0 0,1-1 0 0 0,-1 0 0 0 0,0 1 0 0 0,0-1 0 0 0,0 1-1 0 0,0-1 1 0 0,0 1 0 0 0,0-1 0 0 0,1 1 0 0 0,-1-1 0 0 0,0 1 0 0 0,1-1 0 0 0,-1 1 0 0 0,0-1-1 0 0,1 1 1 0 0,-1-1 0 0 0,0 1 0 0 0,1-1 0 0 0,1 0 21 0 0,-1 0 0 0 0,0 1 1 0 0,1-1-1 0 0,-1 1 0 0 0,1-1 0 0 0,-1 1 1 0 0,0 0-1 0 0,1 0 0 0 0,-1-1 0 0 0,1 1 1 0 0,1 0-1 0 0,37 6 574 0 0,-12 4-515 0 0,-1 0 1 0 0,1 2 0 0 0,-2 1-1 0 0,49 32 1 0 0,-32-14-57 0 0,74 69 0 0 0,-103-87-51 0 0,-2 1 1 0 0,1 0-1 0 0,-2 0 1 0 0,0 1-1 0 0,-1 0 1 0 0,0 1-1 0 0,-1 0 0 0 0,7 19 1 0 0,-13-25 45 0 0,1 0 0 0 0,-1 0 1 0 0,-1 1-1 0 0,0-1 0 0 0,-1 1 1 0 0,0 0-1 0 0,0-1 0 0 0,-1 1 1 0 0,0 0-1 0 0,-1 0 0 0 0,0-1 1 0 0,-1 1-1 0 0,0-1 0 0 0,-1 1 1 0 0,-4 11-1 0 0,-17 30 186 0 0,-2-1 0 0 0,-59 86 1 0 0,15-27-185 0 0,60-94-67 0 0,1 1 0 0 0,0 0 0 0 0,1 1 0 0 0,-12 37 0 0 0,19-50-4 0 0,0 1-1 0 0,0 0 1 0 0,0 0 0 0 0,1 0 0 0 0,0 0-1 0 0,0 0 1 0 0,0 0 0 0 0,1 0 0 0 0,0 0-1 0 0,0 0 1 0 0,1-1 0 0 0,-1 1 0 0 0,1 0-1 0 0,1-1 1 0 0,-1 1 0 0 0,1-1 0 0 0,-1 0-1 0 0,2 0 1 0 0,-1 0 0 0 0,6 7 0 0 0,1-1 1 0 0,1-1 0 0 0,1 0-1 0 0,0 0 1 0 0,0-1 0 0 0,0-1 0 0 0,23 12 0 0 0,-2-4 14 0 0,55 18-1 0 0,55 19 741 0 0,-141-52-606 0 0,0 0-107 0 0,-1-1-55 0 0,-1 0-1 0 0,0 1 0 0 0,0-1 0 0 0,1 0 1 0 0,-1 0-1 0 0,0 0 0 0 0,0 0 0 0 0,1 0 0 0 0,-1 0 1 0 0,0 0-1 0 0,0 1 0 0 0,0-1 0 0 0,1 0 1 0 0,-1 0-1 0 0,0 0 0 0 0,0 0 0 0 0,0 1 1 0 0,1-1-1 0 0,-1 0 0 0 0,0 0 0 0 0,0 0 1 0 0,0 1-1 0 0,0-1 0 0 0,0 0 0 0 0,0 0 0 0 0,1 1 1 0 0,-1-1-1 0 0,0 0 0 0 0,0 1 0 0 0,0-1 1 0 0,0 0-1 0 0,0 0 0 0 0,0 1 0 0 0,0-1 1 0 0,0 0-1 0 0,0 0 0 0 0,0 1 0 0 0,0-1 1 0 0,0 0-1 0 0,0 0 0 0 0,-1 1 0 0 0,1-1 0 0 0,0 0 1 0 0,0 0-1 0 0,0 1 0 0 0,0-1 0 0 0,0 0 1 0 0,0 0-1 0 0,-1 1 0 0 0,1-1 0 0 0,0 0 1 0 0,0 0-1 0 0,0 0 0 0 0,-1 0 0 0 0,1 1 1 0 0,0-1-1 0 0,0 0 0 0 0,-1 0 0 0 0,1 0 1 0 0,0 0-1 0 0,-18 16 10 0 0,1 0 0 0 0,1 1 0 0 0,1 0 0 0 0,1 2 0 0 0,0-1 0 0 0,-19 36 0 0 0,18-24 53 0 0,1 1-1 0 0,1 0 0 0 0,2 1 1 0 0,-7 37-1 0 0,6-5 208 0 0,2 1 0 0 0,4 0 0 0 0,2 0-1 0 0,7 88 1 0 0,39 274 1223 0 0,-31-335-1104 0 0,128 869 2658 0 0,-137-948-3021 0 0,12 76 263 0 0,5 111-1 0 0,-18-172-245 0 0,-2-1 1 0 0,0 0-1 0 0,-2 0 0 0 0,-1 0 0 0 0,-1-1 0 0 0,-2 1 0 0 0,0-1 0 0 0,-18 41 0 0 0,15-49-494 0 0,0 0 0 0 0,-1 0 0 0 0,-1-1 0 0 0,-1-1 0 0 0,0 0 0 0 0,-1 0 0 0 0,-1-1-1 0 0,-29 22 1 0 0,24-22-1557 0 0,-1-1-1 0 0,-34 17 1 0 0,33-21-1324 0 0,0 0-1 0 0,-38 9 1 0 0,9-6-4366 0 0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07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132 358 1984 0 0,'-4'-13'1642'0'0,"3"6"-830"0"0,-1-1 0 0 0,0 2 0 0 0,-1-1 0 0 0,1 0 0 0 0,-1 0 0 0 0,-1 1 0 0 0,-4-9 0 0 0,6 13-506 0 0,-2 3-3 0 0,3-2-286 0 0,1 1-1 0 0,-1 0 1 0 0,0 0-1 0 0,0 0 1 0 0,0 0-1 0 0,1 0 1 0 0,-1 0 0 0 0,0 0-1 0 0,0 0 1 0 0,1 0-1 0 0,-1 0 1 0 0,0 0-1 0 0,0 1 1 0 0,1-1-1 0 0,-1 0 1 0 0,0 0 0 0 0,1 1-1 0 0,-2 0 1 0 0,-8 11 126 0 0,1 0 1 0 0,1 1-1 0 0,1 0 1 0 0,-1 1-1 0 0,2 0 1 0 0,0 0 0 0 0,1 0-1 0 0,0 0 1 0 0,1 1-1 0 0,-2 15 1 0 0,3-15-133 0 0,1 0 1 0 0,0 1 0 0 0,2-1-1 0 0,-1 0 1 0 0,2 1 0 0 0,0-1-1 0 0,1 0 1 0 0,1 1 0 0 0,0-1 0 0 0,6 16-1 0 0,-8-28 0 0 0,0 1-1 0 0,1-1 1 0 0,-1 1-1 0 0,1-1 1 0 0,0 0 0 0 0,0 0-1 0 0,0 0 1 0 0,0 0-1 0 0,1 0 1 0 0,0 0-1 0 0,-1 0 1 0 0,1-1-1 0 0,0 1 1 0 0,0-1 0 0 0,0 0-1 0 0,0 0 1 0 0,1 0-1 0 0,-1 0 1 0 0,0-1-1 0 0,1 0 1 0 0,-1 1 0 0 0,1-1-1 0 0,0 0 1 0 0,4 0-1 0 0,-1 0 14 0 0,0-1-1 0 0,0-1 1 0 0,0 1 0 0 0,0-1-1 0 0,0 0 1 0 0,0-1 0 0 0,0 1-1 0 0,0-2 1 0 0,0 1 0 0 0,0-1-1 0 0,-1 0 1 0 0,7-3 0 0 0,-3 0 8 0 0,0 0 0 0 0,0-1 1 0 0,-1 0-1 0 0,1 0 0 0 0,-2-1 0 0 0,1 0 1 0 0,-1 0-1 0 0,0-1 0 0 0,-1 0 1 0 0,9-14-1 0 0,-12 15-31 0 0,1-1 1 0 0,-2 1-1 0 0,1-1 0 0 0,-1 0 1 0 0,0 0-1 0 0,-1 0 0 0 0,0 0 1 0 0,0 0-1 0 0,-1 0 0 0 0,0-1 1 0 0,-1 1-1 0 0,0-1 0 0 0,-2-13 1 0 0,0 9-17 0 0,0 0 0 0 0,0 1 1 0 0,-2-1-1 0 0,1 1 0 0 0,-2 0 1 0 0,0 0-1 0 0,0 0 0 0 0,-1 1 1 0 0,-1-1-1 0 0,0 2 0 0 0,-1-1 1 0 0,-15-18-1 0 0,22 30 11 0 0,1 0 0 0 0,-1-1 1 0 0,0 1-1 0 0,1-1 0 0 0,-1 1 0 0 0,0 0 0 0 0,1-1 1 0 0,-1 1-1 0 0,0 0 0 0 0,0 0 0 0 0,0-1 0 0 0,1 1 1 0 0,-1 0-1 0 0,0 0 0 0 0,0 0 0 0 0,1 0 0 0 0,-1 0 1 0 0,0 0-1 0 0,0 0 0 0 0,0 0 0 0 0,1 1 1 0 0,-1-1-1 0 0,0 0 0 0 0,0 0 0 0 0,1 1 0 0 0,-1-1 1 0 0,0 0-1 0 0,0 1 0 0 0,1-1 0 0 0,-1 1 0 0 0,1-1 1 0 0,-1 1-1 0 0,0-1 0 0 0,1 1 0 0 0,-1-1 0 0 0,1 1 1 0 0,-1 0-1 0 0,1-1 0 0 0,-1 1 0 0 0,1 0 1 0 0,-1 1-1 0 0,-16 27-24 0 0,14-19 29 0 0,-1 0 1 0 0,2 0 0 0 0,-1 0-1 0 0,2 0 1 0 0,-1 1 0 0 0,1-1 0 0 0,1 1-1 0 0,0-1 1 0 0,0 1 0 0 0,1-1 0 0 0,0 1-1 0 0,6 17 1 0 0,-6-22-9 0 0,1 0 0 0 0,0 0 0 0 0,1 0 1 0 0,0-1-1 0 0,0 1 0 0 0,0-1 0 0 0,0 0 0 0 0,1 0 0 0 0,0 0 0 0 0,5 5 0 0 0,-6-7 12 0 0,0-1-1 0 0,0 1 0 0 0,1-1 0 0 0,0 1 1 0 0,-1-1-1 0 0,1 0 0 0 0,0-1 1 0 0,0 1-1 0 0,0-1 0 0 0,0 1 0 0 0,0-1 1 0 0,0 0-1 0 0,0-1 0 0 0,1 1 1 0 0,7-1-1 0 0,5-1 11 0 0,0-1-1 0 0,1 0 1 0 0,-1-2 0 0 0,0 0-1 0 0,0 0 1 0 0,-1-2 0 0 0,0 0-1 0 0,0-1 1 0 0,27-16 0 0 0,-19 8-33 0 0,-1 0 0 0 0,0-2 0 0 0,-2-1 0 0 0,0 0 1 0 0,26-30-1 0 0,-32 30-11 0 0,-1-1 0 0 0,-1 0 0 0 0,0-2 0 0 0,14-32 0 0 0,27-88-44 0 0,-41 105 66 0 0,-2 6-137 0 0,-10 31 137 0 0,0 0 1 0 0,-1 0-1 0 0,1 1 1 0 0,-1-1-1 0 0,1 0 1 0 0,-1 0-1 0 0,1 1 1 0 0,-1-1 0 0 0,1 0-1 0 0,-1 0 1 0 0,0 2-1 0 0,31 1238 2559 0 0,-48-887-2231 0 0,10-289 13 0 0,-3-1 0 0 0,-3 0-1 0 0,-29 87 1 0 0,35-131-24 0 0,0-1 1 0 0,-19 33-1 0 0,24-48-260 0 0,0-1 0 0 0,0 0 1 0 0,0 1-1 0 0,0-1 0 0 0,-1 0 1 0 0,0 0-1 0 0,1 0 0 0 0,-1 0 0 0 0,0 0 1 0 0,0-1-1 0 0,-1 0 0 0 0,1 1 0 0 0,0-1 1 0 0,-1 0-1 0 0,0 0 0 0 0,1-1 0 0 0,-1 1 1 0 0,0-1-1 0 0,0 0 0 0 0,0 0 0 0 0,-5 1 1 0 0,5-3-31 0 0,0 1 1 0 0,0-1-1 0 0,0 0 1 0 0,1 0-1 0 0,-1 0 0 0 0,0 0 1 0 0,1-1-1 0 0,-1 0 1 0 0,1 1-1 0 0,-1-1 1 0 0,1 0-1 0 0,0-1 0 0 0,0 1 1 0 0,0-1-1 0 0,0 1 1 0 0,-2-4-1 0 0,-4-4 4 0 0,0-1 0 0 0,0 0 1 0 0,-7-14-1 0 0,5 6-6 0 0,1-1 0 0 0,1 0-1 0 0,0-1 1 0 0,2 0 0 0 0,0 0 0 0 0,1 0 0 0 0,-4-34 0 0 0,7 25-8 0 0,1 0 0 0 0,1 0 1 0 0,2 0-1 0 0,1 0 0 0 0,7-36 0 0 0,-2 30-10 0 0,2-1-1 0 0,2 1 0 0 0,1 1 0 0 0,2 0 0 0 0,1 1 1 0 0,2 0-1 0 0,1 1 0 0 0,2 1 0 0 0,34-43 0 0 0,-27 43-204 0 0,2 1 0 0 0,1 0-1 0 0,1 3 1 0 0,68-49 0 0 0,-79 65-482 0 0,1 0 0 0 0,1 1 0 0 0,-1 1 1 0 0,25-7-1 0 0,-28 11-723 0 0,1 2 1 0 0,-1 0-1 0 0,0 1 1 0 0,1 1-1 0 0,34 0 1 0 0,-25 2-3084 0 0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08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255 449 1500 0 0,'-28'-29'3305'0'0,"-43"-40"2603"0"0,70 69-5890 0 0,1-1 1 0 0,-1 1-1 0 0,0-1 0 0 0,1 1 1 0 0,-1-1-1 0 0,0 1 0 0 0,0 0 1 0 0,1-1-1 0 0,-1 1 0 0 0,0 0 1 0 0,0 0-1 0 0,0 0 0 0 0,1 0 1 0 0,-1-1-1 0 0,0 1 0 0 0,0 0 1 0 0,0 0-1 0 0,1 0 0 0 0,-1 1 1 0 0,0-1-1 0 0,0 0 0 0 0,0 0 1 0 0,1 0-1 0 0,-1 1 0 0 0,0-1 1 0 0,0 0-1 0 0,1 1 0 0 0,-1-1 1 0 0,0 0-1 0 0,1 1 0 0 0,-1-1 1 0 0,0 1-1 0 0,1-1 0 0 0,-1 1 1 0 0,1 0-1 0 0,-1-1 0 0 0,0 2 1 0 0,-19 29 252 0 0,17-26-156 0 0,-10 23 90 0 0,0 1-1 0 0,1 0 0 0 0,-13 54 1 0 0,-7 96-20 0 0,31-175-182 0 0,-3 30 34 0 0,-1 42 0 0 0,5-66-29 0 0,0-1-1 0 0,1 1 1 0 0,0 0 0 0 0,1-1-1 0 0,0 1 1 0 0,1-1-1 0 0,-1 0 1 0 0,2 0-1 0 0,5 12 1 0 0,-8-19 1 0 0,1 1 0 0 0,0 0 0 0 0,-1-1 0 0 0,1 0 0 0 0,0 1 0 0 0,0-1 0 0 0,1 0 1 0 0,-1 0-1 0 0,0 0 0 0 0,1 0 0 0 0,-1-1 0 0 0,1 1 0 0 0,0-1 0 0 0,-1 1 0 0 0,1-1 0 0 0,0 0 0 0 0,4 1 0 0 0,-2-1-1 0 0,1 0 0 0 0,0 0 0 0 0,-1-1 0 0 0,1 0 0 0 0,0 0 0 0 0,-1-1 0 0 0,1 1 0 0 0,9-4 0 0 0,3-1-106 0 0,0-1 0 0 0,0-1 0 0 0,-1-1 0 0 0,26-15-1 0 0,-16 6 27 0 0,-1-2-1 0 0,-1-1 0 0 0,-1-1 0 0 0,-1 0 0 0 0,-1-2 0 0 0,0-1 0 0 0,-2-1 0 0 0,-1 0 0 0 0,-1-1 0 0 0,-1-2 0 0 0,-1 1 0 0 0,-2-2 0 0 0,-1 0 0 0 0,-1-1 0 0 0,-1 0 0 0 0,10-49 0 0 0,-19 51 450 0 0,-5 23-107 0 0,-5 18-15 0 0,-1 14-50 0 0,1 1-1 0 0,1 1 1 0 0,2 0-1 0 0,0-1 0 0 0,0 47 1 0 0,4-55-174 0 0,1 1 0 0 0,0-1 0 0 0,2 1 0 0 0,0-1 0 0 0,9 31 0 0 0,-9-43-14 0 0,1 0 1 0 0,0-1-1 0 0,0 1 1 0 0,1-1-1 0 0,-1 1 1 0 0,2-1-1 0 0,6 8 1 0 0,-8-11-4 0 0,0 0 1 0 0,1-1-1 0 0,-1 0 1 0 0,1 0-1 0 0,0 0 1 0 0,0 0-1 0 0,0 0 1 0 0,0-1-1 0 0,0 0 1 0 0,1 0-1 0 0,-1 0 1 0 0,1 0-1 0 0,6 1 1 0 0,-4-2-4 0 0,-1-1 1 0 0,0 1-1 0 0,0-1 1 0 0,0-1-1 0 0,0 1 1 0 0,0-1-1 0 0,1 0 1 0 0,-1-1-1 0 0,0 1 1 0 0,-1-1-1 0 0,1 0 1 0 0,0-1-1 0 0,-1 1 1 0 0,1-1 0 0 0,-1 0-1 0 0,0-1 1 0 0,0 1-1 0 0,5-5 1 0 0,0 0 13 0 0,-1 0 0 0 0,0-1 1 0 0,0 0-1 0 0,-1 0 0 0 0,-1-1 1 0 0,1 0-1 0 0,-2-1 0 0 0,7-11 1 0 0,-7 8-21 0 0,0 0 1 0 0,-1 0 0 0 0,-1-1 0 0 0,0 0 0 0 0,-1 0-1 0 0,-1 0 1 0 0,0 0 0 0 0,-1 0 0 0 0,-1 0-1 0 0,0 0 1 0 0,-1 0 0 0 0,-4-21 0 0 0,3 24-11 0 0,-1 1 1 0 0,0 0-1 0 0,-1 0 1 0 0,0 0-1 0 0,0 0 1 0 0,-1 0-1 0 0,-1 1 0 0 0,0 0 1 0 0,0 0-1 0 0,-1 1 1 0 0,0 0-1 0 0,-1 0 1 0 0,0 0-1 0 0,0 1 1 0 0,-1 0-1 0 0,-15-10 1 0 0,19 15-2 0 0,-1 1-1 0 0,1 0 1 0 0,0 0 0 0 0,-1 0 0 0 0,1 1 0 0 0,-1 0 0 0 0,1 0-1 0 0,-1 1 1 0 0,0-1 0 0 0,1 1 0 0 0,-1 0 0 0 0,0 1 0 0 0,1-1-1 0 0,-1 1 1 0 0,0 0 0 0 0,1 1 0 0 0,-1-1 0 0 0,1 1 0 0 0,-8 3-1 0 0,9-3 7 0 0,1 0-1 0 0,-1 0 0 0 0,0 1 0 0 0,0-1 1 0 0,1 1-1 0 0,0-1 0 0 0,-1 1 0 0 0,1 0 1 0 0,0 0-1 0 0,0 1 0 0 0,-3 5 0 0 0,4-6 5 0 0,1-1-1 0 0,-1 1 1 0 0,1 0 0 0 0,0 0-1 0 0,0 0 1 0 0,1 0-1 0 0,-1 0 1 0 0,1 0-1 0 0,-1 0 1 0 0,1 0 0 0 0,0 0-1 0 0,0 0 1 0 0,0 0-1 0 0,0 0 1 0 0,1 0-1 0 0,-1 0 1 0 0,3 5 0 0 0,-2-5-4 0 0,1 0 0 0 0,-1 0 0 0 0,1 0 0 0 0,0 0 0 0 0,0 0-1 0 0,0-1 1 0 0,0 1 0 0 0,1-1 0 0 0,-1 1 0 0 0,1-1 0 0 0,-1 0 0 0 0,1 0 0 0 0,0 0 0 0 0,0 0 0 0 0,0-1 0 0 0,0 1 0 0 0,0-1 0 0 0,0 0 0 0 0,0 0 0 0 0,1 0 0 0 0,-1 0 0 0 0,0 0 0 0 0,1-1 0 0 0,5 1 0 0 0,7 0-218 0 0,1 0 1 0 0,0-1-1 0 0,27-4 1 0 0,-17 0 65 0 0,0 0-1 0 0,-1-3 1 0 0,0 0 0 0 0,0-1-1 0 0,0-2 1 0 0,-1-1 0 0 0,-1 0 0 0 0,0-2-1 0 0,0-1 1 0 0,-1-1 0 0 0,-1-1-1 0 0,-1 0 1 0 0,0-2 0 0 0,-1-1 0 0 0,-1 0-1 0 0,-1-1 1 0 0,0-1 0 0 0,-2-1-1 0 0,-1-1 1 0 0,0 0 0 0 0,17-39 0 0 0,25-89 1043 0 0,-47 121-562 0 0,-30 181 552 0 0,9-79-657 0 0,4 0 0 0 0,2 1 0 0 0,4 0 0 0 0,3 0 0 0 0,13 81 0 0 0,-12-141-191 0 0,-1 1 1 0 0,2-1-1 0 0,5 14 0 0 0,-8-24-17 0 0,0 0 0 0 0,0 0 0 0 0,1 0 0 0 0,-1-1 0 0 0,1 1 0 0 0,-1 0 0 0 0,1-1 0 0 0,0 1 0 0 0,0-1 0 0 0,1 0 0 0 0,-1 1 0 0 0,0-1 0 0 0,1 0 0 0 0,-1-1 0 0 0,1 1 0 0 0,0 0 0 0 0,-1-1 0 0 0,7 3 0 0 0,-7-4-7 0 0,1 0 1 0 0,0 1 0 0 0,0-2-1 0 0,0 1 1 0 0,-1 0-1 0 0,1 0 1 0 0,0-1-1 0 0,0 1 1 0 0,0-1-1 0 0,-1 0 1 0 0,1 0-1 0 0,-1 0 1 0 0,1 0-1 0 0,0-1 1 0 0,-1 1-1 0 0,0-1 1 0 0,3-1-1 0 0,37-32 132 0 0,-40 33-130 0 0,16-16 19 0 0,-2 0 0 0 0,0 0 0 0 0,-2-2-1 0 0,14-21 1 0 0,43-93 25 0 0,-51 92-17 0 0,-19 41-67 0 0,-7 81 103 0 0,3-57-91 0 0,2 0 0 0 0,1 45 0 0 0,1-56 7 0 0,6 37 17 0 0,-6-46 0 0 0,0 0 1 0 0,0 0 0 0 0,0 0 0 0 0,0 0-1 0 0,0-1 1 0 0,1 1 0 0 0,-1 0 0 0 0,1-1-1 0 0,-1 1 1 0 0,1-1 0 0 0,0 0 0 0 0,0 1-1 0 0,3 1 1 0 0,-2-2 2 0 0,0-1 0 0 0,0 0 0 0 0,-1 1 0 0 0,1-1 1 0 0,0-1-1 0 0,0 1 0 0 0,0 0 0 0 0,0-1 0 0 0,0 0 0 0 0,0 1 0 0 0,0-1 0 0 0,1 0 0 0 0,-1-1 0 0 0,0 1 0 0 0,0 0 1 0 0,0-1-1 0 0,0 0 0 0 0,0 0 0 0 0,-1 0 0 0 0,7-2 0 0 0,-1-1 2 0 0,1 0 0 0 0,-1 0 0 0 0,0-1 0 0 0,0 0 0 0 0,11-10 0 0 0,-4 1-27 0 0,-2 0-1 0 0,0-1 1 0 0,0 0 0 0 0,-1-1 0 0 0,-1 0-1 0 0,14-30 1 0 0,-4 1 302 0 0,21-68 0 0 0,-41 112-268 0 0,-2 3 0 0 0,-5 29-53 0 0,1 0 0 0 0,1 0 1 0 0,2 1-1 0 0,2-1 0 0 0,0 0 0 0 0,2 1 1 0 0,1-1-1 0 0,2 0 0 0 0,1 0 0 0 0,2 0 1 0 0,0-1-1 0 0,16 34 0 0 0,-17-47-900 0 0,2 1-1 0 0,16 25 1 0 0,-19-34-492 0 0,1 0 0 0 0,0 0 0 0 0,9 8 0 0 0,1-3-2829 0 0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09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33 2584 0 0,'-7'-12'2511'0'0,"0"0"5"0"0,7 11-2434 0 0,0 1 0 0 0,0 0 0 0 0,0 0 0 0 0,0-1-1 0 0,0 1 1 0 0,0 0 0 0 0,0-1 0 0 0,0 1 0 0 0,0 0 0 0 0,0 0-1 0 0,0-1 1 0 0,0 1 0 0 0,0 0 0 0 0,0 0 0 0 0,0-1 0 0 0,0 1-1 0 0,0 0 1 0 0,1 0 0 0 0,-1-1 0 0 0,0 1 0 0 0,0 0 0 0 0,0 0-1 0 0,0-1 1 0 0,1 1 0 0 0,-1 0 0 0 0,0 0 0 0 0,0 0 0 0 0,1 0-1 0 0,-1-1 1 0 0,0 1 0 0 0,0 0 0 0 0,1 0 0 0 0,-1 0 0 0 0,0 0-1 0 0,0 0 1 0 0,1 0 0 0 0,-1 0 0 0 0,2 0-47 0 0,-1 0-1 0 0,0 0 1 0 0,0 1 0 0 0,0-1-1 0 0,0 0 1 0 0,0 1 0 0 0,0-1-1 0 0,0 1 1 0 0,1-1 0 0 0,-1 1-1 0 0,-1 0 1 0 0,1-1 0 0 0,0 1-1 0 0,0 0 1 0 0,0 0 0 0 0,1 1-1 0 0,-1-1 42 0 0,9 7 102 0 0,0 1 0 0 0,0 0-1 0 0,-1 1 1 0 0,0 0 0 0 0,-1 0 0 0 0,0 1-1 0 0,-1 0 1 0 0,0 1 0 0 0,-1 0-1 0 0,8 20 1 0 0,-5-10 3 0 0,-2 1 0 0 0,0 1 0 0 0,-2-1 1 0 0,5 47-1 0 0,-10 7 552 0 0,-1-36 256 0 0,-1-30-509 0 0,-4-11-67 0 0,5 0-398 0 0,0-1 0 0 0,0 0-1 0 0,0 0 1 0 0,0 0 0 0 0,1 0 0 0 0,-1 0 0 0 0,0 0 0 0 0,1 0-1 0 0,-1 0 1 0 0,0 0 0 0 0,1-1 0 0 0,-1 1 0 0 0,1 0-1 0 0,-1-1 1 0 0,0-13 5 0 0,0 0-1 0 0,1 0 1 0 0,1 0 0 0 0,0 1-1 0 0,1-1 1 0 0,0 0 0 0 0,1 1-1 0 0,1-1 1 0 0,1 1 0 0 0,7-17-1 0 0,-6 18-43 0 0,0 1 0 0 0,0 0 0 0 0,1 1 0 0 0,1-1 0 0 0,0 2 0 0 0,11-12 0 0 0,-13 16 2 0 0,0 0-1 0 0,0 1 1 0 0,1 0 0 0 0,0 0-1 0 0,-1 0 1 0 0,2 1-1 0 0,-1 0 1 0 0,0 0-1 0 0,1 1 1 0 0,14-4 0 0 0,-18 6 19 0 0,-1 1 1 0 0,0 0 0 0 0,0 0 0 0 0,1 0 0 0 0,-1 0 0 0 0,0 0 0 0 0,1 1 0 0 0,-1-1-1 0 0,0 1 1 0 0,0 0 0 0 0,0 0 0 0 0,0 0 0 0 0,0 0 0 0 0,0 1 0 0 0,0-1 0 0 0,0 1 0 0 0,0 0-1 0 0,0 0 1 0 0,-1 0 0 0 0,1 0 0 0 0,-1 0 0 0 0,0 0 0 0 0,1 1 0 0 0,1 2 0 0 0,1 2 0 0 0,1 0 0 0 0,-1 1-1 0 0,-1-1 1 0 0,0 1 0 0 0,0 0 0 0 0,0 0 0 0 0,3 14 0 0 0,-2 2 22 0 0,-1 0 0 0 0,-1 1 0 0 0,-2-1-1 0 0,-1 31 1 0 0,0-30 169 0 0,0-23-145 0 0,-4 5 99 0 0,3-13-130 0 0,-1 0 0 0 0,2 0 0 0 0,-1 0 1 0 0,1-1-1 0 0,0 1 0 0 0,0 0 0 0 0,0 0 0 0 0,1-1 1 0 0,3-9-1 0 0,17-58 26 0 0,-16 61-46 0 0,0-2-16 0 0,1 1-1 0 0,1-1 1 0 0,1 1 0 0 0,13-19 0 0 0,-16 25-3 0 0,0 1 1 0 0,1 0 0 0 0,0 1-1 0 0,0-1 1 0 0,1 1 0 0 0,-1 0-1 0 0,1 1 1 0 0,1 0 0 0 0,11-7 0 0 0,-17 11 19 0 0,1 0 1 0 0,-1 0 0 0 0,1 0 0 0 0,0 0 0 0 0,0 0 0 0 0,-1 1 0 0 0,1-1-1 0 0,0 1 1 0 0,0 0 0 0 0,0-1 0 0 0,0 1 0 0 0,0 1 0 0 0,-1-1-1 0 0,1 0 1 0 0,0 1 0 0 0,0-1 0 0 0,0 1 0 0 0,-1 0 0 0 0,5 2 0 0 0,-4-1 3 0 0,1 0 1 0 0,0 1-1 0 0,-1-1 1 0 0,0 1 0 0 0,1 0-1 0 0,-1 0 1 0 0,0 1 0 0 0,-1-1-1 0 0,1 1 1 0 0,0-1 0 0 0,2 7-1 0 0,1 2 4 0 0,-1 0 1 0 0,0 1-1 0 0,0 0 0 0 0,-2 0 0 0 0,0 0 0 0 0,0 0 0 0 0,1 19 1 0 0,-6 80 111 0 0,-1-5-1306 0 0,4-102 825 0 0,-1 0-1 0 0,1 0 1 0 0,-1 0-1 0 0,2 0 1 0 0,-1 0 0 0 0,2 6-1 0 0,-2-10 14 0 0,0 1 0 0 0,0 0 0 0 0,0-1 0 0 0,0 1 0 0 0,0 0 0 0 0,0-1 0 0 0,1 0 0 0 0,-1 1-1 0 0,0-1 1 0 0,1 0 0 0 0,-1 1 0 0 0,1-1 0 0 0,-1 0 0 0 0,1 0 0 0 0,0 0 0 0 0,-1 0 0 0 0,1 0 0 0 0,0-1 0 0 0,2 2 0 0 0,10 0-3495 0 0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09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48 2012 0 0,'-1'-2'1960'0'0,"-6"-12"1828"0"0,7 13-3659 0 0,-1 1-1 0 0,1 0 1 0 0,-1 0-1 0 0,1-1 1 0 0,0 1-1 0 0,-1 0 1 0 0,1 0 0 0 0,-1 0-1 0 0,1 0 1 0 0,-1-1-1 0 0,1 1 1 0 0,-1 0 0 0 0,1 0-1 0 0,-1 0 1 0 0,1 0-1 0 0,-1 0 1 0 0,1 0 0 0 0,-1 0-1 0 0,1 0 1 0 0,0 0-1 0 0,-1 1 1 0 0,1-1 0 0 0,-1 0-1 0 0,1 0 1 0 0,-1 0-1 0 0,1 0 1 0 0,-1 1-1 0 0,0-1 1 0 0,1 1-62 0 0,-1 0 0 0 0,1-1 0 0 0,-1 1-1 0 0,0 0 1 0 0,1-1 0 0 0,-1 1 0 0 0,1 0 0 0 0,0 0 0 0 0,-1 0-1 0 0,1-1 1 0 0,0 1 0 0 0,-1 0 0 0 0,1 0 0 0 0,0 0-1 0 0,0 0 1 0 0,0 0 0 0 0,0 0 0 0 0,0 0 0 0 0,0 1 0 0 0,0 0 120 0 0,-4 23 727 0 0,1 1 0 0 0,2-1 0 0 0,3 45-1 0 0,0-11-313 0 0,3 145 2994 0 0,-5-202-2695 0 0,3-13-555 0 0,35-152-237 0 0,-28 135-136 0 0,0 0 0 0 0,2 0 0 0 0,18-30 0 0 0,-20 41-2 0 0,0 1-1 0 0,1 0 1 0 0,1 0-1 0 0,1 2 1 0 0,28-27-1 0 0,-38 38 21 0 0,1 1-1 0 0,-1-1 0 0 0,0 1 1 0 0,1 0-1 0 0,0 0 0 0 0,-1 0 1 0 0,1 0-1 0 0,0 1 0 0 0,0-1 1 0 0,0 1-1 0 0,0 0 0 0 0,0 0 1 0 0,0 1-1 0 0,0-1 0 0 0,0 1 1 0 0,7 0-1 0 0,-8 1 9 0 0,0-1 0 0 0,0 1 0 0 0,1 0 1 0 0,-1 0-1 0 0,0 0 0 0 0,0 1 0 0 0,0-1 0 0 0,0 1 0 0 0,0 0 1 0 0,-1 0-1 0 0,1 0 0 0 0,-1 0 0 0 0,1 0 0 0 0,-1 0 0 0 0,1 1 1 0 0,-1-1-1 0 0,0 1 0 0 0,0 0 0 0 0,0-1 0 0 0,-1 1 0 0 0,2 3 1 0 0,3 6 15 0 0,-1-1 1 0 0,-1 1-1 0 0,0 0 1 0 0,-1 0 0 0 0,0 0-1 0 0,-1 0 1 0 0,2 18 0 0 0,-3 7 36 0 0,-4 43 1 0 0,1 35 9 0 0,2-114-146 0 0,0 1-1 0 0,0 0 1 0 0,0 0-1 0 0,0-1 1 0 0,1 1-1 0 0,-1 0 1 0 0,1 0-1 0 0,-1-1 1 0 0,1 1-1 0 0,0-1 1 0 0,0 1-1 0 0,0 0 1 0 0,0-1-1 0 0,0 0 1 0 0,0 1-1 0 0,0-1 1 0 0,0 1-1 0 0,0-1 1 0 0,1 0-1 0 0,-1 0 1 0 0,0 0-1 0 0,1 0 1 0 0,-1 0-1 0 0,1 0 0 0 0,-1 0 1 0 0,1 0-1 0 0,0-1 1 0 0,-1 1-1 0 0,1-1 1 0 0,0 1-1 0 0,-1-1 1 0 0,1 1-1 0 0,0-1 1 0 0,0 0-1 0 0,3 0 1 0 0,5 0-1634 0 0,0-1 0 0 0,0 0 1 0 0,0-1-1 0 0,19-5 0 0 0,-24 6 866 0 0,25-8-6092 0 0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10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223 270 476 0 0,'-34'-49'5969'0'0,"22"31"-3796"0"0,0 1 0 0 0,-21-23 1 0 0,31 39-2059 0 0,-14 4 163 0 0,5 4-243 0 0,0 1 0 0 0,1 0-1 0 0,0 1 1 0 0,1 0 0 0 0,-10 11 0 0 0,14-14-34 0 0,0 0-1 0 0,0 0 1 0 0,1 1-1 0 0,0-1 1 0 0,0 1-1 0 0,1 0 1 0 0,0 0-1 0 0,0 0 1 0 0,0 1-1 0 0,-2 10 1 0 0,5-14 0 0 0,0 1 1 0 0,1-1 0 0 0,-1 1 0 0 0,1-1 0 0 0,0 0 0 0 0,0 1 0 0 0,0-1 0 0 0,0 0 0 0 0,1 0 0 0 0,0 0 0 0 0,0 0 0 0 0,0 0-1 0 0,0 0 1 0 0,0 0 0 0 0,1-1 0 0 0,0 1 0 0 0,0-1 0 0 0,6 6 0 0 0,6 5 4 0 0,1 0 0 0 0,29 18 0 0 0,-35-24 0 0 0,39 23 13 0 0,-25-16-86 0 0,-1 0 1 0 0,40 37 0 0 0,-61-51 75 0 0,-1 0 0 0 0,1 0 1 0 0,-1 1-1 0 0,0-1 0 0 0,0 0 0 0 0,0 1 0 0 0,0 0 0 0 0,0-1 0 0 0,0 1 1 0 0,0-1-1 0 0,0 1 0 0 0,-1 0 0 0 0,1 0 0 0 0,-1-1 0 0 0,1 1 0 0 0,-1 0 0 0 0,0 0 1 0 0,1 0-1 0 0,-1-1 0 0 0,0 1 0 0 0,0 0 0 0 0,-1 0 0 0 0,1 0 0 0 0,0 0 0 0 0,0-1 1 0 0,-1 1-1 0 0,1 0 0 0 0,-1 0 0 0 0,0-1 0 0 0,1 1 0 0 0,-1 0 0 0 0,0-1 0 0 0,0 1 1 0 0,0-1-1 0 0,0 1 0 0 0,0-1 0 0 0,-1 1 0 0 0,1-1 0 0 0,0 0 0 0 0,-1 0 1 0 0,1 1-1 0 0,-2 0 0 0 0,-5 4 67 0 0,-1 0 1 0 0,0-1-1 0 0,0 0 1 0 0,0 0-1 0 0,0-1 1 0 0,-12 4-1 0 0,-7 0 179 0 0,-1-2 1 0 0,0-1-1 0 0,-32 2 0 0 0,34-4-88 0 0,24-3-149 0 0,3 0-17 0 0,0 0 0 0 0,0 0 0 0 0,0 0 0 0 0,-1-1 0 0 0,1 1 0 0 0,0 0 0 0 0,0 0 0 0 0,0-1 0 0 0,0 1 0 0 0,-1 0 0 0 0,1 0 0 0 0,0-1 0 0 0,0 1 0 0 0,0 0 0 0 0,0 0 0 0 0,0-1 0 0 0,0 1 0 0 0,0 0 0 0 0,0-1 0 0 0,0 1 0 0 0,0 0 0 0 0,0-1 0 0 0,0 1 0 0 0,0 0 0 0 0,0 0 0 0 0,0-1 0 0 0,0 1 0 0 0,0 0 0 0 0,0-1 0 0 0,0 1 0 0 0,0 0 0 0 0,1 0 0 0 0,-1-1 0 0 0,0 1 0 0 0,0 0 0 0 0,0 0 0 0 0,0-1 0 0 0,1 1 0 0 0,-1 0 0 0 0,41-24-421 0 0,50-19 0 0 0,22-12-426 0 0,-62 25 413 0 0,0-2 0 0 0,-2-2 1 0 0,85-76-1 0 0,-117 93 454 0 0,1-1-1 0 0,-2-1 1 0 0,-1 0-1 0 0,0-1 1 0 0,-2 0 0 0 0,0-1-1 0 0,-1 0 1 0 0,-1-2-1 0 0,-1 1 1 0 0,-1-1 0 0 0,-1 0-1 0 0,6-32 1 0 0,-13 51 28 0 0,0 0 0 0 0,0 0-1 0 0,-1 0 1 0 0,0 0 0 0 0,1 0 0 0 0,-1 0 0 0 0,-1-1 0 0 0,1 1 0 0 0,-1 0 0 0 0,1 0 0 0 0,-2-4 0 0 0,1 6 63 0 0,-14 11 293 0 0,12-6-309 0 0,0 0 0 0 0,0 1 0 0 0,0 0 0 0 0,1-1 0 0 0,-1 1 0 0 0,1 0 0 0 0,0 1 0 0 0,0-1 0 0 0,1 0-1 0 0,-1 0 1 0 0,1 1 0 0 0,0-1 0 0 0,-1 6 0 0 0,-1 1 83 0 0,-13 55 906 0 0,-11 91 0 0 0,5 73 295 0 0,16-166-1085 0 0,-3 480 1836 0 0,41 0-788 0 0,-32-539-1335 0 0,6 63 92 0 0,0-8 75 0 0,-3 60 0 0 0,-4-115-128 0 0,1 0-1 0 0,-1 1 0 0 0,1-1 0 0 0,-2 0 0 0 0,-1 6 0 0 0,3-10-35 0 0,-1 0-1 0 0,1 1 0 0 0,-1-1 1 0 0,1 0-1 0 0,-1 0 1 0 0,1 0-1 0 0,-1 0 0 0 0,0 0 1 0 0,0 0-1 0 0,0 0 0 0 0,0 0 1 0 0,0 0-1 0 0,0 0 0 0 0,0 0 1 0 0,0 0-1 0 0,0-1 0 0 0,0 1 1 0 0,0 0-1 0 0,0-1 0 0 0,0 1 1 0 0,-1-1-1 0 0,1 1 0 0 0,0-1 1 0 0,0 0-1 0 0,-1 1 0 0 0,1-1 1 0 0,0 0-1 0 0,-1 0 0 0 0,-1 0 1 0 0,-4-1 3 0 0,0 0 1 0 0,1 0-1 0 0,-1-1 1 0 0,0 0-1 0 0,0 0 1 0 0,1 0-1 0 0,-1-1 1 0 0,1 0-1 0 0,-10-6 1 0 0,5 1-7 0 0,-1-1-1 0 0,1 0 1 0 0,0-1 0 0 0,-11-13 0 0 0,-2-5-67 0 0,2-1-1 0 0,-35-62 1 0 0,38 55-134 0 0,1-2 1 0 0,2 0-1 0 0,1-1 0 0 0,2-1 1 0 0,2 0-1 0 0,2 0 0 0 0,-7-60 1 0 0,12 52-28 0 0,3 0 0 0 0,1-1 1 0 0,2 1-1 0 0,3 0 0 0 0,2 0 0 0 0,14-52 1 0 0,-9 54 126 0 0,3 0 1 0 0,1 0 0 0 0,3 2 0 0 0,1 0 0 0 0,3 2 0 0 0,1 0-1 0 0,2 1 1 0 0,1 2 0 0 0,3 1 0 0 0,1 1 0 0 0,1 1 0 0 0,2 2-1 0 0,2 2 1 0 0,51-37 0 0 0,-58 50 58 0 0,-1 1 0 0 0,39-17-1 0 0,-54 30 17 0 0,0 0 0 0 0,0 0 0 0 0,0 1 0 0 0,0 1 0 0 0,1 0 0 0 0,-1 1 0 0 0,1 0 0 0 0,18 1 0 0 0,-27 1 14 0 0,1 0 1 0 0,-1 1-1 0 0,1 0 0 0 0,-1 0 0 0 0,0 0 0 0 0,1 1 0 0 0,-1 0 0 0 0,0 0 0 0 0,0 0 0 0 0,0 0 1 0 0,0 1-1 0 0,-1 0 0 0 0,1 0 0 0 0,-1 0 0 0 0,1 1 0 0 0,-1 0 0 0 0,0-1 0 0 0,-1 1 0 0 0,1 1 0 0 0,0-1 1 0 0,-1 0-1 0 0,0 1 0 0 0,0 0 0 0 0,-1-1 0 0 0,1 1 0 0 0,1 7 0 0 0,-1-3 13 0 0,0-1 0 0 0,-1 1 0 0 0,-1-1 0 0 0,0 1 0 0 0,0 0 0 0 0,0 0 0 0 0,-1 0 0 0 0,0 0 0 0 0,-1-1 0 0 0,0 1 0 0 0,-1 0 0 0 0,1 0 0 0 0,-2-1 0 0 0,1 1 0 0 0,-7 13 0 0 0,0-4 22 0 0,-1 0 0 0 0,-1-1 0 0 0,0-1 0 0 0,-1 0 0 0 0,-1 0 0 0 0,-25 23 0 0 0,13-16-48 0 0,-1-2 0 0 0,-1-1-1 0 0,-36 19 1 0 0,52-33 116 0 0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11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250 135 968 0 0,'6'-8'1411'0'0,"1"-3"141"0"0,0-1 0 0 0,0 1 1 0 0,6-19-1 0 0,-12 28-1422 0 0,0 1-1 0 0,0-1 0 0 0,-1 0 1 0 0,1 0-1 0 0,0 0 1 0 0,-1 1-1 0 0,0-1 1 0 0,1 0-1 0 0,-1 0 1 0 0,0 0-1 0 0,0 0 1 0 0,0 0-1 0 0,0 0 1 0 0,0 0-1 0 0,-1 1 1 0 0,1-1-1 0 0,-1 0 1 0 0,1 0-1 0 0,-1 0 1 0 0,0 0-1 0 0,1 1 1 0 0,-1-1-1 0 0,0 0 1 0 0,0 1-1 0 0,0-1 1 0 0,0 1-1 0 0,-1-1 1 0 0,1 1-1 0 0,0-1 1 0 0,-1 1-1 0 0,-2-2 1 0 0,2 2-57 0 0,0 0 0 0 0,-1 0 0 0 0,1 0 0 0 0,0 1 0 0 0,-1-1 0 0 0,1 1 0 0 0,-1 0 0 0 0,1 0 0 0 0,-1 0 0 0 0,1 0 0 0 0,-1 0 0 0 0,1 0 0 0 0,-1 0 0 0 0,1 1 0 0 0,0 0 0 0 0,-5 1 1 0 0,-1 1 59 0 0,1-1 1 0 0,0 2-1 0 0,-13 7 1 0 0,4 1-51 0 0,0 0 1 0 0,1 0-1 0 0,1 2 1 0 0,0 0-1 0 0,0 0 1 0 0,2 1-1 0 0,-12 18 0 0 0,15-20-62 0 0,1 1-1 0 0,0 0 1 0 0,1 1-1 0 0,0 0 0 0 0,2 0 1 0 0,-1 0-1 0 0,2 1 1 0 0,0-1-1 0 0,-1 18 0 0 0,4-30-15 0 0,1 0 0 0 0,0 1 0 0 0,-1-1 0 0 0,2 0 0 0 0,-1 0 0 0 0,0 1 0 0 0,1-1 0 0 0,-1 0 0 0 0,1 0 0 0 0,0 1 0 0 0,0-1 0 0 0,0 0 0 0 0,1 0 0 0 0,-1 0 0 0 0,1-1 0 0 0,-1 1 0 0 0,1 0 0 0 0,0 0 0 0 0,0-1 0 0 0,0 1 0 0 0,1-1 0 0 0,-1 0 0 0 0,1 0 0 0 0,-1 0 0 0 0,1 0 0 0 0,0 0 0 0 0,-1 0 0 0 0,1-1 0 0 0,5 3 0 0 0,-3-3 4 0 0,-1 1 1 0 0,1-1 0 0 0,0 0-1 0 0,-1 0 1 0 0,1-1-1 0 0,0 0 1 0 0,0 0 0 0 0,-1 0-1 0 0,1 0 1 0 0,0-1-1 0 0,0 1 1 0 0,-1-1 0 0 0,1 0-1 0 0,0-1 1 0 0,-1 1-1 0 0,1-1 1 0 0,-1 0 0 0 0,0 0-1 0 0,7-5 1 0 0,1-2 7 0 0,-2 0 1 0 0,1 0-1 0 0,-1-2 1 0 0,-1 1-1 0 0,0-1 1 0 0,0 0-1 0 0,-1-1 1 0 0,-1 0-1 0 0,11-22 1 0 0,2-12 194 0 0,20-65 0 0 0,-29 77 60 0 0,-11 32-223 0 0,4 5 28 0 0,-4-3-72 0 0,1 0 0 0 0,-1 0 0 0 0,0 0 0 0 0,1 0 0 0 0,-1 0 0 0 0,0 0 1 0 0,0 1-1 0 0,1-1 0 0 0,-1 0 0 0 0,0 0 0 0 0,1 0 0 0 0,-1 0 0 0 0,0 1 1 0 0,0-1-1 0 0,1 0 0 0 0,-1 0 0 0 0,0 0 0 0 0,0 1 0 0 0,1-1 0 0 0,-1 0 1 0 0,0 0-1 0 0,0 1 0 0 0,0-1 0 0 0,0 0 0 0 0,1 1 0 0 0,-1-1 0 0 0,0 0 0 0 0,0 1 1 0 0,0-1-1 0 0,0 1 0 0 0,3 21 143 0 0,-2 1 1 0 0,0-1-1 0 0,-4 34 0 0 0,1 7-64 0 0,2-62-88 0 0,-1 20-295 0 0,2 1 0 0 0,6 36 0 0 0,-6-51-202 0 0,1 0-1 0 0,0-1 1 0 0,0 1 0 0 0,1-1-1 0 0,4 8 1 0 0,-5-10-95 0 0,0-1-1 0 0,1 0 1 0 0,-1 0 0 0 0,1 0-1 0 0,-1 0 1 0 0,1 0 0 0 0,0-1-1 0 0,0 1 1 0 0,0-1 0 0 0,5 3-1 0 0,7 3-4084 0 0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11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85 2340 0 0,'1'-10'1224'0'0,"0"6"-638"0"0,-1 0 0 0 0,1 0 0 0 0,-1 0-1 0 0,1 0 1 0 0,-1 0 0 0 0,0 0 0 0 0,-1 0 0 0 0,1 1 0 0 0,-1-1 0 0 0,1 0 0 0 0,-1 0 0 0 0,0 0 0 0 0,-1 0 0 0 0,1 1 0 0 0,-4-6 0 0 0,5 8-512 0 0,-1 0 0 0 0,0 0 0 0 0,0 1 1 0 0,0-1-1 0 0,0 1 0 0 0,0-1 1 0 0,0 1-1 0 0,0-1 0 0 0,0 1 0 0 0,-1 0 1 0 0,1-1-1 0 0,0 1 0 0 0,0 0 1 0 0,0 0-1 0 0,0 0 0 0 0,0 0 1 0 0,0 0-1 0 0,-1 0 0 0 0,1 0 0 0 0,0 0 1 0 0,0 1-1 0 0,0-1 0 0 0,0 0 1 0 0,-2 1-1 0 0,-25 13 622 0 0,12-2-407 0 0,0 0 0 0 0,1 1 1 0 0,0 1-1 0 0,1 1 0 0 0,-18 24 0 0 0,12-12-96 0 0,2 1 0 0 0,-23 47 0 0 0,35-62-156 0 0,0 0-1 0 0,1 1 1 0 0,0 0-1 0 0,1 0 1 0 0,1 0-1 0 0,0 0 1 0 0,-1 29-1 0 0,4-39-26 0 0,0 0 0 0 0,0 0 0 0 0,0 1 1 0 0,0-1-1 0 0,1 0 0 0 0,0 0 0 0 0,0 0 0 0 0,0 0 0 0 0,0 0 0 0 0,1 0 1 0 0,0 0-1 0 0,0 0 0 0 0,0-1 0 0 0,0 1 0 0 0,0 0 0 0 0,1-1 0 0 0,-1 0 0 0 0,1 0 1 0 0,0 0-1 0 0,0 0 0 0 0,0 0 0 0 0,1 0 0 0 0,-1-1 0 0 0,0 0 0 0 0,1 1 1 0 0,0-1-1 0 0,0 0 0 0 0,-1-1 0 0 0,1 1 0 0 0,0-1 0 0 0,5 1 0 0 0,2 0-44 0 0,-1-1-1 0 0,0 0 0 0 0,0-1 1 0 0,1 0-1 0 0,-1 0 1 0 0,0-1-1 0 0,1-1 0 0 0,-1 0 1 0 0,0 0-1 0 0,0-1 1 0 0,-1 0-1 0 0,1-1 0 0 0,0 0 1 0 0,-1 0-1 0 0,11-8 0 0 0,2-1-287 0 0,-1-1-1 0 0,-1-1 0 0 0,-1-1 1 0 0,0-1-1 0 0,19-21 0 0 0,-15 12-79 0 0,38-56 0 0 0,-52 67 361 0 0,0-1 0 0 0,0 0 0 0 0,-2 0 0 0 0,0-1-1 0 0,7-28 1 0 0,-13 42 34 0 0,0 2 6 0 0,-1-1-1 0 0,1 1 0 0 0,-1 0 1 0 0,0 0-1 0 0,1-1 0 0 0,-1 1 0 0 0,0 0 1 0 0,0 0-1 0 0,0-1 0 0 0,0 1 1 0 0,0 0-1 0 0,0-1 0 0 0,0 1 1 0 0,0 0-1 0 0,-1 0 0 0 0,1-1 1 0 0,0 1-1 0 0,-1 0 0 0 0,1 0 1 0 0,-1-1-1 0 0,-1-1 0 0 0,2 2 4 0 0,0 1 1 0 0,-1-1-1 0 0,1 0 0 0 0,-1 1 0 0 0,1-1 0 0 0,-1 0 0 0 0,1 1 0 0 0,-1-1 0 0 0,0 1 0 0 0,1-1 0 0 0,-1 1 0 0 0,0-1 0 0 0,1 1 0 0 0,-1 0 0 0 0,0-1 1 0 0,0 1-1 0 0,1 0 0 0 0,-1-1 0 0 0,0 1 0 0 0,0 0 0 0 0,1 0 0 0 0,-1 0 0 0 0,0 0 0 0 0,0 0 0 0 0,-1 0 0 0 0,0 0 12 0 0,0 0 0 0 0,-1 1 0 0 0,1-1 0 0 0,0 1 0 0 0,0 0 0 0 0,-1 0 0 0 0,1 0 0 0 0,-4 2 0 0 0,-1 2 48 0 0,-1 0 1 0 0,1 1-1 0 0,-12 12 1 0 0,5-3 85 0 0,1 1 0 0 0,1 0 0 0 0,0 0 0 0 0,1 2 0 0 0,1-1 0 0 0,-10 24 0 0 0,16-31-77 0 0,0 0 0 0 0,1 1 0 0 0,0-1 0 0 0,0 1 1 0 0,1-1-1 0 0,0 1 0 0 0,1 0 0 0 0,1 0 0 0 0,0 0 0 0 0,0-1 0 0 0,1 1 1 0 0,0 0-1 0 0,4 15 0 0 0,-4-22-42 0 0,1 1 0 0 0,0-1-1 0 0,0 1 1 0 0,0-1 0 0 0,1 0 0 0 0,-1 0 0 0 0,1 0 0 0 0,0 0-1 0 0,0 0 1 0 0,0-1 0 0 0,1 1 0 0 0,5 4 0 0 0,-2-3 2 0 0,1 0 0 0 0,-1-1 1 0 0,1 0-1 0 0,-1 0 0 0 0,1-1 0 0 0,13 4 1 0 0,3-2-46 0 0,0 0 0 0 0,1-1 0 0 0,48 0 1 0 0,-15-5-1474 0 0,86-11 1 0 0,-84 3-2173 0 0,79-23 0 0 0,-55 5-1484 0 0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14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489 143 1104 0 0,'3'-8'754'0'0,"2"-1"157"0"0,-1 0 0 0 0,0 0 0 0 0,-1-1 0 0 0,0 1 0 0 0,0-1 0 0 0,-1 0 0 0 0,0 0 0 0 0,-1 0 0 0 0,0-16 0 0 0,-1 25-884 0 0,0 0 1 0 0,0 0 0 0 0,0 0-1 0 0,-1 0 1 0 0,1 0 0 0 0,0 0-1 0 0,-1 0 1 0 0,1 0 0 0 0,-1 0 0 0 0,1 0-1 0 0,-1 0 1 0 0,1 0 0 0 0,-1 1-1 0 0,0-1 1 0 0,1 0 0 0 0,-1 0-1 0 0,0 1 1 0 0,0-1 0 0 0,1 0-1 0 0,-1 1 1 0 0,0-1 0 0 0,0 1-1 0 0,0-1 1 0 0,0 1 0 0 0,0-1-1 0 0,0 1 1 0 0,0 0 0 0 0,0 0 0 0 0,0-1-1 0 0,0 1 1 0 0,0 0 0 0 0,0 0-1 0 0,-1 0 1 0 0,-3 0 7 0 0,0 0 0 0 0,0 1 0 0 0,0-1 0 0 0,0 1 0 0 0,-5 2 1 0 0,7-2-4 0 0,-16 4 68 0 0,-1 2 1 0 0,1 1 0 0 0,0 0-1 0 0,1 1 1 0 0,-22 14-1 0 0,13-5-40 0 0,1 2 0 0 0,-36 33 0 0 0,49-40-54 0 0,1 0-1 0 0,-1 0 1 0 0,2 1 0 0 0,0 1-1 0 0,1 0 1 0 0,1 0 0 0 0,-13 28-1 0 0,19-35 4 0 0,0-1-1 0 0,1 1 0 0 0,0 0 1 0 0,0 1-1 0 0,1-1 0 0 0,0 0 1 0 0,0 0-1 0 0,1 1 0 0 0,0-1 1 0 0,0 0-1 0 0,1 1 0 0 0,0-1 1 0 0,1 0-1 0 0,0 0 0 0 0,0 0 1 0 0,0 0-1 0 0,1 0 0 0 0,7 13 1 0 0,9 8 91 0 0,0-1 0 0 0,2 0 0 0 0,1-2 0 0 0,39 37 0 0 0,-36-40-31 0 0,-2 2 1 0 0,-1 0 0 0 0,-1 1 0 0 0,32 53-1 0 0,-50-73 13 0 0,0 0-1 0 0,-1 0 1 0 0,1 0 0 0 0,-1 1-1 0 0,-1-1 1 0 0,1 1-1 0 0,-1-1 1 0 0,0 1 0 0 0,0 0-1 0 0,-1 0 1 0 0,0-1-1 0 0,0 1 1 0 0,-3 13 0 0 0,1-11 3 0 0,-1 1 0 0 0,0-1 0 0 0,-1 1 1 0 0,0-1-1 0 0,-1 0 0 0 0,1-1 1 0 0,-2 1-1 0 0,-8 11 0 0 0,-8 5 337 0 0,0-2 0 0 0,-2-1 0 0 0,0 0 0 0 0,-43 28 0 0 0,67-50-415 0 0,0 0-1 0 0,-1 0 1 0 0,1 0-1 0 0,0 0 1 0 0,0 0-1 0 0,0 0 1 0 0,0 1 0 0 0,0-1-1 0 0,0 0 1 0 0,-1 0-1 0 0,1 0 1 0 0,0 1-1 0 0,0-1 1 0 0,0 0 0 0 0,0 0-1 0 0,0 0 1 0 0,0 0-1 0 0,0 1 1 0 0,0-1-1 0 0,0 0 1 0 0,0 0-1 0 0,0 0 1 0 0,0 1 0 0 0,0-1-1 0 0,0 0 1 0 0,0 0-1 0 0,0 0 1 0 0,0 1-1 0 0,0-1 1 0 0,0 0 0 0 0,0 0-1 0 0,1 0 1 0 0,-1 1-1 0 0,0-1 1 0 0,0 0-1 0 0,0 0 1 0 0,0 0 0 0 0,0 0-1 0 0,0 0 1 0 0,1 1-1 0 0,-1-1 1 0 0,0 0-1 0 0,0 0 1 0 0,0 0 0 0 0,0 0-1 0 0,0 0 1 0 0,1 0-1 0 0,-1 0 1 0 0,0 1-1 0 0,0-1 1 0 0,0 0 0 0 0,1 0-1 0 0,-1 0 1 0 0,0 0-1 0 0,0 0 1 0 0,0 0-1 0 0,1 0 1 0 0,-1 0 0 0 0,0 0-1 0 0,0 0 1 0 0,0 0-1 0 0,1 0 1 0 0,-1 0-1 0 0,25 6-57 0 0,4 2 19 0 0,-22-5 26 0 0,-1 1-1 0 0,1 0 0 0 0,-1 1 0 0 0,0 0 1 0 0,0 0-1 0 0,-1 0 0 0 0,1 0 0 0 0,-1 1 1 0 0,0 0-1 0 0,7 12 0 0 0,-6-8 5 0 0,0 1-1 0 0,-1 0 1 0 0,-1 1-1 0 0,0-1 1 0 0,0 1 0 0 0,2 15-1 0 0,-2-1 10 0 0,-2 1 0 0 0,0-1 0 0 0,-2 1 1 0 0,-1 0-1 0 0,-6 41 0 0 0,-4-10 5 0 0,-2 0 0 0 0,-3-1 0 0 0,-24 57 0 0 0,-80 159 76 0 0,-7 16-6 0 0,116-263-12 0 0,2-1 1 0 0,1 2-1 0 0,1-1 1 0 0,2 1 0 0 0,-5 51-1 0 0,10-72-54 0 0,1 1 0 0 0,-1 0 0 0 0,1 0 0 0 0,1 0 0 0 0,-1-1 0 0 0,1 1 0 0 0,0-1 0 0 0,0 1 0 0 0,1-1 0 0 0,0 0 0 0 0,0 0 0 0 0,7 10 0 0 0,-3-9-3 0 0,-1 1 1 0 0,1-1-1 0 0,0 0 0 0 0,0-1 1 0 0,1 1-1 0 0,0-2 0 0 0,0 1 1 0 0,10 4-1 0 0,1-1-583 0 0,0-1-1 0 0,0 0 1 0 0,1-2-1 0 0,0 0 1 0 0,0-1-1 0 0,0-1 1 0 0,37 2-1 0 0,-43-6-1514 0 0,0 0-1 0 0,24-4 1 0 0,-2-2-3956 0 0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14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676 58 1204 0 0,'24'-25'8350'0'0,"-23"25"-8300"0"0,-1 0 1 0 0,0 0-1 0 0,0 0 0 0 0,0 0 0 0 0,1-1 0 0 0,-1 1 0 0 0,0 0 0 0 0,0 0 1 0 0,1 0-1 0 0,-1 0 0 0 0,0 0 0 0 0,0 0 0 0 0,0 0 0 0 0,1 0 1 0 0,-1 0-1 0 0,0-1 0 0 0,0 1 0 0 0,0 0 0 0 0,1 0 0 0 0,-1 0 0 0 0,0 0 1 0 0,0-1-1 0 0,0 1 0 0 0,0 0 0 0 0,0 0 0 0 0,1 0 0 0 0,-1-1 1 0 0,0 1-1 0 0,0 0 0 0 0,0 0 0 0 0,0 0 0 0 0,0-1 0 0 0,0 1 1 0 0,0 0-1 0 0,0 0 0 0 0,0-1 0 0 0,0 1 0 0 0,0 0 0 0 0,0 0 0 0 0,0-1 1 0 0,0 1-1 0 0,0 0 0 0 0,0 0 0 0 0,0 0 0 0 0,0-1 0 0 0,0 1 1 0 0,0 0-1 0 0,0 0 0 0 0,-1-1 0 0 0,1 1 0 0 0,0 0 0 0 0,0 0 1 0 0,0 0-1 0 0,0 0 0 0 0,-1-1 0 0 0,1 0 23 0 0,-1 0 0 0 0,0 0 0 0 0,1 0 0 0 0,-1 0 0 0 0,0 1 0 0 0,1-1 0 0 0,-1 0 0 0 0,0 0 0 0 0,0 1 0 0 0,0-1 0 0 0,0 0 0 0 0,0 1 0 0 0,0-1 1 0 0,-1 0-1 0 0,-21-3 64 0 0,1 1 1 0 0,-1 1-1 0 0,0 1 1 0 0,1 0-1 0 0,-37 6 1 0 0,20-3-96 0 0,22 0-69 0 0,0 0 0 0 0,0 1 0 0 0,1 1 1 0 0,-1 0-1 0 0,1 1 0 0 0,-16 8 0 0 0,27-11 17 0 0,1 1 0 0 0,-1 0 0 0 0,1 1 0 0 0,0-1 0 0 0,0 1 0 0 0,0-1 0 0 0,0 1 0 0 0,1 0 0 0 0,0 1 0 0 0,0-1 1 0 0,0 0-1 0 0,-4 10 0 0 0,2-5-11 0 0,1 0 0 0 0,1 0 0 0 0,0 0 0 0 0,0 0 0 0 0,1 0 0 0 0,0 1 0 0 0,-1 14 0 0 0,0 73-61 0 0,3-73 83 0 0,-26 486 674 0 0,-33-1 699 0 0,20-187-659 0 0,-75 829 1836 0 0,89-884-2486 0 0,24-254-34 0 0,0-11-12 0 0,1 1-1 0 0,-1-1 1 0 0,1 1 0 0 0,0-1 0 0 0,0 1 0 0 0,0-1 0 0 0,0 1 0 0 0,0 0 0 0 0,1-1 0 0 0,-1 1 0 0 0,1-1 0 0 0,-1 1 0 0 0,1-1 0 0 0,0 0 0 0 0,0 1 0 0 0,0-1 0 0 0,2 4 0 0 0,-1-5-11 0 0,-1-1 0 0 0,0 1 0 0 0,1 0 0 0 0,-1 0 0 0 0,1-1 0 0 0,-1 1 0 0 0,1 0 0 0 0,0-1 0 0 0,-1 0 1 0 0,1 1-1 0 0,0-1 0 0 0,-1 0 0 0 0,1 0 0 0 0,0 0 0 0 0,2 0 0 0 0,27-4-3 0 0,-26 3-22 0 0,26-5-733 0 0,0-2-1 0 0,-1-1 1 0 0,56-25-1 0 0,81-53-3189 0 0,-29-3-1774 0 0,-70 39 1145 0 0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21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76 1304 0 0,'-2'-2'1488'0'0,"-6"-3"-228"0"0,0-1-1 0 0,1 0 0 0 0,0 0 1 0 0,0-1-1 0 0,0 0 0 0 0,-6-10 1 0 0,12 16-1014 0 0,0 1-232 0 0,1-1 1 0 0,0 1-1 0 0,-1 0 0 0 0,1 0 0 0 0,0 0 0 0 0,-1-1 0 0 0,1 1 0 0 0,0 0 0 0 0,-1-1 0 0 0,1 1 0 0 0,0 0 0 0 0,0-1 0 0 0,0 1 0 0 0,-1 0 0 0 0,1-1 1 0 0,0 1-1 0 0,0 0 0 0 0,0-1 0 0 0,0 1 0 0 0,-1-1 0 0 0,1 1 0 0 0,0 0 0 0 0,0-1 0 0 0,0 1 0 0 0,0-1 0 0 0,0 1 0 0 0,0-1 0 0 0,0 1 0 0 0,0 0 0 0 0,0-1 1 0 0,1 1-1 0 0,-1-1 0 0 0,0 1 0 0 0,0 0 0 0 0,0-1 0 0 0,0 1 0 0 0,0 0 0 0 0,1-1 0 0 0,-1 1 0 0 0,0 0 0 0 0,0-1 0 0 0,1 1 0 0 0,-1 0 0 0 0,0-1 1 0 0,1 1-1 0 0,-1 0 0 0 0,0 0 0 0 0,1-1 0 0 0,-1 1 0 0 0,0 0 0 0 0,1 0 0 0 0,-1 0 0 0 0,0-1 0 0 0,1 1 0 0 0,-1 0 0 0 0,1 0 0 0 0,-1 0 0 0 0,0 0 0 0 0,1 0 1 0 0,-1 0-1 0 0,1 0 0 0 0,-1 0 0 0 0,0 0 0 0 0,1 0 0 0 0,-1 0 0 0 0,1 0 0 0 0,-1 0 0 0 0,36 1 43 0 0,-25 1-5 0 0,-1 1 0 0 0,1 1 0 0 0,0 0 0 0 0,-1 0 1 0 0,0 1-1 0 0,0 0 0 0 0,0 0 0 0 0,-1 1 0 0 0,1 1 0 0 0,-1 0 0 0 0,-1 0 1 0 0,0 1-1 0 0,0 0 0 0 0,0 0 0 0 0,-1 0 0 0 0,0 1 0 0 0,0 1 0 0 0,-1-1 1 0 0,6 15-1 0 0,-3-5 17 0 0,-1 0 0 0 0,-1 0 1 0 0,-1 1-1 0 0,0 0 0 0 0,-2 0 0 0 0,0 1 1 0 0,-2-1-1 0 0,0 1 0 0 0,-2 35 0 0 0,-2-22-21 0 0,-3 0 0 0 0,-1 0 0 0 0,-1 0 0 0 0,-2-1 0 0 0,-12 32-1 0 0,-77 156 181 0 0,40-98-85 0 0,22-31-80 0 0,33-83-55 0 0,1 0 1 0 0,0 0 0 0 0,0 0-1 0 0,1 0 1 0 0,0 0 0 0 0,1 1 0 0 0,0-1-1 0 0,2 14 1 0 0,-1-18-5 0 0,1 0 0 0 0,-1 0-1 0 0,1 0 1 0 0,1-1 0 0 0,-1 1 0 0 0,1 0 0 0 0,-1-1-1 0 0,1 0 1 0 0,0 1 0 0 0,1-1 0 0 0,-1 0-1 0 0,1-1 1 0 0,0 1 0 0 0,0-1 0 0 0,0 1 0 0 0,0-1-1 0 0,1-1 1 0 0,-1 1 0 0 0,1 0 0 0 0,0-1-1 0 0,6 2 1 0 0,12 5 17 0 0,0-2-1 0 0,0-1 1 0 0,31 5 0 0 0,-46-10-21 0 0,50 6 109 0 0,111 0 0 0 0,-162-7-88 0 0,7-3 9 0 0,-12 1-16 0 0,15-7 14 0 0,-16 7-23 0 0,0 1 7 0 0,-1-1-6 0 0,1-5 1 0 0,-1 6-7 0 0,-1-5 11 0 0,-14-5-36 0 0,13 11 25 0 0,1 0-1 0 0,0-1 1 0 0,0 1 0 0 0,0 0 0 0 0,0 0 0 0 0,0 0-1 0 0,-1-1 1 0 0,1 1 0 0 0,0 1 0 0 0,0-1 0 0 0,0 0-1 0 0,0 0 1 0 0,-1 0 0 0 0,1 1 0 0 0,0-1 0 0 0,0 0-1 0 0,0 1 1 0 0,0-1 0 0 0,0 1 0 0 0,0-1 0 0 0,0 1-1 0 0,-2 1 1 0 0,-18 17 14 0 0,14-10 39 0 0,1 0 0 0 0,0 1 0 0 0,0 0 1 0 0,1 0-1 0 0,0 0 0 0 0,-4 16 0 0 0,-16 71 502 0 0,19-69-419 0 0,-13 70 418 0 0,-10 146 1 0 0,15 103 400 0 0,14-330-904 0 0,5 342 787 0 0,1-17-405 0 0,-6-315-396 0 0,-1 19 45 0 0,-6 51 0 0 0,5-84-62 0 0,-1-1 0 0 0,1 1 1 0 0,-2-1-1 0 0,0 1 0 0 0,0-1 0 0 0,-1 0 0 0 0,-1-1 0 0 0,-12 21 0 0 0,12-25-55 0 0,0-1-1 0 0,0 0 1 0 0,0 0-1 0 0,-1 0 1 0 0,0-1-1 0 0,0 0 1 0 0,-1 0-1 0 0,1 0 1 0 0,-1-1-1 0 0,0-1 1 0 0,0 1-1 0 0,-13 3 1 0 0,-11 1-2107 0 0,-64 10 0 0 0,71-15 564 0 0,-45 7-4971 0 0,34-7 1090 0 0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26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0 1056 0 0,'0'0'4331'0'0,"9"13"-2094"0"0,-1 74-928 0 0,-4 1 0 0 0,-9 127 0 0 0,-47 176-3294 0 0,42-335-2506 0 0,6-43 1820 0 0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26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0 370 568 0 0,'2'-23'824'0'0,"1"0"-1"0"0,0 1 1 0 0,2-1 0 0 0,1 1 0 0 0,0 0-1 0 0,2 0 1 0 0,0 1 0 0 0,2 0-1 0 0,0 1 1 0 0,14-20 0 0 0,-17 30-702 0 0,1 0 0 0 0,1 1 0 0 0,0 1 0 0 0,0 0-1 0 0,0 0 1 0 0,1 0 0 0 0,1 1 0 0 0,-1 1 0 0 0,1 0 0 0 0,0 0 0 0 0,20-7 0 0 0,-23 11-97 0 0,0-1-1 0 0,0 1 1 0 0,0 1 0 0 0,0 0 0 0 0,0 0-1 0 0,0 0 1 0 0,1 1 0 0 0,10 1 0 0 0,-14 0-23 0 0,0-1 1 0 0,0 2 0 0 0,0-1-1 0 0,-1 0 1 0 0,1 1 0 0 0,0 0 0 0 0,-1 0-1 0 0,1 1 1 0 0,-1-1 0 0 0,0 1-1 0 0,0 0 1 0 0,0 0 0 0 0,0 0-1 0 0,5 5 1 0 0,-7-5 1 0 0,0 0 0 0 0,0 0 0 0 0,0 1 0 0 0,0-1 0 0 0,0 0 0 0 0,-1 0 0 0 0,1 1 0 0 0,-1-1 0 0 0,0 1 0 0 0,0 0 0 0 0,-1-1 0 0 0,1 1 1 0 0,-1 0-1 0 0,1-1 0 0 0,-1 1 0 0 0,0 0 0 0 0,-1-1 0 0 0,1 1 0 0 0,0 0 0 0 0,-1-1 0 0 0,0 1 0 0 0,0 0 0 0 0,-3 5 0 0 0,-2 7 28 0 0,-2 0 0 0 0,0 0 1 0 0,-16 24-1 0 0,17-29 11 0 0,-10 12 0 0 0,0 0-1 0 0,-2-1 1 0 0,0-2-1 0 0,-2 1 1 0 0,0-2-1 0 0,-1-1 1 0 0,-1-1-1 0 0,-35 20 0 0 0,50-33-38 0 0,3-4 6 0 0,-12 11 19 0 0,16-10-33 0 0,0-1 0 0 0,0 1 0 0 0,-1 0 0 0 0,1-1 0 0 0,0 1 0 0 0,0 0-1 0 0,0 0 1 0 0,0 0 0 0 0,0 0 0 0 0,1 0 0 0 0,-1 0 0 0 0,0 0 0 0 0,0 0 0 0 0,1 0 0 0 0,-1 0 0 0 0,0 1-1 0 0,1-1 1 0 0,-1 0 0 0 0,0 3 0 0 0,2-2 12 0 0,0-1-1 0 0,-1 1 1 0 0,1 0-1 0 0,0 0 0 0 0,0 0 1 0 0,0-1-1 0 0,0 1 1 0 0,0 0-1 0 0,0-1 1 0 0,0 1-1 0 0,1-1 1 0 0,-1 1-1 0 0,3 1 1 0 0,53 55 73 0 0,71 97 0 0 0,-122-147-590 0 0,2 1-1 0 0,-1-1 1 0 0,1 0-1 0 0,15 11 1 0 0,-16-14-627 0 0,0 0-1 0 0,1-1 1 0 0,13 6-1 0 0,-1-3-1600 0 0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26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245 147 1968 0 0,'-1'-15'1483'0'0,"-1"0"-1"0"0,0 0 0 0 0,-8-22 1 0 0,9 32-1296 0 0,0 1 0 0 0,-1 0 0 0 0,0 0 0 0 0,0 0 0 0 0,0 0 0 0 0,0 0 0 0 0,0 0 0 0 0,-1 0 0 0 0,0 1 0 0 0,0 0 0 0 0,0-1 0 0 0,0 1 0 0 0,0 0 0 0 0,-1 0 0 0 0,-7-4 0 0 0,9 6-156 0 0,0 1 0 0 0,0 0 0 0 0,0-1 1 0 0,0 1-1 0 0,0 0 0 0 0,0 0 0 0 0,0 0 0 0 0,0 0 0 0 0,0 1 0 0 0,0-1 0 0 0,0 0 0 0 0,0 1 0 0 0,0-1 0 0 0,0 1 0 0 0,0 0 0 0 0,0 0 0 0 0,-2 1 0 0 0,-29 18 298 0 0,23-12-269 0 0,0 0 1 0 0,1 1-1 0 0,0 0 1 0 0,1 0-1 0 0,0 1 1 0 0,0 0-1 0 0,1 0 1 0 0,1 1-1 0 0,-9 16 1 0 0,11-19-38 0 0,1 0 0 0 0,0 0 0 0 0,0 0 0 0 0,1 1 0 0 0,0-1 0 0 0,0 1 0 0 0,1 0 0 0 0,0-1 0 0 0,1 1 0 0 0,0 0 0 0 0,0 0 0 0 0,1-1 0 0 0,0 1 0 0 0,3 11 0 0 0,-3-16-14 0 0,0 0 1 0 0,1 0 0 0 0,-1 0-1 0 0,1 0 1 0 0,0-1-1 0 0,0 1 1 0 0,0 0-1 0 0,1-1 1 0 0,-1 0-1 0 0,1 1 1 0 0,0-1 0 0 0,0 0-1 0 0,0 0 1 0 0,0-1-1 0 0,1 1 1 0 0,-1-1-1 0 0,1 1 1 0 0,-1-1 0 0 0,1 0-1 0 0,0 0 1 0 0,0-1-1 0 0,0 1 1 0 0,0-1-1 0 0,0 0 1 0 0,0 0 0 0 0,0 0-1 0 0,7 0 1 0 0,-6-1-11 0 0,0 0 1 0 0,0-1-1 0 0,0 1 1 0 0,0-1 0 0 0,0 0-1 0 0,0 0 1 0 0,0-1 0 0 0,0 1-1 0 0,0-1 1 0 0,-1 0-1 0 0,1-1 1 0 0,-1 1 0 0 0,1-1-1 0 0,-1 1 1 0 0,0-2-1 0 0,0 1 1 0 0,0 0 0 0 0,0-1-1 0 0,-1 1 1 0 0,0-1-1 0 0,1 0 1 0 0,2-5 0 0 0,2-7-4 0 0,1-1 1 0 0,-2 0-1 0 0,0-1 1 0 0,-2 1 0 0 0,5-22-1 0 0,7-19 512 0 0,-13 39-354 0 0,-3 16-63 0 0,-3 14-11 0 0,-5 84 306 0 0,7-82-844 0 0,1 1-1 0 0,0-1 1 0 0,0 0-1 0 0,1 0 1 0 0,6 18-1 0 0,-7-27-498 0 0,1-1 0 0 0,0 1 0 0 0,1 0 0 0 0,-1-1 0 0 0,5 6 0 0 0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27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0 127 104 0 0,'17'-75'8356'0'0,"-17"74"-8295"0"0,0 0 1 0 0,0 0-1 0 0,0-1 1 0 0,0 1-1 0 0,1 0 0 0 0,-1 0 1 0 0,0 0-1 0 0,1 0 0 0 0,-1-1 1 0 0,1 1-1 0 0,0 0 1 0 0,-1 0-1 0 0,1 0 0 0 0,0 0 1 0 0,-1 0-1 0 0,1 0 0 0 0,0 1 1 0 0,0-1-1 0 0,0 0 1 0 0,0 0-1 0 0,0 0 0 0 0,0 1 1 0 0,0-1-1 0 0,0 1 0 0 0,0-1 1 0 0,0 1-1 0 0,0-1 1 0 0,0 1-1 0 0,0-1 0 0 0,1 1 1 0 0,-1 0-1 0 0,0 0 0 0 0,0 0 1 0 0,0-1-1 0 0,1 1 1 0 0,-1 1-1 0 0,0-1 0 0 0,0 0 1 0 0,0 0-1 0 0,1 0 0 0 0,-1 0 1 0 0,0 1-1 0 0,0-1 1 0 0,0 1-1 0 0,0-1 0 0 0,2 1 1 0 0,1 2 61 0 0,0-1 1 0 0,1 0-1 0 0,-1 1 0 0 0,-1 0 1 0 0,1 0-1 0 0,0 0 1 0 0,-1 1-1 0 0,1-1 1 0 0,-1 1-1 0 0,3 4 0 0 0,-1 0-26 0 0,-1 0-1 0 0,0 1 0 0 0,-1-1 0 0 0,0 1 0 0 0,0 0 0 0 0,-1 0 0 0 0,0 0 0 0 0,-1 1 0 0 0,1-1 1 0 0,-2 0-1 0 0,1 1 0 0 0,-2 12 0 0 0,-1-8-13 0 0,1-1-1 0 0,-2 1 1 0 0,0-1-1 0 0,0 0 1 0 0,-1 1-1 0 0,-1-2 1 0 0,-12 24 0 0 0,17-34-65 0 0,-1-1 1 0 0,0 0-1 0 0,0 1 1 0 0,0-1-1 0 0,0 0 1 0 0,0 1-1 0 0,0-1 1 0 0,0 0-1 0 0,0 0 1 0 0,0 0-1 0 0,0 0 1 0 0,-1 0-1 0 0,1 0 1 0 0,0-1-1 0 0,-1 1 1 0 0,1 0-1 0 0,-1-1 1 0 0,-1 2-1 0 0,2-3-16 0 0,0 0 1 0 0,1 0-1 0 0,-1-1 0 0 0,0 1 1 0 0,1 0-1 0 0,-1 0 0 0 0,1 0 1 0 0,-1 0-1 0 0,1-1 0 0 0,0 1 1 0 0,-1 0-1 0 0,1 0 0 0 0,0-1 1 0 0,0-1-1 0 0,0 2-2 0 0,-1-15-20 0 0,1 0 0 0 0,1 0 0 0 0,0 0 0 0 0,1 1 0 0 0,1-1 0 0 0,1 0 0 0 0,9-25 0 0 0,-9 28-10 0 0,0 0 0 0 0,2 1 1 0 0,-1 0-1 0 0,2 0 1 0 0,-1 0-1 0 0,2 1 0 0 0,-1 0 1 0 0,2 0-1 0 0,12-13 1 0 0,-17 20 28 0 0,1 0 0 0 0,0 0 1 0 0,-1 1-1 0 0,1-1 1 0 0,1 1-1 0 0,-1 0 1 0 0,0 0-1 0 0,1 1 1 0 0,-1 0-1 0 0,1 0 0 0 0,0 0 1 0 0,0 1-1 0 0,0 0 1 0 0,0 0-1 0 0,0 0 1 0 0,0 1-1 0 0,0-1 1 0 0,0 2-1 0 0,0-1 1 0 0,0 1-1 0 0,0 0 0 0 0,0 0 1 0 0,7 2-1 0 0,-6-1 23 0 0,0 1 0 0 0,0-1 1 0 0,-1 1-1 0 0,1 0 0 0 0,-1 1 0 0 0,0-1 0 0 0,0 1 0 0 0,0 1 0 0 0,0-1 0 0 0,-1 1 0 0 0,1 0 0 0 0,-1 0 0 0 0,0 1 1 0 0,-1-1-1 0 0,0 1 0 0 0,1 0 0 0 0,-2 0 0 0 0,1 1 0 0 0,-1-1 0 0 0,0 1 0 0 0,0 0 0 0 0,-1-1 0 0 0,0 1 0 0 0,0 0 0 0 0,-1 1 1 0 0,1-1-1 0 0,-2 0 0 0 0,1 0 0 0 0,-1 0 0 0 0,0 1 0 0 0,-2 13 0 0 0,-4 21 46 0 0,3-23-1049 0 0,1-1-1 0 0,1 1 1 0 0,1 33-1 0 0,6-29-3763 0 0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27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45 204 1992 0 0,'2'-82'5214'0'0,"4"-39"2045"0"0,-5 122-7186 0 0,0 0 0 0 0,0 0 0 0 0,0 1-1 0 0,0-1 1 0 0,0 0 0 0 0,0 1 0 0 0,0-1-1 0 0,0 1 1 0 0,-1-1 0 0 0,1 1 0 0 0,-1-1-1 0 0,1 1 1 0 0,-1-1 0 0 0,0 1 0 0 0,1 1-1 0 0,3 28 504 0 0,-1 0 0 0 0,-2 61 0 0 0,-15 63-194 0 0,8-106-225 0 0,-18 111 194 0 0,-3 37-2066 0 0,26-141-949 0 0,5-20-3551 0 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28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87 1560 0 0,'37'-80'9946'0'0,"-37"79"-9927"0"0,0 1 0 0 0,1 0 0 0 0,-1 0 0 0 0,0 0 0 0 0,0-1 0 0 0,0 1 0 0 0,0 0 0 0 0,0 0 0 0 0,0 0 0 0 0,0-1 0 0 0,0 1 0 0 0,0 0 0 0 0,0 0 0 0 0,0 0 0 0 0,0 0 1 0 0,0-1-1 0 0,0 1 0 0 0,-1 0 0 0 0,1 0 0 0 0,0 0 0 0 0,0-1 0 0 0,0 1 0 0 0,0 0 0 0 0,0 0 0 0 0,0 0 0 0 0,0 0 0 0 0,0 0 0 0 0,-1-1 0 0 0,1 1 0 0 0,0 0 0 0 0,0 0 0 0 0,0 0 0 0 0,0 0 0 0 0,0 0 0 0 0,-1 0 0 0 0,1 0 0 0 0,0-1 0 0 0,0 1 0 0 0,0 0 0 0 0,-1 0 0 0 0,1 0 0 0 0,0 0 0 0 0,0 0 0 0 0,0 0 0 0 0,-1 0 0 0 0,1 0 0 0 0,0 0 0 0 0,0 0 0 0 0,0 0 0 0 0,0 0 0 0 0,-1 0 0 0 0,1 0 0 0 0,0 0 0 0 0,0 0 0 0 0,0 0 0 0 0,-1 1 0 0 0,1-1 0 0 0,0 0 0 0 0,0 0 0 0 0,0 0 0 0 0,0 0 0 0 0,-1 0 0 0 0,1 0 0 0 0,0 1 0 0 0,-13 2 178 0 0,-18 12 73 0 0,1 1-1 0 0,-44 30 1 0 0,8-4-145 0 0,-15 8-6 0 0,-46 25 39 0 0,125-73-141 0 0,16-4-65 0 0,1 1 74 0 0,0 1-1 0 0,0 0 1 0 0,0 1 0 0 0,0 0-1 0 0,-1 2 1 0 0,1-1-1 0 0,-1 2 1 0 0,1 0-1 0 0,-1 1 1 0 0,0 0-1 0 0,-1 1 1 0 0,1 0 0 0 0,22 16-1 0 0,-12-5 61 0 0,-1 1 0 0 0,0 2 0 0 0,-2 0 0 0 0,0 1 0 0 0,33 44 0 0 0,-47-55-223 0 0,11 13-861 0 0,22 24 0 0 0,-33-40-622 0 0,1 0 0 0 0,0-1 0 0 0,16 11 0 0 0,-6-8-2356 0 0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28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23 207 872 0 0,'-18'-39'11701'0'0,"13"27"-8874"0"0,5 10-2694 0 0,1 0 0 0 0,-1 1-1 0 0,0-1 1 0 0,1 1 0 0 0,0-1 0 0 0,-1 1-1 0 0,1-1 1 0 0,0 1 0 0 0,-1 0 0 0 0,1-1 0 0 0,0 1-1 0 0,0 0 1 0 0,0 0 0 0 0,0-1 0 0 0,0 1-1 0 0,1 0 1 0 0,-1 0 0 0 0,0 0 0 0 0,0 0-1 0 0,1 1 1 0 0,-1-1 0 0 0,0 0 0 0 0,1 0 0 0 0,-1 1-1 0 0,3-1 1 0 0,7-4-90 0 0,1 2-1 0 0,18-4 1 0 0,-3 0 229 0 0,123-31-390 0 0,11-4-6970 0 0,-126 27 1903 0 0,-19 8 728 0 0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28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88 2084 0 0,'-14'-20'5999'0'0,"-22"-27"-1"0"0,20 28-3662 0 0,15 18-1832 0 0,4 15-177 0 0,4 2-253 0 0,-2 0 0 0 0,0 0 1 0 0,-1 0-1 0 0,-1 1 0 0 0,0 0 0 0 0,-1-1 0 0 0,-1 1 0 0 0,-1 0 0 0 0,0 0 0 0 0,-1 0 0 0 0,-1 0 0 0 0,-1 0 1 0 0,-6 24-1 0 0,-4-5-134 0 0,0 0 0 0 0,-3-1 0 0 0,-38 64 1 0 0,34-69-1341 0 0,-1 0 1 0 0,-29 30-1 0 0,11-21-4368 0 0,22-24 92 0 0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28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46 115 1308 0 0,'8'-16'3210'0'0,"0"0"0"0"0,7-20 0 0 0,5-11 4793 0 0,-20 65-6970 0 0,-8 98 273 0 0,2-43-976 0 0,-40 421-2726 0 0,19-235-6590 0 0,18-161 1162 0 0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39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41 660 0 0,'4'-8'10575'0'0,"-2"11"-10575"0"0,0 0 0 0 0,-1 0 0 0 0,1 0 0 0 0,-1 0 0 0 0,1 1 0 0 0,-1-1 0 0 0,1 7 0 0 0,7 22-75 0 0,-8-30 34 0 0,1 2 30 0 0,0-1 0 0 0,0 0-1 0 0,0 1 1 0 0,0-1 0 0 0,1 0 0 0 0,-1 0-1 0 0,6 4 1 0 0,-7-6 4 0 0,30 8 76 0 0,-28-9-56 0 0,2 0 4 0 0,-1 0-1 0 0,1 0 0 0 0,0-1 1 0 0,-1 1-1 0 0,1-1 0 0 0,-1 0 1 0 0,1 0-1 0 0,-1 0 0 0 0,0-1 0 0 0,1 0 1 0 0,-1 1-1 0 0,0-2 0 0 0,0 1 1 0 0,0 0-1 0 0,0-1 0 0 0,-1 0 1 0 0,1 1-1 0 0,-1-2 0 0 0,1 1 0 0 0,-1 0 1 0 0,0-1-1 0 0,0 1 0 0 0,3-7 1 0 0,-5 7-16 0 0,-1 1 0 0 0,0-1 1 0 0,1 1-1 0 0,-1-1 0 0 0,0 0 1 0 0,-1 1-1 0 0,1-1 0 0 0,0 1 0 0 0,-1-1 1 0 0,1 0-1 0 0,-1 1 0 0 0,0-1 1 0 0,0 1-1 0 0,0 0 0 0 0,0-1 1 0 0,0 1-1 0 0,-1 0 0 0 0,1 0 0 0 0,-1 0 1 0 0,-1-3-1 0 0,0 3-5 0 0,1-1 0 0 0,0 0 0 0 0,-1 1 0 0 0,0-1 0 0 0,0 1 0 0 0,0 0-1 0 0,0 0 1 0 0,0 0 0 0 0,0 0 0 0 0,0 0 0 0 0,-1 1 0 0 0,1-1 0 0 0,0 1 0 0 0,-1 0 0 0 0,1 0 0 0 0,-1 0 0 0 0,0 1 0 0 0,1-1 0 0 0,-1 1-1 0 0,-5 0 1 0 0,5 1 18 0 0,0 0-1 0 0,0 0 1 0 0,-1 0-1 0 0,1 0 0 0 0,0 1 1 0 0,0 0-1 0 0,0 0 1 0 0,0 0-1 0 0,1 0 0 0 0,-1 1 1 0 0,1-1-1 0 0,-1 1 0 0 0,1 0 1 0 0,0 0-1 0 0,0 0 1 0 0,-5 7-1 0 0,-9 15 152 0 0,1 0 0 0 0,1 1 0 0 0,1 1 0 0 0,2 0-1 0 0,0 1 1 0 0,2 0 0 0 0,1 1 0 0 0,2 0 0 0 0,1 0 0 0 0,-4 35 0 0 0,9-50-58 0 0,0 0 1 0 0,1 0 0 0 0,0 0 0 0 0,1 0 0 0 0,1 1 0 0 0,0-1 0 0 0,1-1-1 0 0,0 1 1 0 0,8 19 0 0 0,-8-26-80 0 0,1 1 1 0 0,0-1-1 0 0,0 0 0 0 0,1 0 1 0 0,0 0-1 0 0,0-1 0 0 0,1 0 1 0 0,-1 0-1 0 0,2 0 0 0 0,-1 0 1 0 0,0-1-1 0 0,1 0 0 0 0,0-1 0 0 0,0 1 1 0 0,1-1-1 0 0,-1-1 0 0 0,11 4 1 0 0,6 1-12 0 0,-1-2 0 0 0,1-1 0 0 0,1 0 1 0 0,-1-2-1 0 0,0-1 0 0 0,49-2 0 0 0,-19-5-382 0 0,1-1-1 0 0,54-15 1 0 0,-62 10-475 0 0,0-2 0 0 0,79-35 0 0 0,-97 34-1132 0 0,-1-1 0 0 0,47-34 0 0 0,-46 26-1279 0 0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15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162 103 1536 0 0,'4'-26'5104'0'0,"12"-38"-1"0"0,-15 62-4801 0 0,0-5 224 0 0,0 4 231 0 0,-3 9-270 0 0,-43 152 1367 0 0,-49 148-1422 0 0,89-293-850 0 0,-16 42-1670 0 0,8-18-3868 0 0,9-22 721 0 0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15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57 1292 0 0,'-3'1'1834'0'0,"-37"9"6657"0"0,39-10-8439 0 0,1-1 1 0 0,-1 1-1 0 0,1 0 1 0 0,-1 0-1 0 0,1 0 0 0 0,0 0 1 0 0,-1 0-1 0 0,1 0 1 0 0,0-1-1 0 0,-1 1 0 0 0,1 0 1 0 0,-1 0-1 0 0,1-1 1 0 0,0 1-1 0 0,-1 0 0 0 0,1 0 1 0 0,0-1-1 0 0,0 1 0 0 0,-1 0 1 0 0,1-1-1 0 0,0 1 1 0 0,0 0-1 0 0,-1-1 0 0 0,1 1 1 0 0,0-1-1 0 0,8-5 253 0 0,0 1-1 0 0,1 0 1 0 0,-1 1 0 0 0,1 0-1 0 0,0 0 1 0 0,13-3 0 0 0,61-13 359 0 0,-54 16-565 0 0,-22 3-92 0 0,0 1 0 0 0,0-1 1 0 0,0 1-1 0 0,0 0 0 0 0,0 1 1 0 0,0 0-1 0 0,0 0 0 0 0,0 1 1 0 0,8 2-1 0 0,-13-3-6 0 0,0 0-1 0 0,0 0 1 0 0,0 0-1 0 0,0 0 1 0 0,0 1-1 0 0,-1-1 1 0 0,1 0 0 0 0,-1 1-1 0 0,1 0 1 0 0,-1-1-1 0 0,1 1 1 0 0,-1 0-1 0 0,0 0 1 0 0,0 0 0 0 0,1 0-1 0 0,-1 0 1 0 0,-1 0-1 0 0,1 0 1 0 0,1 2-1 0 0,-2 0 3 0 0,1 1 0 0 0,-1-1-1 0 0,1 0 1 0 0,-1 1-1 0 0,-1-1 1 0 0,1 0 0 0 0,0 0-1 0 0,-1 1 1 0 0,-2 4-1 0 0,-1 6 8 0 0,-2 0 0 0 0,0-1 0 0 0,0 0 0 0 0,-13 18 0 0 0,0-1 163 0 0,-47 58 0 0 0,30-42 113 0 0,35-46-119 0 0,1 0-132 0 0,0-1 0 0 0,0 1 1 0 0,1-1-1 0 0,-1 1 0 0 0,0-1 1 0 0,0 0-1 0 0,0 1 0 0 0,0-1 1 0 0,1 1-1 0 0,-1-1 0 0 0,0 0 0 0 0,1 1 1 0 0,-1-1-1 0 0,0 1 0 0 0,1-1 1 0 0,-1 0-1 0 0,0 0 0 0 0,1 1 1 0 0,-1-1-1 0 0,0 0 0 0 0,1 0 1 0 0,-1 1-1 0 0,1-1 0 0 0,-1 0 1 0 0,1 0-1 0 0,-1 0 0 0 0,1 0 1 0 0,-1 1-1 0 0,1-1 0 0 0,23 1 362 0 0,22-7-186 0 0,184-46-174 0 0,-132 28-3992 0 0,-22 5-3615 0 0,-60 15 2961 0 0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16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93 356 0 0,'-2'-1'1850'0'0,"0"0"-1601"0"0,1 1 0 0 0,0-1 0 0 0,-1 0 1 0 0,1 1-1 0 0,0-1 0 0 0,0 0 0 0 0,-1 0 1 0 0,1 0-1 0 0,0 0 0 0 0,0 0 0 0 0,0 0 1 0 0,0 0-1 0 0,0 0 0 0 0,0-1 0 0 0,1 1 1 0 0,-1 0-1 0 0,0-1 0 0 0,1 1 1 0 0,-1 0-1 0 0,1-1 0 0 0,-1-1 0 0 0,1 1-120 0 0,0 0 0 0 0,0 1 0 0 0,0-1 0 0 0,0 0 0 0 0,0 0-1 0 0,1 1 1 0 0,-1-1 0 0 0,1 0 0 0 0,-1 1 0 0 0,1-1 0 0 0,0 0-1 0 0,0 1 1 0 0,0-1 0 0 0,0 1 0 0 0,0-1 0 0 0,0 1 0 0 0,0-1 0 0 0,0 1-1 0 0,3-2 1 0 0,-1-1-28 0 0,1 1-1 0 0,-1 0 1 0 0,1 0-1 0 0,0 1 1 0 0,0-1 0 0 0,0 1-1 0 0,0 0 1 0 0,1 0-1 0 0,-1 0 1 0 0,0 1-1 0 0,1-1 1 0 0,-1 1-1 0 0,1 0 1 0 0,0 0 0 0 0,7 0-1 0 0,-11 1-87 0 0,0 0 1 0 0,1 0-1 0 0,-1 0 1 0 0,1 1-1 0 0,-1-1 0 0 0,0 0 1 0 0,1 1-1 0 0,-1-1 1 0 0,0 1-1 0 0,1-1 0 0 0,-1 1 1 0 0,0 0-1 0 0,0-1 1 0 0,1 1-1 0 0,-1 0 0 0 0,0 0 1 0 0,0 0-1 0 0,0 0 1 0 0,0 0-1 0 0,0 0 0 0 0,0 0 1 0 0,0 0-1 0 0,-1 1 1 0 0,1-1-1 0 0,0 0 0 0 0,-1 0 1 0 0,1 1-1 0 0,-1-1 1 0 0,1 0-1 0 0,-1 1 0 0 0,1-1 1 0 0,-1 0-1 0 0,0 1 1 0 0,0-1-1 0 0,0 1 0 0 0,0-1 1 0 0,0 1-1 0 0,0-1 1 0 0,0 2-1 0 0,-1 2 53 0 0,1 1-1 0 0,-1-1 1 0 0,0 0 0 0 0,0 1-1 0 0,-1-1 1 0 0,1 0 0 0 0,-1 0-1 0 0,-5 9 1 0 0,3-7 2 0 0,-9 15 172 0 0,0-2 1 0 0,-32 37 0 0 0,42-54-268 0 0,2-2 72 0 0,0 0 1 0 0,0-1-1 0 0,1 1 0 0 0,-1 0 1 0 0,0-1-1 0 0,1 1 0 0 0,-1 0 1 0 0,0 0-1 0 0,1 0 0 0 0,-1 0 1 0 0,1-1-1 0 0,0 1 0 0 0,-1 0 1 0 0,1 0-1 0 0,-1 0 0 0 0,1 2 1 0 0,0-2-16 0 0,1 1 0 0 0,0-1 0 0 0,-1 0-1 0 0,1 1 1 0 0,0-1 0 0 0,0 0 0 0 0,0 0 0 0 0,0 0 0 0 0,0 0 0 0 0,0 0 0 0 0,0 0 0 0 0,0 0 0 0 0,0 0 0 0 0,0 0 0 0 0,1 0-1 0 0,-1-1 1 0 0,0 1 0 0 0,0-1 0 0 0,1 1 0 0 0,2 0 0 0 0,10 6 75 0 0,-1 1 1 0 0,0 0-1 0 0,0 1 0 0 0,-1 1 1 0 0,0 0-1 0 0,-1 0 0 0 0,0 1 0 0 0,-1 1 1 0 0,0-1-1 0 0,0 2 0 0 0,-2-1 1 0 0,1 1-1 0 0,-2 1 0 0 0,8 15 1 0 0,-14-25 28 0 0,0-1 0 0 0,0 0 1 0 0,0 1-1 0 0,-1-1 1 0 0,1 1-1 0 0,-1-1 1 0 0,0 1-1 0 0,0-1 1 0 0,0 1-1 0 0,0-1 0 0 0,-1 1 1 0 0,1 0-1 0 0,-1-1 1 0 0,0 0-1 0 0,0 1 1 0 0,-3 5-1 0 0,2-4 12 0 0,-1 0 0 0 0,0-1 1 0 0,-1 1-1 0 0,1-1 0 0 0,-1 1 0 0 0,0-1 0 0 0,0 0 1 0 0,-1 0-1 0 0,-7 4 0 0 0,-1 1 9 0 0,-1-1 0 0 0,-1-1 0 0 0,0 0 0 0 0,0-1 0 0 0,0 0 1 0 0,-23 4-1 0 0,24-7-82 0 0,0-1 1 0 0,0 0-1 0 0,0-1 1 0 0,-16-1-1 0 0,23 0-360 0 0,-1-1 0 0 0,0 0 0 0 0,1 0 0 0 0,-1 0 0 0 0,1-1 0 0 0,0-1 0 0 0,0 1 0 0 0,0-1 0 0 0,-9-5 0 0 0,14 7-220 0 0,0-1 1 0 0,0 0 0 0 0,0 0-1 0 0,0 1 1 0 0,1-1 0 0 0,-1 0-1 0 0,0-1 1 0 0,1 1 0 0 0,0 0-1 0 0,-1 0 1 0 0,1-1 0 0 0,0 1-1 0 0,0 0 1 0 0,0-1 0 0 0,1 1-1 0 0,-1-1 1 0 0,1 1 0 0 0,-1-1-1 0 0,1 0 1 0 0,0-3 0 0 0,1-12-5531 0 0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17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1289 127 1264 0 0,'-4'-10'3678'0'0,"-4"-1"-791"0"0,6 9-2173 0 0,1-1 0 0 0,-1 1 0 0 0,0-1 0 0 0,1 0 0 0 0,-1 1 0 0 0,1-1 0 0 0,-2-5 686 0 0,7-3-1060 0 0,7 4-302 0 0,0 1-1 0 0,0 0 1 0 0,1 0 0 0 0,0 1 0 0 0,0 1 0 0 0,18-5 0 0 0,106-12-31 0 0,-98 17-27 0 0,-29 3 17 0 0,8 1 4 0 0,-10 4-29 0 0,-4-3 46 0 0,1 0 0 0 0,-1 1 0 0 0,0-1 1 0 0,-1 1-1 0 0,1 0 0 0 0,0 0 0 0 0,0 0 0 0 0,-1 0 1 0 0,1 0-1 0 0,-1 0 0 0 0,0 1 0 0 0,1 0 1 0 0,-1-1-1 0 0,0 1 0 0 0,-1 0 0 0 0,1 0 0 0 0,0 0 1 0 0,0 3-1 0 0,1 1 121 0 0,-1 1 1 0 0,0 0 0 0 0,-1 0-1 0 0,0 0 1 0 0,0 10 0 0 0,0-5 74 0 0,1 27 275 0 0,-2 0 0 0 0,-2 1 0 0 0,-7 44 0 0 0,-30 118 868 0 0,39-201-1341 0 0,-47 204 1160 0 0,-45 241 1380 0 0,60-183-925 0 0,4 441 0 0 0,35-516-984 0 0,46 275 1 0 0,-21-198-498 0 0,-31-262-74 0 0,-1 0 0 0 0,0 1-1 0 0,0-1 1 0 0,-1 0 0 0 0,1 0 0 0 0,-1 0-1 0 0,0 0 1 0 0,0 0 0 0 0,0 0-1 0 0,0 0 1 0 0,-1 0 0 0 0,0 0 0 0 0,0 0-1 0 0,0-1 1 0 0,0 1 0 0 0,-3 4 0 0 0,0-4-23 0 0,1 0 0 0 0,-1 0 1 0 0,1-1-1 0 0,-1 1 0 0 0,0-1 1 0 0,0 0-1 0 0,-1 0 0 0 0,1-1 1 0 0,-1 1-1 0 0,1-1 0 0 0,-7 1 1 0 0,-15 4-3 0 0,0-1 1 0 0,-1-2-1 0 0,1-1 1 0 0,-52-1-1 0 0,-112-15-570 0 0,-244-46-4761 0 0,145 11-1766 0 0,109 18-171 0 0,78 14-457 0 0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40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30 832 0 0,'-3'-12'1276'0'0,"-3"3"-292"0"0,3 0-816 0 0,-11 15-2060 0 0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41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14 680 0 0,'7'-7'2140'0'0,"1"1"-1504"0"0,-9 14-984 0 0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42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1332 0 0,'0'0'3984'0'0,"12"-4"-4016"0"0,-5-2-2848 0 0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33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1 830 256 0 0,'0'9'1142'0'0,"0"-1"-1"0"0,1 0 1 0 0,0 0 0 0 0,1 1-1 0 0,3 10 1 0 0,-3-13-864 0 0,1 0 1 0 0,0 0 0 0 0,0 0-1 0 0,0 0 1 0 0,0-1-1 0 0,1 1 1 0 0,0-1 0 0 0,0 0-1 0 0,0 0 1 0 0,1-1-1 0 0,7 7 1 0 0,-10-10-219 0 0,1 0 0 0 0,0 0 1 0 0,0 0-1 0 0,0 0 0 0 0,0-1 0 0 0,0 1 0 0 0,1-1 0 0 0,-1 1 1 0 0,0-1-1 0 0,0 0 0 0 0,0 0 0 0 0,0-1 0 0 0,0 1 1 0 0,0-1-1 0 0,0 1 0 0 0,0-1 0 0 0,6-3 0 0 0,15-5-11 0 0,-1-2 0 0 0,-1 0 0 0 0,0-2-1 0 0,0 0 1 0 0,-2-2 0 0 0,1 0 0 0 0,-2-1 0 0 0,0-1-1 0 0,-1-1 1 0 0,-1-1 0 0 0,24-33 0 0 0,-6 1 7 0 0,-2-1 0 0 0,-3-2 1 0 0,38-93-1 0 0,15-79 45 0 0,-11 30-244 0 0,-72 194 138 0 0,0 1 0 0 0,1 0-1 0 0,-1-1 1 0 0,1 1 0 0 0,-1 0-1 0 0,1-1 1 0 0,-1 1 0 0 0,1 0 0 0 0,0 0-1 0 0,0 0 1 0 0,0 0 0 0 0,0 0-1 0 0,0 0 1 0 0,0 0 0 0 0,0 0 0 0 0,0 0-1 0 0,0 0 1 0 0,0 0 0 0 0,0 0-1 0 0,0 1 1 0 0,1-1 0 0 0,-1 0-1 0 0,0 1 1 0 0,0-1 0 0 0,3 1 0 0 0,-2 0 11 0 0,0 1 0 0 0,-1-1 0 0 0,1 1 0 0 0,0 0 0 0 0,-1 0 0 0 0,1 0 0 0 0,-1 0 0 0 0,1 0 0 0 0,-1 0 0 0 0,0 0 0 0 0,1 0 0 0 0,-1 1 1 0 0,0-1-1 0 0,0 1 0 0 0,0-1 0 0 0,0 0 0 0 0,0 1 0 0 0,0 0 0 0 0,0-1 0 0 0,0 3 0 0 0,8 17 116 0 0,-2 0 0 0 0,0 1 0 0 0,-1 0 0 0 0,-2 0 0 0 0,4 38-1 0 0,-4-36-47 0 0,20 278 553 0 0,-21 1-220 0 0,-3-264-349 0 0,5 41-3310 0 0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33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44 119 1484 0 0,'-43'-13'7660'0'0,"48"9"-7587"0"0,1 1 0 0 0,0 0-1 0 0,0 0 1 0 0,0 0 0 0 0,1 1 0 0 0,-1 0-1 0 0,1 0 1 0 0,-1 1 0 0 0,13-1 0 0 0,4-3 11 0 0,181-36-818 0 0,-83 18-2998 0 0,-62 11 646 0 0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34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19 721 1576 0 0,'-7'37'5808'0'0,"3"-24"-4961"0"0,2-1-1 0 0,0 1 1 0 0,0 0 0 0 0,1 0 0 0 0,1-1-1 0 0,2 25 1 0 0,-2-35-792 0 0,0-1 0 0 0,1 0 0 0 0,-1 0 0 0 0,1 0 0 0 0,0 0 0 0 0,-1 0 0 0 0,1 0 0 0 0,0 0 0 0 0,0 0 0 0 0,-1 0 0 0 0,1 0 0 0 0,0 0 0 0 0,0 0 1 0 0,0 0-1 0 0,0 0 0 0 0,0-1 0 0 0,1 1 0 0 0,-1 0 0 0 0,0-1 0 0 0,0 1 0 0 0,0-1 0 0 0,0 0 0 0 0,1 1 0 0 0,-1-1 0 0 0,0 0 0 0 0,0 0 0 0 0,1 1 0 0 0,-1-1 0 0 0,0 0 0 0 0,1 0 0 0 0,-1-1 0 0 0,0 1 0 0 0,0 0 0 0 0,3-1 0 0 0,3 0 29 0 0,0 0 0 0 0,0-1 1 0 0,-1 0-1 0 0,11-4 0 0 0,1-3-29 0 0,-1 0 0 0 0,0-2 0 0 0,-1 0 1 0 0,0-1-1 0 0,0 0 0 0 0,-2-1 0 0 0,1-1 0 0 0,-2-1 0 0 0,0 1 0 0 0,13-21 0 0 0,0-3-10 0 0,-2-1 0 0 0,-2-1-1 0 0,22-55 1 0 0,-28 54-33 0 0,-2-1 0 0 0,-2-1 0 0 0,11-70 0 0 0,-14 43-95 0 0,0-107 0 0 0,-9 175 74 0 0,0 0-1 0 0,0 1 1 0 0,0-1 0 0 0,-1 1 0 0 0,1-1 0 0 0,0 0-1 0 0,-1 1 1 0 0,1-1 0 0 0,-1 1 0 0 0,1-1 0 0 0,-1 1-1 0 0,0-1 1 0 0,-1-1 0 0 0,2 3 7 0 0,0-1-1 0 0,-1 1 1 0 0,1 0 0 0 0,0 0 0 0 0,0 0-1 0 0,0 0 1 0 0,0 0 0 0 0,-1 0 0 0 0,1-1 0 0 0,0 1-1 0 0,0 0 1 0 0,0 0 0 0 0,-1 0 0 0 0,1 0-1 0 0,0 0 1 0 0,0 0 0 0 0,-1 0 0 0 0,1 0-1 0 0,0 0 1 0 0,0 0 0 0 0,-1 0 0 0 0,1 0-1 0 0,0 0 1 0 0,0 0 0 0 0,0 0 0 0 0,-1 0-1 0 0,1 0 1 0 0,0 0 0 0 0,0 1 0 0 0,0-1-1 0 0,-1 0 1 0 0,1 0 0 0 0,-9 13-25 0 0,1 10 32 0 0,0 0-1 0 0,1 1 0 0 0,-4 30 0 0 0,-5 76-26 0 0,15-120 13 0 0,-3 26 9 0 0,1 0 0 0 0,2 0-1 0 0,2 1 1 0 0,1-1-1 0 0,10 48 1 0 0,-10-72 9 0 0,2 0 0 0 0,0 0 0 0 0,0-1 0 0 0,1 1 0 0 0,0-1 0 0 0,1 0 0 0 0,1 0 0 0 0,9 12 0 0 0,-10-16-2 0 0,0 0 1 0 0,0-1 0 0 0,1 0 0 0 0,-1 0 0 0 0,2-1 0 0 0,-1 0 0 0 0,0 0 0 0 0,1-1 0 0 0,0 0-1 0 0,0 0 1 0 0,0-1 0 0 0,17 5 0 0 0,-16-6-36 0 0,0 0 0 0 0,1 0 0 0 0,-1-1 0 0 0,0-1 0 0 0,1 1 0 0 0,-1-2 0 0 0,1 1 0 0 0,-1-1 0 0 0,0 0 0 0 0,0-1 0 0 0,1 0 0 0 0,-1-1 0 0 0,-1 0 0 0 0,1 0 0 0 0,0-1 0 0 0,-1 0 0 0 0,1 0 0 0 0,-1-1 0 0 0,0 0 0 0 0,11-10 0 0 0,-9 6-52 0 0,-1-1 1 0 0,0 0 0 0 0,0 0 0 0 0,-1-1 0 0 0,0 0 0 0 0,-1-1 0 0 0,0 0 0 0 0,-1 0 0 0 0,0 0-1 0 0,-1 0 1 0 0,-1-1 0 0 0,0 0 0 0 0,5-24 0 0 0,-4 8 95 0 0,0-1 1 0 0,-2 0-1 0 0,-2 0 0 0 0,-2-48 0 0 0,1 76 152 0 0,-3 4-106 0 0,0 0 1 0 0,1 0-1 0 0,-1 1 0 0 0,1-1 0 0 0,0 0 0 0 0,0 1 0 0 0,0 0 0 0 0,0-1 0 0 0,0 1 0 0 0,1 0 0 0 0,-1 0 0 0 0,1 0 1 0 0,-1 0-1 0 0,1 0 0 0 0,0 0 0 0 0,-1 7 0 0 0,-1 8 97 0 0,-3 32 0 0 0,5-39-96 0 0,-1 3-11 0 0,2 1 1 0 0,0 0-1 0 0,0 0 0 0 0,1 0 0 0 0,1 0 0 0 0,1-1 0 0 0,7 27 1 0 0,-8-37-59 0 0,-1 0 0 0 0,1 0 0 0 0,-1 0 0 0 0,1 0 0 0 0,0 0 0 0 0,0-1 1 0 0,1 1-1 0 0,-1-1 0 0 0,1 1 0 0 0,0-1 0 0 0,0 0 0 0 0,0 0 0 0 0,0 0 1 0 0,0-1-1 0 0,1 1 0 0 0,-1-1 0 0 0,1 1 0 0 0,0-1 0 0 0,0 0 0 0 0,0-1 1 0 0,0 1-1 0 0,0-1 0 0 0,0 0 0 0 0,0 0 0 0 0,0 0 0 0 0,0 0 0 0 0,1-1 1 0 0,-1 1-1 0 0,0-1 0 0 0,0 0 0 0 0,6-1 0 0 0,-4 0-393 0 0,1 0 0 0 0,-1-1 0 0 0,0 1 0 0 0,0-1 0 0 0,-1-1 0 0 0,1 1 0 0 0,0-1 0 0 0,9-6 0 0 0,-10 6-805 0 0,1-2 0 0 0,-1 1 0 0 0,0 0 1 0 0,7-9-1 0 0,1-4-3264 0 0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34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50 416 0 0,'-35'-19'5312'0'0,"21"10"-2715"0"0,-29-12-1 0 0,41 21-2276 0 0,1 0-351 0 0,1 0 0 0 0,-1 0 0 0 0,1 0 0 0 0,-1 0 0 0 0,1 0 0 0 0,-1 0 0 0 0,1 0 0 0 0,-1 1 0 0 0,1-1 0 0 0,-1 0 1 0 0,1 0-1 0 0,-1 1 0 0 0,1-1 0 0 0,0 0 0 0 0,-1 1 0 0 0,1-1 0 0 0,-1 0 0 0 0,1 1 0 0 0,0-1 0 0 0,-1 1 0 0 0,5 21-4882 0 0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35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24 157 392 0 0,'-4'-6'1247'0'0,"0"0"1"0"0,1 0-1 0 0,1-1 1 0 0,-1 0-1 0 0,-2-11 0 0 0,4 11-995 0 0,0 1 0 0 0,0 0 0 0 0,1 0 0 0 0,0-1-1 0 0,0 1 1 0 0,1 0 0 0 0,0 0 0 0 0,0-1 0 0 0,0 1-1 0 0,4-9 1 0 0,-4 14-229 0 0,-1-1 0 0 0,1 0 0 0 0,0 1-1 0 0,0-1 1 0 0,0 1 0 0 0,0-1 0 0 0,0 1 0 0 0,0-1-1 0 0,0 1 1 0 0,1-1 0 0 0,-1 1 0 0 0,0 0 0 0 0,1 0-1 0 0,-1 0 1 0 0,1 0 0 0 0,0 0 0 0 0,-1 0 0 0 0,1 0-1 0 0,0 0 1 0 0,-1 1 0 0 0,1-1 0 0 0,0 1 0 0 0,0-1-1 0 0,-1 1 1 0 0,1 0 0 0 0,0 0 0 0 0,0-1 0 0 0,0 1-1 0 0,0 1 1 0 0,-1-1 0 0 0,1 0 0 0 0,0 0 0 0 0,0 1-1 0 0,3 0 1 0 0,2 1 42 0 0,-1 0 0 0 0,1 0 0 0 0,0 1 0 0 0,0 0 0 0 0,-1 0 0 0 0,0 0 0 0 0,9 7 0 0 0,-6-3-25 0 0,-1 1 1 0 0,0 0-1 0 0,0 1 1 0 0,0-1-1 0 0,-1 1 1 0 0,-1 1-1 0 0,1 0 1 0 0,-2-1-1 0 0,7 15 1 0 0,-6-9-21 0 0,0 1 0 0 0,-1-1 0 0 0,0 1 0 0 0,-1 0 0 0 0,2 32-1 0 0,-4-27 21 0 0,0-5-22 0 0,-1-1 0 0 0,-1 1 0 0 0,-2 21 0 0 0,1-27 20 0 0,-2 12 70 0 0,0 0 1 0 0,-2 0-1 0 0,0 0 0 0 0,-9 24 1 0 0,13-46-88 0 0,1 1 0 0 0,0-1 0 0 0,0 1 0 0 0,0 0 0 0 0,0-1 0 0 0,-1 1 0 0 0,1-1 0 0 0,0 1 0 0 0,0-1 0 0 0,-1 1 0 0 0,1-1-1 0 0,0 1 1 0 0,-1-1 0 0 0,1 0 0 0 0,-1 1 0 0 0,1-1 0 0 0,-1 1 0 0 0,1-1 0 0 0,-1 0 0 0 0,1 1 0 0 0,-1-1 0 0 0,1 0 0 0 0,-1 0 0 0 0,1 1 0 0 0,-1-1 0 0 0,1 0 0 0 0,-1 0 0 0 0,1 0 0 0 0,-1 0 0 0 0,0 0 0 0 0,1 0 0 0 0,-1 0 0 0 0,1 0 0 0 0,-1 0 0 0 0,1 0 0 0 0,-1 0 0 0 0,0 0 0 0 0,1 0 0 0 0,-1 0 0 0 0,1 0 0 0 0,-1-1 0 0 0,1 1 0 0 0,-1 0-1 0 0,1 0 1 0 0,-2-1 0 0 0,1 0 3 0 0,-1-1-1 0 0,0 1 0 0 0,1-1 1 0 0,-1 1-1 0 0,1-1 0 0 0,0 1 0 0 0,-1-1 1 0 0,-1-4-1 0 0,0 0-3 0 0,1-1 1 0 0,0 1-1 0 0,0-1 0 0 0,1 0 0 0 0,0 1 1 0 0,0-1-1 0 0,1 0 0 0 0,0 0 0 0 0,0 0 1 0 0,0 0-1 0 0,1 0 0 0 0,0 1 1 0 0,3-13-1 0 0,1 3-1 0 0,0 0 1 0 0,1 0-1 0 0,0 1 0 0 0,14-23 1 0 0,-7 17-33 0 0,0 2 0 0 0,2 0 0 0 0,0 0 0 0 0,27-25 0 0 0,-29 33-15 0 0,0 0 0 0 0,0 1-1 0 0,1 0 1 0 0,0 1-1 0 0,1 0 1 0 0,0 2-1 0 0,20-8 1 0 0,-30 13 23 0 0,0 0 1 0 0,0 1-1 0 0,0 0 1 0 0,0 0-1 0 0,1 0 1 0 0,-1 0-1 0 0,0 1 1 0 0,1 0-1 0 0,-1 0 1 0 0,0 1-1 0 0,1 0 1 0 0,-1-1-1 0 0,0 2 1 0 0,0-1-1 0 0,1 1 1 0 0,-1-1-1 0 0,0 1 1 0 0,-1 1-1 0 0,1-1 1 0 0,0 1-1 0 0,-1 0 1 0 0,7 5-1 0 0,-4-2 0 0 0,0 1-1 0 0,-1 0 1 0 0,0 0-1 0 0,0 0 1 0 0,-1 1-1 0 0,0 0 1 0 0,0 0-1 0 0,0 0 1 0 0,-2 1-1 0 0,1 0 1 0 0,-1-1-1 0 0,3 12 1 0 0,-1 5 8 0 0,-1 0 1 0 0,1 47-1 0 0,-4-48 31 0 0,0-1 1 0 0,2 1-1 0 0,9 37 1 0 0,-11-59-101 0 0,-1 0 1 0 0,1 0-1 0 0,0 0 1 0 0,0 0-1 0 0,1-1 1 0 0,-1 1-1 0 0,0 0 0 0 0,1 0 1 0 0,-1-1-1 0 0,1 1 1 0 0,-1-1-1 0 0,5 3 1 0 0,-3-1-700 0 0,1-1 1 0 0,0 0 0 0 0,0 0-1 0 0,0 0 1 0 0,0-1 0 0 0,0 1-1 0 0,0-1 1 0 0,4 1 0 0 0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44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37 1408 0 0,'6'-16'3485'0'0,"4"-4"-17"0"0,-13 66-1129 0 0,-2 0-1 0 0,-21 88 0 0 0,19-99-1743 0 0,-33 125 1176 0 0,19-82-1274 0 0,3 0 1 0 0,-8 81-1 0 0,25-148-456 0 0,1-1 1 0 0,0 1-1 0 0,0 0 0 0 0,1 0 1 0 0,0-1-1 0 0,0 1 1 0 0,5 13-1 0 0,-5-21-163 0 0,1 1 0 0 0,-1-1 0 0 0,1 0 0 0 0,-1 0 1 0 0,1 0-1 0 0,0 0 0 0 0,0 0 0 0 0,1 0 0 0 0,-1 0 0 0 0,0 0 0 0 0,1-1 0 0 0,0 0 0 0 0,-1 1 0 0 0,1-1 1 0 0,0 0-1 0 0,0 0 0 0 0,1 0 0 0 0,-1-1 0 0 0,0 1 0 0 0,0-1 0 0 0,1 0 0 0 0,-1 0 0 0 0,1 0 0 0 0,6 1 1 0 0,-1-2-951 0 0,0 1 0 0 0,-1-1 0 0 0,1-1 0 0 0,0 1 0 0 0,-1-2 0 0 0,1 1 0 0 0,14-5 0 0 0,3-4-4466 0 0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45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57 284 224 0 0,'-4'0'2326'0'0,"-49"5"5898"0"0,56-5-7834 0 0,18 0-85 0 0,-1 0 1 0 0,0-2 0 0 0,37-7 0 0 0,-4 1-127 0 0,-35 5-153 0 0,182-27 221 0 0,-165 22-321 0 0,0-1-1 0 0,-1-1 1 0 0,54-25-1 0 0,-76 28 20 0 0,0 0 0 0 0,0 0 0 0 0,-1-2 0 0 0,0 1 0 0 0,0-1 1 0 0,-1-1-1 0 0,0 0 0 0 0,-1 0 0 0 0,0-1 0 0 0,-1 0 0 0 0,0-1 0 0 0,-1 0 0 0 0,0 0 0 0 0,10-26 0 0 0,-16 36 26 0 0,-10 27 30 0 0,8-20 30 0 0,-7 24 293 0 0,-24 84 1851 0 0,-17 126 1 0 0,22 13-1244 0 0,26-237-827 0 0,0-11-18 0 0,1-1-1 0 0,0 1 1 0 0,-1 0 0 0 0,1 0-1 0 0,2 7 1 0 0,-2-9 104 0 0,15-10-77 0 0,-9 4-91 0 0,0-2 0 0 0,-1 1-1 0 0,0-1 1 0 0,0 1 0 0 0,0-1 0 0 0,6-12 0 0 0,-2 5-2 0 0,8-11-7 0 0,1 1 0 0 0,1 1 0 0 0,39-36 0 0 0,-48 50-25 0 0,-1 0-1 0 0,1 1 0 0 0,0 1 1 0 0,0-1-1 0 0,1 2 0 0 0,-1-1 0 0 0,1 1 1 0 0,1 1-1 0 0,-1 0 0 0 0,1 1 0 0 0,20-4 1 0 0,-27 7 9 0 0,-1-1 0 0 0,1 1 0 0 0,0 1 0 0 0,-1-1 0 0 0,1 1 0 0 0,-1-1 0 0 0,1 1 0 0 0,-1 1 0 0 0,1-1 0 0 0,-1 1 0 0 0,1-1 0 0 0,-1 1 0 0 0,0 1 0 0 0,0-1 0 0 0,0 0 0 0 0,0 1 0 0 0,-1 0 0 0 0,6 5 0 0 0,-4-3 8 0 0,0 0 1 0 0,-1 1-1 0 0,0 0 0 0 0,0 0 0 0 0,0 0 1 0 0,-1 0-1 0 0,0 0 0 0 0,0 1 0 0 0,0 0 1 0 0,3 12-1 0 0,3 44-809 0 0,-5-32-2196 0 0,1 3-4749 0 0,-2-22 3317 0 0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46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0 179 1844 0 0,'2'-3'431'0'0,"-1"1"0"0"0,1-1 0 0 0,0 1 0 0 0,-1 0-1 0 0,1-1 1 0 0,0 1 0 0 0,0 0 0 0 0,0 0 0 0 0,1 1 0 0 0,-1-1 0 0 0,0 0-1 0 0,1 1 1 0 0,-1-1 0 0 0,1 1 0 0 0,0 0 0 0 0,-1 0 0 0 0,1 0 0 0 0,0 0-1 0 0,0 0 1 0 0,-1 1 0 0 0,1-1 0 0 0,0 1 0 0 0,0 0 0 0 0,0-1 0 0 0,5 2 0 0 0,-3-1-124 0 0,0 1 1 0 0,0 0-1 0 0,0 0 1 0 0,0 0 0 0 0,-1 1-1 0 0,1 0 1 0 0,-1-1 0 0 0,1 2-1 0 0,-1-1 1 0 0,0 0-1 0 0,1 1 1 0 0,-1 0 0 0 0,-1 0-1 0 0,8 7 1 0 0,-5-4-156 0 0,-1 2 1 0 0,0-1-1 0 0,0 1 1 0 0,-1-1-1 0 0,1 1 0 0 0,-2 0 1 0 0,1 1-1 0 0,-1-1 1 0 0,-1 1-1 0 0,1-1 0 0 0,-2 1 1 0 0,1 0-1 0 0,-1 0 1 0 0,0 0-1 0 0,-1 14 0 0 0,-1-7-57 0 0,0-1 0 0 0,-2 1 0 0 0,1-1 0 0 0,-2 1-1 0 0,0-1 1 0 0,-1 0 0 0 0,-13 28 0 0 0,11-35 11 0 0,2-11-26 0 0,2-13-40 0 0,5 4-57 0 0,0 0-1 0 0,0 1 1 0 0,1-1-1 0 0,1 1 1 0 0,0 0-1 0 0,1 0 1 0 0,0 0 0 0 0,0 1-1 0 0,1 0 1 0 0,0 0-1 0 0,1 0 1 0 0,9-9 0 0 0,1-1-6 0 0,0 2 1 0 0,2 0 0 0 0,0 1 0 0 0,33-22 0 0 0,-35 27-9 0 0,1 1 0 0 0,0 0 1 0 0,1 1-1 0 0,0 2 1 0 0,0-1-1 0 0,24-5 1 0 0,-40 13 19 0 0,0 0 0 0 0,1 1 1 0 0,-1-1-1 0 0,0 1 1 0 0,0 0-1 0 0,0 0 0 0 0,0 0 1 0 0,0 0-1 0 0,1 1 1 0 0,-1-1-1 0 0,0 1 0 0 0,0-1 1 0 0,0 1-1 0 0,5 3 1 0 0,-6-3 6 0 0,0 1 0 0 0,0-1 1 0 0,0 1-1 0 0,0-1 0 0 0,0 1 1 0 0,-1 0-1 0 0,1 0 1 0 0,-1 0-1 0 0,1 0 0 0 0,-1 0 1 0 0,0 0-1 0 0,0 0 1 0 0,0 0-1 0 0,0 0 0 0 0,1 4 1 0 0,1 6 7 0 0,-2 1 0 0 0,1-1 0 0 0,-1 0 0 0 0,-1 1 0 0 0,-2 24 0 0 0,0-5-1 0 0,2-32-3 0 0,0 6 10 0 0,0 1 0 0 0,0 0 0 0 0,1 0 0 0 0,0-1 1 0 0,0 1-1 0 0,2 6 0 0 0,-2-11-5 0 0,0 0 0 0 0,0 0 0 0 0,0 0 0 0 0,0 0 1 0 0,0-1-1 0 0,0 1 0 0 0,1 0 0 0 0,-1-1 0 0 0,1 1 0 0 0,-1-1 0 0 0,1 1 1 0 0,-1-1-1 0 0,1 0 0 0 0,0 0 0 0 0,0 0 0 0 0,-1 0 0 0 0,1 0 1 0 0,0 0-1 0 0,0 0 0 0 0,0-1 0 0 0,0 1 0 0 0,0 0 0 0 0,0-1 0 0 0,4 1 1 0 0,3-1-1 0 0,0 1 1 0 0,0-1 0 0 0,0-1-1 0 0,0 0 1 0 0,0 0 0 0 0,0-1-1 0 0,-1 0 1 0 0,1 0 0 0 0,-1-1-1 0 0,1 0 1 0 0,-1 0 0 0 0,0-1-1 0 0,0 0 1 0 0,0-1 0 0 0,-1 0 0 0 0,0 0-1 0 0,0 0 1 0 0,0-1 0 0 0,0 0-1 0 0,-1 0 1 0 0,7-9 0 0 0,-6 6-6 0 0,-1 0 1 0 0,1 0 0 0 0,-1-1 0 0 0,-1 0-1 0 0,0 0 1 0 0,0 0 0 0 0,-1-1-1 0 0,-1 1 1 0 0,1-1 0 0 0,-2 0 0 0 0,1 0-1 0 0,-2 0 1 0 0,1-1 0 0 0,-2 1-1 0 0,1 0 1 0 0,-3-21 0 0 0,1 26-11 0 0,0 0 1 0 0,0 1-1 0 0,0-1 1 0 0,-1 0-1 0 0,0 1 1 0 0,0-1-1 0 0,0 1 0 0 0,-1 0 1 0 0,0 0-1 0 0,0 0 1 0 0,0 0-1 0 0,0 0 1 0 0,-7-6-1 0 0,7 8 4 0 0,0 1-1 0 0,0 0 0 0 0,0 0 1 0 0,0 0-1 0 0,-1 0 0 0 0,1 1 1 0 0,0-1-1 0 0,-1 1 1 0 0,1 0-1 0 0,-1 0 0 0 0,0 0 1 0 0,1 0-1 0 0,-1 1 0 0 0,0 0 1 0 0,1-1-1 0 0,-1 1 1 0 0,0 1-1 0 0,0-1 0 0 0,1 0 1 0 0,-1 1-1 0 0,0 0 0 0 0,-4 1 1 0 0,0 1-1 0 0,0 0-1 0 0,1 0 1 0 0,-1 0 0 0 0,1 1 0 0 0,0 0 0 0 0,0 1-1 0 0,1-1 1 0 0,-1 1 0 0 0,1 1 0 0 0,-8 7-1 0 0,11-9 10 0 0,-1 0-1 0 0,1-1 0 0 0,0 1 0 0 0,1 0 0 0 0,-1 0 1 0 0,1 1-1 0 0,0-1 0 0 0,0 0 0 0 0,0 1 0 0 0,0-1 1 0 0,1 1-1 0 0,0 0 0 0 0,0 0 0 0 0,0-1 0 0 0,1 1 1 0 0,-1 0-1 0 0,1 0 0 0 0,1 7 0 0 0,0-9 1 0 0,-1 0-1 0 0,2 0 1 0 0,-1-1 0 0 0,0 1-1 0 0,0-1 1 0 0,1 1-1 0 0,-1-1 1 0 0,1 1-1 0 0,0-1 1 0 0,0 0 0 0 0,0 0-1 0 0,0 0 1 0 0,0 0-1 0 0,1 0 1 0 0,-1 0-1 0 0,0 0 1 0 0,1-1 0 0 0,-1 1-1 0 0,1-1 1 0 0,0 0-1 0 0,-1 0 1 0 0,1 0-1 0 0,4 1 1 0 0,4 1-4 0 0,0-1 1 0 0,0 1-1 0 0,0-2 0 0 0,21 1 1 0 0,-14-2 1 0 0,0-2 0 0 0,1 0 0 0 0,-1-1 0 0 0,0-1 0 0 0,-1 0 1 0 0,1-1-1 0 0,-1-1 0 0 0,24-12 0 0 0,-8 1-11 0 0,-1-2-1 0 0,-2-1 0 0 0,34-29 1 0 0,-58 45-29 0 0,10-7-89 0 0,-16 11 124 0 0,0-1 0 0 0,1 1-1 0 0,-1 0 1 0 0,0 0 0 0 0,1 0 0 0 0,-1 0 0 0 0,1 0 0 0 0,-1 0 0 0 0,0 0 0 0 0,1 0 0 0 0,-1 0 0 0 0,0 0 0 0 0,1 0 0 0 0,-1 0 0 0 0,1 0 0 0 0,-1 0 0 0 0,0 0 0 0 0,1 0 0 0 0,-1 0 0 0 0,0 1 0 0 0,1-1 0 0 0,-1 0 0 0 0,0 0 0 0 0,1 0 0 0 0,-1 1 0 0 0,0-1 0 0 0,1 0 0 0 0,-1 0 0 0 0,0 1-1 0 0,0-1 1 0 0,1 0 0 0 0,-1 1 0 0 0,0-1 0 0 0,0 0 0 0 0,0 1 0 0 0,1-1 0 0 0,-1 1 0 0 0,0 2 2 0 0,0 0 0 0 0,0-1 0 0 0,0 1 0 0 0,0 0 0 0 0,-1 0 0 0 0,1 0 0 0 0,-1-1 1 0 0,0 1-1 0 0,0 0 0 0 0,0-1 0 0 0,-2 5 0 0 0,1-2-3 0 0,-5 14 1 0 0,-3 4 2 0 0,2-1 0 0 0,-8 43 0 0 0,14-60 16 0 0,1 0-1 0 0,1 0 1 0 0,-1 1-1 0 0,1-1 0 0 0,0 0 1 0 0,0 0-1 0 0,1 1 0 0 0,-1-1 1 0 0,1 0-1 0 0,0 0 0 0 0,0 0 1 0 0,1 0-1 0 0,0 0 0 0 0,0 0 1 0 0,0 0-1 0 0,0-1 0 0 0,1 1 1 0 0,5 7-1 0 0,-5-9-4 0 0,-1-1 0 0 0,1 1 0 0 0,0-1-1 0 0,0 0 1 0 0,0 1 0 0 0,0-1 0 0 0,1-1 0 0 0,-1 1-1 0 0,0 0 1 0 0,1-1 0 0 0,-1 0 0 0 0,1 0 0 0 0,-1 0-1 0 0,5 1 1 0 0,-1-2 3 0 0,-1 1 0 0 0,1-1 1 0 0,0 0-1 0 0,0-1 0 0 0,-1 0 0 0 0,1 0 0 0 0,8-2 0 0 0,-1-2 3 0 0,0 0-1 0 0,0-1 1 0 0,0 0 0 0 0,-1-1-1 0 0,0-1 1 0 0,15-10 0 0 0,-15 8-7 0 0,-1-1 1 0 0,-1 0 0 0 0,0 0 0 0 0,-1-1-1 0 0,0-1 1 0 0,9-15 0 0 0,42-84-20 0 0,-48 86-37 0 0,-12 25 27 0 0,-12 12 177 0 0,-5 31 490 0 0,7-19-339 0 0,1 1 0 0 0,-9 48 0 0 0,16-67-317 0 0,1 0 0 0 0,-1 0-1 0 0,1 0 1 0 0,0 0 0 0 0,0 0 0 0 0,1 0 0 0 0,-1 0-1 0 0,1 0 1 0 0,0 0 0 0 0,1 0 0 0 0,-1 0 0 0 0,4 6-1 0 0,-4-8-213 0 0,1-1-1 0 0,0 1 1 0 0,0-1-1 0 0,0 1 0 0 0,1-1 1 0 0,-1 0-1 0 0,0 1 1 0 0,1-1-1 0 0,-1-1 0 0 0,1 1 1 0 0,0 0-1 0 0,0-1 0 0 0,-1 1 1 0 0,1-1-1 0 0,0 0 1 0 0,0 0-1 0 0,1 0 0 0 0,-1 0 1 0 0,0 0-1 0 0,0-1 1 0 0,4 1-1 0 0,5-1-716 0 0,1-1 0 0 0,-1 1 1 0 0,1-2-1 0 0,-1 0 0 0 0,0 0 0 0 0,0-2 1 0 0,0 1-1 0 0,0-1 0 0 0,-1-1 0 0 0,1 0 1 0 0,11-8-1 0 0,8-5-2376 0 0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47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543 526 1724 0 0,'17'-19'1537'0'0,"-2"0"1"0"0,15-23-1 0 0,-25 34-816 0 0,0-1 0 0 0,0 0 1 0 0,-1-1-1 0 0,0 1 0 0 0,0-1 1 0 0,-1 0-1 0 0,3-15 0 0 0,-6 24-637 0 0,0-1 0 0 0,0 1 0 0 0,0 0 0 0 0,1 0 0 0 0,-1 0-1 0 0,0 0 1 0 0,0 0 0 0 0,-1-1 0 0 0,1 1 0 0 0,0 0 0 0 0,0 0-1 0 0,-1 0 1 0 0,1 0 0 0 0,0 0 0 0 0,-1 0 0 0 0,1 0 0 0 0,-1 0-1 0 0,1 0 1 0 0,-1 0 0 0 0,0 0 0 0 0,1 0 0 0 0,-1 0 0 0 0,0 0-1 0 0,0 0 1 0 0,0 1 0 0 0,0-1 0 0 0,0 0 0 0 0,1 1 0 0 0,-1-1-1 0 0,0 0 1 0 0,-1 1 0 0 0,1-1 0 0 0,0 1 0 0 0,0 0 0 0 0,0-1-1 0 0,-1 1 1 0 0,-3-1 113 0 0,1 0 1 0 0,-1 1-1 0 0,1 0 0 0 0,0 0 0 0 0,-1 0 0 0 0,1 1 1 0 0,0-1-1 0 0,-8 3 0 0 0,-8 3 111 0 0,0 1 1 0 0,1 1 0 0 0,0 0-1 0 0,-33 20 1 0 0,41-21-267 0 0,0 1 1 0 0,1 0-1 0 0,0 0 1 0 0,0 1-1 0 0,0 0 0 0 0,1 1 1 0 0,1-1-1 0 0,-14 21 1 0 0,21-28-33 0 0,0-1 0 0 0,0 1 0 0 0,0 0 0 0 0,0-1 0 0 0,0 1 0 0 0,0 0 0 0 0,1 0 0 0 0,-1 0 0 0 0,1-1 0 0 0,-1 1 0 0 0,1 0 0 0 0,0 0 0 0 0,-1 0 0 0 0,1 0-1 0 0,0 0 1 0 0,0 0 0 0 0,1 0 0 0 0,-1 0 0 0 0,0 0 0 0 0,1 0 0 0 0,-1-1 0 0 0,1 1 0 0 0,-1 0 0 0 0,1 0 0 0 0,0 0 0 0 0,0-1 0 0 0,0 1 0 0 0,0 0 0 0 0,0-1 0 0 0,0 1 0 0 0,0-1 0 0 0,1 1 0 0 0,-1-1 0 0 0,1 0 0 0 0,-1 0 0 0 0,1 1 0 0 0,-1-1 0 0 0,1 0 0 0 0,3 1 0 0 0,1 1 7 0 0,0 0-1 0 0,0-1 1 0 0,0 0-1 0 0,1 0 1 0 0,-1-1-1 0 0,0 0 0 0 0,1 0 1 0 0,-1 0-1 0 0,1-1 1 0 0,11-1-1 0 0,-6 0 20 0 0,0 0 0 0 0,0-1-1 0 0,0-1 1 0 0,0 0-1 0 0,0-1 1 0 0,-1 0-1 0 0,1 0 1 0 0,-1-1-1 0 0,0-1 1 0 0,-1 0-1 0 0,1-1 1 0 0,-1 0-1 0 0,0 0 1 0 0,-1-1-1 0 0,0 0 1 0 0,11-13 0 0 0,56-81 77 0 0,-49 63-238 0 0,-25 37 121 0 0,-4 4-78 0 0,-29 55 1427 0 0,2 2 0 0 0,-25 75 1 0 0,21-52-191 0 0,-82 284 1252 0 0,16-39-1971 0 0,92-310-385 0 0,-1 1 1 0 0,0-1-1 0 0,-1-1 0 0 0,-1 0 1 0 0,0 0-1 0 0,-1-1 1 0 0,-1 0-1 0 0,-18 17 1 0 0,23-25-21 0 0,-1 0 1 0 0,0-1 0 0 0,0 0-1 0 0,0-1 1 0 0,0 0-1 0 0,-1 0 1 0 0,0 0 0 0 0,0-1-1 0 0,0-1 1 0 0,-1 0-1 0 0,1 0 1 0 0,-1-1 0 0 0,0 0-1 0 0,0 0 1 0 0,1-1-1 0 0,-1-1 1 0 0,-17 0 0 0 0,23 0-20 0 0,0-1 0 0 0,0 1 1 0 0,0-1-1 0 0,0 0 0 0 0,0 0 0 0 0,0 0 1 0 0,0-1-1 0 0,0 1 0 0 0,0-1 0 0 0,1 0 1 0 0,-1 0-1 0 0,1-1 0 0 0,-1 1 1 0 0,1-1-1 0 0,0 1 0 0 0,0-1 0 0 0,0 0 1 0 0,0 0-1 0 0,0-1 0 0 0,1 1 1 0 0,0 0-1 0 0,-1-1 0 0 0,1 0 0 0 0,-3-7 1 0 0,3 5-32 0 0,0-1-1 0 0,1 0 1 0 0,0 0 0 0 0,0 0 0 0 0,0 0 0 0 0,1 0 0 0 0,0-1 0 0 0,0 1-1 0 0,0 0 1 0 0,1 0 0 0 0,1 0 0 0 0,-1 0 0 0 0,1 0 0 0 0,3-7 0 0 0,3-7-55 0 0,2 1 0 0 0,1 0 1 0 0,0 0-1 0 0,2 1 1 0 0,0 0-1 0 0,1 1 1 0 0,19-19-1 0 0,16-11-298 0 0,57-45-1 0 0,142-92-1189 0 0,-11 7-206 0 0,-182 133 1245 0 0,-3-2 0 0 0,54-64 1 0 0,-84 85 369 0 0,-1-1 1 0 0,-2-1-1 0 0,-1-1 1 0 0,-1-1 0 0 0,21-50-1 0 0,-29 58 85 0 0,-2 0-1 0 0,0-1 0 0 0,-2 0 1 0 0,0 0-1 0 0,-2 0 0 0 0,0 0 1 0 0,-2-1-1 0 0,-3-46 1 0 0,-8 30-31 0 0,10 40 96 0 0,0-1 0 0 0,0 0-1 0 0,0 1 1 0 0,-1-1 0 0 0,1 1 0 0 0,0-1 0 0 0,-1 1-1 0 0,1 0 1 0 0,0-1 0 0 0,-1 1 0 0 0,1-1 0 0 0,0 1-1 0 0,-1 0 1 0 0,1-1 0 0 0,-1 1 0 0 0,1 0 0 0 0,-1-1-1 0 0,1 1 1 0 0,-1 0 0 0 0,1 0 0 0 0,-1-1 0 0 0,1 1-1 0 0,-1 0 1 0 0,1 0 0 0 0,-1 0 0 0 0,0 0 0 0 0,1 0-1 0 0,-1 0 1 0 0,1 0 0 0 0,-1 0 0 0 0,1 0 0 0 0,-1 0-1 0 0,0 0 1 0 0,1 0 0 0 0,-1 0 0 0 0,1 0 0 0 0,-1 1-1 0 0,1-1 1 0 0,-1 0 0 0 0,1 0 0 0 0,-1 1 0 0 0,1-1-1 0 0,-1 0 1 0 0,0 1 0 0 0,-19 16-63 0 0,9-1 50 0 0,1 0 0 0 0,1 0 0 0 0,0 1 0 0 0,2 0 0 0 0,-10 32 0 0 0,-18 93-22 0 0,33-132 45 0 0,-4 18-1 0 0,0 1 0 0 0,3 0 0 0 0,0 0 0 0 0,2 0 0 0 0,0 0 0 0 0,6 34 0 0 0,-5-61-5 0 0,0-1 0 0 0,0 1 1 0 0,1-1-1 0 0,-1 1 0 0 0,1-1 1 0 0,-1 1-1 0 0,1-1 0 0 0,0 1 1 0 0,-1-1-1 0 0,1 0 1 0 0,0 1-1 0 0,0-1 0 0 0,0 0 1 0 0,0 0-1 0 0,0 0 0 0 0,0 0 1 0 0,0 0-1 0 0,1 0 0 0 0,-1 0 1 0 0,0 0-1 0 0,0 0 1 0 0,2 0-1 0 0,0 0 11 0 0,-1 0 0 0 0,1-1 1 0 0,0 1-1 0 0,-1-1 0 0 0,1 1 0 0 0,0-1 1 0 0,-1 0-1 0 0,1 0 0 0 0,0-1 1 0 0,0 1-1 0 0,4-2 0 0 0,5-1 40 0 0,-1-1 1 0 0,0-1-1 0 0,0 0 1 0 0,17-10-1 0 0,34-29 65 0 0,9-6-88 0 0,-64 46-46 0 0,1 0 0 0 0,0 0-1 0 0,-1 0 1 0 0,1 1 0 0 0,1 1 0 0 0,-1-1 0 0 0,11-1-1 0 0,-16 3 8 0 0,0 1 1 0 0,0 0-1 0 0,0 0 0 0 0,0 0 0 0 0,0 1 1 0 0,0-1-1 0 0,0 1 0 0 0,0-1 0 0 0,0 1 0 0 0,0 0 1 0 0,0 0-1 0 0,-1 0 0 0 0,1 0 0 0 0,0 1 1 0 0,4 2-1 0 0,-3-1 17 0 0,-1 1 0 0 0,1-1 1 0 0,-1 1-1 0 0,1 0 0 0 0,-1 0 1 0 0,0 0-1 0 0,-1 0 1 0 0,5 7-1 0 0,0 5 79 0 0,-1 0 1 0 0,-1 0 0 0 0,0 0-1 0 0,3 21 1 0 0,-6-28 3 0 0,0-1 1 0 0,0 1-1 0 0,1-1 0 0 0,0 0 1 0 0,1 0-1 0 0,0 0 0 0 0,0 0 1 0 0,0 0-1 0 0,8 8 0 0 0,-8-11-21 0 0,1 0 1 0 0,0-1-1 0 0,0 1 0 0 0,0-1 0 0 0,0 0 0 0 0,1 0 0 0 0,0 0 0 0 0,-1-1 0 0 0,1 0 0 0 0,1 0 0 0 0,-1-1 0 0 0,10 3 0 0 0,0-1-268 0 0,-1-1 0 0 0,1 0-1 0 0,0-2 1 0 0,0 0 0 0 0,0 0-1 0 0,0-2 1 0 0,0 0-1 0 0,-1 0 1 0 0,20-6 0 0 0,22-11-4007 0 0,-4-9-3588 0 0,-30 12 676 0 0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47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137 233 1536 0 0,'-43'-149'7204'0'0,"26"93"-4592"0"0,6 29-1259 0 0,11 27-1344 0 0,-1 0 1 0 0,1 0-1 0 0,0 0 1 0 0,0 0-1 0 0,0 0 0 0 0,0 0 1 0 0,0 0-1 0 0,0 0 1 0 0,0 0-1 0 0,0 0 0 0 0,-1 0 1 0 0,1 0-1 0 0,0 0 1 0 0,0-1-1 0 0,0 1 0 0 0,0 0 1 0 0,0 0-1 0 0,0 0 1 0 0,0 0-1 0 0,-1 0 0 0 0,1 0 1 0 0,0 1-1 0 0,0-1 1 0 0,0 0-1 0 0,0 0 0 0 0,0 0 1 0 0,0 0-1 0 0,0 0 1 0 0,-1 0-1 0 0,1 0 0 0 0,0 0 1 0 0,0 0-1 0 0,0 0 1 0 0,0 0-1 0 0,0 0 0 0 0,0 0 1 0 0,0 0-1 0 0,0 0 1 0 0,0 1-1 0 0,-1-1 0 0 0,1 0 1 0 0,0 0-1 0 0,0 0 1 0 0,0 0-1 0 0,0 0 0 0 0,0 0 1 0 0,0 0-1 0 0,0 0 1 0 0,0 1-1 0 0,0-1 0 0 0,0 0 1 0 0,0 0-1 0 0,-3 18 480 0 0,-2 65 747 0 0,-31 423 624 0 0,22-295-2341 0 0,12-140-2436 0 0,1 0-3696 0 0,1-59 2240 0 0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48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57 490 912 0 0,'-12'-8'2497'0'0,"0"0"-1"0"0,-21-11 1952 0 0,41 24-3824 0 0,-2-3-517 0 0,-1 0 0 0 0,1 0 0 0 0,0-1 0 0 0,0 0-1 0 0,0 0 1 0 0,0-1 0 0 0,0 1 0 0 0,8-2 0 0 0,51-6 209 0 0,-55 5-258 0 0,87-15 246 0 0,123-39 0 0 0,90-49-156 0 0,-277 93-163 0 0,-1-1-1 0 0,0-1 1 0 0,33-22-1 0 0,-55 30 10 0 0,-1-1 1 0 0,-1 1-1 0 0,1-2 0 0 0,-1 1 1 0 0,0-1-1 0 0,6-10 0 0 0,-10 13 5 0 0,0 0-1 0 0,-1 0 1 0 0,0-1-1 0 0,0 0 1 0 0,-1 0-1 0 0,1 1 1 0 0,-1-1-1 0 0,-1-1 1 0 0,1 1-1 0 0,-1 0 1 0 0,1-10-1 0 0,-2 12-5 0 0,0 0 1 0 0,0 1-1 0 0,0-1 0 0 0,0 0 0 0 0,-1 1 0 0 0,1-1 0 0 0,-1 1 1 0 0,0-1-1 0 0,0 0 0 0 0,0 1 0 0 0,-1 0 0 0 0,1-1 1 0 0,-1 1-1 0 0,0 0 0 0 0,0 0 0 0 0,0 0 0 0 0,-3-3 1 0 0,4 5 4 0 0,0 1 0 0 0,0 0 0 0 0,0-1 0 0 0,1 1 1 0 0,-1 0-1 0 0,0 0 0 0 0,0 0 0 0 0,0 0 0 0 0,0 0 1 0 0,0 0-1 0 0,0 0 0 0 0,0 0 0 0 0,0 0 0 0 0,0 0 1 0 0,0 0-1 0 0,0 0 0 0 0,0 1 0 0 0,0-1 1 0 0,1 0-1 0 0,-1 1 0 0 0,0-1 0 0 0,0 1 0 0 0,0-1 1 0 0,0 1-1 0 0,1-1 0 0 0,-1 1 0 0 0,0 0 0 0 0,0 0 1 0 0,-20 21-18 0 0,20-22 19 0 0,-6 10 19 0 0,0 1-1 0 0,0-1 1 0 0,1 1 0 0 0,0 1 0 0 0,-4 12-1 0 0,-18 64 234 0 0,17-52-169 0 0,-8 24 11 0 0,3 1 0 0 0,3 1 0 0 0,2 0 1 0 0,-4 115-1 0 0,15-149 181 0 0,0-26-225 0 0,2-4-12 0 0,3-7-3 0 0,0 0 0 0 0,0 0 0 0 0,0 0 0 0 0,-1-1 0 0 0,-1 0-1 0 0,5-19 1 0 0,10-26 33 0 0,-9 36-57 0 0,0 0 0 0 0,2 0 0 0 0,0 2 0 0 0,1-1 0 0 0,18-20-1 0 0,-25 32-14 0 0,0 1 0 0 0,1 0-1 0 0,0 0 1 0 0,0 1-1 0 0,0 0 1 0 0,0 0-1 0 0,1 0 1 0 0,7-3-1 0 0,-10 6-5 0 0,1-1-1 0 0,-1 1 1 0 0,1 0 0 0 0,-1 0-1 0 0,1 1 1 0 0,-1-1-1 0 0,1 1 1 0 0,0 0 0 0 0,-1 0-1 0 0,1 0 1 0 0,-1 1-1 0 0,1 0 1 0 0,-1 0-1 0 0,7 2 1 0 0,-5-1 16 0 0,-1 1 0 0 0,1 0 0 0 0,0 0 0 0 0,-1 1 0 0 0,1-1 0 0 0,-1 1 0 0 0,0 0 0 0 0,0 1 0 0 0,-1-1 0 0 0,0 1 0 0 0,1 0 0 0 0,-1 0 0 0 0,-1 1 0 0 0,1-1 0 0 0,-1 1 0 0 0,0-1 0 0 0,0 1 0 0 0,2 7 0 0 0,4 13 133 0 0,-1 1 0 0 0,9 52 0 0 0,-11-45-121 0 0,-4-21-1 0 0,-1-5 4 0 0,1 1 0 0 0,-1-1 1 0 0,2 0-1 0 0,4 13 1 0 0,-6-19-14 0 0,0-1 0 0 0,0 1-1 0 0,0 0 1 0 0,0-1 0 0 0,0 1 0 0 0,0-1 0 0 0,0 1 0 0 0,0-1 0 0 0,1 0 0 0 0,-1 1 0 0 0,0-1 0 0 0,1 0 0 0 0,0 0 0 0 0,-1 0 0 0 0,1 0 0 0 0,-1 0-1 0 0,1 0 1 0 0,0-1 0 0 0,0 1 0 0 0,-1 0 0 0 0,1-1 0 0 0,0 0 0 0 0,0 1 0 0 0,0-1 0 0 0,0 0 0 0 0,0 0 0 0 0,2 0 0 0 0,4-1 4 0 0,0 0 1 0 0,0-1 0 0 0,0 1-1 0 0,0-2 1 0 0,0 1-1 0 0,0-1 1 0 0,0 0 0 0 0,11-8-1 0 0,-6 3 8 0 0,0-1 0 0 0,0 0 0 0 0,-1-1 0 0 0,12-13-1 0 0,-2-2 31 0 0,-1 0 0 0 0,-1-1-1 0 0,30-54 1 0 0,-35 52-11 0 0,-1 0-1 0 0,-2-2 1 0 0,10-35 0 0 0,-21 63-13 0 0,-2 2-26 0 0,0 1 0 0 0,0-1 0 0 0,1 0 0 0 0,-1 1-1 0 0,0-1 1 0 0,0 1 0 0 0,1-1 0 0 0,-1 1-1 0 0,0-1 1 0 0,1 1 0 0 0,-1 0 0 0 0,0-1-1 0 0,1 1 1 0 0,-1 0 0 0 0,1-1 0 0 0,-1 1 0 0 0,1 0-1 0 0,-1 0 1 0 0,0 1 0 0 0,-8 19 24 0 0,8-17-12 0 0,-16 36 366 0 0,-16 63-1 0 0,30-91-336 0 0,0 1 0 0 0,1-1 0 0 0,0 1 0 0 0,1 0 0 0 0,1-1 0 0 0,0 1 0 0 0,0 0 0 0 0,2 0 0 0 0,4 22 0 0 0,-5-32-22 0 0,0 1 0 0 0,0-1 0 0 0,1 0 0 0 0,-1 0 0 0 0,1 0 0 0 0,0 0 0 0 0,-1 0 0 0 0,2 0 0 0 0,-1 0 1 0 0,0 0-1 0 0,0-1 0 0 0,1 1 0 0 0,0-1 0 0 0,-1 1 0 0 0,1-1 0 0 0,0 0 0 0 0,6 3 0 0 0,-4-3 0 0 0,0 0 1 0 0,1-1-1 0 0,-1 1 0 0 0,1-1 0 0 0,-1 0 0 0 0,1 0 0 0 0,0-1 0 0 0,-1 0 0 0 0,1 0 1 0 0,8-1-1 0 0,-3 0 4 0 0,0-1 1 0 0,0-1-1 0 0,0 0 1 0 0,-1 0-1 0 0,1-1 1 0 0,-1 0-1 0 0,0-1 1 0 0,0 0-1 0 0,-1-1 1 0 0,19-13-1 0 0,-20 10-16 0 0,0 1-1 0 0,0-1 0 0 0,-1-1 0 0 0,0 0 1 0 0,0 0-1 0 0,-1 0 0 0 0,-1-1 1 0 0,0 1-1 0 0,0-1 0 0 0,-1-1 0 0 0,0 1 1 0 0,-1-1-1 0 0,-1 1 0 0 0,1-1 0 0 0,-2 0 1 0 0,0 0-1 0 0,0 0 0 0 0,-1 0 1 0 0,-1 1-1 0 0,0-1 0 0 0,0 0 0 0 0,-1 0 1 0 0,-7-22-1 0 0,9 33-12 0 0,-1-1 1 0 0,1 1-1 0 0,0-1 0 0 0,-1 0 1 0 0,0 1-1 0 0,1-1 0 0 0,-1 1 0 0 0,0 0 1 0 0,0-1-1 0 0,0 1 0 0 0,0 0 1 0 0,0-1-1 0 0,0 1 0 0 0,0 0 1 0 0,0 0-1 0 0,-1 0 0 0 0,1 0 1 0 0,0 0-1 0 0,-1 0 0 0 0,1 0 0 0 0,0 1 1 0 0,-1-1-1 0 0,1 0 0 0 0,-1 1 1 0 0,0-1-1 0 0,1 1 0 0 0,-1-1 1 0 0,1 1-1 0 0,-1 0 0 0 0,0 0 1 0 0,1 0-1 0 0,-1 0 0 0 0,0 0 0 0 0,1 0 1 0 0,-1 0-1 0 0,1 0 0 0 0,-1 1 1 0 0,0-1-1 0 0,1 1 0 0 0,-1-1 1 0 0,1 1-1 0 0,-3 1 0 0 0,1 0-82 0 0,0-1 0 0 0,0 1-1 0 0,0 0 1 0 0,0 0 0 0 0,1 0 0 0 0,-1 1-1 0 0,1-1 1 0 0,0 1 0 0 0,0-1 0 0 0,-1 1-1 0 0,2 0 1 0 0,-1-1 0 0 0,0 1 0 0 0,0 0-1 0 0,1 0 1 0 0,0 1 0 0 0,0-1 0 0 0,0 0-1 0 0,0 0 1 0 0,-1 4 0 0 0,2-2-269 0 0,0-1 0 0 0,0 0 0 0 0,1 0 0 0 0,-1 0 0 0 0,1 1-1 0 0,0-1 1 0 0,0 0 0 0 0,0 0 0 0 0,0 0 0 0 0,4 6 0 0 0,-3-7-275 0 0,0 0-1 0 0,-1 0 1 0 0,1 0 0 0 0,0-1-1 0 0,1 1 1 0 0,-1-1 0 0 0,0 0-1 0 0,6 4 1 0 0,3 1-3112 0 0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49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18 1408 0 0,'5'-10'6419'0'0,"-5"10"-6366"0"0,1 0 0 0 0,-1-1 0 0 0,0 1-1 0 0,0 0 1 0 0,0 0 0 0 0,0 0 0 0 0,0-1 0 0 0,0 1-1 0 0,0 0 1 0 0,0 0 0 0 0,0 0 0 0 0,0-1-1 0 0,0 1 1 0 0,0 0 0 0 0,0 0 0 0 0,0 0 0 0 0,0-1-1 0 0,0 1 1 0 0,0 0 0 0 0,0 0 0 0 0,0-1-1 0 0,0 1 1 0 0,0 0 0 0 0,0 0 0 0 0,0 0-1 0 0,0-1 1 0 0,-1 1 0 0 0,1 0 0 0 0,0 0 0 0 0,0 0-1 0 0,0 0 1 0 0,0-1 0 0 0,0 1 0 0 0,-1 0-1 0 0,1 0 1 0 0,0 0 0 0 0,0 0 0 0 0,0 0 0 0 0,-1 0-1 0 0,1 0 1 0 0,0-1 0 0 0,0 1 0 0 0,0 0-1 0 0,-1 0 1 0 0,1 0 0 0 0,0 0 0 0 0,0 0-1 0 0,-1 0 1 0 0,-13 7 622 0 0,-13 19-165 0 0,-8 22 64 0 0,2 1-1 0 0,3 1 1 0 0,-45 102-1 0 0,65-131-517 0 0,2-1-1 0 0,0 1 1 0 0,1 1 0 0 0,2-1-1 0 0,-5 29 1 0 0,9-45-44 0 0,1 1 1 0 0,-1 0-1 0 0,1 0 1 0 0,0-1-1 0 0,0 1 0 0 0,1 0 1 0 0,0 0-1 0 0,0-1 1 0 0,0 1-1 0 0,1-1 0 0 0,0 1 1 0 0,0-1-1 0 0,0 1 0 0 0,1-1 1 0 0,-1 0-1 0 0,1 0 1 0 0,0 0-1 0 0,1-1 0 0 0,-1 1 1 0 0,1-1-1 0 0,0 0 0 0 0,0 0 1 0 0,1 0-1 0 0,-1 0 1 0 0,7 4-1 0 0,2-2-62 0 0,0 0 0 0 0,0 0 0 0 0,1-1 1 0 0,-1-1-1 0 0,1 0 0 0 0,0-1 0 0 0,0-1 0 0 0,0 0 0 0 0,0-1 1 0 0,26-1-1 0 0,3-2-1043 0 0,-1-3-1 0 0,56-12 1 0 0,13-14-3658 0 0,-54 11 1186 0 0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50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293 280 904 0 0,'-8'-8'1511'0'0,"0"0"0"0"0,0 0 0 0 0,1-1 0 0 0,-11-17 0 0 0,13 16-760 0 0,-2 1-1 0 0,1 1 1 0 0,-1-1-1 0 0,-1 1 0 0 0,-10-10 1 0 0,17 17-544 0 0,-15 0 115 0 0,14 1-282 0 0,0 0 1 0 0,1 0 0 0 0,-1 1 0 0 0,0-1 0 0 0,1 1 0 0 0,-1-1 0 0 0,1 1-1 0 0,-1 0 1 0 0,0-1 0 0 0,1 1 0 0 0,-1 0 0 0 0,1 0 0 0 0,0 0 0 0 0,-1 0-1 0 0,1 0 1 0 0,-3 3 0 0 0,-17 22 457 0 0,18-21-408 0 0,-15 19 228 0 0,1 2 0 0 0,2 0-1 0 0,-20 45 1 0 0,28-54-256 0 0,0 1-1 0 0,1 0 1 0 0,1 0-1 0 0,1 1 0 0 0,1 0 1 0 0,-2 36-1 0 0,5-49-46 0 0,0 0 0 0 0,0 0 0 0 0,1-1 0 0 0,0 1 0 0 0,0-1 1 0 0,0 1-1 0 0,1-1 0 0 0,0 1 0 0 0,0-1 0 0 0,0 0 0 0 0,0 1 0 0 0,1-1 0 0 0,0-1 0 0 0,0 1 0 0 0,6 7 0 0 0,-4-8 2 0 0,0 1 0 0 0,0-1 0 0 0,0 0 0 0 0,1-1 1 0 0,-1 1-1 0 0,1-1 0 0 0,0 0 0 0 0,0 0 0 0 0,0-1 0 0 0,0 0 0 0 0,12 3 0 0 0,-1-3 9 0 0,-1 0 0 0 0,1 0 0 0 0,0-2-1 0 0,0 0 1 0 0,-1-1 0 0 0,1-1 0 0 0,0-1 0 0 0,-1 0-1 0 0,26-9 1 0 0,-28 8-8 0 0,-1-1 1 0 0,0-1-1 0 0,0-1 0 0 0,-1 0 0 0 0,0 0 0 0 0,0-1 1 0 0,0-1-1 0 0,-1 0 0 0 0,-1 0 0 0 0,0-1 0 0 0,0 0 0 0 0,-1-1 1 0 0,14-20-1 0 0,-17 21-12 0 0,0-1-1 0 0,-1 1 1 0 0,0-1 0 0 0,-1 0 0 0 0,0 0 0 0 0,-1 0 0 0 0,0-1 0 0 0,-1 1 0 0 0,0-1-1 0 0,-1 1 1 0 0,0-1 0 0 0,-1 0 0 0 0,0 1 0 0 0,-1-1 0 0 0,0 0 0 0 0,-1 1-1 0 0,-3-13 1 0 0,2 15-9 0 0,1 0 0 0 0,-2 0 0 0 0,1 1 0 0 0,-1-1 0 0 0,0 1 0 0 0,-1 0 0 0 0,0 0 0 0 0,0 0 0 0 0,-1 1 0 0 0,1 0 0 0 0,-2 0 0 0 0,-8-7 0 0 0,11 10-3 0 0,-1 1 0 0 0,0 0 0 0 0,0 0 0 0 0,0 0 0 0 0,0 0 0 0 0,-1 1 0 0 0,1 0 0 0 0,-1 0 0 0 0,1 1 0 0 0,-1-1-1 0 0,0 1 1 0 0,1 1 0 0 0,-1-1 0 0 0,0 1 0 0 0,0 0 0 0 0,0 0 0 0 0,0 0 0 0 0,1 1 0 0 0,-1 0 0 0 0,-9 3 0 0 0,4-1 3 0 0,0 1 0 0 0,1 0 0 0 0,0 1 0 0 0,0 0 0 0 0,1 1 0 0 0,-1 0 0 0 0,-13 11-1 0 0,20-14 6 0 0,-1 0-1 0 0,1 0 1 0 0,-1 0-1 0 0,1 1 0 0 0,0-1 1 0 0,1 1-1 0 0,-1 0 1 0 0,0-1-1 0 0,1 1 0 0 0,0 1 1 0 0,0-1-1 0 0,0 0 1 0 0,1 0-1 0 0,-1 1 0 0 0,1-1 1 0 0,0 1-1 0 0,0-1 1 0 0,0 1-1 0 0,1-1 1 0 0,0 10-1 0 0,0-12-1 0 0,1 1 1 0 0,-1-1-1 0 0,1 0 1 0 0,-1 1-1 0 0,1-1 1 0 0,0 0-1 0 0,0 0 1 0 0,0 1-1 0 0,0-1 1 0 0,1 0-1 0 0,-1 0 1 0 0,1 0-1 0 0,-1 0 1 0 0,1-1-1 0 0,-1 1 1 0 0,1 0-1 0 0,3 2 1 0 0,-1-2-4 0 0,0 0 1 0 0,-1 0 0 0 0,1 0-1 0 0,0-1 1 0 0,0 1 0 0 0,0-1-1 0 0,0 0 1 0 0,0 0 0 0 0,7 0-1 0 0,2-1-11 0 0,0 0 0 0 0,0 0 0 0 0,0-2 0 0 0,0 1 0 0 0,21-7 0 0 0,-16 3 4 0 0,-1-1 0 0 0,0-1 0 0 0,0-1 0 0 0,29-18 0 0 0,56-47-23 0 0,-66 45-58 0 0,54-33 1 0 0,-86 59 77 0 0,-1 0 0 0 0,1 0 0 0 0,0 1 1 0 0,0-1-1 0 0,0 1 0 0 0,-1 0 0 0 0,1-1 1 0 0,1 2-1 0 0,-1-1 0 0 0,0 0 0 0 0,0 1 1 0 0,0 0-1 0 0,0 0 0 0 0,0 0 1 0 0,0 1-1 0 0,0-1 0 0 0,6 2 0 0 0,-6 0 11 0 0,0 0-1 0 0,0 0 0 0 0,0 1 0 0 0,0-1 1 0 0,0 1-1 0 0,0-1 0 0 0,-1 1 1 0 0,1 1-1 0 0,-1-1 0 0 0,0 0 0 0 0,0 1 1 0 0,0-1-1 0 0,-1 1 0 0 0,1 0 1 0 0,3 7-1 0 0,1 5 177 0 0,0 1 0 0 0,-1 0 0 0 0,0 0 0 0 0,-2 0 0 0 0,0 0 0 0 0,-1 1 0 0 0,0 0 0 0 0,-2-1 0 0 0,0 1 0 0 0,-1 0 0 0 0,-3 24 0 0 0,3-42-154 0 0,0 0 0 0 0,0 1 0 0 0,0-1 0 0 0,0 1-1 0 0,0-1 1 0 0,0 0 0 0 0,0 1 0 0 0,0-1 0 0 0,-1 0 0 0 0,1 1 0 0 0,0-1 0 0 0,0 0-1 0 0,0 1 1 0 0,-1-1 0 0 0,1 0 0 0 0,0 1 0 0 0,0-1 0 0 0,-1 0 0 0 0,1 0 0 0 0,0 1-1 0 0,-1-1 1 0 0,1 0 0 0 0,0 0 0 0 0,0 0 0 0 0,-1 1 0 0 0,1-1 0 0 0,-1 0 0 0 0,1 0-1 0 0,0 0 1 0 0,-1 0 0 0 0,1 0 0 0 0,0 0 0 0 0,-1 0 0 0 0,1 0 0 0 0,0 0 0 0 0,-1 0-1 0 0,1 0 1 0 0,-1 0 0 0 0,1 0 0 0 0,0 0 0 0 0,-1 0 0 0 0,1 0 0 0 0,0 0 0 0 0,-1 0-1 0 0,1 0 1 0 0,-1-1 0 0 0,1 1 0 0 0,-1 0 0 0 0,-14-12 142 0 0,14 9-151 0 0,0 1 0 0 0,0 0 0 0 0,0 0 0 0 0,0-1 0 0 0,0 1 0 0 0,1 0 0 0 0,-1-1-1 0 0,1 1 1 0 0,-1-1 0 0 0,1 1 0 0 0,0-1 0 0 0,0 1 0 0 0,0 0 0 0 0,0-1 0 0 0,1 1 0 0 0,0-5 0 0 0,0 3-12 0 0,1 0-1 0 0,0 1 1 0 0,0-1 0 0 0,0 0 0 0 0,0 0 0 0 0,0 1 0 0 0,1 0 0 0 0,-1-1 0 0 0,7-4 0 0 0,6-5-236 0 0,0 2 1 0 0,1-1 0 0 0,1 2-1 0 0,0 1 1 0 0,0 0 0 0 0,1 1-1 0 0,23-8 1 0 0,-10 4-650 0 0,38-21 1 0 0,-60 28 815 0 0,0-1 0 0 0,-1 1 0 0 0,1-2 0 0 0,-2 1 0 0 0,1-1 0 0 0,0-1 1 0 0,-1 1-1 0 0,8-12 0 0 0,-9 7 107 0 0,0 1 1 0 0,0-1 0 0 0,6-21-1 0 0,-2 5 408 0 0,-7 22-66 0 0,-5 11-180 0 0,-6 14 25 0 0,3 1-122 0 0,1 0 0 0 0,1 0 1 0 0,0 0-1 0 0,2 0 0 0 0,0 0 0 0 0,1 0 1 0 0,2 0-1 0 0,0 0 0 0 0,0 0 1 0 0,12 39-1 0 0,-13-56-172 0 0,1 1 1 0 0,-1-1-1 0 0,1 0 1 0 0,0 1-1 0 0,0-1 1 0 0,0 0-1 0 0,0 0 1 0 0,0 0-1 0 0,1 0 1 0 0,0-1-1 0 0,-1 1 1 0 0,1-1-1 0 0,0 1 0 0 0,0-1 1 0 0,0 0-1 0 0,6 3 1 0 0,-6-4-412 0 0,0 0 0 0 0,1 1 0 0 0,-1-2 0 0 0,0 1 0 0 0,0 0 0 0 0,1 0 0 0 0,-1-1 0 0 0,1 0 0 0 0,-1 0 0 0 0,0 0 0 0 0,1 0 0 0 0,-1 0 0 0 0,0-1 0 0 0,1 0 0 0 0,-1 1 0 0 0,0-1 0 0 0,1 0 0 0 0,2-2 0 0 0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50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83 892 0 0,'-12'-14'2384'0'0,"1"0"-680"0"0,1 2-191 0 0,-2 2-421 0 0,2-1-68 0 0,1 3-380 0 0,-1 1-24 0 0,1 2 168 0 0,-6 3-408 0 0,-1 7-336 0 0,6 12-760 0 0,7-4-96 0 0,-1 0-540 0 0,2 1-1236 0 0,2 1-625 0 0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51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566 113 480 0 0,'8'-15'5728'0'0,"-8"13"-5446"0"0,1 0 1 0 0,-1 0-1 0 0,0 0 0 0 0,0-1 1 0 0,0 1-1 0 0,0 0 0 0 0,0 0 1 0 0,-1 0-1 0 0,1 0 1 0 0,-1 0-1 0 0,1 0 0 0 0,-1 0 1 0 0,0 0-1 0 0,0 0 0 0 0,0 0 1 0 0,-2-3-1 0 0,1 1 42 0 0,-1 1 1 0 0,0-1-1 0 0,0 1 0 0 0,0 0 1 0 0,-1 0-1 0 0,1 1 0 0 0,-8-6 1 0 0,2 4-53 0 0,0-1 0 0 0,0 1 0 0 0,0 0 1 0 0,0 1-1 0 0,-1 0 0 0 0,1 1 1 0 0,-12-2-1 0 0,7 4-164 0 0,0-1 0 0 0,0 2 0 0 0,0 0 0 0 0,1 1 0 0 0,-1 0 0 0 0,0 1 0 0 0,1 1 0 0 0,0 0 0 0 0,0 1 0 0 0,0 0 0 0 0,0 1 1 0 0,-20 12-1 0 0,12-4-61 0 0,-1 1 0 0 0,2 0 0 0 0,0 2 0 0 0,1 0 0 0 0,-33 40 0 0 0,47-52-30 0 0,1 2 0 0 0,-1-1 0 0 0,1 0 0 0 0,1 1-1 0 0,-1 0 1 0 0,1 0 0 0 0,1 0 0 0 0,-1 0 0 0 0,1 0-1 0 0,-1 8 1 0 0,2-13-8 0 0,1 1-1 0 0,0-1 0 0 0,0 0 1 0 0,0 1-1 0 0,0-1 0 0 0,0 0 1 0 0,1 1-1 0 0,-1-1 0 0 0,1 0 1 0 0,-1 0-1 0 0,1 1 0 0 0,0-1 1 0 0,0 0-1 0 0,0 0 0 0 0,0 0 0 0 0,0 0 1 0 0,0 0-1 0 0,1 0 0 0 0,-1 0 1 0 0,1 0-1 0 0,-1-1 0 0 0,1 1 1 0 0,0 0-1 0 0,0-1 0 0 0,-1 1 1 0 0,1-1-1 0 0,0 0 0 0 0,0 0 1 0 0,1 0-1 0 0,-1 0 0 0 0,0 0 1 0 0,0 0-1 0 0,0 0 0 0 0,1-1 1 0 0,2 1-1 0 0,4 1 3 0 0,1-1 0 0 0,-1 0 0 0 0,0 0 0 0 0,1-1 0 0 0,-1-1 0 0 0,0 1 1 0 0,1-1-1 0 0,-1-1 0 0 0,0 0 0 0 0,0 0 0 0 0,0-1 0 0 0,0 0 0 0 0,0-1 0 0 0,-1 1 0 0 0,1-2 0 0 0,-1 1 0 0 0,9-7 0 0 0,4-5 6 0 0,0 0 0 0 0,-1-2 0 0 0,-1 0 0 0 0,31-36-1 0 0,8-20-138 0 0,-58 74 119 0 0,0 0 1 0 0,0-1-1 0 0,0 1 1 0 0,1 0 0 0 0,-1-1-1 0 0,0 1 1 0 0,0 0 0 0 0,1-1-1 0 0,-1 1 1 0 0,0 0-1 0 0,1 0 1 0 0,-1-1 0 0 0,0 1-1 0 0,1 0 1 0 0,-1 0-1 0 0,0 0 1 0 0,1 0 0 0 0,-1-1-1 0 0,1 1 1 0 0,-1 0-1 0 0,0 0 1 0 0,1 0 0 0 0,-1 0-1 0 0,1 0 1 0 0,-1 0-1 0 0,0 0 1 0 0,1 0 0 0 0,-1 0-1 0 0,1 0 1 0 0,-1 0-1 0 0,0 0 1 0 0,1 0 0 0 0,-1 1-1 0 0,0-1 1 0 0,1 0 0 0 0,-1 0-1 0 0,1 0 1 0 0,-1 0-1 0 0,0 1 1 0 0,1-1 0 0 0,-1 0-1 0 0,0 0 1 0 0,0 1-1 0 0,1-1 1 0 0,-1 0 0 0 0,0 1-1 0 0,0-1 1 0 0,1 0-1 0 0,-1 1 1 0 0,0 0 0 0 0,8 18-22 0 0,-8 18 303 0 0,-2-1 1 0 0,-1 1-1 0 0,-2-1 1 0 0,-16 63 0 0 0,8-42-31 0 0,-36 142 596 0 0,35-154-346 0 0,-1 0 0 0 0,-29 55 0 0 0,37-87-179 0 0,0 0 0 0 0,-1 0 0 0 0,0-1 0 0 0,-1 0 0 0 0,0-1 0 0 0,-1 0 0 0 0,0 0 1 0 0,-22 16-1 0 0,28-24-245 0 0,0 0 1 0 0,-1-1 0 0 0,1 1-1 0 0,0-1 1 0 0,-1 0 0 0 0,0 0-1 0 0,1-1 1 0 0,-1 1 0 0 0,0-1-1 0 0,0 0 1 0 0,0-1 0 0 0,1 1-1 0 0,-1-1 1 0 0,0 0 0 0 0,0 0-1 0 0,0 0 1 0 0,0-1 0 0 0,0 0-1 0 0,0 0 1 0 0,0 0 0 0 0,1 0-1 0 0,-1-1 1 0 0,0 0 0 0 0,1 0-1 0 0,-1 0 1 0 0,1 0 0 0 0,0-1 0 0 0,0 0-1 0 0,-6-5 1 0 0,2 2-6 0 0,0 0 1 0 0,1-1-1 0 0,0 0 1 0 0,0 0-1 0 0,0-1 1 0 0,1 0-1 0 0,0 0 1 0 0,1-1 0 0 0,-5-9-1 0 0,8 14-62 0 0,0-1 0 0 0,1 0 1 0 0,-1 0-1 0 0,1 0 0 0 0,0 0 0 0 0,0 1 0 0 0,1-2 0 0 0,-1 1 1 0 0,1 0-1 0 0,0 0 0 0 0,1 0 0 0 0,-1 0 0 0 0,1 0 1 0 0,0 0-1 0 0,0 0 0 0 0,1 1 0 0 0,-1-1 0 0 0,1 0 0 0 0,5-8 1 0 0,4-6-149 0 0,2 0 0 0 0,0 1 0 0 0,1 1 1 0 0,1 0-1 0 0,1 1 0 0 0,0 1 0 0 0,20-15 1 0 0,135-85-3010 0 0,-106 76 1186 0 0,112-72-5388 0 0,-68 25-727 0 0,-84 62 4164 0 0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51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94 1508 0 0,'36'-93'14951'0'0,"-33"106"-13515"0"0,-15 170 751 0 0,12-178-2157 0 0,-6 32 9 0 0,3-18-554 0 0,-1 31 0 0 0,4-44-302 0 0,0-1 0 0 0,1 1 1 0 0,0-1-1 0 0,0 1 0 0 0,3 9 1 0 0,-3-13 81 0 0,0 2 22 0 0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52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39 2936 0 0,'24'-30'16376'0'0,"-24"30"-16337"0"0,0 0 1 0 0,1 0 0 0 0,-1 0-1 0 0,0 0 1 0 0,0 0 0 0 0,1 0-1 0 0,-1 1 1 0 0,0-1 0 0 0,0 0-1 0 0,0 0 1 0 0,0 0 0 0 0,1 0-1 0 0,-1 1 1 0 0,0-1-1 0 0,0 0 1 0 0,0 0 0 0 0,0 0-1 0 0,0 1 1 0 0,1-1 0 0 0,-1 0-1 0 0,0 0 1 0 0,0 1 0 0 0,0-1-1 0 0,0 0 1 0 0,0 0 0 0 0,0 1-1 0 0,0-1 1 0 0,0 0 0 0 0,0 0-1 0 0,0 1 1 0 0,0-1 0 0 0,0 0-1 0 0,0 0 1 0 0,0 1 0 0 0,0-1-1 0 0,0 0 1 0 0,-1 1 0 0 0,-13 86 3905 0 0,-14 65-2194 0 0,23-132-1570 0 0,3-14 27 0 0,0 1 0 0 0,0 0-1 0 0,1 0 1 0 0,-1 8 0 0 0,18-38-144 0 0,63-116-352 0 0,-66 119 217 0 0,2 1 0 0 0,0 0 0 0 0,1 1 0 0 0,29-26 0 0 0,-40 40 45 0 0,0 0-1 0 0,0 1 1 0 0,1-1-1 0 0,-1 1 1 0 0,1 0-1 0 0,0 0 1 0 0,0 1-1 0 0,0-1 0 0 0,0 1 1 0 0,0 1-1 0 0,1-1 1 0 0,8 0-1 0 0,-12 2 20 0 0,0 0 0 0 0,0 1 1 0 0,0-1-1 0 0,0 1 0 0 0,0 0 0 0 0,0 0 0 0 0,-1 0 0 0 0,1 0 1 0 0,0 0-1 0 0,-1 0 0 0 0,1 1 0 0 0,-1-1 0 0 0,1 1 0 0 0,-1 0 1 0 0,4 3-1 0 0,1 2-7 0 0,-1-1 0 0 0,0 0 1 0 0,8 13-1 0 0,36 68 2 0 0,-49-85-87 0 0,0 0-1 0 0,0-1 0 0 0,0 1 1 0 0,0-1-1 0 0,1 0 1 0 0,-1 1-1 0 0,0-1 0 0 0,1 0 1 0 0,-1 1-1 0 0,1-1 1 0 0,0 0-1 0 0,-1 0 0 0 0,1 0 1 0 0,0-1-1 0 0,-1 1 1 0 0,1 0-1 0 0,0-1 0 0 0,0 1 1 0 0,0-1-1 0 0,0 1 1 0 0,0-1-1 0 0,-1 0 0 0 0,1 0 1 0 0,0 0-1 0 0,0 0 1 0 0,0 0-1 0 0,0 0 0 0 0,0-1 1 0 0,0 1-1 0 0,0-1 1 0 0,-1 1-1 0 0,1-1 0 0 0,0 0 1 0 0,0 1-1 0 0,-1-1 1 0 0,1 0-1 0 0,0 0 1 0 0,2-2-1 0 0,1-1-1063 0 0,0 0 0 0 0,0 1 0 0 0,0-2 0 0 0,-1 1-1 0 0,0 0 1 0 0,0-1 0 0 0,0 0 0 0 0,0 0 0 0 0,-1 0 0 0 0,5-8 0 0 0,-1-6-6390 0 0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52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301 122 392 0 0,'-124'-52'8961'0'0,"-1"0"-4870"0"0,116 48-4041 0 0,3 1-507 0 0,0 1-1 0 0,0 0 1 0 0,1 0-1 0 0,-1 0 1 0 0,-7-1-1 0 0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52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41 2400 0 0,'19'-40'9568'0'0,"-3"60"-6559"0"0,-12-6-2624 0 0,-1 0 1 0 0,0 1-1 0 0,-1 0 0 0 0,-1-1 1 0 0,0 1-1 0 0,-1 0 1 0 0,0 0-1 0 0,-5 23 1 0 0,-4 12-147 0 0,-19 55 0 0 0,24-89-1281 0 0,0 0 0 0 0,-1 19 0 0 0,4-28-1196 0 0,1 0 0 0 0,0 1 0 0 0,2 13 0 0 0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53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51 104 2900 0 0,'19'-30'15462'0'0,"-22"48"-14220"0"0,-51 270 2140 0 0,48-252-3226 0 0,0-4 139 0 0,5-26-71 0 0,3-13 62 0 0,10-36-384 0 0,1 0 0 0 0,3 2 0 0 0,1 0 1 0 0,1 1-1 0 0,3 0 0 0 0,32-45 0 0 0,-44 71 65 0 0,1 1 0 0 0,1 1 1 0 0,1 0-1 0 0,16-15 0 0 0,-23 23 23 0 0,0 0 0 0 0,0 1-1 0 0,0 0 1 0 0,1-1 0 0 0,-1 1 0 0 0,1 1 0 0 0,-1-1 0 0 0,1 1-1 0 0,0 0 1 0 0,0 1 0 0 0,0-1 0 0 0,0 1 0 0 0,0 0 0 0 0,10 0-1 0 0,-12 2 10 0 0,1-1 0 0 0,-1 1 0 0 0,1 0 1 0 0,-1 0-1 0 0,0 0 0 0 0,1 1 0 0 0,-1 0 0 0 0,0 0 0 0 0,0 0 0 0 0,0 0 0 0 0,-1 0 0 0 0,1 1 0 0 0,0 0 0 0 0,-1-1 0 0 0,0 1 0 0 0,1 1 0 0 0,-1-1 0 0 0,0 0 0 0 0,-1 1 0 0 0,1 0 0 0 0,-1-1 0 0 0,1 1 0 0 0,-1 0 0 0 0,0 0 0 0 0,-1 0 0 0 0,1 1 0 0 0,0 3 0 0 0,4 14 20 0 0,-1 0 0 0 0,-1-1 0 0 0,-1 1 0 0 0,0 28 1 0 0,-1-23-1 0 0,-2-17-329 0 0,1 0-1 0 0,1 0 1 0 0,0-1-1 0 0,6 19 1 0 0,-7-27-216 0 0,0 0-1 0 0,2 2-525 0 0,-2-2 526 0 0,0 0 0 0 0,1 0 0 0 0,-1 0 0 0 0,1-1-1 0 0,-1 1 1 0 0,1 0 0 0 0,-1-1 0 0 0,1 1 0 0 0,-1-1 0 0 0,1 1 0 0 0,0-1 0 0 0,-1 1-1 0 0,1-1 1 0 0,0 0 0 0 0,-1 0 0 0 0,1 0 0 0 0,0 0 0 0 0,-1 0 0 0 0,4-1-1 0 0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53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38 2128 0 0,'-22'-7'2092'0'0,"7"2"-287"0"0,1 1-381 0 0,-2-1-256 0 0,4 0-236 0 0,0 3 332 0 0,-5-4-560 0 0,3 2-648 0 0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54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141 193 400 0 0,'5'-13'7057'0'0,"-8"53"-5892"0"0,-1 0 0 0 0,-2-1 0 0 0,-21 71-1 0 0,8-36-419 0 0,-24 70 345 0 0,15-59 952 0 0,24-71-1047 0 0,4-11-712 0 0,-1-1-1 0 0,1 1 0 0 0,-1 0 0 0 0,0-1 0 0 0,0 1 0 0 0,0-1 0 0 0,0 0 0 0 0,-1 1 0 0 0,-2 3 1596 0 0,6-20-1726 0 0,0-1 0 0 0,0 1 0 0 0,2 0 0 0 0,0 0-1 0 0,9-21 1 0 0,-3 9-76 0 0,-8 18-76 0 0,82-223 34 0 0,-58 168-214 0 0,55-96 1 0 0,-71 143 174 0 0,1 0 1 0 0,0 0-1 0 0,1 1 1 0 0,0 1 0 0 0,2 0-1 0 0,27-23 1 0 0,-36 33-3 0 0,0 0-1 0 0,0 1 1 0 0,0 0-1 0 0,0 0 1 0 0,1 0 0 0 0,-1 1-1 0 0,1-1 1 0 0,0 1 0 0 0,-1 1-1 0 0,1-1 1 0 0,0 1 0 0 0,0 0-1 0 0,0 0 1 0 0,0 1 0 0 0,0 0-1 0 0,0 0 1 0 0,0 0 0 0 0,0 1-1 0 0,0 0 1 0 0,0 0-1 0 0,0 0 1 0 0,0 1 0 0 0,0 0-1 0 0,0 0 1 0 0,8 5 0 0 0,-5-2 11 0 0,0 1 1 0 0,-1-1 0 0 0,1 1 0 0 0,-2 1 0 0 0,1 0 0 0 0,-1 0-1 0 0,0 1 1 0 0,0-1 0 0 0,-1 1 0 0 0,6 10 0 0 0,-9-14-4 0 0,-1-1 1 0 0,-1 1-1 0 0,1 0 1 0 0,-1-1-1 0 0,1 1 0 0 0,-1 0 1 0 0,0 0-1 0 0,0 0 1 0 0,-1 0-1 0 0,1 0 1 0 0,-1 1-1 0 0,0-1 1 0 0,0 0-1 0 0,0 0 1 0 0,-1 0-1 0 0,1 0 1 0 0,-1 0-1 0 0,0 0 1 0 0,0 0-1 0 0,0 0 0 0 0,-1 0 1 0 0,0 0-1 0 0,1-1 1 0 0,-1 1-1 0 0,-1-1 1 0 0,1 1-1 0 0,-5 4 1 0 0,-2 3 3 0 0,-2 0 0 0 0,0-1 0 0 0,0 0-1 0 0,-1-1 1 0 0,0 0 0 0 0,0-1 0 0 0,-1-1 0 0 0,-16 8 0 0 0,-16 4-17 0 0,-55 14-1 0 0,5-1-140 0 0,91-30 139 0 0,1-1 1 0 0,0 1 0 0 0,-1 0 0 0 0,1 0-1 0 0,0 0 1 0 0,0 0 0 0 0,0 0-1 0 0,0 1 1 0 0,0-1 0 0 0,1 1-1 0 0,-1 0 1 0 0,1 0 0 0 0,0 0 0 0 0,-1 0-1 0 0,1 0 1 0 0,1 0 0 0 0,-3 5-1 0 0,2-2 2 0 0,0 0 0 0 0,1 1 0 0 0,-1-1 0 0 0,1 0 0 0 0,1 0 0 0 0,-1 1-1 0 0,1-1 1 0 0,0 0 0 0 0,2 11 0 0 0,0-4 0 0 0,0-1 0 0 0,1 0 1 0 0,1 0-1 0 0,0 0 0 0 0,0-1 0 0 0,1 0 0 0 0,1 1 0 0 0,0-2 1 0 0,0 1-1 0 0,11 12 0 0 0,-4-10-16 0 0,0 0 0 0 0,0-1 0 0 0,1-1 0 0 0,1 0 0 0 0,0-1 0 0 0,0-1 0 0 0,1 0 0 0 0,0-1 0 0 0,0-1 0 0 0,20 6 0 0 0,-5-3-1197 0 0,0-2 0 0 0,0-2 0 0 0,1 0 0 0 0,58 1 0 0 0,-73-7-681 0 0,-1-1-1 0 0,0 0 1 0 0,23-6-1 0 0,-9 1-2944 0 0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55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133 110 376 0 0,'-9'-53'8280'0'0,"4"15"-5046"0"0,4 36-3052 0 0,-1-15 392 0 0,3 20-573 0 0,-5 19 18 0 0,0-7-10 0 0,-1 0 0 0 0,0 0 0 0 0,-1 0 0 0 0,-13 24 0 0 0,16-32 3 0 0,0 1 0 0 0,1-1-1 0 0,0 1 1 0 0,-2 13 0 0 0,4-20-9 0 0,0 0 0 0 0,0 0 0 0 0,0 0 0 0 0,0 0 0 0 0,0 0 0 0 0,0 0 0 0 0,1 0 0 0 0,-1 0 0 0 0,0 0 0 0 0,1 0 0 0 0,-1 0 0 0 0,1 0 0 0 0,-1 0 0 0 0,1 0 0 0 0,-1-1 0 0 0,1 1 0 0 0,-1 0 0 0 0,1 0 0 0 0,0-1 0 0 0,0 1 0 0 0,-1 0 0 0 0,1-1 0 0 0,0 1 0 0 0,1 0 0 0 0,20 10 39 0 0,-20-10-42 0 0,66 21-8 0 0,-48-17-22 0 0,0 1-1 0 0,32 15 1 0 0,-46-19 34 0 0,-1 1-1 0 0,0 0 1 0 0,0 1 0 0 0,0-1-1 0 0,-1 1 1 0 0,1 0-1 0 0,-1 0 1 0 0,0 0 0 0 0,0 1-1 0 0,0 0 1 0 0,0 0-1 0 0,-1 0 1 0 0,5 9-1 0 0,-7-11 64 0 0,1 0 0 0 0,-1-1 0 0 0,0 1 0 0 0,-1 0-1 0 0,1 0 1 0 0,0 0 0 0 0,-1 0 0 0 0,0 0-1 0 0,1 0 1 0 0,-1-1 0 0 0,-1 1 0 0 0,1 0-1 0 0,0 0 1 0 0,-1 0 0 0 0,1 0 0 0 0,-1 0-1 0 0,0 0 1 0 0,-1 3 0 0 0,0-2 31 0 0,-1 0 0 0 0,1 0 0 0 0,-1 0 1 0 0,0 0-1 0 0,0-1 0 0 0,0 1 0 0 0,-1-1 0 0 0,1 0 0 0 0,-1 0 0 0 0,-5 4 1 0 0,-7 2 97 0 0,0 0 0 0 0,-1-1 0 0 0,0-1 0 0 0,-29 8 0 0 0,-36 7 384 0 0,71-19-1014 0 0,-1-1 0 0 0,1-1 0 0 0,0 0 0 0 0,-1-1 1 0 0,-13-1-1 0 0,17-2-1563 0 0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11:21:55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5521 0 0,'0'0'6988'0'0,"7"5"-4764"0"0,5 2-3676 0 0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2:36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 1220 0 0,'0'0'1672'0'0,"-12"3"404"0"0,20-8-4640 0 0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2:47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0 536 0 0,'0'0'2972'0'0,"-5"9"-3661"0"0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2:56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1176 0 0,'0'0'2400'0'0,"-7"5"-2268"0"0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2:56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0 76 0 0,'-12'35'6646'0'0,"12"-34"-6053"0"0,-5 11 582 0 0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2:57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6 152 0 0,'5'-6'7401'0'0,"6"19"-10461"0"0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2:59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1392 0 0,'0'0'1994'0'0,"9"-9"1638"0"0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3:00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77 600 0 0,'20'-65'5567'0'0,"-20"63"-5449"0"0,0 1-122 0 0,1 1 1 0 0,-1 0 0 0 0,0-1 0 0 0,0 1 0 0 0,0-1 0 0 0,0 1 0 0 0,0 0 0 0 0,1-1 0 0 0,-1 1 0 0 0,0-1 0 0 0,0 1 0 0 0,1 0 0 0 0,-1-1-1 0 0,0 1 1 0 0,0 0 0 0 0,1-1 0 0 0,-1 1 0 0 0,0 0 0 0 0,1 0 0 0 0,-1-1 0 0 0,0 1 0 0 0,1 0 0 0 0,-1 0 0 0 0,1 0 0 0 0,-1-1 0 0 0,1 1-1 0 0,-1 0 1 0 0,0 0 0 0 0,1 0 0 0 0,-1 0 0 0 0,1 0 0 0 0,-1 0 0 0 0,1 0 0 0 0,-1 0 0 0 0,0 0 0 0 0,1 0 0 0 0,-1 0 0 0 0,1 0-1 0 0,-1 0 1 0 0,1 0 0 0 0,-1 0 0 0 0,0 1 0 0 0,1-1 0 0 0,-1 0 0 0 0,1 0 0 0 0,-1 0 0 0 0,0 1 0 0 0,1-1 0 0 0,-1 0 0 0 0,0 1 0 0 0,1-1-1 0 0,-1 0 1 0 0,0 0 0 0 0,1 1 0 0 0,13 35-2473 0 0,-10-21 1241 0 0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3:00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1056 0 0,'0'0'3276'0'0,"-5"9"-1239"0"0,19-13-2601 0 0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3:01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0 1588 0 0,'0'0'2786'0'0,"-4"10"-303"0"0,-1 6 538 0 0,-14-27-2210 0 0,17 10-1354 0 0,1 1 268 0 0,0 0 1 0 0,0 0-1 0 0,0-1 1 0 0,0 1-1 0 0,0 0 0 0 0,-1 0 1 0 0,1 0-1 0 0,0 0 1 0 0,0 0-1 0 0,0 0 1 0 0,0 0-1 0 0,0 1 1 0 0,-1-1-1 0 0,1 0 1 0 0,0 0-1 0 0,-1 2 1 0 0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3:15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0 804 0 0,'0'0'10049'0'0,"-8"4"-12398"0"0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3:18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1 976 0 0,'0'0'9348'0'0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3:19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2 460 0 0,'0'0'4060'0'0,"15"-2"-6176"0"0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3:20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1444 0 0,'23'-25'14506'0'0,"-22"24"-14107"0"0,-1-4-201 0 0,-1 2-539 0 0,0 1 0 0 0,1-1 0 0 0,0 0 0 0 0,0 1 1 0 0,0-1-1 0 0,0 1 0 0 0,0-1 0 0 0,0 0 0 0 0,2-4 1 0 0,20-8-5844 0 0,-6 8 1633 0 0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3:21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61 1140 0 0,'3'-10'4493'0'0,"12"-32"2547"0"0,-15 41-7133 0 0,0 1 58 0 0,0 0 0 0 0,0 0 1 0 0,0 0-1 0 0,1-1 0 0 0,-1 1 0 0 0,0 0 0 0 0,0 0 0 0 0,0 0 1 0 0,0 0-1 0 0,0-1 0 0 0,0 1 0 0 0,0 0 0 0 0,0 0 1 0 0,0 0-1 0 0,0 0 0 0 0,0-1 0 0 0,0 1 0 0 0,0 0 1 0 0,0 0-1 0 0,0 0 0 0 0,0-1 0 0 0,0 1 0 0 0,0 0 1 0 0,0 0-1 0 0,0 0 0 0 0,0 0 0 0 0,0-1 0 0 0,0 1 0 0 0,0 0 1 0 0,0 0-1 0 0,0 0 0 0 0,-1 0 0 0 0,1-1 0 0 0,0 1 1 0 0,0 0-1 0 0,0 0 0 0 0,0 0 0 0 0,0 0 0 0 0,0 0 1 0 0,-1 0-1 0 0,1-1 0 0 0,0 1 0 0 0,0 0 0 0 0,0 0 1 0 0,0 0-1 0 0,-1 0 0 0 0,1 0 0 0 0,0 0 0 0 0,-32 5-4408 0 0,16-3 416 0 0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3:22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 1612 0 0,'0'0'5718'0'0,"-16"1"-2242"0"0,12-2-3031 0 0,1-1-1534 0 0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3:23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28 964 0 0,'0'0'1874'0'0,"-3"0"-1222"0"0,-9 0 2869 0 0,11 0-3479 0 0,0 0-1 0 0,0 0 0 0 0,0 0 0 0 0,1 0 0 0 0,-1 0 1 0 0,0 0-1 0 0,0-1 0 0 0,0 1 0 0 0,1 0 1 0 0,-1 0-1 0 0,0 0 0 0 0,0-1 0 0 0,1 1 0 0 0,-1-1 1 0 0,0 1-1 0 0,0-1 0 0 0,1 0-205 0 0,0 0 1 0 0,0 0-1 0 0,0 0 1 0 0,0 1-1 0 0,0-1 1 0 0,0 0-1 0 0,1 0 1 0 0,-1 0-1 0 0,0 0 1 0 0,1 1-1 0 0,-1-1 0 0 0,0 0 1 0 0,1 0-1 0 0,-1 1 1 0 0,1-1-1 0 0,-1 0 1 0 0,1 1-1 0 0,0-1 1 0 0,-1 0-1 0 0,1 1 0 0 0,0-1 1 0 0,1 0-1 0 0,3-5-1382 0 0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3:24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74 996 0 0,'0'0'2066'0'0,"-13"-6"2370"0"0,1 6 1099 0 0,24-8-5442 0 0,-3 3-59 0 0,12-4-19 0 0,21-4 16 0 0,24-13-34 0 0,-64 26 11 0 0,4-2-3 0 0,15 0-65 0 0,-18 2 59 0 0,0-1-4 0 0,-1 1 1 0 0,1-1 0 0 0,0 1 0 0 0,0-1 0 0 0,0 1 0 0 0,0 0 0 0 0,0 0-1 0 0,0 0 1 0 0,3 1 0 0 0,13 0 3 0 0,-3 2-23 0 0,-14-3 20 0 0,0 0 0 0 0,0 1-1 0 0,0-1 1 0 0,0 1 0 0 0,0-1-1 0 0,0 1 1 0 0,0-1 0 0 0,0 1 0 0 0,-1 0-1 0 0,1 0 1 0 0,0 0 0 0 0,2 3 0 0 0,-2-3-8 0 0,0 1 18 0 0,-1 0 0 0 0,1 1 0 0 0,-1-1 1 0 0,1 1-1 0 0,-1 0 0 0 0,0-1 0 0 0,0 1 0 0 0,0 0 0 0 0,0 0 0 0 0,0-1 0 0 0,-1 1 0 0 0,1 0 0 0 0,-1 5 1 0 0,0 1-191 0 0,1 0 211 0 0,-1-1 1 0 0,-1 0-1 0 0,0 1 1 0 0,0-1-1 0 0,-3 11 1 0 0,3-14-822 0 0,-1 0 0 0 0,-1 0 0 0 0,1 0 0 0 0,-1 0-1 0 0,0-1 1 0 0,-5 8 0 0 0,-8 7-4331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77B9D-CE2B-0F8D-AA74-8A7A24DF7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72E299-66FF-7607-A9C8-38C2F496C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F42F4-BB40-989D-B908-3ED8C2BC7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2B29-29F9-40AD-A3BC-A912F4D2152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81702-60A3-F17C-2D14-51A00A726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AA390-32D7-D29C-3AAD-623B21F1C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23E-BC73-4DC4-8766-689D0F455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938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AB0D0-5CE8-68A5-CC8F-F33716A43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3753C-D9B7-5059-8BE1-F597F4D30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E82B4-8A2F-F0E6-818E-59660AB7D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2B29-29F9-40AD-A3BC-A912F4D2152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43C0B-BF11-43D8-A37F-39B56A1F8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D0E64-8CA4-67FA-E36A-9B099DE9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23E-BC73-4DC4-8766-689D0F455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670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AFE1D-AB2B-0EAE-781E-31BB5679D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B8B61-1DA9-3D99-7089-95656E75D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73BC2-981E-FEDD-51D6-7C7A77E76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2B29-29F9-40AD-A3BC-A912F4D2152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0C900-88DB-53B3-E1E1-D90492583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1F1D5-3CC0-C99A-7BCF-3CBDC56BB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23E-BC73-4DC4-8766-689D0F455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599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509CA-4B13-4281-0702-5845D0D3A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D3397-F76F-B9E0-6601-B10169CAB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D46DF-666D-4C92-276E-54D01E593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979C0-D923-9C06-888C-16169187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2B29-29F9-40AD-A3BC-A912F4D2152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06FDA-1535-AC68-DAD8-FC57CB9F1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E8984-0D10-DB57-C9C2-CD4F8307A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23E-BC73-4DC4-8766-689D0F455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52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11546-4A48-C8CA-F1B3-607293F0A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995B9-D118-DF54-C11D-CE77AA0FD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D7963-2D92-1691-7F8F-6FA397B72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83FB4-EAD0-7CBB-C457-8E9856CAD7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80C50C-FA98-1A3F-4EA8-48B6D57CD0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A4AA07-72FE-A0ED-B34E-DF7FF3898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2B29-29F9-40AD-A3BC-A912F4D2152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F1201D-0FAA-A75A-2E5D-71D6D7212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FFED9A-1C8F-6DDD-C789-A97A27FD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23E-BC73-4DC4-8766-689D0F455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47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5CDFE-5101-80D4-A431-FA276FC19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50902-3A78-412A-20DC-1AB1EA4BF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2B29-29F9-40AD-A3BC-A912F4D2152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636F1-B41B-1C5F-8009-2EF249A8D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DC43A8-0D73-DC06-8096-D0A76A1B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23E-BC73-4DC4-8766-689D0F455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90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A95C61-B3A1-08FC-05E1-C3C1A6429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2B29-29F9-40AD-A3BC-A912F4D2152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8D2CD1-B09B-7BB5-B8E5-890D3C999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84AE4-084C-D70C-ECE9-A13A2359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23E-BC73-4DC4-8766-689D0F455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03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8D40-DEA3-8564-9682-C236DF492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04071-08D1-5375-5F85-12C1C4350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E1B68A-21FF-4E36-D627-B4EEF6905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4A6D0-6B30-E00F-563B-B9F59FC36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2B29-29F9-40AD-A3BC-A912F4D2152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1817F-C7BB-AE06-20F6-3324DA919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F7841-05E6-33C9-F906-619A551B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23E-BC73-4DC4-8766-689D0F455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41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D6C66-E008-063C-77F9-9C273B656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299397-2D31-37F0-5AE2-B6581DC76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6F507-5272-ECDC-422F-9B13B3124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9323F-6F8D-024F-8310-ACFB19BFF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2B29-29F9-40AD-A3BC-A912F4D2152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52CA9-1FB2-C168-7728-D2A9C42EA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40A2A-808D-CC1E-809C-EB0098C0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23E-BC73-4DC4-8766-689D0F455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004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9DBB5-2B7C-A3EA-7140-4163E4D1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6F5C6-BFEC-1BAB-9713-DCEA7CF6B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16B90-292D-E4A6-4657-F108C562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2B29-29F9-40AD-A3BC-A912F4D2152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4FB3D-9C8C-560E-E4AA-832F7060C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8E97A-57F1-49EA-ACE2-1E38B3A32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23E-BC73-4DC4-8766-689D0F455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900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9C335B-00B1-640E-B321-13980DE8B6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A3947C-EA20-690B-9755-326634F54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7E66C-CE1B-C316-8C10-CE200A933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2B29-29F9-40AD-A3BC-A912F4D2152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B27E9-4B4C-9842-31AC-4DF290F9C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3FD9B-BEC8-BC02-7457-B6F5CEED4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23E-BC73-4DC4-8766-689D0F455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626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27C2D2-B423-5E11-CFE0-9C7B14152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9562F-4FAF-FF5D-1E2D-2AF910338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9FE3B-2C71-24A1-E831-516EEA29A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D92B29-29F9-40AD-A3BC-A912F4D2152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64BE1-E605-776C-8729-D3285090D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53449-5E8D-6DFC-1135-C1C57595C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EA223E-BC73-4DC4-8766-689D0F455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992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.png"/><Relationship Id="rId21" Type="http://schemas.openxmlformats.org/officeDocument/2006/relationships/customXml" Target="../ink/ink11.xml"/><Relationship Id="rId42" Type="http://schemas.openxmlformats.org/officeDocument/2006/relationships/customXml" Target="../ink/ink22.xml"/><Relationship Id="rId47" Type="http://schemas.openxmlformats.org/officeDocument/2006/relationships/image" Target="../media/image21.png"/><Relationship Id="rId63" Type="http://schemas.openxmlformats.org/officeDocument/2006/relationships/customXml" Target="../ink/ink34.xml"/><Relationship Id="rId68" Type="http://schemas.openxmlformats.org/officeDocument/2006/relationships/image" Target="../media/image29.png"/><Relationship Id="rId84" Type="http://schemas.openxmlformats.org/officeDocument/2006/relationships/customXml" Target="../ink/ink46.xml"/><Relationship Id="rId89" Type="http://schemas.openxmlformats.org/officeDocument/2006/relationships/image" Target="../media/image39.png"/><Relationship Id="rId16" Type="http://schemas.openxmlformats.org/officeDocument/2006/relationships/customXml" Target="../ink/ink8.xml"/><Relationship Id="rId11" Type="http://schemas.openxmlformats.org/officeDocument/2006/relationships/customXml" Target="../ink/ink5.xml"/><Relationship Id="rId32" Type="http://schemas.openxmlformats.org/officeDocument/2006/relationships/customXml" Target="../ink/ink17.xml"/><Relationship Id="rId37" Type="http://schemas.openxmlformats.org/officeDocument/2006/relationships/image" Target="../media/image16.png"/><Relationship Id="rId53" Type="http://schemas.openxmlformats.org/officeDocument/2006/relationships/image" Target="../media/image24.png"/><Relationship Id="rId58" Type="http://schemas.openxmlformats.org/officeDocument/2006/relationships/customXml" Target="../ink/ink30.xml"/><Relationship Id="rId74" Type="http://schemas.openxmlformats.org/officeDocument/2006/relationships/customXml" Target="../ink/ink41.xml"/><Relationship Id="rId79" Type="http://schemas.openxmlformats.org/officeDocument/2006/relationships/image" Target="../media/image34.png"/><Relationship Id="rId5" Type="http://schemas.openxmlformats.org/officeDocument/2006/relationships/customXml" Target="../ink/ink2.xml"/><Relationship Id="rId90" Type="http://schemas.openxmlformats.org/officeDocument/2006/relationships/customXml" Target="../ink/ink49.xml"/><Relationship Id="rId14" Type="http://schemas.openxmlformats.org/officeDocument/2006/relationships/customXml" Target="../ink/ink7.xml"/><Relationship Id="rId22" Type="http://schemas.openxmlformats.org/officeDocument/2006/relationships/image" Target="../media/image9.png"/><Relationship Id="rId27" Type="http://schemas.openxmlformats.org/officeDocument/2006/relationships/customXml" Target="../ink/ink14.xml"/><Relationship Id="rId30" Type="http://schemas.openxmlformats.org/officeDocument/2006/relationships/customXml" Target="../ink/ink16.xml"/><Relationship Id="rId35" Type="http://schemas.openxmlformats.org/officeDocument/2006/relationships/image" Target="../media/image15.png"/><Relationship Id="rId43" Type="http://schemas.openxmlformats.org/officeDocument/2006/relationships/image" Target="../media/image19.png"/><Relationship Id="rId48" Type="http://schemas.openxmlformats.org/officeDocument/2006/relationships/customXml" Target="../ink/ink25.xml"/><Relationship Id="rId56" Type="http://schemas.openxmlformats.org/officeDocument/2006/relationships/customXml" Target="../ink/ink29.xml"/><Relationship Id="rId64" Type="http://schemas.openxmlformats.org/officeDocument/2006/relationships/customXml" Target="../ink/ink35.xml"/><Relationship Id="rId69" Type="http://schemas.openxmlformats.org/officeDocument/2006/relationships/customXml" Target="../ink/ink38.xml"/><Relationship Id="rId77" Type="http://schemas.openxmlformats.org/officeDocument/2006/relationships/image" Target="../media/image33.png"/><Relationship Id="rId8" Type="http://schemas.openxmlformats.org/officeDocument/2006/relationships/image" Target="../media/image3.png"/><Relationship Id="rId51" Type="http://schemas.openxmlformats.org/officeDocument/2006/relationships/image" Target="../media/image23.png"/><Relationship Id="rId72" Type="http://schemas.openxmlformats.org/officeDocument/2006/relationships/customXml" Target="../ink/ink40.xml"/><Relationship Id="rId80" Type="http://schemas.openxmlformats.org/officeDocument/2006/relationships/customXml" Target="../ink/ink44.xml"/><Relationship Id="rId85" Type="http://schemas.openxmlformats.org/officeDocument/2006/relationships/image" Target="../media/image37.png"/><Relationship Id="rId3" Type="http://schemas.openxmlformats.org/officeDocument/2006/relationships/customXml" Target="../ink/ink1.xml"/><Relationship Id="rId12" Type="http://schemas.openxmlformats.org/officeDocument/2006/relationships/image" Target="../media/image5.png"/><Relationship Id="rId17" Type="http://schemas.openxmlformats.org/officeDocument/2006/relationships/image" Target="../media/image7.png"/><Relationship Id="rId25" Type="http://schemas.openxmlformats.org/officeDocument/2006/relationships/customXml" Target="../ink/ink13.xml"/><Relationship Id="rId33" Type="http://schemas.openxmlformats.org/officeDocument/2006/relationships/image" Target="../media/image14.png"/><Relationship Id="rId38" Type="http://schemas.openxmlformats.org/officeDocument/2006/relationships/customXml" Target="../ink/ink20.xml"/><Relationship Id="rId46" Type="http://schemas.openxmlformats.org/officeDocument/2006/relationships/customXml" Target="../ink/ink24.xml"/><Relationship Id="rId59" Type="http://schemas.openxmlformats.org/officeDocument/2006/relationships/image" Target="../media/image27.png"/><Relationship Id="rId67" Type="http://schemas.openxmlformats.org/officeDocument/2006/relationships/customXml" Target="../ink/ink37.xml"/><Relationship Id="rId20" Type="http://schemas.openxmlformats.org/officeDocument/2006/relationships/image" Target="../media/image8.png"/><Relationship Id="rId41" Type="http://schemas.openxmlformats.org/officeDocument/2006/relationships/image" Target="../media/image18.png"/><Relationship Id="rId54" Type="http://schemas.openxmlformats.org/officeDocument/2006/relationships/customXml" Target="../ink/ink28.xml"/><Relationship Id="rId62" Type="http://schemas.openxmlformats.org/officeDocument/2006/relationships/customXml" Target="../ink/ink33.xml"/><Relationship Id="rId70" Type="http://schemas.openxmlformats.org/officeDocument/2006/relationships/customXml" Target="../ink/ink39.xml"/><Relationship Id="rId75" Type="http://schemas.openxmlformats.org/officeDocument/2006/relationships/image" Target="../media/image32.png"/><Relationship Id="rId83" Type="http://schemas.openxmlformats.org/officeDocument/2006/relationships/image" Target="../media/image36.png"/><Relationship Id="rId88" Type="http://schemas.openxmlformats.org/officeDocument/2006/relationships/customXml" Target="../ink/ink48.xml"/><Relationship Id="rId91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5" Type="http://schemas.openxmlformats.org/officeDocument/2006/relationships/image" Target="../media/image6.png"/><Relationship Id="rId23" Type="http://schemas.openxmlformats.org/officeDocument/2006/relationships/customXml" Target="../ink/ink12.xml"/><Relationship Id="rId28" Type="http://schemas.openxmlformats.org/officeDocument/2006/relationships/customXml" Target="../ink/ink15.xml"/><Relationship Id="rId36" Type="http://schemas.openxmlformats.org/officeDocument/2006/relationships/customXml" Target="../ink/ink19.xml"/><Relationship Id="rId49" Type="http://schemas.openxmlformats.org/officeDocument/2006/relationships/image" Target="../media/image22.png"/><Relationship Id="rId57" Type="http://schemas.openxmlformats.org/officeDocument/2006/relationships/image" Target="../media/image26.png"/><Relationship Id="rId10" Type="http://schemas.openxmlformats.org/officeDocument/2006/relationships/image" Target="../media/image4.png"/><Relationship Id="rId31" Type="http://schemas.openxmlformats.org/officeDocument/2006/relationships/image" Target="../media/image13.png"/><Relationship Id="rId44" Type="http://schemas.openxmlformats.org/officeDocument/2006/relationships/customXml" Target="../ink/ink23.xml"/><Relationship Id="rId52" Type="http://schemas.openxmlformats.org/officeDocument/2006/relationships/customXml" Target="../ink/ink27.xml"/><Relationship Id="rId60" Type="http://schemas.openxmlformats.org/officeDocument/2006/relationships/customXml" Target="../ink/ink31.xml"/><Relationship Id="rId65" Type="http://schemas.openxmlformats.org/officeDocument/2006/relationships/customXml" Target="../ink/ink36.xml"/><Relationship Id="rId73" Type="http://schemas.openxmlformats.org/officeDocument/2006/relationships/image" Target="../media/image31.png"/><Relationship Id="rId78" Type="http://schemas.openxmlformats.org/officeDocument/2006/relationships/customXml" Target="../ink/ink43.xml"/><Relationship Id="rId81" Type="http://schemas.openxmlformats.org/officeDocument/2006/relationships/image" Target="../media/image35.png"/><Relationship Id="rId86" Type="http://schemas.openxmlformats.org/officeDocument/2006/relationships/customXml" Target="../ink/ink47.xml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customXml" Target="../ink/ink9.xml"/><Relationship Id="rId39" Type="http://schemas.openxmlformats.org/officeDocument/2006/relationships/image" Target="../media/image17.png"/><Relationship Id="rId34" Type="http://schemas.openxmlformats.org/officeDocument/2006/relationships/customXml" Target="../ink/ink18.xml"/><Relationship Id="rId50" Type="http://schemas.openxmlformats.org/officeDocument/2006/relationships/customXml" Target="../ink/ink26.xml"/><Relationship Id="rId55" Type="http://schemas.openxmlformats.org/officeDocument/2006/relationships/image" Target="../media/image25.png"/><Relationship Id="rId76" Type="http://schemas.openxmlformats.org/officeDocument/2006/relationships/customXml" Target="../ink/ink42.xml"/><Relationship Id="rId7" Type="http://schemas.openxmlformats.org/officeDocument/2006/relationships/customXml" Target="../ink/ink3.xml"/><Relationship Id="rId71" Type="http://schemas.openxmlformats.org/officeDocument/2006/relationships/image" Target="../media/image30.png"/><Relationship Id="rId92" Type="http://schemas.openxmlformats.org/officeDocument/2006/relationships/customXml" Target="../ink/ink50.xml"/><Relationship Id="rId2" Type="http://schemas.openxmlformats.org/officeDocument/2006/relationships/hyperlink" Target="https://byjus.com/jee/matrices/" TargetMode="External"/><Relationship Id="rId29" Type="http://schemas.openxmlformats.org/officeDocument/2006/relationships/image" Target="../media/image12.png"/><Relationship Id="rId24" Type="http://schemas.openxmlformats.org/officeDocument/2006/relationships/image" Target="../media/image10.png"/><Relationship Id="rId40" Type="http://schemas.openxmlformats.org/officeDocument/2006/relationships/customXml" Target="../ink/ink21.xml"/><Relationship Id="rId45" Type="http://schemas.openxmlformats.org/officeDocument/2006/relationships/image" Target="../media/image20.png"/><Relationship Id="rId66" Type="http://schemas.openxmlformats.org/officeDocument/2006/relationships/image" Target="../media/image28.png"/><Relationship Id="rId87" Type="http://schemas.openxmlformats.org/officeDocument/2006/relationships/image" Target="../media/image38.png"/><Relationship Id="rId61" Type="http://schemas.openxmlformats.org/officeDocument/2006/relationships/customXml" Target="../ink/ink32.xml"/><Relationship Id="rId82" Type="http://schemas.openxmlformats.org/officeDocument/2006/relationships/customXml" Target="../ink/ink45.xml"/><Relationship Id="rId19" Type="http://schemas.openxmlformats.org/officeDocument/2006/relationships/customXml" Target="../ink/ink10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2.png"/><Relationship Id="rId109" Type="http://schemas.openxmlformats.org/officeDocument/2006/relationships/image" Target="../media/image59.png"/><Relationship Id="rId76" Type="http://schemas.openxmlformats.org/officeDocument/2006/relationships/image" Target="../media/image45.png"/><Relationship Id="rId84" Type="http://schemas.openxmlformats.org/officeDocument/2006/relationships/image" Target="../media/image49.png"/><Relationship Id="rId89" Type="http://schemas.openxmlformats.org/officeDocument/2006/relationships/customXml" Target="../ink/ink69.xml"/><Relationship Id="rId97" Type="http://schemas.openxmlformats.org/officeDocument/2006/relationships/customXml" Target="../ink/ink73.xml"/><Relationship Id="rId104" Type="http://schemas.openxmlformats.org/officeDocument/2006/relationships/customXml" Target="../ink/ink78.xml"/><Relationship Id="rId112" Type="http://schemas.openxmlformats.org/officeDocument/2006/relationships/image" Target="../media/image60.png"/><Relationship Id="rId7" Type="http://schemas.openxmlformats.org/officeDocument/2006/relationships/image" Target="../media/image1.png"/><Relationship Id="rId92" Type="http://schemas.openxmlformats.org/officeDocument/2006/relationships/image" Target="../media/image53.png"/><Relationship Id="rId2" Type="http://schemas.openxmlformats.org/officeDocument/2006/relationships/customXml" Target="../ink/ink51.xml"/><Relationship Id="rId16" Type="http://schemas.openxmlformats.org/officeDocument/2006/relationships/customXml" Target="../ink/ink56.xml"/><Relationship Id="rId29" Type="http://schemas.openxmlformats.org/officeDocument/2006/relationships/customXml" Target="../ink/ink60.xml"/><Relationship Id="rId107" Type="http://schemas.openxmlformats.org/officeDocument/2006/relationships/image" Target="../media/image58.png"/><Relationship Id="rId24" Type="http://schemas.openxmlformats.org/officeDocument/2006/relationships/image" Target="../media/image3210.png"/><Relationship Id="rId74" Type="http://schemas.openxmlformats.org/officeDocument/2006/relationships/image" Target="../media/image44.png"/><Relationship Id="rId79" Type="http://schemas.openxmlformats.org/officeDocument/2006/relationships/customXml" Target="../ink/ink64.xml"/><Relationship Id="rId87" Type="http://schemas.openxmlformats.org/officeDocument/2006/relationships/customXml" Target="../ink/ink68.xml"/><Relationship Id="rId102" Type="http://schemas.openxmlformats.org/officeDocument/2006/relationships/customXml" Target="../ink/ink76.xml"/><Relationship Id="rId110" Type="http://schemas.openxmlformats.org/officeDocument/2006/relationships/customXml" Target="../ink/ink81.xml"/><Relationship Id="rId5" Type="http://schemas.openxmlformats.org/officeDocument/2006/relationships/image" Target="../media/image12.png"/><Relationship Id="rId82" Type="http://schemas.openxmlformats.org/officeDocument/2006/relationships/image" Target="../media/image48.png"/><Relationship Id="rId90" Type="http://schemas.openxmlformats.org/officeDocument/2006/relationships/image" Target="../media/image52.png"/><Relationship Id="rId95" Type="http://schemas.openxmlformats.org/officeDocument/2006/relationships/customXml" Target="../ink/ink72.xml"/><Relationship Id="rId19" Type="http://schemas.openxmlformats.org/officeDocument/2006/relationships/image" Target="../media/image3010.png"/><Relationship Id="rId27" Type="http://schemas.openxmlformats.org/officeDocument/2006/relationships/customXml" Target="../ink/ink59.xml"/><Relationship Id="rId77" Type="http://schemas.openxmlformats.org/officeDocument/2006/relationships/customXml" Target="../ink/ink63.xml"/><Relationship Id="rId100" Type="http://schemas.openxmlformats.org/officeDocument/2006/relationships/image" Target="../media/image56.png"/><Relationship Id="rId105" Type="http://schemas.openxmlformats.org/officeDocument/2006/relationships/image" Target="../media/image57.png"/><Relationship Id="rId113" Type="http://schemas.openxmlformats.org/officeDocument/2006/relationships/customXml" Target="../ink/ink83.xml"/><Relationship Id="rId8" Type="http://schemas.openxmlformats.org/officeDocument/2006/relationships/customXml" Target="../ink/ink54.xml"/><Relationship Id="rId72" Type="http://schemas.openxmlformats.org/officeDocument/2006/relationships/image" Target="../media/image5.png"/><Relationship Id="rId80" Type="http://schemas.openxmlformats.org/officeDocument/2006/relationships/image" Target="../media/image47.png"/><Relationship Id="rId85" Type="http://schemas.openxmlformats.org/officeDocument/2006/relationships/customXml" Target="../ink/ink67.xml"/><Relationship Id="rId93" Type="http://schemas.openxmlformats.org/officeDocument/2006/relationships/customXml" Target="../ink/ink71.xml"/><Relationship Id="rId98" Type="http://schemas.openxmlformats.org/officeDocument/2006/relationships/image" Target="../media/image55.png"/><Relationship Id="rId3" Type="http://schemas.openxmlformats.org/officeDocument/2006/relationships/image" Target="../media/image2410.png"/><Relationship Id="rId25" Type="http://schemas.openxmlformats.org/officeDocument/2006/relationships/customXml" Target="../ink/ink58.xml"/><Relationship Id="rId103" Type="http://schemas.openxmlformats.org/officeDocument/2006/relationships/customXml" Target="../ink/ink77.xml"/><Relationship Id="rId108" Type="http://schemas.openxmlformats.org/officeDocument/2006/relationships/customXml" Target="../ink/ink80.xml"/><Relationship Id="rId20" Type="http://schemas.openxmlformats.org/officeDocument/2006/relationships/customXml" Target="../ink/ink57.xml"/><Relationship Id="rId75" Type="http://schemas.openxmlformats.org/officeDocument/2006/relationships/customXml" Target="../ink/ink62.xml"/><Relationship Id="rId83" Type="http://schemas.openxmlformats.org/officeDocument/2006/relationships/customXml" Target="../ink/ink66.xml"/><Relationship Id="rId88" Type="http://schemas.openxmlformats.org/officeDocument/2006/relationships/image" Target="../media/image51.png"/><Relationship Id="rId91" Type="http://schemas.openxmlformats.org/officeDocument/2006/relationships/customXml" Target="../ink/ink70.xml"/><Relationship Id="rId96" Type="http://schemas.openxmlformats.org/officeDocument/2006/relationships/image" Target="../media/image40.png"/><Relationship Id="rId111" Type="http://schemas.openxmlformats.org/officeDocument/2006/relationships/customXml" Target="../ink/ink8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3.xml"/><Relationship Id="rId15" Type="http://schemas.openxmlformats.org/officeDocument/2006/relationships/image" Target="../media/image2810.png"/><Relationship Id="rId28" Type="http://schemas.openxmlformats.org/officeDocument/2006/relationships/image" Target="../media/image43.png"/><Relationship Id="rId106" Type="http://schemas.openxmlformats.org/officeDocument/2006/relationships/customXml" Target="../ink/ink79.xml"/><Relationship Id="rId114" Type="http://schemas.openxmlformats.org/officeDocument/2006/relationships/image" Target="../media/image61.png"/><Relationship Id="rId10" Type="http://schemas.openxmlformats.org/officeDocument/2006/relationships/customXml" Target="../ink/ink55.xml"/><Relationship Id="rId73" Type="http://schemas.openxmlformats.org/officeDocument/2006/relationships/customXml" Target="../ink/ink61.xml"/><Relationship Id="rId78" Type="http://schemas.openxmlformats.org/officeDocument/2006/relationships/image" Target="../media/image46.png"/><Relationship Id="rId81" Type="http://schemas.openxmlformats.org/officeDocument/2006/relationships/customXml" Target="../ink/ink65.xml"/><Relationship Id="rId86" Type="http://schemas.openxmlformats.org/officeDocument/2006/relationships/image" Target="../media/image50.png"/><Relationship Id="rId94" Type="http://schemas.openxmlformats.org/officeDocument/2006/relationships/image" Target="../media/image54.png"/><Relationship Id="rId99" Type="http://schemas.openxmlformats.org/officeDocument/2006/relationships/customXml" Target="../ink/ink74.xml"/><Relationship Id="rId101" Type="http://schemas.openxmlformats.org/officeDocument/2006/relationships/customXml" Target="../ink/ink75.xml"/><Relationship Id="rId4" Type="http://schemas.openxmlformats.org/officeDocument/2006/relationships/customXml" Target="../ink/ink52.xml"/><Relationship Id="rId9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3.png"/><Relationship Id="rId21" Type="http://schemas.openxmlformats.org/officeDocument/2006/relationships/customXml" Target="../ink/ink93.xml"/><Relationship Id="rId84" Type="http://schemas.openxmlformats.org/officeDocument/2006/relationships/customXml" Target="../ink/ink108.xml"/><Relationship Id="rId138" Type="http://schemas.openxmlformats.org/officeDocument/2006/relationships/customXml" Target="../ink/ink135.xml"/><Relationship Id="rId159" Type="http://schemas.openxmlformats.org/officeDocument/2006/relationships/image" Target="../media/image115.png"/><Relationship Id="rId170" Type="http://schemas.openxmlformats.org/officeDocument/2006/relationships/customXml" Target="../ink/ink151.xml"/><Relationship Id="rId107" Type="http://schemas.openxmlformats.org/officeDocument/2006/relationships/image" Target="../media/image88.png"/><Relationship Id="rId11" Type="http://schemas.openxmlformats.org/officeDocument/2006/relationships/customXml" Target="../ink/ink88.xml"/><Relationship Id="rId32" Type="http://schemas.openxmlformats.org/officeDocument/2006/relationships/image" Target="../media/image72.png"/><Relationship Id="rId128" Type="http://schemas.openxmlformats.org/officeDocument/2006/relationships/customXml" Target="../ink/ink130.xml"/><Relationship Id="rId149" Type="http://schemas.openxmlformats.org/officeDocument/2006/relationships/image" Target="../media/image110.png"/><Relationship Id="rId5" Type="http://schemas.openxmlformats.org/officeDocument/2006/relationships/customXml" Target="../ink/ink85.xml"/><Relationship Id="rId95" Type="http://schemas.openxmlformats.org/officeDocument/2006/relationships/image" Target="../media/image82.png"/><Relationship Id="rId160" Type="http://schemas.openxmlformats.org/officeDocument/2006/relationships/customXml" Target="../ink/ink146.xml"/><Relationship Id="rId181" Type="http://schemas.openxmlformats.org/officeDocument/2006/relationships/image" Target="../media/image126.png"/><Relationship Id="rId22" Type="http://schemas.openxmlformats.org/officeDocument/2006/relationships/image" Target="../media/image68.png"/><Relationship Id="rId27" Type="http://schemas.openxmlformats.org/officeDocument/2006/relationships/customXml" Target="../ink/ink96.xml"/><Relationship Id="rId113" Type="http://schemas.openxmlformats.org/officeDocument/2006/relationships/image" Target="../media/image91.png"/><Relationship Id="rId118" Type="http://schemas.openxmlformats.org/officeDocument/2006/relationships/customXml" Target="../ink/ink125.xml"/><Relationship Id="rId134" Type="http://schemas.openxmlformats.org/officeDocument/2006/relationships/customXml" Target="../ink/ink133.xml"/><Relationship Id="rId139" Type="http://schemas.openxmlformats.org/officeDocument/2006/relationships/image" Target="../media/image106.png"/><Relationship Id="rId80" Type="http://schemas.openxmlformats.org/officeDocument/2006/relationships/image" Target="../media/image95.png"/><Relationship Id="rId85" Type="http://schemas.openxmlformats.org/officeDocument/2006/relationships/image" Target="../media/image77.png"/><Relationship Id="rId150" Type="http://schemas.openxmlformats.org/officeDocument/2006/relationships/customXml" Target="../ink/ink141.xml"/><Relationship Id="rId155" Type="http://schemas.openxmlformats.org/officeDocument/2006/relationships/image" Target="../media/image113.png"/><Relationship Id="rId171" Type="http://schemas.openxmlformats.org/officeDocument/2006/relationships/image" Target="../media/image121.png"/><Relationship Id="rId176" Type="http://schemas.openxmlformats.org/officeDocument/2006/relationships/customXml" Target="../ink/ink154.xml"/><Relationship Id="rId12" Type="http://schemas.openxmlformats.org/officeDocument/2006/relationships/image" Target="../media/image63.png"/><Relationship Id="rId17" Type="http://schemas.openxmlformats.org/officeDocument/2006/relationships/customXml" Target="../ink/ink91.xml"/><Relationship Id="rId33" Type="http://schemas.openxmlformats.org/officeDocument/2006/relationships/customXml" Target="../ink/ink99.xml"/><Relationship Id="rId38" Type="http://schemas.openxmlformats.org/officeDocument/2006/relationships/image" Target="../media/image75.png"/><Relationship Id="rId103" Type="http://schemas.openxmlformats.org/officeDocument/2006/relationships/image" Target="../media/image86.png"/><Relationship Id="rId108" Type="http://schemas.openxmlformats.org/officeDocument/2006/relationships/customXml" Target="../ink/ink120.xml"/><Relationship Id="rId124" Type="http://schemas.openxmlformats.org/officeDocument/2006/relationships/customXml" Target="../ink/ink128.xml"/><Relationship Id="rId129" Type="http://schemas.openxmlformats.org/officeDocument/2006/relationships/image" Target="../media/image101.png"/><Relationship Id="rId91" Type="http://schemas.openxmlformats.org/officeDocument/2006/relationships/image" Target="../media/image80.png"/><Relationship Id="rId96" Type="http://schemas.openxmlformats.org/officeDocument/2006/relationships/customXml" Target="../ink/ink114.xml"/><Relationship Id="rId140" Type="http://schemas.openxmlformats.org/officeDocument/2006/relationships/customXml" Target="../ink/ink136.xml"/><Relationship Id="rId145" Type="http://schemas.openxmlformats.org/officeDocument/2006/relationships/image" Target="../media/image40.png"/><Relationship Id="rId161" Type="http://schemas.openxmlformats.org/officeDocument/2006/relationships/image" Target="../media/image116.png"/><Relationship Id="rId166" Type="http://schemas.openxmlformats.org/officeDocument/2006/relationships/customXml" Target="../ink/ink149.xml"/><Relationship Id="rId182" Type="http://schemas.openxmlformats.org/officeDocument/2006/relationships/customXml" Target="../ink/ink157.xml"/><Relationship Id="rId187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10.png"/><Relationship Id="rId23" Type="http://schemas.openxmlformats.org/officeDocument/2006/relationships/customXml" Target="../ink/ink94.xml"/><Relationship Id="rId28" Type="http://schemas.openxmlformats.org/officeDocument/2006/relationships/image" Target="../media/image70.png"/><Relationship Id="rId114" Type="http://schemas.openxmlformats.org/officeDocument/2006/relationships/customXml" Target="../ink/ink123.xml"/><Relationship Id="rId119" Type="http://schemas.openxmlformats.org/officeDocument/2006/relationships/image" Target="../media/image96.png"/><Relationship Id="rId81" Type="http://schemas.openxmlformats.org/officeDocument/2006/relationships/customXml" Target="../ink/ink106.xml"/><Relationship Id="rId86" Type="http://schemas.openxmlformats.org/officeDocument/2006/relationships/customXml" Target="../ink/ink109.xml"/><Relationship Id="rId130" Type="http://schemas.openxmlformats.org/officeDocument/2006/relationships/customXml" Target="../ink/ink131.xml"/><Relationship Id="rId135" Type="http://schemas.openxmlformats.org/officeDocument/2006/relationships/image" Target="../media/image104.png"/><Relationship Id="rId151" Type="http://schemas.openxmlformats.org/officeDocument/2006/relationships/image" Target="../media/image111.png"/><Relationship Id="rId156" Type="http://schemas.openxmlformats.org/officeDocument/2006/relationships/customXml" Target="../ink/ink144.xml"/><Relationship Id="rId177" Type="http://schemas.openxmlformats.org/officeDocument/2006/relationships/image" Target="../media/image124.png"/><Relationship Id="rId172" Type="http://schemas.openxmlformats.org/officeDocument/2006/relationships/customXml" Target="../ink/ink152.xml"/><Relationship Id="rId13" Type="http://schemas.openxmlformats.org/officeDocument/2006/relationships/customXml" Target="../ink/ink89.xml"/><Relationship Id="rId18" Type="http://schemas.openxmlformats.org/officeDocument/2006/relationships/image" Target="../media/image66.png"/><Relationship Id="rId39" Type="http://schemas.openxmlformats.org/officeDocument/2006/relationships/customXml" Target="../ink/ink102.xml"/><Relationship Id="rId109" Type="http://schemas.openxmlformats.org/officeDocument/2006/relationships/image" Target="../media/image89.png"/><Relationship Id="rId34" Type="http://schemas.openxmlformats.org/officeDocument/2006/relationships/image" Target="../media/image73.png"/><Relationship Id="rId76" Type="http://schemas.openxmlformats.org/officeDocument/2006/relationships/image" Target="../media/image12.png"/><Relationship Id="rId97" Type="http://schemas.openxmlformats.org/officeDocument/2006/relationships/image" Target="../media/image83.png"/><Relationship Id="rId104" Type="http://schemas.openxmlformats.org/officeDocument/2006/relationships/customXml" Target="../ink/ink118.xml"/><Relationship Id="rId120" Type="http://schemas.openxmlformats.org/officeDocument/2006/relationships/customXml" Target="../ink/ink126.xml"/><Relationship Id="rId125" Type="http://schemas.openxmlformats.org/officeDocument/2006/relationships/image" Target="../media/image99.png"/><Relationship Id="rId141" Type="http://schemas.openxmlformats.org/officeDocument/2006/relationships/image" Target="../media/image107.png"/><Relationship Id="rId146" Type="http://schemas.openxmlformats.org/officeDocument/2006/relationships/customXml" Target="../ink/ink139.xml"/><Relationship Id="rId167" Type="http://schemas.openxmlformats.org/officeDocument/2006/relationships/image" Target="../media/image119.png"/><Relationship Id="rId7" Type="http://schemas.openxmlformats.org/officeDocument/2006/relationships/customXml" Target="../ink/ink86.xml"/><Relationship Id="rId92" Type="http://schemas.openxmlformats.org/officeDocument/2006/relationships/customXml" Target="../ink/ink112.xml"/><Relationship Id="rId162" Type="http://schemas.openxmlformats.org/officeDocument/2006/relationships/customXml" Target="../ink/ink147.xml"/><Relationship Id="rId183" Type="http://schemas.openxmlformats.org/officeDocument/2006/relationships/image" Target="../media/image127.png"/><Relationship Id="rId2" Type="http://schemas.openxmlformats.org/officeDocument/2006/relationships/image" Target="../media/image62.png"/><Relationship Id="rId29" Type="http://schemas.openxmlformats.org/officeDocument/2006/relationships/customXml" Target="../ink/ink97.xml"/><Relationship Id="rId24" Type="http://schemas.openxmlformats.org/officeDocument/2006/relationships/image" Target="../media/image69.png"/><Relationship Id="rId40" Type="http://schemas.openxmlformats.org/officeDocument/2006/relationships/image" Target="../media/image76.png"/><Relationship Id="rId87" Type="http://schemas.openxmlformats.org/officeDocument/2006/relationships/image" Target="../media/image78.png"/><Relationship Id="rId110" Type="http://schemas.openxmlformats.org/officeDocument/2006/relationships/customXml" Target="../ink/ink121.xml"/><Relationship Id="rId115" Type="http://schemas.openxmlformats.org/officeDocument/2006/relationships/image" Target="../media/image92.png"/><Relationship Id="rId131" Type="http://schemas.openxmlformats.org/officeDocument/2006/relationships/image" Target="../media/image102.png"/><Relationship Id="rId136" Type="http://schemas.openxmlformats.org/officeDocument/2006/relationships/customXml" Target="../ink/ink134.xml"/><Relationship Id="rId157" Type="http://schemas.openxmlformats.org/officeDocument/2006/relationships/image" Target="../media/image114.png"/><Relationship Id="rId178" Type="http://schemas.openxmlformats.org/officeDocument/2006/relationships/customXml" Target="../ink/ink155.xml"/><Relationship Id="rId82" Type="http://schemas.openxmlformats.org/officeDocument/2006/relationships/image" Target="../media/image7.png"/><Relationship Id="rId152" Type="http://schemas.openxmlformats.org/officeDocument/2006/relationships/customXml" Target="../ink/ink142.xml"/><Relationship Id="rId173" Type="http://schemas.openxmlformats.org/officeDocument/2006/relationships/image" Target="../media/image122.png"/><Relationship Id="rId19" Type="http://schemas.openxmlformats.org/officeDocument/2006/relationships/customXml" Target="../ink/ink92.xml"/><Relationship Id="rId14" Type="http://schemas.openxmlformats.org/officeDocument/2006/relationships/image" Target="../media/image64.png"/><Relationship Id="rId30" Type="http://schemas.openxmlformats.org/officeDocument/2006/relationships/image" Target="../media/image71.png"/><Relationship Id="rId35" Type="http://schemas.openxmlformats.org/officeDocument/2006/relationships/customXml" Target="../ink/ink100.xml"/><Relationship Id="rId77" Type="http://schemas.openxmlformats.org/officeDocument/2006/relationships/customXml" Target="../ink/ink104.xml"/><Relationship Id="rId100" Type="http://schemas.openxmlformats.org/officeDocument/2006/relationships/customXml" Target="../ink/ink116.xml"/><Relationship Id="rId105" Type="http://schemas.openxmlformats.org/officeDocument/2006/relationships/image" Target="../media/image87.png"/><Relationship Id="rId126" Type="http://schemas.openxmlformats.org/officeDocument/2006/relationships/customXml" Target="../ink/ink129.xml"/><Relationship Id="rId147" Type="http://schemas.openxmlformats.org/officeDocument/2006/relationships/image" Target="../media/image109.png"/><Relationship Id="rId168" Type="http://schemas.openxmlformats.org/officeDocument/2006/relationships/customXml" Target="../ink/ink150.xml"/><Relationship Id="rId8" Type="http://schemas.openxmlformats.org/officeDocument/2006/relationships/image" Target="../media/image6210.png"/><Relationship Id="rId93" Type="http://schemas.openxmlformats.org/officeDocument/2006/relationships/image" Target="../media/image81.png"/><Relationship Id="rId98" Type="http://schemas.openxmlformats.org/officeDocument/2006/relationships/customXml" Target="../ink/ink115.xml"/><Relationship Id="rId121" Type="http://schemas.openxmlformats.org/officeDocument/2006/relationships/image" Target="../media/image97.png"/><Relationship Id="rId142" Type="http://schemas.openxmlformats.org/officeDocument/2006/relationships/customXml" Target="../ink/ink137.xml"/><Relationship Id="rId163" Type="http://schemas.openxmlformats.org/officeDocument/2006/relationships/image" Target="../media/image117.png"/><Relationship Id="rId184" Type="http://schemas.openxmlformats.org/officeDocument/2006/relationships/customXml" Target="../ink/ink158.xml"/><Relationship Id="rId3" Type="http://schemas.openxmlformats.org/officeDocument/2006/relationships/customXml" Target="../ink/ink84.xml"/><Relationship Id="rId25" Type="http://schemas.openxmlformats.org/officeDocument/2006/relationships/customXml" Target="../ink/ink95.xml"/><Relationship Id="rId116" Type="http://schemas.openxmlformats.org/officeDocument/2006/relationships/customXml" Target="../ink/ink124.xml"/><Relationship Id="rId137" Type="http://schemas.openxmlformats.org/officeDocument/2006/relationships/image" Target="../media/image105.png"/><Relationship Id="rId158" Type="http://schemas.openxmlformats.org/officeDocument/2006/relationships/customXml" Target="../ink/ink145.xml"/><Relationship Id="rId20" Type="http://schemas.openxmlformats.org/officeDocument/2006/relationships/image" Target="../media/image67.png"/><Relationship Id="rId41" Type="http://schemas.openxmlformats.org/officeDocument/2006/relationships/customXml" Target="../ink/ink103.xml"/><Relationship Id="rId83" Type="http://schemas.openxmlformats.org/officeDocument/2006/relationships/customXml" Target="../ink/ink107.xml"/><Relationship Id="rId88" Type="http://schemas.openxmlformats.org/officeDocument/2006/relationships/customXml" Target="../ink/ink110.xml"/><Relationship Id="rId111" Type="http://schemas.openxmlformats.org/officeDocument/2006/relationships/image" Target="../media/image90.png"/><Relationship Id="rId132" Type="http://schemas.openxmlformats.org/officeDocument/2006/relationships/customXml" Target="../ink/ink132.xml"/><Relationship Id="rId153" Type="http://schemas.openxmlformats.org/officeDocument/2006/relationships/image" Target="../media/image112.png"/><Relationship Id="rId174" Type="http://schemas.openxmlformats.org/officeDocument/2006/relationships/customXml" Target="../ink/ink153.xml"/><Relationship Id="rId179" Type="http://schemas.openxmlformats.org/officeDocument/2006/relationships/image" Target="../media/image125.png"/><Relationship Id="rId15" Type="http://schemas.openxmlformats.org/officeDocument/2006/relationships/customXml" Target="../ink/ink90.xml"/><Relationship Id="rId36" Type="http://schemas.openxmlformats.org/officeDocument/2006/relationships/image" Target="../media/image74.png"/><Relationship Id="rId106" Type="http://schemas.openxmlformats.org/officeDocument/2006/relationships/customXml" Target="../ink/ink119.xml"/><Relationship Id="rId127" Type="http://schemas.openxmlformats.org/officeDocument/2006/relationships/image" Target="../media/image100.png"/><Relationship Id="rId10" Type="http://schemas.openxmlformats.org/officeDocument/2006/relationships/image" Target="../media/image1.png"/><Relationship Id="rId31" Type="http://schemas.openxmlformats.org/officeDocument/2006/relationships/customXml" Target="../ink/ink98.xml"/><Relationship Id="rId78" Type="http://schemas.openxmlformats.org/officeDocument/2006/relationships/image" Target="../media/image94.png"/><Relationship Id="rId94" Type="http://schemas.openxmlformats.org/officeDocument/2006/relationships/customXml" Target="../ink/ink113.xml"/><Relationship Id="rId99" Type="http://schemas.openxmlformats.org/officeDocument/2006/relationships/image" Target="../media/image84.png"/><Relationship Id="rId101" Type="http://schemas.openxmlformats.org/officeDocument/2006/relationships/image" Target="../media/image85.png"/><Relationship Id="rId122" Type="http://schemas.openxmlformats.org/officeDocument/2006/relationships/customXml" Target="../ink/ink127.xml"/><Relationship Id="rId143" Type="http://schemas.openxmlformats.org/officeDocument/2006/relationships/image" Target="../media/image108.png"/><Relationship Id="rId148" Type="http://schemas.openxmlformats.org/officeDocument/2006/relationships/customXml" Target="../ink/ink140.xml"/><Relationship Id="rId164" Type="http://schemas.openxmlformats.org/officeDocument/2006/relationships/customXml" Target="../ink/ink148.xml"/><Relationship Id="rId169" Type="http://schemas.openxmlformats.org/officeDocument/2006/relationships/image" Target="../media/image120.png"/><Relationship Id="rId185" Type="http://schemas.openxmlformats.org/officeDocument/2006/relationships/image" Target="../media/image128.png"/><Relationship Id="rId4" Type="http://schemas.openxmlformats.org/officeDocument/2006/relationships/image" Target="../media/image6010.png"/><Relationship Id="rId9" Type="http://schemas.openxmlformats.org/officeDocument/2006/relationships/customXml" Target="../ink/ink87.xml"/><Relationship Id="rId180" Type="http://schemas.openxmlformats.org/officeDocument/2006/relationships/customXml" Target="../ink/ink156.xml"/><Relationship Id="rId26" Type="http://schemas.openxmlformats.org/officeDocument/2006/relationships/image" Target="../media/image3.png"/><Relationship Id="rId89" Type="http://schemas.openxmlformats.org/officeDocument/2006/relationships/image" Target="../media/image79.png"/><Relationship Id="rId112" Type="http://schemas.openxmlformats.org/officeDocument/2006/relationships/customXml" Target="../ink/ink122.xml"/><Relationship Id="rId133" Type="http://schemas.openxmlformats.org/officeDocument/2006/relationships/image" Target="../media/image103.png"/><Relationship Id="rId154" Type="http://schemas.openxmlformats.org/officeDocument/2006/relationships/customXml" Target="../ink/ink143.xml"/><Relationship Id="rId175" Type="http://schemas.openxmlformats.org/officeDocument/2006/relationships/image" Target="../media/image123.png"/><Relationship Id="rId16" Type="http://schemas.openxmlformats.org/officeDocument/2006/relationships/image" Target="../media/image65.png"/><Relationship Id="rId37" Type="http://schemas.openxmlformats.org/officeDocument/2006/relationships/customXml" Target="../ink/ink101.xml"/><Relationship Id="rId79" Type="http://schemas.openxmlformats.org/officeDocument/2006/relationships/customXml" Target="../ink/ink105.xml"/><Relationship Id="rId102" Type="http://schemas.openxmlformats.org/officeDocument/2006/relationships/customXml" Target="../ink/ink117.xml"/><Relationship Id="rId123" Type="http://schemas.openxmlformats.org/officeDocument/2006/relationships/image" Target="../media/image98.png"/><Relationship Id="rId144" Type="http://schemas.openxmlformats.org/officeDocument/2006/relationships/customXml" Target="../ink/ink138.xml"/><Relationship Id="rId90" Type="http://schemas.openxmlformats.org/officeDocument/2006/relationships/customXml" Target="../ink/ink111.xml"/><Relationship Id="rId165" Type="http://schemas.openxmlformats.org/officeDocument/2006/relationships/image" Target="../media/image118.png"/><Relationship Id="rId186" Type="http://schemas.openxmlformats.org/officeDocument/2006/relationships/customXml" Target="../ink/ink159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.png"/><Relationship Id="rId21" Type="http://schemas.openxmlformats.org/officeDocument/2006/relationships/customXml" Target="../ink/ink170.xml"/><Relationship Id="rId42" Type="http://schemas.openxmlformats.org/officeDocument/2006/relationships/image" Target="../media/image11310.png"/><Relationship Id="rId47" Type="http://schemas.openxmlformats.org/officeDocument/2006/relationships/customXml" Target="../ink/ink183.xml"/><Relationship Id="rId63" Type="http://schemas.openxmlformats.org/officeDocument/2006/relationships/customXml" Target="../ink/ink189.xml"/><Relationship Id="rId68" Type="http://schemas.openxmlformats.org/officeDocument/2006/relationships/customXml" Target="../ink/ink192.xml"/><Relationship Id="rId84" Type="http://schemas.openxmlformats.org/officeDocument/2006/relationships/customXml" Target="../ink/ink202.xml"/><Relationship Id="rId16" Type="http://schemas.openxmlformats.org/officeDocument/2006/relationships/image" Target="../media/image10210.png"/><Relationship Id="rId11" Type="http://schemas.openxmlformats.org/officeDocument/2006/relationships/image" Target="../media/image10010.png"/><Relationship Id="rId32" Type="http://schemas.openxmlformats.org/officeDocument/2006/relationships/image" Target="../media/image10810.png"/><Relationship Id="rId37" Type="http://schemas.openxmlformats.org/officeDocument/2006/relationships/customXml" Target="../ink/ink178.xml"/><Relationship Id="rId53" Type="http://schemas.openxmlformats.org/officeDocument/2006/relationships/customXml" Target="../ink/ink186.xml"/><Relationship Id="rId58" Type="http://schemas.openxmlformats.org/officeDocument/2006/relationships/image" Target="../media/image2810.png"/><Relationship Id="rId74" Type="http://schemas.openxmlformats.org/officeDocument/2006/relationships/image" Target="../media/image135.png"/><Relationship Id="rId79" Type="http://schemas.openxmlformats.org/officeDocument/2006/relationships/customXml" Target="../ink/ink199.xml"/><Relationship Id="rId5" Type="http://schemas.openxmlformats.org/officeDocument/2006/relationships/image" Target="../media/image9710.png"/><Relationship Id="rId61" Type="http://schemas.openxmlformats.org/officeDocument/2006/relationships/customXml" Target="../ink/ink188.xml"/><Relationship Id="rId82" Type="http://schemas.openxmlformats.org/officeDocument/2006/relationships/image" Target="../media/image138.png"/><Relationship Id="rId19" Type="http://schemas.openxmlformats.org/officeDocument/2006/relationships/customXml" Target="../ink/ink169.xml"/><Relationship Id="rId14" Type="http://schemas.openxmlformats.org/officeDocument/2006/relationships/image" Target="../media/image10110.png"/><Relationship Id="rId22" Type="http://schemas.openxmlformats.org/officeDocument/2006/relationships/image" Target="../media/image10510.png"/><Relationship Id="rId27" Type="http://schemas.openxmlformats.org/officeDocument/2006/relationships/customXml" Target="../ink/ink173.xml"/><Relationship Id="rId30" Type="http://schemas.openxmlformats.org/officeDocument/2006/relationships/image" Target="../media/image10710.png"/><Relationship Id="rId35" Type="http://schemas.openxmlformats.org/officeDocument/2006/relationships/customXml" Target="../ink/ink177.xml"/><Relationship Id="rId43" Type="http://schemas.openxmlformats.org/officeDocument/2006/relationships/customXml" Target="../ink/ink181.xml"/><Relationship Id="rId48" Type="http://schemas.openxmlformats.org/officeDocument/2006/relationships/image" Target="../media/image11510.png"/><Relationship Id="rId64" Type="http://schemas.openxmlformats.org/officeDocument/2006/relationships/customXml" Target="../ink/ink190.xml"/><Relationship Id="rId69" Type="http://schemas.openxmlformats.org/officeDocument/2006/relationships/image" Target="../media/image134.png"/><Relationship Id="rId77" Type="http://schemas.openxmlformats.org/officeDocument/2006/relationships/customXml" Target="../ink/ink198.xml"/><Relationship Id="rId8" Type="http://schemas.openxmlformats.org/officeDocument/2006/relationships/customXml" Target="../ink/ink163.xml"/><Relationship Id="rId51" Type="http://schemas.openxmlformats.org/officeDocument/2006/relationships/customXml" Target="../ink/ink185.xml"/><Relationship Id="rId72" Type="http://schemas.openxmlformats.org/officeDocument/2006/relationships/customXml" Target="../ink/ink194.xml"/><Relationship Id="rId80" Type="http://schemas.openxmlformats.org/officeDocument/2006/relationships/image" Target="../media/image137.png"/><Relationship Id="rId85" Type="http://schemas.openxmlformats.org/officeDocument/2006/relationships/image" Target="../media/image139.png"/><Relationship Id="rId3" Type="http://schemas.openxmlformats.org/officeDocument/2006/relationships/image" Target="../media/image9610.png"/><Relationship Id="rId12" Type="http://schemas.openxmlformats.org/officeDocument/2006/relationships/customXml" Target="../ink/ink165.xml"/><Relationship Id="rId17" Type="http://schemas.openxmlformats.org/officeDocument/2006/relationships/customXml" Target="../ink/ink168.xml"/><Relationship Id="rId25" Type="http://schemas.openxmlformats.org/officeDocument/2006/relationships/customXml" Target="../ink/ink172.xml"/><Relationship Id="rId33" Type="http://schemas.openxmlformats.org/officeDocument/2006/relationships/customXml" Target="../ink/ink176.xml"/><Relationship Id="rId38" Type="http://schemas.openxmlformats.org/officeDocument/2006/relationships/image" Target="../media/image11110.png"/><Relationship Id="rId46" Type="http://schemas.openxmlformats.org/officeDocument/2006/relationships/image" Target="../media/image5.png"/><Relationship Id="rId59" Type="http://schemas.openxmlformats.org/officeDocument/2006/relationships/customXml" Target="../ink/ink187.xml"/><Relationship Id="rId67" Type="http://schemas.openxmlformats.org/officeDocument/2006/relationships/image" Target="../media/image133.png"/><Relationship Id="rId20" Type="http://schemas.openxmlformats.org/officeDocument/2006/relationships/image" Target="../media/image10410.png"/><Relationship Id="rId41" Type="http://schemas.openxmlformats.org/officeDocument/2006/relationships/customXml" Target="../ink/ink180.xml"/><Relationship Id="rId62" Type="http://schemas.openxmlformats.org/officeDocument/2006/relationships/image" Target="../media/image12110.png"/><Relationship Id="rId70" Type="http://schemas.openxmlformats.org/officeDocument/2006/relationships/customXml" Target="../ink/ink193.xml"/><Relationship Id="rId75" Type="http://schemas.openxmlformats.org/officeDocument/2006/relationships/customXml" Target="../ink/ink196.xml"/><Relationship Id="rId83" Type="http://schemas.openxmlformats.org/officeDocument/2006/relationships/customXml" Target="../ink/ink20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2.xml"/><Relationship Id="rId15" Type="http://schemas.openxmlformats.org/officeDocument/2006/relationships/customXml" Target="../ink/ink167.xml"/><Relationship Id="rId23" Type="http://schemas.openxmlformats.org/officeDocument/2006/relationships/customXml" Target="../ink/ink171.xml"/><Relationship Id="rId28" Type="http://schemas.openxmlformats.org/officeDocument/2006/relationships/image" Target="../media/image12.png"/><Relationship Id="rId36" Type="http://schemas.openxmlformats.org/officeDocument/2006/relationships/image" Target="../media/image11010.png"/><Relationship Id="rId49" Type="http://schemas.openxmlformats.org/officeDocument/2006/relationships/customXml" Target="../ink/ink184.xml"/><Relationship Id="rId10" Type="http://schemas.openxmlformats.org/officeDocument/2006/relationships/customXml" Target="../ink/ink164.xml"/><Relationship Id="rId31" Type="http://schemas.openxmlformats.org/officeDocument/2006/relationships/customXml" Target="../ink/ink175.xml"/><Relationship Id="rId44" Type="http://schemas.openxmlformats.org/officeDocument/2006/relationships/image" Target="../media/image11410.png"/><Relationship Id="rId52" Type="http://schemas.openxmlformats.org/officeDocument/2006/relationships/image" Target="../media/image131.png"/><Relationship Id="rId60" Type="http://schemas.openxmlformats.org/officeDocument/2006/relationships/image" Target="../media/image12010.png"/><Relationship Id="rId65" Type="http://schemas.openxmlformats.org/officeDocument/2006/relationships/image" Target="../media/image132.png"/><Relationship Id="rId73" Type="http://schemas.openxmlformats.org/officeDocument/2006/relationships/customXml" Target="../ink/ink195.xml"/><Relationship Id="rId78" Type="http://schemas.openxmlformats.org/officeDocument/2006/relationships/image" Target="../media/image136.png"/><Relationship Id="rId81" Type="http://schemas.openxmlformats.org/officeDocument/2006/relationships/customXml" Target="../ink/ink200.xml"/><Relationship Id="rId4" Type="http://schemas.openxmlformats.org/officeDocument/2006/relationships/customXml" Target="../ink/ink161.xml"/><Relationship Id="rId9" Type="http://schemas.openxmlformats.org/officeDocument/2006/relationships/image" Target="../media/image9910.png"/><Relationship Id="rId13" Type="http://schemas.openxmlformats.org/officeDocument/2006/relationships/customXml" Target="../ink/ink166.xml"/><Relationship Id="rId18" Type="http://schemas.openxmlformats.org/officeDocument/2006/relationships/image" Target="../media/image10310.png"/><Relationship Id="rId39" Type="http://schemas.openxmlformats.org/officeDocument/2006/relationships/customXml" Target="../ink/ink179.xml"/><Relationship Id="rId34" Type="http://schemas.openxmlformats.org/officeDocument/2006/relationships/image" Target="../media/image10910.png"/><Relationship Id="rId50" Type="http://schemas.openxmlformats.org/officeDocument/2006/relationships/image" Target="../media/image130.png"/><Relationship Id="rId76" Type="http://schemas.openxmlformats.org/officeDocument/2006/relationships/customXml" Target="../ink/ink197.xml"/><Relationship Id="rId7" Type="http://schemas.openxmlformats.org/officeDocument/2006/relationships/image" Target="../media/image9810.png"/><Relationship Id="rId71" Type="http://schemas.openxmlformats.org/officeDocument/2006/relationships/image" Target="../media/image40.png"/><Relationship Id="rId2" Type="http://schemas.openxmlformats.org/officeDocument/2006/relationships/customXml" Target="../ink/ink160.xml"/><Relationship Id="rId29" Type="http://schemas.openxmlformats.org/officeDocument/2006/relationships/customXml" Target="../ink/ink174.xml"/><Relationship Id="rId24" Type="http://schemas.openxmlformats.org/officeDocument/2006/relationships/image" Target="../media/image10610.png"/><Relationship Id="rId40" Type="http://schemas.openxmlformats.org/officeDocument/2006/relationships/image" Target="../media/image11210.png"/><Relationship Id="rId45" Type="http://schemas.openxmlformats.org/officeDocument/2006/relationships/customXml" Target="../ink/ink182.xml"/><Relationship Id="rId66" Type="http://schemas.openxmlformats.org/officeDocument/2006/relationships/customXml" Target="../ink/ink191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16.xml"/><Relationship Id="rId21" Type="http://schemas.openxmlformats.org/officeDocument/2006/relationships/image" Target="../media/image12910.png"/><Relationship Id="rId42" Type="http://schemas.openxmlformats.org/officeDocument/2006/relationships/customXml" Target="../ink/ink224.xml"/><Relationship Id="rId47" Type="http://schemas.openxmlformats.org/officeDocument/2006/relationships/customXml" Target="../ink/ink227.xml"/><Relationship Id="rId63" Type="http://schemas.openxmlformats.org/officeDocument/2006/relationships/customXml" Target="../ink/ink236.xml"/><Relationship Id="rId68" Type="http://schemas.openxmlformats.org/officeDocument/2006/relationships/image" Target="../media/image144.png"/><Relationship Id="rId84" Type="http://schemas.openxmlformats.org/officeDocument/2006/relationships/customXml" Target="../ink/ink247.xml"/><Relationship Id="rId89" Type="http://schemas.openxmlformats.org/officeDocument/2006/relationships/image" Target="../media/image153.png"/><Relationship Id="rId16" Type="http://schemas.openxmlformats.org/officeDocument/2006/relationships/customXml" Target="../ink/ink210.xml"/><Relationship Id="rId11" Type="http://schemas.openxmlformats.org/officeDocument/2006/relationships/image" Target="../media/image12510.png"/><Relationship Id="rId32" Type="http://schemas.openxmlformats.org/officeDocument/2006/relationships/customXml" Target="../ink/ink219.xml"/><Relationship Id="rId37" Type="http://schemas.openxmlformats.org/officeDocument/2006/relationships/image" Target="../media/image13410.png"/><Relationship Id="rId53" Type="http://schemas.openxmlformats.org/officeDocument/2006/relationships/customXml" Target="../ink/ink230.xml"/><Relationship Id="rId58" Type="http://schemas.openxmlformats.org/officeDocument/2006/relationships/image" Target="../media/image9710.png"/><Relationship Id="rId74" Type="http://schemas.openxmlformats.org/officeDocument/2006/relationships/image" Target="../media/image147.png"/><Relationship Id="rId79" Type="http://schemas.openxmlformats.org/officeDocument/2006/relationships/customXml" Target="../ink/ink244.xml"/><Relationship Id="rId5" Type="http://schemas.openxmlformats.org/officeDocument/2006/relationships/image" Target="../media/image5.png"/><Relationship Id="rId90" Type="http://schemas.openxmlformats.org/officeDocument/2006/relationships/customXml" Target="../ink/ink250.xml"/><Relationship Id="rId95" Type="http://schemas.openxmlformats.org/officeDocument/2006/relationships/image" Target="../media/image26.png"/><Relationship Id="rId22" Type="http://schemas.openxmlformats.org/officeDocument/2006/relationships/customXml" Target="../ink/ink214.xml"/><Relationship Id="rId27" Type="http://schemas.openxmlformats.org/officeDocument/2006/relationships/image" Target="../media/image7.png"/><Relationship Id="rId43" Type="http://schemas.openxmlformats.org/officeDocument/2006/relationships/customXml" Target="../ink/ink225.xml"/><Relationship Id="rId48" Type="http://schemas.openxmlformats.org/officeDocument/2006/relationships/image" Target="../media/image13910.png"/><Relationship Id="rId64" Type="http://schemas.openxmlformats.org/officeDocument/2006/relationships/image" Target="../media/image4.png"/><Relationship Id="rId69" Type="http://schemas.openxmlformats.org/officeDocument/2006/relationships/customXml" Target="../ink/ink239.xml"/><Relationship Id="rId8" Type="http://schemas.openxmlformats.org/officeDocument/2006/relationships/customXml" Target="../ink/ink206.xml"/><Relationship Id="rId51" Type="http://schemas.openxmlformats.org/officeDocument/2006/relationships/customXml" Target="../ink/ink229.xml"/><Relationship Id="rId72" Type="http://schemas.openxmlformats.org/officeDocument/2006/relationships/image" Target="../media/image146.png"/><Relationship Id="rId80" Type="http://schemas.openxmlformats.org/officeDocument/2006/relationships/image" Target="../media/image149.png"/><Relationship Id="rId85" Type="http://schemas.openxmlformats.org/officeDocument/2006/relationships/image" Target="../media/image151.png"/><Relationship Id="rId93" Type="http://schemas.openxmlformats.org/officeDocument/2006/relationships/image" Target="../media/image155.png"/><Relationship Id="rId3" Type="http://schemas.openxmlformats.org/officeDocument/2006/relationships/image" Target="../media/image12210.png"/><Relationship Id="rId12" Type="http://schemas.openxmlformats.org/officeDocument/2006/relationships/customXml" Target="../ink/ink208.xml"/><Relationship Id="rId17" Type="http://schemas.openxmlformats.org/officeDocument/2006/relationships/image" Target="../media/image12810.png"/><Relationship Id="rId25" Type="http://schemas.openxmlformats.org/officeDocument/2006/relationships/image" Target="../media/image13110.png"/><Relationship Id="rId33" Type="http://schemas.openxmlformats.org/officeDocument/2006/relationships/image" Target="../media/image11310.png"/><Relationship Id="rId38" Type="http://schemas.openxmlformats.org/officeDocument/2006/relationships/customXml" Target="../ink/ink222.xml"/><Relationship Id="rId46" Type="http://schemas.openxmlformats.org/officeDocument/2006/relationships/image" Target="../media/image13810.png"/><Relationship Id="rId59" Type="http://schemas.openxmlformats.org/officeDocument/2006/relationships/customXml" Target="../ink/ink233.xml"/><Relationship Id="rId67" Type="http://schemas.openxmlformats.org/officeDocument/2006/relationships/customXml" Target="../ink/ink238.xml"/><Relationship Id="rId20" Type="http://schemas.openxmlformats.org/officeDocument/2006/relationships/customXml" Target="../ink/ink213.xml"/><Relationship Id="rId41" Type="http://schemas.openxmlformats.org/officeDocument/2006/relationships/image" Target="../media/image13610.png"/><Relationship Id="rId54" Type="http://schemas.openxmlformats.org/officeDocument/2006/relationships/image" Target="../media/image141.png"/><Relationship Id="rId62" Type="http://schemas.openxmlformats.org/officeDocument/2006/relationships/customXml" Target="../ink/ink235.xml"/><Relationship Id="rId70" Type="http://schemas.openxmlformats.org/officeDocument/2006/relationships/image" Target="../media/image145.png"/><Relationship Id="rId75" Type="http://schemas.openxmlformats.org/officeDocument/2006/relationships/customXml" Target="../ink/ink242.xml"/><Relationship Id="rId83" Type="http://schemas.openxmlformats.org/officeDocument/2006/relationships/image" Target="../media/image150.png"/><Relationship Id="rId88" Type="http://schemas.openxmlformats.org/officeDocument/2006/relationships/customXml" Target="../ink/ink249.xml"/><Relationship Id="rId91" Type="http://schemas.openxmlformats.org/officeDocument/2006/relationships/image" Target="../media/image15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5.xml"/><Relationship Id="rId15" Type="http://schemas.openxmlformats.org/officeDocument/2006/relationships/image" Target="../media/image12710.png"/><Relationship Id="rId23" Type="http://schemas.openxmlformats.org/officeDocument/2006/relationships/image" Target="../media/image13010.png"/><Relationship Id="rId28" Type="http://schemas.openxmlformats.org/officeDocument/2006/relationships/customXml" Target="../ink/ink217.xml"/><Relationship Id="rId36" Type="http://schemas.openxmlformats.org/officeDocument/2006/relationships/customXml" Target="../ink/ink221.xml"/><Relationship Id="rId49" Type="http://schemas.openxmlformats.org/officeDocument/2006/relationships/customXml" Target="../ink/ink228.xml"/><Relationship Id="rId57" Type="http://schemas.openxmlformats.org/officeDocument/2006/relationships/customXml" Target="../ink/ink232.xml"/><Relationship Id="rId10" Type="http://schemas.openxmlformats.org/officeDocument/2006/relationships/customXml" Target="../ink/ink207.xml"/><Relationship Id="rId31" Type="http://schemas.openxmlformats.org/officeDocument/2006/relationships/image" Target="../media/image1.png"/><Relationship Id="rId44" Type="http://schemas.openxmlformats.org/officeDocument/2006/relationships/image" Target="../media/image13710.png"/><Relationship Id="rId52" Type="http://schemas.openxmlformats.org/officeDocument/2006/relationships/image" Target="../media/image140.png"/><Relationship Id="rId60" Type="http://schemas.openxmlformats.org/officeDocument/2006/relationships/customXml" Target="../ink/ink234.xml"/><Relationship Id="rId65" Type="http://schemas.openxmlformats.org/officeDocument/2006/relationships/customXml" Target="../ink/ink237.xml"/><Relationship Id="rId73" Type="http://schemas.openxmlformats.org/officeDocument/2006/relationships/customXml" Target="../ink/ink241.xml"/><Relationship Id="rId78" Type="http://schemas.openxmlformats.org/officeDocument/2006/relationships/image" Target="../media/image148.png"/><Relationship Id="rId81" Type="http://schemas.openxmlformats.org/officeDocument/2006/relationships/customXml" Target="../ink/ink245.xml"/><Relationship Id="rId86" Type="http://schemas.openxmlformats.org/officeDocument/2006/relationships/customXml" Target="../ink/ink248.xml"/><Relationship Id="rId94" Type="http://schemas.openxmlformats.org/officeDocument/2006/relationships/customXml" Target="../ink/ink252.xml"/><Relationship Id="rId4" Type="http://schemas.openxmlformats.org/officeDocument/2006/relationships/customXml" Target="../ink/ink204.xml"/><Relationship Id="rId9" Type="http://schemas.openxmlformats.org/officeDocument/2006/relationships/image" Target="../media/image12410.png"/><Relationship Id="rId13" Type="http://schemas.openxmlformats.org/officeDocument/2006/relationships/image" Target="../media/image12610.png"/><Relationship Id="rId18" Type="http://schemas.openxmlformats.org/officeDocument/2006/relationships/customXml" Target="../ink/ink211.xml"/><Relationship Id="rId39" Type="http://schemas.openxmlformats.org/officeDocument/2006/relationships/image" Target="../media/image13510.png"/><Relationship Id="rId34" Type="http://schemas.openxmlformats.org/officeDocument/2006/relationships/customXml" Target="../ink/ink220.xml"/><Relationship Id="rId50" Type="http://schemas.openxmlformats.org/officeDocument/2006/relationships/image" Target="../media/image12.png"/><Relationship Id="rId55" Type="http://schemas.openxmlformats.org/officeDocument/2006/relationships/customXml" Target="../ink/ink231.xml"/><Relationship Id="rId76" Type="http://schemas.openxmlformats.org/officeDocument/2006/relationships/image" Target="../media/image40.png"/><Relationship Id="rId7" Type="http://schemas.openxmlformats.org/officeDocument/2006/relationships/image" Target="../media/image12310.png"/><Relationship Id="rId71" Type="http://schemas.openxmlformats.org/officeDocument/2006/relationships/customXml" Target="../ink/ink240.xml"/><Relationship Id="rId92" Type="http://schemas.openxmlformats.org/officeDocument/2006/relationships/customXml" Target="../ink/ink251.xml"/><Relationship Id="rId2" Type="http://schemas.openxmlformats.org/officeDocument/2006/relationships/customXml" Target="../ink/ink203.xml"/><Relationship Id="rId29" Type="http://schemas.openxmlformats.org/officeDocument/2006/relationships/image" Target="../media/image13210.png"/><Relationship Id="rId24" Type="http://schemas.openxmlformats.org/officeDocument/2006/relationships/customXml" Target="../ink/ink215.xml"/><Relationship Id="rId40" Type="http://schemas.openxmlformats.org/officeDocument/2006/relationships/customXml" Target="../ink/ink223.xml"/><Relationship Id="rId45" Type="http://schemas.openxmlformats.org/officeDocument/2006/relationships/customXml" Target="../ink/ink226.xml"/><Relationship Id="rId66" Type="http://schemas.openxmlformats.org/officeDocument/2006/relationships/image" Target="../media/image143.png"/><Relationship Id="rId87" Type="http://schemas.openxmlformats.org/officeDocument/2006/relationships/image" Target="../media/image152.png"/><Relationship Id="rId61" Type="http://schemas.openxmlformats.org/officeDocument/2006/relationships/image" Target="../media/image142.png"/><Relationship Id="rId82" Type="http://schemas.openxmlformats.org/officeDocument/2006/relationships/customXml" Target="../ink/ink246.xml"/><Relationship Id="rId19" Type="http://schemas.openxmlformats.org/officeDocument/2006/relationships/customXml" Target="../ink/ink212.xml"/><Relationship Id="rId14" Type="http://schemas.openxmlformats.org/officeDocument/2006/relationships/customXml" Target="../ink/ink209.xml"/><Relationship Id="rId30" Type="http://schemas.openxmlformats.org/officeDocument/2006/relationships/customXml" Target="../ink/ink218.xml"/><Relationship Id="rId35" Type="http://schemas.openxmlformats.org/officeDocument/2006/relationships/image" Target="../media/image13310.png"/><Relationship Id="rId56" Type="http://schemas.openxmlformats.org/officeDocument/2006/relationships/image" Target="../media/image6.png"/><Relationship Id="rId77" Type="http://schemas.openxmlformats.org/officeDocument/2006/relationships/customXml" Target="../ink/ink243.xml"/></Relationships>
</file>

<file path=ppt/slides/_rels/slide7.xml.rels><?xml version="1.0" encoding="UTF-8" standalone="yes"?>
<Relationships xmlns="http://schemas.openxmlformats.org/package/2006/relationships"><Relationship Id="rId671" Type="http://schemas.openxmlformats.org/officeDocument/2006/relationships/customXml" Target="../ink/ink431.xml"/><Relationship Id="rId21" Type="http://schemas.openxmlformats.org/officeDocument/2006/relationships/image" Target="../media/image15210.png"/><Relationship Id="rId531" Type="http://schemas.openxmlformats.org/officeDocument/2006/relationships/customXml" Target="../ink/ink361.xml"/><Relationship Id="rId573" Type="http://schemas.openxmlformats.org/officeDocument/2006/relationships/customXml" Target="../ink/ink382.xml"/><Relationship Id="rId629" Type="http://schemas.openxmlformats.org/officeDocument/2006/relationships/customXml" Target="../ink/ink410.xml"/><Relationship Id="rId170" Type="http://schemas.openxmlformats.org/officeDocument/2006/relationships/customXml" Target="../ink/ink282.xml"/><Relationship Id="rId433" Type="http://schemas.openxmlformats.org/officeDocument/2006/relationships/customXml" Target="../ink/ink312.xml"/><Relationship Id="rId475" Type="http://schemas.openxmlformats.org/officeDocument/2006/relationships/customXml" Target="../ink/ink333.xml"/><Relationship Id="rId640" Type="http://schemas.openxmlformats.org/officeDocument/2006/relationships/image" Target="../media/image295.png"/><Relationship Id="rId682" Type="http://schemas.openxmlformats.org/officeDocument/2006/relationships/image" Target="../media/image316.png"/><Relationship Id="rId32" Type="http://schemas.openxmlformats.org/officeDocument/2006/relationships/customXml" Target="../ink/ink268.xml"/><Relationship Id="rId500" Type="http://schemas.openxmlformats.org/officeDocument/2006/relationships/image" Target="../media/image204.png"/><Relationship Id="rId542" Type="http://schemas.openxmlformats.org/officeDocument/2006/relationships/image" Target="../media/image243.png"/><Relationship Id="rId584" Type="http://schemas.openxmlformats.org/officeDocument/2006/relationships/image" Target="../media/image267.png"/><Relationship Id="rId5" Type="http://schemas.openxmlformats.org/officeDocument/2006/relationships/image" Target="../media/image14410.png"/><Relationship Id="rId181" Type="http://schemas.openxmlformats.org/officeDocument/2006/relationships/image" Target="../media/image231.png"/><Relationship Id="rId237" Type="http://schemas.openxmlformats.org/officeDocument/2006/relationships/image" Target="../media/image259.png"/><Relationship Id="rId444" Type="http://schemas.openxmlformats.org/officeDocument/2006/relationships/image" Target="../media/image176.png"/><Relationship Id="rId486" Type="http://schemas.openxmlformats.org/officeDocument/2006/relationships/image" Target="../media/image197.png"/><Relationship Id="rId651" Type="http://schemas.openxmlformats.org/officeDocument/2006/relationships/customXml" Target="../ink/ink421.xml"/><Relationship Id="rId693" Type="http://schemas.openxmlformats.org/officeDocument/2006/relationships/customXml" Target="../ink/ink442.xml"/><Relationship Id="rId707" Type="http://schemas.openxmlformats.org/officeDocument/2006/relationships/customXml" Target="../ink/ink449.xml"/><Relationship Id="rId43" Type="http://schemas.openxmlformats.org/officeDocument/2006/relationships/image" Target="../media/image163.png"/><Relationship Id="rId511" Type="http://schemas.openxmlformats.org/officeDocument/2006/relationships/customXml" Target="../ink/ink351.xml"/><Relationship Id="rId553" Type="http://schemas.openxmlformats.org/officeDocument/2006/relationships/customXml" Target="../ink/ink372.xml"/><Relationship Id="rId609" Type="http://schemas.openxmlformats.org/officeDocument/2006/relationships/customXml" Target="../ink/ink400.xml"/><Relationship Id="rId192" Type="http://schemas.openxmlformats.org/officeDocument/2006/relationships/customXml" Target="../ink/ink293.xml"/><Relationship Id="rId595" Type="http://schemas.openxmlformats.org/officeDocument/2006/relationships/customXml" Target="../ink/ink393.xml"/><Relationship Id="rId248" Type="http://schemas.openxmlformats.org/officeDocument/2006/relationships/image" Target="../media/image168.png"/><Relationship Id="rId455" Type="http://schemas.openxmlformats.org/officeDocument/2006/relationships/customXml" Target="../ink/ink323.xml"/><Relationship Id="rId497" Type="http://schemas.openxmlformats.org/officeDocument/2006/relationships/customXml" Target="../ink/ink344.xml"/><Relationship Id="rId620" Type="http://schemas.openxmlformats.org/officeDocument/2006/relationships/image" Target="../media/image285.png"/><Relationship Id="rId662" Type="http://schemas.openxmlformats.org/officeDocument/2006/relationships/image" Target="../media/image306.png"/><Relationship Id="rId718" Type="http://schemas.openxmlformats.org/officeDocument/2006/relationships/image" Target="../media/image334.png"/><Relationship Id="rId12" Type="http://schemas.openxmlformats.org/officeDocument/2006/relationships/customXml" Target="../ink/ink258.xml"/><Relationship Id="rId522" Type="http://schemas.openxmlformats.org/officeDocument/2006/relationships/image" Target="../media/image215.png"/><Relationship Id="rId161" Type="http://schemas.openxmlformats.org/officeDocument/2006/relationships/image" Target="../media/image1.png"/><Relationship Id="rId399" Type="http://schemas.openxmlformats.org/officeDocument/2006/relationships/customXml" Target="../ink/ink304.xml"/><Relationship Id="rId564" Type="http://schemas.openxmlformats.org/officeDocument/2006/relationships/image" Target="../media/image254.png"/><Relationship Id="rId466" Type="http://schemas.openxmlformats.org/officeDocument/2006/relationships/image" Target="../media/image187.png"/><Relationship Id="rId631" Type="http://schemas.openxmlformats.org/officeDocument/2006/relationships/customXml" Target="../ink/ink411.xml"/><Relationship Id="rId673" Type="http://schemas.openxmlformats.org/officeDocument/2006/relationships/customXml" Target="../ink/ink432.xml"/><Relationship Id="rId23" Type="http://schemas.openxmlformats.org/officeDocument/2006/relationships/image" Target="../media/image15310.png"/><Relationship Id="rId533" Type="http://schemas.openxmlformats.org/officeDocument/2006/relationships/customXml" Target="../ink/ink362.xml"/><Relationship Id="rId575" Type="http://schemas.openxmlformats.org/officeDocument/2006/relationships/customXml" Target="../ink/ink383.xml"/><Relationship Id="rId172" Type="http://schemas.openxmlformats.org/officeDocument/2006/relationships/customXml" Target="../ink/ink283.xml"/><Relationship Id="rId435" Type="http://schemas.openxmlformats.org/officeDocument/2006/relationships/customXml" Target="../ink/ink313.xml"/><Relationship Id="rId477" Type="http://schemas.openxmlformats.org/officeDocument/2006/relationships/customXml" Target="../ink/ink334.xml"/><Relationship Id="rId600" Type="http://schemas.openxmlformats.org/officeDocument/2006/relationships/image" Target="../media/image275.png"/><Relationship Id="rId642" Type="http://schemas.openxmlformats.org/officeDocument/2006/relationships/image" Target="../media/image296.png"/><Relationship Id="rId684" Type="http://schemas.openxmlformats.org/officeDocument/2006/relationships/image" Target="../media/image317.png"/><Relationship Id="rId502" Type="http://schemas.openxmlformats.org/officeDocument/2006/relationships/image" Target="../media/image205.png"/><Relationship Id="rId34" Type="http://schemas.openxmlformats.org/officeDocument/2006/relationships/customXml" Target="../ink/ink269.xml"/><Relationship Id="rId544" Type="http://schemas.openxmlformats.org/officeDocument/2006/relationships/image" Target="../media/image244.png"/><Relationship Id="rId586" Type="http://schemas.openxmlformats.org/officeDocument/2006/relationships/image" Target="../media/image268.png"/><Relationship Id="rId7" Type="http://schemas.openxmlformats.org/officeDocument/2006/relationships/image" Target="../media/image14510.png"/><Relationship Id="rId183" Type="http://schemas.openxmlformats.org/officeDocument/2006/relationships/image" Target="../media/image232.png"/><Relationship Id="rId239" Type="http://schemas.openxmlformats.org/officeDocument/2006/relationships/image" Target="../media/image4.png"/><Relationship Id="rId404" Type="http://schemas.openxmlformats.org/officeDocument/2006/relationships/image" Target="../media/image340.png"/><Relationship Id="rId446" Type="http://schemas.openxmlformats.org/officeDocument/2006/relationships/image" Target="../media/image177.png"/><Relationship Id="rId611" Type="http://schemas.openxmlformats.org/officeDocument/2006/relationships/customXml" Target="../ink/ink401.xml"/><Relationship Id="rId653" Type="http://schemas.openxmlformats.org/officeDocument/2006/relationships/customXml" Target="../ink/ink422.xml"/><Relationship Id="rId488" Type="http://schemas.openxmlformats.org/officeDocument/2006/relationships/image" Target="../media/image198.png"/><Relationship Id="rId695" Type="http://schemas.openxmlformats.org/officeDocument/2006/relationships/customXml" Target="../ink/ink443.xml"/><Relationship Id="rId709" Type="http://schemas.openxmlformats.org/officeDocument/2006/relationships/customXml" Target="../ink/ink450.xml"/><Relationship Id="rId45" Type="http://schemas.openxmlformats.org/officeDocument/2006/relationships/image" Target="../media/image164.png"/><Relationship Id="rId513" Type="http://schemas.openxmlformats.org/officeDocument/2006/relationships/customXml" Target="../ink/ink352.xml"/><Relationship Id="rId555" Type="http://schemas.openxmlformats.org/officeDocument/2006/relationships/customXml" Target="../ink/ink373.xml"/><Relationship Id="rId597" Type="http://schemas.openxmlformats.org/officeDocument/2006/relationships/customXml" Target="../ink/ink394.xml"/><Relationship Id="rId194" Type="http://schemas.openxmlformats.org/officeDocument/2006/relationships/customXml" Target="../ink/ink294.xml"/><Relationship Id="rId457" Type="http://schemas.openxmlformats.org/officeDocument/2006/relationships/customXml" Target="../ink/ink324.xml"/><Relationship Id="rId622" Type="http://schemas.openxmlformats.org/officeDocument/2006/relationships/image" Target="../media/image286.png"/><Relationship Id="rId499" Type="http://schemas.openxmlformats.org/officeDocument/2006/relationships/customXml" Target="../ink/ink345.xml"/><Relationship Id="rId664" Type="http://schemas.openxmlformats.org/officeDocument/2006/relationships/image" Target="../media/image307.png"/><Relationship Id="rId14" Type="http://schemas.openxmlformats.org/officeDocument/2006/relationships/customXml" Target="../ink/ink259.xml"/><Relationship Id="rId524" Type="http://schemas.openxmlformats.org/officeDocument/2006/relationships/image" Target="../media/image216.png"/><Relationship Id="rId566" Type="http://schemas.openxmlformats.org/officeDocument/2006/relationships/image" Target="../media/image255.png"/><Relationship Id="rId163" Type="http://schemas.openxmlformats.org/officeDocument/2006/relationships/image" Target="../media/image222.png"/><Relationship Id="rId426" Type="http://schemas.openxmlformats.org/officeDocument/2006/relationships/image" Target="../media/image13210.png"/><Relationship Id="rId633" Type="http://schemas.openxmlformats.org/officeDocument/2006/relationships/customXml" Target="../ink/ink412.xml"/><Relationship Id="rId468" Type="http://schemas.openxmlformats.org/officeDocument/2006/relationships/image" Target="../media/image188.png"/><Relationship Id="rId675" Type="http://schemas.openxmlformats.org/officeDocument/2006/relationships/customXml" Target="../ink/ink433.xml"/><Relationship Id="rId25" Type="http://schemas.openxmlformats.org/officeDocument/2006/relationships/image" Target="../media/image15410.png"/><Relationship Id="rId535" Type="http://schemas.openxmlformats.org/officeDocument/2006/relationships/customXml" Target="../ink/ink363.xml"/><Relationship Id="rId577" Type="http://schemas.openxmlformats.org/officeDocument/2006/relationships/customXml" Target="../ink/ink384.xml"/><Relationship Id="rId700" Type="http://schemas.openxmlformats.org/officeDocument/2006/relationships/image" Target="../media/image325.png"/><Relationship Id="rId174" Type="http://schemas.openxmlformats.org/officeDocument/2006/relationships/customXml" Target="../ink/ink284.xml"/><Relationship Id="rId602" Type="http://schemas.openxmlformats.org/officeDocument/2006/relationships/image" Target="../media/image276.png"/><Relationship Id="rId437" Type="http://schemas.openxmlformats.org/officeDocument/2006/relationships/customXml" Target="../ink/ink314.xml"/><Relationship Id="rId479" Type="http://schemas.openxmlformats.org/officeDocument/2006/relationships/customXml" Target="../ink/ink335.xml"/><Relationship Id="rId644" Type="http://schemas.openxmlformats.org/officeDocument/2006/relationships/image" Target="../media/image297.png"/><Relationship Id="rId686" Type="http://schemas.openxmlformats.org/officeDocument/2006/relationships/image" Target="../media/image318.png"/><Relationship Id="rId36" Type="http://schemas.openxmlformats.org/officeDocument/2006/relationships/customXml" Target="../ink/ink270.xml"/><Relationship Id="rId490" Type="http://schemas.openxmlformats.org/officeDocument/2006/relationships/image" Target="../media/image199.png"/><Relationship Id="rId504" Type="http://schemas.openxmlformats.org/officeDocument/2006/relationships/image" Target="../media/image206.png"/><Relationship Id="rId546" Type="http://schemas.openxmlformats.org/officeDocument/2006/relationships/image" Target="../media/image245.png"/><Relationship Id="rId711" Type="http://schemas.openxmlformats.org/officeDocument/2006/relationships/customXml" Target="../ink/ink451.xml"/><Relationship Id="rId185" Type="http://schemas.openxmlformats.org/officeDocument/2006/relationships/image" Target="../media/image233.png"/><Relationship Id="rId406" Type="http://schemas.openxmlformats.org/officeDocument/2006/relationships/image" Target="../media/image341.png"/><Relationship Id="rId588" Type="http://schemas.openxmlformats.org/officeDocument/2006/relationships/image" Target="../media/image269.png"/><Relationship Id="rId9" Type="http://schemas.openxmlformats.org/officeDocument/2006/relationships/image" Target="../media/image14610.png"/><Relationship Id="rId448" Type="http://schemas.openxmlformats.org/officeDocument/2006/relationships/image" Target="../media/image178.png"/><Relationship Id="rId613" Type="http://schemas.openxmlformats.org/officeDocument/2006/relationships/customXml" Target="../ink/ink402.xml"/><Relationship Id="rId655" Type="http://schemas.openxmlformats.org/officeDocument/2006/relationships/customXml" Target="../ink/ink423.xml"/><Relationship Id="rId697" Type="http://schemas.openxmlformats.org/officeDocument/2006/relationships/customXml" Target="../ink/ink444.xml"/><Relationship Id="rId515" Type="http://schemas.openxmlformats.org/officeDocument/2006/relationships/customXml" Target="../ink/ink353.xml"/><Relationship Id="rId47" Type="http://schemas.openxmlformats.org/officeDocument/2006/relationships/image" Target="../media/image165.png"/><Relationship Id="rId557" Type="http://schemas.openxmlformats.org/officeDocument/2006/relationships/customXml" Target="../ink/ink374.xml"/><Relationship Id="rId599" Type="http://schemas.openxmlformats.org/officeDocument/2006/relationships/customXml" Target="../ink/ink395.xml"/><Relationship Id="rId196" Type="http://schemas.openxmlformats.org/officeDocument/2006/relationships/customXml" Target="../ink/ink295.xml"/><Relationship Id="rId459" Type="http://schemas.openxmlformats.org/officeDocument/2006/relationships/customXml" Target="../ink/ink325.xml"/><Relationship Id="rId624" Type="http://schemas.openxmlformats.org/officeDocument/2006/relationships/image" Target="../media/image287.png"/><Relationship Id="rId666" Type="http://schemas.openxmlformats.org/officeDocument/2006/relationships/image" Target="../media/image308.png"/><Relationship Id="rId16" Type="http://schemas.openxmlformats.org/officeDocument/2006/relationships/customXml" Target="../ink/ink260.xml"/><Relationship Id="rId470" Type="http://schemas.openxmlformats.org/officeDocument/2006/relationships/image" Target="../media/image189.png"/><Relationship Id="rId526" Type="http://schemas.openxmlformats.org/officeDocument/2006/relationships/image" Target="../media/image217.png"/><Relationship Id="rId568" Type="http://schemas.openxmlformats.org/officeDocument/2006/relationships/image" Target="../media/image256.png"/><Relationship Id="rId165" Type="http://schemas.openxmlformats.org/officeDocument/2006/relationships/image" Target="../media/image223.png"/><Relationship Id="rId186" Type="http://schemas.openxmlformats.org/officeDocument/2006/relationships/customXml" Target="../ink/ink290.xml"/><Relationship Id="rId407" Type="http://schemas.openxmlformats.org/officeDocument/2006/relationships/customXml" Target="../ink/ink306.xml"/><Relationship Id="rId428" Type="http://schemas.openxmlformats.org/officeDocument/2006/relationships/image" Target="../media/image351.png"/><Relationship Id="rId449" Type="http://schemas.openxmlformats.org/officeDocument/2006/relationships/customXml" Target="../ink/ink320.xml"/><Relationship Id="rId614" Type="http://schemas.openxmlformats.org/officeDocument/2006/relationships/image" Target="../media/image282.png"/><Relationship Id="rId635" Type="http://schemas.openxmlformats.org/officeDocument/2006/relationships/customXml" Target="../ink/ink413.xml"/><Relationship Id="rId656" Type="http://schemas.openxmlformats.org/officeDocument/2006/relationships/image" Target="../media/image303.png"/><Relationship Id="rId677" Type="http://schemas.openxmlformats.org/officeDocument/2006/relationships/customXml" Target="../ink/ink434.xml"/><Relationship Id="rId460" Type="http://schemas.openxmlformats.org/officeDocument/2006/relationships/image" Target="../media/image184.png"/><Relationship Id="rId481" Type="http://schemas.openxmlformats.org/officeDocument/2006/relationships/customXml" Target="../ink/ink336.xml"/><Relationship Id="rId516" Type="http://schemas.openxmlformats.org/officeDocument/2006/relationships/image" Target="../media/image212.png"/><Relationship Id="rId698" Type="http://schemas.openxmlformats.org/officeDocument/2006/relationships/image" Target="../media/image324.png"/><Relationship Id="rId702" Type="http://schemas.openxmlformats.org/officeDocument/2006/relationships/image" Target="../media/image326.png"/><Relationship Id="rId27" Type="http://schemas.openxmlformats.org/officeDocument/2006/relationships/image" Target="../media/image15510.png"/><Relationship Id="rId48" Type="http://schemas.openxmlformats.org/officeDocument/2006/relationships/customXml" Target="../ink/ink276.xml"/><Relationship Id="rId537" Type="http://schemas.openxmlformats.org/officeDocument/2006/relationships/customXml" Target="../ink/ink364.xml"/><Relationship Id="rId558" Type="http://schemas.openxmlformats.org/officeDocument/2006/relationships/image" Target="../media/image251.png"/><Relationship Id="rId579" Type="http://schemas.openxmlformats.org/officeDocument/2006/relationships/customXml" Target="../ink/ink385.xml"/><Relationship Id="rId176" Type="http://schemas.openxmlformats.org/officeDocument/2006/relationships/customXml" Target="../ink/ink285.xml"/><Relationship Id="rId197" Type="http://schemas.openxmlformats.org/officeDocument/2006/relationships/image" Target="../media/image239.png"/><Relationship Id="rId439" Type="http://schemas.openxmlformats.org/officeDocument/2006/relationships/customXml" Target="../ink/ink315.xml"/><Relationship Id="rId590" Type="http://schemas.openxmlformats.org/officeDocument/2006/relationships/image" Target="../media/image270.png"/><Relationship Id="rId604" Type="http://schemas.openxmlformats.org/officeDocument/2006/relationships/image" Target="../media/image277.png"/><Relationship Id="rId625" Type="http://schemas.openxmlformats.org/officeDocument/2006/relationships/customXml" Target="../ink/ink408.xml"/><Relationship Id="rId646" Type="http://schemas.openxmlformats.org/officeDocument/2006/relationships/image" Target="../media/image298.png"/><Relationship Id="rId243" Type="http://schemas.openxmlformats.org/officeDocument/2006/relationships/customXml" Target="../ink/ink299.xml"/><Relationship Id="rId450" Type="http://schemas.openxmlformats.org/officeDocument/2006/relationships/image" Target="../media/image179.png"/><Relationship Id="rId471" Type="http://schemas.openxmlformats.org/officeDocument/2006/relationships/customXml" Target="../ink/ink331.xml"/><Relationship Id="rId506" Type="http://schemas.openxmlformats.org/officeDocument/2006/relationships/image" Target="../media/image207.png"/><Relationship Id="rId667" Type="http://schemas.openxmlformats.org/officeDocument/2006/relationships/customXml" Target="../ink/ink429.xml"/><Relationship Id="rId688" Type="http://schemas.openxmlformats.org/officeDocument/2006/relationships/image" Target="../media/image319.png"/><Relationship Id="rId17" Type="http://schemas.openxmlformats.org/officeDocument/2006/relationships/image" Target="../media/image15010.png"/><Relationship Id="rId38" Type="http://schemas.openxmlformats.org/officeDocument/2006/relationships/customXml" Target="../ink/ink271.xml"/><Relationship Id="rId492" Type="http://schemas.openxmlformats.org/officeDocument/2006/relationships/image" Target="../media/image200.png"/><Relationship Id="rId527" Type="http://schemas.openxmlformats.org/officeDocument/2006/relationships/customXml" Target="../ink/ink359.xml"/><Relationship Id="rId548" Type="http://schemas.openxmlformats.org/officeDocument/2006/relationships/image" Target="../media/image246.png"/><Relationship Id="rId569" Type="http://schemas.openxmlformats.org/officeDocument/2006/relationships/customXml" Target="../ink/ink380.xml"/><Relationship Id="rId713" Type="http://schemas.openxmlformats.org/officeDocument/2006/relationships/customXml" Target="../ink/ink452.xml"/><Relationship Id="rId166" Type="http://schemas.openxmlformats.org/officeDocument/2006/relationships/customXml" Target="../ink/ink280.xml"/><Relationship Id="rId187" Type="http://schemas.openxmlformats.org/officeDocument/2006/relationships/image" Target="../media/image234.png"/><Relationship Id="rId429" Type="http://schemas.openxmlformats.org/officeDocument/2006/relationships/customXml" Target="../ink/ink310.xml"/><Relationship Id="rId580" Type="http://schemas.openxmlformats.org/officeDocument/2006/relationships/image" Target="../media/image265.png"/><Relationship Id="rId615" Type="http://schemas.openxmlformats.org/officeDocument/2006/relationships/customXml" Target="../ink/ink403.xml"/><Relationship Id="rId636" Type="http://schemas.openxmlformats.org/officeDocument/2006/relationships/image" Target="../media/image293.png"/><Relationship Id="rId1" Type="http://schemas.openxmlformats.org/officeDocument/2006/relationships/slideLayout" Target="../slideLayouts/slideLayout7.xml"/><Relationship Id="rId440" Type="http://schemas.openxmlformats.org/officeDocument/2006/relationships/image" Target="../media/image174.png"/><Relationship Id="rId657" Type="http://schemas.openxmlformats.org/officeDocument/2006/relationships/customXml" Target="../ink/ink424.xml"/><Relationship Id="rId678" Type="http://schemas.openxmlformats.org/officeDocument/2006/relationships/image" Target="../media/image314.png"/><Relationship Id="rId699" Type="http://schemas.openxmlformats.org/officeDocument/2006/relationships/customXml" Target="../ink/ink445.xml"/><Relationship Id="rId28" Type="http://schemas.openxmlformats.org/officeDocument/2006/relationships/customXml" Target="../ink/ink266.xml"/><Relationship Id="rId49" Type="http://schemas.openxmlformats.org/officeDocument/2006/relationships/image" Target="../media/image166.png"/><Relationship Id="rId461" Type="http://schemas.openxmlformats.org/officeDocument/2006/relationships/customXml" Target="../ink/ink326.xml"/><Relationship Id="rId482" Type="http://schemas.openxmlformats.org/officeDocument/2006/relationships/image" Target="../media/image195.png"/><Relationship Id="rId517" Type="http://schemas.openxmlformats.org/officeDocument/2006/relationships/customXml" Target="../ink/ink354.xml"/><Relationship Id="rId538" Type="http://schemas.openxmlformats.org/officeDocument/2006/relationships/image" Target="../media/image241.png"/><Relationship Id="rId559" Type="http://schemas.openxmlformats.org/officeDocument/2006/relationships/customXml" Target="../ink/ink375.xml"/><Relationship Id="rId703" Type="http://schemas.openxmlformats.org/officeDocument/2006/relationships/customXml" Target="../ink/ink447.xml"/><Relationship Id="rId177" Type="http://schemas.openxmlformats.org/officeDocument/2006/relationships/image" Target="../media/image229.png"/><Relationship Id="rId198" Type="http://schemas.openxmlformats.org/officeDocument/2006/relationships/customXml" Target="../ink/ink296.xml"/><Relationship Id="rId570" Type="http://schemas.openxmlformats.org/officeDocument/2006/relationships/image" Target="../media/image257.png"/><Relationship Id="rId591" Type="http://schemas.openxmlformats.org/officeDocument/2006/relationships/customXml" Target="../ink/ink391.xml"/><Relationship Id="rId605" Type="http://schemas.openxmlformats.org/officeDocument/2006/relationships/customXml" Target="../ink/ink398.xml"/><Relationship Id="rId626" Type="http://schemas.openxmlformats.org/officeDocument/2006/relationships/image" Target="../media/image288.png"/><Relationship Id="rId244" Type="http://schemas.openxmlformats.org/officeDocument/2006/relationships/image" Target="../media/image261.png"/><Relationship Id="rId430" Type="http://schemas.openxmlformats.org/officeDocument/2006/relationships/image" Target="../media/image169.png"/><Relationship Id="rId647" Type="http://schemas.openxmlformats.org/officeDocument/2006/relationships/customXml" Target="../ink/ink419.xml"/><Relationship Id="rId668" Type="http://schemas.openxmlformats.org/officeDocument/2006/relationships/image" Target="../media/image309.png"/><Relationship Id="rId689" Type="http://schemas.openxmlformats.org/officeDocument/2006/relationships/customXml" Target="../ink/ink440.xml"/><Relationship Id="rId18" Type="http://schemas.openxmlformats.org/officeDocument/2006/relationships/customXml" Target="../ink/ink261.xml"/><Relationship Id="rId39" Type="http://schemas.openxmlformats.org/officeDocument/2006/relationships/image" Target="../media/image161.png"/><Relationship Id="rId451" Type="http://schemas.openxmlformats.org/officeDocument/2006/relationships/customXml" Target="../ink/ink321.xml"/><Relationship Id="rId472" Type="http://schemas.openxmlformats.org/officeDocument/2006/relationships/image" Target="../media/image190.png"/><Relationship Id="rId493" Type="http://schemas.openxmlformats.org/officeDocument/2006/relationships/customXml" Target="../ink/ink342.xml"/><Relationship Id="rId507" Type="http://schemas.openxmlformats.org/officeDocument/2006/relationships/customXml" Target="../ink/ink349.xml"/><Relationship Id="rId528" Type="http://schemas.openxmlformats.org/officeDocument/2006/relationships/image" Target="../media/image218.png"/><Relationship Id="rId549" Type="http://schemas.openxmlformats.org/officeDocument/2006/relationships/customXml" Target="../ink/ink370.xml"/><Relationship Id="rId714" Type="http://schemas.openxmlformats.org/officeDocument/2006/relationships/image" Target="../media/image332.png"/><Relationship Id="rId50" Type="http://schemas.openxmlformats.org/officeDocument/2006/relationships/customXml" Target="../ink/ink277.xml"/><Relationship Id="rId167" Type="http://schemas.openxmlformats.org/officeDocument/2006/relationships/image" Target="../media/image224.png"/><Relationship Id="rId188" Type="http://schemas.openxmlformats.org/officeDocument/2006/relationships/customXml" Target="../ink/ink291.xml"/><Relationship Id="rId560" Type="http://schemas.openxmlformats.org/officeDocument/2006/relationships/image" Target="../media/image252.png"/><Relationship Id="rId581" Type="http://schemas.openxmlformats.org/officeDocument/2006/relationships/customXml" Target="../ink/ink386.xml"/><Relationship Id="rId420" Type="http://schemas.openxmlformats.org/officeDocument/2006/relationships/image" Target="../media/image348.png"/><Relationship Id="rId616" Type="http://schemas.openxmlformats.org/officeDocument/2006/relationships/image" Target="../media/image283.png"/><Relationship Id="rId637" Type="http://schemas.openxmlformats.org/officeDocument/2006/relationships/customXml" Target="../ink/ink414.xml"/><Relationship Id="rId658" Type="http://schemas.openxmlformats.org/officeDocument/2006/relationships/image" Target="../media/image304.png"/><Relationship Id="rId679" Type="http://schemas.openxmlformats.org/officeDocument/2006/relationships/customXml" Target="../ink/ink435.xml"/><Relationship Id="rId2" Type="http://schemas.openxmlformats.org/officeDocument/2006/relationships/customXml" Target="../ink/ink253.xml"/><Relationship Id="rId29" Type="http://schemas.openxmlformats.org/officeDocument/2006/relationships/image" Target="../media/image156.png"/><Relationship Id="rId441" Type="http://schemas.openxmlformats.org/officeDocument/2006/relationships/customXml" Target="../ink/ink316.xml"/><Relationship Id="rId462" Type="http://schemas.openxmlformats.org/officeDocument/2006/relationships/image" Target="../media/image185.png"/><Relationship Id="rId483" Type="http://schemas.openxmlformats.org/officeDocument/2006/relationships/customXml" Target="../ink/ink337.xml"/><Relationship Id="rId518" Type="http://schemas.openxmlformats.org/officeDocument/2006/relationships/image" Target="../media/image213.png"/><Relationship Id="rId539" Type="http://schemas.openxmlformats.org/officeDocument/2006/relationships/customXml" Target="../ink/ink365.xml"/><Relationship Id="rId690" Type="http://schemas.openxmlformats.org/officeDocument/2006/relationships/image" Target="../media/image320.png"/><Relationship Id="rId704" Type="http://schemas.openxmlformats.org/officeDocument/2006/relationships/image" Target="../media/image327.png"/><Relationship Id="rId40" Type="http://schemas.openxmlformats.org/officeDocument/2006/relationships/customXml" Target="../ink/ink272.xml"/><Relationship Id="rId178" Type="http://schemas.openxmlformats.org/officeDocument/2006/relationships/customXml" Target="../ink/ink286.xml"/><Relationship Id="rId550" Type="http://schemas.openxmlformats.org/officeDocument/2006/relationships/image" Target="../media/image247.png"/><Relationship Id="rId571" Type="http://schemas.openxmlformats.org/officeDocument/2006/relationships/customXml" Target="../ink/ink381.xml"/><Relationship Id="rId592" Type="http://schemas.openxmlformats.org/officeDocument/2006/relationships/image" Target="../media/image271.png"/><Relationship Id="rId606" Type="http://schemas.openxmlformats.org/officeDocument/2006/relationships/image" Target="../media/image278.png"/><Relationship Id="rId627" Type="http://schemas.openxmlformats.org/officeDocument/2006/relationships/customXml" Target="../ink/ink409.xml"/><Relationship Id="rId648" Type="http://schemas.openxmlformats.org/officeDocument/2006/relationships/image" Target="../media/image299.png"/><Relationship Id="rId669" Type="http://schemas.openxmlformats.org/officeDocument/2006/relationships/customXml" Target="../ink/ink430.xml"/><Relationship Id="rId19" Type="http://schemas.openxmlformats.org/officeDocument/2006/relationships/image" Target="../media/image15110.png"/><Relationship Id="rId245" Type="http://schemas.openxmlformats.org/officeDocument/2006/relationships/customXml" Target="../ink/ink300.xml"/><Relationship Id="rId431" Type="http://schemas.openxmlformats.org/officeDocument/2006/relationships/customXml" Target="../ink/ink311.xml"/><Relationship Id="rId452" Type="http://schemas.openxmlformats.org/officeDocument/2006/relationships/image" Target="../media/image180.png"/><Relationship Id="rId473" Type="http://schemas.openxmlformats.org/officeDocument/2006/relationships/customXml" Target="../ink/ink332.xml"/><Relationship Id="rId494" Type="http://schemas.openxmlformats.org/officeDocument/2006/relationships/image" Target="../media/image201.png"/><Relationship Id="rId508" Type="http://schemas.openxmlformats.org/officeDocument/2006/relationships/image" Target="../media/image208.png"/><Relationship Id="rId529" Type="http://schemas.openxmlformats.org/officeDocument/2006/relationships/customXml" Target="../ink/ink360.xml"/><Relationship Id="rId680" Type="http://schemas.openxmlformats.org/officeDocument/2006/relationships/image" Target="../media/image315.png"/><Relationship Id="rId715" Type="http://schemas.openxmlformats.org/officeDocument/2006/relationships/customXml" Target="../ink/ink453.xml"/><Relationship Id="rId30" Type="http://schemas.openxmlformats.org/officeDocument/2006/relationships/customXml" Target="../ink/ink267.xml"/><Relationship Id="rId168" Type="http://schemas.openxmlformats.org/officeDocument/2006/relationships/customXml" Target="../ink/ink281.xml"/><Relationship Id="rId540" Type="http://schemas.openxmlformats.org/officeDocument/2006/relationships/image" Target="../media/image242.png"/><Relationship Id="rId51" Type="http://schemas.openxmlformats.org/officeDocument/2006/relationships/image" Target="../media/image167.png"/><Relationship Id="rId189" Type="http://schemas.openxmlformats.org/officeDocument/2006/relationships/image" Target="../media/image235.png"/><Relationship Id="rId561" Type="http://schemas.openxmlformats.org/officeDocument/2006/relationships/customXml" Target="../ink/ink376.xml"/><Relationship Id="rId582" Type="http://schemas.openxmlformats.org/officeDocument/2006/relationships/image" Target="../media/image266.png"/><Relationship Id="rId617" Type="http://schemas.openxmlformats.org/officeDocument/2006/relationships/customXml" Target="../ink/ink404.xml"/><Relationship Id="rId638" Type="http://schemas.openxmlformats.org/officeDocument/2006/relationships/image" Target="../media/image294.png"/><Relationship Id="rId659" Type="http://schemas.openxmlformats.org/officeDocument/2006/relationships/customXml" Target="../ink/ink425.xml"/><Relationship Id="rId3" Type="http://schemas.openxmlformats.org/officeDocument/2006/relationships/image" Target="../media/image14310.png"/><Relationship Id="rId421" Type="http://schemas.openxmlformats.org/officeDocument/2006/relationships/customXml" Target="../ink/ink307.xml"/><Relationship Id="rId442" Type="http://schemas.openxmlformats.org/officeDocument/2006/relationships/image" Target="../media/image175.png"/><Relationship Id="rId463" Type="http://schemas.openxmlformats.org/officeDocument/2006/relationships/customXml" Target="../ink/ink327.xml"/><Relationship Id="rId484" Type="http://schemas.openxmlformats.org/officeDocument/2006/relationships/image" Target="../media/image196.png"/><Relationship Id="rId519" Type="http://schemas.openxmlformats.org/officeDocument/2006/relationships/customXml" Target="../ink/ink355.xml"/><Relationship Id="rId670" Type="http://schemas.openxmlformats.org/officeDocument/2006/relationships/image" Target="../media/image310.png"/><Relationship Id="rId705" Type="http://schemas.openxmlformats.org/officeDocument/2006/relationships/customXml" Target="../ink/ink448.xml"/><Relationship Id="rId530" Type="http://schemas.openxmlformats.org/officeDocument/2006/relationships/image" Target="../media/image219.png"/><Relationship Id="rId691" Type="http://schemas.openxmlformats.org/officeDocument/2006/relationships/customXml" Target="../ink/ink441.xml"/><Relationship Id="rId20" Type="http://schemas.openxmlformats.org/officeDocument/2006/relationships/customXml" Target="../ink/ink262.xml"/><Relationship Id="rId41" Type="http://schemas.openxmlformats.org/officeDocument/2006/relationships/image" Target="../media/image162.png"/><Relationship Id="rId179" Type="http://schemas.openxmlformats.org/officeDocument/2006/relationships/image" Target="../media/image230.png"/><Relationship Id="rId551" Type="http://schemas.openxmlformats.org/officeDocument/2006/relationships/customXml" Target="../ink/ink371.xml"/><Relationship Id="rId572" Type="http://schemas.openxmlformats.org/officeDocument/2006/relationships/image" Target="../media/image258.png"/><Relationship Id="rId593" Type="http://schemas.openxmlformats.org/officeDocument/2006/relationships/customXml" Target="../ink/ink392.xml"/><Relationship Id="rId607" Type="http://schemas.openxmlformats.org/officeDocument/2006/relationships/customXml" Target="../ink/ink399.xml"/><Relationship Id="rId628" Type="http://schemas.openxmlformats.org/officeDocument/2006/relationships/image" Target="../media/image289.png"/><Relationship Id="rId649" Type="http://schemas.openxmlformats.org/officeDocument/2006/relationships/customXml" Target="../ink/ink420.xml"/><Relationship Id="rId190" Type="http://schemas.openxmlformats.org/officeDocument/2006/relationships/customXml" Target="../ink/ink292.xml"/><Relationship Id="rId246" Type="http://schemas.openxmlformats.org/officeDocument/2006/relationships/customXml" Target="../ink/ink301.xml"/><Relationship Id="rId432" Type="http://schemas.openxmlformats.org/officeDocument/2006/relationships/image" Target="../media/image170.png"/><Relationship Id="rId453" Type="http://schemas.openxmlformats.org/officeDocument/2006/relationships/customXml" Target="../ink/ink322.xml"/><Relationship Id="rId474" Type="http://schemas.openxmlformats.org/officeDocument/2006/relationships/image" Target="../media/image191.png"/><Relationship Id="rId509" Type="http://schemas.openxmlformats.org/officeDocument/2006/relationships/customXml" Target="../ink/ink350.xml"/><Relationship Id="rId660" Type="http://schemas.openxmlformats.org/officeDocument/2006/relationships/image" Target="../media/image305.png"/><Relationship Id="rId495" Type="http://schemas.openxmlformats.org/officeDocument/2006/relationships/customXml" Target="../ink/ink343.xml"/><Relationship Id="rId681" Type="http://schemas.openxmlformats.org/officeDocument/2006/relationships/customXml" Target="../ink/ink436.xml"/><Relationship Id="rId716" Type="http://schemas.openxmlformats.org/officeDocument/2006/relationships/image" Target="../media/image333.png"/><Relationship Id="rId10" Type="http://schemas.openxmlformats.org/officeDocument/2006/relationships/customXml" Target="../ink/ink257.xml"/><Relationship Id="rId31" Type="http://schemas.openxmlformats.org/officeDocument/2006/relationships/image" Target="../media/image157.png"/><Relationship Id="rId52" Type="http://schemas.openxmlformats.org/officeDocument/2006/relationships/customXml" Target="../ink/ink278.xml"/><Relationship Id="rId169" Type="http://schemas.openxmlformats.org/officeDocument/2006/relationships/image" Target="../media/image225.png"/><Relationship Id="rId520" Type="http://schemas.openxmlformats.org/officeDocument/2006/relationships/image" Target="../media/image214.png"/><Relationship Id="rId541" Type="http://schemas.openxmlformats.org/officeDocument/2006/relationships/customXml" Target="../ink/ink366.xml"/><Relationship Id="rId562" Type="http://schemas.openxmlformats.org/officeDocument/2006/relationships/image" Target="../media/image253.png"/><Relationship Id="rId583" Type="http://schemas.openxmlformats.org/officeDocument/2006/relationships/customXml" Target="../ink/ink387.xml"/><Relationship Id="rId618" Type="http://schemas.openxmlformats.org/officeDocument/2006/relationships/image" Target="../media/image284.png"/><Relationship Id="rId639" Type="http://schemas.openxmlformats.org/officeDocument/2006/relationships/customXml" Target="../ink/ink415.xml"/><Relationship Id="rId4" Type="http://schemas.openxmlformats.org/officeDocument/2006/relationships/customXml" Target="../ink/ink254.xml"/><Relationship Id="rId180" Type="http://schemas.openxmlformats.org/officeDocument/2006/relationships/customXml" Target="../ink/ink287.xml"/><Relationship Id="rId422" Type="http://schemas.openxmlformats.org/officeDocument/2006/relationships/image" Target="../media/image349.png"/><Relationship Id="rId443" Type="http://schemas.openxmlformats.org/officeDocument/2006/relationships/customXml" Target="../ink/ink317.xml"/><Relationship Id="rId464" Type="http://schemas.openxmlformats.org/officeDocument/2006/relationships/image" Target="../media/image186.png"/><Relationship Id="rId650" Type="http://schemas.openxmlformats.org/officeDocument/2006/relationships/image" Target="../media/image300.png"/><Relationship Id="rId485" Type="http://schemas.openxmlformats.org/officeDocument/2006/relationships/customXml" Target="../ink/ink338.xml"/><Relationship Id="rId692" Type="http://schemas.openxmlformats.org/officeDocument/2006/relationships/image" Target="../media/image321.png"/><Relationship Id="rId706" Type="http://schemas.openxmlformats.org/officeDocument/2006/relationships/image" Target="../media/image328.png"/><Relationship Id="rId42" Type="http://schemas.openxmlformats.org/officeDocument/2006/relationships/customXml" Target="../ink/ink273.xml"/><Relationship Id="rId510" Type="http://schemas.openxmlformats.org/officeDocument/2006/relationships/image" Target="../media/image209.png"/><Relationship Id="rId552" Type="http://schemas.openxmlformats.org/officeDocument/2006/relationships/image" Target="../media/image248.png"/><Relationship Id="rId594" Type="http://schemas.openxmlformats.org/officeDocument/2006/relationships/image" Target="../media/image272.png"/><Relationship Id="rId608" Type="http://schemas.openxmlformats.org/officeDocument/2006/relationships/image" Target="../media/image279.png"/><Relationship Id="rId191" Type="http://schemas.openxmlformats.org/officeDocument/2006/relationships/image" Target="../media/image236.png"/><Relationship Id="rId247" Type="http://schemas.openxmlformats.org/officeDocument/2006/relationships/customXml" Target="../ink/ink302.xml"/><Relationship Id="rId454" Type="http://schemas.openxmlformats.org/officeDocument/2006/relationships/image" Target="../media/image181.png"/><Relationship Id="rId496" Type="http://schemas.openxmlformats.org/officeDocument/2006/relationships/image" Target="../media/image202.png"/><Relationship Id="rId661" Type="http://schemas.openxmlformats.org/officeDocument/2006/relationships/customXml" Target="../ink/ink426.xml"/><Relationship Id="rId717" Type="http://schemas.openxmlformats.org/officeDocument/2006/relationships/customXml" Target="../ink/ink454.xml"/><Relationship Id="rId11" Type="http://schemas.openxmlformats.org/officeDocument/2006/relationships/image" Target="../media/image14710.png"/><Relationship Id="rId398" Type="http://schemas.openxmlformats.org/officeDocument/2006/relationships/image" Target="../media/image337.png"/><Relationship Id="rId521" Type="http://schemas.openxmlformats.org/officeDocument/2006/relationships/customXml" Target="../ink/ink356.xml"/><Relationship Id="rId563" Type="http://schemas.openxmlformats.org/officeDocument/2006/relationships/customXml" Target="../ink/ink377.xml"/><Relationship Id="rId619" Type="http://schemas.openxmlformats.org/officeDocument/2006/relationships/customXml" Target="../ink/ink405.xml"/><Relationship Id="rId423" Type="http://schemas.openxmlformats.org/officeDocument/2006/relationships/customXml" Target="../ink/ink308.xml"/><Relationship Id="rId465" Type="http://schemas.openxmlformats.org/officeDocument/2006/relationships/customXml" Target="../ink/ink328.xml"/><Relationship Id="rId630" Type="http://schemas.openxmlformats.org/officeDocument/2006/relationships/image" Target="../media/image290.png"/><Relationship Id="rId672" Type="http://schemas.openxmlformats.org/officeDocument/2006/relationships/image" Target="../media/image311.png"/><Relationship Id="rId22" Type="http://schemas.openxmlformats.org/officeDocument/2006/relationships/customXml" Target="../ink/ink263.xml"/><Relationship Id="rId532" Type="http://schemas.openxmlformats.org/officeDocument/2006/relationships/image" Target="../media/image220.png"/><Relationship Id="rId574" Type="http://schemas.openxmlformats.org/officeDocument/2006/relationships/image" Target="../media/image262.png"/><Relationship Id="rId171" Type="http://schemas.openxmlformats.org/officeDocument/2006/relationships/image" Target="../media/image226.png"/><Relationship Id="rId434" Type="http://schemas.openxmlformats.org/officeDocument/2006/relationships/image" Target="../media/image171.png"/><Relationship Id="rId476" Type="http://schemas.openxmlformats.org/officeDocument/2006/relationships/image" Target="../media/image192.png"/><Relationship Id="rId641" Type="http://schemas.openxmlformats.org/officeDocument/2006/relationships/customXml" Target="../ink/ink416.xml"/><Relationship Id="rId683" Type="http://schemas.openxmlformats.org/officeDocument/2006/relationships/customXml" Target="../ink/ink437.xml"/><Relationship Id="rId33" Type="http://schemas.openxmlformats.org/officeDocument/2006/relationships/image" Target="../media/image158.png"/><Relationship Id="rId501" Type="http://schemas.openxmlformats.org/officeDocument/2006/relationships/customXml" Target="../ink/ink346.xml"/><Relationship Id="rId543" Type="http://schemas.openxmlformats.org/officeDocument/2006/relationships/customXml" Target="../ink/ink367.xml"/><Relationship Id="rId182" Type="http://schemas.openxmlformats.org/officeDocument/2006/relationships/customXml" Target="../ink/ink288.xml"/><Relationship Id="rId585" Type="http://schemas.openxmlformats.org/officeDocument/2006/relationships/customXml" Target="../ink/ink388.xml"/><Relationship Id="rId6" Type="http://schemas.openxmlformats.org/officeDocument/2006/relationships/customXml" Target="../ink/ink255.xml"/><Relationship Id="rId238" Type="http://schemas.openxmlformats.org/officeDocument/2006/relationships/customXml" Target="../ink/ink297.xml"/><Relationship Id="rId445" Type="http://schemas.openxmlformats.org/officeDocument/2006/relationships/customXml" Target="../ink/ink318.xml"/><Relationship Id="rId487" Type="http://schemas.openxmlformats.org/officeDocument/2006/relationships/customXml" Target="../ink/ink339.xml"/><Relationship Id="rId610" Type="http://schemas.openxmlformats.org/officeDocument/2006/relationships/image" Target="../media/image280.png"/><Relationship Id="rId652" Type="http://schemas.openxmlformats.org/officeDocument/2006/relationships/image" Target="../media/image301.png"/><Relationship Id="rId694" Type="http://schemas.openxmlformats.org/officeDocument/2006/relationships/image" Target="../media/image322.png"/><Relationship Id="rId708" Type="http://schemas.openxmlformats.org/officeDocument/2006/relationships/image" Target="../media/image329.png"/><Relationship Id="rId512" Type="http://schemas.openxmlformats.org/officeDocument/2006/relationships/image" Target="../media/image210.png"/><Relationship Id="rId44" Type="http://schemas.openxmlformats.org/officeDocument/2006/relationships/customXml" Target="../ink/ink274.xml"/><Relationship Id="rId554" Type="http://schemas.openxmlformats.org/officeDocument/2006/relationships/image" Target="../media/image249.png"/><Relationship Id="rId596" Type="http://schemas.openxmlformats.org/officeDocument/2006/relationships/image" Target="../media/image273.png"/><Relationship Id="rId193" Type="http://schemas.openxmlformats.org/officeDocument/2006/relationships/image" Target="../media/image237.png"/><Relationship Id="rId249" Type="http://schemas.openxmlformats.org/officeDocument/2006/relationships/customXml" Target="../ink/ink303.xml"/><Relationship Id="rId456" Type="http://schemas.openxmlformats.org/officeDocument/2006/relationships/image" Target="../media/image182.png"/><Relationship Id="rId498" Type="http://schemas.openxmlformats.org/officeDocument/2006/relationships/image" Target="../media/image203.png"/><Relationship Id="rId621" Type="http://schemas.openxmlformats.org/officeDocument/2006/relationships/customXml" Target="../ink/ink406.xml"/><Relationship Id="rId663" Type="http://schemas.openxmlformats.org/officeDocument/2006/relationships/customXml" Target="../ink/ink427.xml"/><Relationship Id="rId13" Type="http://schemas.openxmlformats.org/officeDocument/2006/relationships/image" Target="../media/image14810.png"/><Relationship Id="rId523" Type="http://schemas.openxmlformats.org/officeDocument/2006/relationships/customXml" Target="../ink/ink357.xml"/><Relationship Id="rId565" Type="http://schemas.openxmlformats.org/officeDocument/2006/relationships/customXml" Target="../ink/ink378.xml"/><Relationship Id="rId467" Type="http://schemas.openxmlformats.org/officeDocument/2006/relationships/customXml" Target="../ink/ink329.xml"/><Relationship Id="rId632" Type="http://schemas.openxmlformats.org/officeDocument/2006/relationships/image" Target="../media/image291.png"/><Relationship Id="rId674" Type="http://schemas.openxmlformats.org/officeDocument/2006/relationships/image" Target="../media/image312.png"/><Relationship Id="rId24" Type="http://schemas.openxmlformats.org/officeDocument/2006/relationships/customXml" Target="../ink/ink264.xml"/><Relationship Id="rId534" Type="http://schemas.openxmlformats.org/officeDocument/2006/relationships/image" Target="../media/image221.png"/><Relationship Id="rId576" Type="http://schemas.openxmlformats.org/officeDocument/2006/relationships/image" Target="../media/image263.png"/><Relationship Id="rId173" Type="http://schemas.openxmlformats.org/officeDocument/2006/relationships/image" Target="../media/image227.png"/><Relationship Id="rId436" Type="http://schemas.openxmlformats.org/officeDocument/2006/relationships/image" Target="../media/image172.png"/><Relationship Id="rId601" Type="http://schemas.openxmlformats.org/officeDocument/2006/relationships/customXml" Target="../ink/ink396.xml"/><Relationship Id="rId643" Type="http://schemas.openxmlformats.org/officeDocument/2006/relationships/customXml" Target="../ink/ink417.xml"/><Relationship Id="rId240" Type="http://schemas.openxmlformats.org/officeDocument/2006/relationships/customXml" Target="../ink/ink298.xml"/><Relationship Id="rId478" Type="http://schemas.openxmlformats.org/officeDocument/2006/relationships/image" Target="../media/image193.png"/><Relationship Id="rId685" Type="http://schemas.openxmlformats.org/officeDocument/2006/relationships/customXml" Target="../ink/ink438.xml"/><Relationship Id="rId35" Type="http://schemas.openxmlformats.org/officeDocument/2006/relationships/image" Target="../media/image159.png"/><Relationship Id="rId503" Type="http://schemas.openxmlformats.org/officeDocument/2006/relationships/customXml" Target="../ink/ink347.xml"/><Relationship Id="rId545" Type="http://schemas.openxmlformats.org/officeDocument/2006/relationships/customXml" Target="../ink/ink368.xml"/><Relationship Id="rId587" Type="http://schemas.openxmlformats.org/officeDocument/2006/relationships/customXml" Target="../ink/ink389.xml"/><Relationship Id="rId710" Type="http://schemas.openxmlformats.org/officeDocument/2006/relationships/image" Target="../media/image330.png"/><Relationship Id="rId8" Type="http://schemas.openxmlformats.org/officeDocument/2006/relationships/customXml" Target="../ink/ink256.xml"/><Relationship Id="rId184" Type="http://schemas.openxmlformats.org/officeDocument/2006/relationships/customXml" Target="../ink/ink289.xml"/><Relationship Id="rId405" Type="http://schemas.openxmlformats.org/officeDocument/2006/relationships/customXml" Target="../ink/ink305.xml"/><Relationship Id="rId447" Type="http://schemas.openxmlformats.org/officeDocument/2006/relationships/customXml" Target="../ink/ink319.xml"/><Relationship Id="rId612" Type="http://schemas.openxmlformats.org/officeDocument/2006/relationships/image" Target="../media/image281.png"/><Relationship Id="rId489" Type="http://schemas.openxmlformats.org/officeDocument/2006/relationships/customXml" Target="../ink/ink340.xml"/><Relationship Id="rId654" Type="http://schemas.openxmlformats.org/officeDocument/2006/relationships/image" Target="../media/image302.png"/><Relationship Id="rId696" Type="http://schemas.openxmlformats.org/officeDocument/2006/relationships/image" Target="../media/image323.png"/><Relationship Id="rId46" Type="http://schemas.openxmlformats.org/officeDocument/2006/relationships/customXml" Target="../ink/ink275.xml"/><Relationship Id="rId514" Type="http://schemas.openxmlformats.org/officeDocument/2006/relationships/image" Target="../media/image211.png"/><Relationship Id="rId556" Type="http://schemas.openxmlformats.org/officeDocument/2006/relationships/image" Target="../media/image250.png"/><Relationship Id="rId195" Type="http://schemas.openxmlformats.org/officeDocument/2006/relationships/image" Target="../media/image238.png"/><Relationship Id="rId598" Type="http://schemas.openxmlformats.org/officeDocument/2006/relationships/image" Target="../media/image274.png"/><Relationship Id="rId458" Type="http://schemas.openxmlformats.org/officeDocument/2006/relationships/image" Target="../media/image183.png"/><Relationship Id="rId623" Type="http://schemas.openxmlformats.org/officeDocument/2006/relationships/customXml" Target="../ink/ink407.xml"/><Relationship Id="rId665" Type="http://schemas.openxmlformats.org/officeDocument/2006/relationships/customXml" Target="../ink/ink428.xml"/><Relationship Id="rId15" Type="http://schemas.openxmlformats.org/officeDocument/2006/relationships/image" Target="../media/image14910.png"/><Relationship Id="rId525" Type="http://schemas.openxmlformats.org/officeDocument/2006/relationships/customXml" Target="../ink/ink358.xml"/><Relationship Id="rId567" Type="http://schemas.openxmlformats.org/officeDocument/2006/relationships/customXml" Target="../ink/ink379.xml"/><Relationship Id="rId164" Type="http://schemas.openxmlformats.org/officeDocument/2006/relationships/customXml" Target="../ink/ink279.xml"/><Relationship Id="rId427" Type="http://schemas.openxmlformats.org/officeDocument/2006/relationships/customXml" Target="../ink/ink309.xml"/><Relationship Id="rId469" Type="http://schemas.openxmlformats.org/officeDocument/2006/relationships/customXml" Target="../ink/ink330.xml"/><Relationship Id="rId634" Type="http://schemas.openxmlformats.org/officeDocument/2006/relationships/image" Target="../media/image292.png"/><Relationship Id="rId676" Type="http://schemas.openxmlformats.org/officeDocument/2006/relationships/image" Target="../media/image313.png"/><Relationship Id="rId26" Type="http://schemas.openxmlformats.org/officeDocument/2006/relationships/customXml" Target="../ink/ink265.xml"/><Relationship Id="rId480" Type="http://schemas.openxmlformats.org/officeDocument/2006/relationships/image" Target="../media/image194.png"/><Relationship Id="rId536" Type="http://schemas.openxmlformats.org/officeDocument/2006/relationships/image" Target="../media/image240.png"/><Relationship Id="rId701" Type="http://schemas.openxmlformats.org/officeDocument/2006/relationships/customXml" Target="../ink/ink446.xml"/><Relationship Id="rId175" Type="http://schemas.openxmlformats.org/officeDocument/2006/relationships/image" Target="../media/image228.png"/><Relationship Id="rId578" Type="http://schemas.openxmlformats.org/officeDocument/2006/relationships/image" Target="../media/image264.png"/><Relationship Id="rId438" Type="http://schemas.openxmlformats.org/officeDocument/2006/relationships/image" Target="../media/image173.png"/><Relationship Id="rId603" Type="http://schemas.openxmlformats.org/officeDocument/2006/relationships/customXml" Target="../ink/ink397.xml"/><Relationship Id="rId645" Type="http://schemas.openxmlformats.org/officeDocument/2006/relationships/customXml" Target="../ink/ink418.xml"/><Relationship Id="rId687" Type="http://schemas.openxmlformats.org/officeDocument/2006/relationships/customXml" Target="../ink/ink439.xml"/><Relationship Id="rId242" Type="http://schemas.openxmlformats.org/officeDocument/2006/relationships/image" Target="../media/image260.png"/><Relationship Id="rId491" Type="http://schemas.openxmlformats.org/officeDocument/2006/relationships/customXml" Target="../ink/ink341.xml"/><Relationship Id="rId505" Type="http://schemas.openxmlformats.org/officeDocument/2006/relationships/customXml" Target="../ink/ink348.xml"/><Relationship Id="rId712" Type="http://schemas.openxmlformats.org/officeDocument/2006/relationships/image" Target="../media/image331.png"/><Relationship Id="rId37" Type="http://schemas.openxmlformats.org/officeDocument/2006/relationships/image" Target="../media/image160.png"/><Relationship Id="rId547" Type="http://schemas.openxmlformats.org/officeDocument/2006/relationships/customXml" Target="../ink/ink369.xml"/><Relationship Id="rId589" Type="http://schemas.openxmlformats.org/officeDocument/2006/relationships/customXml" Target="../ink/ink390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98.png"/><Relationship Id="rId21" Type="http://schemas.openxmlformats.org/officeDocument/2006/relationships/image" Target="../media/image347.png"/><Relationship Id="rId42" Type="http://schemas.openxmlformats.org/officeDocument/2006/relationships/customXml" Target="../ink/ink475.xml"/><Relationship Id="rId63" Type="http://schemas.openxmlformats.org/officeDocument/2006/relationships/image" Target="../media/image371.png"/><Relationship Id="rId84" Type="http://schemas.openxmlformats.org/officeDocument/2006/relationships/customXml" Target="../ink/ink496.xml"/><Relationship Id="rId138" Type="http://schemas.openxmlformats.org/officeDocument/2006/relationships/customXml" Target="../ink/ink523.xml"/><Relationship Id="rId159" Type="http://schemas.openxmlformats.org/officeDocument/2006/relationships/image" Target="../media/image419.png"/><Relationship Id="rId170" Type="http://schemas.openxmlformats.org/officeDocument/2006/relationships/customXml" Target="../ink/ink539.xml"/><Relationship Id="rId191" Type="http://schemas.openxmlformats.org/officeDocument/2006/relationships/image" Target="../media/image435.png"/><Relationship Id="rId107" Type="http://schemas.openxmlformats.org/officeDocument/2006/relationships/image" Target="../media/image393.png"/><Relationship Id="rId11" Type="http://schemas.openxmlformats.org/officeDocument/2006/relationships/image" Target="../media/image342.png"/><Relationship Id="rId32" Type="http://schemas.openxmlformats.org/officeDocument/2006/relationships/customXml" Target="../ink/ink470.xml"/><Relationship Id="rId53" Type="http://schemas.openxmlformats.org/officeDocument/2006/relationships/image" Target="../media/image366.png"/><Relationship Id="rId74" Type="http://schemas.openxmlformats.org/officeDocument/2006/relationships/customXml" Target="../ink/ink491.xml"/><Relationship Id="rId128" Type="http://schemas.openxmlformats.org/officeDocument/2006/relationships/customXml" Target="../ink/ink518.xml"/><Relationship Id="rId149" Type="http://schemas.openxmlformats.org/officeDocument/2006/relationships/image" Target="../media/image414.png"/><Relationship Id="rId5" Type="http://schemas.openxmlformats.org/officeDocument/2006/relationships/image" Target="../media/image336.png"/><Relationship Id="rId95" Type="http://schemas.openxmlformats.org/officeDocument/2006/relationships/image" Target="../media/image387.png"/><Relationship Id="rId160" Type="http://schemas.openxmlformats.org/officeDocument/2006/relationships/customXml" Target="../ink/ink534.xml"/><Relationship Id="rId181" Type="http://schemas.openxmlformats.org/officeDocument/2006/relationships/image" Target="../media/image430.png"/><Relationship Id="rId22" Type="http://schemas.openxmlformats.org/officeDocument/2006/relationships/customXml" Target="../ink/ink465.xml"/><Relationship Id="rId43" Type="http://schemas.openxmlformats.org/officeDocument/2006/relationships/image" Target="../media/image361.png"/><Relationship Id="rId64" Type="http://schemas.openxmlformats.org/officeDocument/2006/relationships/customXml" Target="../ink/ink486.xml"/><Relationship Id="rId118" Type="http://schemas.openxmlformats.org/officeDocument/2006/relationships/customXml" Target="../ink/ink513.xml"/><Relationship Id="rId139" Type="http://schemas.openxmlformats.org/officeDocument/2006/relationships/image" Target="../media/image409.png"/><Relationship Id="rId85" Type="http://schemas.openxmlformats.org/officeDocument/2006/relationships/image" Target="../media/image382.png"/><Relationship Id="rId150" Type="http://schemas.openxmlformats.org/officeDocument/2006/relationships/customXml" Target="../ink/ink529.xml"/><Relationship Id="rId171" Type="http://schemas.openxmlformats.org/officeDocument/2006/relationships/image" Target="../media/image425.png"/><Relationship Id="rId192" Type="http://schemas.openxmlformats.org/officeDocument/2006/relationships/customXml" Target="../ink/ink550.xml"/><Relationship Id="rId12" Type="http://schemas.openxmlformats.org/officeDocument/2006/relationships/customXml" Target="../ink/ink460.xml"/><Relationship Id="rId33" Type="http://schemas.openxmlformats.org/officeDocument/2006/relationships/image" Target="../media/image356.png"/><Relationship Id="rId108" Type="http://schemas.openxmlformats.org/officeDocument/2006/relationships/customXml" Target="../ink/ink508.xml"/><Relationship Id="rId129" Type="http://schemas.openxmlformats.org/officeDocument/2006/relationships/image" Target="../media/image404.png"/><Relationship Id="rId54" Type="http://schemas.openxmlformats.org/officeDocument/2006/relationships/customXml" Target="../ink/ink481.xml"/><Relationship Id="rId75" Type="http://schemas.openxmlformats.org/officeDocument/2006/relationships/image" Target="../media/image377.png"/><Relationship Id="rId96" Type="http://schemas.openxmlformats.org/officeDocument/2006/relationships/customXml" Target="../ink/ink502.xml"/><Relationship Id="rId140" Type="http://schemas.openxmlformats.org/officeDocument/2006/relationships/customXml" Target="../ink/ink524.xml"/><Relationship Id="rId161" Type="http://schemas.openxmlformats.org/officeDocument/2006/relationships/image" Target="../media/image420.png"/><Relationship Id="rId182" Type="http://schemas.openxmlformats.org/officeDocument/2006/relationships/customXml" Target="../ink/ink545.xml"/><Relationship Id="rId6" Type="http://schemas.openxmlformats.org/officeDocument/2006/relationships/customXml" Target="../ink/ink457.xml"/><Relationship Id="rId23" Type="http://schemas.openxmlformats.org/officeDocument/2006/relationships/image" Target="../media/image350.png"/><Relationship Id="rId119" Type="http://schemas.openxmlformats.org/officeDocument/2006/relationships/image" Target="../media/image399.png"/><Relationship Id="rId44" Type="http://schemas.openxmlformats.org/officeDocument/2006/relationships/customXml" Target="../ink/ink476.xml"/><Relationship Id="rId65" Type="http://schemas.openxmlformats.org/officeDocument/2006/relationships/image" Target="../media/image372.png"/><Relationship Id="rId86" Type="http://schemas.openxmlformats.org/officeDocument/2006/relationships/customXml" Target="../ink/ink497.xml"/><Relationship Id="rId130" Type="http://schemas.openxmlformats.org/officeDocument/2006/relationships/customXml" Target="../ink/ink519.xml"/><Relationship Id="rId151" Type="http://schemas.openxmlformats.org/officeDocument/2006/relationships/image" Target="../media/image415.png"/><Relationship Id="rId172" Type="http://schemas.openxmlformats.org/officeDocument/2006/relationships/customXml" Target="../ink/ink540.xml"/><Relationship Id="rId193" Type="http://schemas.openxmlformats.org/officeDocument/2006/relationships/image" Target="../media/image436.png"/><Relationship Id="rId13" Type="http://schemas.openxmlformats.org/officeDocument/2006/relationships/image" Target="../media/image343.png"/><Relationship Id="rId109" Type="http://schemas.openxmlformats.org/officeDocument/2006/relationships/image" Target="../media/image394.png"/><Relationship Id="rId34" Type="http://schemas.openxmlformats.org/officeDocument/2006/relationships/customXml" Target="../ink/ink471.xml"/><Relationship Id="rId50" Type="http://schemas.openxmlformats.org/officeDocument/2006/relationships/customXml" Target="../ink/ink479.xml"/><Relationship Id="rId55" Type="http://schemas.openxmlformats.org/officeDocument/2006/relationships/image" Target="../media/image367.png"/><Relationship Id="rId76" Type="http://schemas.openxmlformats.org/officeDocument/2006/relationships/customXml" Target="../ink/ink492.xml"/><Relationship Id="rId97" Type="http://schemas.openxmlformats.org/officeDocument/2006/relationships/image" Target="../media/image388.png"/><Relationship Id="rId104" Type="http://schemas.openxmlformats.org/officeDocument/2006/relationships/customXml" Target="../ink/ink506.xml"/><Relationship Id="rId120" Type="http://schemas.openxmlformats.org/officeDocument/2006/relationships/customXml" Target="../ink/ink514.xml"/><Relationship Id="rId125" Type="http://schemas.openxmlformats.org/officeDocument/2006/relationships/image" Target="../media/image402.png"/><Relationship Id="rId141" Type="http://schemas.openxmlformats.org/officeDocument/2006/relationships/image" Target="../media/image410.png"/><Relationship Id="rId146" Type="http://schemas.openxmlformats.org/officeDocument/2006/relationships/customXml" Target="../ink/ink527.xml"/><Relationship Id="rId167" Type="http://schemas.openxmlformats.org/officeDocument/2006/relationships/image" Target="../media/image423.png"/><Relationship Id="rId188" Type="http://schemas.openxmlformats.org/officeDocument/2006/relationships/customXml" Target="../ink/ink548.xml"/><Relationship Id="rId7" Type="http://schemas.openxmlformats.org/officeDocument/2006/relationships/image" Target="../media/image338.png"/><Relationship Id="rId71" Type="http://schemas.openxmlformats.org/officeDocument/2006/relationships/image" Target="../media/image375.png"/><Relationship Id="rId92" Type="http://schemas.openxmlformats.org/officeDocument/2006/relationships/customXml" Target="../ink/ink500.xml"/><Relationship Id="rId162" Type="http://schemas.openxmlformats.org/officeDocument/2006/relationships/customXml" Target="../ink/ink535.xml"/><Relationship Id="rId183" Type="http://schemas.openxmlformats.org/officeDocument/2006/relationships/image" Target="../media/image431.png"/><Relationship Id="rId2" Type="http://schemas.openxmlformats.org/officeDocument/2006/relationships/customXml" Target="../ink/ink455.xml"/><Relationship Id="rId29" Type="http://schemas.openxmlformats.org/officeDocument/2006/relationships/image" Target="../media/image354.png"/><Relationship Id="rId24" Type="http://schemas.openxmlformats.org/officeDocument/2006/relationships/customXml" Target="../ink/ink466.xml"/><Relationship Id="rId40" Type="http://schemas.openxmlformats.org/officeDocument/2006/relationships/customXml" Target="../ink/ink474.xml"/><Relationship Id="rId45" Type="http://schemas.openxmlformats.org/officeDocument/2006/relationships/image" Target="../media/image362.png"/><Relationship Id="rId66" Type="http://schemas.openxmlformats.org/officeDocument/2006/relationships/customXml" Target="../ink/ink487.xml"/><Relationship Id="rId87" Type="http://schemas.openxmlformats.org/officeDocument/2006/relationships/image" Target="../media/image383.png"/><Relationship Id="rId110" Type="http://schemas.openxmlformats.org/officeDocument/2006/relationships/customXml" Target="../ink/ink509.xml"/><Relationship Id="rId115" Type="http://schemas.openxmlformats.org/officeDocument/2006/relationships/image" Target="../media/image397.png"/><Relationship Id="rId131" Type="http://schemas.openxmlformats.org/officeDocument/2006/relationships/image" Target="../media/image405.png"/><Relationship Id="rId136" Type="http://schemas.openxmlformats.org/officeDocument/2006/relationships/customXml" Target="../ink/ink522.xml"/><Relationship Id="rId157" Type="http://schemas.openxmlformats.org/officeDocument/2006/relationships/image" Target="../media/image418.png"/><Relationship Id="rId178" Type="http://schemas.openxmlformats.org/officeDocument/2006/relationships/customXml" Target="../ink/ink543.xml"/><Relationship Id="rId61" Type="http://schemas.openxmlformats.org/officeDocument/2006/relationships/image" Target="../media/image370.png"/><Relationship Id="rId82" Type="http://schemas.openxmlformats.org/officeDocument/2006/relationships/customXml" Target="../ink/ink495.xml"/><Relationship Id="rId152" Type="http://schemas.openxmlformats.org/officeDocument/2006/relationships/customXml" Target="../ink/ink530.xml"/><Relationship Id="rId173" Type="http://schemas.openxmlformats.org/officeDocument/2006/relationships/image" Target="../media/image426.png"/><Relationship Id="rId19" Type="http://schemas.openxmlformats.org/officeDocument/2006/relationships/image" Target="../media/image346.png"/><Relationship Id="rId14" Type="http://schemas.openxmlformats.org/officeDocument/2006/relationships/customXml" Target="../ink/ink461.xml"/><Relationship Id="rId30" Type="http://schemas.openxmlformats.org/officeDocument/2006/relationships/customXml" Target="../ink/ink469.xml"/><Relationship Id="rId35" Type="http://schemas.openxmlformats.org/officeDocument/2006/relationships/image" Target="../media/image357.png"/><Relationship Id="rId56" Type="http://schemas.openxmlformats.org/officeDocument/2006/relationships/customXml" Target="../ink/ink482.xml"/><Relationship Id="rId77" Type="http://schemas.openxmlformats.org/officeDocument/2006/relationships/image" Target="../media/image378.png"/><Relationship Id="rId100" Type="http://schemas.openxmlformats.org/officeDocument/2006/relationships/customXml" Target="../ink/ink504.xml"/><Relationship Id="rId105" Type="http://schemas.openxmlformats.org/officeDocument/2006/relationships/image" Target="../media/image392.png"/><Relationship Id="rId126" Type="http://schemas.openxmlformats.org/officeDocument/2006/relationships/customXml" Target="../ink/ink517.xml"/><Relationship Id="rId147" Type="http://schemas.openxmlformats.org/officeDocument/2006/relationships/image" Target="../media/image413.png"/><Relationship Id="rId168" Type="http://schemas.openxmlformats.org/officeDocument/2006/relationships/customXml" Target="../ink/ink538.xml"/><Relationship Id="rId8" Type="http://schemas.openxmlformats.org/officeDocument/2006/relationships/customXml" Target="../ink/ink458.xml"/><Relationship Id="rId51" Type="http://schemas.openxmlformats.org/officeDocument/2006/relationships/image" Target="../media/image365.png"/><Relationship Id="rId72" Type="http://schemas.openxmlformats.org/officeDocument/2006/relationships/customXml" Target="../ink/ink490.xml"/><Relationship Id="rId93" Type="http://schemas.openxmlformats.org/officeDocument/2006/relationships/image" Target="../media/image386.png"/><Relationship Id="rId98" Type="http://schemas.openxmlformats.org/officeDocument/2006/relationships/customXml" Target="../ink/ink503.xml"/><Relationship Id="rId121" Type="http://schemas.openxmlformats.org/officeDocument/2006/relationships/image" Target="../media/image400.png"/><Relationship Id="rId142" Type="http://schemas.openxmlformats.org/officeDocument/2006/relationships/customXml" Target="../ink/ink525.xml"/><Relationship Id="rId163" Type="http://schemas.openxmlformats.org/officeDocument/2006/relationships/image" Target="../media/image421.png"/><Relationship Id="rId184" Type="http://schemas.openxmlformats.org/officeDocument/2006/relationships/customXml" Target="../ink/ink546.xml"/><Relationship Id="rId189" Type="http://schemas.openxmlformats.org/officeDocument/2006/relationships/image" Target="../media/image434.png"/><Relationship Id="rId3" Type="http://schemas.openxmlformats.org/officeDocument/2006/relationships/image" Target="../media/image335.png"/><Relationship Id="rId25" Type="http://schemas.openxmlformats.org/officeDocument/2006/relationships/image" Target="../media/image352.png"/><Relationship Id="rId46" Type="http://schemas.openxmlformats.org/officeDocument/2006/relationships/customXml" Target="../ink/ink477.xml"/><Relationship Id="rId67" Type="http://schemas.openxmlformats.org/officeDocument/2006/relationships/image" Target="../media/image373.png"/><Relationship Id="rId116" Type="http://schemas.openxmlformats.org/officeDocument/2006/relationships/customXml" Target="../ink/ink512.xml"/><Relationship Id="rId137" Type="http://schemas.openxmlformats.org/officeDocument/2006/relationships/image" Target="../media/image408.png"/><Relationship Id="rId158" Type="http://schemas.openxmlformats.org/officeDocument/2006/relationships/customXml" Target="../ink/ink533.xml"/><Relationship Id="rId20" Type="http://schemas.openxmlformats.org/officeDocument/2006/relationships/customXml" Target="../ink/ink464.xml"/><Relationship Id="rId41" Type="http://schemas.openxmlformats.org/officeDocument/2006/relationships/image" Target="../media/image360.png"/><Relationship Id="rId62" Type="http://schemas.openxmlformats.org/officeDocument/2006/relationships/customXml" Target="../ink/ink485.xml"/><Relationship Id="rId83" Type="http://schemas.openxmlformats.org/officeDocument/2006/relationships/image" Target="../media/image381.png"/><Relationship Id="rId88" Type="http://schemas.openxmlformats.org/officeDocument/2006/relationships/customXml" Target="../ink/ink498.xml"/><Relationship Id="rId111" Type="http://schemas.openxmlformats.org/officeDocument/2006/relationships/image" Target="../media/image395.png"/><Relationship Id="rId132" Type="http://schemas.openxmlformats.org/officeDocument/2006/relationships/customXml" Target="../ink/ink520.xml"/><Relationship Id="rId153" Type="http://schemas.openxmlformats.org/officeDocument/2006/relationships/image" Target="../media/image416.png"/><Relationship Id="rId174" Type="http://schemas.openxmlformats.org/officeDocument/2006/relationships/customXml" Target="../ink/ink541.xml"/><Relationship Id="rId179" Type="http://schemas.openxmlformats.org/officeDocument/2006/relationships/image" Target="../media/image429.png"/><Relationship Id="rId190" Type="http://schemas.openxmlformats.org/officeDocument/2006/relationships/customXml" Target="../ink/ink549.xml"/><Relationship Id="rId15" Type="http://schemas.openxmlformats.org/officeDocument/2006/relationships/image" Target="../media/image344.png"/><Relationship Id="rId36" Type="http://schemas.openxmlformats.org/officeDocument/2006/relationships/customXml" Target="../ink/ink472.xml"/><Relationship Id="rId57" Type="http://schemas.openxmlformats.org/officeDocument/2006/relationships/image" Target="../media/image368.png"/><Relationship Id="rId106" Type="http://schemas.openxmlformats.org/officeDocument/2006/relationships/customXml" Target="../ink/ink507.xml"/><Relationship Id="rId127" Type="http://schemas.openxmlformats.org/officeDocument/2006/relationships/image" Target="../media/image403.png"/><Relationship Id="rId10" Type="http://schemas.openxmlformats.org/officeDocument/2006/relationships/customXml" Target="../ink/ink459.xml"/><Relationship Id="rId31" Type="http://schemas.openxmlformats.org/officeDocument/2006/relationships/image" Target="../media/image355.png"/><Relationship Id="rId52" Type="http://schemas.openxmlformats.org/officeDocument/2006/relationships/customXml" Target="../ink/ink480.xml"/><Relationship Id="rId73" Type="http://schemas.openxmlformats.org/officeDocument/2006/relationships/image" Target="../media/image376.png"/><Relationship Id="rId78" Type="http://schemas.openxmlformats.org/officeDocument/2006/relationships/customXml" Target="../ink/ink493.xml"/><Relationship Id="rId94" Type="http://schemas.openxmlformats.org/officeDocument/2006/relationships/customXml" Target="../ink/ink501.xml"/><Relationship Id="rId99" Type="http://schemas.openxmlformats.org/officeDocument/2006/relationships/image" Target="../media/image389.png"/><Relationship Id="rId101" Type="http://schemas.openxmlformats.org/officeDocument/2006/relationships/image" Target="../media/image390.png"/><Relationship Id="rId122" Type="http://schemas.openxmlformats.org/officeDocument/2006/relationships/customXml" Target="../ink/ink515.xml"/><Relationship Id="rId143" Type="http://schemas.openxmlformats.org/officeDocument/2006/relationships/image" Target="../media/image411.png"/><Relationship Id="rId148" Type="http://schemas.openxmlformats.org/officeDocument/2006/relationships/customXml" Target="../ink/ink528.xml"/><Relationship Id="rId164" Type="http://schemas.openxmlformats.org/officeDocument/2006/relationships/customXml" Target="../ink/ink536.xml"/><Relationship Id="rId169" Type="http://schemas.openxmlformats.org/officeDocument/2006/relationships/image" Target="../media/image424.png"/><Relationship Id="rId185" Type="http://schemas.openxmlformats.org/officeDocument/2006/relationships/image" Target="../media/image432.png"/><Relationship Id="rId4" Type="http://schemas.openxmlformats.org/officeDocument/2006/relationships/customXml" Target="../ink/ink456.xml"/><Relationship Id="rId9" Type="http://schemas.openxmlformats.org/officeDocument/2006/relationships/image" Target="../media/image339.png"/><Relationship Id="rId180" Type="http://schemas.openxmlformats.org/officeDocument/2006/relationships/customXml" Target="../ink/ink544.xml"/><Relationship Id="rId26" Type="http://schemas.openxmlformats.org/officeDocument/2006/relationships/customXml" Target="../ink/ink467.xml"/><Relationship Id="rId47" Type="http://schemas.openxmlformats.org/officeDocument/2006/relationships/image" Target="../media/image363.png"/><Relationship Id="rId68" Type="http://schemas.openxmlformats.org/officeDocument/2006/relationships/customXml" Target="../ink/ink488.xml"/><Relationship Id="rId89" Type="http://schemas.openxmlformats.org/officeDocument/2006/relationships/image" Target="../media/image384.png"/><Relationship Id="rId112" Type="http://schemas.openxmlformats.org/officeDocument/2006/relationships/customXml" Target="../ink/ink510.xml"/><Relationship Id="rId133" Type="http://schemas.openxmlformats.org/officeDocument/2006/relationships/image" Target="../media/image406.png"/><Relationship Id="rId154" Type="http://schemas.openxmlformats.org/officeDocument/2006/relationships/customXml" Target="../ink/ink531.xml"/><Relationship Id="rId175" Type="http://schemas.openxmlformats.org/officeDocument/2006/relationships/image" Target="../media/image427.png"/><Relationship Id="rId16" Type="http://schemas.openxmlformats.org/officeDocument/2006/relationships/customXml" Target="../ink/ink462.xml"/><Relationship Id="rId37" Type="http://schemas.openxmlformats.org/officeDocument/2006/relationships/image" Target="../media/image358.png"/><Relationship Id="rId58" Type="http://schemas.openxmlformats.org/officeDocument/2006/relationships/customXml" Target="../ink/ink483.xml"/><Relationship Id="rId79" Type="http://schemas.openxmlformats.org/officeDocument/2006/relationships/image" Target="../media/image379.png"/><Relationship Id="rId102" Type="http://schemas.openxmlformats.org/officeDocument/2006/relationships/customXml" Target="../ink/ink505.xml"/><Relationship Id="rId123" Type="http://schemas.openxmlformats.org/officeDocument/2006/relationships/image" Target="../media/image401.png"/><Relationship Id="rId144" Type="http://schemas.openxmlformats.org/officeDocument/2006/relationships/customXml" Target="../ink/ink526.xml"/><Relationship Id="rId90" Type="http://schemas.openxmlformats.org/officeDocument/2006/relationships/customXml" Target="../ink/ink499.xml"/><Relationship Id="rId165" Type="http://schemas.openxmlformats.org/officeDocument/2006/relationships/image" Target="../media/image422.png"/><Relationship Id="rId186" Type="http://schemas.openxmlformats.org/officeDocument/2006/relationships/customXml" Target="../ink/ink547.xml"/><Relationship Id="rId27" Type="http://schemas.openxmlformats.org/officeDocument/2006/relationships/image" Target="../media/image353.png"/><Relationship Id="rId48" Type="http://schemas.openxmlformats.org/officeDocument/2006/relationships/customXml" Target="../ink/ink478.xml"/><Relationship Id="rId69" Type="http://schemas.openxmlformats.org/officeDocument/2006/relationships/image" Target="../media/image374.png"/><Relationship Id="rId113" Type="http://schemas.openxmlformats.org/officeDocument/2006/relationships/image" Target="../media/image396.png"/><Relationship Id="rId134" Type="http://schemas.openxmlformats.org/officeDocument/2006/relationships/customXml" Target="../ink/ink521.xml"/><Relationship Id="rId80" Type="http://schemas.openxmlformats.org/officeDocument/2006/relationships/customXml" Target="../ink/ink494.xml"/><Relationship Id="rId155" Type="http://schemas.openxmlformats.org/officeDocument/2006/relationships/image" Target="../media/image417.png"/><Relationship Id="rId176" Type="http://schemas.openxmlformats.org/officeDocument/2006/relationships/customXml" Target="../ink/ink542.xml"/><Relationship Id="rId17" Type="http://schemas.openxmlformats.org/officeDocument/2006/relationships/image" Target="../media/image345.png"/><Relationship Id="rId38" Type="http://schemas.openxmlformats.org/officeDocument/2006/relationships/customXml" Target="../ink/ink473.xml"/><Relationship Id="rId59" Type="http://schemas.openxmlformats.org/officeDocument/2006/relationships/image" Target="../media/image369.png"/><Relationship Id="rId103" Type="http://schemas.openxmlformats.org/officeDocument/2006/relationships/image" Target="../media/image391.png"/><Relationship Id="rId124" Type="http://schemas.openxmlformats.org/officeDocument/2006/relationships/customXml" Target="../ink/ink516.xml"/><Relationship Id="rId70" Type="http://schemas.openxmlformats.org/officeDocument/2006/relationships/customXml" Target="../ink/ink489.xml"/><Relationship Id="rId91" Type="http://schemas.openxmlformats.org/officeDocument/2006/relationships/image" Target="../media/image385.png"/><Relationship Id="rId145" Type="http://schemas.openxmlformats.org/officeDocument/2006/relationships/image" Target="../media/image412.png"/><Relationship Id="rId166" Type="http://schemas.openxmlformats.org/officeDocument/2006/relationships/customXml" Target="../ink/ink537.xml"/><Relationship Id="rId187" Type="http://schemas.openxmlformats.org/officeDocument/2006/relationships/image" Target="../media/image433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468.xml"/><Relationship Id="rId49" Type="http://schemas.openxmlformats.org/officeDocument/2006/relationships/image" Target="../media/image364.png"/><Relationship Id="rId114" Type="http://schemas.openxmlformats.org/officeDocument/2006/relationships/customXml" Target="../ink/ink511.xml"/><Relationship Id="rId60" Type="http://schemas.openxmlformats.org/officeDocument/2006/relationships/customXml" Target="../ink/ink484.xml"/><Relationship Id="rId81" Type="http://schemas.openxmlformats.org/officeDocument/2006/relationships/image" Target="../media/image380.png"/><Relationship Id="rId135" Type="http://schemas.openxmlformats.org/officeDocument/2006/relationships/image" Target="../media/image407.png"/><Relationship Id="rId156" Type="http://schemas.openxmlformats.org/officeDocument/2006/relationships/customXml" Target="../ink/ink532.xml"/><Relationship Id="rId177" Type="http://schemas.openxmlformats.org/officeDocument/2006/relationships/image" Target="../media/image428.png"/><Relationship Id="rId18" Type="http://schemas.openxmlformats.org/officeDocument/2006/relationships/customXml" Target="../ink/ink463.xml"/><Relationship Id="rId39" Type="http://schemas.openxmlformats.org/officeDocument/2006/relationships/image" Target="../media/image359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80.png"/><Relationship Id="rId18" Type="http://schemas.openxmlformats.org/officeDocument/2006/relationships/customXml" Target="../ink/ink559.xml"/><Relationship Id="rId26" Type="http://schemas.openxmlformats.org/officeDocument/2006/relationships/customXml" Target="../ink/ink563.xml"/><Relationship Id="rId39" Type="http://schemas.openxmlformats.org/officeDocument/2006/relationships/image" Target="../media/image3710.png"/><Relationship Id="rId21" Type="http://schemas.openxmlformats.org/officeDocument/2006/relationships/image" Target="../media/image3620.png"/><Relationship Id="rId34" Type="http://schemas.openxmlformats.org/officeDocument/2006/relationships/customXml" Target="../ink/ink567.xml"/><Relationship Id="rId42" Type="http://schemas.openxmlformats.org/officeDocument/2006/relationships/customXml" Target="../ink/ink571.xml"/><Relationship Id="rId47" Type="http://schemas.openxmlformats.org/officeDocument/2006/relationships/image" Target="../media/image3750.png"/><Relationship Id="rId50" Type="http://schemas.openxmlformats.org/officeDocument/2006/relationships/customXml" Target="../ink/ink575.xml"/><Relationship Id="rId55" Type="http://schemas.openxmlformats.org/officeDocument/2006/relationships/image" Target="../media/image3790.png"/><Relationship Id="rId7" Type="http://schemas.openxmlformats.org/officeDocument/2006/relationships/image" Target="../media/image3550.png"/><Relationship Id="rId2" Type="http://schemas.openxmlformats.org/officeDocument/2006/relationships/customXml" Target="../ink/ink551.xml"/><Relationship Id="rId16" Type="http://schemas.openxmlformats.org/officeDocument/2006/relationships/customXml" Target="../ink/ink558.xml"/><Relationship Id="rId29" Type="http://schemas.openxmlformats.org/officeDocument/2006/relationships/image" Target="../media/image3660.png"/><Relationship Id="rId11" Type="http://schemas.openxmlformats.org/officeDocument/2006/relationships/image" Target="../media/image3570.png"/><Relationship Id="rId24" Type="http://schemas.openxmlformats.org/officeDocument/2006/relationships/customXml" Target="../ink/ink562.xml"/><Relationship Id="rId32" Type="http://schemas.openxmlformats.org/officeDocument/2006/relationships/customXml" Target="../ink/ink566.xml"/><Relationship Id="rId37" Type="http://schemas.openxmlformats.org/officeDocument/2006/relationships/image" Target="../media/image3700.png"/><Relationship Id="rId40" Type="http://schemas.openxmlformats.org/officeDocument/2006/relationships/customXml" Target="../ink/ink570.xml"/><Relationship Id="rId45" Type="http://schemas.openxmlformats.org/officeDocument/2006/relationships/image" Target="../media/image3740.png"/><Relationship Id="rId53" Type="http://schemas.openxmlformats.org/officeDocument/2006/relationships/image" Target="../media/image3780.png"/><Relationship Id="rId58" Type="http://schemas.openxmlformats.org/officeDocument/2006/relationships/customXml" Target="../ink/ink579.xml"/><Relationship Id="rId5" Type="http://schemas.openxmlformats.org/officeDocument/2006/relationships/image" Target="../media/image3540.png"/><Relationship Id="rId19" Type="http://schemas.openxmlformats.org/officeDocument/2006/relationships/image" Target="../media/image3610.png"/><Relationship Id="rId4" Type="http://schemas.openxmlformats.org/officeDocument/2006/relationships/customXml" Target="../ink/ink552.xml"/><Relationship Id="rId9" Type="http://schemas.openxmlformats.org/officeDocument/2006/relationships/image" Target="../media/image3560.png"/><Relationship Id="rId14" Type="http://schemas.openxmlformats.org/officeDocument/2006/relationships/customXml" Target="../ink/ink557.xml"/><Relationship Id="rId22" Type="http://schemas.openxmlformats.org/officeDocument/2006/relationships/customXml" Target="../ink/ink561.xml"/><Relationship Id="rId27" Type="http://schemas.openxmlformats.org/officeDocument/2006/relationships/image" Target="../media/image3650.png"/><Relationship Id="rId30" Type="http://schemas.openxmlformats.org/officeDocument/2006/relationships/customXml" Target="../ink/ink565.xml"/><Relationship Id="rId35" Type="http://schemas.openxmlformats.org/officeDocument/2006/relationships/image" Target="../media/image3690.png"/><Relationship Id="rId43" Type="http://schemas.openxmlformats.org/officeDocument/2006/relationships/image" Target="../media/image3730.png"/><Relationship Id="rId48" Type="http://schemas.openxmlformats.org/officeDocument/2006/relationships/customXml" Target="../ink/ink574.xml"/><Relationship Id="rId56" Type="http://schemas.openxmlformats.org/officeDocument/2006/relationships/customXml" Target="../ink/ink578.xml"/><Relationship Id="rId8" Type="http://schemas.openxmlformats.org/officeDocument/2006/relationships/customXml" Target="../ink/ink554.xml"/><Relationship Id="rId51" Type="http://schemas.openxmlformats.org/officeDocument/2006/relationships/image" Target="../media/image3770.png"/><Relationship Id="rId3" Type="http://schemas.openxmlformats.org/officeDocument/2006/relationships/image" Target="../media/image11310.png"/><Relationship Id="rId12" Type="http://schemas.openxmlformats.org/officeDocument/2006/relationships/customXml" Target="../ink/ink556.xml"/><Relationship Id="rId17" Type="http://schemas.openxmlformats.org/officeDocument/2006/relationships/image" Target="../media/image3600.png"/><Relationship Id="rId25" Type="http://schemas.openxmlformats.org/officeDocument/2006/relationships/image" Target="../media/image3640.png"/><Relationship Id="rId33" Type="http://schemas.openxmlformats.org/officeDocument/2006/relationships/image" Target="../media/image3680.png"/><Relationship Id="rId38" Type="http://schemas.openxmlformats.org/officeDocument/2006/relationships/customXml" Target="../ink/ink569.xml"/><Relationship Id="rId46" Type="http://schemas.openxmlformats.org/officeDocument/2006/relationships/customXml" Target="../ink/ink573.xml"/><Relationship Id="rId59" Type="http://schemas.openxmlformats.org/officeDocument/2006/relationships/image" Target="../media/image3810.png"/><Relationship Id="rId20" Type="http://schemas.openxmlformats.org/officeDocument/2006/relationships/customXml" Target="../ink/ink560.xml"/><Relationship Id="rId41" Type="http://schemas.openxmlformats.org/officeDocument/2006/relationships/image" Target="../media/image3720.png"/><Relationship Id="rId54" Type="http://schemas.openxmlformats.org/officeDocument/2006/relationships/customXml" Target="../ink/ink57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53.xml"/><Relationship Id="rId15" Type="http://schemas.openxmlformats.org/officeDocument/2006/relationships/image" Target="../media/image3590.png"/><Relationship Id="rId23" Type="http://schemas.openxmlformats.org/officeDocument/2006/relationships/image" Target="../media/image3630.png"/><Relationship Id="rId28" Type="http://schemas.openxmlformats.org/officeDocument/2006/relationships/customXml" Target="../ink/ink564.xml"/><Relationship Id="rId36" Type="http://schemas.openxmlformats.org/officeDocument/2006/relationships/customXml" Target="../ink/ink568.xml"/><Relationship Id="rId49" Type="http://schemas.openxmlformats.org/officeDocument/2006/relationships/image" Target="../media/image3760.png"/><Relationship Id="rId57" Type="http://schemas.openxmlformats.org/officeDocument/2006/relationships/image" Target="../media/image3800.png"/><Relationship Id="rId10" Type="http://schemas.openxmlformats.org/officeDocument/2006/relationships/customXml" Target="../ink/ink555.xml"/><Relationship Id="rId31" Type="http://schemas.openxmlformats.org/officeDocument/2006/relationships/image" Target="../media/image3670.png"/><Relationship Id="rId44" Type="http://schemas.openxmlformats.org/officeDocument/2006/relationships/customXml" Target="../ink/ink572.xml"/><Relationship Id="rId52" Type="http://schemas.openxmlformats.org/officeDocument/2006/relationships/customXml" Target="../ink/ink576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38.png"/><Relationship Id="rId21" Type="http://schemas.openxmlformats.org/officeDocument/2006/relationships/image" Target="../media/image3900.png"/><Relationship Id="rId324" Type="http://schemas.openxmlformats.org/officeDocument/2006/relationships/customXml" Target="../ink/ink741.xml"/><Relationship Id="rId170" Type="http://schemas.openxmlformats.org/officeDocument/2006/relationships/customXml" Target="../ink/ink664.xml"/><Relationship Id="rId268" Type="http://schemas.openxmlformats.org/officeDocument/2006/relationships/customXml" Target="../ink/ink713.xml"/><Relationship Id="rId475" Type="http://schemas.openxmlformats.org/officeDocument/2006/relationships/image" Target="../media/image612.png"/><Relationship Id="rId32" Type="http://schemas.openxmlformats.org/officeDocument/2006/relationships/customXml" Target="../ink/ink595.xml"/><Relationship Id="rId74" Type="http://schemas.openxmlformats.org/officeDocument/2006/relationships/customXml" Target="../ink/ink616.xml"/><Relationship Id="rId128" Type="http://schemas.openxmlformats.org/officeDocument/2006/relationships/customXml" Target="../ink/ink643.xml"/><Relationship Id="rId335" Type="http://schemas.openxmlformats.org/officeDocument/2006/relationships/image" Target="../media/image542.png"/><Relationship Id="rId377" Type="http://schemas.openxmlformats.org/officeDocument/2006/relationships/image" Target="../media/image563.png"/><Relationship Id="rId500" Type="http://schemas.openxmlformats.org/officeDocument/2006/relationships/customXml" Target="../ink/ink829.xml"/><Relationship Id="rId5" Type="http://schemas.openxmlformats.org/officeDocument/2006/relationships/image" Target="../media/image65.png"/><Relationship Id="rId181" Type="http://schemas.openxmlformats.org/officeDocument/2006/relationships/image" Target="../media/image470.png"/><Relationship Id="rId237" Type="http://schemas.openxmlformats.org/officeDocument/2006/relationships/image" Target="../media/image497.png"/><Relationship Id="rId402" Type="http://schemas.openxmlformats.org/officeDocument/2006/relationships/customXml" Target="../ink/ink780.xml"/><Relationship Id="rId279" Type="http://schemas.openxmlformats.org/officeDocument/2006/relationships/image" Target="../media/image514.png"/><Relationship Id="rId444" Type="http://schemas.openxmlformats.org/officeDocument/2006/relationships/customXml" Target="../ink/ink801.xml"/><Relationship Id="rId486" Type="http://schemas.openxmlformats.org/officeDocument/2006/relationships/customXml" Target="../ink/ink822.xml"/><Relationship Id="rId43" Type="http://schemas.openxmlformats.org/officeDocument/2006/relationships/image" Target="../media/image4010.png"/><Relationship Id="rId139" Type="http://schemas.openxmlformats.org/officeDocument/2006/relationships/image" Target="../media/image449.png"/><Relationship Id="rId290" Type="http://schemas.openxmlformats.org/officeDocument/2006/relationships/customXml" Target="../ink/ink724.xml"/><Relationship Id="rId304" Type="http://schemas.openxmlformats.org/officeDocument/2006/relationships/customXml" Target="../ink/ink731.xml"/><Relationship Id="rId346" Type="http://schemas.openxmlformats.org/officeDocument/2006/relationships/customXml" Target="../ink/ink752.xml"/><Relationship Id="rId388" Type="http://schemas.openxmlformats.org/officeDocument/2006/relationships/customXml" Target="../ink/ink773.xml"/><Relationship Id="rId511" Type="http://schemas.openxmlformats.org/officeDocument/2006/relationships/image" Target="../media/image624.png"/><Relationship Id="rId85" Type="http://schemas.openxmlformats.org/officeDocument/2006/relationships/image" Target="../media/image4220.png"/><Relationship Id="rId150" Type="http://schemas.openxmlformats.org/officeDocument/2006/relationships/customXml" Target="../ink/ink654.xml"/><Relationship Id="rId192" Type="http://schemas.openxmlformats.org/officeDocument/2006/relationships/customXml" Target="../ink/ink675.xml"/><Relationship Id="rId206" Type="http://schemas.openxmlformats.org/officeDocument/2006/relationships/customXml" Target="../ink/ink682.xml"/><Relationship Id="rId413" Type="http://schemas.openxmlformats.org/officeDocument/2006/relationships/image" Target="../media/image581.png"/><Relationship Id="rId248" Type="http://schemas.openxmlformats.org/officeDocument/2006/relationships/customXml" Target="../ink/ink703.xml"/><Relationship Id="rId455" Type="http://schemas.openxmlformats.org/officeDocument/2006/relationships/image" Target="../media/image602.png"/><Relationship Id="rId497" Type="http://schemas.openxmlformats.org/officeDocument/2006/relationships/image" Target="../media/image622.png"/><Relationship Id="rId12" Type="http://schemas.openxmlformats.org/officeDocument/2006/relationships/customXml" Target="../ink/ink585.xml"/><Relationship Id="rId108" Type="http://schemas.openxmlformats.org/officeDocument/2006/relationships/customXml" Target="../ink/ink633.xml"/><Relationship Id="rId315" Type="http://schemas.openxmlformats.org/officeDocument/2006/relationships/image" Target="../media/image532.png"/><Relationship Id="rId357" Type="http://schemas.openxmlformats.org/officeDocument/2006/relationships/image" Target="../media/image553.png"/><Relationship Id="rId522" Type="http://schemas.openxmlformats.org/officeDocument/2006/relationships/customXml" Target="../ink/ink841.xml"/><Relationship Id="rId54" Type="http://schemas.openxmlformats.org/officeDocument/2006/relationships/customXml" Target="../ink/ink606.xml"/><Relationship Id="rId96" Type="http://schemas.openxmlformats.org/officeDocument/2006/relationships/customXml" Target="../ink/ink627.xml"/><Relationship Id="rId161" Type="http://schemas.openxmlformats.org/officeDocument/2006/relationships/image" Target="../media/image460.png"/><Relationship Id="rId217" Type="http://schemas.openxmlformats.org/officeDocument/2006/relationships/image" Target="../media/image487.png"/><Relationship Id="rId399" Type="http://schemas.openxmlformats.org/officeDocument/2006/relationships/image" Target="../media/image574.png"/><Relationship Id="rId259" Type="http://schemas.openxmlformats.org/officeDocument/2006/relationships/image" Target="../media/image504.png"/><Relationship Id="rId424" Type="http://schemas.openxmlformats.org/officeDocument/2006/relationships/customXml" Target="../ink/ink791.xml"/><Relationship Id="rId466" Type="http://schemas.openxmlformats.org/officeDocument/2006/relationships/customXml" Target="../ink/ink812.xml"/><Relationship Id="rId23" Type="http://schemas.openxmlformats.org/officeDocument/2006/relationships/image" Target="../media/image3910.png"/><Relationship Id="rId119" Type="http://schemas.openxmlformats.org/officeDocument/2006/relationships/image" Target="../media/image439.png"/><Relationship Id="rId270" Type="http://schemas.openxmlformats.org/officeDocument/2006/relationships/customXml" Target="../ink/ink714.xml"/><Relationship Id="rId326" Type="http://schemas.openxmlformats.org/officeDocument/2006/relationships/customXml" Target="../ink/ink742.xml"/><Relationship Id="rId65" Type="http://schemas.openxmlformats.org/officeDocument/2006/relationships/image" Target="../media/image4120.png"/><Relationship Id="rId130" Type="http://schemas.openxmlformats.org/officeDocument/2006/relationships/customXml" Target="../ink/ink644.xml"/><Relationship Id="rId368" Type="http://schemas.openxmlformats.org/officeDocument/2006/relationships/customXml" Target="../ink/ink763.xml"/><Relationship Id="rId172" Type="http://schemas.openxmlformats.org/officeDocument/2006/relationships/customXml" Target="../ink/ink665.xml"/><Relationship Id="rId228" Type="http://schemas.openxmlformats.org/officeDocument/2006/relationships/customXml" Target="../ink/ink693.xml"/><Relationship Id="rId435" Type="http://schemas.openxmlformats.org/officeDocument/2006/relationships/image" Target="../media/image592.png"/><Relationship Id="rId477" Type="http://schemas.openxmlformats.org/officeDocument/2006/relationships/image" Target="../media/image613.png"/><Relationship Id="rId281" Type="http://schemas.openxmlformats.org/officeDocument/2006/relationships/image" Target="../media/image515.png"/><Relationship Id="rId337" Type="http://schemas.openxmlformats.org/officeDocument/2006/relationships/image" Target="../media/image543.png"/><Relationship Id="rId502" Type="http://schemas.openxmlformats.org/officeDocument/2006/relationships/customXml" Target="../ink/ink830.xml"/><Relationship Id="rId34" Type="http://schemas.openxmlformats.org/officeDocument/2006/relationships/customXml" Target="../ink/ink596.xml"/><Relationship Id="rId76" Type="http://schemas.openxmlformats.org/officeDocument/2006/relationships/customXml" Target="../ink/ink617.xml"/><Relationship Id="rId141" Type="http://schemas.openxmlformats.org/officeDocument/2006/relationships/image" Target="../media/image450.png"/><Relationship Id="rId379" Type="http://schemas.openxmlformats.org/officeDocument/2006/relationships/image" Target="../media/image564.png"/><Relationship Id="rId7" Type="http://schemas.openxmlformats.org/officeDocument/2006/relationships/image" Target="../media/image3830.png"/><Relationship Id="rId183" Type="http://schemas.openxmlformats.org/officeDocument/2006/relationships/image" Target="../media/image471.png"/><Relationship Id="rId239" Type="http://schemas.openxmlformats.org/officeDocument/2006/relationships/image" Target="../media/image498.png"/><Relationship Id="rId390" Type="http://schemas.openxmlformats.org/officeDocument/2006/relationships/customXml" Target="../ink/ink774.xml"/><Relationship Id="rId404" Type="http://schemas.openxmlformats.org/officeDocument/2006/relationships/customXml" Target="../ink/ink781.xml"/><Relationship Id="rId446" Type="http://schemas.openxmlformats.org/officeDocument/2006/relationships/customXml" Target="../ink/ink802.xml"/><Relationship Id="rId250" Type="http://schemas.openxmlformats.org/officeDocument/2006/relationships/customXml" Target="../ink/ink704.xml"/><Relationship Id="rId292" Type="http://schemas.openxmlformats.org/officeDocument/2006/relationships/customXml" Target="../ink/ink725.xml"/><Relationship Id="rId306" Type="http://schemas.openxmlformats.org/officeDocument/2006/relationships/customXml" Target="../ink/ink732.xml"/><Relationship Id="rId488" Type="http://schemas.openxmlformats.org/officeDocument/2006/relationships/customXml" Target="../ink/ink823.xml"/><Relationship Id="rId45" Type="http://schemas.openxmlformats.org/officeDocument/2006/relationships/image" Target="../media/image4020.png"/><Relationship Id="rId87" Type="http://schemas.openxmlformats.org/officeDocument/2006/relationships/image" Target="../media/image4230.png"/><Relationship Id="rId110" Type="http://schemas.openxmlformats.org/officeDocument/2006/relationships/customXml" Target="../ink/ink634.xml"/><Relationship Id="rId348" Type="http://schemas.openxmlformats.org/officeDocument/2006/relationships/customXml" Target="../ink/ink753.xml"/><Relationship Id="rId513" Type="http://schemas.openxmlformats.org/officeDocument/2006/relationships/image" Target="../media/image625.png"/><Relationship Id="rId152" Type="http://schemas.openxmlformats.org/officeDocument/2006/relationships/customXml" Target="../ink/ink655.xml"/><Relationship Id="rId194" Type="http://schemas.openxmlformats.org/officeDocument/2006/relationships/customXml" Target="../ink/ink676.xml"/><Relationship Id="rId208" Type="http://schemas.openxmlformats.org/officeDocument/2006/relationships/customXml" Target="../ink/ink683.xml"/><Relationship Id="rId415" Type="http://schemas.openxmlformats.org/officeDocument/2006/relationships/image" Target="../media/image582.png"/><Relationship Id="rId457" Type="http://schemas.openxmlformats.org/officeDocument/2006/relationships/image" Target="../media/image603.png"/><Relationship Id="rId261" Type="http://schemas.openxmlformats.org/officeDocument/2006/relationships/image" Target="../media/image505.png"/><Relationship Id="rId499" Type="http://schemas.openxmlformats.org/officeDocument/2006/relationships/image" Target="../media/image623.png"/><Relationship Id="rId14" Type="http://schemas.openxmlformats.org/officeDocument/2006/relationships/customXml" Target="../ink/ink586.xml"/><Relationship Id="rId56" Type="http://schemas.openxmlformats.org/officeDocument/2006/relationships/customXml" Target="../ink/ink607.xml"/><Relationship Id="rId317" Type="http://schemas.openxmlformats.org/officeDocument/2006/relationships/image" Target="../media/image533.png"/><Relationship Id="rId359" Type="http://schemas.openxmlformats.org/officeDocument/2006/relationships/image" Target="../media/image554.png"/><Relationship Id="rId98" Type="http://schemas.openxmlformats.org/officeDocument/2006/relationships/customXml" Target="../ink/ink628.xml"/><Relationship Id="rId121" Type="http://schemas.openxmlformats.org/officeDocument/2006/relationships/image" Target="../media/image440.png"/><Relationship Id="rId163" Type="http://schemas.openxmlformats.org/officeDocument/2006/relationships/image" Target="../media/image461.png"/><Relationship Id="rId219" Type="http://schemas.openxmlformats.org/officeDocument/2006/relationships/image" Target="../media/image488.png"/><Relationship Id="rId370" Type="http://schemas.openxmlformats.org/officeDocument/2006/relationships/customXml" Target="../ink/ink764.xml"/><Relationship Id="rId426" Type="http://schemas.openxmlformats.org/officeDocument/2006/relationships/customXml" Target="../ink/ink792.xml"/><Relationship Id="rId230" Type="http://schemas.openxmlformats.org/officeDocument/2006/relationships/customXml" Target="../ink/ink694.xml"/><Relationship Id="rId468" Type="http://schemas.openxmlformats.org/officeDocument/2006/relationships/customXml" Target="../ink/ink813.xml"/><Relationship Id="rId25" Type="http://schemas.openxmlformats.org/officeDocument/2006/relationships/image" Target="../media/image3920.png"/><Relationship Id="rId67" Type="http://schemas.openxmlformats.org/officeDocument/2006/relationships/image" Target="../media/image4130.png"/><Relationship Id="rId272" Type="http://schemas.openxmlformats.org/officeDocument/2006/relationships/customXml" Target="../ink/ink715.xml"/><Relationship Id="rId328" Type="http://schemas.openxmlformats.org/officeDocument/2006/relationships/customXml" Target="../ink/ink743.xml"/><Relationship Id="rId132" Type="http://schemas.openxmlformats.org/officeDocument/2006/relationships/customXml" Target="../ink/ink645.xml"/><Relationship Id="rId174" Type="http://schemas.openxmlformats.org/officeDocument/2006/relationships/customXml" Target="../ink/ink666.xml"/><Relationship Id="rId381" Type="http://schemas.openxmlformats.org/officeDocument/2006/relationships/image" Target="../media/image565.png"/><Relationship Id="rId241" Type="http://schemas.openxmlformats.org/officeDocument/2006/relationships/image" Target="../media/image499.png"/><Relationship Id="rId437" Type="http://schemas.openxmlformats.org/officeDocument/2006/relationships/image" Target="../media/image593.png"/><Relationship Id="rId479" Type="http://schemas.openxmlformats.org/officeDocument/2006/relationships/image" Target="../media/image614.png"/><Relationship Id="rId36" Type="http://schemas.openxmlformats.org/officeDocument/2006/relationships/customXml" Target="../ink/ink597.xml"/><Relationship Id="rId283" Type="http://schemas.openxmlformats.org/officeDocument/2006/relationships/image" Target="../media/image516.png"/><Relationship Id="rId339" Type="http://schemas.openxmlformats.org/officeDocument/2006/relationships/image" Target="../media/image544.png"/><Relationship Id="rId490" Type="http://schemas.openxmlformats.org/officeDocument/2006/relationships/customXml" Target="../ink/ink824.xml"/><Relationship Id="rId504" Type="http://schemas.openxmlformats.org/officeDocument/2006/relationships/customXml" Target="../ink/ink831.xml"/><Relationship Id="rId78" Type="http://schemas.openxmlformats.org/officeDocument/2006/relationships/customXml" Target="../ink/ink618.xml"/><Relationship Id="rId101" Type="http://schemas.openxmlformats.org/officeDocument/2006/relationships/image" Target="../media/image4300.png"/><Relationship Id="rId143" Type="http://schemas.openxmlformats.org/officeDocument/2006/relationships/image" Target="../media/image451.png"/><Relationship Id="rId185" Type="http://schemas.openxmlformats.org/officeDocument/2006/relationships/image" Target="../media/image472.png"/><Relationship Id="rId350" Type="http://schemas.openxmlformats.org/officeDocument/2006/relationships/customXml" Target="../ink/ink754.xml"/><Relationship Id="rId406" Type="http://schemas.openxmlformats.org/officeDocument/2006/relationships/customXml" Target="../ink/ink782.xml"/><Relationship Id="rId9" Type="http://schemas.openxmlformats.org/officeDocument/2006/relationships/image" Target="../media/image3840.png"/><Relationship Id="rId210" Type="http://schemas.openxmlformats.org/officeDocument/2006/relationships/customXml" Target="../ink/ink684.xml"/><Relationship Id="rId392" Type="http://schemas.openxmlformats.org/officeDocument/2006/relationships/customXml" Target="../ink/ink775.xml"/><Relationship Id="rId448" Type="http://schemas.openxmlformats.org/officeDocument/2006/relationships/customXml" Target="../ink/ink803.xml"/><Relationship Id="rId252" Type="http://schemas.openxmlformats.org/officeDocument/2006/relationships/customXml" Target="../ink/ink705.xml"/><Relationship Id="rId294" Type="http://schemas.openxmlformats.org/officeDocument/2006/relationships/customXml" Target="../ink/ink726.xml"/><Relationship Id="rId308" Type="http://schemas.openxmlformats.org/officeDocument/2006/relationships/customXml" Target="../ink/ink733.xml"/><Relationship Id="rId515" Type="http://schemas.openxmlformats.org/officeDocument/2006/relationships/image" Target="../media/image626.png"/><Relationship Id="rId47" Type="http://schemas.openxmlformats.org/officeDocument/2006/relationships/image" Target="../media/image4030.png"/><Relationship Id="rId89" Type="http://schemas.openxmlformats.org/officeDocument/2006/relationships/image" Target="../media/image4240.png"/><Relationship Id="rId112" Type="http://schemas.openxmlformats.org/officeDocument/2006/relationships/customXml" Target="../ink/ink635.xml"/><Relationship Id="rId154" Type="http://schemas.openxmlformats.org/officeDocument/2006/relationships/customXml" Target="../ink/ink656.xml"/><Relationship Id="rId361" Type="http://schemas.openxmlformats.org/officeDocument/2006/relationships/image" Target="../media/image555.png"/><Relationship Id="rId196" Type="http://schemas.openxmlformats.org/officeDocument/2006/relationships/customXml" Target="../ink/ink677.xml"/><Relationship Id="rId417" Type="http://schemas.openxmlformats.org/officeDocument/2006/relationships/image" Target="../media/image583.png"/><Relationship Id="rId459" Type="http://schemas.openxmlformats.org/officeDocument/2006/relationships/image" Target="../media/image604.png"/><Relationship Id="rId16" Type="http://schemas.openxmlformats.org/officeDocument/2006/relationships/customXml" Target="../ink/ink587.xml"/><Relationship Id="rId221" Type="http://schemas.openxmlformats.org/officeDocument/2006/relationships/image" Target="../media/image489.png"/><Relationship Id="rId263" Type="http://schemas.openxmlformats.org/officeDocument/2006/relationships/image" Target="../media/image506.png"/><Relationship Id="rId319" Type="http://schemas.openxmlformats.org/officeDocument/2006/relationships/image" Target="../media/image534.png"/><Relationship Id="rId470" Type="http://schemas.openxmlformats.org/officeDocument/2006/relationships/customXml" Target="../ink/ink814.xml"/><Relationship Id="rId58" Type="http://schemas.openxmlformats.org/officeDocument/2006/relationships/customXml" Target="../ink/ink608.xml"/><Relationship Id="rId123" Type="http://schemas.openxmlformats.org/officeDocument/2006/relationships/image" Target="../media/image441.png"/><Relationship Id="rId330" Type="http://schemas.openxmlformats.org/officeDocument/2006/relationships/customXml" Target="../ink/ink744.xml"/><Relationship Id="rId165" Type="http://schemas.openxmlformats.org/officeDocument/2006/relationships/image" Target="../media/image462.png"/><Relationship Id="rId372" Type="http://schemas.openxmlformats.org/officeDocument/2006/relationships/customXml" Target="../ink/ink765.xml"/><Relationship Id="rId428" Type="http://schemas.openxmlformats.org/officeDocument/2006/relationships/customXml" Target="../ink/ink793.xml"/><Relationship Id="rId232" Type="http://schemas.openxmlformats.org/officeDocument/2006/relationships/customXml" Target="../ink/ink695.xml"/><Relationship Id="rId274" Type="http://schemas.openxmlformats.org/officeDocument/2006/relationships/customXml" Target="../ink/ink716.xml"/><Relationship Id="rId481" Type="http://schemas.openxmlformats.org/officeDocument/2006/relationships/image" Target="../media/image615.png"/><Relationship Id="rId27" Type="http://schemas.openxmlformats.org/officeDocument/2006/relationships/image" Target="../media/image3930.png"/><Relationship Id="rId69" Type="http://schemas.openxmlformats.org/officeDocument/2006/relationships/image" Target="../media/image4140.png"/><Relationship Id="rId134" Type="http://schemas.openxmlformats.org/officeDocument/2006/relationships/customXml" Target="../ink/ink646.xml"/><Relationship Id="rId80" Type="http://schemas.openxmlformats.org/officeDocument/2006/relationships/customXml" Target="../ink/ink619.xml"/><Relationship Id="rId176" Type="http://schemas.openxmlformats.org/officeDocument/2006/relationships/customXml" Target="../ink/ink667.xml"/><Relationship Id="rId341" Type="http://schemas.openxmlformats.org/officeDocument/2006/relationships/image" Target="../media/image545.png"/><Relationship Id="rId383" Type="http://schemas.openxmlformats.org/officeDocument/2006/relationships/image" Target="../media/image566.png"/><Relationship Id="rId439" Type="http://schemas.openxmlformats.org/officeDocument/2006/relationships/image" Target="../media/image594.png"/><Relationship Id="rId201" Type="http://schemas.openxmlformats.org/officeDocument/2006/relationships/image" Target="../media/image479.png"/><Relationship Id="rId243" Type="http://schemas.openxmlformats.org/officeDocument/2006/relationships/image" Target="../media/image500.png"/><Relationship Id="rId285" Type="http://schemas.openxmlformats.org/officeDocument/2006/relationships/image" Target="../media/image517.png"/><Relationship Id="rId450" Type="http://schemas.openxmlformats.org/officeDocument/2006/relationships/customXml" Target="../ink/ink804.xml"/><Relationship Id="rId506" Type="http://schemas.openxmlformats.org/officeDocument/2006/relationships/customXml" Target="../ink/ink832.xml"/><Relationship Id="rId38" Type="http://schemas.openxmlformats.org/officeDocument/2006/relationships/customXml" Target="../ink/ink598.xml"/><Relationship Id="rId103" Type="http://schemas.openxmlformats.org/officeDocument/2006/relationships/image" Target="../media/image4310.png"/><Relationship Id="rId310" Type="http://schemas.openxmlformats.org/officeDocument/2006/relationships/customXml" Target="../ink/ink734.xml"/><Relationship Id="rId492" Type="http://schemas.openxmlformats.org/officeDocument/2006/relationships/customXml" Target="../ink/ink825.xml"/><Relationship Id="rId91" Type="http://schemas.openxmlformats.org/officeDocument/2006/relationships/image" Target="../media/image4250.png"/><Relationship Id="rId145" Type="http://schemas.openxmlformats.org/officeDocument/2006/relationships/image" Target="../media/image452.png"/><Relationship Id="rId187" Type="http://schemas.openxmlformats.org/officeDocument/2006/relationships/image" Target="../media/image473.png"/><Relationship Id="rId352" Type="http://schemas.openxmlformats.org/officeDocument/2006/relationships/customXml" Target="../ink/ink755.xml"/><Relationship Id="rId394" Type="http://schemas.openxmlformats.org/officeDocument/2006/relationships/customXml" Target="../ink/ink776.xml"/><Relationship Id="rId408" Type="http://schemas.openxmlformats.org/officeDocument/2006/relationships/customXml" Target="../ink/ink783.xml"/><Relationship Id="rId212" Type="http://schemas.openxmlformats.org/officeDocument/2006/relationships/customXml" Target="../ink/ink685.xml"/><Relationship Id="rId254" Type="http://schemas.openxmlformats.org/officeDocument/2006/relationships/customXml" Target="../ink/ink706.xml"/><Relationship Id="rId49" Type="http://schemas.openxmlformats.org/officeDocument/2006/relationships/image" Target="../media/image4040.png"/><Relationship Id="rId114" Type="http://schemas.openxmlformats.org/officeDocument/2006/relationships/customXml" Target="../ink/ink636.xml"/><Relationship Id="rId296" Type="http://schemas.openxmlformats.org/officeDocument/2006/relationships/customXml" Target="../ink/ink727.xml"/><Relationship Id="rId461" Type="http://schemas.openxmlformats.org/officeDocument/2006/relationships/image" Target="../media/image605.png"/><Relationship Id="rId517" Type="http://schemas.openxmlformats.org/officeDocument/2006/relationships/image" Target="../media/image143.png"/><Relationship Id="rId60" Type="http://schemas.openxmlformats.org/officeDocument/2006/relationships/customXml" Target="../ink/ink609.xml"/><Relationship Id="rId156" Type="http://schemas.openxmlformats.org/officeDocument/2006/relationships/customXml" Target="../ink/ink657.xml"/><Relationship Id="rId198" Type="http://schemas.openxmlformats.org/officeDocument/2006/relationships/customXml" Target="../ink/ink678.xml"/><Relationship Id="rId321" Type="http://schemas.openxmlformats.org/officeDocument/2006/relationships/image" Target="../media/image535.png"/><Relationship Id="rId363" Type="http://schemas.openxmlformats.org/officeDocument/2006/relationships/image" Target="../media/image556.png"/><Relationship Id="rId419" Type="http://schemas.openxmlformats.org/officeDocument/2006/relationships/image" Target="../media/image584.png"/><Relationship Id="rId223" Type="http://schemas.openxmlformats.org/officeDocument/2006/relationships/image" Target="../media/image490.png"/><Relationship Id="rId430" Type="http://schemas.openxmlformats.org/officeDocument/2006/relationships/customXml" Target="../ink/ink794.xml"/><Relationship Id="rId18" Type="http://schemas.openxmlformats.org/officeDocument/2006/relationships/customXml" Target="../ink/ink588.xml"/><Relationship Id="rId265" Type="http://schemas.openxmlformats.org/officeDocument/2006/relationships/image" Target="../media/image507.png"/><Relationship Id="rId472" Type="http://schemas.openxmlformats.org/officeDocument/2006/relationships/customXml" Target="../ink/ink815.xml"/><Relationship Id="rId125" Type="http://schemas.openxmlformats.org/officeDocument/2006/relationships/image" Target="../media/image442.png"/><Relationship Id="rId167" Type="http://schemas.openxmlformats.org/officeDocument/2006/relationships/image" Target="../media/image463.png"/><Relationship Id="rId332" Type="http://schemas.openxmlformats.org/officeDocument/2006/relationships/customXml" Target="../ink/ink745.xml"/><Relationship Id="rId374" Type="http://schemas.openxmlformats.org/officeDocument/2006/relationships/customXml" Target="../ink/ink766.xml"/><Relationship Id="rId71" Type="http://schemas.openxmlformats.org/officeDocument/2006/relationships/image" Target="../media/image4150.png"/><Relationship Id="rId234" Type="http://schemas.openxmlformats.org/officeDocument/2006/relationships/customXml" Target="../ink/ink696.xml"/><Relationship Id="rId2" Type="http://schemas.openxmlformats.org/officeDocument/2006/relationships/customXml" Target="../ink/ink580.xml"/><Relationship Id="rId29" Type="http://schemas.openxmlformats.org/officeDocument/2006/relationships/image" Target="../media/image3940.png"/><Relationship Id="rId276" Type="http://schemas.openxmlformats.org/officeDocument/2006/relationships/customXml" Target="../ink/ink717.xml"/><Relationship Id="rId441" Type="http://schemas.openxmlformats.org/officeDocument/2006/relationships/image" Target="../media/image595.png"/><Relationship Id="rId483" Type="http://schemas.openxmlformats.org/officeDocument/2006/relationships/image" Target="../media/image616.png"/><Relationship Id="rId40" Type="http://schemas.openxmlformats.org/officeDocument/2006/relationships/customXml" Target="../ink/ink599.xml"/><Relationship Id="rId136" Type="http://schemas.openxmlformats.org/officeDocument/2006/relationships/customXml" Target="../ink/ink647.xml"/><Relationship Id="rId178" Type="http://schemas.openxmlformats.org/officeDocument/2006/relationships/customXml" Target="../ink/ink668.xml"/><Relationship Id="rId301" Type="http://schemas.openxmlformats.org/officeDocument/2006/relationships/image" Target="../media/image525.png"/><Relationship Id="rId343" Type="http://schemas.openxmlformats.org/officeDocument/2006/relationships/image" Target="../media/image546.png"/><Relationship Id="rId82" Type="http://schemas.openxmlformats.org/officeDocument/2006/relationships/customXml" Target="../ink/ink620.xml"/><Relationship Id="rId203" Type="http://schemas.openxmlformats.org/officeDocument/2006/relationships/image" Target="../media/image480.png"/><Relationship Id="rId385" Type="http://schemas.openxmlformats.org/officeDocument/2006/relationships/image" Target="../media/image567.png"/><Relationship Id="rId245" Type="http://schemas.openxmlformats.org/officeDocument/2006/relationships/image" Target="../media/image501.png"/><Relationship Id="rId287" Type="http://schemas.openxmlformats.org/officeDocument/2006/relationships/image" Target="../media/image518.png"/><Relationship Id="rId410" Type="http://schemas.openxmlformats.org/officeDocument/2006/relationships/customXml" Target="../ink/ink784.xml"/><Relationship Id="rId452" Type="http://schemas.openxmlformats.org/officeDocument/2006/relationships/customXml" Target="../ink/ink805.xml"/><Relationship Id="rId494" Type="http://schemas.openxmlformats.org/officeDocument/2006/relationships/customXml" Target="../ink/ink826.xml"/><Relationship Id="rId508" Type="http://schemas.openxmlformats.org/officeDocument/2006/relationships/image" Target="../media/image31.png"/><Relationship Id="rId105" Type="http://schemas.openxmlformats.org/officeDocument/2006/relationships/image" Target="../media/image4320.png"/><Relationship Id="rId147" Type="http://schemas.openxmlformats.org/officeDocument/2006/relationships/image" Target="../media/image453.png"/><Relationship Id="rId312" Type="http://schemas.openxmlformats.org/officeDocument/2006/relationships/customXml" Target="../ink/ink735.xml"/><Relationship Id="rId354" Type="http://schemas.openxmlformats.org/officeDocument/2006/relationships/customXml" Target="../ink/ink756.xml"/><Relationship Id="rId51" Type="http://schemas.openxmlformats.org/officeDocument/2006/relationships/image" Target="../media/image4050.png"/><Relationship Id="rId93" Type="http://schemas.openxmlformats.org/officeDocument/2006/relationships/image" Target="../media/image4260.png"/><Relationship Id="rId189" Type="http://schemas.openxmlformats.org/officeDocument/2006/relationships/image" Target="../media/image351.png"/><Relationship Id="rId396" Type="http://schemas.openxmlformats.org/officeDocument/2006/relationships/customXml" Target="../ink/ink777.xml"/><Relationship Id="rId214" Type="http://schemas.openxmlformats.org/officeDocument/2006/relationships/customXml" Target="../ink/ink686.xml"/><Relationship Id="rId256" Type="http://schemas.openxmlformats.org/officeDocument/2006/relationships/customXml" Target="../ink/ink707.xml"/><Relationship Id="rId298" Type="http://schemas.openxmlformats.org/officeDocument/2006/relationships/customXml" Target="../ink/ink728.xml"/><Relationship Id="rId421" Type="http://schemas.openxmlformats.org/officeDocument/2006/relationships/image" Target="../media/image585.png"/><Relationship Id="rId463" Type="http://schemas.openxmlformats.org/officeDocument/2006/relationships/image" Target="../media/image606.png"/><Relationship Id="rId519" Type="http://schemas.openxmlformats.org/officeDocument/2006/relationships/image" Target="../media/image627.png"/><Relationship Id="rId116" Type="http://schemas.openxmlformats.org/officeDocument/2006/relationships/customXml" Target="../ink/ink637.xml"/><Relationship Id="rId158" Type="http://schemas.openxmlformats.org/officeDocument/2006/relationships/customXml" Target="../ink/ink658.xml"/><Relationship Id="rId323" Type="http://schemas.openxmlformats.org/officeDocument/2006/relationships/image" Target="../media/image536.png"/><Relationship Id="rId20" Type="http://schemas.openxmlformats.org/officeDocument/2006/relationships/customXml" Target="../ink/ink589.xml"/><Relationship Id="rId62" Type="http://schemas.openxmlformats.org/officeDocument/2006/relationships/customXml" Target="../ink/ink610.xml"/><Relationship Id="rId365" Type="http://schemas.openxmlformats.org/officeDocument/2006/relationships/image" Target="../media/image557.png"/><Relationship Id="rId225" Type="http://schemas.openxmlformats.org/officeDocument/2006/relationships/image" Target="../media/image491.png"/><Relationship Id="rId267" Type="http://schemas.openxmlformats.org/officeDocument/2006/relationships/image" Target="../media/image508.png"/><Relationship Id="rId432" Type="http://schemas.openxmlformats.org/officeDocument/2006/relationships/customXml" Target="../ink/ink795.xml"/><Relationship Id="rId474" Type="http://schemas.openxmlformats.org/officeDocument/2006/relationships/customXml" Target="../ink/ink816.xml"/><Relationship Id="rId127" Type="http://schemas.openxmlformats.org/officeDocument/2006/relationships/image" Target="../media/image443.png"/><Relationship Id="rId31" Type="http://schemas.openxmlformats.org/officeDocument/2006/relationships/image" Target="../media/image3950.png"/><Relationship Id="rId73" Type="http://schemas.openxmlformats.org/officeDocument/2006/relationships/image" Target="../media/image4160.png"/><Relationship Id="rId169" Type="http://schemas.openxmlformats.org/officeDocument/2006/relationships/image" Target="../media/image464.png"/><Relationship Id="rId334" Type="http://schemas.openxmlformats.org/officeDocument/2006/relationships/customXml" Target="../ink/ink746.xml"/><Relationship Id="rId376" Type="http://schemas.openxmlformats.org/officeDocument/2006/relationships/customXml" Target="../ink/ink767.xml"/><Relationship Id="rId4" Type="http://schemas.openxmlformats.org/officeDocument/2006/relationships/customXml" Target="../ink/ink581.xml"/><Relationship Id="rId180" Type="http://schemas.openxmlformats.org/officeDocument/2006/relationships/customXml" Target="../ink/ink669.xml"/><Relationship Id="rId236" Type="http://schemas.openxmlformats.org/officeDocument/2006/relationships/customXml" Target="../ink/ink697.xml"/><Relationship Id="rId278" Type="http://schemas.openxmlformats.org/officeDocument/2006/relationships/customXml" Target="../ink/ink718.xml"/><Relationship Id="rId401" Type="http://schemas.openxmlformats.org/officeDocument/2006/relationships/image" Target="../media/image575.png"/><Relationship Id="rId443" Type="http://schemas.openxmlformats.org/officeDocument/2006/relationships/image" Target="../media/image596.png"/><Relationship Id="rId303" Type="http://schemas.openxmlformats.org/officeDocument/2006/relationships/image" Target="../media/image526.png"/><Relationship Id="rId485" Type="http://schemas.openxmlformats.org/officeDocument/2006/relationships/image" Target="../media/image617.png"/><Relationship Id="rId42" Type="http://schemas.openxmlformats.org/officeDocument/2006/relationships/customXml" Target="../ink/ink600.xml"/><Relationship Id="rId84" Type="http://schemas.openxmlformats.org/officeDocument/2006/relationships/customXml" Target="../ink/ink621.xml"/><Relationship Id="rId138" Type="http://schemas.openxmlformats.org/officeDocument/2006/relationships/customXml" Target="../ink/ink648.xml"/><Relationship Id="rId345" Type="http://schemas.openxmlformats.org/officeDocument/2006/relationships/image" Target="../media/image547.png"/><Relationship Id="rId387" Type="http://schemas.openxmlformats.org/officeDocument/2006/relationships/image" Target="../media/image568.png"/><Relationship Id="rId510" Type="http://schemas.openxmlformats.org/officeDocument/2006/relationships/customXml" Target="../ink/ink835.xml"/><Relationship Id="rId191" Type="http://schemas.openxmlformats.org/officeDocument/2006/relationships/image" Target="../media/image474.png"/><Relationship Id="rId205" Type="http://schemas.openxmlformats.org/officeDocument/2006/relationships/image" Target="../media/image481.png"/><Relationship Id="rId247" Type="http://schemas.openxmlformats.org/officeDocument/2006/relationships/image" Target="../media/image142.png"/><Relationship Id="rId412" Type="http://schemas.openxmlformats.org/officeDocument/2006/relationships/customXml" Target="../ink/ink785.xml"/><Relationship Id="rId107" Type="http://schemas.openxmlformats.org/officeDocument/2006/relationships/image" Target="../media/image4330.png"/><Relationship Id="rId289" Type="http://schemas.openxmlformats.org/officeDocument/2006/relationships/image" Target="../media/image519.png"/><Relationship Id="rId454" Type="http://schemas.openxmlformats.org/officeDocument/2006/relationships/customXml" Target="../ink/ink806.xml"/><Relationship Id="rId496" Type="http://schemas.openxmlformats.org/officeDocument/2006/relationships/customXml" Target="../ink/ink827.xml"/><Relationship Id="rId11" Type="http://schemas.openxmlformats.org/officeDocument/2006/relationships/image" Target="../media/image3850.png"/><Relationship Id="rId53" Type="http://schemas.openxmlformats.org/officeDocument/2006/relationships/image" Target="../media/image4060.png"/><Relationship Id="rId149" Type="http://schemas.openxmlformats.org/officeDocument/2006/relationships/image" Target="../media/image454.png"/><Relationship Id="rId314" Type="http://schemas.openxmlformats.org/officeDocument/2006/relationships/customXml" Target="../ink/ink736.xml"/><Relationship Id="rId356" Type="http://schemas.openxmlformats.org/officeDocument/2006/relationships/customXml" Target="../ink/ink757.xml"/><Relationship Id="rId398" Type="http://schemas.openxmlformats.org/officeDocument/2006/relationships/customXml" Target="../ink/ink778.xml"/><Relationship Id="rId521" Type="http://schemas.openxmlformats.org/officeDocument/2006/relationships/image" Target="../media/image628.png"/><Relationship Id="rId95" Type="http://schemas.openxmlformats.org/officeDocument/2006/relationships/image" Target="../media/image4270.png"/><Relationship Id="rId160" Type="http://schemas.openxmlformats.org/officeDocument/2006/relationships/customXml" Target="../ink/ink659.xml"/><Relationship Id="rId216" Type="http://schemas.openxmlformats.org/officeDocument/2006/relationships/customXml" Target="../ink/ink687.xml"/><Relationship Id="rId423" Type="http://schemas.openxmlformats.org/officeDocument/2006/relationships/image" Target="../media/image586.png"/><Relationship Id="rId258" Type="http://schemas.openxmlformats.org/officeDocument/2006/relationships/customXml" Target="../ink/ink708.xml"/><Relationship Id="rId465" Type="http://schemas.openxmlformats.org/officeDocument/2006/relationships/image" Target="../media/image607.png"/><Relationship Id="rId22" Type="http://schemas.openxmlformats.org/officeDocument/2006/relationships/customXml" Target="../ink/ink590.xml"/><Relationship Id="rId64" Type="http://schemas.openxmlformats.org/officeDocument/2006/relationships/customXml" Target="../ink/ink611.xml"/><Relationship Id="rId118" Type="http://schemas.openxmlformats.org/officeDocument/2006/relationships/customXml" Target="../ink/ink638.xml"/><Relationship Id="rId325" Type="http://schemas.openxmlformats.org/officeDocument/2006/relationships/image" Target="../media/image537.png"/><Relationship Id="rId367" Type="http://schemas.openxmlformats.org/officeDocument/2006/relationships/image" Target="../media/image558.png"/><Relationship Id="rId171" Type="http://schemas.openxmlformats.org/officeDocument/2006/relationships/image" Target="../media/image465.png"/><Relationship Id="rId227" Type="http://schemas.openxmlformats.org/officeDocument/2006/relationships/image" Target="../media/image492.png"/><Relationship Id="rId269" Type="http://schemas.openxmlformats.org/officeDocument/2006/relationships/image" Target="../media/image509.png"/><Relationship Id="rId434" Type="http://schemas.openxmlformats.org/officeDocument/2006/relationships/customXml" Target="../ink/ink796.xml"/><Relationship Id="rId476" Type="http://schemas.openxmlformats.org/officeDocument/2006/relationships/customXml" Target="../ink/ink817.xml"/><Relationship Id="rId33" Type="http://schemas.openxmlformats.org/officeDocument/2006/relationships/image" Target="../media/image3960.png"/><Relationship Id="rId129" Type="http://schemas.openxmlformats.org/officeDocument/2006/relationships/image" Target="../media/image444.png"/><Relationship Id="rId280" Type="http://schemas.openxmlformats.org/officeDocument/2006/relationships/customXml" Target="../ink/ink719.xml"/><Relationship Id="rId336" Type="http://schemas.openxmlformats.org/officeDocument/2006/relationships/customXml" Target="../ink/ink747.xml"/><Relationship Id="rId501" Type="http://schemas.openxmlformats.org/officeDocument/2006/relationships/image" Target="../media/image330.png"/><Relationship Id="rId75" Type="http://schemas.openxmlformats.org/officeDocument/2006/relationships/image" Target="../media/image4170.png"/><Relationship Id="rId140" Type="http://schemas.openxmlformats.org/officeDocument/2006/relationships/customXml" Target="../ink/ink649.xml"/><Relationship Id="rId182" Type="http://schemas.openxmlformats.org/officeDocument/2006/relationships/customXml" Target="../ink/ink670.xml"/><Relationship Id="rId378" Type="http://schemas.openxmlformats.org/officeDocument/2006/relationships/customXml" Target="../ink/ink768.xml"/><Relationship Id="rId403" Type="http://schemas.openxmlformats.org/officeDocument/2006/relationships/image" Target="../media/image576.png"/><Relationship Id="rId6" Type="http://schemas.openxmlformats.org/officeDocument/2006/relationships/customXml" Target="../ink/ink582.xml"/><Relationship Id="rId238" Type="http://schemas.openxmlformats.org/officeDocument/2006/relationships/customXml" Target="../ink/ink698.xml"/><Relationship Id="rId445" Type="http://schemas.openxmlformats.org/officeDocument/2006/relationships/image" Target="../media/image597.png"/><Relationship Id="rId487" Type="http://schemas.openxmlformats.org/officeDocument/2006/relationships/image" Target="../media/image618.png"/><Relationship Id="rId291" Type="http://schemas.openxmlformats.org/officeDocument/2006/relationships/image" Target="../media/image520.png"/><Relationship Id="rId305" Type="http://schemas.openxmlformats.org/officeDocument/2006/relationships/image" Target="../media/image527.png"/><Relationship Id="rId347" Type="http://schemas.openxmlformats.org/officeDocument/2006/relationships/image" Target="../media/image548.png"/><Relationship Id="rId512" Type="http://schemas.openxmlformats.org/officeDocument/2006/relationships/customXml" Target="../ink/ink836.xml"/><Relationship Id="rId44" Type="http://schemas.openxmlformats.org/officeDocument/2006/relationships/customXml" Target="../ink/ink601.xml"/><Relationship Id="rId86" Type="http://schemas.openxmlformats.org/officeDocument/2006/relationships/customXml" Target="../ink/ink622.xml"/><Relationship Id="rId151" Type="http://schemas.openxmlformats.org/officeDocument/2006/relationships/image" Target="../media/image455.png"/><Relationship Id="rId389" Type="http://schemas.openxmlformats.org/officeDocument/2006/relationships/image" Target="../media/image569.png"/><Relationship Id="rId193" Type="http://schemas.openxmlformats.org/officeDocument/2006/relationships/image" Target="../media/image475.png"/><Relationship Id="rId207" Type="http://schemas.openxmlformats.org/officeDocument/2006/relationships/image" Target="../media/image482.png"/><Relationship Id="rId249" Type="http://schemas.openxmlformats.org/officeDocument/2006/relationships/image" Target="../media/image5.png"/><Relationship Id="rId414" Type="http://schemas.openxmlformats.org/officeDocument/2006/relationships/customXml" Target="../ink/ink786.xml"/><Relationship Id="rId456" Type="http://schemas.openxmlformats.org/officeDocument/2006/relationships/customXml" Target="../ink/ink807.xml"/><Relationship Id="rId498" Type="http://schemas.openxmlformats.org/officeDocument/2006/relationships/customXml" Target="../ink/ink828.xml"/><Relationship Id="rId13" Type="http://schemas.openxmlformats.org/officeDocument/2006/relationships/image" Target="../media/image3860.png"/><Relationship Id="rId109" Type="http://schemas.openxmlformats.org/officeDocument/2006/relationships/image" Target="../media/image4340.png"/><Relationship Id="rId260" Type="http://schemas.openxmlformats.org/officeDocument/2006/relationships/customXml" Target="../ink/ink709.xml"/><Relationship Id="rId316" Type="http://schemas.openxmlformats.org/officeDocument/2006/relationships/customXml" Target="../ink/ink737.xml"/><Relationship Id="rId523" Type="http://schemas.openxmlformats.org/officeDocument/2006/relationships/image" Target="../media/image27.png"/><Relationship Id="rId55" Type="http://schemas.openxmlformats.org/officeDocument/2006/relationships/image" Target="../media/image4070.png"/><Relationship Id="rId97" Type="http://schemas.openxmlformats.org/officeDocument/2006/relationships/image" Target="../media/image4280.png"/><Relationship Id="rId120" Type="http://schemas.openxmlformats.org/officeDocument/2006/relationships/customXml" Target="../ink/ink639.xml"/><Relationship Id="rId358" Type="http://schemas.openxmlformats.org/officeDocument/2006/relationships/customXml" Target="../ink/ink758.xml"/><Relationship Id="rId162" Type="http://schemas.openxmlformats.org/officeDocument/2006/relationships/customXml" Target="../ink/ink660.xml"/><Relationship Id="rId218" Type="http://schemas.openxmlformats.org/officeDocument/2006/relationships/customXml" Target="../ink/ink688.xml"/><Relationship Id="rId425" Type="http://schemas.openxmlformats.org/officeDocument/2006/relationships/image" Target="../media/image587.png"/><Relationship Id="rId467" Type="http://schemas.openxmlformats.org/officeDocument/2006/relationships/image" Target="../media/image608.png"/><Relationship Id="rId271" Type="http://schemas.openxmlformats.org/officeDocument/2006/relationships/image" Target="../media/image510.png"/><Relationship Id="rId24" Type="http://schemas.openxmlformats.org/officeDocument/2006/relationships/customXml" Target="../ink/ink591.xml"/><Relationship Id="rId66" Type="http://schemas.openxmlformats.org/officeDocument/2006/relationships/customXml" Target="../ink/ink612.xml"/><Relationship Id="rId131" Type="http://schemas.openxmlformats.org/officeDocument/2006/relationships/image" Target="../media/image445.png"/><Relationship Id="rId327" Type="http://schemas.openxmlformats.org/officeDocument/2006/relationships/image" Target="../media/image538.png"/><Relationship Id="rId369" Type="http://schemas.openxmlformats.org/officeDocument/2006/relationships/image" Target="../media/image559.png"/><Relationship Id="rId173" Type="http://schemas.openxmlformats.org/officeDocument/2006/relationships/image" Target="../media/image466.png"/><Relationship Id="rId229" Type="http://schemas.openxmlformats.org/officeDocument/2006/relationships/image" Target="../media/image493.png"/><Relationship Id="rId380" Type="http://schemas.openxmlformats.org/officeDocument/2006/relationships/customXml" Target="../ink/ink769.xml"/><Relationship Id="rId436" Type="http://schemas.openxmlformats.org/officeDocument/2006/relationships/customXml" Target="../ink/ink797.xml"/><Relationship Id="rId240" Type="http://schemas.openxmlformats.org/officeDocument/2006/relationships/customXml" Target="../ink/ink699.xml"/><Relationship Id="rId478" Type="http://schemas.openxmlformats.org/officeDocument/2006/relationships/customXml" Target="../ink/ink818.xml"/><Relationship Id="rId35" Type="http://schemas.openxmlformats.org/officeDocument/2006/relationships/image" Target="../media/image3970.png"/><Relationship Id="rId77" Type="http://schemas.openxmlformats.org/officeDocument/2006/relationships/image" Target="../media/image4180.png"/><Relationship Id="rId100" Type="http://schemas.openxmlformats.org/officeDocument/2006/relationships/customXml" Target="../ink/ink629.xml"/><Relationship Id="rId282" Type="http://schemas.openxmlformats.org/officeDocument/2006/relationships/customXml" Target="../ink/ink720.xml"/><Relationship Id="rId338" Type="http://schemas.openxmlformats.org/officeDocument/2006/relationships/customXml" Target="../ink/ink748.xml"/><Relationship Id="rId503" Type="http://schemas.openxmlformats.org/officeDocument/2006/relationships/image" Target="../media/image30.png"/><Relationship Id="rId8" Type="http://schemas.openxmlformats.org/officeDocument/2006/relationships/customXml" Target="../ink/ink583.xml"/><Relationship Id="rId142" Type="http://schemas.openxmlformats.org/officeDocument/2006/relationships/customXml" Target="../ink/ink650.xml"/><Relationship Id="rId184" Type="http://schemas.openxmlformats.org/officeDocument/2006/relationships/customXml" Target="../ink/ink671.xml"/><Relationship Id="rId391" Type="http://schemas.openxmlformats.org/officeDocument/2006/relationships/image" Target="../media/image570.png"/><Relationship Id="rId405" Type="http://schemas.openxmlformats.org/officeDocument/2006/relationships/image" Target="../media/image577.png"/><Relationship Id="rId447" Type="http://schemas.openxmlformats.org/officeDocument/2006/relationships/image" Target="../media/image598.png"/><Relationship Id="rId251" Type="http://schemas.openxmlformats.org/officeDocument/2006/relationships/image" Target="../media/image502.png"/><Relationship Id="rId489" Type="http://schemas.openxmlformats.org/officeDocument/2006/relationships/image" Target="../media/image619.png"/><Relationship Id="rId46" Type="http://schemas.openxmlformats.org/officeDocument/2006/relationships/customXml" Target="../ink/ink602.xml"/><Relationship Id="rId293" Type="http://schemas.openxmlformats.org/officeDocument/2006/relationships/image" Target="../media/image521.png"/><Relationship Id="rId307" Type="http://schemas.openxmlformats.org/officeDocument/2006/relationships/image" Target="../media/image528.png"/><Relationship Id="rId349" Type="http://schemas.openxmlformats.org/officeDocument/2006/relationships/image" Target="../media/image549.png"/><Relationship Id="rId514" Type="http://schemas.openxmlformats.org/officeDocument/2006/relationships/customXml" Target="../ink/ink837.xml"/><Relationship Id="rId88" Type="http://schemas.openxmlformats.org/officeDocument/2006/relationships/customXml" Target="../ink/ink623.xml"/><Relationship Id="rId111" Type="http://schemas.openxmlformats.org/officeDocument/2006/relationships/image" Target="../media/image4350.png"/><Relationship Id="rId153" Type="http://schemas.openxmlformats.org/officeDocument/2006/relationships/image" Target="../media/image456.png"/><Relationship Id="rId195" Type="http://schemas.openxmlformats.org/officeDocument/2006/relationships/image" Target="../media/image476.png"/><Relationship Id="rId209" Type="http://schemas.openxmlformats.org/officeDocument/2006/relationships/image" Target="../media/image483.png"/><Relationship Id="rId360" Type="http://schemas.openxmlformats.org/officeDocument/2006/relationships/customXml" Target="../ink/ink759.xml"/><Relationship Id="rId416" Type="http://schemas.openxmlformats.org/officeDocument/2006/relationships/customXml" Target="../ink/ink787.xml"/><Relationship Id="rId220" Type="http://schemas.openxmlformats.org/officeDocument/2006/relationships/customXml" Target="../ink/ink689.xml"/><Relationship Id="rId458" Type="http://schemas.openxmlformats.org/officeDocument/2006/relationships/customXml" Target="../ink/ink808.xml"/><Relationship Id="rId15" Type="http://schemas.openxmlformats.org/officeDocument/2006/relationships/image" Target="../media/image3870.png"/><Relationship Id="rId57" Type="http://schemas.openxmlformats.org/officeDocument/2006/relationships/image" Target="../media/image4080.png"/><Relationship Id="rId262" Type="http://schemas.openxmlformats.org/officeDocument/2006/relationships/customXml" Target="../ink/ink710.xml"/><Relationship Id="rId318" Type="http://schemas.openxmlformats.org/officeDocument/2006/relationships/customXml" Target="../ink/ink738.xml"/><Relationship Id="rId99" Type="http://schemas.openxmlformats.org/officeDocument/2006/relationships/image" Target="../media/image4290.png"/><Relationship Id="rId122" Type="http://schemas.openxmlformats.org/officeDocument/2006/relationships/customXml" Target="../ink/ink640.xml"/><Relationship Id="rId164" Type="http://schemas.openxmlformats.org/officeDocument/2006/relationships/customXml" Target="../ink/ink661.xml"/><Relationship Id="rId371" Type="http://schemas.openxmlformats.org/officeDocument/2006/relationships/image" Target="../media/image560.png"/><Relationship Id="rId427" Type="http://schemas.openxmlformats.org/officeDocument/2006/relationships/image" Target="../media/image588.png"/><Relationship Id="rId469" Type="http://schemas.openxmlformats.org/officeDocument/2006/relationships/image" Target="../media/image609.png"/><Relationship Id="rId26" Type="http://schemas.openxmlformats.org/officeDocument/2006/relationships/customXml" Target="../ink/ink592.xml"/><Relationship Id="rId231" Type="http://schemas.openxmlformats.org/officeDocument/2006/relationships/image" Target="../media/image494.png"/><Relationship Id="rId273" Type="http://schemas.openxmlformats.org/officeDocument/2006/relationships/image" Target="../media/image511.png"/><Relationship Id="rId329" Type="http://schemas.openxmlformats.org/officeDocument/2006/relationships/image" Target="../media/image539.png"/><Relationship Id="rId480" Type="http://schemas.openxmlformats.org/officeDocument/2006/relationships/customXml" Target="../ink/ink819.xml"/><Relationship Id="rId68" Type="http://schemas.openxmlformats.org/officeDocument/2006/relationships/customXml" Target="../ink/ink613.xml"/><Relationship Id="rId133" Type="http://schemas.openxmlformats.org/officeDocument/2006/relationships/image" Target="../media/image446.png"/><Relationship Id="rId175" Type="http://schemas.openxmlformats.org/officeDocument/2006/relationships/image" Target="../media/image467.png"/><Relationship Id="rId340" Type="http://schemas.openxmlformats.org/officeDocument/2006/relationships/customXml" Target="../ink/ink749.xml"/><Relationship Id="rId200" Type="http://schemas.openxmlformats.org/officeDocument/2006/relationships/customXml" Target="../ink/ink679.xml"/><Relationship Id="rId382" Type="http://schemas.openxmlformats.org/officeDocument/2006/relationships/customXml" Target="../ink/ink770.xml"/><Relationship Id="rId438" Type="http://schemas.openxmlformats.org/officeDocument/2006/relationships/customXml" Target="../ink/ink798.xml"/><Relationship Id="rId242" Type="http://schemas.openxmlformats.org/officeDocument/2006/relationships/customXml" Target="../ink/ink700.xml"/><Relationship Id="rId284" Type="http://schemas.openxmlformats.org/officeDocument/2006/relationships/customXml" Target="../ink/ink721.xml"/><Relationship Id="rId491" Type="http://schemas.openxmlformats.org/officeDocument/2006/relationships/image" Target="../media/image620.png"/><Relationship Id="rId505" Type="http://schemas.openxmlformats.org/officeDocument/2006/relationships/image" Target="../media/image26.png"/><Relationship Id="rId37" Type="http://schemas.openxmlformats.org/officeDocument/2006/relationships/image" Target="../media/image3980.png"/><Relationship Id="rId79" Type="http://schemas.openxmlformats.org/officeDocument/2006/relationships/image" Target="../media/image4190.png"/><Relationship Id="rId102" Type="http://schemas.openxmlformats.org/officeDocument/2006/relationships/customXml" Target="../ink/ink630.xml"/><Relationship Id="rId144" Type="http://schemas.openxmlformats.org/officeDocument/2006/relationships/customXml" Target="../ink/ink651.xml"/><Relationship Id="rId90" Type="http://schemas.openxmlformats.org/officeDocument/2006/relationships/customXml" Target="../ink/ink624.xml"/><Relationship Id="rId186" Type="http://schemas.openxmlformats.org/officeDocument/2006/relationships/customXml" Target="../ink/ink672.xml"/><Relationship Id="rId351" Type="http://schemas.openxmlformats.org/officeDocument/2006/relationships/image" Target="../media/image550.png"/><Relationship Id="rId393" Type="http://schemas.openxmlformats.org/officeDocument/2006/relationships/image" Target="../media/image571.png"/><Relationship Id="rId407" Type="http://schemas.openxmlformats.org/officeDocument/2006/relationships/image" Target="../media/image578.png"/><Relationship Id="rId449" Type="http://schemas.openxmlformats.org/officeDocument/2006/relationships/image" Target="../media/image599.png"/><Relationship Id="rId211" Type="http://schemas.openxmlformats.org/officeDocument/2006/relationships/image" Target="../media/image484.png"/><Relationship Id="rId253" Type="http://schemas.openxmlformats.org/officeDocument/2006/relationships/image" Target="../media/image4.png"/><Relationship Id="rId295" Type="http://schemas.openxmlformats.org/officeDocument/2006/relationships/image" Target="../media/image522.png"/><Relationship Id="rId309" Type="http://schemas.openxmlformats.org/officeDocument/2006/relationships/image" Target="../media/image529.png"/><Relationship Id="rId460" Type="http://schemas.openxmlformats.org/officeDocument/2006/relationships/customXml" Target="../ink/ink809.xml"/><Relationship Id="rId516" Type="http://schemas.openxmlformats.org/officeDocument/2006/relationships/customXml" Target="../ink/ink838.xml"/><Relationship Id="rId48" Type="http://schemas.openxmlformats.org/officeDocument/2006/relationships/customXml" Target="../ink/ink603.xml"/><Relationship Id="rId113" Type="http://schemas.openxmlformats.org/officeDocument/2006/relationships/image" Target="../media/image4360.png"/><Relationship Id="rId320" Type="http://schemas.openxmlformats.org/officeDocument/2006/relationships/customXml" Target="../ink/ink739.xml"/><Relationship Id="rId155" Type="http://schemas.openxmlformats.org/officeDocument/2006/relationships/image" Target="../media/image457.png"/><Relationship Id="rId197" Type="http://schemas.openxmlformats.org/officeDocument/2006/relationships/image" Target="../media/image477.png"/><Relationship Id="rId362" Type="http://schemas.openxmlformats.org/officeDocument/2006/relationships/customXml" Target="../ink/ink760.xml"/><Relationship Id="rId418" Type="http://schemas.openxmlformats.org/officeDocument/2006/relationships/customXml" Target="../ink/ink788.xml"/><Relationship Id="rId222" Type="http://schemas.openxmlformats.org/officeDocument/2006/relationships/customXml" Target="../ink/ink690.xml"/><Relationship Id="rId264" Type="http://schemas.openxmlformats.org/officeDocument/2006/relationships/customXml" Target="../ink/ink711.xml"/><Relationship Id="rId471" Type="http://schemas.openxmlformats.org/officeDocument/2006/relationships/image" Target="../media/image610.png"/><Relationship Id="rId17" Type="http://schemas.openxmlformats.org/officeDocument/2006/relationships/image" Target="../media/image3880.png"/><Relationship Id="rId59" Type="http://schemas.openxmlformats.org/officeDocument/2006/relationships/image" Target="../media/image4090.png"/><Relationship Id="rId124" Type="http://schemas.openxmlformats.org/officeDocument/2006/relationships/customXml" Target="../ink/ink641.xml"/><Relationship Id="rId70" Type="http://schemas.openxmlformats.org/officeDocument/2006/relationships/customXml" Target="../ink/ink614.xml"/><Relationship Id="rId166" Type="http://schemas.openxmlformats.org/officeDocument/2006/relationships/customXml" Target="../ink/ink662.xml"/><Relationship Id="rId331" Type="http://schemas.openxmlformats.org/officeDocument/2006/relationships/image" Target="../media/image540.png"/><Relationship Id="rId373" Type="http://schemas.openxmlformats.org/officeDocument/2006/relationships/image" Target="../media/image561.png"/><Relationship Id="rId429" Type="http://schemas.openxmlformats.org/officeDocument/2006/relationships/image" Target="../media/image589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495.png"/><Relationship Id="rId440" Type="http://schemas.openxmlformats.org/officeDocument/2006/relationships/customXml" Target="../ink/ink799.xml"/><Relationship Id="rId28" Type="http://schemas.openxmlformats.org/officeDocument/2006/relationships/customXml" Target="../ink/ink593.xml"/><Relationship Id="rId275" Type="http://schemas.openxmlformats.org/officeDocument/2006/relationships/image" Target="../media/image512.png"/><Relationship Id="rId300" Type="http://schemas.openxmlformats.org/officeDocument/2006/relationships/customXml" Target="../ink/ink729.xml"/><Relationship Id="rId482" Type="http://schemas.openxmlformats.org/officeDocument/2006/relationships/customXml" Target="../ink/ink820.xml"/><Relationship Id="rId81" Type="http://schemas.openxmlformats.org/officeDocument/2006/relationships/image" Target="../media/image4200.png"/><Relationship Id="rId135" Type="http://schemas.openxmlformats.org/officeDocument/2006/relationships/image" Target="../media/image447.png"/><Relationship Id="rId177" Type="http://schemas.openxmlformats.org/officeDocument/2006/relationships/image" Target="../media/image468.png"/><Relationship Id="rId342" Type="http://schemas.openxmlformats.org/officeDocument/2006/relationships/customXml" Target="../ink/ink750.xml"/><Relationship Id="rId384" Type="http://schemas.openxmlformats.org/officeDocument/2006/relationships/customXml" Target="../ink/ink771.xml"/><Relationship Id="rId202" Type="http://schemas.openxmlformats.org/officeDocument/2006/relationships/customXml" Target="../ink/ink680.xml"/><Relationship Id="rId244" Type="http://schemas.openxmlformats.org/officeDocument/2006/relationships/customXml" Target="../ink/ink701.xml"/><Relationship Id="rId39" Type="http://schemas.openxmlformats.org/officeDocument/2006/relationships/image" Target="../media/image3990.png"/><Relationship Id="rId286" Type="http://schemas.openxmlformats.org/officeDocument/2006/relationships/customXml" Target="../ink/ink722.xml"/><Relationship Id="rId451" Type="http://schemas.openxmlformats.org/officeDocument/2006/relationships/image" Target="../media/image600.png"/><Relationship Id="rId493" Type="http://schemas.openxmlformats.org/officeDocument/2006/relationships/image" Target="../media/image621.png"/><Relationship Id="rId507" Type="http://schemas.openxmlformats.org/officeDocument/2006/relationships/customXml" Target="../ink/ink833.xml"/><Relationship Id="rId50" Type="http://schemas.openxmlformats.org/officeDocument/2006/relationships/customXml" Target="../ink/ink604.xml"/><Relationship Id="rId104" Type="http://schemas.openxmlformats.org/officeDocument/2006/relationships/customXml" Target="../ink/ink631.xml"/><Relationship Id="rId146" Type="http://schemas.openxmlformats.org/officeDocument/2006/relationships/customXml" Target="../ink/ink652.xml"/><Relationship Id="rId188" Type="http://schemas.openxmlformats.org/officeDocument/2006/relationships/customXml" Target="../ink/ink673.xml"/><Relationship Id="rId311" Type="http://schemas.openxmlformats.org/officeDocument/2006/relationships/image" Target="../media/image530.png"/><Relationship Id="rId353" Type="http://schemas.openxmlformats.org/officeDocument/2006/relationships/image" Target="../media/image551.png"/><Relationship Id="rId395" Type="http://schemas.openxmlformats.org/officeDocument/2006/relationships/image" Target="../media/image572.png"/><Relationship Id="rId409" Type="http://schemas.openxmlformats.org/officeDocument/2006/relationships/image" Target="../media/image579.png"/><Relationship Id="rId92" Type="http://schemas.openxmlformats.org/officeDocument/2006/relationships/customXml" Target="../ink/ink625.xml"/><Relationship Id="rId213" Type="http://schemas.openxmlformats.org/officeDocument/2006/relationships/image" Target="../media/image485.png"/><Relationship Id="rId420" Type="http://schemas.openxmlformats.org/officeDocument/2006/relationships/customXml" Target="../ink/ink789.xml"/><Relationship Id="rId255" Type="http://schemas.openxmlformats.org/officeDocument/2006/relationships/image" Target="../media/image503.png"/><Relationship Id="rId297" Type="http://schemas.openxmlformats.org/officeDocument/2006/relationships/image" Target="../media/image523.png"/><Relationship Id="rId462" Type="http://schemas.openxmlformats.org/officeDocument/2006/relationships/customXml" Target="../ink/ink810.xml"/><Relationship Id="rId518" Type="http://schemas.openxmlformats.org/officeDocument/2006/relationships/customXml" Target="../ink/ink839.xml"/><Relationship Id="rId115" Type="http://schemas.openxmlformats.org/officeDocument/2006/relationships/image" Target="../media/image437.png"/><Relationship Id="rId157" Type="http://schemas.openxmlformats.org/officeDocument/2006/relationships/image" Target="../media/image458.png"/><Relationship Id="rId322" Type="http://schemas.openxmlformats.org/officeDocument/2006/relationships/customXml" Target="../ink/ink740.xml"/><Relationship Id="rId364" Type="http://schemas.openxmlformats.org/officeDocument/2006/relationships/customXml" Target="../ink/ink761.xml"/><Relationship Id="rId61" Type="http://schemas.openxmlformats.org/officeDocument/2006/relationships/image" Target="../media/image4100.png"/><Relationship Id="rId199" Type="http://schemas.openxmlformats.org/officeDocument/2006/relationships/image" Target="../media/image478.png"/><Relationship Id="rId19" Type="http://schemas.openxmlformats.org/officeDocument/2006/relationships/image" Target="../media/image3890.png"/><Relationship Id="rId224" Type="http://schemas.openxmlformats.org/officeDocument/2006/relationships/customXml" Target="../ink/ink691.xml"/><Relationship Id="rId266" Type="http://schemas.openxmlformats.org/officeDocument/2006/relationships/customXml" Target="../ink/ink712.xml"/><Relationship Id="rId431" Type="http://schemas.openxmlformats.org/officeDocument/2006/relationships/image" Target="../media/image590.png"/><Relationship Id="rId473" Type="http://schemas.openxmlformats.org/officeDocument/2006/relationships/image" Target="../media/image611.png"/><Relationship Id="rId30" Type="http://schemas.openxmlformats.org/officeDocument/2006/relationships/customXml" Target="../ink/ink594.xml"/><Relationship Id="rId126" Type="http://schemas.openxmlformats.org/officeDocument/2006/relationships/customXml" Target="../ink/ink642.xml"/><Relationship Id="rId168" Type="http://schemas.openxmlformats.org/officeDocument/2006/relationships/customXml" Target="../ink/ink663.xml"/><Relationship Id="rId333" Type="http://schemas.openxmlformats.org/officeDocument/2006/relationships/image" Target="../media/image541.png"/><Relationship Id="rId72" Type="http://schemas.openxmlformats.org/officeDocument/2006/relationships/customXml" Target="../ink/ink615.xml"/><Relationship Id="rId375" Type="http://schemas.openxmlformats.org/officeDocument/2006/relationships/image" Target="../media/image562.png"/><Relationship Id="rId3" Type="http://schemas.openxmlformats.org/officeDocument/2006/relationships/image" Target="../media/image3820.png"/><Relationship Id="rId235" Type="http://schemas.openxmlformats.org/officeDocument/2006/relationships/image" Target="../media/image496.png"/><Relationship Id="rId277" Type="http://schemas.openxmlformats.org/officeDocument/2006/relationships/image" Target="../media/image513.png"/><Relationship Id="rId400" Type="http://schemas.openxmlformats.org/officeDocument/2006/relationships/customXml" Target="../ink/ink779.xml"/><Relationship Id="rId442" Type="http://schemas.openxmlformats.org/officeDocument/2006/relationships/customXml" Target="../ink/ink800.xml"/><Relationship Id="rId484" Type="http://schemas.openxmlformats.org/officeDocument/2006/relationships/customXml" Target="../ink/ink821.xml"/><Relationship Id="rId137" Type="http://schemas.openxmlformats.org/officeDocument/2006/relationships/image" Target="../media/image448.png"/><Relationship Id="rId302" Type="http://schemas.openxmlformats.org/officeDocument/2006/relationships/customXml" Target="../ink/ink730.xml"/><Relationship Id="rId344" Type="http://schemas.openxmlformats.org/officeDocument/2006/relationships/customXml" Target="../ink/ink751.xml"/><Relationship Id="rId41" Type="http://schemas.openxmlformats.org/officeDocument/2006/relationships/image" Target="../media/image4000.png"/><Relationship Id="rId83" Type="http://schemas.openxmlformats.org/officeDocument/2006/relationships/image" Target="../media/image4210.png"/><Relationship Id="rId179" Type="http://schemas.openxmlformats.org/officeDocument/2006/relationships/image" Target="../media/image469.png"/><Relationship Id="rId386" Type="http://schemas.openxmlformats.org/officeDocument/2006/relationships/customXml" Target="../ink/ink772.xml"/><Relationship Id="rId190" Type="http://schemas.openxmlformats.org/officeDocument/2006/relationships/customXml" Target="../ink/ink674.xml"/><Relationship Id="rId204" Type="http://schemas.openxmlformats.org/officeDocument/2006/relationships/customXml" Target="../ink/ink681.xml"/><Relationship Id="rId246" Type="http://schemas.openxmlformats.org/officeDocument/2006/relationships/customXml" Target="../ink/ink702.xml"/><Relationship Id="rId288" Type="http://schemas.openxmlformats.org/officeDocument/2006/relationships/customXml" Target="../ink/ink723.xml"/><Relationship Id="rId411" Type="http://schemas.openxmlformats.org/officeDocument/2006/relationships/image" Target="../media/image580.png"/><Relationship Id="rId453" Type="http://schemas.openxmlformats.org/officeDocument/2006/relationships/image" Target="../media/image601.png"/><Relationship Id="rId509" Type="http://schemas.openxmlformats.org/officeDocument/2006/relationships/customXml" Target="../ink/ink834.xml"/><Relationship Id="rId106" Type="http://schemas.openxmlformats.org/officeDocument/2006/relationships/customXml" Target="../ink/ink632.xml"/><Relationship Id="rId313" Type="http://schemas.openxmlformats.org/officeDocument/2006/relationships/image" Target="../media/image531.png"/><Relationship Id="rId495" Type="http://schemas.openxmlformats.org/officeDocument/2006/relationships/image" Target="../media/image7.png"/><Relationship Id="rId10" Type="http://schemas.openxmlformats.org/officeDocument/2006/relationships/customXml" Target="../ink/ink584.xml"/><Relationship Id="rId52" Type="http://schemas.openxmlformats.org/officeDocument/2006/relationships/customXml" Target="../ink/ink605.xml"/><Relationship Id="rId94" Type="http://schemas.openxmlformats.org/officeDocument/2006/relationships/customXml" Target="../ink/ink626.xml"/><Relationship Id="rId148" Type="http://schemas.openxmlformats.org/officeDocument/2006/relationships/customXml" Target="../ink/ink653.xml"/><Relationship Id="rId355" Type="http://schemas.openxmlformats.org/officeDocument/2006/relationships/image" Target="../media/image552.png"/><Relationship Id="rId397" Type="http://schemas.openxmlformats.org/officeDocument/2006/relationships/image" Target="../media/image573.png"/><Relationship Id="rId520" Type="http://schemas.openxmlformats.org/officeDocument/2006/relationships/customXml" Target="../ink/ink840.xml"/><Relationship Id="rId215" Type="http://schemas.openxmlformats.org/officeDocument/2006/relationships/image" Target="../media/image486.png"/><Relationship Id="rId257" Type="http://schemas.openxmlformats.org/officeDocument/2006/relationships/image" Target="../media/image1.png"/><Relationship Id="rId422" Type="http://schemas.openxmlformats.org/officeDocument/2006/relationships/customXml" Target="../ink/ink790.xml"/><Relationship Id="rId464" Type="http://schemas.openxmlformats.org/officeDocument/2006/relationships/customXml" Target="../ink/ink811.xml"/><Relationship Id="rId299" Type="http://schemas.openxmlformats.org/officeDocument/2006/relationships/image" Target="../media/image524.png"/><Relationship Id="rId63" Type="http://schemas.openxmlformats.org/officeDocument/2006/relationships/image" Target="../media/image4110.png"/><Relationship Id="rId159" Type="http://schemas.openxmlformats.org/officeDocument/2006/relationships/image" Target="../media/image459.png"/><Relationship Id="rId366" Type="http://schemas.openxmlformats.org/officeDocument/2006/relationships/customXml" Target="../ink/ink762.xml"/><Relationship Id="rId226" Type="http://schemas.openxmlformats.org/officeDocument/2006/relationships/customXml" Target="../ink/ink692.xml"/><Relationship Id="rId433" Type="http://schemas.openxmlformats.org/officeDocument/2006/relationships/image" Target="../media/image591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75.png"/><Relationship Id="rId299" Type="http://schemas.openxmlformats.org/officeDocument/2006/relationships/customXml" Target="../ink/ink993.xml"/><Relationship Id="rId21" Type="http://schemas.openxmlformats.org/officeDocument/2006/relationships/image" Target="../media/image630.png"/><Relationship Id="rId63" Type="http://schemas.openxmlformats.org/officeDocument/2006/relationships/image" Target="../media/image650.png"/><Relationship Id="rId159" Type="http://schemas.openxmlformats.org/officeDocument/2006/relationships/image" Target="../media/image696.png"/><Relationship Id="rId324" Type="http://schemas.openxmlformats.org/officeDocument/2006/relationships/customXml" Target="../ink/ink1007.xml"/><Relationship Id="rId170" Type="http://schemas.openxmlformats.org/officeDocument/2006/relationships/customXml" Target="../ink/ink926.xml"/><Relationship Id="rId226" Type="http://schemas.openxmlformats.org/officeDocument/2006/relationships/customXml" Target="../ink/ink954.xml"/><Relationship Id="rId268" Type="http://schemas.openxmlformats.org/officeDocument/2006/relationships/image" Target="../media/image748.png"/><Relationship Id="rId32" Type="http://schemas.openxmlformats.org/officeDocument/2006/relationships/customXml" Target="../ink/ink857.xml"/><Relationship Id="rId74" Type="http://schemas.openxmlformats.org/officeDocument/2006/relationships/customXml" Target="../ink/ink878.xml"/><Relationship Id="rId128" Type="http://schemas.openxmlformats.org/officeDocument/2006/relationships/customXml" Target="../ink/ink905.xml"/><Relationship Id="rId5" Type="http://schemas.openxmlformats.org/officeDocument/2006/relationships/image" Target="../media/image6230.png"/><Relationship Id="rId181" Type="http://schemas.openxmlformats.org/officeDocument/2006/relationships/image" Target="../media/image707.png"/><Relationship Id="rId237" Type="http://schemas.openxmlformats.org/officeDocument/2006/relationships/customXml" Target="../ink/ink962.xml"/><Relationship Id="rId279" Type="http://schemas.openxmlformats.org/officeDocument/2006/relationships/customXml" Target="../ink/ink983.xml"/><Relationship Id="rId43" Type="http://schemas.openxmlformats.org/officeDocument/2006/relationships/image" Target="../media/image641.png"/><Relationship Id="rId139" Type="http://schemas.openxmlformats.org/officeDocument/2006/relationships/image" Target="../media/image686.png"/><Relationship Id="rId290" Type="http://schemas.openxmlformats.org/officeDocument/2006/relationships/image" Target="../media/image759.png"/><Relationship Id="rId304" Type="http://schemas.openxmlformats.org/officeDocument/2006/relationships/image" Target="../media/image765.png"/><Relationship Id="rId85" Type="http://schemas.openxmlformats.org/officeDocument/2006/relationships/image" Target="../media/image661.png"/><Relationship Id="rId150" Type="http://schemas.openxmlformats.org/officeDocument/2006/relationships/customXml" Target="../ink/ink916.xml"/><Relationship Id="rId192" Type="http://schemas.openxmlformats.org/officeDocument/2006/relationships/customXml" Target="../ink/ink937.xml"/><Relationship Id="rId206" Type="http://schemas.openxmlformats.org/officeDocument/2006/relationships/customXml" Target="../ink/ink944.xml"/><Relationship Id="rId248" Type="http://schemas.openxmlformats.org/officeDocument/2006/relationships/image" Target="../media/image738.png"/><Relationship Id="rId12" Type="http://schemas.openxmlformats.org/officeDocument/2006/relationships/customXml" Target="../ink/ink847.xml"/><Relationship Id="rId108" Type="http://schemas.openxmlformats.org/officeDocument/2006/relationships/customXml" Target="../ink/ink895.xml"/><Relationship Id="rId315" Type="http://schemas.openxmlformats.org/officeDocument/2006/relationships/customXml" Target="../ink/ink1002.xml"/><Relationship Id="rId54" Type="http://schemas.openxmlformats.org/officeDocument/2006/relationships/customXml" Target="../ink/ink868.xml"/><Relationship Id="rId96" Type="http://schemas.openxmlformats.org/officeDocument/2006/relationships/customXml" Target="../ink/ink889.xml"/><Relationship Id="rId161" Type="http://schemas.openxmlformats.org/officeDocument/2006/relationships/image" Target="../media/image697.png"/><Relationship Id="rId217" Type="http://schemas.openxmlformats.org/officeDocument/2006/relationships/image" Target="../media/image725.png"/><Relationship Id="rId259" Type="http://schemas.openxmlformats.org/officeDocument/2006/relationships/customXml" Target="../ink/ink973.xml"/><Relationship Id="rId23" Type="http://schemas.openxmlformats.org/officeDocument/2006/relationships/image" Target="../media/image631.png"/><Relationship Id="rId119" Type="http://schemas.openxmlformats.org/officeDocument/2006/relationships/image" Target="../media/image676.png"/><Relationship Id="rId270" Type="http://schemas.openxmlformats.org/officeDocument/2006/relationships/image" Target="../media/image749.png"/><Relationship Id="rId326" Type="http://schemas.openxmlformats.org/officeDocument/2006/relationships/image" Target="../media/image330.png"/><Relationship Id="rId65" Type="http://schemas.openxmlformats.org/officeDocument/2006/relationships/image" Target="../media/image651.png"/><Relationship Id="rId130" Type="http://schemas.openxmlformats.org/officeDocument/2006/relationships/customXml" Target="../ink/ink906.xml"/><Relationship Id="rId172" Type="http://schemas.openxmlformats.org/officeDocument/2006/relationships/customXml" Target="../ink/ink927.xml"/><Relationship Id="rId228" Type="http://schemas.openxmlformats.org/officeDocument/2006/relationships/customXml" Target="../ink/ink955.xml"/><Relationship Id="rId281" Type="http://schemas.openxmlformats.org/officeDocument/2006/relationships/customXml" Target="../ink/ink984.xml"/><Relationship Id="rId34" Type="http://schemas.openxmlformats.org/officeDocument/2006/relationships/customXml" Target="../ink/ink858.xml"/><Relationship Id="rId76" Type="http://schemas.openxmlformats.org/officeDocument/2006/relationships/customXml" Target="../ink/ink879.xml"/><Relationship Id="rId141" Type="http://schemas.openxmlformats.org/officeDocument/2006/relationships/image" Target="../media/image687.png"/><Relationship Id="rId7" Type="http://schemas.openxmlformats.org/officeDocument/2006/relationships/image" Target="../media/image6240.png"/><Relationship Id="rId183" Type="http://schemas.openxmlformats.org/officeDocument/2006/relationships/image" Target="../media/image708.png"/><Relationship Id="rId239" Type="http://schemas.openxmlformats.org/officeDocument/2006/relationships/customXml" Target="../ink/ink963.xml"/><Relationship Id="rId250" Type="http://schemas.openxmlformats.org/officeDocument/2006/relationships/image" Target="../media/image739.png"/><Relationship Id="rId292" Type="http://schemas.openxmlformats.org/officeDocument/2006/relationships/image" Target="../media/image760.png"/><Relationship Id="rId306" Type="http://schemas.openxmlformats.org/officeDocument/2006/relationships/image" Target="../media/image766.png"/><Relationship Id="rId24" Type="http://schemas.openxmlformats.org/officeDocument/2006/relationships/customXml" Target="../ink/ink853.xml"/><Relationship Id="rId45" Type="http://schemas.openxmlformats.org/officeDocument/2006/relationships/image" Target="../media/image642.png"/><Relationship Id="rId66" Type="http://schemas.openxmlformats.org/officeDocument/2006/relationships/customXml" Target="../ink/ink874.xml"/><Relationship Id="rId87" Type="http://schemas.openxmlformats.org/officeDocument/2006/relationships/image" Target="../media/image662.png"/><Relationship Id="rId110" Type="http://schemas.openxmlformats.org/officeDocument/2006/relationships/customXml" Target="../ink/ink896.xml"/><Relationship Id="rId131" Type="http://schemas.openxmlformats.org/officeDocument/2006/relationships/image" Target="../media/image682.png"/><Relationship Id="rId327" Type="http://schemas.openxmlformats.org/officeDocument/2006/relationships/customXml" Target="../ink/ink1009.xml"/><Relationship Id="rId152" Type="http://schemas.openxmlformats.org/officeDocument/2006/relationships/customXml" Target="../ink/ink917.xml"/><Relationship Id="rId173" Type="http://schemas.openxmlformats.org/officeDocument/2006/relationships/image" Target="../media/image703.png"/><Relationship Id="rId194" Type="http://schemas.openxmlformats.org/officeDocument/2006/relationships/customXml" Target="../ink/ink938.xml"/><Relationship Id="rId208" Type="http://schemas.openxmlformats.org/officeDocument/2006/relationships/customXml" Target="../ink/ink945.xml"/><Relationship Id="rId229" Type="http://schemas.openxmlformats.org/officeDocument/2006/relationships/image" Target="../media/image731.png"/><Relationship Id="rId240" Type="http://schemas.openxmlformats.org/officeDocument/2006/relationships/image" Target="../media/image734.png"/><Relationship Id="rId261" Type="http://schemas.openxmlformats.org/officeDocument/2006/relationships/customXml" Target="../ink/ink974.xml"/><Relationship Id="rId14" Type="http://schemas.openxmlformats.org/officeDocument/2006/relationships/customXml" Target="../ink/ink848.xml"/><Relationship Id="rId35" Type="http://schemas.openxmlformats.org/officeDocument/2006/relationships/image" Target="../media/image637.png"/><Relationship Id="rId56" Type="http://schemas.openxmlformats.org/officeDocument/2006/relationships/customXml" Target="../ink/ink869.xml"/><Relationship Id="rId77" Type="http://schemas.openxmlformats.org/officeDocument/2006/relationships/image" Target="../media/image657.png"/><Relationship Id="rId100" Type="http://schemas.openxmlformats.org/officeDocument/2006/relationships/customXml" Target="../ink/ink891.xml"/><Relationship Id="rId282" Type="http://schemas.openxmlformats.org/officeDocument/2006/relationships/image" Target="../media/image755.png"/><Relationship Id="rId317" Type="http://schemas.openxmlformats.org/officeDocument/2006/relationships/customXml" Target="../ink/ink1003.xml"/><Relationship Id="rId8" Type="http://schemas.openxmlformats.org/officeDocument/2006/relationships/customXml" Target="../ink/ink845.xml"/><Relationship Id="rId98" Type="http://schemas.openxmlformats.org/officeDocument/2006/relationships/customXml" Target="../ink/ink890.xml"/><Relationship Id="rId121" Type="http://schemas.openxmlformats.org/officeDocument/2006/relationships/image" Target="../media/image677.png"/><Relationship Id="rId142" Type="http://schemas.openxmlformats.org/officeDocument/2006/relationships/customXml" Target="../ink/ink912.xml"/><Relationship Id="rId163" Type="http://schemas.openxmlformats.org/officeDocument/2006/relationships/image" Target="../media/image698.png"/><Relationship Id="rId184" Type="http://schemas.openxmlformats.org/officeDocument/2006/relationships/customXml" Target="../ink/ink933.xml"/><Relationship Id="rId219" Type="http://schemas.openxmlformats.org/officeDocument/2006/relationships/image" Target="../media/image726.png"/><Relationship Id="rId230" Type="http://schemas.openxmlformats.org/officeDocument/2006/relationships/customXml" Target="../ink/ink956.xml"/><Relationship Id="rId251" Type="http://schemas.openxmlformats.org/officeDocument/2006/relationships/customXml" Target="../ink/ink969.xml"/><Relationship Id="rId25" Type="http://schemas.openxmlformats.org/officeDocument/2006/relationships/image" Target="../media/image632.png"/><Relationship Id="rId46" Type="http://schemas.openxmlformats.org/officeDocument/2006/relationships/customXml" Target="../ink/ink864.xml"/><Relationship Id="rId67" Type="http://schemas.openxmlformats.org/officeDocument/2006/relationships/image" Target="../media/image652.png"/><Relationship Id="rId272" Type="http://schemas.openxmlformats.org/officeDocument/2006/relationships/image" Target="../media/image750.png"/><Relationship Id="rId293" Type="http://schemas.openxmlformats.org/officeDocument/2006/relationships/customXml" Target="../ink/ink990.xml"/><Relationship Id="rId307" Type="http://schemas.openxmlformats.org/officeDocument/2006/relationships/customXml" Target="../ink/ink997.xml"/><Relationship Id="rId328" Type="http://schemas.openxmlformats.org/officeDocument/2006/relationships/image" Target="../media/image773.png"/><Relationship Id="rId88" Type="http://schemas.openxmlformats.org/officeDocument/2006/relationships/customXml" Target="../ink/ink885.xml"/><Relationship Id="rId111" Type="http://schemas.openxmlformats.org/officeDocument/2006/relationships/image" Target="../media/image672.png"/><Relationship Id="rId132" Type="http://schemas.openxmlformats.org/officeDocument/2006/relationships/customXml" Target="../ink/ink907.xml"/><Relationship Id="rId153" Type="http://schemas.openxmlformats.org/officeDocument/2006/relationships/image" Target="../media/image693.png"/><Relationship Id="rId174" Type="http://schemas.openxmlformats.org/officeDocument/2006/relationships/customXml" Target="../ink/ink928.xml"/><Relationship Id="rId195" Type="http://schemas.openxmlformats.org/officeDocument/2006/relationships/image" Target="../media/image714.png"/><Relationship Id="rId209" Type="http://schemas.openxmlformats.org/officeDocument/2006/relationships/image" Target="../media/image721.png"/><Relationship Id="rId220" Type="http://schemas.openxmlformats.org/officeDocument/2006/relationships/customXml" Target="../ink/ink951.xml"/><Relationship Id="rId241" Type="http://schemas.openxmlformats.org/officeDocument/2006/relationships/customXml" Target="../ink/ink964.xml"/><Relationship Id="rId15" Type="http://schemas.openxmlformats.org/officeDocument/2006/relationships/image" Target="../media/image6280.png"/><Relationship Id="rId36" Type="http://schemas.openxmlformats.org/officeDocument/2006/relationships/customXml" Target="../ink/ink859.xml"/><Relationship Id="rId57" Type="http://schemas.openxmlformats.org/officeDocument/2006/relationships/image" Target="../media/image647.png"/><Relationship Id="rId262" Type="http://schemas.openxmlformats.org/officeDocument/2006/relationships/image" Target="../media/image745.png"/><Relationship Id="rId283" Type="http://schemas.openxmlformats.org/officeDocument/2006/relationships/customXml" Target="../ink/ink985.xml"/><Relationship Id="rId318" Type="http://schemas.openxmlformats.org/officeDocument/2006/relationships/image" Target="../media/image771.png"/><Relationship Id="rId78" Type="http://schemas.openxmlformats.org/officeDocument/2006/relationships/customXml" Target="../ink/ink880.xml"/><Relationship Id="rId99" Type="http://schemas.openxmlformats.org/officeDocument/2006/relationships/image" Target="../media/image668.png"/><Relationship Id="rId101" Type="http://schemas.openxmlformats.org/officeDocument/2006/relationships/image" Target="../media/image669.png"/><Relationship Id="rId122" Type="http://schemas.openxmlformats.org/officeDocument/2006/relationships/customXml" Target="../ink/ink902.xml"/><Relationship Id="rId143" Type="http://schemas.openxmlformats.org/officeDocument/2006/relationships/image" Target="../media/image688.png"/><Relationship Id="rId164" Type="http://schemas.openxmlformats.org/officeDocument/2006/relationships/customXml" Target="../ink/ink923.xml"/><Relationship Id="rId185" Type="http://schemas.openxmlformats.org/officeDocument/2006/relationships/image" Target="../media/image709.png"/><Relationship Id="rId9" Type="http://schemas.openxmlformats.org/officeDocument/2006/relationships/image" Target="../media/image6250.png"/><Relationship Id="rId210" Type="http://schemas.openxmlformats.org/officeDocument/2006/relationships/customXml" Target="../ink/ink946.xml"/><Relationship Id="rId26" Type="http://schemas.openxmlformats.org/officeDocument/2006/relationships/customXml" Target="../ink/ink854.xml"/><Relationship Id="rId231" Type="http://schemas.openxmlformats.org/officeDocument/2006/relationships/image" Target="../media/image732.png"/><Relationship Id="rId252" Type="http://schemas.openxmlformats.org/officeDocument/2006/relationships/image" Target="../media/image740.png"/><Relationship Id="rId273" Type="http://schemas.openxmlformats.org/officeDocument/2006/relationships/customXml" Target="../ink/ink980.xml"/><Relationship Id="rId294" Type="http://schemas.openxmlformats.org/officeDocument/2006/relationships/image" Target="../media/image761.png"/><Relationship Id="rId308" Type="http://schemas.openxmlformats.org/officeDocument/2006/relationships/image" Target="../media/image767.png"/><Relationship Id="rId329" Type="http://schemas.openxmlformats.org/officeDocument/2006/relationships/customXml" Target="../ink/ink1010.xml"/><Relationship Id="rId47" Type="http://schemas.openxmlformats.org/officeDocument/2006/relationships/image" Target="../media/image643.png"/><Relationship Id="rId68" Type="http://schemas.openxmlformats.org/officeDocument/2006/relationships/customXml" Target="../ink/ink875.xml"/><Relationship Id="rId89" Type="http://schemas.openxmlformats.org/officeDocument/2006/relationships/image" Target="../media/image663.png"/><Relationship Id="rId112" Type="http://schemas.openxmlformats.org/officeDocument/2006/relationships/customXml" Target="../ink/ink897.xml"/><Relationship Id="rId133" Type="http://schemas.openxmlformats.org/officeDocument/2006/relationships/image" Target="../media/image683.png"/><Relationship Id="rId154" Type="http://schemas.openxmlformats.org/officeDocument/2006/relationships/customXml" Target="../ink/ink918.xml"/><Relationship Id="rId175" Type="http://schemas.openxmlformats.org/officeDocument/2006/relationships/image" Target="../media/image704.png"/><Relationship Id="rId196" Type="http://schemas.openxmlformats.org/officeDocument/2006/relationships/customXml" Target="../ink/ink939.xml"/><Relationship Id="rId200" Type="http://schemas.openxmlformats.org/officeDocument/2006/relationships/customXml" Target="../ink/ink941.xml"/><Relationship Id="rId16" Type="http://schemas.openxmlformats.org/officeDocument/2006/relationships/customXml" Target="../ink/ink849.xml"/><Relationship Id="rId221" Type="http://schemas.openxmlformats.org/officeDocument/2006/relationships/image" Target="../media/image727.png"/><Relationship Id="rId242" Type="http://schemas.openxmlformats.org/officeDocument/2006/relationships/image" Target="../media/image735.png"/><Relationship Id="rId263" Type="http://schemas.openxmlformats.org/officeDocument/2006/relationships/customXml" Target="../ink/ink975.xml"/><Relationship Id="rId284" Type="http://schemas.openxmlformats.org/officeDocument/2006/relationships/image" Target="../media/image756.png"/><Relationship Id="rId319" Type="http://schemas.openxmlformats.org/officeDocument/2006/relationships/customXml" Target="../ink/ink1004.xml"/><Relationship Id="rId37" Type="http://schemas.openxmlformats.org/officeDocument/2006/relationships/image" Target="../media/image638.png"/><Relationship Id="rId58" Type="http://schemas.openxmlformats.org/officeDocument/2006/relationships/customXml" Target="../ink/ink870.xml"/><Relationship Id="rId79" Type="http://schemas.openxmlformats.org/officeDocument/2006/relationships/image" Target="../media/image658.png"/><Relationship Id="rId102" Type="http://schemas.openxmlformats.org/officeDocument/2006/relationships/customXml" Target="../ink/ink892.xml"/><Relationship Id="rId123" Type="http://schemas.openxmlformats.org/officeDocument/2006/relationships/image" Target="../media/image678.png"/><Relationship Id="rId144" Type="http://schemas.openxmlformats.org/officeDocument/2006/relationships/customXml" Target="../ink/ink913.xml"/><Relationship Id="rId330" Type="http://schemas.openxmlformats.org/officeDocument/2006/relationships/image" Target="../media/image774.png"/><Relationship Id="rId90" Type="http://schemas.openxmlformats.org/officeDocument/2006/relationships/customXml" Target="../ink/ink886.xml"/><Relationship Id="rId165" Type="http://schemas.openxmlformats.org/officeDocument/2006/relationships/image" Target="../media/image699.png"/><Relationship Id="rId186" Type="http://schemas.openxmlformats.org/officeDocument/2006/relationships/customXml" Target="../ink/ink934.xml"/><Relationship Id="rId211" Type="http://schemas.openxmlformats.org/officeDocument/2006/relationships/image" Target="../media/image722.png"/><Relationship Id="rId232" Type="http://schemas.openxmlformats.org/officeDocument/2006/relationships/customXml" Target="../ink/ink957.xml"/><Relationship Id="rId253" Type="http://schemas.openxmlformats.org/officeDocument/2006/relationships/customXml" Target="../ink/ink970.xml"/><Relationship Id="rId274" Type="http://schemas.openxmlformats.org/officeDocument/2006/relationships/image" Target="../media/image751.png"/><Relationship Id="rId295" Type="http://schemas.openxmlformats.org/officeDocument/2006/relationships/customXml" Target="../ink/ink991.xml"/><Relationship Id="rId309" Type="http://schemas.openxmlformats.org/officeDocument/2006/relationships/customXml" Target="../ink/ink998.xml"/><Relationship Id="rId27" Type="http://schemas.openxmlformats.org/officeDocument/2006/relationships/image" Target="../media/image633.png"/><Relationship Id="rId48" Type="http://schemas.openxmlformats.org/officeDocument/2006/relationships/customXml" Target="../ink/ink865.xml"/><Relationship Id="rId69" Type="http://schemas.openxmlformats.org/officeDocument/2006/relationships/image" Target="../media/image653.png"/><Relationship Id="rId113" Type="http://schemas.openxmlformats.org/officeDocument/2006/relationships/image" Target="../media/image673.png"/><Relationship Id="rId134" Type="http://schemas.openxmlformats.org/officeDocument/2006/relationships/customXml" Target="../ink/ink908.xml"/><Relationship Id="rId320" Type="http://schemas.openxmlformats.org/officeDocument/2006/relationships/customXml" Target="../ink/ink1005.xml"/><Relationship Id="rId80" Type="http://schemas.openxmlformats.org/officeDocument/2006/relationships/customXml" Target="../ink/ink881.xml"/><Relationship Id="rId155" Type="http://schemas.openxmlformats.org/officeDocument/2006/relationships/image" Target="../media/image694.png"/><Relationship Id="rId176" Type="http://schemas.openxmlformats.org/officeDocument/2006/relationships/customXml" Target="../ink/ink929.xml"/><Relationship Id="rId197" Type="http://schemas.openxmlformats.org/officeDocument/2006/relationships/image" Target="../media/image715.png"/><Relationship Id="rId201" Type="http://schemas.openxmlformats.org/officeDocument/2006/relationships/image" Target="../media/image717.png"/><Relationship Id="rId222" Type="http://schemas.openxmlformats.org/officeDocument/2006/relationships/customXml" Target="../ink/ink952.xml"/><Relationship Id="rId243" Type="http://schemas.openxmlformats.org/officeDocument/2006/relationships/customXml" Target="../ink/ink965.xml"/><Relationship Id="rId264" Type="http://schemas.openxmlformats.org/officeDocument/2006/relationships/image" Target="../media/image746.png"/><Relationship Id="rId285" Type="http://schemas.openxmlformats.org/officeDocument/2006/relationships/customXml" Target="../ink/ink986.xml"/><Relationship Id="rId17" Type="http://schemas.openxmlformats.org/officeDocument/2006/relationships/image" Target="../media/image629.png"/><Relationship Id="rId38" Type="http://schemas.openxmlformats.org/officeDocument/2006/relationships/customXml" Target="../ink/ink860.xml"/><Relationship Id="rId59" Type="http://schemas.openxmlformats.org/officeDocument/2006/relationships/image" Target="../media/image648.png"/><Relationship Id="rId103" Type="http://schemas.openxmlformats.org/officeDocument/2006/relationships/image" Target="../media/image670.png"/><Relationship Id="rId124" Type="http://schemas.openxmlformats.org/officeDocument/2006/relationships/customXml" Target="../ink/ink903.xml"/><Relationship Id="rId310" Type="http://schemas.openxmlformats.org/officeDocument/2006/relationships/customXml" Target="../ink/ink999.xml"/><Relationship Id="rId70" Type="http://schemas.openxmlformats.org/officeDocument/2006/relationships/customXml" Target="../ink/ink876.xml"/><Relationship Id="rId91" Type="http://schemas.openxmlformats.org/officeDocument/2006/relationships/image" Target="../media/image664.png"/><Relationship Id="rId145" Type="http://schemas.openxmlformats.org/officeDocument/2006/relationships/image" Target="../media/image689.png"/><Relationship Id="rId166" Type="http://schemas.openxmlformats.org/officeDocument/2006/relationships/customXml" Target="../ink/ink924.xml"/><Relationship Id="rId187" Type="http://schemas.openxmlformats.org/officeDocument/2006/relationships/image" Target="../media/image710.png"/><Relationship Id="rId331" Type="http://schemas.openxmlformats.org/officeDocument/2006/relationships/customXml" Target="../ink/ink1011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947.xml"/><Relationship Id="rId233" Type="http://schemas.openxmlformats.org/officeDocument/2006/relationships/customXml" Target="../ink/ink958.xml"/><Relationship Id="rId254" Type="http://schemas.openxmlformats.org/officeDocument/2006/relationships/image" Target="../media/image741.png"/><Relationship Id="rId28" Type="http://schemas.openxmlformats.org/officeDocument/2006/relationships/customXml" Target="../ink/ink855.xml"/><Relationship Id="rId49" Type="http://schemas.openxmlformats.org/officeDocument/2006/relationships/image" Target="../media/image2820.png"/><Relationship Id="rId114" Type="http://schemas.openxmlformats.org/officeDocument/2006/relationships/customXml" Target="../ink/ink898.xml"/><Relationship Id="rId275" Type="http://schemas.openxmlformats.org/officeDocument/2006/relationships/customXml" Target="../ink/ink981.xml"/><Relationship Id="rId296" Type="http://schemas.openxmlformats.org/officeDocument/2006/relationships/image" Target="../media/image5.png"/><Relationship Id="rId300" Type="http://schemas.openxmlformats.org/officeDocument/2006/relationships/image" Target="../media/image763.png"/><Relationship Id="rId60" Type="http://schemas.openxmlformats.org/officeDocument/2006/relationships/customXml" Target="../ink/ink871.xml"/><Relationship Id="rId81" Type="http://schemas.openxmlformats.org/officeDocument/2006/relationships/image" Target="../media/image659.png"/><Relationship Id="rId135" Type="http://schemas.openxmlformats.org/officeDocument/2006/relationships/image" Target="../media/image684.png"/><Relationship Id="rId156" Type="http://schemas.openxmlformats.org/officeDocument/2006/relationships/customXml" Target="../ink/ink919.xml"/><Relationship Id="rId177" Type="http://schemas.openxmlformats.org/officeDocument/2006/relationships/image" Target="../media/image705.png"/><Relationship Id="rId198" Type="http://schemas.openxmlformats.org/officeDocument/2006/relationships/customXml" Target="../ink/ink940.xml"/><Relationship Id="rId321" Type="http://schemas.openxmlformats.org/officeDocument/2006/relationships/image" Target="../media/image772.png"/><Relationship Id="rId202" Type="http://schemas.openxmlformats.org/officeDocument/2006/relationships/customXml" Target="../ink/ink942.xml"/><Relationship Id="rId223" Type="http://schemas.openxmlformats.org/officeDocument/2006/relationships/image" Target="../media/image728.png"/><Relationship Id="rId244" Type="http://schemas.openxmlformats.org/officeDocument/2006/relationships/image" Target="../media/image736.png"/><Relationship Id="rId18" Type="http://schemas.openxmlformats.org/officeDocument/2006/relationships/customXml" Target="../ink/ink850.xml"/><Relationship Id="rId39" Type="http://schemas.openxmlformats.org/officeDocument/2006/relationships/image" Target="../media/image639.png"/><Relationship Id="rId265" Type="http://schemas.openxmlformats.org/officeDocument/2006/relationships/customXml" Target="../ink/ink976.xml"/><Relationship Id="rId286" Type="http://schemas.openxmlformats.org/officeDocument/2006/relationships/image" Target="../media/image757.png"/><Relationship Id="rId50" Type="http://schemas.openxmlformats.org/officeDocument/2006/relationships/customXml" Target="../ink/ink866.xml"/><Relationship Id="rId104" Type="http://schemas.openxmlformats.org/officeDocument/2006/relationships/customXml" Target="../ink/ink893.xml"/><Relationship Id="rId125" Type="http://schemas.openxmlformats.org/officeDocument/2006/relationships/image" Target="../media/image679.png"/><Relationship Id="rId146" Type="http://schemas.openxmlformats.org/officeDocument/2006/relationships/customXml" Target="../ink/ink914.xml"/><Relationship Id="rId167" Type="http://schemas.openxmlformats.org/officeDocument/2006/relationships/image" Target="../media/image700.png"/><Relationship Id="rId188" Type="http://schemas.openxmlformats.org/officeDocument/2006/relationships/customXml" Target="../ink/ink935.xml"/><Relationship Id="rId311" Type="http://schemas.openxmlformats.org/officeDocument/2006/relationships/image" Target="../media/image768.png"/><Relationship Id="rId332" Type="http://schemas.openxmlformats.org/officeDocument/2006/relationships/customXml" Target="../ink/ink1012.xml"/><Relationship Id="rId71" Type="http://schemas.openxmlformats.org/officeDocument/2006/relationships/image" Target="../media/image654.png"/><Relationship Id="rId92" Type="http://schemas.openxmlformats.org/officeDocument/2006/relationships/customXml" Target="../ink/ink887.xml"/><Relationship Id="rId213" Type="http://schemas.openxmlformats.org/officeDocument/2006/relationships/image" Target="../media/image723.png"/><Relationship Id="rId234" Type="http://schemas.openxmlformats.org/officeDocument/2006/relationships/customXml" Target="../ink/ink959.xml"/><Relationship Id="rId2" Type="http://schemas.openxmlformats.org/officeDocument/2006/relationships/customXml" Target="../ink/ink842.xml"/><Relationship Id="rId29" Type="http://schemas.openxmlformats.org/officeDocument/2006/relationships/image" Target="../media/image634.png"/><Relationship Id="rId255" Type="http://schemas.openxmlformats.org/officeDocument/2006/relationships/customXml" Target="../ink/ink971.xml"/><Relationship Id="rId276" Type="http://schemas.openxmlformats.org/officeDocument/2006/relationships/image" Target="../media/image752.png"/><Relationship Id="rId297" Type="http://schemas.openxmlformats.org/officeDocument/2006/relationships/customXml" Target="../ink/ink992.xml"/><Relationship Id="rId40" Type="http://schemas.openxmlformats.org/officeDocument/2006/relationships/customXml" Target="../ink/ink861.xml"/><Relationship Id="rId115" Type="http://schemas.openxmlformats.org/officeDocument/2006/relationships/image" Target="../media/image674.png"/><Relationship Id="rId136" Type="http://schemas.openxmlformats.org/officeDocument/2006/relationships/customXml" Target="../ink/ink909.xml"/><Relationship Id="rId157" Type="http://schemas.openxmlformats.org/officeDocument/2006/relationships/image" Target="../media/image695.png"/><Relationship Id="rId178" Type="http://schemas.openxmlformats.org/officeDocument/2006/relationships/customXml" Target="../ink/ink930.xml"/><Relationship Id="rId301" Type="http://schemas.openxmlformats.org/officeDocument/2006/relationships/customXml" Target="../ink/ink994.xml"/><Relationship Id="rId322" Type="http://schemas.openxmlformats.org/officeDocument/2006/relationships/customXml" Target="../ink/ink1006.xml"/><Relationship Id="rId61" Type="http://schemas.openxmlformats.org/officeDocument/2006/relationships/image" Target="../media/image649.png"/><Relationship Id="rId82" Type="http://schemas.openxmlformats.org/officeDocument/2006/relationships/customXml" Target="../ink/ink882.xml"/><Relationship Id="rId199" Type="http://schemas.openxmlformats.org/officeDocument/2006/relationships/image" Target="../media/image716.png"/><Relationship Id="rId203" Type="http://schemas.openxmlformats.org/officeDocument/2006/relationships/image" Target="../media/image718.png"/><Relationship Id="rId19" Type="http://schemas.openxmlformats.org/officeDocument/2006/relationships/image" Target="../media/image1.png"/><Relationship Id="rId224" Type="http://schemas.openxmlformats.org/officeDocument/2006/relationships/customXml" Target="../ink/ink953.xml"/><Relationship Id="rId245" Type="http://schemas.openxmlformats.org/officeDocument/2006/relationships/customXml" Target="../ink/ink966.xml"/><Relationship Id="rId266" Type="http://schemas.openxmlformats.org/officeDocument/2006/relationships/image" Target="../media/image747.png"/><Relationship Id="rId287" Type="http://schemas.openxmlformats.org/officeDocument/2006/relationships/customXml" Target="../ink/ink987.xml"/><Relationship Id="rId30" Type="http://schemas.openxmlformats.org/officeDocument/2006/relationships/customXml" Target="../ink/ink856.xml"/><Relationship Id="rId105" Type="http://schemas.openxmlformats.org/officeDocument/2006/relationships/image" Target="../media/image67.png"/><Relationship Id="rId126" Type="http://schemas.openxmlformats.org/officeDocument/2006/relationships/customXml" Target="../ink/ink904.xml"/><Relationship Id="rId147" Type="http://schemas.openxmlformats.org/officeDocument/2006/relationships/image" Target="../media/image690.png"/><Relationship Id="rId168" Type="http://schemas.openxmlformats.org/officeDocument/2006/relationships/customXml" Target="../ink/ink925.xml"/><Relationship Id="rId312" Type="http://schemas.openxmlformats.org/officeDocument/2006/relationships/customXml" Target="../ink/ink1000.xml"/><Relationship Id="rId333" Type="http://schemas.openxmlformats.org/officeDocument/2006/relationships/image" Target="../media/image775.png"/><Relationship Id="rId51" Type="http://schemas.openxmlformats.org/officeDocument/2006/relationships/image" Target="../media/image644.png"/><Relationship Id="rId72" Type="http://schemas.openxmlformats.org/officeDocument/2006/relationships/customXml" Target="../ink/ink877.xml"/><Relationship Id="rId93" Type="http://schemas.openxmlformats.org/officeDocument/2006/relationships/image" Target="../media/image665.png"/><Relationship Id="rId189" Type="http://schemas.openxmlformats.org/officeDocument/2006/relationships/image" Target="../media/image711.png"/><Relationship Id="rId3" Type="http://schemas.openxmlformats.org/officeDocument/2006/relationships/image" Target="../media/image6220.png"/><Relationship Id="rId214" Type="http://schemas.openxmlformats.org/officeDocument/2006/relationships/customXml" Target="../ink/ink948.xml"/><Relationship Id="rId235" Type="http://schemas.openxmlformats.org/officeDocument/2006/relationships/customXml" Target="../ink/ink960.xml"/><Relationship Id="rId256" Type="http://schemas.openxmlformats.org/officeDocument/2006/relationships/image" Target="../media/image742.png"/><Relationship Id="rId277" Type="http://schemas.openxmlformats.org/officeDocument/2006/relationships/customXml" Target="../ink/ink982.xml"/><Relationship Id="rId298" Type="http://schemas.openxmlformats.org/officeDocument/2006/relationships/image" Target="../media/image762.png"/><Relationship Id="rId116" Type="http://schemas.openxmlformats.org/officeDocument/2006/relationships/customXml" Target="../ink/ink899.xml"/><Relationship Id="rId137" Type="http://schemas.openxmlformats.org/officeDocument/2006/relationships/image" Target="../media/image685.png"/><Relationship Id="rId158" Type="http://schemas.openxmlformats.org/officeDocument/2006/relationships/customXml" Target="../ink/ink920.xml"/><Relationship Id="rId302" Type="http://schemas.openxmlformats.org/officeDocument/2006/relationships/image" Target="../media/image764.png"/><Relationship Id="rId323" Type="http://schemas.openxmlformats.org/officeDocument/2006/relationships/image" Target="../media/image26.png"/><Relationship Id="rId20" Type="http://schemas.openxmlformats.org/officeDocument/2006/relationships/customXml" Target="../ink/ink851.xml"/><Relationship Id="rId41" Type="http://schemas.openxmlformats.org/officeDocument/2006/relationships/image" Target="../media/image640.png"/><Relationship Id="rId62" Type="http://schemas.openxmlformats.org/officeDocument/2006/relationships/customXml" Target="../ink/ink872.xml"/><Relationship Id="rId83" Type="http://schemas.openxmlformats.org/officeDocument/2006/relationships/image" Target="../media/image660.png"/><Relationship Id="rId179" Type="http://schemas.openxmlformats.org/officeDocument/2006/relationships/image" Target="../media/image706.png"/><Relationship Id="rId190" Type="http://schemas.openxmlformats.org/officeDocument/2006/relationships/customXml" Target="../ink/ink936.xml"/><Relationship Id="rId204" Type="http://schemas.openxmlformats.org/officeDocument/2006/relationships/customXml" Target="../ink/ink943.xml"/><Relationship Id="rId225" Type="http://schemas.openxmlformats.org/officeDocument/2006/relationships/image" Target="../media/image729.png"/><Relationship Id="rId246" Type="http://schemas.openxmlformats.org/officeDocument/2006/relationships/image" Target="../media/image737.png"/><Relationship Id="rId267" Type="http://schemas.openxmlformats.org/officeDocument/2006/relationships/customXml" Target="../ink/ink977.xml"/><Relationship Id="rId288" Type="http://schemas.openxmlformats.org/officeDocument/2006/relationships/image" Target="../media/image758.png"/><Relationship Id="rId106" Type="http://schemas.openxmlformats.org/officeDocument/2006/relationships/customXml" Target="../ink/ink894.xml"/><Relationship Id="rId127" Type="http://schemas.openxmlformats.org/officeDocument/2006/relationships/image" Target="../media/image680.png"/><Relationship Id="rId313" Type="http://schemas.openxmlformats.org/officeDocument/2006/relationships/customXml" Target="../ink/ink1001.xml"/><Relationship Id="rId10" Type="http://schemas.openxmlformats.org/officeDocument/2006/relationships/customXml" Target="../ink/ink846.xml"/><Relationship Id="rId31" Type="http://schemas.openxmlformats.org/officeDocument/2006/relationships/image" Target="../media/image635.png"/><Relationship Id="rId52" Type="http://schemas.openxmlformats.org/officeDocument/2006/relationships/customXml" Target="../ink/ink867.xml"/><Relationship Id="rId73" Type="http://schemas.openxmlformats.org/officeDocument/2006/relationships/image" Target="../media/image655.png"/><Relationship Id="rId94" Type="http://schemas.openxmlformats.org/officeDocument/2006/relationships/customXml" Target="../ink/ink888.xml"/><Relationship Id="rId148" Type="http://schemas.openxmlformats.org/officeDocument/2006/relationships/customXml" Target="../ink/ink915.xml"/><Relationship Id="rId169" Type="http://schemas.openxmlformats.org/officeDocument/2006/relationships/image" Target="../media/image701.png"/><Relationship Id="rId4" Type="http://schemas.openxmlformats.org/officeDocument/2006/relationships/customXml" Target="../ink/ink843.xml"/><Relationship Id="rId180" Type="http://schemas.openxmlformats.org/officeDocument/2006/relationships/customXml" Target="../ink/ink931.xml"/><Relationship Id="rId215" Type="http://schemas.openxmlformats.org/officeDocument/2006/relationships/image" Target="../media/image724.png"/><Relationship Id="rId236" Type="http://schemas.openxmlformats.org/officeDocument/2006/relationships/customXml" Target="../ink/ink961.xml"/><Relationship Id="rId257" Type="http://schemas.openxmlformats.org/officeDocument/2006/relationships/customXml" Target="../ink/ink972.xml"/><Relationship Id="rId278" Type="http://schemas.openxmlformats.org/officeDocument/2006/relationships/image" Target="../media/image753.png"/><Relationship Id="rId303" Type="http://schemas.openxmlformats.org/officeDocument/2006/relationships/customXml" Target="../ink/ink995.xml"/><Relationship Id="rId42" Type="http://schemas.openxmlformats.org/officeDocument/2006/relationships/customXml" Target="../ink/ink862.xml"/><Relationship Id="rId84" Type="http://schemas.openxmlformats.org/officeDocument/2006/relationships/customXml" Target="../ink/ink883.xml"/><Relationship Id="rId138" Type="http://schemas.openxmlformats.org/officeDocument/2006/relationships/customXml" Target="../ink/ink910.xml"/><Relationship Id="rId191" Type="http://schemas.openxmlformats.org/officeDocument/2006/relationships/image" Target="../media/image712.png"/><Relationship Id="rId205" Type="http://schemas.openxmlformats.org/officeDocument/2006/relationships/image" Target="../media/image719.png"/><Relationship Id="rId247" Type="http://schemas.openxmlformats.org/officeDocument/2006/relationships/customXml" Target="../ink/ink967.xml"/><Relationship Id="rId107" Type="http://schemas.openxmlformats.org/officeDocument/2006/relationships/image" Target="../media/image4.png"/><Relationship Id="rId289" Type="http://schemas.openxmlformats.org/officeDocument/2006/relationships/customXml" Target="../ink/ink988.xml"/><Relationship Id="rId11" Type="http://schemas.openxmlformats.org/officeDocument/2006/relationships/image" Target="../media/image6260.png"/><Relationship Id="rId53" Type="http://schemas.openxmlformats.org/officeDocument/2006/relationships/image" Target="../media/image645.png"/><Relationship Id="rId149" Type="http://schemas.openxmlformats.org/officeDocument/2006/relationships/image" Target="../media/image691.png"/><Relationship Id="rId314" Type="http://schemas.openxmlformats.org/officeDocument/2006/relationships/image" Target="../media/image769.png"/><Relationship Id="rId95" Type="http://schemas.openxmlformats.org/officeDocument/2006/relationships/image" Target="../media/image666.png"/><Relationship Id="rId160" Type="http://schemas.openxmlformats.org/officeDocument/2006/relationships/customXml" Target="../ink/ink921.xml"/><Relationship Id="rId216" Type="http://schemas.openxmlformats.org/officeDocument/2006/relationships/customXml" Target="../ink/ink949.xml"/><Relationship Id="rId258" Type="http://schemas.openxmlformats.org/officeDocument/2006/relationships/image" Target="../media/image743.png"/><Relationship Id="rId22" Type="http://schemas.openxmlformats.org/officeDocument/2006/relationships/customXml" Target="../ink/ink852.xml"/><Relationship Id="rId64" Type="http://schemas.openxmlformats.org/officeDocument/2006/relationships/customXml" Target="../ink/ink873.xml"/><Relationship Id="rId118" Type="http://schemas.openxmlformats.org/officeDocument/2006/relationships/customXml" Target="../ink/ink900.xml"/><Relationship Id="rId325" Type="http://schemas.openxmlformats.org/officeDocument/2006/relationships/customXml" Target="../ink/ink1008.xml"/><Relationship Id="rId171" Type="http://schemas.openxmlformats.org/officeDocument/2006/relationships/image" Target="../media/image702.png"/><Relationship Id="rId227" Type="http://schemas.openxmlformats.org/officeDocument/2006/relationships/image" Target="../media/image730.png"/><Relationship Id="rId269" Type="http://schemas.openxmlformats.org/officeDocument/2006/relationships/customXml" Target="../ink/ink978.xml"/><Relationship Id="rId33" Type="http://schemas.openxmlformats.org/officeDocument/2006/relationships/image" Target="../media/image636.png"/><Relationship Id="rId129" Type="http://schemas.openxmlformats.org/officeDocument/2006/relationships/image" Target="../media/image681.png"/><Relationship Id="rId280" Type="http://schemas.openxmlformats.org/officeDocument/2006/relationships/image" Target="../media/image754.png"/><Relationship Id="rId75" Type="http://schemas.openxmlformats.org/officeDocument/2006/relationships/image" Target="../media/image656.png"/><Relationship Id="rId140" Type="http://schemas.openxmlformats.org/officeDocument/2006/relationships/customXml" Target="../ink/ink911.xml"/><Relationship Id="rId182" Type="http://schemas.openxmlformats.org/officeDocument/2006/relationships/customXml" Target="../ink/ink932.xml"/><Relationship Id="rId6" Type="http://schemas.openxmlformats.org/officeDocument/2006/relationships/customXml" Target="../ink/ink844.xml"/><Relationship Id="rId238" Type="http://schemas.openxmlformats.org/officeDocument/2006/relationships/image" Target="../media/image733.png"/><Relationship Id="rId291" Type="http://schemas.openxmlformats.org/officeDocument/2006/relationships/customXml" Target="../ink/ink989.xml"/><Relationship Id="rId305" Type="http://schemas.openxmlformats.org/officeDocument/2006/relationships/customXml" Target="../ink/ink996.xml"/><Relationship Id="rId44" Type="http://schemas.openxmlformats.org/officeDocument/2006/relationships/customXml" Target="../ink/ink863.xml"/><Relationship Id="rId86" Type="http://schemas.openxmlformats.org/officeDocument/2006/relationships/customXml" Target="../ink/ink884.xml"/><Relationship Id="rId151" Type="http://schemas.openxmlformats.org/officeDocument/2006/relationships/image" Target="../media/image692.png"/><Relationship Id="rId193" Type="http://schemas.openxmlformats.org/officeDocument/2006/relationships/image" Target="../media/image713.png"/><Relationship Id="rId207" Type="http://schemas.openxmlformats.org/officeDocument/2006/relationships/image" Target="../media/image720.png"/><Relationship Id="rId249" Type="http://schemas.openxmlformats.org/officeDocument/2006/relationships/customXml" Target="../ink/ink968.xml"/><Relationship Id="rId13" Type="http://schemas.openxmlformats.org/officeDocument/2006/relationships/image" Target="../media/image6270.png"/><Relationship Id="rId109" Type="http://schemas.openxmlformats.org/officeDocument/2006/relationships/image" Target="../media/image671.png"/><Relationship Id="rId260" Type="http://schemas.openxmlformats.org/officeDocument/2006/relationships/image" Target="../media/image744.png"/><Relationship Id="rId316" Type="http://schemas.openxmlformats.org/officeDocument/2006/relationships/image" Target="../media/image770.png"/><Relationship Id="rId55" Type="http://schemas.openxmlformats.org/officeDocument/2006/relationships/image" Target="../media/image646.png"/><Relationship Id="rId97" Type="http://schemas.openxmlformats.org/officeDocument/2006/relationships/image" Target="../media/image667.png"/><Relationship Id="rId120" Type="http://schemas.openxmlformats.org/officeDocument/2006/relationships/customXml" Target="../ink/ink901.xml"/><Relationship Id="rId162" Type="http://schemas.openxmlformats.org/officeDocument/2006/relationships/customXml" Target="../ink/ink922.xml"/><Relationship Id="rId218" Type="http://schemas.openxmlformats.org/officeDocument/2006/relationships/customXml" Target="../ink/ink950.xml"/><Relationship Id="rId271" Type="http://schemas.openxmlformats.org/officeDocument/2006/relationships/customXml" Target="../ink/ink979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19.png"/><Relationship Id="rId299" Type="http://schemas.openxmlformats.org/officeDocument/2006/relationships/customXml" Target="../ink/ink1162.xml"/><Relationship Id="rId21" Type="http://schemas.openxmlformats.org/officeDocument/2006/relationships/image" Target="../media/image7710.png"/><Relationship Id="rId63" Type="http://schemas.openxmlformats.org/officeDocument/2006/relationships/image" Target="../media/image792.png"/><Relationship Id="rId159" Type="http://schemas.openxmlformats.org/officeDocument/2006/relationships/image" Target="../media/image839.png"/><Relationship Id="rId324" Type="http://schemas.openxmlformats.org/officeDocument/2006/relationships/image" Target="../media/image920.png"/><Relationship Id="rId366" Type="http://schemas.openxmlformats.org/officeDocument/2006/relationships/image" Target="../media/image941.png"/><Relationship Id="rId170" Type="http://schemas.openxmlformats.org/officeDocument/2006/relationships/customXml" Target="../ink/ink1097.xml"/><Relationship Id="rId226" Type="http://schemas.openxmlformats.org/officeDocument/2006/relationships/customXml" Target="../ink/ink1125.xml"/><Relationship Id="rId433" Type="http://schemas.openxmlformats.org/officeDocument/2006/relationships/customXml" Target="../ink/ink1232.xml"/><Relationship Id="rId268" Type="http://schemas.openxmlformats.org/officeDocument/2006/relationships/image" Target="../media/image893.png"/><Relationship Id="rId475" Type="http://schemas.openxmlformats.org/officeDocument/2006/relationships/customXml" Target="../ink/ink1258.xml"/><Relationship Id="rId32" Type="http://schemas.openxmlformats.org/officeDocument/2006/relationships/customXml" Target="../ink/ink1028.xml"/><Relationship Id="rId74" Type="http://schemas.openxmlformats.org/officeDocument/2006/relationships/customXml" Target="../ink/ink1049.xml"/><Relationship Id="rId128" Type="http://schemas.openxmlformats.org/officeDocument/2006/relationships/customXml" Target="../ink/ink1076.xml"/><Relationship Id="rId335" Type="http://schemas.openxmlformats.org/officeDocument/2006/relationships/customXml" Target="../ink/ink1180.xml"/><Relationship Id="rId377" Type="http://schemas.openxmlformats.org/officeDocument/2006/relationships/image" Target="../media/image946.png"/><Relationship Id="rId500" Type="http://schemas.openxmlformats.org/officeDocument/2006/relationships/customXml" Target="../ink/ink1277.xml"/><Relationship Id="rId5" Type="http://schemas.openxmlformats.org/officeDocument/2006/relationships/image" Target="../media/image7630.png"/><Relationship Id="rId181" Type="http://schemas.openxmlformats.org/officeDocument/2006/relationships/image" Target="../media/image850.png"/><Relationship Id="rId237" Type="http://schemas.openxmlformats.org/officeDocument/2006/relationships/customXml" Target="../ink/ink1131.xml"/><Relationship Id="rId402" Type="http://schemas.openxmlformats.org/officeDocument/2006/relationships/customXml" Target="../ink/ink1214.xml"/><Relationship Id="rId279" Type="http://schemas.openxmlformats.org/officeDocument/2006/relationships/customXml" Target="../ink/ink1152.xml"/><Relationship Id="rId444" Type="http://schemas.openxmlformats.org/officeDocument/2006/relationships/image" Target="../media/image973.png"/><Relationship Id="rId486" Type="http://schemas.openxmlformats.org/officeDocument/2006/relationships/customXml" Target="../ink/ink1264.xml"/><Relationship Id="rId43" Type="http://schemas.openxmlformats.org/officeDocument/2006/relationships/image" Target="../media/image782.png"/><Relationship Id="rId139" Type="http://schemas.openxmlformats.org/officeDocument/2006/relationships/image" Target="../media/image829.png"/><Relationship Id="rId290" Type="http://schemas.openxmlformats.org/officeDocument/2006/relationships/image" Target="../media/image903.png"/><Relationship Id="rId304" Type="http://schemas.openxmlformats.org/officeDocument/2006/relationships/image" Target="../media/image910.png"/><Relationship Id="rId346" Type="http://schemas.openxmlformats.org/officeDocument/2006/relationships/image" Target="../media/image931.png"/><Relationship Id="rId388" Type="http://schemas.openxmlformats.org/officeDocument/2006/relationships/customXml" Target="../ink/ink1207.xml"/><Relationship Id="rId511" Type="http://schemas.openxmlformats.org/officeDocument/2006/relationships/customXml" Target="../ink/ink1283.xml"/><Relationship Id="rId85" Type="http://schemas.openxmlformats.org/officeDocument/2006/relationships/image" Target="../media/image803.png"/><Relationship Id="rId150" Type="http://schemas.openxmlformats.org/officeDocument/2006/relationships/customXml" Target="../ink/ink1087.xml"/><Relationship Id="rId192" Type="http://schemas.openxmlformats.org/officeDocument/2006/relationships/customXml" Target="../ink/ink1108.xml"/><Relationship Id="rId206" Type="http://schemas.openxmlformats.org/officeDocument/2006/relationships/customXml" Target="../ink/ink1115.xml"/><Relationship Id="rId413" Type="http://schemas.openxmlformats.org/officeDocument/2006/relationships/image" Target="../media/image963.png"/><Relationship Id="rId248" Type="http://schemas.openxmlformats.org/officeDocument/2006/relationships/image" Target="../media/image883.png"/><Relationship Id="rId455" Type="http://schemas.openxmlformats.org/officeDocument/2006/relationships/customXml" Target="../ink/ink1247.xml"/><Relationship Id="rId497" Type="http://schemas.openxmlformats.org/officeDocument/2006/relationships/customXml" Target="../ink/ink1274.xml"/><Relationship Id="rId12" Type="http://schemas.openxmlformats.org/officeDocument/2006/relationships/customXml" Target="../ink/ink1018.xml"/><Relationship Id="rId108" Type="http://schemas.openxmlformats.org/officeDocument/2006/relationships/customXml" Target="../ink/ink1066.xml"/><Relationship Id="rId315" Type="http://schemas.openxmlformats.org/officeDocument/2006/relationships/customXml" Target="../ink/ink1170.xml"/><Relationship Id="rId357" Type="http://schemas.openxmlformats.org/officeDocument/2006/relationships/customXml" Target="../ink/ink1191.xml"/><Relationship Id="rId54" Type="http://schemas.openxmlformats.org/officeDocument/2006/relationships/customXml" Target="../ink/ink1039.xml"/><Relationship Id="rId96" Type="http://schemas.openxmlformats.org/officeDocument/2006/relationships/customXml" Target="../ink/ink1060.xml"/><Relationship Id="rId161" Type="http://schemas.openxmlformats.org/officeDocument/2006/relationships/image" Target="../media/image840.png"/><Relationship Id="rId217" Type="http://schemas.openxmlformats.org/officeDocument/2006/relationships/image" Target="../media/image868.png"/><Relationship Id="rId399" Type="http://schemas.openxmlformats.org/officeDocument/2006/relationships/image" Target="../media/image957.png"/><Relationship Id="rId259" Type="http://schemas.openxmlformats.org/officeDocument/2006/relationships/customXml" Target="../ink/ink1142.xml"/><Relationship Id="rId424" Type="http://schemas.openxmlformats.org/officeDocument/2006/relationships/customXml" Target="../ink/ink1227.xml"/><Relationship Id="rId466" Type="http://schemas.openxmlformats.org/officeDocument/2006/relationships/image" Target="../media/image981.png"/><Relationship Id="rId23" Type="http://schemas.openxmlformats.org/officeDocument/2006/relationships/image" Target="../media/image7720.png"/><Relationship Id="rId119" Type="http://schemas.openxmlformats.org/officeDocument/2006/relationships/image" Target="../media/image820.png"/><Relationship Id="rId270" Type="http://schemas.openxmlformats.org/officeDocument/2006/relationships/image" Target="../media/image894.png"/><Relationship Id="rId326" Type="http://schemas.openxmlformats.org/officeDocument/2006/relationships/image" Target="../media/image921.png"/><Relationship Id="rId65" Type="http://schemas.openxmlformats.org/officeDocument/2006/relationships/image" Target="../media/image793.png"/><Relationship Id="rId130" Type="http://schemas.openxmlformats.org/officeDocument/2006/relationships/customXml" Target="../ink/ink1077.xml"/><Relationship Id="rId368" Type="http://schemas.openxmlformats.org/officeDocument/2006/relationships/image" Target="../media/image942.png"/><Relationship Id="rId172" Type="http://schemas.openxmlformats.org/officeDocument/2006/relationships/customXml" Target="../ink/ink1098.xml"/><Relationship Id="rId228" Type="http://schemas.openxmlformats.org/officeDocument/2006/relationships/customXml" Target="../ink/ink1126.xml"/><Relationship Id="rId435" Type="http://schemas.openxmlformats.org/officeDocument/2006/relationships/customXml" Target="../ink/ink1234.xml"/><Relationship Id="rId477" Type="http://schemas.openxmlformats.org/officeDocument/2006/relationships/customXml" Target="../ink/ink1259.xml"/><Relationship Id="rId281" Type="http://schemas.openxmlformats.org/officeDocument/2006/relationships/customXml" Target="../ink/ink1153.xml"/><Relationship Id="rId337" Type="http://schemas.openxmlformats.org/officeDocument/2006/relationships/customXml" Target="../ink/ink1181.xml"/><Relationship Id="rId502" Type="http://schemas.openxmlformats.org/officeDocument/2006/relationships/image" Target="../media/image990.png"/><Relationship Id="rId34" Type="http://schemas.openxmlformats.org/officeDocument/2006/relationships/customXml" Target="../ink/ink1029.xml"/><Relationship Id="rId76" Type="http://schemas.openxmlformats.org/officeDocument/2006/relationships/customXml" Target="../ink/ink1050.xml"/><Relationship Id="rId141" Type="http://schemas.openxmlformats.org/officeDocument/2006/relationships/image" Target="../media/image830.png"/><Relationship Id="rId379" Type="http://schemas.openxmlformats.org/officeDocument/2006/relationships/image" Target="../media/image947.png"/><Relationship Id="rId7" Type="http://schemas.openxmlformats.org/officeDocument/2006/relationships/image" Target="../media/image7640.png"/><Relationship Id="rId183" Type="http://schemas.openxmlformats.org/officeDocument/2006/relationships/image" Target="../media/image851.png"/><Relationship Id="rId239" Type="http://schemas.openxmlformats.org/officeDocument/2006/relationships/customXml" Target="../ink/ink1132.xml"/><Relationship Id="rId390" Type="http://schemas.openxmlformats.org/officeDocument/2006/relationships/customXml" Target="../ink/ink1208.xml"/><Relationship Id="rId404" Type="http://schemas.openxmlformats.org/officeDocument/2006/relationships/customXml" Target="../ink/ink1215.xml"/><Relationship Id="rId446" Type="http://schemas.openxmlformats.org/officeDocument/2006/relationships/image" Target="../media/image974.png"/><Relationship Id="rId250" Type="http://schemas.openxmlformats.org/officeDocument/2006/relationships/image" Target="../media/image884.png"/><Relationship Id="rId292" Type="http://schemas.openxmlformats.org/officeDocument/2006/relationships/image" Target="../media/image904.png"/><Relationship Id="rId306" Type="http://schemas.openxmlformats.org/officeDocument/2006/relationships/image" Target="../media/image911.png"/><Relationship Id="rId488" Type="http://schemas.openxmlformats.org/officeDocument/2006/relationships/customXml" Target="../ink/ink1266.xml"/><Relationship Id="rId45" Type="http://schemas.openxmlformats.org/officeDocument/2006/relationships/image" Target="../media/image783.png"/><Relationship Id="rId87" Type="http://schemas.openxmlformats.org/officeDocument/2006/relationships/image" Target="../media/image804.png"/><Relationship Id="rId110" Type="http://schemas.openxmlformats.org/officeDocument/2006/relationships/customXml" Target="../ink/ink1067.xml"/><Relationship Id="rId348" Type="http://schemas.openxmlformats.org/officeDocument/2006/relationships/image" Target="../media/image932.png"/><Relationship Id="rId152" Type="http://schemas.openxmlformats.org/officeDocument/2006/relationships/customXml" Target="../ink/ink1088.xml"/><Relationship Id="rId194" Type="http://schemas.openxmlformats.org/officeDocument/2006/relationships/customXml" Target="../ink/ink1109.xml"/><Relationship Id="rId208" Type="http://schemas.openxmlformats.org/officeDocument/2006/relationships/customXml" Target="../ink/ink1116.xml"/><Relationship Id="rId415" Type="http://schemas.openxmlformats.org/officeDocument/2006/relationships/image" Target="../media/image964.png"/><Relationship Id="rId457" Type="http://schemas.openxmlformats.org/officeDocument/2006/relationships/customXml" Target="../ink/ink1248.xml"/><Relationship Id="rId261" Type="http://schemas.openxmlformats.org/officeDocument/2006/relationships/customXml" Target="../ink/ink1143.xml"/><Relationship Id="rId499" Type="http://schemas.openxmlformats.org/officeDocument/2006/relationships/customXml" Target="../ink/ink1276.xml"/><Relationship Id="rId14" Type="http://schemas.openxmlformats.org/officeDocument/2006/relationships/customXml" Target="../ink/ink1019.xml"/><Relationship Id="rId56" Type="http://schemas.openxmlformats.org/officeDocument/2006/relationships/customXml" Target="../ink/ink1040.xml"/><Relationship Id="rId317" Type="http://schemas.openxmlformats.org/officeDocument/2006/relationships/customXml" Target="../ink/ink1171.xml"/><Relationship Id="rId359" Type="http://schemas.openxmlformats.org/officeDocument/2006/relationships/customXml" Target="../ink/ink1192.xml"/><Relationship Id="rId98" Type="http://schemas.openxmlformats.org/officeDocument/2006/relationships/customXml" Target="../ink/ink1061.xml"/><Relationship Id="rId121" Type="http://schemas.openxmlformats.org/officeDocument/2006/relationships/image" Target="../media/image1.png"/><Relationship Id="rId163" Type="http://schemas.openxmlformats.org/officeDocument/2006/relationships/image" Target="../media/image841.png"/><Relationship Id="rId219" Type="http://schemas.openxmlformats.org/officeDocument/2006/relationships/image" Target="../media/image869.png"/><Relationship Id="rId370" Type="http://schemas.openxmlformats.org/officeDocument/2006/relationships/image" Target="../media/image943.png"/><Relationship Id="rId426" Type="http://schemas.openxmlformats.org/officeDocument/2006/relationships/customXml" Target="../ink/ink1228.xml"/><Relationship Id="rId230" Type="http://schemas.openxmlformats.org/officeDocument/2006/relationships/image" Target="../media/image874.png"/><Relationship Id="rId468" Type="http://schemas.openxmlformats.org/officeDocument/2006/relationships/image" Target="../media/image982.png"/><Relationship Id="rId25" Type="http://schemas.openxmlformats.org/officeDocument/2006/relationships/image" Target="../media/image7730.png"/><Relationship Id="rId67" Type="http://schemas.openxmlformats.org/officeDocument/2006/relationships/image" Target="../media/image794.png"/><Relationship Id="rId272" Type="http://schemas.openxmlformats.org/officeDocument/2006/relationships/image" Target="../media/image895.png"/><Relationship Id="rId328" Type="http://schemas.openxmlformats.org/officeDocument/2006/relationships/image" Target="../media/image922.png"/><Relationship Id="rId132" Type="http://schemas.openxmlformats.org/officeDocument/2006/relationships/customXml" Target="../ink/ink1078.xml"/><Relationship Id="rId174" Type="http://schemas.openxmlformats.org/officeDocument/2006/relationships/customXml" Target="../ink/ink1099.xml"/><Relationship Id="rId381" Type="http://schemas.openxmlformats.org/officeDocument/2006/relationships/image" Target="../media/image948.png"/><Relationship Id="rId241" Type="http://schemas.openxmlformats.org/officeDocument/2006/relationships/customXml" Target="../ink/ink1133.xml"/><Relationship Id="rId437" Type="http://schemas.openxmlformats.org/officeDocument/2006/relationships/customXml" Target="../ink/ink1236.xml"/><Relationship Id="rId479" Type="http://schemas.openxmlformats.org/officeDocument/2006/relationships/image" Target="../media/image986.png"/><Relationship Id="rId36" Type="http://schemas.openxmlformats.org/officeDocument/2006/relationships/customXml" Target="../ink/ink1030.xml"/><Relationship Id="rId283" Type="http://schemas.openxmlformats.org/officeDocument/2006/relationships/customXml" Target="../ink/ink1154.xml"/><Relationship Id="rId339" Type="http://schemas.openxmlformats.org/officeDocument/2006/relationships/customXml" Target="../ink/ink1182.xml"/><Relationship Id="rId490" Type="http://schemas.openxmlformats.org/officeDocument/2006/relationships/customXml" Target="../ink/ink1268.xml"/><Relationship Id="rId504" Type="http://schemas.openxmlformats.org/officeDocument/2006/relationships/image" Target="../media/image991.png"/><Relationship Id="rId78" Type="http://schemas.openxmlformats.org/officeDocument/2006/relationships/customXml" Target="../ink/ink1051.xml"/><Relationship Id="rId101" Type="http://schemas.openxmlformats.org/officeDocument/2006/relationships/image" Target="../media/image811.png"/><Relationship Id="rId143" Type="http://schemas.openxmlformats.org/officeDocument/2006/relationships/image" Target="../media/image831.png"/><Relationship Id="rId185" Type="http://schemas.openxmlformats.org/officeDocument/2006/relationships/image" Target="../media/image852.png"/><Relationship Id="rId350" Type="http://schemas.openxmlformats.org/officeDocument/2006/relationships/image" Target="../media/image933.png"/><Relationship Id="rId406" Type="http://schemas.openxmlformats.org/officeDocument/2006/relationships/customXml" Target="../ink/ink1216.xml"/><Relationship Id="rId9" Type="http://schemas.openxmlformats.org/officeDocument/2006/relationships/image" Target="../media/image7650.png"/><Relationship Id="rId210" Type="http://schemas.openxmlformats.org/officeDocument/2006/relationships/customXml" Target="../ink/ink1117.xml"/><Relationship Id="rId392" Type="http://schemas.openxmlformats.org/officeDocument/2006/relationships/customXml" Target="../ink/ink1209.xml"/><Relationship Id="rId448" Type="http://schemas.openxmlformats.org/officeDocument/2006/relationships/image" Target="../media/image975.png"/><Relationship Id="rId252" Type="http://schemas.openxmlformats.org/officeDocument/2006/relationships/image" Target="../media/image885.png"/><Relationship Id="rId294" Type="http://schemas.openxmlformats.org/officeDocument/2006/relationships/image" Target="../media/image905.png"/><Relationship Id="rId308" Type="http://schemas.openxmlformats.org/officeDocument/2006/relationships/image" Target="../media/image912.png"/><Relationship Id="rId47" Type="http://schemas.openxmlformats.org/officeDocument/2006/relationships/image" Target="../media/image784.png"/><Relationship Id="rId89" Type="http://schemas.openxmlformats.org/officeDocument/2006/relationships/image" Target="../media/image805.png"/><Relationship Id="rId112" Type="http://schemas.openxmlformats.org/officeDocument/2006/relationships/customXml" Target="../ink/ink1068.xml"/><Relationship Id="rId154" Type="http://schemas.openxmlformats.org/officeDocument/2006/relationships/customXml" Target="../ink/ink1089.xml"/><Relationship Id="rId361" Type="http://schemas.openxmlformats.org/officeDocument/2006/relationships/customXml" Target="../ink/ink1193.xml"/><Relationship Id="rId196" Type="http://schemas.openxmlformats.org/officeDocument/2006/relationships/customXml" Target="../ink/ink1110.xml"/><Relationship Id="rId417" Type="http://schemas.openxmlformats.org/officeDocument/2006/relationships/customXml" Target="../ink/ink1223.xml"/><Relationship Id="rId459" Type="http://schemas.openxmlformats.org/officeDocument/2006/relationships/customXml" Target="../ink/ink1249.xml"/><Relationship Id="rId16" Type="http://schemas.openxmlformats.org/officeDocument/2006/relationships/customXml" Target="../ink/ink1020.xml"/><Relationship Id="rId221" Type="http://schemas.openxmlformats.org/officeDocument/2006/relationships/image" Target="../media/image870.png"/><Relationship Id="rId263" Type="http://schemas.openxmlformats.org/officeDocument/2006/relationships/customXml" Target="../ink/ink1144.xml"/><Relationship Id="rId319" Type="http://schemas.openxmlformats.org/officeDocument/2006/relationships/customXml" Target="../ink/ink1172.xml"/><Relationship Id="rId470" Type="http://schemas.openxmlformats.org/officeDocument/2006/relationships/image" Target="../media/image983.png"/><Relationship Id="rId58" Type="http://schemas.openxmlformats.org/officeDocument/2006/relationships/customXml" Target="../ink/ink1041.xml"/><Relationship Id="rId123" Type="http://schemas.openxmlformats.org/officeDocument/2006/relationships/image" Target="../media/image821.png"/><Relationship Id="rId330" Type="http://schemas.openxmlformats.org/officeDocument/2006/relationships/image" Target="../media/image923.png"/><Relationship Id="rId165" Type="http://schemas.openxmlformats.org/officeDocument/2006/relationships/image" Target="../media/image842.png"/><Relationship Id="rId372" Type="http://schemas.openxmlformats.org/officeDocument/2006/relationships/image" Target="../media/image944.png"/><Relationship Id="rId428" Type="http://schemas.openxmlformats.org/officeDocument/2006/relationships/image" Target="../media/image968.png"/><Relationship Id="rId232" Type="http://schemas.openxmlformats.org/officeDocument/2006/relationships/image" Target="../media/image875.png"/><Relationship Id="rId274" Type="http://schemas.openxmlformats.org/officeDocument/2006/relationships/image" Target="../media/image896.png"/><Relationship Id="rId481" Type="http://schemas.openxmlformats.org/officeDocument/2006/relationships/image" Target="../media/image987.png"/><Relationship Id="rId27" Type="http://schemas.openxmlformats.org/officeDocument/2006/relationships/image" Target="../media/image7740.png"/><Relationship Id="rId69" Type="http://schemas.openxmlformats.org/officeDocument/2006/relationships/image" Target="../media/image795.png"/><Relationship Id="rId134" Type="http://schemas.openxmlformats.org/officeDocument/2006/relationships/customXml" Target="../ink/ink1079.xml"/><Relationship Id="rId80" Type="http://schemas.openxmlformats.org/officeDocument/2006/relationships/customXml" Target="../ink/ink1052.xml"/><Relationship Id="rId176" Type="http://schemas.openxmlformats.org/officeDocument/2006/relationships/customXml" Target="../ink/ink1100.xml"/><Relationship Id="rId341" Type="http://schemas.openxmlformats.org/officeDocument/2006/relationships/customXml" Target="../ink/ink1183.xml"/><Relationship Id="rId383" Type="http://schemas.openxmlformats.org/officeDocument/2006/relationships/image" Target="../media/image949.png"/><Relationship Id="rId439" Type="http://schemas.openxmlformats.org/officeDocument/2006/relationships/customXml" Target="../ink/ink1238.xml"/><Relationship Id="rId201" Type="http://schemas.openxmlformats.org/officeDocument/2006/relationships/image" Target="../media/image860.png"/><Relationship Id="rId243" Type="http://schemas.openxmlformats.org/officeDocument/2006/relationships/customXml" Target="../ink/ink1134.xml"/><Relationship Id="rId285" Type="http://schemas.openxmlformats.org/officeDocument/2006/relationships/customXml" Target="../ink/ink1155.xml"/><Relationship Id="rId450" Type="http://schemas.openxmlformats.org/officeDocument/2006/relationships/image" Target="../media/image330.png"/><Relationship Id="rId506" Type="http://schemas.openxmlformats.org/officeDocument/2006/relationships/image" Target="../media/image992.png"/><Relationship Id="rId38" Type="http://schemas.openxmlformats.org/officeDocument/2006/relationships/customXml" Target="../ink/ink1031.xml"/><Relationship Id="rId103" Type="http://schemas.openxmlformats.org/officeDocument/2006/relationships/image" Target="../media/image812.png"/><Relationship Id="rId310" Type="http://schemas.openxmlformats.org/officeDocument/2006/relationships/image" Target="../media/image913.png"/><Relationship Id="rId492" Type="http://schemas.openxmlformats.org/officeDocument/2006/relationships/customXml" Target="../ink/ink1269.xml"/><Relationship Id="rId91" Type="http://schemas.openxmlformats.org/officeDocument/2006/relationships/image" Target="../media/image806.png"/><Relationship Id="rId145" Type="http://schemas.openxmlformats.org/officeDocument/2006/relationships/image" Target="../media/image832.png"/><Relationship Id="rId187" Type="http://schemas.openxmlformats.org/officeDocument/2006/relationships/image" Target="../media/image853.png"/><Relationship Id="rId352" Type="http://schemas.openxmlformats.org/officeDocument/2006/relationships/image" Target="../media/image934.png"/><Relationship Id="rId394" Type="http://schemas.openxmlformats.org/officeDocument/2006/relationships/customXml" Target="../ink/ink1210.xml"/><Relationship Id="rId408" Type="http://schemas.openxmlformats.org/officeDocument/2006/relationships/customXml" Target="../ink/ink1217.xml"/><Relationship Id="rId212" Type="http://schemas.openxmlformats.org/officeDocument/2006/relationships/customXml" Target="../ink/ink1118.xml"/><Relationship Id="rId254" Type="http://schemas.openxmlformats.org/officeDocument/2006/relationships/image" Target="../media/image886.png"/><Relationship Id="rId49" Type="http://schemas.openxmlformats.org/officeDocument/2006/relationships/image" Target="../media/image785.png"/><Relationship Id="rId114" Type="http://schemas.openxmlformats.org/officeDocument/2006/relationships/customXml" Target="../ink/ink1069.xml"/><Relationship Id="rId296" Type="http://schemas.openxmlformats.org/officeDocument/2006/relationships/image" Target="../media/image906.png"/><Relationship Id="rId461" Type="http://schemas.openxmlformats.org/officeDocument/2006/relationships/customXml" Target="../ink/ink1250.xml"/><Relationship Id="rId60" Type="http://schemas.openxmlformats.org/officeDocument/2006/relationships/customXml" Target="../ink/ink1042.xml"/><Relationship Id="rId156" Type="http://schemas.openxmlformats.org/officeDocument/2006/relationships/customXml" Target="../ink/ink1090.xml"/><Relationship Id="rId198" Type="http://schemas.openxmlformats.org/officeDocument/2006/relationships/customXml" Target="../ink/ink1111.xml"/><Relationship Id="rId321" Type="http://schemas.openxmlformats.org/officeDocument/2006/relationships/customXml" Target="../ink/ink1173.xml"/><Relationship Id="rId363" Type="http://schemas.openxmlformats.org/officeDocument/2006/relationships/customXml" Target="../ink/ink1194.xml"/><Relationship Id="rId419" Type="http://schemas.openxmlformats.org/officeDocument/2006/relationships/image" Target="../media/image965.png"/><Relationship Id="rId223" Type="http://schemas.openxmlformats.org/officeDocument/2006/relationships/image" Target="../media/image871.png"/><Relationship Id="rId430" Type="http://schemas.openxmlformats.org/officeDocument/2006/relationships/image" Target="../media/image969.png"/><Relationship Id="rId18" Type="http://schemas.openxmlformats.org/officeDocument/2006/relationships/customXml" Target="../ink/ink1021.xml"/><Relationship Id="rId265" Type="http://schemas.openxmlformats.org/officeDocument/2006/relationships/customXml" Target="../ink/ink1145.xml"/><Relationship Id="rId472" Type="http://schemas.openxmlformats.org/officeDocument/2006/relationships/customXml" Target="../ink/ink1256.xml"/><Relationship Id="rId125" Type="http://schemas.openxmlformats.org/officeDocument/2006/relationships/image" Target="../media/image822.png"/><Relationship Id="rId167" Type="http://schemas.openxmlformats.org/officeDocument/2006/relationships/image" Target="../media/image843.png"/><Relationship Id="rId332" Type="http://schemas.openxmlformats.org/officeDocument/2006/relationships/image" Target="../media/image924.png"/><Relationship Id="rId374" Type="http://schemas.openxmlformats.org/officeDocument/2006/relationships/customXml" Target="../ink/ink1200.xml"/><Relationship Id="rId71" Type="http://schemas.openxmlformats.org/officeDocument/2006/relationships/image" Target="../media/image796.png"/><Relationship Id="rId234" Type="http://schemas.openxmlformats.org/officeDocument/2006/relationships/image" Target="../media/image876.png"/><Relationship Id="rId2" Type="http://schemas.openxmlformats.org/officeDocument/2006/relationships/customXml" Target="../ink/ink1013.xml"/><Relationship Id="rId29" Type="http://schemas.openxmlformats.org/officeDocument/2006/relationships/image" Target="../media/image7750.png"/><Relationship Id="rId276" Type="http://schemas.openxmlformats.org/officeDocument/2006/relationships/image" Target="../media/image5.png"/><Relationship Id="rId441" Type="http://schemas.openxmlformats.org/officeDocument/2006/relationships/customXml" Target="../ink/ink1239.xml"/><Relationship Id="rId483" Type="http://schemas.openxmlformats.org/officeDocument/2006/relationships/image" Target="../media/image988.png"/><Relationship Id="rId40" Type="http://schemas.openxmlformats.org/officeDocument/2006/relationships/customXml" Target="../ink/ink1032.xml"/><Relationship Id="rId136" Type="http://schemas.openxmlformats.org/officeDocument/2006/relationships/customXml" Target="../ink/ink1080.xml"/><Relationship Id="rId178" Type="http://schemas.openxmlformats.org/officeDocument/2006/relationships/customXml" Target="../ink/ink1101.xml"/><Relationship Id="rId301" Type="http://schemas.openxmlformats.org/officeDocument/2006/relationships/customXml" Target="../ink/ink1163.xml"/><Relationship Id="rId343" Type="http://schemas.openxmlformats.org/officeDocument/2006/relationships/customXml" Target="../ink/ink1184.xml"/><Relationship Id="rId82" Type="http://schemas.openxmlformats.org/officeDocument/2006/relationships/customXml" Target="../ink/ink1053.xml"/><Relationship Id="rId203" Type="http://schemas.openxmlformats.org/officeDocument/2006/relationships/image" Target="../media/image861.png"/><Relationship Id="rId385" Type="http://schemas.openxmlformats.org/officeDocument/2006/relationships/image" Target="../media/image950.png"/><Relationship Id="rId245" Type="http://schemas.openxmlformats.org/officeDocument/2006/relationships/customXml" Target="../ink/ink1135.xml"/><Relationship Id="rId287" Type="http://schemas.openxmlformats.org/officeDocument/2006/relationships/customXml" Target="../ink/ink1156.xml"/><Relationship Id="rId410" Type="http://schemas.openxmlformats.org/officeDocument/2006/relationships/image" Target="../media/image962.png"/><Relationship Id="rId452" Type="http://schemas.openxmlformats.org/officeDocument/2006/relationships/customXml" Target="../ink/ink1245.xml"/><Relationship Id="rId494" Type="http://schemas.openxmlformats.org/officeDocument/2006/relationships/customXml" Target="../ink/ink1271.xml"/><Relationship Id="rId508" Type="http://schemas.openxmlformats.org/officeDocument/2006/relationships/image" Target="../media/image993.png"/><Relationship Id="rId105" Type="http://schemas.openxmlformats.org/officeDocument/2006/relationships/image" Target="../media/image813.png"/><Relationship Id="rId147" Type="http://schemas.openxmlformats.org/officeDocument/2006/relationships/image" Target="../media/image833.png"/><Relationship Id="rId312" Type="http://schemas.openxmlformats.org/officeDocument/2006/relationships/image" Target="../media/image914.png"/><Relationship Id="rId354" Type="http://schemas.openxmlformats.org/officeDocument/2006/relationships/image" Target="../media/image935.png"/><Relationship Id="rId51" Type="http://schemas.openxmlformats.org/officeDocument/2006/relationships/image" Target="../media/image786.png"/><Relationship Id="rId93" Type="http://schemas.openxmlformats.org/officeDocument/2006/relationships/image" Target="../media/image807.png"/><Relationship Id="rId189" Type="http://schemas.openxmlformats.org/officeDocument/2006/relationships/image" Target="../media/image854.png"/><Relationship Id="rId396" Type="http://schemas.openxmlformats.org/officeDocument/2006/relationships/customXml" Target="../ink/ink1211.xml"/><Relationship Id="rId214" Type="http://schemas.openxmlformats.org/officeDocument/2006/relationships/customXml" Target="../ink/ink1119.xml"/><Relationship Id="rId256" Type="http://schemas.openxmlformats.org/officeDocument/2006/relationships/image" Target="../media/image887.png"/><Relationship Id="rId298" Type="http://schemas.openxmlformats.org/officeDocument/2006/relationships/image" Target="../media/image907.png"/><Relationship Id="rId421" Type="http://schemas.openxmlformats.org/officeDocument/2006/relationships/image" Target="../media/image966.png"/><Relationship Id="rId463" Type="http://schemas.openxmlformats.org/officeDocument/2006/relationships/customXml" Target="../ink/ink1251.xml"/><Relationship Id="rId116" Type="http://schemas.openxmlformats.org/officeDocument/2006/relationships/customXml" Target="../ink/ink1070.xml"/><Relationship Id="rId158" Type="http://schemas.openxmlformats.org/officeDocument/2006/relationships/customXml" Target="../ink/ink1091.xml"/><Relationship Id="rId323" Type="http://schemas.openxmlformats.org/officeDocument/2006/relationships/customXml" Target="../ink/ink1174.xml"/><Relationship Id="rId20" Type="http://schemas.openxmlformats.org/officeDocument/2006/relationships/customXml" Target="../ink/ink1022.xml"/><Relationship Id="rId62" Type="http://schemas.openxmlformats.org/officeDocument/2006/relationships/customXml" Target="../ink/ink1043.xml"/><Relationship Id="rId365" Type="http://schemas.openxmlformats.org/officeDocument/2006/relationships/customXml" Target="../ink/ink1195.xml"/><Relationship Id="rId225" Type="http://schemas.openxmlformats.org/officeDocument/2006/relationships/image" Target="../media/image872.png"/><Relationship Id="rId267" Type="http://schemas.openxmlformats.org/officeDocument/2006/relationships/customXml" Target="../ink/ink1146.xml"/><Relationship Id="rId432" Type="http://schemas.openxmlformats.org/officeDocument/2006/relationships/image" Target="../media/image970.png"/><Relationship Id="rId474" Type="http://schemas.openxmlformats.org/officeDocument/2006/relationships/customXml" Target="../ink/ink1257.xml"/><Relationship Id="rId127" Type="http://schemas.openxmlformats.org/officeDocument/2006/relationships/image" Target="../media/image823.png"/><Relationship Id="rId31" Type="http://schemas.openxmlformats.org/officeDocument/2006/relationships/image" Target="../media/image776.png"/><Relationship Id="rId73" Type="http://schemas.openxmlformats.org/officeDocument/2006/relationships/image" Target="../media/image797.png"/><Relationship Id="rId169" Type="http://schemas.openxmlformats.org/officeDocument/2006/relationships/image" Target="../media/image844.png"/><Relationship Id="rId334" Type="http://schemas.openxmlformats.org/officeDocument/2006/relationships/image" Target="../media/image925.png"/><Relationship Id="rId376" Type="http://schemas.openxmlformats.org/officeDocument/2006/relationships/customXml" Target="../ink/ink1201.xml"/><Relationship Id="rId4" Type="http://schemas.openxmlformats.org/officeDocument/2006/relationships/customXml" Target="../ink/ink1014.xml"/><Relationship Id="rId180" Type="http://schemas.openxmlformats.org/officeDocument/2006/relationships/customXml" Target="../ink/ink1102.xml"/><Relationship Id="rId236" Type="http://schemas.openxmlformats.org/officeDocument/2006/relationships/image" Target="../media/image877.png"/><Relationship Id="rId278" Type="http://schemas.openxmlformats.org/officeDocument/2006/relationships/image" Target="../media/image897.png"/><Relationship Id="rId401" Type="http://schemas.openxmlformats.org/officeDocument/2006/relationships/image" Target="../media/image958.png"/><Relationship Id="rId443" Type="http://schemas.openxmlformats.org/officeDocument/2006/relationships/customXml" Target="../ink/ink1240.xml"/><Relationship Id="rId303" Type="http://schemas.openxmlformats.org/officeDocument/2006/relationships/customXml" Target="../ink/ink1164.xml"/><Relationship Id="rId485" Type="http://schemas.openxmlformats.org/officeDocument/2006/relationships/image" Target="../media/image143.png"/><Relationship Id="rId42" Type="http://schemas.openxmlformats.org/officeDocument/2006/relationships/customXml" Target="../ink/ink1033.xml"/><Relationship Id="rId84" Type="http://schemas.openxmlformats.org/officeDocument/2006/relationships/customXml" Target="../ink/ink1054.xml"/><Relationship Id="rId138" Type="http://schemas.openxmlformats.org/officeDocument/2006/relationships/customXml" Target="../ink/ink1081.xml"/><Relationship Id="rId345" Type="http://schemas.openxmlformats.org/officeDocument/2006/relationships/customXml" Target="../ink/ink1185.xml"/><Relationship Id="rId387" Type="http://schemas.openxmlformats.org/officeDocument/2006/relationships/image" Target="../media/image951.png"/><Relationship Id="rId510" Type="http://schemas.openxmlformats.org/officeDocument/2006/relationships/image" Target="../media/image994.png"/><Relationship Id="rId191" Type="http://schemas.openxmlformats.org/officeDocument/2006/relationships/image" Target="../media/image855.png"/><Relationship Id="rId205" Type="http://schemas.openxmlformats.org/officeDocument/2006/relationships/image" Target="../media/image862.png"/><Relationship Id="rId247" Type="http://schemas.openxmlformats.org/officeDocument/2006/relationships/customXml" Target="../ink/ink1136.xml"/><Relationship Id="rId412" Type="http://schemas.openxmlformats.org/officeDocument/2006/relationships/customXml" Target="../ink/ink1220.xml"/><Relationship Id="rId107" Type="http://schemas.openxmlformats.org/officeDocument/2006/relationships/image" Target="../media/image814.png"/><Relationship Id="rId289" Type="http://schemas.openxmlformats.org/officeDocument/2006/relationships/customXml" Target="../ink/ink1157.xml"/><Relationship Id="rId454" Type="http://schemas.openxmlformats.org/officeDocument/2006/relationships/image" Target="../media/image976.png"/><Relationship Id="rId496" Type="http://schemas.openxmlformats.org/officeDocument/2006/relationships/customXml" Target="../ink/ink1273.xml"/><Relationship Id="rId11" Type="http://schemas.openxmlformats.org/officeDocument/2006/relationships/image" Target="../media/image7660.png"/><Relationship Id="rId53" Type="http://schemas.openxmlformats.org/officeDocument/2006/relationships/image" Target="../media/image787.png"/><Relationship Id="rId149" Type="http://schemas.openxmlformats.org/officeDocument/2006/relationships/image" Target="../media/image834.png"/><Relationship Id="rId314" Type="http://schemas.openxmlformats.org/officeDocument/2006/relationships/image" Target="../media/image915.png"/><Relationship Id="rId356" Type="http://schemas.openxmlformats.org/officeDocument/2006/relationships/image" Target="../media/image936.png"/><Relationship Id="rId398" Type="http://schemas.openxmlformats.org/officeDocument/2006/relationships/customXml" Target="../ink/ink1212.xml"/><Relationship Id="rId95" Type="http://schemas.openxmlformats.org/officeDocument/2006/relationships/image" Target="../media/image808.png"/><Relationship Id="rId160" Type="http://schemas.openxmlformats.org/officeDocument/2006/relationships/customXml" Target="../ink/ink1092.xml"/><Relationship Id="rId216" Type="http://schemas.openxmlformats.org/officeDocument/2006/relationships/customXml" Target="../ink/ink1120.xml"/><Relationship Id="rId423" Type="http://schemas.openxmlformats.org/officeDocument/2006/relationships/image" Target="../media/image967.png"/><Relationship Id="rId258" Type="http://schemas.openxmlformats.org/officeDocument/2006/relationships/image" Target="../media/image888.png"/><Relationship Id="rId465" Type="http://schemas.openxmlformats.org/officeDocument/2006/relationships/customXml" Target="../ink/ink1252.xml"/><Relationship Id="rId22" Type="http://schemas.openxmlformats.org/officeDocument/2006/relationships/customXml" Target="../ink/ink1023.xml"/><Relationship Id="rId64" Type="http://schemas.openxmlformats.org/officeDocument/2006/relationships/customXml" Target="../ink/ink1044.xml"/><Relationship Id="rId118" Type="http://schemas.openxmlformats.org/officeDocument/2006/relationships/customXml" Target="../ink/ink1071.xml"/><Relationship Id="rId325" Type="http://schemas.openxmlformats.org/officeDocument/2006/relationships/customXml" Target="../ink/ink1175.xml"/><Relationship Id="rId367" Type="http://schemas.openxmlformats.org/officeDocument/2006/relationships/customXml" Target="../ink/ink1196.xml"/><Relationship Id="rId171" Type="http://schemas.openxmlformats.org/officeDocument/2006/relationships/image" Target="../media/image845.png"/><Relationship Id="rId227" Type="http://schemas.openxmlformats.org/officeDocument/2006/relationships/image" Target="../media/image873.png"/><Relationship Id="rId269" Type="http://schemas.openxmlformats.org/officeDocument/2006/relationships/customXml" Target="../ink/ink1147.xml"/><Relationship Id="rId434" Type="http://schemas.openxmlformats.org/officeDocument/2006/relationships/customXml" Target="../ink/ink1233.xml"/><Relationship Id="rId476" Type="http://schemas.openxmlformats.org/officeDocument/2006/relationships/image" Target="../media/image985.png"/><Relationship Id="rId33" Type="http://schemas.openxmlformats.org/officeDocument/2006/relationships/image" Target="../media/image777.png"/><Relationship Id="rId129" Type="http://schemas.openxmlformats.org/officeDocument/2006/relationships/image" Target="../media/image824.png"/><Relationship Id="rId280" Type="http://schemas.openxmlformats.org/officeDocument/2006/relationships/image" Target="../media/image898.png"/><Relationship Id="rId336" Type="http://schemas.openxmlformats.org/officeDocument/2006/relationships/image" Target="../media/image926.png"/><Relationship Id="rId501" Type="http://schemas.openxmlformats.org/officeDocument/2006/relationships/customXml" Target="../ink/ink1278.xml"/><Relationship Id="rId75" Type="http://schemas.openxmlformats.org/officeDocument/2006/relationships/image" Target="../media/image798.png"/><Relationship Id="rId140" Type="http://schemas.openxmlformats.org/officeDocument/2006/relationships/customXml" Target="../ink/ink1082.xml"/><Relationship Id="rId182" Type="http://schemas.openxmlformats.org/officeDocument/2006/relationships/customXml" Target="../ink/ink1103.xml"/><Relationship Id="rId378" Type="http://schemas.openxmlformats.org/officeDocument/2006/relationships/customXml" Target="../ink/ink1202.xml"/><Relationship Id="rId403" Type="http://schemas.openxmlformats.org/officeDocument/2006/relationships/image" Target="../media/image959.png"/><Relationship Id="rId6" Type="http://schemas.openxmlformats.org/officeDocument/2006/relationships/customXml" Target="../ink/ink1015.xml"/><Relationship Id="rId238" Type="http://schemas.openxmlformats.org/officeDocument/2006/relationships/image" Target="../media/image878.png"/><Relationship Id="rId445" Type="http://schemas.openxmlformats.org/officeDocument/2006/relationships/customXml" Target="../ink/ink1241.xml"/><Relationship Id="rId487" Type="http://schemas.openxmlformats.org/officeDocument/2006/relationships/customXml" Target="../ink/ink1265.xml"/><Relationship Id="rId291" Type="http://schemas.openxmlformats.org/officeDocument/2006/relationships/customXml" Target="../ink/ink1158.xml"/><Relationship Id="rId305" Type="http://schemas.openxmlformats.org/officeDocument/2006/relationships/customXml" Target="../ink/ink1165.xml"/><Relationship Id="rId347" Type="http://schemas.openxmlformats.org/officeDocument/2006/relationships/customXml" Target="../ink/ink1186.xml"/><Relationship Id="rId512" Type="http://schemas.openxmlformats.org/officeDocument/2006/relationships/image" Target="../media/image995.png"/><Relationship Id="rId44" Type="http://schemas.openxmlformats.org/officeDocument/2006/relationships/customXml" Target="../ink/ink1034.xml"/><Relationship Id="rId86" Type="http://schemas.openxmlformats.org/officeDocument/2006/relationships/customXml" Target="../ink/ink1055.xml"/><Relationship Id="rId151" Type="http://schemas.openxmlformats.org/officeDocument/2006/relationships/image" Target="../media/image835.png"/><Relationship Id="rId389" Type="http://schemas.openxmlformats.org/officeDocument/2006/relationships/image" Target="../media/image952.png"/><Relationship Id="rId193" Type="http://schemas.openxmlformats.org/officeDocument/2006/relationships/image" Target="../media/image856.png"/><Relationship Id="rId207" Type="http://schemas.openxmlformats.org/officeDocument/2006/relationships/image" Target="../media/image863.png"/><Relationship Id="rId249" Type="http://schemas.openxmlformats.org/officeDocument/2006/relationships/customXml" Target="../ink/ink1137.xml"/><Relationship Id="rId414" Type="http://schemas.openxmlformats.org/officeDocument/2006/relationships/customXml" Target="../ink/ink1221.xml"/><Relationship Id="rId456" Type="http://schemas.openxmlformats.org/officeDocument/2006/relationships/image" Target="../media/image977.png"/><Relationship Id="rId498" Type="http://schemas.openxmlformats.org/officeDocument/2006/relationships/customXml" Target="../ink/ink1275.xml"/><Relationship Id="rId13" Type="http://schemas.openxmlformats.org/officeDocument/2006/relationships/image" Target="../media/image7670.png"/><Relationship Id="rId109" Type="http://schemas.openxmlformats.org/officeDocument/2006/relationships/image" Target="../media/image815.png"/><Relationship Id="rId260" Type="http://schemas.openxmlformats.org/officeDocument/2006/relationships/image" Target="../media/image889.png"/><Relationship Id="rId316" Type="http://schemas.openxmlformats.org/officeDocument/2006/relationships/image" Target="../media/image916.png"/><Relationship Id="rId55" Type="http://schemas.openxmlformats.org/officeDocument/2006/relationships/image" Target="../media/image788.png"/><Relationship Id="rId97" Type="http://schemas.openxmlformats.org/officeDocument/2006/relationships/image" Target="../media/image809.png"/><Relationship Id="rId120" Type="http://schemas.openxmlformats.org/officeDocument/2006/relationships/customXml" Target="../ink/ink1072.xml"/><Relationship Id="rId358" Type="http://schemas.openxmlformats.org/officeDocument/2006/relationships/image" Target="../media/image937.png"/><Relationship Id="rId162" Type="http://schemas.openxmlformats.org/officeDocument/2006/relationships/customXml" Target="../ink/ink1093.xml"/><Relationship Id="rId218" Type="http://schemas.openxmlformats.org/officeDocument/2006/relationships/customXml" Target="../ink/ink1121.xml"/><Relationship Id="rId425" Type="http://schemas.openxmlformats.org/officeDocument/2006/relationships/image" Target="../media/image26.png"/><Relationship Id="rId467" Type="http://schemas.openxmlformats.org/officeDocument/2006/relationships/customXml" Target="../ink/ink1253.xml"/><Relationship Id="rId271" Type="http://schemas.openxmlformats.org/officeDocument/2006/relationships/customXml" Target="../ink/ink1148.xml"/><Relationship Id="rId24" Type="http://schemas.openxmlformats.org/officeDocument/2006/relationships/customXml" Target="../ink/ink1024.xml"/><Relationship Id="rId66" Type="http://schemas.openxmlformats.org/officeDocument/2006/relationships/customXml" Target="../ink/ink1045.xml"/><Relationship Id="rId131" Type="http://schemas.openxmlformats.org/officeDocument/2006/relationships/image" Target="../media/image825.png"/><Relationship Id="rId327" Type="http://schemas.openxmlformats.org/officeDocument/2006/relationships/customXml" Target="../ink/ink1176.xml"/><Relationship Id="rId369" Type="http://schemas.openxmlformats.org/officeDocument/2006/relationships/customXml" Target="../ink/ink1197.xml"/><Relationship Id="rId173" Type="http://schemas.openxmlformats.org/officeDocument/2006/relationships/image" Target="../media/image846.png"/><Relationship Id="rId229" Type="http://schemas.openxmlformats.org/officeDocument/2006/relationships/customXml" Target="../ink/ink1127.xml"/><Relationship Id="rId380" Type="http://schemas.openxmlformats.org/officeDocument/2006/relationships/customXml" Target="../ink/ink1203.xml"/><Relationship Id="rId436" Type="http://schemas.openxmlformats.org/officeDocument/2006/relationships/customXml" Target="../ink/ink1235.xml"/><Relationship Id="rId240" Type="http://schemas.openxmlformats.org/officeDocument/2006/relationships/image" Target="../media/image879.png"/><Relationship Id="rId478" Type="http://schemas.openxmlformats.org/officeDocument/2006/relationships/customXml" Target="../ink/ink1260.xml"/><Relationship Id="rId35" Type="http://schemas.openxmlformats.org/officeDocument/2006/relationships/image" Target="../media/image778.png"/><Relationship Id="rId77" Type="http://schemas.openxmlformats.org/officeDocument/2006/relationships/image" Target="../media/image799.png"/><Relationship Id="rId100" Type="http://schemas.openxmlformats.org/officeDocument/2006/relationships/customXml" Target="../ink/ink1062.xml"/><Relationship Id="rId282" Type="http://schemas.openxmlformats.org/officeDocument/2006/relationships/image" Target="../media/image899.png"/><Relationship Id="rId338" Type="http://schemas.openxmlformats.org/officeDocument/2006/relationships/image" Target="../media/image927.png"/><Relationship Id="rId503" Type="http://schemas.openxmlformats.org/officeDocument/2006/relationships/customXml" Target="../ink/ink1279.xml"/><Relationship Id="rId8" Type="http://schemas.openxmlformats.org/officeDocument/2006/relationships/customXml" Target="../ink/ink1016.xml"/><Relationship Id="rId142" Type="http://schemas.openxmlformats.org/officeDocument/2006/relationships/customXml" Target="../ink/ink1083.xml"/><Relationship Id="rId184" Type="http://schemas.openxmlformats.org/officeDocument/2006/relationships/customXml" Target="../ink/ink1104.xml"/><Relationship Id="rId391" Type="http://schemas.openxmlformats.org/officeDocument/2006/relationships/image" Target="../media/image953.png"/><Relationship Id="rId405" Type="http://schemas.openxmlformats.org/officeDocument/2006/relationships/image" Target="../media/image960.png"/><Relationship Id="rId447" Type="http://schemas.openxmlformats.org/officeDocument/2006/relationships/customXml" Target="../ink/ink1242.xml"/><Relationship Id="rId251" Type="http://schemas.openxmlformats.org/officeDocument/2006/relationships/customXml" Target="../ink/ink1138.xml"/><Relationship Id="rId489" Type="http://schemas.openxmlformats.org/officeDocument/2006/relationships/customXml" Target="../ink/ink1267.xml"/><Relationship Id="rId46" Type="http://schemas.openxmlformats.org/officeDocument/2006/relationships/customXml" Target="../ink/ink1035.xml"/><Relationship Id="rId293" Type="http://schemas.openxmlformats.org/officeDocument/2006/relationships/customXml" Target="../ink/ink1159.xml"/><Relationship Id="rId307" Type="http://schemas.openxmlformats.org/officeDocument/2006/relationships/customXml" Target="../ink/ink1166.xml"/><Relationship Id="rId349" Type="http://schemas.openxmlformats.org/officeDocument/2006/relationships/customXml" Target="../ink/ink1187.xml"/><Relationship Id="rId88" Type="http://schemas.openxmlformats.org/officeDocument/2006/relationships/customXml" Target="../ink/ink1056.xml"/><Relationship Id="rId111" Type="http://schemas.openxmlformats.org/officeDocument/2006/relationships/image" Target="../media/image816.png"/><Relationship Id="rId153" Type="http://schemas.openxmlformats.org/officeDocument/2006/relationships/image" Target="../media/image836.png"/><Relationship Id="rId195" Type="http://schemas.openxmlformats.org/officeDocument/2006/relationships/image" Target="../media/image857.png"/><Relationship Id="rId209" Type="http://schemas.openxmlformats.org/officeDocument/2006/relationships/image" Target="../media/image864.png"/><Relationship Id="rId360" Type="http://schemas.openxmlformats.org/officeDocument/2006/relationships/image" Target="../media/image938.png"/><Relationship Id="rId416" Type="http://schemas.openxmlformats.org/officeDocument/2006/relationships/customXml" Target="../ink/ink1222.xml"/><Relationship Id="rId220" Type="http://schemas.openxmlformats.org/officeDocument/2006/relationships/customXml" Target="../ink/ink1122.xml"/><Relationship Id="rId458" Type="http://schemas.openxmlformats.org/officeDocument/2006/relationships/image" Target="../media/image287.png"/><Relationship Id="rId15" Type="http://schemas.openxmlformats.org/officeDocument/2006/relationships/image" Target="../media/image7680.png"/><Relationship Id="rId57" Type="http://schemas.openxmlformats.org/officeDocument/2006/relationships/image" Target="../media/image789.png"/><Relationship Id="rId262" Type="http://schemas.openxmlformats.org/officeDocument/2006/relationships/image" Target="../media/image890.png"/><Relationship Id="rId318" Type="http://schemas.openxmlformats.org/officeDocument/2006/relationships/image" Target="../media/image917.png"/><Relationship Id="rId99" Type="http://schemas.openxmlformats.org/officeDocument/2006/relationships/image" Target="../media/image810.png"/><Relationship Id="rId122" Type="http://schemas.openxmlformats.org/officeDocument/2006/relationships/customXml" Target="../ink/ink1073.xml"/><Relationship Id="rId164" Type="http://schemas.openxmlformats.org/officeDocument/2006/relationships/customXml" Target="../ink/ink1094.xml"/><Relationship Id="rId371" Type="http://schemas.openxmlformats.org/officeDocument/2006/relationships/customXml" Target="../ink/ink1198.xml"/><Relationship Id="rId427" Type="http://schemas.openxmlformats.org/officeDocument/2006/relationships/customXml" Target="../ink/ink1229.xml"/><Relationship Id="rId469" Type="http://schemas.openxmlformats.org/officeDocument/2006/relationships/customXml" Target="../ink/ink1254.xml"/><Relationship Id="rId26" Type="http://schemas.openxmlformats.org/officeDocument/2006/relationships/customXml" Target="../ink/ink1025.xml"/><Relationship Id="rId231" Type="http://schemas.openxmlformats.org/officeDocument/2006/relationships/customXml" Target="../ink/ink1128.xml"/><Relationship Id="rId273" Type="http://schemas.openxmlformats.org/officeDocument/2006/relationships/customXml" Target="../ink/ink1149.xml"/><Relationship Id="rId329" Type="http://schemas.openxmlformats.org/officeDocument/2006/relationships/customXml" Target="../ink/ink1177.xml"/><Relationship Id="rId480" Type="http://schemas.openxmlformats.org/officeDocument/2006/relationships/customXml" Target="../ink/ink1261.xml"/><Relationship Id="rId68" Type="http://schemas.openxmlformats.org/officeDocument/2006/relationships/customXml" Target="../ink/ink1046.xml"/><Relationship Id="rId133" Type="http://schemas.openxmlformats.org/officeDocument/2006/relationships/image" Target="../media/image826.png"/><Relationship Id="rId175" Type="http://schemas.openxmlformats.org/officeDocument/2006/relationships/image" Target="../media/image847.png"/><Relationship Id="rId340" Type="http://schemas.openxmlformats.org/officeDocument/2006/relationships/image" Target="../media/image928.png"/><Relationship Id="rId200" Type="http://schemas.openxmlformats.org/officeDocument/2006/relationships/customXml" Target="../ink/ink1112.xml"/><Relationship Id="rId382" Type="http://schemas.openxmlformats.org/officeDocument/2006/relationships/customXml" Target="../ink/ink1204.xml"/><Relationship Id="rId438" Type="http://schemas.openxmlformats.org/officeDocument/2006/relationships/customXml" Target="../ink/ink1237.xml"/><Relationship Id="rId242" Type="http://schemas.openxmlformats.org/officeDocument/2006/relationships/image" Target="../media/image880.png"/><Relationship Id="rId284" Type="http://schemas.openxmlformats.org/officeDocument/2006/relationships/image" Target="../media/image900.png"/><Relationship Id="rId491" Type="http://schemas.openxmlformats.org/officeDocument/2006/relationships/image" Target="../media/image989.png"/><Relationship Id="rId505" Type="http://schemas.openxmlformats.org/officeDocument/2006/relationships/customXml" Target="../ink/ink1280.xml"/><Relationship Id="rId37" Type="http://schemas.openxmlformats.org/officeDocument/2006/relationships/image" Target="../media/image779.png"/><Relationship Id="rId79" Type="http://schemas.openxmlformats.org/officeDocument/2006/relationships/image" Target="../media/image800.png"/><Relationship Id="rId102" Type="http://schemas.openxmlformats.org/officeDocument/2006/relationships/customXml" Target="../ink/ink1063.xml"/><Relationship Id="rId144" Type="http://schemas.openxmlformats.org/officeDocument/2006/relationships/customXml" Target="../ink/ink1084.xml"/><Relationship Id="rId90" Type="http://schemas.openxmlformats.org/officeDocument/2006/relationships/customXml" Target="../ink/ink1057.xml"/><Relationship Id="rId186" Type="http://schemas.openxmlformats.org/officeDocument/2006/relationships/customXml" Target="../ink/ink1105.xml"/><Relationship Id="rId351" Type="http://schemas.openxmlformats.org/officeDocument/2006/relationships/customXml" Target="../ink/ink1188.xml"/><Relationship Id="rId393" Type="http://schemas.openxmlformats.org/officeDocument/2006/relationships/image" Target="../media/image954.png"/><Relationship Id="rId407" Type="http://schemas.openxmlformats.org/officeDocument/2006/relationships/image" Target="../media/image961.png"/><Relationship Id="rId449" Type="http://schemas.openxmlformats.org/officeDocument/2006/relationships/customXml" Target="../ink/ink1243.xml"/><Relationship Id="rId211" Type="http://schemas.openxmlformats.org/officeDocument/2006/relationships/image" Target="../media/image865.png"/><Relationship Id="rId253" Type="http://schemas.openxmlformats.org/officeDocument/2006/relationships/customXml" Target="../ink/ink1139.xml"/><Relationship Id="rId295" Type="http://schemas.openxmlformats.org/officeDocument/2006/relationships/customXml" Target="../ink/ink1160.xml"/><Relationship Id="rId309" Type="http://schemas.openxmlformats.org/officeDocument/2006/relationships/customXml" Target="../ink/ink1167.xml"/><Relationship Id="rId460" Type="http://schemas.openxmlformats.org/officeDocument/2006/relationships/image" Target="../media/image978.png"/><Relationship Id="rId48" Type="http://schemas.openxmlformats.org/officeDocument/2006/relationships/customXml" Target="../ink/ink1036.xml"/><Relationship Id="rId113" Type="http://schemas.openxmlformats.org/officeDocument/2006/relationships/image" Target="../media/image817.png"/><Relationship Id="rId320" Type="http://schemas.openxmlformats.org/officeDocument/2006/relationships/image" Target="../media/image918.png"/><Relationship Id="rId155" Type="http://schemas.openxmlformats.org/officeDocument/2006/relationships/image" Target="../media/image837.png"/><Relationship Id="rId197" Type="http://schemas.openxmlformats.org/officeDocument/2006/relationships/image" Target="../media/image858.png"/><Relationship Id="rId362" Type="http://schemas.openxmlformats.org/officeDocument/2006/relationships/image" Target="../media/image939.png"/><Relationship Id="rId418" Type="http://schemas.openxmlformats.org/officeDocument/2006/relationships/customXml" Target="../ink/ink1224.xml"/><Relationship Id="rId222" Type="http://schemas.openxmlformats.org/officeDocument/2006/relationships/customXml" Target="../ink/ink1123.xml"/><Relationship Id="rId264" Type="http://schemas.openxmlformats.org/officeDocument/2006/relationships/image" Target="../media/image891.png"/><Relationship Id="rId471" Type="http://schemas.openxmlformats.org/officeDocument/2006/relationships/customXml" Target="../ink/ink1255.xml"/><Relationship Id="rId17" Type="http://schemas.openxmlformats.org/officeDocument/2006/relationships/image" Target="../media/image7690.png"/><Relationship Id="rId59" Type="http://schemas.openxmlformats.org/officeDocument/2006/relationships/image" Target="../media/image790.png"/><Relationship Id="rId124" Type="http://schemas.openxmlformats.org/officeDocument/2006/relationships/customXml" Target="../ink/ink1074.xml"/><Relationship Id="rId70" Type="http://schemas.openxmlformats.org/officeDocument/2006/relationships/customXml" Target="../ink/ink1047.xml"/><Relationship Id="rId166" Type="http://schemas.openxmlformats.org/officeDocument/2006/relationships/customXml" Target="../ink/ink1095.xml"/><Relationship Id="rId331" Type="http://schemas.openxmlformats.org/officeDocument/2006/relationships/customXml" Target="../ink/ink1178.xml"/><Relationship Id="rId373" Type="http://schemas.openxmlformats.org/officeDocument/2006/relationships/customXml" Target="../ink/ink1199.xml"/><Relationship Id="rId429" Type="http://schemas.openxmlformats.org/officeDocument/2006/relationships/customXml" Target="../ink/ink1230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129.xml"/><Relationship Id="rId440" Type="http://schemas.openxmlformats.org/officeDocument/2006/relationships/image" Target="../media/image971.png"/><Relationship Id="rId28" Type="http://schemas.openxmlformats.org/officeDocument/2006/relationships/customXml" Target="../ink/ink1026.xml"/><Relationship Id="rId275" Type="http://schemas.openxmlformats.org/officeDocument/2006/relationships/customXml" Target="../ink/ink1150.xml"/><Relationship Id="rId300" Type="http://schemas.openxmlformats.org/officeDocument/2006/relationships/image" Target="../media/image908.png"/><Relationship Id="rId482" Type="http://schemas.openxmlformats.org/officeDocument/2006/relationships/customXml" Target="../ink/ink1262.xml"/><Relationship Id="rId81" Type="http://schemas.openxmlformats.org/officeDocument/2006/relationships/image" Target="../media/image801.png"/><Relationship Id="rId135" Type="http://schemas.openxmlformats.org/officeDocument/2006/relationships/image" Target="../media/image827.png"/><Relationship Id="rId177" Type="http://schemas.openxmlformats.org/officeDocument/2006/relationships/image" Target="../media/image848.png"/><Relationship Id="rId342" Type="http://schemas.openxmlformats.org/officeDocument/2006/relationships/image" Target="../media/image929.png"/><Relationship Id="rId384" Type="http://schemas.openxmlformats.org/officeDocument/2006/relationships/customXml" Target="../ink/ink1205.xml"/><Relationship Id="rId202" Type="http://schemas.openxmlformats.org/officeDocument/2006/relationships/customXml" Target="../ink/ink1113.xml"/><Relationship Id="rId244" Type="http://schemas.openxmlformats.org/officeDocument/2006/relationships/image" Target="../media/image881.png"/><Relationship Id="rId39" Type="http://schemas.openxmlformats.org/officeDocument/2006/relationships/image" Target="../media/image780.png"/><Relationship Id="rId286" Type="http://schemas.openxmlformats.org/officeDocument/2006/relationships/image" Target="../media/image901.png"/><Relationship Id="rId451" Type="http://schemas.openxmlformats.org/officeDocument/2006/relationships/customXml" Target="../ink/ink1244.xml"/><Relationship Id="rId493" Type="http://schemas.openxmlformats.org/officeDocument/2006/relationships/customXml" Target="../ink/ink1270.xml"/><Relationship Id="rId507" Type="http://schemas.openxmlformats.org/officeDocument/2006/relationships/customXml" Target="../ink/ink1281.xml"/><Relationship Id="rId50" Type="http://schemas.openxmlformats.org/officeDocument/2006/relationships/customXml" Target="../ink/ink1037.xml"/><Relationship Id="rId104" Type="http://schemas.openxmlformats.org/officeDocument/2006/relationships/customXml" Target="../ink/ink1064.xml"/><Relationship Id="rId146" Type="http://schemas.openxmlformats.org/officeDocument/2006/relationships/customXml" Target="../ink/ink1085.xml"/><Relationship Id="rId188" Type="http://schemas.openxmlformats.org/officeDocument/2006/relationships/customXml" Target="../ink/ink1106.xml"/><Relationship Id="rId311" Type="http://schemas.openxmlformats.org/officeDocument/2006/relationships/customXml" Target="../ink/ink1168.xml"/><Relationship Id="rId353" Type="http://schemas.openxmlformats.org/officeDocument/2006/relationships/customXml" Target="../ink/ink1189.xml"/><Relationship Id="rId395" Type="http://schemas.openxmlformats.org/officeDocument/2006/relationships/image" Target="../media/image955.png"/><Relationship Id="rId409" Type="http://schemas.openxmlformats.org/officeDocument/2006/relationships/customXml" Target="../ink/ink1218.xml"/><Relationship Id="rId92" Type="http://schemas.openxmlformats.org/officeDocument/2006/relationships/customXml" Target="../ink/ink1058.xml"/><Relationship Id="rId213" Type="http://schemas.openxmlformats.org/officeDocument/2006/relationships/image" Target="../media/image866.png"/><Relationship Id="rId420" Type="http://schemas.openxmlformats.org/officeDocument/2006/relationships/customXml" Target="../ink/ink1225.xml"/><Relationship Id="rId255" Type="http://schemas.openxmlformats.org/officeDocument/2006/relationships/customXml" Target="../ink/ink1140.xml"/><Relationship Id="rId297" Type="http://schemas.openxmlformats.org/officeDocument/2006/relationships/customXml" Target="../ink/ink1161.xml"/><Relationship Id="rId462" Type="http://schemas.openxmlformats.org/officeDocument/2006/relationships/image" Target="../media/image979.png"/><Relationship Id="rId115" Type="http://schemas.openxmlformats.org/officeDocument/2006/relationships/image" Target="../media/image818.png"/><Relationship Id="rId157" Type="http://schemas.openxmlformats.org/officeDocument/2006/relationships/image" Target="../media/image838.png"/><Relationship Id="rId322" Type="http://schemas.openxmlformats.org/officeDocument/2006/relationships/image" Target="../media/image919.png"/><Relationship Id="rId364" Type="http://schemas.openxmlformats.org/officeDocument/2006/relationships/image" Target="../media/image940.png"/><Relationship Id="rId61" Type="http://schemas.openxmlformats.org/officeDocument/2006/relationships/image" Target="../media/image791.png"/><Relationship Id="rId199" Type="http://schemas.openxmlformats.org/officeDocument/2006/relationships/image" Target="../media/image859.png"/><Relationship Id="rId19" Type="http://schemas.openxmlformats.org/officeDocument/2006/relationships/image" Target="../media/image7700.png"/><Relationship Id="rId224" Type="http://schemas.openxmlformats.org/officeDocument/2006/relationships/customXml" Target="../ink/ink1124.xml"/><Relationship Id="rId266" Type="http://schemas.openxmlformats.org/officeDocument/2006/relationships/image" Target="../media/image892.png"/><Relationship Id="rId431" Type="http://schemas.openxmlformats.org/officeDocument/2006/relationships/customXml" Target="../ink/ink1231.xml"/><Relationship Id="rId473" Type="http://schemas.openxmlformats.org/officeDocument/2006/relationships/image" Target="../media/image984.png"/><Relationship Id="rId30" Type="http://schemas.openxmlformats.org/officeDocument/2006/relationships/customXml" Target="../ink/ink1027.xml"/><Relationship Id="rId126" Type="http://schemas.openxmlformats.org/officeDocument/2006/relationships/customXml" Target="../ink/ink1075.xml"/><Relationship Id="rId168" Type="http://schemas.openxmlformats.org/officeDocument/2006/relationships/customXml" Target="../ink/ink1096.xml"/><Relationship Id="rId333" Type="http://schemas.openxmlformats.org/officeDocument/2006/relationships/customXml" Target="../ink/ink1179.xml"/><Relationship Id="rId72" Type="http://schemas.openxmlformats.org/officeDocument/2006/relationships/customXml" Target="../ink/ink1048.xml"/><Relationship Id="rId375" Type="http://schemas.openxmlformats.org/officeDocument/2006/relationships/image" Target="../media/image945.png"/><Relationship Id="rId3" Type="http://schemas.openxmlformats.org/officeDocument/2006/relationships/image" Target="../media/image7620.png"/><Relationship Id="rId235" Type="http://schemas.openxmlformats.org/officeDocument/2006/relationships/customXml" Target="../ink/ink1130.xml"/><Relationship Id="rId277" Type="http://schemas.openxmlformats.org/officeDocument/2006/relationships/customXml" Target="../ink/ink1151.xml"/><Relationship Id="rId400" Type="http://schemas.openxmlformats.org/officeDocument/2006/relationships/customXml" Target="../ink/ink1213.xml"/><Relationship Id="rId442" Type="http://schemas.openxmlformats.org/officeDocument/2006/relationships/image" Target="../media/image972.png"/><Relationship Id="rId484" Type="http://schemas.openxmlformats.org/officeDocument/2006/relationships/customXml" Target="../ink/ink1263.xml"/><Relationship Id="rId137" Type="http://schemas.openxmlformats.org/officeDocument/2006/relationships/image" Target="../media/image828.png"/><Relationship Id="rId302" Type="http://schemas.openxmlformats.org/officeDocument/2006/relationships/image" Target="../media/image909.png"/><Relationship Id="rId344" Type="http://schemas.openxmlformats.org/officeDocument/2006/relationships/image" Target="../media/image930.png"/><Relationship Id="rId41" Type="http://schemas.openxmlformats.org/officeDocument/2006/relationships/image" Target="../media/image781.png"/><Relationship Id="rId83" Type="http://schemas.openxmlformats.org/officeDocument/2006/relationships/image" Target="../media/image802.png"/><Relationship Id="rId179" Type="http://schemas.openxmlformats.org/officeDocument/2006/relationships/image" Target="../media/image849.png"/><Relationship Id="rId386" Type="http://schemas.openxmlformats.org/officeDocument/2006/relationships/customXml" Target="../ink/ink1206.xml"/><Relationship Id="rId190" Type="http://schemas.openxmlformats.org/officeDocument/2006/relationships/customXml" Target="../ink/ink1107.xml"/><Relationship Id="rId204" Type="http://schemas.openxmlformats.org/officeDocument/2006/relationships/customXml" Target="../ink/ink1114.xml"/><Relationship Id="rId246" Type="http://schemas.openxmlformats.org/officeDocument/2006/relationships/image" Target="../media/image882.png"/><Relationship Id="rId288" Type="http://schemas.openxmlformats.org/officeDocument/2006/relationships/image" Target="../media/image902.png"/><Relationship Id="rId411" Type="http://schemas.openxmlformats.org/officeDocument/2006/relationships/customXml" Target="../ink/ink1219.xml"/><Relationship Id="rId453" Type="http://schemas.openxmlformats.org/officeDocument/2006/relationships/customXml" Target="../ink/ink1246.xml"/><Relationship Id="rId509" Type="http://schemas.openxmlformats.org/officeDocument/2006/relationships/customXml" Target="../ink/ink1282.xml"/><Relationship Id="rId106" Type="http://schemas.openxmlformats.org/officeDocument/2006/relationships/customXml" Target="../ink/ink1065.xml"/><Relationship Id="rId313" Type="http://schemas.openxmlformats.org/officeDocument/2006/relationships/customXml" Target="../ink/ink1169.xml"/><Relationship Id="rId495" Type="http://schemas.openxmlformats.org/officeDocument/2006/relationships/customXml" Target="../ink/ink1272.xml"/><Relationship Id="rId10" Type="http://schemas.openxmlformats.org/officeDocument/2006/relationships/customXml" Target="../ink/ink1017.xml"/><Relationship Id="rId52" Type="http://schemas.openxmlformats.org/officeDocument/2006/relationships/customXml" Target="../ink/ink1038.xml"/><Relationship Id="rId94" Type="http://schemas.openxmlformats.org/officeDocument/2006/relationships/customXml" Target="../ink/ink1059.xml"/><Relationship Id="rId148" Type="http://schemas.openxmlformats.org/officeDocument/2006/relationships/customXml" Target="../ink/ink1086.xml"/><Relationship Id="rId355" Type="http://schemas.openxmlformats.org/officeDocument/2006/relationships/customXml" Target="../ink/ink1190.xml"/><Relationship Id="rId397" Type="http://schemas.openxmlformats.org/officeDocument/2006/relationships/image" Target="../media/image956.png"/><Relationship Id="rId215" Type="http://schemas.openxmlformats.org/officeDocument/2006/relationships/image" Target="../media/image867.png"/><Relationship Id="rId257" Type="http://schemas.openxmlformats.org/officeDocument/2006/relationships/customXml" Target="../ink/ink1141.xml"/><Relationship Id="rId422" Type="http://schemas.openxmlformats.org/officeDocument/2006/relationships/customXml" Target="../ink/ink1226.xml"/><Relationship Id="rId464" Type="http://schemas.openxmlformats.org/officeDocument/2006/relationships/image" Target="../media/image980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17.png"/><Relationship Id="rId299" Type="http://schemas.openxmlformats.org/officeDocument/2006/relationships/customXml" Target="../ink/ink1436.xml"/><Relationship Id="rId21" Type="http://schemas.openxmlformats.org/officeDocument/2006/relationships/image" Target="../media/image9700.png"/><Relationship Id="rId63" Type="http://schemas.openxmlformats.org/officeDocument/2006/relationships/image" Target="../media/image9911.png"/><Relationship Id="rId159" Type="http://schemas.openxmlformats.org/officeDocument/2006/relationships/image" Target="../media/image1036.png"/><Relationship Id="rId324" Type="http://schemas.openxmlformats.org/officeDocument/2006/relationships/image" Target="../media/image143.png"/><Relationship Id="rId366" Type="http://schemas.openxmlformats.org/officeDocument/2006/relationships/image" Target="../media/image1118.png"/><Relationship Id="rId170" Type="http://schemas.openxmlformats.org/officeDocument/2006/relationships/customXml" Target="../ink/ink1369.xml"/><Relationship Id="rId226" Type="http://schemas.openxmlformats.org/officeDocument/2006/relationships/customXml" Target="../ink/ink1397.xml"/><Relationship Id="rId268" Type="http://schemas.openxmlformats.org/officeDocument/2006/relationships/image" Target="../media/image1087.png"/><Relationship Id="rId32" Type="http://schemas.openxmlformats.org/officeDocument/2006/relationships/customXml" Target="../ink/ink1299.xml"/><Relationship Id="rId74" Type="http://schemas.openxmlformats.org/officeDocument/2006/relationships/customXml" Target="../ink/ink1320.xml"/><Relationship Id="rId128" Type="http://schemas.openxmlformats.org/officeDocument/2006/relationships/customXml" Target="../ink/ink1348.xml"/><Relationship Id="rId335" Type="http://schemas.openxmlformats.org/officeDocument/2006/relationships/customXml" Target="../ink/ink1460.xml"/><Relationship Id="rId377" Type="http://schemas.openxmlformats.org/officeDocument/2006/relationships/customXml" Target="../ink/ink1483.xml"/><Relationship Id="rId5" Type="http://schemas.openxmlformats.org/officeDocument/2006/relationships/image" Target="../media/image9620.png"/><Relationship Id="rId181" Type="http://schemas.openxmlformats.org/officeDocument/2006/relationships/image" Target="../media/image1047.png"/><Relationship Id="rId237" Type="http://schemas.openxmlformats.org/officeDocument/2006/relationships/image" Target="../media/image1074.png"/><Relationship Id="rId402" Type="http://schemas.openxmlformats.org/officeDocument/2006/relationships/customXml" Target="../ink/ink1498.xml"/><Relationship Id="rId279" Type="http://schemas.openxmlformats.org/officeDocument/2006/relationships/customXml" Target="../ink/ink1424.xml"/><Relationship Id="rId43" Type="http://schemas.openxmlformats.org/officeDocument/2006/relationships/image" Target="../media/image9811.png"/><Relationship Id="rId139" Type="http://schemas.openxmlformats.org/officeDocument/2006/relationships/image" Target="../media/image1026.png"/><Relationship Id="rId290" Type="http://schemas.openxmlformats.org/officeDocument/2006/relationships/customXml" Target="../ink/ink1430.xml"/><Relationship Id="rId304" Type="http://schemas.openxmlformats.org/officeDocument/2006/relationships/customXml" Target="../ink/ink1439.xml"/><Relationship Id="rId346" Type="http://schemas.openxmlformats.org/officeDocument/2006/relationships/image" Target="../media/image1111.png"/><Relationship Id="rId388" Type="http://schemas.openxmlformats.org/officeDocument/2006/relationships/image" Target="../media/image1128.png"/><Relationship Id="rId85" Type="http://schemas.openxmlformats.org/officeDocument/2006/relationships/image" Target="../media/image1002.png"/><Relationship Id="rId150" Type="http://schemas.openxmlformats.org/officeDocument/2006/relationships/customXml" Target="../ink/ink1359.xml"/><Relationship Id="rId192" Type="http://schemas.openxmlformats.org/officeDocument/2006/relationships/customXml" Target="../ink/ink1380.xml"/><Relationship Id="rId206" Type="http://schemas.openxmlformats.org/officeDocument/2006/relationships/customXml" Target="../ink/ink1387.xml"/><Relationship Id="rId413" Type="http://schemas.openxmlformats.org/officeDocument/2006/relationships/customXml" Target="../ink/ink1505.xml"/><Relationship Id="rId248" Type="http://schemas.openxmlformats.org/officeDocument/2006/relationships/image" Target="../media/image1078.png"/><Relationship Id="rId12" Type="http://schemas.openxmlformats.org/officeDocument/2006/relationships/customXml" Target="../ink/ink1289.xml"/><Relationship Id="rId108" Type="http://schemas.openxmlformats.org/officeDocument/2006/relationships/customXml" Target="../ink/ink1337.xml"/><Relationship Id="rId315" Type="http://schemas.openxmlformats.org/officeDocument/2006/relationships/customXml" Target="../ink/ink1447.xml"/><Relationship Id="rId357" Type="http://schemas.openxmlformats.org/officeDocument/2006/relationships/image" Target="../media/image1115.png"/><Relationship Id="rId54" Type="http://schemas.openxmlformats.org/officeDocument/2006/relationships/customXml" Target="../ink/ink1310.xml"/><Relationship Id="rId96" Type="http://schemas.openxmlformats.org/officeDocument/2006/relationships/customXml" Target="../ink/ink1331.xml"/><Relationship Id="rId161" Type="http://schemas.openxmlformats.org/officeDocument/2006/relationships/image" Target="../media/image1037.png"/><Relationship Id="rId217" Type="http://schemas.openxmlformats.org/officeDocument/2006/relationships/image" Target="../media/image1064.png"/><Relationship Id="rId399" Type="http://schemas.openxmlformats.org/officeDocument/2006/relationships/image" Target="../media/image1132.png"/><Relationship Id="rId259" Type="http://schemas.openxmlformats.org/officeDocument/2006/relationships/customXml" Target="../ink/ink1414.xml"/><Relationship Id="rId23" Type="http://schemas.openxmlformats.org/officeDocument/2006/relationships/image" Target="../media/image9711.png"/><Relationship Id="rId119" Type="http://schemas.openxmlformats.org/officeDocument/2006/relationships/image" Target="../media/image1018.png"/><Relationship Id="rId270" Type="http://schemas.openxmlformats.org/officeDocument/2006/relationships/image" Target="../media/image1088.png"/><Relationship Id="rId326" Type="http://schemas.openxmlformats.org/officeDocument/2006/relationships/image" Target="../media/image1105.png"/><Relationship Id="rId65" Type="http://schemas.openxmlformats.org/officeDocument/2006/relationships/image" Target="../media/image9920.png"/><Relationship Id="rId130" Type="http://schemas.openxmlformats.org/officeDocument/2006/relationships/customXml" Target="../ink/ink1349.xml"/><Relationship Id="rId368" Type="http://schemas.openxmlformats.org/officeDocument/2006/relationships/image" Target="../media/image1119.png"/><Relationship Id="rId172" Type="http://schemas.openxmlformats.org/officeDocument/2006/relationships/customXml" Target="../ink/ink1370.xml"/><Relationship Id="rId228" Type="http://schemas.openxmlformats.org/officeDocument/2006/relationships/customXml" Target="../ink/ink1398.xml"/><Relationship Id="rId281" Type="http://schemas.openxmlformats.org/officeDocument/2006/relationships/customXml" Target="../ink/ink1425.xml"/><Relationship Id="rId337" Type="http://schemas.openxmlformats.org/officeDocument/2006/relationships/customXml" Target="../ink/ink1461.xml"/><Relationship Id="rId34" Type="http://schemas.openxmlformats.org/officeDocument/2006/relationships/customXml" Target="../ink/ink1300.xml"/><Relationship Id="rId76" Type="http://schemas.openxmlformats.org/officeDocument/2006/relationships/customXml" Target="../ink/ink1321.xml"/><Relationship Id="rId141" Type="http://schemas.openxmlformats.org/officeDocument/2006/relationships/image" Target="../media/image1027.png"/><Relationship Id="rId379" Type="http://schemas.openxmlformats.org/officeDocument/2006/relationships/customXml" Target="../ink/ink1484.xml"/><Relationship Id="rId7" Type="http://schemas.openxmlformats.org/officeDocument/2006/relationships/image" Target="../media/image9630.png"/><Relationship Id="rId183" Type="http://schemas.openxmlformats.org/officeDocument/2006/relationships/image" Target="../media/image1048.png"/><Relationship Id="rId239" Type="http://schemas.openxmlformats.org/officeDocument/2006/relationships/image" Target="../media/image1075.png"/><Relationship Id="rId390" Type="http://schemas.openxmlformats.org/officeDocument/2006/relationships/image" Target="../media/image1129.png"/><Relationship Id="rId404" Type="http://schemas.openxmlformats.org/officeDocument/2006/relationships/customXml" Target="../ink/ink1499.xml"/><Relationship Id="rId250" Type="http://schemas.openxmlformats.org/officeDocument/2006/relationships/image" Target="../media/image1079.png"/><Relationship Id="rId292" Type="http://schemas.openxmlformats.org/officeDocument/2006/relationships/image" Target="../media/image1095.png"/><Relationship Id="rId306" Type="http://schemas.openxmlformats.org/officeDocument/2006/relationships/image" Target="../media/image1100.png"/><Relationship Id="rId45" Type="http://schemas.openxmlformats.org/officeDocument/2006/relationships/image" Target="../media/image9820.png"/><Relationship Id="rId87" Type="http://schemas.openxmlformats.org/officeDocument/2006/relationships/image" Target="../media/image1003.png"/><Relationship Id="rId110" Type="http://schemas.openxmlformats.org/officeDocument/2006/relationships/customXml" Target="../ink/ink1338.xml"/><Relationship Id="rId348" Type="http://schemas.openxmlformats.org/officeDocument/2006/relationships/image" Target="../media/image1112.png"/><Relationship Id="rId152" Type="http://schemas.openxmlformats.org/officeDocument/2006/relationships/customXml" Target="../ink/ink1360.xml"/><Relationship Id="rId194" Type="http://schemas.openxmlformats.org/officeDocument/2006/relationships/customXml" Target="../ink/ink1381.xml"/><Relationship Id="rId208" Type="http://schemas.openxmlformats.org/officeDocument/2006/relationships/customXml" Target="../ink/ink1388.xml"/><Relationship Id="rId415" Type="http://schemas.openxmlformats.org/officeDocument/2006/relationships/customXml" Target="../ink/ink1506.xml"/><Relationship Id="rId261" Type="http://schemas.openxmlformats.org/officeDocument/2006/relationships/customXml" Target="../ink/ink1415.xml"/><Relationship Id="rId14" Type="http://schemas.openxmlformats.org/officeDocument/2006/relationships/customXml" Target="../ink/ink1290.xml"/><Relationship Id="rId56" Type="http://schemas.openxmlformats.org/officeDocument/2006/relationships/customXml" Target="../ink/ink1311.xml"/><Relationship Id="rId317" Type="http://schemas.openxmlformats.org/officeDocument/2006/relationships/customXml" Target="../ink/ink1449.xml"/><Relationship Id="rId359" Type="http://schemas.openxmlformats.org/officeDocument/2006/relationships/image" Target="../media/image1116.png"/><Relationship Id="rId98" Type="http://schemas.openxmlformats.org/officeDocument/2006/relationships/customXml" Target="../ink/ink1332.xml"/><Relationship Id="rId121" Type="http://schemas.openxmlformats.org/officeDocument/2006/relationships/image" Target="../media/image1019.png"/><Relationship Id="rId163" Type="http://schemas.openxmlformats.org/officeDocument/2006/relationships/image" Target="../media/image1038.png"/><Relationship Id="rId219" Type="http://schemas.openxmlformats.org/officeDocument/2006/relationships/image" Target="../media/image1065.png"/><Relationship Id="rId370" Type="http://schemas.openxmlformats.org/officeDocument/2006/relationships/image" Target="../media/image1120.png"/><Relationship Id="rId230" Type="http://schemas.openxmlformats.org/officeDocument/2006/relationships/customXml" Target="../ink/ink1399.xml"/><Relationship Id="rId25" Type="http://schemas.openxmlformats.org/officeDocument/2006/relationships/image" Target="../media/image9720.png"/><Relationship Id="rId67" Type="http://schemas.openxmlformats.org/officeDocument/2006/relationships/image" Target="../media/image9930.png"/><Relationship Id="rId272" Type="http://schemas.openxmlformats.org/officeDocument/2006/relationships/image" Target="../media/image1089.png"/><Relationship Id="rId328" Type="http://schemas.openxmlformats.org/officeDocument/2006/relationships/image" Target="../media/image1106.png"/><Relationship Id="rId132" Type="http://schemas.openxmlformats.org/officeDocument/2006/relationships/customXml" Target="../ink/ink1350.xml"/><Relationship Id="rId174" Type="http://schemas.openxmlformats.org/officeDocument/2006/relationships/customXml" Target="../ink/ink1371.xml"/><Relationship Id="rId381" Type="http://schemas.openxmlformats.org/officeDocument/2006/relationships/customXml" Target="../ink/ink1485.xml"/><Relationship Id="rId241" Type="http://schemas.openxmlformats.org/officeDocument/2006/relationships/image" Target="../media/image1076.png"/><Relationship Id="rId36" Type="http://schemas.openxmlformats.org/officeDocument/2006/relationships/customXml" Target="../ink/ink1301.xml"/><Relationship Id="rId283" Type="http://schemas.openxmlformats.org/officeDocument/2006/relationships/customXml" Target="../ink/ink1426.xml"/><Relationship Id="rId339" Type="http://schemas.openxmlformats.org/officeDocument/2006/relationships/customXml" Target="../ink/ink1462.xml"/><Relationship Id="rId78" Type="http://schemas.openxmlformats.org/officeDocument/2006/relationships/customXml" Target="../ink/ink1322.xml"/><Relationship Id="rId101" Type="http://schemas.openxmlformats.org/officeDocument/2006/relationships/image" Target="../media/image1010.png"/><Relationship Id="rId143" Type="http://schemas.openxmlformats.org/officeDocument/2006/relationships/image" Target="../media/image1028.png"/><Relationship Id="rId185" Type="http://schemas.openxmlformats.org/officeDocument/2006/relationships/image" Target="../media/image1049.png"/><Relationship Id="rId350" Type="http://schemas.openxmlformats.org/officeDocument/2006/relationships/customXml" Target="../ink/ink1468.xml"/><Relationship Id="rId406" Type="http://schemas.openxmlformats.org/officeDocument/2006/relationships/customXml" Target="../ink/ink1500.xml"/><Relationship Id="rId9" Type="http://schemas.openxmlformats.org/officeDocument/2006/relationships/image" Target="../media/image9640.png"/><Relationship Id="rId210" Type="http://schemas.openxmlformats.org/officeDocument/2006/relationships/customXml" Target="../ink/ink1389.xml"/><Relationship Id="rId392" Type="http://schemas.openxmlformats.org/officeDocument/2006/relationships/customXml" Target="../ink/ink1492.xml"/><Relationship Id="rId252" Type="http://schemas.openxmlformats.org/officeDocument/2006/relationships/image" Target="../media/image1080.png"/><Relationship Id="rId294" Type="http://schemas.openxmlformats.org/officeDocument/2006/relationships/customXml" Target="../ink/ink1433.xml"/><Relationship Id="rId308" Type="http://schemas.openxmlformats.org/officeDocument/2006/relationships/image" Target="../media/image1101.png"/><Relationship Id="rId47" Type="http://schemas.openxmlformats.org/officeDocument/2006/relationships/image" Target="../media/image9830.png"/><Relationship Id="rId89" Type="http://schemas.openxmlformats.org/officeDocument/2006/relationships/image" Target="../media/image1004.png"/><Relationship Id="rId112" Type="http://schemas.openxmlformats.org/officeDocument/2006/relationships/customXml" Target="../ink/ink1339.xml"/><Relationship Id="rId154" Type="http://schemas.openxmlformats.org/officeDocument/2006/relationships/customXml" Target="../ink/ink1361.xml"/><Relationship Id="rId361" Type="http://schemas.openxmlformats.org/officeDocument/2006/relationships/image" Target="../media/image27.png"/><Relationship Id="rId196" Type="http://schemas.openxmlformats.org/officeDocument/2006/relationships/customXml" Target="../ink/ink1382.xml"/><Relationship Id="rId417" Type="http://schemas.openxmlformats.org/officeDocument/2006/relationships/image" Target="../media/image1137.png"/><Relationship Id="rId16" Type="http://schemas.openxmlformats.org/officeDocument/2006/relationships/customXml" Target="../ink/ink1291.xml"/><Relationship Id="rId221" Type="http://schemas.openxmlformats.org/officeDocument/2006/relationships/image" Target="../media/image1066.png"/><Relationship Id="rId263" Type="http://schemas.openxmlformats.org/officeDocument/2006/relationships/customXml" Target="../ink/ink1416.xml"/><Relationship Id="rId319" Type="http://schemas.openxmlformats.org/officeDocument/2006/relationships/customXml" Target="../ink/ink1451.xml"/><Relationship Id="rId58" Type="http://schemas.openxmlformats.org/officeDocument/2006/relationships/customXml" Target="../ink/ink1312.xml"/><Relationship Id="rId123" Type="http://schemas.openxmlformats.org/officeDocument/2006/relationships/image" Target="../media/image1020.png"/><Relationship Id="rId330" Type="http://schemas.openxmlformats.org/officeDocument/2006/relationships/image" Target="../media/image330.png"/><Relationship Id="rId165" Type="http://schemas.openxmlformats.org/officeDocument/2006/relationships/image" Target="../media/image1039.png"/><Relationship Id="rId372" Type="http://schemas.openxmlformats.org/officeDocument/2006/relationships/image" Target="../media/image1121.png"/><Relationship Id="rId232" Type="http://schemas.openxmlformats.org/officeDocument/2006/relationships/customXml" Target="../ink/ink1400.xml"/><Relationship Id="rId274" Type="http://schemas.openxmlformats.org/officeDocument/2006/relationships/image" Target="../media/image1090.png"/><Relationship Id="rId27" Type="http://schemas.openxmlformats.org/officeDocument/2006/relationships/image" Target="../media/image9730.png"/><Relationship Id="rId69" Type="http://schemas.openxmlformats.org/officeDocument/2006/relationships/image" Target="../media/image9940.png"/><Relationship Id="rId134" Type="http://schemas.openxmlformats.org/officeDocument/2006/relationships/customXml" Target="../ink/ink1351.xml"/><Relationship Id="rId80" Type="http://schemas.openxmlformats.org/officeDocument/2006/relationships/customXml" Target="../ink/ink1323.xml"/><Relationship Id="rId176" Type="http://schemas.openxmlformats.org/officeDocument/2006/relationships/customXml" Target="../ink/ink1372.xml"/><Relationship Id="rId341" Type="http://schemas.openxmlformats.org/officeDocument/2006/relationships/customXml" Target="../ink/ink1463.xml"/><Relationship Id="rId383" Type="http://schemas.openxmlformats.org/officeDocument/2006/relationships/customXml" Target="../ink/ink1487.xml"/><Relationship Id="rId201" Type="http://schemas.openxmlformats.org/officeDocument/2006/relationships/image" Target="../media/image1056.png"/><Relationship Id="rId243" Type="http://schemas.openxmlformats.org/officeDocument/2006/relationships/image" Target="../media/image468.png"/><Relationship Id="rId285" Type="http://schemas.openxmlformats.org/officeDocument/2006/relationships/customXml" Target="../ink/ink1427.xml"/><Relationship Id="rId17" Type="http://schemas.openxmlformats.org/officeDocument/2006/relationships/image" Target="../media/image9680.png"/><Relationship Id="rId38" Type="http://schemas.openxmlformats.org/officeDocument/2006/relationships/customXml" Target="../ink/ink1302.xml"/><Relationship Id="rId59" Type="http://schemas.openxmlformats.org/officeDocument/2006/relationships/image" Target="../media/image9890.png"/><Relationship Id="rId103" Type="http://schemas.openxmlformats.org/officeDocument/2006/relationships/image" Target="../media/image1011.png"/><Relationship Id="rId124" Type="http://schemas.openxmlformats.org/officeDocument/2006/relationships/customXml" Target="../ink/ink1345.xml"/><Relationship Id="rId310" Type="http://schemas.openxmlformats.org/officeDocument/2006/relationships/customXml" Target="../ink/ink1443.xml"/><Relationship Id="rId70" Type="http://schemas.openxmlformats.org/officeDocument/2006/relationships/customXml" Target="../ink/ink1318.xml"/><Relationship Id="rId91" Type="http://schemas.openxmlformats.org/officeDocument/2006/relationships/image" Target="../media/image1005.png"/><Relationship Id="rId145" Type="http://schemas.openxmlformats.org/officeDocument/2006/relationships/image" Target="../media/image1029.png"/><Relationship Id="rId166" Type="http://schemas.openxmlformats.org/officeDocument/2006/relationships/customXml" Target="../ink/ink1367.xml"/><Relationship Id="rId187" Type="http://schemas.openxmlformats.org/officeDocument/2006/relationships/image" Target="../media/image1050.png"/><Relationship Id="rId331" Type="http://schemas.openxmlformats.org/officeDocument/2006/relationships/customXml" Target="../ink/ink1457.xml"/><Relationship Id="rId352" Type="http://schemas.openxmlformats.org/officeDocument/2006/relationships/image" Target="../media/image1113.png"/><Relationship Id="rId373" Type="http://schemas.openxmlformats.org/officeDocument/2006/relationships/customXml" Target="../ink/ink1481.xml"/><Relationship Id="rId394" Type="http://schemas.openxmlformats.org/officeDocument/2006/relationships/customXml" Target="../ink/ink1494.xml"/><Relationship Id="rId408" Type="http://schemas.openxmlformats.org/officeDocument/2006/relationships/customXml" Target="../ink/ink1501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390.xml"/><Relationship Id="rId233" Type="http://schemas.openxmlformats.org/officeDocument/2006/relationships/image" Target="../media/image1072.png"/><Relationship Id="rId254" Type="http://schemas.openxmlformats.org/officeDocument/2006/relationships/image" Target="../media/image1081.png"/><Relationship Id="rId28" Type="http://schemas.openxmlformats.org/officeDocument/2006/relationships/customXml" Target="../ink/ink1297.xml"/><Relationship Id="rId49" Type="http://schemas.openxmlformats.org/officeDocument/2006/relationships/image" Target="../media/image9840.png"/><Relationship Id="rId114" Type="http://schemas.openxmlformats.org/officeDocument/2006/relationships/customXml" Target="../ink/ink1340.xml"/><Relationship Id="rId275" Type="http://schemas.openxmlformats.org/officeDocument/2006/relationships/customXml" Target="../ink/ink1422.xml"/><Relationship Id="rId296" Type="http://schemas.openxmlformats.org/officeDocument/2006/relationships/image" Target="../media/image1096.png"/><Relationship Id="rId300" Type="http://schemas.openxmlformats.org/officeDocument/2006/relationships/image" Target="../media/image1098.png"/><Relationship Id="rId60" Type="http://schemas.openxmlformats.org/officeDocument/2006/relationships/customXml" Target="../ink/ink1313.xml"/><Relationship Id="rId81" Type="http://schemas.openxmlformats.org/officeDocument/2006/relationships/image" Target="../media/image1000.png"/><Relationship Id="rId135" Type="http://schemas.openxmlformats.org/officeDocument/2006/relationships/image" Target="../media/image1024.png"/><Relationship Id="rId156" Type="http://schemas.openxmlformats.org/officeDocument/2006/relationships/customXml" Target="../ink/ink1362.xml"/><Relationship Id="rId177" Type="http://schemas.openxmlformats.org/officeDocument/2006/relationships/image" Target="../media/image1045.png"/><Relationship Id="rId198" Type="http://schemas.openxmlformats.org/officeDocument/2006/relationships/customXml" Target="../ink/ink1383.xml"/><Relationship Id="rId321" Type="http://schemas.openxmlformats.org/officeDocument/2006/relationships/customXml" Target="../ink/ink1452.xml"/><Relationship Id="rId342" Type="http://schemas.openxmlformats.org/officeDocument/2006/relationships/image" Target="../media/image1109.png"/><Relationship Id="rId363" Type="http://schemas.openxmlformats.org/officeDocument/2006/relationships/image" Target="../media/image1117.png"/><Relationship Id="rId384" Type="http://schemas.openxmlformats.org/officeDocument/2006/relationships/image" Target="../media/image1126.png"/><Relationship Id="rId419" Type="http://schemas.openxmlformats.org/officeDocument/2006/relationships/image" Target="../media/image1138.png"/><Relationship Id="rId202" Type="http://schemas.openxmlformats.org/officeDocument/2006/relationships/customXml" Target="../ink/ink1385.xml"/><Relationship Id="rId223" Type="http://schemas.openxmlformats.org/officeDocument/2006/relationships/image" Target="../media/image1067.png"/><Relationship Id="rId244" Type="http://schemas.openxmlformats.org/officeDocument/2006/relationships/customXml" Target="../ink/ink1406.xml"/><Relationship Id="rId18" Type="http://schemas.openxmlformats.org/officeDocument/2006/relationships/customXml" Target="../ink/ink1292.xml"/><Relationship Id="rId39" Type="http://schemas.openxmlformats.org/officeDocument/2006/relationships/image" Target="../media/image9790.png"/><Relationship Id="rId265" Type="http://schemas.openxmlformats.org/officeDocument/2006/relationships/customXml" Target="../ink/ink1417.xml"/><Relationship Id="rId286" Type="http://schemas.openxmlformats.org/officeDocument/2006/relationships/customXml" Target="../ink/ink1428.xml"/><Relationship Id="rId50" Type="http://schemas.openxmlformats.org/officeDocument/2006/relationships/customXml" Target="../ink/ink1308.xml"/><Relationship Id="rId104" Type="http://schemas.openxmlformats.org/officeDocument/2006/relationships/customXml" Target="../ink/ink1335.xml"/><Relationship Id="rId125" Type="http://schemas.openxmlformats.org/officeDocument/2006/relationships/customXml" Target="../ink/ink1346.xml"/><Relationship Id="rId146" Type="http://schemas.openxmlformats.org/officeDocument/2006/relationships/customXml" Target="../ink/ink1357.xml"/><Relationship Id="rId167" Type="http://schemas.openxmlformats.org/officeDocument/2006/relationships/image" Target="../media/image1040.png"/><Relationship Id="rId188" Type="http://schemas.openxmlformats.org/officeDocument/2006/relationships/customXml" Target="../ink/ink1378.xml"/><Relationship Id="rId311" Type="http://schemas.openxmlformats.org/officeDocument/2006/relationships/image" Target="../media/image1102.png"/><Relationship Id="rId332" Type="http://schemas.openxmlformats.org/officeDocument/2006/relationships/customXml" Target="../ink/ink1458.xml"/><Relationship Id="rId353" Type="http://schemas.openxmlformats.org/officeDocument/2006/relationships/customXml" Target="../ink/ink1470.xml"/><Relationship Id="rId374" Type="http://schemas.openxmlformats.org/officeDocument/2006/relationships/image" Target="../media/image1122.png"/><Relationship Id="rId395" Type="http://schemas.openxmlformats.org/officeDocument/2006/relationships/image" Target="../media/image1130.png"/><Relationship Id="rId409" Type="http://schemas.openxmlformats.org/officeDocument/2006/relationships/customXml" Target="../ink/ink1502.xml"/><Relationship Id="rId71" Type="http://schemas.openxmlformats.org/officeDocument/2006/relationships/image" Target="../media/image9950.png"/><Relationship Id="rId92" Type="http://schemas.openxmlformats.org/officeDocument/2006/relationships/customXml" Target="../ink/ink1329.xml"/><Relationship Id="rId213" Type="http://schemas.openxmlformats.org/officeDocument/2006/relationships/image" Target="../media/image1062.png"/><Relationship Id="rId234" Type="http://schemas.openxmlformats.org/officeDocument/2006/relationships/customXml" Target="../ink/ink1401.xml"/><Relationship Id="rId420" Type="http://schemas.openxmlformats.org/officeDocument/2006/relationships/customXml" Target="../ink/ink1509.xml"/><Relationship Id="rId2" Type="http://schemas.openxmlformats.org/officeDocument/2006/relationships/customXml" Target="../ink/ink1284.xml"/><Relationship Id="rId29" Type="http://schemas.openxmlformats.org/officeDocument/2006/relationships/image" Target="../media/image9740.png"/><Relationship Id="rId255" Type="http://schemas.openxmlformats.org/officeDocument/2006/relationships/customXml" Target="../ink/ink1412.xml"/><Relationship Id="rId276" Type="http://schemas.openxmlformats.org/officeDocument/2006/relationships/image" Target="../media/image1091.png"/><Relationship Id="rId297" Type="http://schemas.openxmlformats.org/officeDocument/2006/relationships/customXml" Target="../ink/ink1435.xml"/><Relationship Id="rId40" Type="http://schemas.openxmlformats.org/officeDocument/2006/relationships/customXml" Target="../ink/ink1303.xml"/><Relationship Id="rId115" Type="http://schemas.openxmlformats.org/officeDocument/2006/relationships/image" Target="../media/image1016.png"/><Relationship Id="rId136" Type="http://schemas.openxmlformats.org/officeDocument/2006/relationships/customXml" Target="../ink/ink1352.xml"/><Relationship Id="rId157" Type="http://schemas.openxmlformats.org/officeDocument/2006/relationships/image" Target="../media/image1035.png"/><Relationship Id="rId178" Type="http://schemas.openxmlformats.org/officeDocument/2006/relationships/customXml" Target="../ink/ink1373.xml"/><Relationship Id="rId301" Type="http://schemas.openxmlformats.org/officeDocument/2006/relationships/customXml" Target="../ink/ink1437.xml"/><Relationship Id="rId322" Type="http://schemas.openxmlformats.org/officeDocument/2006/relationships/image" Target="../media/image1104.png"/><Relationship Id="rId343" Type="http://schemas.openxmlformats.org/officeDocument/2006/relationships/customXml" Target="../ink/ink1464.xml"/><Relationship Id="rId364" Type="http://schemas.openxmlformats.org/officeDocument/2006/relationships/customXml" Target="../ink/ink1476.xml"/><Relationship Id="rId61" Type="http://schemas.openxmlformats.org/officeDocument/2006/relationships/image" Target="../media/image9900.png"/><Relationship Id="rId82" Type="http://schemas.openxmlformats.org/officeDocument/2006/relationships/customXml" Target="../ink/ink1324.xml"/><Relationship Id="rId199" Type="http://schemas.openxmlformats.org/officeDocument/2006/relationships/image" Target="../media/image1055.png"/><Relationship Id="rId203" Type="http://schemas.openxmlformats.org/officeDocument/2006/relationships/image" Target="../media/image1057.png"/><Relationship Id="rId385" Type="http://schemas.openxmlformats.org/officeDocument/2006/relationships/customXml" Target="../ink/ink1488.xml"/><Relationship Id="rId19" Type="http://schemas.openxmlformats.org/officeDocument/2006/relationships/image" Target="../media/image9690.png"/><Relationship Id="rId224" Type="http://schemas.openxmlformats.org/officeDocument/2006/relationships/customXml" Target="../ink/ink1396.xml"/><Relationship Id="rId245" Type="http://schemas.openxmlformats.org/officeDocument/2006/relationships/image" Target="../media/image1077.png"/><Relationship Id="rId266" Type="http://schemas.openxmlformats.org/officeDocument/2006/relationships/image" Target="../media/image1086.png"/><Relationship Id="rId287" Type="http://schemas.openxmlformats.org/officeDocument/2006/relationships/image" Target="../media/image1093.png"/><Relationship Id="rId410" Type="http://schemas.openxmlformats.org/officeDocument/2006/relationships/customXml" Target="../ink/ink1503.xml"/><Relationship Id="rId30" Type="http://schemas.openxmlformats.org/officeDocument/2006/relationships/customXml" Target="../ink/ink1298.xml"/><Relationship Id="rId105" Type="http://schemas.openxmlformats.org/officeDocument/2006/relationships/image" Target="../media/image1012.png"/><Relationship Id="rId126" Type="http://schemas.openxmlformats.org/officeDocument/2006/relationships/image" Target="../media/image1.png"/><Relationship Id="rId147" Type="http://schemas.openxmlformats.org/officeDocument/2006/relationships/image" Target="../media/image1030.png"/><Relationship Id="rId168" Type="http://schemas.openxmlformats.org/officeDocument/2006/relationships/customXml" Target="../ink/ink1368.xml"/><Relationship Id="rId312" Type="http://schemas.openxmlformats.org/officeDocument/2006/relationships/customXml" Target="../ink/ink1444.xml"/><Relationship Id="rId333" Type="http://schemas.openxmlformats.org/officeDocument/2006/relationships/image" Target="../media/image622.png"/><Relationship Id="rId354" Type="http://schemas.openxmlformats.org/officeDocument/2006/relationships/customXml" Target="../ink/ink1471.xml"/><Relationship Id="rId51" Type="http://schemas.openxmlformats.org/officeDocument/2006/relationships/image" Target="../media/image9850.png"/><Relationship Id="rId72" Type="http://schemas.openxmlformats.org/officeDocument/2006/relationships/customXml" Target="../ink/ink1319.xml"/><Relationship Id="rId93" Type="http://schemas.openxmlformats.org/officeDocument/2006/relationships/image" Target="../media/image1006.png"/><Relationship Id="rId189" Type="http://schemas.openxmlformats.org/officeDocument/2006/relationships/image" Target="../media/image1051.png"/><Relationship Id="rId375" Type="http://schemas.openxmlformats.org/officeDocument/2006/relationships/customXml" Target="../ink/ink1482.xml"/><Relationship Id="rId396" Type="http://schemas.openxmlformats.org/officeDocument/2006/relationships/customXml" Target="../ink/ink1495.xml"/><Relationship Id="rId3" Type="http://schemas.openxmlformats.org/officeDocument/2006/relationships/image" Target="../media/image9611.png"/><Relationship Id="rId214" Type="http://schemas.openxmlformats.org/officeDocument/2006/relationships/customXml" Target="../ink/ink1391.xml"/><Relationship Id="rId235" Type="http://schemas.openxmlformats.org/officeDocument/2006/relationships/image" Target="../media/image1073.png"/><Relationship Id="rId256" Type="http://schemas.openxmlformats.org/officeDocument/2006/relationships/image" Target="../media/image1082.png"/><Relationship Id="rId277" Type="http://schemas.openxmlformats.org/officeDocument/2006/relationships/customXml" Target="../ink/ink1423.xml"/><Relationship Id="rId298" Type="http://schemas.openxmlformats.org/officeDocument/2006/relationships/image" Target="../media/image1097.png"/><Relationship Id="rId400" Type="http://schemas.openxmlformats.org/officeDocument/2006/relationships/customXml" Target="../ink/ink1497.xml"/><Relationship Id="rId421" Type="http://schemas.openxmlformats.org/officeDocument/2006/relationships/customXml" Target="../ink/ink1510.xml"/><Relationship Id="rId116" Type="http://schemas.openxmlformats.org/officeDocument/2006/relationships/customXml" Target="../ink/ink1341.xml"/><Relationship Id="rId137" Type="http://schemas.openxmlformats.org/officeDocument/2006/relationships/image" Target="../media/image1025.png"/><Relationship Id="rId158" Type="http://schemas.openxmlformats.org/officeDocument/2006/relationships/customXml" Target="../ink/ink1363.xml"/><Relationship Id="rId302" Type="http://schemas.openxmlformats.org/officeDocument/2006/relationships/image" Target="../media/image1099.png"/><Relationship Id="rId323" Type="http://schemas.openxmlformats.org/officeDocument/2006/relationships/customXml" Target="../ink/ink1453.xml"/><Relationship Id="rId344" Type="http://schemas.openxmlformats.org/officeDocument/2006/relationships/image" Target="../media/image1110.png"/><Relationship Id="rId20" Type="http://schemas.openxmlformats.org/officeDocument/2006/relationships/customXml" Target="../ink/ink1293.xml"/><Relationship Id="rId41" Type="http://schemas.openxmlformats.org/officeDocument/2006/relationships/image" Target="../media/image9800.png"/><Relationship Id="rId62" Type="http://schemas.openxmlformats.org/officeDocument/2006/relationships/customXml" Target="../ink/ink1314.xml"/><Relationship Id="rId83" Type="http://schemas.openxmlformats.org/officeDocument/2006/relationships/image" Target="../media/image1001.png"/><Relationship Id="rId179" Type="http://schemas.openxmlformats.org/officeDocument/2006/relationships/image" Target="../media/image1046.png"/><Relationship Id="rId365" Type="http://schemas.openxmlformats.org/officeDocument/2006/relationships/customXml" Target="../ink/ink1477.xml"/><Relationship Id="rId386" Type="http://schemas.openxmlformats.org/officeDocument/2006/relationships/image" Target="../media/image1127.png"/><Relationship Id="rId190" Type="http://schemas.openxmlformats.org/officeDocument/2006/relationships/customXml" Target="../ink/ink1379.xml"/><Relationship Id="rId204" Type="http://schemas.openxmlformats.org/officeDocument/2006/relationships/customXml" Target="../ink/ink1386.xml"/><Relationship Id="rId225" Type="http://schemas.openxmlformats.org/officeDocument/2006/relationships/image" Target="../media/image1068.png"/><Relationship Id="rId246" Type="http://schemas.openxmlformats.org/officeDocument/2006/relationships/customXml" Target="../ink/ink1407.xml"/><Relationship Id="rId267" Type="http://schemas.openxmlformats.org/officeDocument/2006/relationships/customXml" Target="../ink/ink1418.xml"/><Relationship Id="rId288" Type="http://schemas.openxmlformats.org/officeDocument/2006/relationships/customXml" Target="../ink/ink1429.xml"/><Relationship Id="rId411" Type="http://schemas.openxmlformats.org/officeDocument/2006/relationships/customXml" Target="../ink/ink1504.xml"/><Relationship Id="rId106" Type="http://schemas.openxmlformats.org/officeDocument/2006/relationships/customXml" Target="../ink/ink1336.xml"/><Relationship Id="rId127" Type="http://schemas.openxmlformats.org/officeDocument/2006/relationships/customXml" Target="../ink/ink1347.xml"/><Relationship Id="rId313" Type="http://schemas.openxmlformats.org/officeDocument/2006/relationships/customXml" Target="../ink/ink1445.xml"/><Relationship Id="rId10" Type="http://schemas.openxmlformats.org/officeDocument/2006/relationships/customXml" Target="../ink/ink1288.xml"/><Relationship Id="rId31" Type="http://schemas.openxmlformats.org/officeDocument/2006/relationships/image" Target="../media/image9750.png"/><Relationship Id="rId52" Type="http://schemas.openxmlformats.org/officeDocument/2006/relationships/customXml" Target="../ink/ink1309.xml"/><Relationship Id="rId73" Type="http://schemas.openxmlformats.org/officeDocument/2006/relationships/image" Target="../media/image996.png"/><Relationship Id="rId94" Type="http://schemas.openxmlformats.org/officeDocument/2006/relationships/customXml" Target="../ink/ink1330.xml"/><Relationship Id="rId148" Type="http://schemas.openxmlformats.org/officeDocument/2006/relationships/customXml" Target="../ink/ink1358.xml"/><Relationship Id="rId169" Type="http://schemas.openxmlformats.org/officeDocument/2006/relationships/image" Target="../media/image1041.png"/><Relationship Id="rId334" Type="http://schemas.openxmlformats.org/officeDocument/2006/relationships/customXml" Target="../ink/ink1459.xml"/><Relationship Id="rId355" Type="http://schemas.openxmlformats.org/officeDocument/2006/relationships/image" Target="../media/image1114.png"/><Relationship Id="rId376" Type="http://schemas.openxmlformats.org/officeDocument/2006/relationships/image" Target="../media/image1123.png"/><Relationship Id="rId397" Type="http://schemas.openxmlformats.org/officeDocument/2006/relationships/image" Target="../media/image1131.png"/><Relationship Id="rId4" Type="http://schemas.openxmlformats.org/officeDocument/2006/relationships/customXml" Target="../ink/ink1285.xml"/><Relationship Id="rId180" Type="http://schemas.openxmlformats.org/officeDocument/2006/relationships/customXml" Target="../ink/ink1374.xml"/><Relationship Id="rId215" Type="http://schemas.openxmlformats.org/officeDocument/2006/relationships/image" Target="../media/image1063.png"/><Relationship Id="rId236" Type="http://schemas.openxmlformats.org/officeDocument/2006/relationships/customXml" Target="../ink/ink1402.xml"/><Relationship Id="rId257" Type="http://schemas.openxmlformats.org/officeDocument/2006/relationships/customXml" Target="../ink/ink1413.xml"/><Relationship Id="rId278" Type="http://schemas.openxmlformats.org/officeDocument/2006/relationships/image" Target="../media/image1092.png"/><Relationship Id="rId401" Type="http://schemas.openxmlformats.org/officeDocument/2006/relationships/image" Target="../media/image1133.png"/><Relationship Id="rId422" Type="http://schemas.openxmlformats.org/officeDocument/2006/relationships/customXml" Target="../ink/ink1511.xml"/><Relationship Id="rId303" Type="http://schemas.openxmlformats.org/officeDocument/2006/relationships/customXml" Target="../ink/ink1438.xml"/><Relationship Id="rId42" Type="http://schemas.openxmlformats.org/officeDocument/2006/relationships/customXml" Target="../ink/ink1304.xml"/><Relationship Id="rId84" Type="http://schemas.openxmlformats.org/officeDocument/2006/relationships/customXml" Target="../ink/ink1325.xml"/><Relationship Id="rId138" Type="http://schemas.openxmlformats.org/officeDocument/2006/relationships/customXml" Target="../ink/ink1353.xml"/><Relationship Id="rId345" Type="http://schemas.openxmlformats.org/officeDocument/2006/relationships/customXml" Target="../ink/ink1465.xml"/><Relationship Id="rId387" Type="http://schemas.openxmlformats.org/officeDocument/2006/relationships/customXml" Target="../ink/ink1489.xml"/><Relationship Id="rId191" Type="http://schemas.openxmlformats.org/officeDocument/2006/relationships/image" Target="../media/image5.png"/><Relationship Id="rId205" Type="http://schemas.openxmlformats.org/officeDocument/2006/relationships/image" Target="../media/image1058.png"/><Relationship Id="rId247" Type="http://schemas.openxmlformats.org/officeDocument/2006/relationships/customXml" Target="../ink/ink1408.xml"/><Relationship Id="rId412" Type="http://schemas.openxmlformats.org/officeDocument/2006/relationships/image" Target="../media/image1136.png"/><Relationship Id="rId107" Type="http://schemas.openxmlformats.org/officeDocument/2006/relationships/image" Target="../media/image13010.png"/><Relationship Id="rId289" Type="http://schemas.openxmlformats.org/officeDocument/2006/relationships/image" Target="../media/image1094.png"/><Relationship Id="rId11" Type="http://schemas.openxmlformats.org/officeDocument/2006/relationships/image" Target="../media/image9650.png"/><Relationship Id="rId53" Type="http://schemas.openxmlformats.org/officeDocument/2006/relationships/image" Target="../media/image9860.png"/><Relationship Id="rId149" Type="http://schemas.openxmlformats.org/officeDocument/2006/relationships/image" Target="../media/image1031.png"/><Relationship Id="rId314" Type="http://schemas.openxmlformats.org/officeDocument/2006/relationships/customXml" Target="../ink/ink1446.xml"/><Relationship Id="rId356" Type="http://schemas.openxmlformats.org/officeDocument/2006/relationships/customXml" Target="../ink/ink1472.xml"/><Relationship Id="rId398" Type="http://schemas.openxmlformats.org/officeDocument/2006/relationships/customXml" Target="../ink/ink1496.xml"/><Relationship Id="rId95" Type="http://schemas.openxmlformats.org/officeDocument/2006/relationships/image" Target="../media/image1007.png"/><Relationship Id="rId160" Type="http://schemas.openxmlformats.org/officeDocument/2006/relationships/customXml" Target="../ink/ink1364.xml"/><Relationship Id="rId216" Type="http://schemas.openxmlformats.org/officeDocument/2006/relationships/customXml" Target="../ink/ink1392.xml"/><Relationship Id="rId423" Type="http://schemas.openxmlformats.org/officeDocument/2006/relationships/customXml" Target="../ink/ink1512.xml"/><Relationship Id="rId258" Type="http://schemas.openxmlformats.org/officeDocument/2006/relationships/image" Target="../media/image1083.png"/><Relationship Id="rId22" Type="http://schemas.openxmlformats.org/officeDocument/2006/relationships/customXml" Target="../ink/ink1294.xml"/><Relationship Id="rId64" Type="http://schemas.openxmlformats.org/officeDocument/2006/relationships/customXml" Target="../ink/ink1315.xml"/><Relationship Id="rId118" Type="http://schemas.openxmlformats.org/officeDocument/2006/relationships/customXml" Target="../ink/ink1342.xml"/><Relationship Id="rId325" Type="http://schemas.openxmlformats.org/officeDocument/2006/relationships/customXml" Target="../ink/ink1454.xml"/><Relationship Id="rId367" Type="http://schemas.openxmlformats.org/officeDocument/2006/relationships/customXml" Target="../ink/ink1478.xml"/><Relationship Id="rId171" Type="http://schemas.openxmlformats.org/officeDocument/2006/relationships/image" Target="../media/image1042.png"/><Relationship Id="rId227" Type="http://schemas.openxmlformats.org/officeDocument/2006/relationships/image" Target="../media/image1069.png"/><Relationship Id="rId269" Type="http://schemas.openxmlformats.org/officeDocument/2006/relationships/customXml" Target="../ink/ink1419.xml"/><Relationship Id="rId33" Type="http://schemas.openxmlformats.org/officeDocument/2006/relationships/image" Target="../media/image9760.png"/><Relationship Id="rId129" Type="http://schemas.openxmlformats.org/officeDocument/2006/relationships/image" Target="../media/image1021.png"/><Relationship Id="rId280" Type="http://schemas.openxmlformats.org/officeDocument/2006/relationships/image" Target="../media/image26.png"/><Relationship Id="rId336" Type="http://schemas.openxmlformats.org/officeDocument/2006/relationships/image" Target="../media/image287.png"/><Relationship Id="rId75" Type="http://schemas.openxmlformats.org/officeDocument/2006/relationships/image" Target="../media/image997.png"/><Relationship Id="rId140" Type="http://schemas.openxmlformats.org/officeDocument/2006/relationships/customXml" Target="../ink/ink1354.xml"/><Relationship Id="rId182" Type="http://schemas.openxmlformats.org/officeDocument/2006/relationships/customXml" Target="../ink/ink1375.xml"/><Relationship Id="rId378" Type="http://schemas.openxmlformats.org/officeDocument/2006/relationships/image" Target="../media/image1124.png"/><Relationship Id="rId403" Type="http://schemas.openxmlformats.org/officeDocument/2006/relationships/image" Target="../media/image1134.png"/><Relationship Id="rId6" Type="http://schemas.openxmlformats.org/officeDocument/2006/relationships/customXml" Target="../ink/ink1286.xml"/><Relationship Id="rId238" Type="http://schemas.openxmlformats.org/officeDocument/2006/relationships/customXml" Target="../ink/ink1403.xml"/><Relationship Id="rId291" Type="http://schemas.openxmlformats.org/officeDocument/2006/relationships/customXml" Target="../ink/ink1431.xml"/><Relationship Id="rId305" Type="http://schemas.openxmlformats.org/officeDocument/2006/relationships/customXml" Target="../ink/ink1440.xml"/><Relationship Id="rId347" Type="http://schemas.openxmlformats.org/officeDocument/2006/relationships/customXml" Target="../ink/ink1466.xml"/><Relationship Id="rId44" Type="http://schemas.openxmlformats.org/officeDocument/2006/relationships/customXml" Target="../ink/ink1305.xml"/><Relationship Id="rId86" Type="http://schemas.openxmlformats.org/officeDocument/2006/relationships/customXml" Target="../ink/ink1326.xml"/><Relationship Id="rId151" Type="http://schemas.openxmlformats.org/officeDocument/2006/relationships/image" Target="../media/image1032.png"/><Relationship Id="rId389" Type="http://schemas.openxmlformats.org/officeDocument/2006/relationships/customXml" Target="../ink/ink1490.xml"/><Relationship Id="rId193" Type="http://schemas.openxmlformats.org/officeDocument/2006/relationships/image" Target="../media/image1052.png"/><Relationship Id="rId207" Type="http://schemas.openxmlformats.org/officeDocument/2006/relationships/image" Target="../media/image1059.png"/><Relationship Id="rId249" Type="http://schemas.openxmlformats.org/officeDocument/2006/relationships/customXml" Target="../ink/ink1409.xml"/><Relationship Id="rId414" Type="http://schemas.openxmlformats.org/officeDocument/2006/relationships/image" Target="../media/image763.png"/><Relationship Id="rId13" Type="http://schemas.openxmlformats.org/officeDocument/2006/relationships/image" Target="../media/image9660.png"/><Relationship Id="rId109" Type="http://schemas.openxmlformats.org/officeDocument/2006/relationships/image" Target="../media/image1013.png"/><Relationship Id="rId260" Type="http://schemas.openxmlformats.org/officeDocument/2006/relationships/image" Target="../media/image1084.png"/><Relationship Id="rId316" Type="http://schemas.openxmlformats.org/officeDocument/2006/relationships/customXml" Target="../ink/ink1448.xml"/><Relationship Id="rId55" Type="http://schemas.openxmlformats.org/officeDocument/2006/relationships/image" Target="../media/image9870.png"/><Relationship Id="rId97" Type="http://schemas.openxmlformats.org/officeDocument/2006/relationships/image" Target="../media/image1008.png"/><Relationship Id="rId120" Type="http://schemas.openxmlformats.org/officeDocument/2006/relationships/customXml" Target="../ink/ink1343.xml"/><Relationship Id="rId358" Type="http://schemas.openxmlformats.org/officeDocument/2006/relationships/customXml" Target="../ink/ink1473.xml"/><Relationship Id="rId162" Type="http://schemas.openxmlformats.org/officeDocument/2006/relationships/customXml" Target="../ink/ink1365.xml"/><Relationship Id="rId218" Type="http://schemas.openxmlformats.org/officeDocument/2006/relationships/customXml" Target="../ink/ink1393.xml"/><Relationship Id="rId271" Type="http://schemas.openxmlformats.org/officeDocument/2006/relationships/customXml" Target="../ink/ink1420.xml"/><Relationship Id="rId24" Type="http://schemas.openxmlformats.org/officeDocument/2006/relationships/customXml" Target="../ink/ink1295.xml"/><Relationship Id="rId66" Type="http://schemas.openxmlformats.org/officeDocument/2006/relationships/customXml" Target="../ink/ink1316.xml"/><Relationship Id="rId131" Type="http://schemas.openxmlformats.org/officeDocument/2006/relationships/image" Target="../media/image1022.png"/><Relationship Id="rId327" Type="http://schemas.openxmlformats.org/officeDocument/2006/relationships/customXml" Target="../ink/ink1455.xml"/><Relationship Id="rId369" Type="http://schemas.openxmlformats.org/officeDocument/2006/relationships/customXml" Target="../ink/ink1479.xml"/><Relationship Id="rId173" Type="http://schemas.openxmlformats.org/officeDocument/2006/relationships/image" Target="../media/image1043.png"/><Relationship Id="rId229" Type="http://schemas.openxmlformats.org/officeDocument/2006/relationships/image" Target="../media/image1070.png"/><Relationship Id="rId380" Type="http://schemas.openxmlformats.org/officeDocument/2006/relationships/image" Target="../media/image1125.png"/><Relationship Id="rId240" Type="http://schemas.openxmlformats.org/officeDocument/2006/relationships/customXml" Target="../ink/ink1404.xml"/><Relationship Id="rId35" Type="http://schemas.openxmlformats.org/officeDocument/2006/relationships/image" Target="../media/image9770.png"/><Relationship Id="rId77" Type="http://schemas.openxmlformats.org/officeDocument/2006/relationships/image" Target="../media/image998.png"/><Relationship Id="rId100" Type="http://schemas.openxmlformats.org/officeDocument/2006/relationships/customXml" Target="../ink/ink1333.xml"/><Relationship Id="rId282" Type="http://schemas.openxmlformats.org/officeDocument/2006/relationships/image" Target="../media/image30.png"/><Relationship Id="rId338" Type="http://schemas.openxmlformats.org/officeDocument/2006/relationships/image" Target="../media/image1107.png"/><Relationship Id="rId8" Type="http://schemas.openxmlformats.org/officeDocument/2006/relationships/customXml" Target="../ink/ink1287.xml"/><Relationship Id="rId142" Type="http://schemas.openxmlformats.org/officeDocument/2006/relationships/customXml" Target="../ink/ink1355.xml"/><Relationship Id="rId184" Type="http://schemas.openxmlformats.org/officeDocument/2006/relationships/customXml" Target="../ink/ink1376.xml"/><Relationship Id="rId391" Type="http://schemas.openxmlformats.org/officeDocument/2006/relationships/customXml" Target="../ink/ink1491.xml"/><Relationship Id="rId405" Type="http://schemas.openxmlformats.org/officeDocument/2006/relationships/image" Target="../media/image1135.png"/><Relationship Id="rId251" Type="http://schemas.openxmlformats.org/officeDocument/2006/relationships/customXml" Target="../ink/ink1410.xml"/><Relationship Id="rId46" Type="http://schemas.openxmlformats.org/officeDocument/2006/relationships/customXml" Target="../ink/ink1306.xml"/><Relationship Id="rId293" Type="http://schemas.openxmlformats.org/officeDocument/2006/relationships/customXml" Target="../ink/ink1432.xml"/><Relationship Id="rId307" Type="http://schemas.openxmlformats.org/officeDocument/2006/relationships/customXml" Target="../ink/ink1441.xml"/><Relationship Id="rId349" Type="http://schemas.openxmlformats.org/officeDocument/2006/relationships/customXml" Target="../ink/ink1467.xml"/><Relationship Id="rId88" Type="http://schemas.openxmlformats.org/officeDocument/2006/relationships/customXml" Target="../ink/ink1327.xml"/><Relationship Id="rId111" Type="http://schemas.openxmlformats.org/officeDocument/2006/relationships/image" Target="../media/image1014.png"/><Relationship Id="rId153" Type="http://schemas.openxmlformats.org/officeDocument/2006/relationships/image" Target="../media/image1033.png"/><Relationship Id="rId195" Type="http://schemas.openxmlformats.org/officeDocument/2006/relationships/image" Target="../media/image1053.png"/><Relationship Id="rId209" Type="http://schemas.openxmlformats.org/officeDocument/2006/relationships/image" Target="../media/image1060.png"/><Relationship Id="rId360" Type="http://schemas.openxmlformats.org/officeDocument/2006/relationships/customXml" Target="../ink/ink1474.xml"/><Relationship Id="rId416" Type="http://schemas.openxmlformats.org/officeDocument/2006/relationships/customXml" Target="../ink/ink1507.xml"/><Relationship Id="rId220" Type="http://schemas.openxmlformats.org/officeDocument/2006/relationships/customXml" Target="../ink/ink1394.xml"/><Relationship Id="rId15" Type="http://schemas.openxmlformats.org/officeDocument/2006/relationships/image" Target="../media/image9670.png"/><Relationship Id="rId57" Type="http://schemas.openxmlformats.org/officeDocument/2006/relationships/image" Target="../media/image9880.png"/><Relationship Id="rId262" Type="http://schemas.openxmlformats.org/officeDocument/2006/relationships/image" Target="../media/image1085.png"/><Relationship Id="rId318" Type="http://schemas.openxmlformats.org/officeDocument/2006/relationships/customXml" Target="../ink/ink1450.xml"/><Relationship Id="rId99" Type="http://schemas.openxmlformats.org/officeDocument/2006/relationships/image" Target="../media/image1009.png"/><Relationship Id="rId122" Type="http://schemas.openxmlformats.org/officeDocument/2006/relationships/customXml" Target="../ink/ink1344.xml"/><Relationship Id="rId164" Type="http://schemas.openxmlformats.org/officeDocument/2006/relationships/customXml" Target="../ink/ink1366.xml"/><Relationship Id="rId371" Type="http://schemas.openxmlformats.org/officeDocument/2006/relationships/customXml" Target="../ink/ink1480.xml"/><Relationship Id="rId26" Type="http://schemas.openxmlformats.org/officeDocument/2006/relationships/customXml" Target="../ink/ink1296.xml"/><Relationship Id="rId231" Type="http://schemas.openxmlformats.org/officeDocument/2006/relationships/image" Target="../media/image1071.png"/><Relationship Id="rId273" Type="http://schemas.openxmlformats.org/officeDocument/2006/relationships/customXml" Target="../ink/ink1421.xml"/><Relationship Id="rId329" Type="http://schemas.openxmlformats.org/officeDocument/2006/relationships/customXml" Target="../ink/ink1456.xml"/><Relationship Id="rId68" Type="http://schemas.openxmlformats.org/officeDocument/2006/relationships/customXml" Target="../ink/ink1317.xml"/><Relationship Id="rId133" Type="http://schemas.openxmlformats.org/officeDocument/2006/relationships/image" Target="../media/image1023.png"/><Relationship Id="rId175" Type="http://schemas.openxmlformats.org/officeDocument/2006/relationships/image" Target="../media/image1044.png"/><Relationship Id="rId340" Type="http://schemas.openxmlformats.org/officeDocument/2006/relationships/image" Target="../media/image1108.png"/><Relationship Id="rId200" Type="http://schemas.openxmlformats.org/officeDocument/2006/relationships/customXml" Target="../ink/ink1384.xml"/><Relationship Id="rId382" Type="http://schemas.openxmlformats.org/officeDocument/2006/relationships/customXml" Target="../ink/ink1486.xml"/><Relationship Id="rId242" Type="http://schemas.openxmlformats.org/officeDocument/2006/relationships/customXml" Target="../ink/ink1405.xml"/><Relationship Id="rId284" Type="http://schemas.openxmlformats.org/officeDocument/2006/relationships/image" Target="../media/image762.png"/><Relationship Id="rId37" Type="http://schemas.openxmlformats.org/officeDocument/2006/relationships/image" Target="../media/image9780.png"/><Relationship Id="rId79" Type="http://schemas.openxmlformats.org/officeDocument/2006/relationships/image" Target="../media/image999.png"/><Relationship Id="rId102" Type="http://schemas.openxmlformats.org/officeDocument/2006/relationships/customXml" Target="../ink/ink1334.xml"/><Relationship Id="rId144" Type="http://schemas.openxmlformats.org/officeDocument/2006/relationships/customXml" Target="../ink/ink1356.xml"/><Relationship Id="rId90" Type="http://schemas.openxmlformats.org/officeDocument/2006/relationships/customXml" Target="../ink/ink1328.xml"/><Relationship Id="rId186" Type="http://schemas.openxmlformats.org/officeDocument/2006/relationships/customXml" Target="../ink/ink1377.xml"/><Relationship Id="rId351" Type="http://schemas.openxmlformats.org/officeDocument/2006/relationships/customXml" Target="../ink/ink1469.xml"/><Relationship Id="rId393" Type="http://schemas.openxmlformats.org/officeDocument/2006/relationships/customXml" Target="../ink/ink1493.xml"/><Relationship Id="rId407" Type="http://schemas.openxmlformats.org/officeDocument/2006/relationships/image" Target="../media/image627.png"/><Relationship Id="rId211" Type="http://schemas.openxmlformats.org/officeDocument/2006/relationships/image" Target="../media/image1061.png"/><Relationship Id="rId253" Type="http://schemas.openxmlformats.org/officeDocument/2006/relationships/customXml" Target="../ink/ink1411.xml"/><Relationship Id="rId295" Type="http://schemas.openxmlformats.org/officeDocument/2006/relationships/customXml" Target="../ink/ink1434.xml"/><Relationship Id="rId309" Type="http://schemas.openxmlformats.org/officeDocument/2006/relationships/customXml" Target="../ink/ink1442.xml"/><Relationship Id="rId48" Type="http://schemas.openxmlformats.org/officeDocument/2006/relationships/customXml" Target="../ink/ink1307.xml"/><Relationship Id="rId113" Type="http://schemas.openxmlformats.org/officeDocument/2006/relationships/image" Target="../media/image1015.png"/><Relationship Id="rId320" Type="http://schemas.openxmlformats.org/officeDocument/2006/relationships/image" Target="../media/image1103.png"/><Relationship Id="rId155" Type="http://schemas.openxmlformats.org/officeDocument/2006/relationships/image" Target="../media/image1034.png"/><Relationship Id="rId197" Type="http://schemas.openxmlformats.org/officeDocument/2006/relationships/image" Target="../media/image1054.png"/><Relationship Id="rId362" Type="http://schemas.openxmlformats.org/officeDocument/2006/relationships/customXml" Target="../ink/ink1475.xml"/><Relationship Id="rId418" Type="http://schemas.openxmlformats.org/officeDocument/2006/relationships/customXml" Target="../ink/ink1508.xml"/><Relationship Id="rId222" Type="http://schemas.openxmlformats.org/officeDocument/2006/relationships/customXml" Target="../ink/ink1395.xml"/><Relationship Id="rId264" Type="http://schemas.openxmlformats.org/officeDocument/2006/relationships/image" Target="../media/image142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810.png"/><Relationship Id="rId671" Type="http://schemas.openxmlformats.org/officeDocument/2006/relationships/image" Target="../media/image1377.png"/><Relationship Id="rId769" Type="http://schemas.openxmlformats.org/officeDocument/2006/relationships/image" Target="../media/image1411.png"/><Relationship Id="rId21" Type="http://schemas.openxmlformats.org/officeDocument/2006/relationships/image" Target="../media/image11020.png"/><Relationship Id="rId324" Type="http://schemas.openxmlformats.org/officeDocument/2006/relationships/customXml" Target="../ink/ink1677.xml"/><Relationship Id="rId531" Type="http://schemas.openxmlformats.org/officeDocument/2006/relationships/customXml" Target="../ink/ink1788.xml"/><Relationship Id="rId629" Type="http://schemas.openxmlformats.org/officeDocument/2006/relationships/image" Target="../media/image1366.png"/><Relationship Id="rId170" Type="http://schemas.openxmlformats.org/officeDocument/2006/relationships/customXml" Target="../ink/ink1597.xml"/><Relationship Id="rId268" Type="http://schemas.openxmlformats.org/officeDocument/2006/relationships/customXml" Target="../ink/ink1647.xml"/><Relationship Id="rId475" Type="http://schemas.openxmlformats.org/officeDocument/2006/relationships/customXml" Target="../ink/ink1758.xml"/><Relationship Id="rId682" Type="http://schemas.openxmlformats.org/officeDocument/2006/relationships/customXml" Target="../ink/ink1874.xml"/><Relationship Id="rId32" Type="http://schemas.openxmlformats.org/officeDocument/2006/relationships/customXml" Target="../ink/ink1528.xml"/><Relationship Id="rId128" Type="http://schemas.openxmlformats.org/officeDocument/2006/relationships/customXml" Target="../ink/ink1576.xml"/><Relationship Id="rId335" Type="http://schemas.openxmlformats.org/officeDocument/2006/relationships/image" Target="../media/image1245.png"/><Relationship Id="rId542" Type="http://schemas.openxmlformats.org/officeDocument/2006/relationships/customXml" Target="../ink/ink1795.xml"/><Relationship Id="rId181" Type="http://schemas.openxmlformats.org/officeDocument/2006/relationships/image" Target="../media/image1179.png"/><Relationship Id="rId402" Type="http://schemas.openxmlformats.org/officeDocument/2006/relationships/customXml" Target="../ink/ink1719.xml"/><Relationship Id="rId279" Type="http://schemas.openxmlformats.org/officeDocument/2006/relationships/image" Target="../media/image1220.png"/><Relationship Id="rId486" Type="http://schemas.openxmlformats.org/officeDocument/2006/relationships/image" Target="../media/image1307.png"/><Relationship Id="rId693" Type="http://schemas.openxmlformats.org/officeDocument/2006/relationships/customXml" Target="../ink/ink1884.xml"/><Relationship Id="rId707" Type="http://schemas.openxmlformats.org/officeDocument/2006/relationships/customXml" Target="../ink/ink1892.xml"/><Relationship Id="rId43" Type="http://schemas.openxmlformats.org/officeDocument/2006/relationships/image" Target="../media/image1.png"/><Relationship Id="rId139" Type="http://schemas.openxmlformats.org/officeDocument/2006/relationships/image" Target="../media/image1158.png"/><Relationship Id="rId346" Type="http://schemas.openxmlformats.org/officeDocument/2006/relationships/image" Target="../media/image1248.png"/><Relationship Id="rId553" Type="http://schemas.openxmlformats.org/officeDocument/2006/relationships/customXml" Target="../ink/ink1801.xml"/><Relationship Id="rId760" Type="http://schemas.openxmlformats.org/officeDocument/2006/relationships/customXml" Target="../ink/ink1922.xml"/><Relationship Id="rId192" Type="http://schemas.openxmlformats.org/officeDocument/2006/relationships/customXml" Target="../ink/ink1608.xml"/><Relationship Id="rId206" Type="http://schemas.openxmlformats.org/officeDocument/2006/relationships/customXml" Target="../ink/ink1615.xml"/><Relationship Id="rId413" Type="http://schemas.openxmlformats.org/officeDocument/2006/relationships/customXml" Target="../ink/ink1725.xml"/><Relationship Id="rId497" Type="http://schemas.openxmlformats.org/officeDocument/2006/relationships/customXml" Target="../ink/ink1769.xml"/><Relationship Id="rId620" Type="http://schemas.openxmlformats.org/officeDocument/2006/relationships/customXml" Target="../ink/ink1835.xml"/><Relationship Id="rId718" Type="http://schemas.openxmlformats.org/officeDocument/2006/relationships/customXml" Target="../ink/ink1900.xml"/><Relationship Id="rId357" Type="http://schemas.openxmlformats.org/officeDocument/2006/relationships/customXml" Target="../ink/ink1695.xml"/><Relationship Id="rId54" Type="http://schemas.openxmlformats.org/officeDocument/2006/relationships/customXml" Target="../ink/ink1539.xml"/><Relationship Id="rId217" Type="http://schemas.openxmlformats.org/officeDocument/2006/relationships/image" Target="../media/image5.png"/><Relationship Id="rId564" Type="http://schemas.openxmlformats.org/officeDocument/2006/relationships/image" Target="../media/image1340.png"/><Relationship Id="rId771" Type="http://schemas.openxmlformats.org/officeDocument/2006/relationships/image" Target="../media/image1412.png"/><Relationship Id="rId424" Type="http://schemas.openxmlformats.org/officeDocument/2006/relationships/image" Target="../media/image1280.png"/><Relationship Id="rId631" Type="http://schemas.openxmlformats.org/officeDocument/2006/relationships/image" Target="../media/image987.png"/><Relationship Id="rId729" Type="http://schemas.openxmlformats.org/officeDocument/2006/relationships/image" Target="../media/image1393.png"/><Relationship Id="rId270" Type="http://schemas.openxmlformats.org/officeDocument/2006/relationships/customXml" Target="../ink/ink1648.xml"/><Relationship Id="rId65" Type="http://schemas.openxmlformats.org/officeDocument/2006/relationships/image" Target="../media/image11230.png"/><Relationship Id="rId130" Type="http://schemas.openxmlformats.org/officeDocument/2006/relationships/customXml" Target="../ink/ink1577.xml"/><Relationship Id="rId368" Type="http://schemas.openxmlformats.org/officeDocument/2006/relationships/customXml" Target="../ink/ink1701.xml"/><Relationship Id="rId575" Type="http://schemas.openxmlformats.org/officeDocument/2006/relationships/customXml" Target="../ink/ink1812.xml"/><Relationship Id="rId782" Type="http://schemas.openxmlformats.org/officeDocument/2006/relationships/customXml" Target="../ink/ink1933.xml"/><Relationship Id="rId228" Type="http://schemas.openxmlformats.org/officeDocument/2006/relationships/customXml" Target="../ink/ink1626.xml"/><Relationship Id="rId435" Type="http://schemas.openxmlformats.org/officeDocument/2006/relationships/customXml" Target="../ink/ink1737.xml"/><Relationship Id="rId642" Type="http://schemas.openxmlformats.org/officeDocument/2006/relationships/customXml" Target="../ink/ink1851.xml"/><Relationship Id="rId281" Type="http://schemas.openxmlformats.org/officeDocument/2006/relationships/image" Target="../media/image1221.png"/><Relationship Id="rId502" Type="http://schemas.openxmlformats.org/officeDocument/2006/relationships/image" Target="../media/image1315.png"/><Relationship Id="rId76" Type="http://schemas.openxmlformats.org/officeDocument/2006/relationships/customXml" Target="../ink/ink1550.xml"/><Relationship Id="rId141" Type="http://schemas.openxmlformats.org/officeDocument/2006/relationships/image" Target="../media/image1159.png"/><Relationship Id="rId379" Type="http://schemas.openxmlformats.org/officeDocument/2006/relationships/customXml" Target="../ink/ink1707.xml"/><Relationship Id="rId586" Type="http://schemas.openxmlformats.org/officeDocument/2006/relationships/image" Target="../media/image1350.png"/><Relationship Id="rId793" Type="http://schemas.openxmlformats.org/officeDocument/2006/relationships/image" Target="../media/image1420.png"/><Relationship Id="rId7" Type="http://schemas.openxmlformats.org/officeDocument/2006/relationships/image" Target="../media/image10950.png"/><Relationship Id="rId239" Type="http://schemas.openxmlformats.org/officeDocument/2006/relationships/customXml" Target="../ink/ink1632.xml"/><Relationship Id="rId446" Type="http://schemas.openxmlformats.org/officeDocument/2006/relationships/customXml" Target="../ink/ink1743.xml"/><Relationship Id="rId653" Type="http://schemas.openxmlformats.org/officeDocument/2006/relationships/image" Target="../media/image1370.png"/><Relationship Id="rId292" Type="http://schemas.openxmlformats.org/officeDocument/2006/relationships/image" Target="../media/image1226.png"/><Relationship Id="rId306" Type="http://schemas.openxmlformats.org/officeDocument/2006/relationships/image" Target="../media/image1233.png"/><Relationship Id="rId87" Type="http://schemas.openxmlformats.org/officeDocument/2006/relationships/image" Target="../media/image11340.png"/><Relationship Id="rId513" Type="http://schemas.openxmlformats.org/officeDocument/2006/relationships/customXml" Target="../ink/ink1778.xml"/><Relationship Id="rId597" Type="http://schemas.openxmlformats.org/officeDocument/2006/relationships/image" Target="../media/image1352.png"/><Relationship Id="rId720" Type="http://schemas.openxmlformats.org/officeDocument/2006/relationships/customXml" Target="../ink/ink1901.xml"/><Relationship Id="rId152" Type="http://schemas.openxmlformats.org/officeDocument/2006/relationships/customXml" Target="../ink/ink1588.xml"/><Relationship Id="rId457" Type="http://schemas.openxmlformats.org/officeDocument/2006/relationships/customXml" Target="../ink/ink1749.xml"/><Relationship Id="rId664" Type="http://schemas.openxmlformats.org/officeDocument/2006/relationships/customXml" Target="../ink/ink1863.xml"/><Relationship Id="rId14" Type="http://schemas.openxmlformats.org/officeDocument/2006/relationships/customXml" Target="../ink/ink1519.xml"/><Relationship Id="rId317" Type="http://schemas.openxmlformats.org/officeDocument/2006/relationships/image" Target="../media/image1236.png"/><Relationship Id="rId524" Type="http://schemas.openxmlformats.org/officeDocument/2006/relationships/image" Target="../media/image1323.png"/><Relationship Id="rId731" Type="http://schemas.openxmlformats.org/officeDocument/2006/relationships/image" Target="../media/image1394.png"/><Relationship Id="rId98" Type="http://schemas.openxmlformats.org/officeDocument/2006/relationships/customXml" Target="../ink/ink1561.xml"/><Relationship Id="rId163" Type="http://schemas.openxmlformats.org/officeDocument/2006/relationships/image" Target="../media/image1170.png"/><Relationship Id="rId370" Type="http://schemas.openxmlformats.org/officeDocument/2006/relationships/customXml" Target="../ink/ink1702.xml"/><Relationship Id="rId230" Type="http://schemas.openxmlformats.org/officeDocument/2006/relationships/customXml" Target="../ink/ink1627.xml"/><Relationship Id="rId468" Type="http://schemas.openxmlformats.org/officeDocument/2006/relationships/image" Target="../media/image1298.png"/><Relationship Id="rId675" Type="http://schemas.openxmlformats.org/officeDocument/2006/relationships/image" Target="../media/image991.png"/><Relationship Id="rId25" Type="http://schemas.openxmlformats.org/officeDocument/2006/relationships/image" Target="../media/image11040.png"/><Relationship Id="rId328" Type="http://schemas.openxmlformats.org/officeDocument/2006/relationships/customXml" Target="../ink/ink1679.xml"/><Relationship Id="rId535" Type="http://schemas.openxmlformats.org/officeDocument/2006/relationships/image" Target="../media/image1328.png"/><Relationship Id="rId742" Type="http://schemas.openxmlformats.org/officeDocument/2006/relationships/customXml" Target="../ink/ink1912.xml"/><Relationship Id="rId174" Type="http://schemas.openxmlformats.org/officeDocument/2006/relationships/customXml" Target="../ink/ink1599.xml"/><Relationship Id="rId381" Type="http://schemas.openxmlformats.org/officeDocument/2006/relationships/customXml" Target="../ink/ink1708.xml"/><Relationship Id="rId602" Type="http://schemas.openxmlformats.org/officeDocument/2006/relationships/customXml" Target="../ink/ink1826.xml"/><Relationship Id="rId241" Type="http://schemas.openxmlformats.org/officeDocument/2006/relationships/customXml" Target="../ink/ink1633.xml"/><Relationship Id="rId479" Type="http://schemas.openxmlformats.org/officeDocument/2006/relationships/customXml" Target="../ink/ink1760.xml"/><Relationship Id="rId686" Type="http://schemas.openxmlformats.org/officeDocument/2006/relationships/customXml" Target="../ink/ink1878.xml"/><Relationship Id="rId36" Type="http://schemas.openxmlformats.org/officeDocument/2006/relationships/customXml" Target="../ink/ink1530.xml"/><Relationship Id="rId339" Type="http://schemas.openxmlformats.org/officeDocument/2006/relationships/customXml" Target="../ink/ink1685.xml"/><Relationship Id="rId546" Type="http://schemas.openxmlformats.org/officeDocument/2006/relationships/image" Target="../media/image1331.png"/><Relationship Id="rId753" Type="http://schemas.openxmlformats.org/officeDocument/2006/relationships/customXml" Target="../ink/ink1918.xml"/><Relationship Id="rId101" Type="http://schemas.openxmlformats.org/officeDocument/2006/relationships/image" Target="../media/image1141.png"/><Relationship Id="rId185" Type="http://schemas.openxmlformats.org/officeDocument/2006/relationships/image" Target="../media/image503.png"/><Relationship Id="rId406" Type="http://schemas.openxmlformats.org/officeDocument/2006/relationships/image" Target="../media/image1272.png"/><Relationship Id="rId392" Type="http://schemas.openxmlformats.org/officeDocument/2006/relationships/image" Target="../media/image1266.png"/><Relationship Id="rId613" Type="http://schemas.openxmlformats.org/officeDocument/2006/relationships/image" Target="../media/image1360.png"/><Relationship Id="rId697" Type="http://schemas.openxmlformats.org/officeDocument/2006/relationships/customXml" Target="../ink/ink1886.xml"/><Relationship Id="rId252" Type="http://schemas.openxmlformats.org/officeDocument/2006/relationships/image" Target="../media/image1209.png"/><Relationship Id="rId47" Type="http://schemas.openxmlformats.org/officeDocument/2006/relationships/image" Target="../media/image11140.png"/><Relationship Id="rId112" Type="http://schemas.openxmlformats.org/officeDocument/2006/relationships/customXml" Target="../ink/ink1568.xml"/><Relationship Id="rId557" Type="http://schemas.openxmlformats.org/officeDocument/2006/relationships/customXml" Target="../ink/ink1803.xml"/><Relationship Id="rId764" Type="http://schemas.openxmlformats.org/officeDocument/2006/relationships/customXml" Target="../ink/ink1924.xml"/><Relationship Id="rId196" Type="http://schemas.openxmlformats.org/officeDocument/2006/relationships/customXml" Target="../ink/ink1610.xml"/><Relationship Id="rId417" Type="http://schemas.openxmlformats.org/officeDocument/2006/relationships/customXml" Target="../ink/ink1727.xml"/><Relationship Id="rId624" Type="http://schemas.openxmlformats.org/officeDocument/2006/relationships/customXml" Target="../ink/ink1837.xml"/><Relationship Id="rId263" Type="http://schemas.openxmlformats.org/officeDocument/2006/relationships/image" Target="../media/image1213.png"/><Relationship Id="rId470" Type="http://schemas.openxmlformats.org/officeDocument/2006/relationships/image" Target="../media/image1299.png"/><Relationship Id="rId58" Type="http://schemas.openxmlformats.org/officeDocument/2006/relationships/customXml" Target="../ink/ink1541.xml"/><Relationship Id="rId123" Type="http://schemas.openxmlformats.org/officeDocument/2006/relationships/image" Target="../media/image1150.png"/><Relationship Id="rId330" Type="http://schemas.openxmlformats.org/officeDocument/2006/relationships/customXml" Target="../ink/ink1680.xml"/><Relationship Id="rId568" Type="http://schemas.openxmlformats.org/officeDocument/2006/relationships/image" Target="../media/image1342.png"/><Relationship Id="rId775" Type="http://schemas.openxmlformats.org/officeDocument/2006/relationships/image" Target="../media/image1414.png"/><Relationship Id="rId428" Type="http://schemas.openxmlformats.org/officeDocument/2006/relationships/image" Target="../media/image1282.png"/><Relationship Id="rId635" Type="http://schemas.openxmlformats.org/officeDocument/2006/relationships/customXml" Target="../ink/ink1844.xml"/><Relationship Id="rId274" Type="http://schemas.openxmlformats.org/officeDocument/2006/relationships/customXml" Target="../ink/ink1651.xml"/><Relationship Id="rId481" Type="http://schemas.openxmlformats.org/officeDocument/2006/relationships/customXml" Target="../ink/ink1761.xml"/><Relationship Id="rId702" Type="http://schemas.openxmlformats.org/officeDocument/2006/relationships/image" Target="../media/image995.png"/><Relationship Id="rId69" Type="http://schemas.openxmlformats.org/officeDocument/2006/relationships/image" Target="../media/image11250.png"/><Relationship Id="rId134" Type="http://schemas.openxmlformats.org/officeDocument/2006/relationships/customXml" Target="../ink/ink1579.xml"/><Relationship Id="rId579" Type="http://schemas.openxmlformats.org/officeDocument/2006/relationships/customXml" Target="../ink/ink1814.xml"/><Relationship Id="rId786" Type="http://schemas.openxmlformats.org/officeDocument/2006/relationships/image" Target="../media/image1418.png"/><Relationship Id="rId341" Type="http://schemas.openxmlformats.org/officeDocument/2006/relationships/image" Target="../media/image1246.png"/><Relationship Id="rId439" Type="http://schemas.openxmlformats.org/officeDocument/2006/relationships/customXml" Target="../ink/ink1739.xml"/><Relationship Id="rId646" Type="http://schemas.openxmlformats.org/officeDocument/2006/relationships/customXml" Target="../ink/ink1853.xml"/><Relationship Id="rId201" Type="http://schemas.openxmlformats.org/officeDocument/2006/relationships/image" Target="../media/image1186.png"/><Relationship Id="rId285" Type="http://schemas.openxmlformats.org/officeDocument/2006/relationships/customXml" Target="../ink/ink1657.xml"/><Relationship Id="rId506" Type="http://schemas.openxmlformats.org/officeDocument/2006/relationships/image" Target="../media/image1317.png"/><Relationship Id="rId492" Type="http://schemas.openxmlformats.org/officeDocument/2006/relationships/image" Target="../media/image1310.png"/><Relationship Id="rId713" Type="http://schemas.openxmlformats.org/officeDocument/2006/relationships/image" Target="../media/image1385.png"/><Relationship Id="rId797" Type="http://schemas.openxmlformats.org/officeDocument/2006/relationships/image" Target="../media/image1422.png"/><Relationship Id="rId145" Type="http://schemas.openxmlformats.org/officeDocument/2006/relationships/image" Target="../media/image1161.png"/><Relationship Id="rId352" Type="http://schemas.openxmlformats.org/officeDocument/2006/relationships/image" Target="../media/image1251.png"/><Relationship Id="rId212" Type="http://schemas.openxmlformats.org/officeDocument/2006/relationships/customXml" Target="../ink/ink1618.xml"/><Relationship Id="rId657" Type="http://schemas.openxmlformats.org/officeDocument/2006/relationships/image" Target="../media/image1372.png"/><Relationship Id="rId296" Type="http://schemas.openxmlformats.org/officeDocument/2006/relationships/image" Target="../media/image1228.png"/><Relationship Id="rId517" Type="http://schemas.openxmlformats.org/officeDocument/2006/relationships/customXml" Target="../ink/ink1781.xml"/><Relationship Id="rId724" Type="http://schemas.openxmlformats.org/officeDocument/2006/relationships/customXml" Target="../ink/ink1903.xml"/><Relationship Id="rId60" Type="http://schemas.openxmlformats.org/officeDocument/2006/relationships/customXml" Target="../ink/ink1542.xml"/><Relationship Id="rId156" Type="http://schemas.openxmlformats.org/officeDocument/2006/relationships/customXml" Target="../ink/ink1590.xml"/><Relationship Id="rId363" Type="http://schemas.openxmlformats.org/officeDocument/2006/relationships/customXml" Target="../ink/ink1698.xml"/><Relationship Id="rId570" Type="http://schemas.openxmlformats.org/officeDocument/2006/relationships/image" Target="../media/image1343.png"/><Relationship Id="rId223" Type="http://schemas.openxmlformats.org/officeDocument/2006/relationships/image" Target="../media/image1196.png"/><Relationship Id="rId430" Type="http://schemas.openxmlformats.org/officeDocument/2006/relationships/image" Target="../media/image1283.png"/><Relationship Id="rId668" Type="http://schemas.openxmlformats.org/officeDocument/2006/relationships/image" Target="../media/image1376.png"/><Relationship Id="rId18" Type="http://schemas.openxmlformats.org/officeDocument/2006/relationships/customXml" Target="../ink/ink1521.xml"/><Relationship Id="rId528" Type="http://schemas.openxmlformats.org/officeDocument/2006/relationships/image" Target="../media/image1325.png"/><Relationship Id="rId735" Type="http://schemas.openxmlformats.org/officeDocument/2006/relationships/image" Target="../media/image1396.png"/><Relationship Id="rId167" Type="http://schemas.openxmlformats.org/officeDocument/2006/relationships/image" Target="../media/image1172.png"/><Relationship Id="rId374" Type="http://schemas.openxmlformats.org/officeDocument/2006/relationships/customXml" Target="../ink/ink1704.xml"/><Relationship Id="rId581" Type="http://schemas.openxmlformats.org/officeDocument/2006/relationships/customXml" Target="../ink/ink1815.xml"/><Relationship Id="rId71" Type="http://schemas.openxmlformats.org/officeDocument/2006/relationships/image" Target="../media/image11260.png"/><Relationship Id="rId234" Type="http://schemas.openxmlformats.org/officeDocument/2006/relationships/image" Target="../media/image1200.png"/><Relationship Id="rId679" Type="http://schemas.openxmlformats.org/officeDocument/2006/relationships/image" Target="../media/image766.png"/><Relationship Id="rId2" Type="http://schemas.openxmlformats.org/officeDocument/2006/relationships/customXml" Target="../ink/ink1513.xml"/><Relationship Id="rId29" Type="http://schemas.openxmlformats.org/officeDocument/2006/relationships/image" Target="../media/image11060.png"/><Relationship Id="rId441" Type="http://schemas.openxmlformats.org/officeDocument/2006/relationships/customXml" Target="../ink/ink1740.xml"/><Relationship Id="rId539" Type="http://schemas.openxmlformats.org/officeDocument/2006/relationships/customXml" Target="../ink/ink1793.xml"/><Relationship Id="rId746" Type="http://schemas.openxmlformats.org/officeDocument/2006/relationships/customXml" Target="../ink/ink1914.xml"/><Relationship Id="rId178" Type="http://schemas.openxmlformats.org/officeDocument/2006/relationships/customXml" Target="../ink/ink1601.xml"/><Relationship Id="rId301" Type="http://schemas.openxmlformats.org/officeDocument/2006/relationships/customXml" Target="../ink/ink1665.xml"/><Relationship Id="rId82" Type="http://schemas.openxmlformats.org/officeDocument/2006/relationships/customXml" Target="../ink/ink1553.xml"/><Relationship Id="rId385" Type="http://schemas.openxmlformats.org/officeDocument/2006/relationships/customXml" Target="../ink/ink1710.xml"/><Relationship Id="rId592" Type="http://schemas.openxmlformats.org/officeDocument/2006/relationships/image" Target="../media/image762.png"/><Relationship Id="rId606" Type="http://schemas.openxmlformats.org/officeDocument/2006/relationships/customXml" Target="../ink/ink1828.xml"/><Relationship Id="rId245" Type="http://schemas.openxmlformats.org/officeDocument/2006/relationships/customXml" Target="../ink/ink1635.xml"/><Relationship Id="rId452" Type="http://schemas.openxmlformats.org/officeDocument/2006/relationships/image" Target="../media/image1290.png"/><Relationship Id="rId105" Type="http://schemas.openxmlformats.org/officeDocument/2006/relationships/image" Target="../media/image1143.png"/><Relationship Id="rId312" Type="http://schemas.openxmlformats.org/officeDocument/2006/relationships/image" Target="../media/image11410.png"/><Relationship Id="rId757" Type="http://schemas.openxmlformats.org/officeDocument/2006/relationships/image" Target="../media/image1405.png"/><Relationship Id="rId93" Type="http://schemas.openxmlformats.org/officeDocument/2006/relationships/image" Target="../media/image11370.png"/><Relationship Id="rId189" Type="http://schemas.openxmlformats.org/officeDocument/2006/relationships/image" Target="../media/image9710.png"/><Relationship Id="rId396" Type="http://schemas.openxmlformats.org/officeDocument/2006/relationships/image" Target="../media/image1268.png"/><Relationship Id="rId617" Type="http://schemas.openxmlformats.org/officeDocument/2006/relationships/image" Target="../media/image1362.png"/><Relationship Id="rId256" Type="http://schemas.openxmlformats.org/officeDocument/2006/relationships/image" Target="../media/image1211.png"/><Relationship Id="rId463" Type="http://schemas.openxmlformats.org/officeDocument/2006/relationships/customXml" Target="../ink/ink1752.xml"/><Relationship Id="rId670" Type="http://schemas.openxmlformats.org/officeDocument/2006/relationships/customXml" Target="../ink/ink1868.xml"/><Relationship Id="rId116" Type="http://schemas.openxmlformats.org/officeDocument/2006/relationships/customXml" Target="../ink/ink1570.xml"/><Relationship Id="rId323" Type="http://schemas.openxmlformats.org/officeDocument/2006/relationships/image" Target="../media/image1239.png"/><Relationship Id="rId530" Type="http://schemas.openxmlformats.org/officeDocument/2006/relationships/image" Target="../media/image1326.png"/><Relationship Id="rId768" Type="http://schemas.openxmlformats.org/officeDocument/2006/relationships/customXml" Target="../ink/ink1926.xml"/><Relationship Id="rId20" Type="http://schemas.openxmlformats.org/officeDocument/2006/relationships/customXml" Target="../ink/ink1522.xml"/><Relationship Id="rId628" Type="http://schemas.openxmlformats.org/officeDocument/2006/relationships/customXml" Target="../ink/ink1840.xml"/><Relationship Id="rId267" Type="http://schemas.openxmlformats.org/officeDocument/2006/relationships/image" Target="../media/image1215.png"/><Relationship Id="rId474" Type="http://schemas.openxmlformats.org/officeDocument/2006/relationships/image" Target="../media/image1301.png"/><Relationship Id="rId127" Type="http://schemas.openxmlformats.org/officeDocument/2006/relationships/image" Target="../media/image1152.png"/><Relationship Id="rId681" Type="http://schemas.openxmlformats.org/officeDocument/2006/relationships/image" Target="../media/image1379.png"/><Relationship Id="rId779" Type="http://schemas.openxmlformats.org/officeDocument/2006/relationships/image" Target="../media/image1416.png"/><Relationship Id="rId31" Type="http://schemas.openxmlformats.org/officeDocument/2006/relationships/image" Target="../media/image11070.png"/><Relationship Id="rId334" Type="http://schemas.openxmlformats.org/officeDocument/2006/relationships/customXml" Target="../ink/ink1682.xml"/><Relationship Id="rId541" Type="http://schemas.openxmlformats.org/officeDocument/2006/relationships/customXml" Target="../ink/ink1794.xml"/><Relationship Id="rId639" Type="http://schemas.openxmlformats.org/officeDocument/2006/relationships/customXml" Target="../ink/ink1848.xml"/><Relationship Id="rId180" Type="http://schemas.openxmlformats.org/officeDocument/2006/relationships/customXml" Target="../ink/ink1602.xml"/><Relationship Id="rId278" Type="http://schemas.openxmlformats.org/officeDocument/2006/relationships/customXml" Target="../ink/ink1653.xml"/><Relationship Id="rId401" Type="http://schemas.openxmlformats.org/officeDocument/2006/relationships/image" Target="../media/image1270.png"/><Relationship Id="rId485" Type="http://schemas.openxmlformats.org/officeDocument/2006/relationships/customXml" Target="../ink/ink1763.xml"/><Relationship Id="rId692" Type="http://schemas.openxmlformats.org/officeDocument/2006/relationships/customXml" Target="../ink/ink1883.xml"/><Relationship Id="rId706" Type="http://schemas.openxmlformats.org/officeDocument/2006/relationships/image" Target="../media/image981.png"/><Relationship Id="rId42" Type="http://schemas.openxmlformats.org/officeDocument/2006/relationships/customXml" Target="../ink/ink1533.xml"/><Relationship Id="rId138" Type="http://schemas.openxmlformats.org/officeDocument/2006/relationships/customXml" Target="../ink/ink1581.xml"/><Relationship Id="rId345" Type="http://schemas.openxmlformats.org/officeDocument/2006/relationships/customXml" Target="../ink/ink1689.xml"/><Relationship Id="rId552" Type="http://schemas.openxmlformats.org/officeDocument/2006/relationships/image" Target="../media/image1334.png"/><Relationship Id="rId191" Type="http://schemas.openxmlformats.org/officeDocument/2006/relationships/image" Target="../media/image1181.png"/><Relationship Id="rId205" Type="http://schemas.openxmlformats.org/officeDocument/2006/relationships/image" Target="../media/image1188.png"/><Relationship Id="rId412" Type="http://schemas.openxmlformats.org/officeDocument/2006/relationships/image" Target="../media/image1275.png"/><Relationship Id="rId289" Type="http://schemas.openxmlformats.org/officeDocument/2006/relationships/customXml" Target="../ink/ink1659.xml"/><Relationship Id="rId496" Type="http://schemas.openxmlformats.org/officeDocument/2006/relationships/image" Target="../media/image1312.png"/><Relationship Id="rId717" Type="http://schemas.openxmlformats.org/officeDocument/2006/relationships/image" Target="../media/image1387.png"/><Relationship Id="rId53" Type="http://schemas.openxmlformats.org/officeDocument/2006/relationships/image" Target="../media/image11170.png"/><Relationship Id="rId149" Type="http://schemas.openxmlformats.org/officeDocument/2006/relationships/image" Target="../media/image1163.png"/><Relationship Id="rId356" Type="http://schemas.openxmlformats.org/officeDocument/2006/relationships/image" Target="../media/image1253.png"/><Relationship Id="rId563" Type="http://schemas.openxmlformats.org/officeDocument/2006/relationships/customXml" Target="../ink/ink1806.xml"/><Relationship Id="rId770" Type="http://schemas.openxmlformats.org/officeDocument/2006/relationships/customXml" Target="../ink/ink1927.xml"/><Relationship Id="rId216" Type="http://schemas.openxmlformats.org/officeDocument/2006/relationships/customXml" Target="../ink/ink1620.xml"/><Relationship Id="rId423" Type="http://schemas.openxmlformats.org/officeDocument/2006/relationships/customXml" Target="../ink/ink1731.xml"/><Relationship Id="rId630" Type="http://schemas.openxmlformats.org/officeDocument/2006/relationships/customXml" Target="../ink/ink1841.xml"/><Relationship Id="rId728" Type="http://schemas.openxmlformats.org/officeDocument/2006/relationships/customXml" Target="../ink/ink1905.xml"/><Relationship Id="rId64" Type="http://schemas.openxmlformats.org/officeDocument/2006/relationships/customXml" Target="../ink/ink1544.xml"/><Relationship Id="rId367" Type="http://schemas.openxmlformats.org/officeDocument/2006/relationships/image" Target="../media/image63.png"/><Relationship Id="rId574" Type="http://schemas.openxmlformats.org/officeDocument/2006/relationships/image" Target="../media/image1345.png"/><Relationship Id="rId171" Type="http://schemas.openxmlformats.org/officeDocument/2006/relationships/image" Target="../media/image1174.png"/><Relationship Id="rId227" Type="http://schemas.openxmlformats.org/officeDocument/2006/relationships/image" Target="../media/image6210.png"/><Relationship Id="rId781" Type="http://schemas.openxmlformats.org/officeDocument/2006/relationships/image" Target="../media/image1417.png"/><Relationship Id="rId269" Type="http://schemas.openxmlformats.org/officeDocument/2006/relationships/image" Target="../media/image1216.png"/><Relationship Id="rId434" Type="http://schemas.openxmlformats.org/officeDocument/2006/relationships/image" Target="../media/image13210.png"/><Relationship Id="rId476" Type="http://schemas.openxmlformats.org/officeDocument/2006/relationships/image" Target="../media/image1302.png"/><Relationship Id="rId641" Type="http://schemas.openxmlformats.org/officeDocument/2006/relationships/customXml" Target="../ink/ink1850.xml"/><Relationship Id="rId683" Type="http://schemas.openxmlformats.org/officeDocument/2006/relationships/customXml" Target="../ink/ink1875.xml"/><Relationship Id="rId739" Type="http://schemas.openxmlformats.org/officeDocument/2006/relationships/image" Target="../media/image1398.png"/><Relationship Id="rId33" Type="http://schemas.openxmlformats.org/officeDocument/2006/relationships/image" Target="../media/image11080.png"/><Relationship Id="rId129" Type="http://schemas.openxmlformats.org/officeDocument/2006/relationships/image" Target="../media/image1153.png"/><Relationship Id="rId280" Type="http://schemas.openxmlformats.org/officeDocument/2006/relationships/customXml" Target="../ink/ink1654.xml"/><Relationship Id="rId336" Type="http://schemas.openxmlformats.org/officeDocument/2006/relationships/customXml" Target="../ink/ink1683.xml"/><Relationship Id="rId501" Type="http://schemas.openxmlformats.org/officeDocument/2006/relationships/customXml" Target="../ink/ink1771.xml"/><Relationship Id="rId543" Type="http://schemas.openxmlformats.org/officeDocument/2006/relationships/customXml" Target="../ink/ink1796.xml"/><Relationship Id="rId75" Type="http://schemas.openxmlformats.org/officeDocument/2006/relationships/image" Target="../media/image11280.png"/><Relationship Id="rId140" Type="http://schemas.openxmlformats.org/officeDocument/2006/relationships/customXml" Target="../ink/ink1582.xml"/><Relationship Id="rId182" Type="http://schemas.openxmlformats.org/officeDocument/2006/relationships/customXml" Target="../ink/ink1603.xml"/><Relationship Id="rId378" Type="http://schemas.openxmlformats.org/officeDocument/2006/relationships/image" Target="../media/image142.png"/><Relationship Id="rId403" Type="http://schemas.openxmlformats.org/officeDocument/2006/relationships/customXml" Target="../ink/ink1720.xml"/><Relationship Id="rId585" Type="http://schemas.openxmlformats.org/officeDocument/2006/relationships/customXml" Target="../ink/ink1817.xml"/><Relationship Id="rId750" Type="http://schemas.openxmlformats.org/officeDocument/2006/relationships/customXml" Target="../ink/ink1916.xml"/><Relationship Id="rId792" Type="http://schemas.openxmlformats.org/officeDocument/2006/relationships/customXml" Target="../ink/ink1941.xml"/><Relationship Id="rId6" Type="http://schemas.openxmlformats.org/officeDocument/2006/relationships/customXml" Target="../ink/ink1515.xml"/><Relationship Id="rId238" Type="http://schemas.openxmlformats.org/officeDocument/2006/relationships/image" Target="../media/image1202.png"/><Relationship Id="rId445" Type="http://schemas.openxmlformats.org/officeDocument/2006/relationships/customXml" Target="../ink/ink1742.xml"/><Relationship Id="rId487" Type="http://schemas.openxmlformats.org/officeDocument/2006/relationships/customXml" Target="../ink/ink1764.xml"/><Relationship Id="rId610" Type="http://schemas.openxmlformats.org/officeDocument/2006/relationships/customXml" Target="../ink/ink1830.xml"/><Relationship Id="rId652" Type="http://schemas.openxmlformats.org/officeDocument/2006/relationships/customXml" Target="../ink/ink1857.xml"/><Relationship Id="rId694" Type="http://schemas.openxmlformats.org/officeDocument/2006/relationships/image" Target="../media/image1381.png"/><Relationship Id="rId708" Type="http://schemas.openxmlformats.org/officeDocument/2006/relationships/customXml" Target="../ink/ink1893.xml"/><Relationship Id="rId291" Type="http://schemas.openxmlformats.org/officeDocument/2006/relationships/customXml" Target="../ink/ink1660.xml"/><Relationship Id="rId305" Type="http://schemas.openxmlformats.org/officeDocument/2006/relationships/customXml" Target="../ink/ink1667.xml"/><Relationship Id="rId347" Type="http://schemas.openxmlformats.org/officeDocument/2006/relationships/customXml" Target="../ink/ink1690.xml"/><Relationship Id="rId512" Type="http://schemas.openxmlformats.org/officeDocument/2006/relationships/customXml" Target="../ink/ink1777.xml"/><Relationship Id="rId44" Type="http://schemas.openxmlformats.org/officeDocument/2006/relationships/customXml" Target="../ink/ink1534.xml"/><Relationship Id="rId86" Type="http://schemas.openxmlformats.org/officeDocument/2006/relationships/customXml" Target="../ink/ink1555.xml"/><Relationship Id="rId151" Type="http://schemas.openxmlformats.org/officeDocument/2006/relationships/image" Target="../media/image1164.png"/><Relationship Id="rId389" Type="http://schemas.openxmlformats.org/officeDocument/2006/relationships/customXml" Target="../ink/ink1712.xml"/><Relationship Id="rId554" Type="http://schemas.openxmlformats.org/officeDocument/2006/relationships/image" Target="../media/image1335.png"/><Relationship Id="rId596" Type="http://schemas.openxmlformats.org/officeDocument/2006/relationships/customXml" Target="../ink/ink1823.xml"/><Relationship Id="rId761" Type="http://schemas.openxmlformats.org/officeDocument/2006/relationships/image" Target="../media/image1407.png"/><Relationship Id="rId193" Type="http://schemas.openxmlformats.org/officeDocument/2006/relationships/image" Target="../media/image1182.png"/><Relationship Id="rId207" Type="http://schemas.openxmlformats.org/officeDocument/2006/relationships/image" Target="../media/image1189.png"/><Relationship Id="rId249" Type="http://schemas.openxmlformats.org/officeDocument/2006/relationships/customXml" Target="../ink/ink1637.xml"/><Relationship Id="rId414" Type="http://schemas.openxmlformats.org/officeDocument/2006/relationships/image" Target="../media/image1276.png"/><Relationship Id="rId456" Type="http://schemas.openxmlformats.org/officeDocument/2006/relationships/image" Target="../media/image1292.png"/><Relationship Id="rId498" Type="http://schemas.openxmlformats.org/officeDocument/2006/relationships/image" Target="../media/image1313.png"/><Relationship Id="rId621" Type="http://schemas.openxmlformats.org/officeDocument/2006/relationships/image" Target="../media/image1364.png"/><Relationship Id="rId663" Type="http://schemas.openxmlformats.org/officeDocument/2006/relationships/image" Target="../media/image1375.png"/><Relationship Id="rId13" Type="http://schemas.openxmlformats.org/officeDocument/2006/relationships/image" Target="../media/image10980.png"/><Relationship Id="rId109" Type="http://schemas.openxmlformats.org/officeDocument/2006/relationships/image" Target="../media/image6.png"/><Relationship Id="rId260" Type="http://schemas.openxmlformats.org/officeDocument/2006/relationships/image" Target="../media/image7.png"/><Relationship Id="rId316" Type="http://schemas.openxmlformats.org/officeDocument/2006/relationships/customXml" Target="../ink/ink1673.xml"/><Relationship Id="rId523" Type="http://schemas.openxmlformats.org/officeDocument/2006/relationships/customXml" Target="../ink/ink1784.xml"/><Relationship Id="rId719" Type="http://schemas.openxmlformats.org/officeDocument/2006/relationships/image" Target="../media/image1388.png"/><Relationship Id="rId55" Type="http://schemas.openxmlformats.org/officeDocument/2006/relationships/image" Target="../media/image11180.png"/><Relationship Id="rId97" Type="http://schemas.openxmlformats.org/officeDocument/2006/relationships/image" Target="../media/image1139.png"/><Relationship Id="rId120" Type="http://schemas.openxmlformats.org/officeDocument/2006/relationships/customXml" Target="../ink/ink1572.xml"/><Relationship Id="rId358" Type="http://schemas.openxmlformats.org/officeDocument/2006/relationships/image" Target="../media/image1254.png"/><Relationship Id="rId565" Type="http://schemas.openxmlformats.org/officeDocument/2006/relationships/customXml" Target="../ink/ink1807.xml"/><Relationship Id="rId730" Type="http://schemas.openxmlformats.org/officeDocument/2006/relationships/customXml" Target="../ink/ink1906.xml"/><Relationship Id="rId772" Type="http://schemas.openxmlformats.org/officeDocument/2006/relationships/customXml" Target="../ink/ink1928.xml"/><Relationship Id="rId162" Type="http://schemas.openxmlformats.org/officeDocument/2006/relationships/customXml" Target="../ink/ink1593.xml"/><Relationship Id="rId218" Type="http://schemas.openxmlformats.org/officeDocument/2006/relationships/customXml" Target="../ink/ink1621.xml"/><Relationship Id="rId425" Type="http://schemas.openxmlformats.org/officeDocument/2006/relationships/customXml" Target="../ink/ink1732.xml"/><Relationship Id="rId467" Type="http://schemas.openxmlformats.org/officeDocument/2006/relationships/customXml" Target="../ink/ink1754.xml"/><Relationship Id="rId632" Type="http://schemas.openxmlformats.org/officeDocument/2006/relationships/customXml" Target="../ink/ink1842.xml"/><Relationship Id="rId271" Type="http://schemas.openxmlformats.org/officeDocument/2006/relationships/customXml" Target="../ink/ink1649.xml"/><Relationship Id="rId674" Type="http://schemas.openxmlformats.org/officeDocument/2006/relationships/customXml" Target="../ink/ink1870.xml"/><Relationship Id="rId24" Type="http://schemas.openxmlformats.org/officeDocument/2006/relationships/customXml" Target="../ink/ink1524.xml"/><Relationship Id="rId66" Type="http://schemas.openxmlformats.org/officeDocument/2006/relationships/customXml" Target="../ink/ink1545.xml"/><Relationship Id="rId131" Type="http://schemas.openxmlformats.org/officeDocument/2006/relationships/image" Target="../media/image1154.png"/><Relationship Id="rId327" Type="http://schemas.openxmlformats.org/officeDocument/2006/relationships/image" Target="../media/image1241.png"/><Relationship Id="rId369" Type="http://schemas.openxmlformats.org/officeDocument/2006/relationships/image" Target="../media/image1257.png"/><Relationship Id="rId534" Type="http://schemas.openxmlformats.org/officeDocument/2006/relationships/customXml" Target="../ink/ink1790.xml"/><Relationship Id="rId576" Type="http://schemas.openxmlformats.org/officeDocument/2006/relationships/image" Target="../media/image1346.png"/><Relationship Id="rId741" Type="http://schemas.openxmlformats.org/officeDocument/2006/relationships/image" Target="../media/image1399.png"/><Relationship Id="rId783" Type="http://schemas.openxmlformats.org/officeDocument/2006/relationships/customXml" Target="../ink/ink1934.xml"/><Relationship Id="rId173" Type="http://schemas.openxmlformats.org/officeDocument/2006/relationships/image" Target="../media/image1175.png"/><Relationship Id="rId229" Type="http://schemas.openxmlformats.org/officeDocument/2006/relationships/image" Target="../media/image1198.png"/><Relationship Id="rId380" Type="http://schemas.openxmlformats.org/officeDocument/2006/relationships/image" Target="../media/image1260.png"/><Relationship Id="rId436" Type="http://schemas.openxmlformats.org/officeDocument/2006/relationships/image" Target="../media/image1285.png"/><Relationship Id="rId601" Type="http://schemas.openxmlformats.org/officeDocument/2006/relationships/image" Target="../media/image1354.png"/><Relationship Id="rId643" Type="http://schemas.openxmlformats.org/officeDocument/2006/relationships/image" Target="../media/image1367.png"/><Relationship Id="rId240" Type="http://schemas.openxmlformats.org/officeDocument/2006/relationships/image" Target="../media/image1203.png"/><Relationship Id="rId478" Type="http://schemas.openxmlformats.org/officeDocument/2006/relationships/image" Target="../media/image1303.png"/><Relationship Id="rId685" Type="http://schemas.openxmlformats.org/officeDocument/2006/relationships/customXml" Target="../ink/ink1877.xml"/><Relationship Id="rId35" Type="http://schemas.openxmlformats.org/officeDocument/2006/relationships/image" Target="../media/image11090.png"/><Relationship Id="rId77" Type="http://schemas.openxmlformats.org/officeDocument/2006/relationships/image" Target="../media/image11290.png"/><Relationship Id="rId100" Type="http://schemas.openxmlformats.org/officeDocument/2006/relationships/customXml" Target="../ink/ink1562.xml"/><Relationship Id="rId282" Type="http://schemas.openxmlformats.org/officeDocument/2006/relationships/customXml" Target="../ink/ink1655.xml"/><Relationship Id="rId338" Type="http://schemas.openxmlformats.org/officeDocument/2006/relationships/customXml" Target="../ink/ink1684.xml"/><Relationship Id="rId503" Type="http://schemas.openxmlformats.org/officeDocument/2006/relationships/customXml" Target="../ink/ink1772.xml"/><Relationship Id="rId545" Type="http://schemas.openxmlformats.org/officeDocument/2006/relationships/customXml" Target="../ink/ink1797.xml"/><Relationship Id="rId587" Type="http://schemas.openxmlformats.org/officeDocument/2006/relationships/customXml" Target="../ink/ink1818.xml"/><Relationship Id="rId710" Type="http://schemas.openxmlformats.org/officeDocument/2006/relationships/customXml" Target="../ink/ink1895.xml"/><Relationship Id="rId752" Type="http://schemas.openxmlformats.org/officeDocument/2006/relationships/image" Target="../media/image330.png"/><Relationship Id="rId8" Type="http://schemas.openxmlformats.org/officeDocument/2006/relationships/customXml" Target="../ink/ink1516.xml"/><Relationship Id="rId142" Type="http://schemas.openxmlformats.org/officeDocument/2006/relationships/customXml" Target="../ink/ink1583.xml"/><Relationship Id="rId184" Type="http://schemas.openxmlformats.org/officeDocument/2006/relationships/customXml" Target="../ink/ink1604.xml"/><Relationship Id="rId391" Type="http://schemas.openxmlformats.org/officeDocument/2006/relationships/customXml" Target="../ink/ink1713.xml"/><Relationship Id="rId405" Type="http://schemas.openxmlformats.org/officeDocument/2006/relationships/customXml" Target="../ink/ink1721.xml"/><Relationship Id="rId447" Type="http://schemas.openxmlformats.org/officeDocument/2006/relationships/image" Target="../media/image11310.png"/><Relationship Id="rId612" Type="http://schemas.openxmlformats.org/officeDocument/2006/relationships/customXml" Target="../ink/ink1831.xml"/><Relationship Id="rId794" Type="http://schemas.openxmlformats.org/officeDocument/2006/relationships/customXml" Target="../ink/ink1942.xml"/><Relationship Id="rId251" Type="http://schemas.openxmlformats.org/officeDocument/2006/relationships/customXml" Target="../ink/ink1638.xml"/><Relationship Id="rId489" Type="http://schemas.openxmlformats.org/officeDocument/2006/relationships/customXml" Target="../ink/ink1765.xml"/><Relationship Id="rId654" Type="http://schemas.openxmlformats.org/officeDocument/2006/relationships/customXml" Target="../ink/ink1858.xml"/><Relationship Id="rId696" Type="http://schemas.openxmlformats.org/officeDocument/2006/relationships/image" Target="../media/image1382.png"/><Relationship Id="rId46" Type="http://schemas.openxmlformats.org/officeDocument/2006/relationships/customXml" Target="../ink/ink1535.xml"/><Relationship Id="rId293" Type="http://schemas.openxmlformats.org/officeDocument/2006/relationships/customXml" Target="../ink/ink1661.xml"/><Relationship Id="rId307" Type="http://schemas.openxmlformats.org/officeDocument/2006/relationships/customXml" Target="../ink/ink1668.xml"/><Relationship Id="rId349" Type="http://schemas.openxmlformats.org/officeDocument/2006/relationships/customXml" Target="../ink/ink1691.xml"/><Relationship Id="rId514" Type="http://schemas.openxmlformats.org/officeDocument/2006/relationships/customXml" Target="../ink/ink1779.xml"/><Relationship Id="rId556" Type="http://schemas.openxmlformats.org/officeDocument/2006/relationships/image" Target="../media/image1336.png"/><Relationship Id="rId721" Type="http://schemas.openxmlformats.org/officeDocument/2006/relationships/image" Target="../media/image1389.png"/><Relationship Id="rId763" Type="http://schemas.openxmlformats.org/officeDocument/2006/relationships/image" Target="../media/image1408.png"/><Relationship Id="rId88" Type="http://schemas.openxmlformats.org/officeDocument/2006/relationships/customXml" Target="../ink/ink1556.xml"/><Relationship Id="rId111" Type="http://schemas.openxmlformats.org/officeDocument/2006/relationships/image" Target="../media/image1145.png"/><Relationship Id="rId153" Type="http://schemas.openxmlformats.org/officeDocument/2006/relationships/image" Target="../media/image1165.png"/><Relationship Id="rId195" Type="http://schemas.openxmlformats.org/officeDocument/2006/relationships/image" Target="../media/image1183.png"/><Relationship Id="rId209" Type="http://schemas.openxmlformats.org/officeDocument/2006/relationships/image" Target="../media/image1190.png"/><Relationship Id="rId360" Type="http://schemas.openxmlformats.org/officeDocument/2006/relationships/image" Target="../media/image1255.png"/><Relationship Id="rId416" Type="http://schemas.openxmlformats.org/officeDocument/2006/relationships/image" Target="../media/image1277.png"/><Relationship Id="rId598" Type="http://schemas.openxmlformats.org/officeDocument/2006/relationships/customXml" Target="../ink/ink1824.xml"/><Relationship Id="rId220" Type="http://schemas.openxmlformats.org/officeDocument/2006/relationships/customXml" Target="../ink/ink1622.xml"/><Relationship Id="rId458" Type="http://schemas.openxmlformats.org/officeDocument/2006/relationships/image" Target="../media/image1293.png"/><Relationship Id="rId623" Type="http://schemas.openxmlformats.org/officeDocument/2006/relationships/image" Target="../media/image1365.png"/><Relationship Id="rId665" Type="http://schemas.openxmlformats.org/officeDocument/2006/relationships/customXml" Target="../ink/ink1864.xml"/><Relationship Id="rId15" Type="http://schemas.openxmlformats.org/officeDocument/2006/relationships/image" Target="../media/image10990.png"/><Relationship Id="rId57" Type="http://schemas.openxmlformats.org/officeDocument/2006/relationships/image" Target="../media/image11190.png"/><Relationship Id="rId262" Type="http://schemas.openxmlformats.org/officeDocument/2006/relationships/customXml" Target="../ink/ink1644.xml"/><Relationship Id="rId318" Type="http://schemas.openxmlformats.org/officeDocument/2006/relationships/customXml" Target="../ink/ink1674.xml"/><Relationship Id="rId525" Type="http://schemas.openxmlformats.org/officeDocument/2006/relationships/customXml" Target="../ink/ink1785.xml"/><Relationship Id="rId567" Type="http://schemas.openxmlformats.org/officeDocument/2006/relationships/customXml" Target="../ink/ink1808.xml"/><Relationship Id="rId732" Type="http://schemas.openxmlformats.org/officeDocument/2006/relationships/customXml" Target="../ink/ink1907.xml"/><Relationship Id="rId99" Type="http://schemas.openxmlformats.org/officeDocument/2006/relationships/image" Target="../media/image1140.png"/><Relationship Id="rId122" Type="http://schemas.openxmlformats.org/officeDocument/2006/relationships/customXml" Target="../ink/ink1573.xml"/><Relationship Id="rId164" Type="http://schemas.openxmlformats.org/officeDocument/2006/relationships/customXml" Target="../ink/ink1594.xml"/><Relationship Id="rId371" Type="http://schemas.openxmlformats.org/officeDocument/2006/relationships/image" Target="../media/image1258.png"/><Relationship Id="rId774" Type="http://schemas.openxmlformats.org/officeDocument/2006/relationships/customXml" Target="../ink/ink1929.xml"/><Relationship Id="rId427" Type="http://schemas.openxmlformats.org/officeDocument/2006/relationships/customXml" Target="../ink/ink1733.xml"/><Relationship Id="rId469" Type="http://schemas.openxmlformats.org/officeDocument/2006/relationships/customXml" Target="../ink/ink1755.xml"/><Relationship Id="rId634" Type="http://schemas.openxmlformats.org/officeDocument/2006/relationships/customXml" Target="../ink/ink1843.xml"/><Relationship Id="rId676" Type="http://schemas.openxmlformats.org/officeDocument/2006/relationships/customXml" Target="../ink/ink1871.xml"/><Relationship Id="rId26" Type="http://schemas.openxmlformats.org/officeDocument/2006/relationships/customXml" Target="../ink/ink1525.xml"/><Relationship Id="rId231" Type="http://schemas.openxmlformats.org/officeDocument/2006/relationships/customXml" Target="../ink/ink1628.xml"/><Relationship Id="rId273" Type="http://schemas.openxmlformats.org/officeDocument/2006/relationships/image" Target="../media/image1217.png"/><Relationship Id="rId329" Type="http://schemas.openxmlformats.org/officeDocument/2006/relationships/image" Target="../media/image1242.png"/><Relationship Id="rId480" Type="http://schemas.openxmlformats.org/officeDocument/2006/relationships/image" Target="../media/image1304.png"/><Relationship Id="rId536" Type="http://schemas.openxmlformats.org/officeDocument/2006/relationships/customXml" Target="../ink/ink1791.xml"/><Relationship Id="rId701" Type="http://schemas.openxmlformats.org/officeDocument/2006/relationships/customXml" Target="../ink/ink1889.xml"/><Relationship Id="rId68" Type="http://schemas.openxmlformats.org/officeDocument/2006/relationships/customXml" Target="../ink/ink1546.xml"/><Relationship Id="rId133" Type="http://schemas.openxmlformats.org/officeDocument/2006/relationships/image" Target="../media/image1155.png"/><Relationship Id="rId175" Type="http://schemas.openxmlformats.org/officeDocument/2006/relationships/image" Target="../media/image1176.png"/><Relationship Id="rId340" Type="http://schemas.openxmlformats.org/officeDocument/2006/relationships/customXml" Target="../ink/ink1686.xml"/><Relationship Id="rId578" Type="http://schemas.openxmlformats.org/officeDocument/2006/relationships/image" Target="../media/image1347.png"/><Relationship Id="rId743" Type="http://schemas.openxmlformats.org/officeDocument/2006/relationships/image" Target="../media/image1400.png"/><Relationship Id="rId785" Type="http://schemas.openxmlformats.org/officeDocument/2006/relationships/customXml" Target="../ink/ink1936.xml"/><Relationship Id="rId200" Type="http://schemas.openxmlformats.org/officeDocument/2006/relationships/customXml" Target="../ink/ink1612.xml"/><Relationship Id="rId382" Type="http://schemas.openxmlformats.org/officeDocument/2006/relationships/image" Target="../media/image1261.png"/><Relationship Id="rId438" Type="http://schemas.openxmlformats.org/officeDocument/2006/relationships/image" Target="../media/image1013.png"/><Relationship Id="rId603" Type="http://schemas.openxmlformats.org/officeDocument/2006/relationships/image" Target="../media/image1355.png"/><Relationship Id="rId645" Type="http://schemas.openxmlformats.org/officeDocument/2006/relationships/image" Target="../media/image1368.png"/><Relationship Id="rId687" Type="http://schemas.openxmlformats.org/officeDocument/2006/relationships/customXml" Target="../ink/ink1879.xml"/><Relationship Id="rId242" Type="http://schemas.openxmlformats.org/officeDocument/2006/relationships/image" Target="../media/image1204.png"/><Relationship Id="rId284" Type="http://schemas.openxmlformats.org/officeDocument/2006/relationships/customXml" Target="../ink/ink1656.xml"/><Relationship Id="rId491" Type="http://schemas.openxmlformats.org/officeDocument/2006/relationships/customXml" Target="../ink/ink1766.xml"/><Relationship Id="rId505" Type="http://schemas.openxmlformats.org/officeDocument/2006/relationships/customXml" Target="../ink/ink1773.xml"/><Relationship Id="rId712" Type="http://schemas.openxmlformats.org/officeDocument/2006/relationships/customXml" Target="../ink/ink1897.xml"/><Relationship Id="rId37" Type="http://schemas.openxmlformats.org/officeDocument/2006/relationships/image" Target="../media/image11100.png"/><Relationship Id="rId79" Type="http://schemas.openxmlformats.org/officeDocument/2006/relationships/image" Target="../media/image11300.png"/><Relationship Id="rId102" Type="http://schemas.openxmlformats.org/officeDocument/2006/relationships/customXml" Target="../ink/ink1563.xml"/><Relationship Id="rId144" Type="http://schemas.openxmlformats.org/officeDocument/2006/relationships/customXml" Target="../ink/ink1584.xml"/><Relationship Id="rId547" Type="http://schemas.openxmlformats.org/officeDocument/2006/relationships/customXml" Target="../ink/ink1798.xml"/><Relationship Id="rId589" Type="http://schemas.openxmlformats.org/officeDocument/2006/relationships/customXml" Target="../ink/ink1819.xml"/><Relationship Id="rId754" Type="http://schemas.openxmlformats.org/officeDocument/2006/relationships/customXml" Target="../ink/ink1919.xml"/><Relationship Id="rId796" Type="http://schemas.openxmlformats.org/officeDocument/2006/relationships/customXml" Target="../ink/ink1943.xml"/><Relationship Id="rId90" Type="http://schemas.openxmlformats.org/officeDocument/2006/relationships/customXml" Target="../ink/ink1557.xml"/><Relationship Id="rId186" Type="http://schemas.openxmlformats.org/officeDocument/2006/relationships/customXml" Target="../ink/ink1605.xml"/><Relationship Id="rId351" Type="http://schemas.openxmlformats.org/officeDocument/2006/relationships/customXml" Target="../ink/ink1692.xml"/><Relationship Id="rId393" Type="http://schemas.openxmlformats.org/officeDocument/2006/relationships/customXml" Target="../ink/ink1714.xml"/><Relationship Id="rId407" Type="http://schemas.openxmlformats.org/officeDocument/2006/relationships/customXml" Target="../ink/ink1722.xml"/><Relationship Id="rId449" Type="http://schemas.openxmlformats.org/officeDocument/2006/relationships/customXml" Target="../ink/ink1745.xml"/><Relationship Id="rId614" Type="http://schemas.openxmlformats.org/officeDocument/2006/relationships/customXml" Target="../ink/ink1832.xml"/><Relationship Id="rId656" Type="http://schemas.openxmlformats.org/officeDocument/2006/relationships/customXml" Target="../ink/ink1859.xml"/><Relationship Id="rId211" Type="http://schemas.openxmlformats.org/officeDocument/2006/relationships/image" Target="../media/image1191.png"/><Relationship Id="rId253" Type="http://schemas.openxmlformats.org/officeDocument/2006/relationships/customXml" Target="../ink/ink1639.xml"/><Relationship Id="rId295" Type="http://schemas.openxmlformats.org/officeDocument/2006/relationships/customXml" Target="../ink/ink1662.xml"/><Relationship Id="rId309" Type="http://schemas.openxmlformats.org/officeDocument/2006/relationships/customXml" Target="../ink/ink1669.xml"/><Relationship Id="rId460" Type="http://schemas.openxmlformats.org/officeDocument/2006/relationships/image" Target="../media/image1294.png"/><Relationship Id="rId516" Type="http://schemas.openxmlformats.org/officeDocument/2006/relationships/image" Target="../media/image1319.png"/><Relationship Id="rId698" Type="http://schemas.openxmlformats.org/officeDocument/2006/relationships/customXml" Target="../ink/ink1887.xml"/><Relationship Id="rId48" Type="http://schemas.openxmlformats.org/officeDocument/2006/relationships/customXml" Target="../ink/ink1536.xml"/><Relationship Id="rId113" Type="http://schemas.openxmlformats.org/officeDocument/2006/relationships/image" Target="../media/image1146.png"/><Relationship Id="rId320" Type="http://schemas.openxmlformats.org/officeDocument/2006/relationships/customXml" Target="../ink/ink1675.xml"/><Relationship Id="rId558" Type="http://schemas.openxmlformats.org/officeDocument/2006/relationships/image" Target="../media/image1337.png"/><Relationship Id="rId723" Type="http://schemas.openxmlformats.org/officeDocument/2006/relationships/image" Target="../media/image1390.png"/><Relationship Id="rId765" Type="http://schemas.openxmlformats.org/officeDocument/2006/relationships/image" Target="../media/image1409.png"/><Relationship Id="rId155" Type="http://schemas.openxmlformats.org/officeDocument/2006/relationships/image" Target="../media/image1166.png"/><Relationship Id="rId197" Type="http://schemas.openxmlformats.org/officeDocument/2006/relationships/image" Target="../media/image1184.png"/><Relationship Id="rId362" Type="http://schemas.openxmlformats.org/officeDocument/2006/relationships/image" Target="../media/image1256.png"/><Relationship Id="rId418" Type="http://schemas.openxmlformats.org/officeDocument/2006/relationships/image" Target="../media/image1278.png"/><Relationship Id="rId625" Type="http://schemas.openxmlformats.org/officeDocument/2006/relationships/customXml" Target="../ink/ink1838.xml"/><Relationship Id="rId222" Type="http://schemas.openxmlformats.org/officeDocument/2006/relationships/customXml" Target="../ink/ink1623.xml"/><Relationship Id="rId264" Type="http://schemas.openxmlformats.org/officeDocument/2006/relationships/customXml" Target="../ink/ink1645.xml"/><Relationship Id="rId471" Type="http://schemas.openxmlformats.org/officeDocument/2006/relationships/customXml" Target="../ink/ink1756.xml"/><Relationship Id="rId667" Type="http://schemas.openxmlformats.org/officeDocument/2006/relationships/customXml" Target="../ink/ink1866.xml"/><Relationship Id="rId17" Type="http://schemas.openxmlformats.org/officeDocument/2006/relationships/image" Target="../media/image11000.png"/><Relationship Id="rId59" Type="http://schemas.openxmlformats.org/officeDocument/2006/relationships/image" Target="../media/image11200.png"/><Relationship Id="rId124" Type="http://schemas.openxmlformats.org/officeDocument/2006/relationships/customXml" Target="../ink/ink1574.xml"/><Relationship Id="rId527" Type="http://schemas.openxmlformats.org/officeDocument/2006/relationships/customXml" Target="../ink/ink1786.xml"/><Relationship Id="rId569" Type="http://schemas.openxmlformats.org/officeDocument/2006/relationships/customXml" Target="../ink/ink1809.xml"/><Relationship Id="rId734" Type="http://schemas.openxmlformats.org/officeDocument/2006/relationships/customXml" Target="../ink/ink1908.xml"/><Relationship Id="rId776" Type="http://schemas.openxmlformats.org/officeDocument/2006/relationships/customXml" Target="../ink/ink1930.xml"/><Relationship Id="rId70" Type="http://schemas.openxmlformats.org/officeDocument/2006/relationships/customXml" Target="../ink/ink1547.xml"/><Relationship Id="rId166" Type="http://schemas.openxmlformats.org/officeDocument/2006/relationships/customXml" Target="../ink/ink1595.xml"/><Relationship Id="rId331" Type="http://schemas.openxmlformats.org/officeDocument/2006/relationships/image" Target="../media/image1243.png"/><Relationship Id="rId373" Type="http://schemas.openxmlformats.org/officeDocument/2006/relationships/image" Target="../media/image1259.png"/><Relationship Id="rId429" Type="http://schemas.openxmlformats.org/officeDocument/2006/relationships/customXml" Target="../ink/ink1734.xml"/><Relationship Id="rId580" Type="http://schemas.openxmlformats.org/officeDocument/2006/relationships/image" Target="../media/image1348.png"/><Relationship Id="rId636" Type="http://schemas.openxmlformats.org/officeDocument/2006/relationships/customXml" Target="../ink/ink1845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629.xml"/><Relationship Id="rId440" Type="http://schemas.openxmlformats.org/officeDocument/2006/relationships/image" Target="../media/image1286.png"/><Relationship Id="rId678" Type="http://schemas.openxmlformats.org/officeDocument/2006/relationships/customXml" Target="../ink/ink1872.xml"/><Relationship Id="rId28" Type="http://schemas.openxmlformats.org/officeDocument/2006/relationships/customXml" Target="../ink/ink1526.xml"/><Relationship Id="rId275" Type="http://schemas.openxmlformats.org/officeDocument/2006/relationships/image" Target="../media/image1218.png"/><Relationship Id="rId300" Type="http://schemas.openxmlformats.org/officeDocument/2006/relationships/image" Target="../media/image1230.png"/><Relationship Id="rId482" Type="http://schemas.openxmlformats.org/officeDocument/2006/relationships/image" Target="../media/image1305.png"/><Relationship Id="rId538" Type="http://schemas.openxmlformats.org/officeDocument/2006/relationships/customXml" Target="../ink/ink1792.xml"/><Relationship Id="rId703" Type="http://schemas.openxmlformats.org/officeDocument/2006/relationships/customXml" Target="../ink/ink1890.xml"/><Relationship Id="rId745" Type="http://schemas.openxmlformats.org/officeDocument/2006/relationships/image" Target="../media/image1401.png"/><Relationship Id="rId81" Type="http://schemas.openxmlformats.org/officeDocument/2006/relationships/image" Target="../media/image11311.png"/><Relationship Id="rId135" Type="http://schemas.openxmlformats.org/officeDocument/2006/relationships/image" Target="../media/image1156.png"/><Relationship Id="rId177" Type="http://schemas.openxmlformats.org/officeDocument/2006/relationships/image" Target="../media/image1177.png"/><Relationship Id="rId342" Type="http://schemas.openxmlformats.org/officeDocument/2006/relationships/customXml" Target="../ink/ink1687.xml"/><Relationship Id="rId384" Type="http://schemas.openxmlformats.org/officeDocument/2006/relationships/image" Target="../media/image1262.png"/><Relationship Id="rId591" Type="http://schemas.openxmlformats.org/officeDocument/2006/relationships/customXml" Target="../ink/ink1820.xml"/><Relationship Id="rId605" Type="http://schemas.openxmlformats.org/officeDocument/2006/relationships/image" Target="../media/image1356.png"/><Relationship Id="rId787" Type="http://schemas.openxmlformats.org/officeDocument/2006/relationships/customXml" Target="../ink/ink1937.xml"/><Relationship Id="rId202" Type="http://schemas.openxmlformats.org/officeDocument/2006/relationships/customXml" Target="../ink/ink1613.xml"/><Relationship Id="rId244" Type="http://schemas.openxmlformats.org/officeDocument/2006/relationships/image" Target="../media/image1205.png"/><Relationship Id="rId647" Type="http://schemas.openxmlformats.org/officeDocument/2006/relationships/image" Target="../media/image773.png"/><Relationship Id="rId689" Type="http://schemas.openxmlformats.org/officeDocument/2006/relationships/customXml" Target="../ink/ink1881.xml"/><Relationship Id="rId39" Type="http://schemas.openxmlformats.org/officeDocument/2006/relationships/image" Target="../media/image11111.png"/><Relationship Id="rId286" Type="http://schemas.openxmlformats.org/officeDocument/2006/relationships/image" Target="../media/image1223.png"/><Relationship Id="rId451" Type="http://schemas.openxmlformats.org/officeDocument/2006/relationships/customXml" Target="../ink/ink1746.xml"/><Relationship Id="rId493" Type="http://schemas.openxmlformats.org/officeDocument/2006/relationships/customXml" Target="../ink/ink1767.xml"/><Relationship Id="rId507" Type="http://schemas.openxmlformats.org/officeDocument/2006/relationships/customXml" Target="../ink/ink1774.xml"/><Relationship Id="rId549" Type="http://schemas.openxmlformats.org/officeDocument/2006/relationships/customXml" Target="../ink/ink1799.xml"/><Relationship Id="rId714" Type="http://schemas.openxmlformats.org/officeDocument/2006/relationships/customXml" Target="../ink/ink1898.xml"/><Relationship Id="rId756" Type="http://schemas.openxmlformats.org/officeDocument/2006/relationships/customXml" Target="../ink/ink1920.xml"/><Relationship Id="rId50" Type="http://schemas.openxmlformats.org/officeDocument/2006/relationships/customXml" Target="../ink/ink1537.xml"/><Relationship Id="rId104" Type="http://schemas.openxmlformats.org/officeDocument/2006/relationships/customXml" Target="../ink/ink1564.xml"/><Relationship Id="rId146" Type="http://schemas.openxmlformats.org/officeDocument/2006/relationships/customXml" Target="../ink/ink1585.xml"/><Relationship Id="rId188" Type="http://schemas.openxmlformats.org/officeDocument/2006/relationships/customXml" Target="../ink/ink1606.xml"/><Relationship Id="rId311" Type="http://schemas.openxmlformats.org/officeDocument/2006/relationships/customXml" Target="../ink/ink1670.xml"/><Relationship Id="rId353" Type="http://schemas.openxmlformats.org/officeDocument/2006/relationships/customXml" Target="../ink/ink1693.xml"/><Relationship Id="rId395" Type="http://schemas.openxmlformats.org/officeDocument/2006/relationships/customXml" Target="../ink/ink1715.xml"/><Relationship Id="rId409" Type="http://schemas.openxmlformats.org/officeDocument/2006/relationships/customXml" Target="../ink/ink1723.xml"/><Relationship Id="rId560" Type="http://schemas.openxmlformats.org/officeDocument/2006/relationships/image" Target="../media/image1338.png"/><Relationship Id="rId92" Type="http://schemas.openxmlformats.org/officeDocument/2006/relationships/customXml" Target="../ink/ink1558.xml"/><Relationship Id="rId213" Type="http://schemas.openxmlformats.org/officeDocument/2006/relationships/image" Target="../media/image1192.png"/><Relationship Id="rId420" Type="http://schemas.openxmlformats.org/officeDocument/2006/relationships/customXml" Target="../ink/ink1729.xml"/><Relationship Id="rId616" Type="http://schemas.openxmlformats.org/officeDocument/2006/relationships/customXml" Target="../ink/ink1833.xml"/><Relationship Id="rId658" Type="http://schemas.openxmlformats.org/officeDocument/2006/relationships/customXml" Target="../ink/ink1860.xml"/><Relationship Id="rId255" Type="http://schemas.openxmlformats.org/officeDocument/2006/relationships/customXml" Target="../ink/ink1640.xml"/><Relationship Id="rId297" Type="http://schemas.openxmlformats.org/officeDocument/2006/relationships/customXml" Target="../ink/ink1663.xml"/><Relationship Id="rId462" Type="http://schemas.openxmlformats.org/officeDocument/2006/relationships/image" Target="../media/image1295.png"/><Relationship Id="rId518" Type="http://schemas.openxmlformats.org/officeDocument/2006/relationships/image" Target="../media/image1320.png"/><Relationship Id="rId725" Type="http://schemas.openxmlformats.org/officeDocument/2006/relationships/image" Target="../media/image1391.png"/><Relationship Id="rId115" Type="http://schemas.openxmlformats.org/officeDocument/2006/relationships/image" Target="../media/image1147.png"/><Relationship Id="rId157" Type="http://schemas.openxmlformats.org/officeDocument/2006/relationships/image" Target="../media/image1167.png"/><Relationship Id="rId322" Type="http://schemas.openxmlformats.org/officeDocument/2006/relationships/customXml" Target="../ink/ink1676.xml"/><Relationship Id="rId364" Type="http://schemas.openxmlformats.org/officeDocument/2006/relationships/customXml" Target="../ink/ink1699.xml"/><Relationship Id="rId767" Type="http://schemas.openxmlformats.org/officeDocument/2006/relationships/image" Target="../media/image1410.png"/><Relationship Id="rId61" Type="http://schemas.openxmlformats.org/officeDocument/2006/relationships/image" Target="../media/image11211.png"/><Relationship Id="rId199" Type="http://schemas.openxmlformats.org/officeDocument/2006/relationships/image" Target="../media/image1185.png"/><Relationship Id="rId571" Type="http://schemas.openxmlformats.org/officeDocument/2006/relationships/customXml" Target="../ink/ink1810.xml"/><Relationship Id="rId627" Type="http://schemas.openxmlformats.org/officeDocument/2006/relationships/customXml" Target="../ink/ink1839.xml"/><Relationship Id="rId669" Type="http://schemas.openxmlformats.org/officeDocument/2006/relationships/customXml" Target="../ink/ink1867.xml"/><Relationship Id="rId19" Type="http://schemas.openxmlformats.org/officeDocument/2006/relationships/image" Target="../media/image11011.png"/><Relationship Id="rId224" Type="http://schemas.openxmlformats.org/officeDocument/2006/relationships/customXml" Target="../ink/ink1624.xml"/><Relationship Id="rId266" Type="http://schemas.openxmlformats.org/officeDocument/2006/relationships/customXml" Target="../ink/ink1646.xml"/><Relationship Id="rId431" Type="http://schemas.openxmlformats.org/officeDocument/2006/relationships/customXml" Target="../ink/ink1735.xml"/><Relationship Id="rId473" Type="http://schemas.openxmlformats.org/officeDocument/2006/relationships/customXml" Target="../ink/ink1757.xml"/><Relationship Id="rId529" Type="http://schemas.openxmlformats.org/officeDocument/2006/relationships/customXml" Target="../ink/ink1787.xml"/><Relationship Id="rId680" Type="http://schemas.openxmlformats.org/officeDocument/2006/relationships/customXml" Target="../ink/ink1873.xml"/><Relationship Id="rId736" Type="http://schemas.openxmlformats.org/officeDocument/2006/relationships/customXml" Target="../ink/ink1909.xml"/><Relationship Id="rId30" Type="http://schemas.openxmlformats.org/officeDocument/2006/relationships/customXml" Target="../ink/ink1527.xml"/><Relationship Id="rId126" Type="http://schemas.openxmlformats.org/officeDocument/2006/relationships/customXml" Target="../ink/ink1575.xml"/><Relationship Id="rId168" Type="http://schemas.openxmlformats.org/officeDocument/2006/relationships/customXml" Target="../ink/ink1596.xml"/><Relationship Id="rId333" Type="http://schemas.openxmlformats.org/officeDocument/2006/relationships/image" Target="../media/image1244.png"/><Relationship Id="rId540" Type="http://schemas.openxmlformats.org/officeDocument/2006/relationships/image" Target="../media/image1330.png"/><Relationship Id="rId778" Type="http://schemas.openxmlformats.org/officeDocument/2006/relationships/customXml" Target="../ink/ink1931.xml"/><Relationship Id="rId72" Type="http://schemas.openxmlformats.org/officeDocument/2006/relationships/customXml" Target="../ink/ink1548.xml"/><Relationship Id="rId375" Type="http://schemas.openxmlformats.org/officeDocument/2006/relationships/image" Target="../media/image920.png"/><Relationship Id="rId582" Type="http://schemas.openxmlformats.org/officeDocument/2006/relationships/image" Target="../media/image1349.png"/><Relationship Id="rId638" Type="http://schemas.openxmlformats.org/officeDocument/2006/relationships/customXml" Target="../ink/ink1847.xml"/><Relationship Id="rId3" Type="http://schemas.openxmlformats.org/officeDocument/2006/relationships/image" Target="../media/image10930.png"/><Relationship Id="rId235" Type="http://schemas.openxmlformats.org/officeDocument/2006/relationships/customXml" Target="../ink/ink1630.xml"/><Relationship Id="rId277" Type="http://schemas.openxmlformats.org/officeDocument/2006/relationships/image" Target="../media/image1219.png"/><Relationship Id="rId400" Type="http://schemas.openxmlformats.org/officeDocument/2006/relationships/customXml" Target="../ink/ink1718.xml"/><Relationship Id="rId442" Type="http://schemas.openxmlformats.org/officeDocument/2006/relationships/image" Target="../media/image1287.png"/><Relationship Id="rId484" Type="http://schemas.openxmlformats.org/officeDocument/2006/relationships/image" Target="../media/image1306.png"/><Relationship Id="rId705" Type="http://schemas.openxmlformats.org/officeDocument/2006/relationships/customXml" Target="../ink/ink1891.xml"/><Relationship Id="rId137" Type="http://schemas.openxmlformats.org/officeDocument/2006/relationships/image" Target="../media/image1157.png"/><Relationship Id="rId302" Type="http://schemas.openxmlformats.org/officeDocument/2006/relationships/image" Target="../media/image1231.png"/><Relationship Id="rId344" Type="http://schemas.openxmlformats.org/officeDocument/2006/relationships/customXml" Target="../ink/ink1688.xml"/><Relationship Id="rId691" Type="http://schemas.openxmlformats.org/officeDocument/2006/relationships/customXml" Target="../ink/ink1882.xml"/><Relationship Id="rId747" Type="http://schemas.openxmlformats.org/officeDocument/2006/relationships/image" Target="../media/image1402.png"/><Relationship Id="rId789" Type="http://schemas.openxmlformats.org/officeDocument/2006/relationships/customXml" Target="../ink/ink1939.xml"/><Relationship Id="rId41" Type="http://schemas.openxmlformats.org/officeDocument/2006/relationships/image" Target="../media/image11120.png"/><Relationship Id="rId83" Type="http://schemas.openxmlformats.org/officeDocument/2006/relationships/image" Target="../media/image11320.png"/><Relationship Id="rId179" Type="http://schemas.openxmlformats.org/officeDocument/2006/relationships/image" Target="../media/image1178.png"/><Relationship Id="rId386" Type="http://schemas.openxmlformats.org/officeDocument/2006/relationships/image" Target="../media/image1263.png"/><Relationship Id="rId551" Type="http://schemas.openxmlformats.org/officeDocument/2006/relationships/customXml" Target="../ink/ink1800.xml"/><Relationship Id="rId593" Type="http://schemas.openxmlformats.org/officeDocument/2006/relationships/customXml" Target="../ink/ink1821.xml"/><Relationship Id="rId607" Type="http://schemas.openxmlformats.org/officeDocument/2006/relationships/image" Target="../media/image1357.png"/><Relationship Id="rId649" Type="http://schemas.openxmlformats.org/officeDocument/2006/relationships/customXml" Target="../ink/ink1855.xml"/><Relationship Id="rId190" Type="http://schemas.openxmlformats.org/officeDocument/2006/relationships/customXml" Target="../ink/ink1607.xml"/><Relationship Id="rId204" Type="http://schemas.openxmlformats.org/officeDocument/2006/relationships/customXml" Target="../ink/ink1614.xml"/><Relationship Id="rId246" Type="http://schemas.openxmlformats.org/officeDocument/2006/relationships/image" Target="../media/image1206.png"/><Relationship Id="rId288" Type="http://schemas.openxmlformats.org/officeDocument/2006/relationships/image" Target="../media/image1224.png"/><Relationship Id="rId411" Type="http://schemas.openxmlformats.org/officeDocument/2006/relationships/customXml" Target="../ink/ink1724.xml"/><Relationship Id="rId453" Type="http://schemas.openxmlformats.org/officeDocument/2006/relationships/customXml" Target="../ink/ink1747.xml"/><Relationship Id="rId509" Type="http://schemas.openxmlformats.org/officeDocument/2006/relationships/customXml" Target="../ink/ink1775.xml"/><Relationship Id="rId660" Type="http://schemas.openxmlformats.org/officeDocument/2006/relationships/customXml" Target="../ink/ink1861.xml"/><Relationship Id="rId106" Type="http://schemas.openxmlformats.org/officeDocument/2006/relationships/customXml" Target="../ink/ink1565.xml"/><Relationship Id="rId313" Type="http://schemas.openxmlformats.org/officeDocument/2006/relationships/customXml" Target="../ink/ink1671.xml"/><Relationship Id="rId495" Type="http://schemas.openxmlformats.org/officeDocument/2006/relationships/customXml" Target="../ink/ink1768.xml"/><Relationship Id="rId716" Type="http://schemas.openxmlformats.org/officeDocument/2006/relationships/customXml" Target="../ink/ink1899.xml"/><Relationship Id="rId758" Type="http://schemas.openxmlformats.org/officeDocument/2006/relationships/customXml" Target="../ink/ink1921.xml"/><Relationship Id="rId10" Type="http://schemas.openxmlformats.org/officeDocument/2006/relationships/customXml" Target="../ink/ink1517.xml"/><Relationship Id="rId52" Type="http://schemas.openxmlformats.org/officeDocument/2006/relationships/customXml" Target="../ink/ink1538.xml"/><Relationship Id="rId94" Type="http://schemas.openxmlformats.org/officeDocument/2006/relationships/customXml" Target="../ink/ink1559.xml"/><Relationship Id="rId148" Type="http://schemas.openxmlformats.org/officeDocument/2006/relationships/customXml" Target="../ink/ink1586.xml"/><Relationship Id="rId355" Type="http://schemas.openxmlformats.org/officeDocument/2006/relationships/customXml" Target="../ink/ink1694.xml"/><Relationship Id="rId397" Type="http://schemas.openxmlformats.org/officeDocument/2006/relationships/customXml" Target="../ink/ink1716.xml"/><Relationship Id="rId520" Type="http://schemas.openxmlformats.org/officeDocument/2006/relationships/image" Target="../media/image1321.png"/><Relationship Id="rId562" Type="http://schemas.openxmlformats.org/officeDocument/2006/relationships/image" Target="../media/image1339.png"/><Relationship Id="rId618" Type="http://schemas.openxmlformats.org/officeDocument/2006/relationships/customXml" Target="../ink/ink1834.xml"/><Relationship Id="rId215" Type="http://schemas.openxmlformats.org/officeDocument/2006/relationships/image" Target="../media/image1193.png"/><Relationship Id="rId257" Type="http://schemas.openxmlformats.org/officeDocument/2006/relationships/customXml" Target="../ink/ink1641.xml"/><Relationship Id="rId422" Type="http://schemas.openxmlformats.org/officeDocument/2006/relationships/customXml" Target="../ink/ink1730.xml"/><Relationship Id="rId464" Type="http://schemas.openxmlformats.org/officeDocument/2006/relationships/image" Target="../media/image1296.png"/><Relationship Id="rId299" Type="http://schemas.openxmlformats.org/officeDocument/2006/relationships/customXml" Target="../ink/ink1664.xml"/><Relationship Id="rId727" Type="http://schemas.openxmlformats.org/officeDocument/2006/relationships/image" Target="../media/image1392.png"/><Relationship Id="rId63" Type="http://schemas.openxmlformats.org/officeDocument/2006/relationships/image" Target="../media/image11220.png"/><Relationship Id="rId159" Type="http://schemas.openxmlformats.org/officeDocument/2006/relationships/image" Target="../media/image1168.png"/><Relationship Id="rId366" Type="http://schemas.openxmlformats.org/officeDocument/2006/relationships/customXml" Target="../ink/ink1700.xml"/><Relationship Id="rId573" Type="http://schemas.openxmlformats.org/officeDocument/2006/relationships/customXml" Target="../ink/ink1811.xml"/><Relationship Id="rId780" Type="http://schemas.openxmlformats.org/officeDocument/2006/relationships/customXml" Target="../ink/ink1932.xml"/><Relationship Id="rId226" Type="http://schemas.openxmlformats.org/officeDocument/2006/relationships/customXml" Target="../ink/ink1625.xml"/><Relationship Id="rId433" Type="http://schemas.openxmlformats.org/officeDocument/2006/relationships/customXml" Target="../ink/ink1736.xml"/><Relationship Id="rId640" Type="http://schemas.openxmlformats.org/officeDocument/2006/relationships/customXml" Target="../ink/ink1849.xml"/><Relationship Id="rId738" Type="http://schemas.openxmlformats.org/officeDocument/2006/relationships/customXml" Target="../ink/ink1910.xml"/><Relationship Id="rId74" Type="http://schemas.openxmlformats.org/officeDocument/2006/relationships/customXml" Target="../ink/ink1549.xml"/><Relationship Id="rId377" Type="http://schemas.openxmlformats.org/officeDocument/2006/relationships/customXml" Target="../ink/ink1706.xml"/><Relationship Id="rId500" Type="http://schemas.openxmlformats.org/officeDocument/2006/relationships/image" Target="../media/image1314.png"/><Relationship Id="rId584" Type="http://schemas.openxmlformats.org/officeDocument/2006/relationships/image" Target="../media/image31.png"/><Relationship Id="rId5" Type="http://schemas.openxmlformats.org/officeDocument/2006/relationships/image" Target="../media/image10940.png"/><Relationship Id="rId237" Type="http://schemas.openxmlformats.org/officeDocument/2006/relationships/customXml" Target="../ink/ink1631.xml"/><Relationship Id="rId791" Type="http://schemas.openxmlformats.org/officeDocument/2006/relationships/customXml" Target="../ink/ink1940.xml"/><Relationship Id="rId444" Type="http://schemas.openxmlformats.org/officeDocument/2006/relationships/image" Target="../media/image1288.png"/><Relationship Id="rId651" Type="http://schemas.openxmlformats.org/officeDocument/2006/relationships/customXml" Target="../ink/ink1856.xml"/><Relationship Id="rId749" Type="http://schemas.openxmlformats.org/officeDocument/2006/relationships/image" Target="../media/image1403.png"/><Relationship Id="rId290" Type="http://schemas.openxmlformats.org/officeDocument/2006/relationships/image" Target="../media/image1225.png"/><Relationship Id="rId304" Type="http://schemas.openxmlformats.org/officeDocument/2006/relationships/image" Target="../media/image1232.png"/><Relationship Id="rId388" Type="http://schemas.openxmlformats.org/officeDocument/2006/relationships/image" Target="../media/image1264.png"/><Relationship Id="rId511" Type="http://schemas.openxmlformats.org/officeDocument/2006/relationships/image" Target="../media/image1318.png"/><Relationship Id="rId609" Type="http://schemas.openxmlformats.org/officeDocument/2006/relationships/image" Target="../media/image1358.png"/><Relationship Id="rId85" Type="http://schemas.openxmlformats.org/officeDocument/2006/relationships/image" Target="../media/image11330.png"/><Relationship Id="rId150" Type="http://schemas.openxmlformats.org/officeDocument/2006/relationships/customXml" Target="../ink/ink1587.xml"/><Relationship Id="rId595" Type="http://schemas.openxmlformats.org/officeDocument/2006/relationships/customXml" Target="../ink/ink1822.xml"/><Relationship Id="rId248" Type="http://schemas.openxmlformats.org/officeDocument/2006/relationships/image" Target="../media/image1207.png"/><Relationship Id="rId455" Type="http://schemas.openxmlformats.org/officeDocument/2006/relationships/customXml" Target="../ink/ink1748.xml"/><Relationship Id="rId662" Type="http://schemas.openxmlformats.org/officeDocument/2006/relationships/customXml" Target="../ink/ink1862.xml"/><Relationship Id="rId12" Type="http://schemas.openxmlformats.org/officeDocument/2006/relationships/customXml" Target="../ink/ink1518.xml"/><Relationship Id="rId108" Type="http://schemas.openxmlformats.org/officeDocument/2006/relationships/customXml" Target="../ink/ink1566.xml"/><Relationship Id="rId315" Type="http://schemas.openxmlformats.org/officeDocument/2006/relationships/image" Target="../media/image1235.png"/><Relationship Id="rId522" Type="http://schemas.openxmlformats.org/officeDocument/2006/relationships/image" Target="../media/image1322.png"/><Relationship Id="rId96" Type="http://schemas.openxmlformats.org/officeDocument/2006/relationships/customXml" Target="../ink/ink1560.xml"/><Relationship Id="rId161" Type="http://schemas.openxmlformats.org/officeDocument/2006/relationships/image" Target="../media/image1169.png"/><Relationship Id="rId399" Type="http://schemas.openxmlformats.org/officeDocument/2006/relationships/customXml" Target="../ink/ink1717.xml"/><Relationship Id="rId259" Type="http://schemas.openxmlformats.org/officeDocument/2006/relationships/customXml" Target="../ink/ink1642.xml"/><Relationship Id="rId466" Type="http://schemas.openxmlformats.org/officeDocument/2006/relationships/image" Target="../media/image1297.png"/><Relationship Id="rId673" Type="http://schemas.openxmlformats.org/officeDocument/2006/relationships/image" Target="../media/image30.png"/><Relationship Id="rId23" Type="http://schemas.openxmlformats.org/officeDocument/2006/relationships/image" Target="../media/image11030.png"/><Relationship Id="rId119" Type="http://schemas.openxmlformats.org/officeDocument/2006/relationships/image" Target="../media/image1148.png"/><Relationship Id="rId326" Type="http://schemas.openxmlformats.org/officeDocument/2006/relationships/customXml" Target="../ink/ink1678.xml"/><Relationship Id="rId533" Type="http://schemas.openxmlformats.org/officeDocument/2006/relationships/customXml" Target="../ink/ink1789.xml"/><Relationship Id="rId740" Type="http://schemas.openxmlformats.org/officeDocument/2006/relationships/customXml" Target="../ink/ink1911.xml"/><Relationship Id="rId172" Type="http://schemas.openxmlformats.org/officeDocument/2006/relationships/customXml" Target="../ink/ink1598.xml"/><Relationship Id="rId477" Type="http://schemas.openxmlformats.org/officeDocument/2006/relationships/customXml" Target="../ink/ink1759.xml"/><Relationship Id="rId600" Type="http://schemas.openxmlformats.org/officeDocument/2006/relationships/customXml" Target="../ink/ink1825.xml"/><Relationship Id="rId684" Type="http://schemas.openxmlformats.org/officeDocument/2006/relationships/customXml" Target="../ink/ink1876.xml"/><Relationship Id="rId337" Type="http://schemas.openxmlformats.org/officeDocument/2006/relationships/image" Target="../media/image13010.png"/><Relationship Id="rId34" Type="http://schemas.openxmlformats.org/officeDocument/2006/relationships/customXml" Target="../ink/ink1529.xml"/><Relationship Id="rId544" Type="http://schemas.openxmlformats.org/officeDocument/2006/relationships/image" Target="../media/image26.png"/><Relationship Id="rId751" Type="http://schemas.openxmlformats.org/officeDocument/2006/relationships/customXml" Target="../ink/ink1917.xml"/><Relationship Id="rId183" Type="http://schemas.openxmlformats.org/officeDocument/2006/relationships/image" Target="../media/image12.png"/><Relationship Id="rId390" Type="http://schemas.openxmlformats.org/officeDocument/2006/relationships/image" Target="../media/image1265.png"/><Relationship Id="rId404" Type="http://schemas.openxmlformats.org/officeDocument/2006/relationships/image" Target="../media/image1271.png"/><Relationship Id="rId611" Type="http://schemas.openxmlformats.org/officeDocument/2006/relationships/image" Target="../media/image1359.png"/><Relationship Id="rId250" Type="http://schemas.openxmlformats.org/officeDocument/2006/relationships/image" Target="../media/image1208.png"/><Relationship Id="rId488" Type="http://schemas.openxmlformats.org/officeDocument/2006/relationships/image" Target="../media/image1308.png"/><Relationship Id="rId695" Type="http://schemas.openxmlformats.org/officeDocument/2006/relationships/customXml" Target="../ink/ink1885.xml"/><Relationship Id="rId709" Type="http://schemas.openxmlformats.org/officeDocument/2006/relationships/customXml" Target="../ink/ink1894.xml"/><Relationship Id="rId45" Type="http://schemas.openxmlformats.org/officeDocument/2006/relationships/image" Target="../media/image11130.png"/><Relationship Id="rId110" Type="http://schemas.openxmlformats.org/officeDocument/2006/relationships/customXml" Target="../ink/ink1567.xml"/><Relationship Id="rId348" Type="http://schemas.openxmlformats.org/officeDocument/2006/relationships/image" Target="../media/image1249.png"/><Relationship Id="rId555" Type="http://schemas.openxmlformats.org/officeDocument/2006/relationships/customXml" Target="../ink/ink1802.xml"/><Relationship Id="rId762" Type="http://schemas.openxmlformats.org/officeDocument/2006/relationships/customXml" Target="../ink/ink1923.xml"/><Relationship Id="rId194" Type="http://schemas.openxmlformats.org/officeDocument/2006/relationships/customXml" Target="../ink/ink1609.xml"/><Relationship Id="rId208" Type="http://schemas.openxmlformats.org/officeDocument/2006/relationships/customXml" Target="../ink/ink1616.xml"/><Relationship Id="rId415" Type="http://schemas.openxmlformats.org/officeDocument/2006/relationships/customXml" Target="../ink/ink1726.xml"/><Relationship Id="rId622" Type="http://schemas.openxmlformats.org/officeDocument/2006/relationships/customXml" Target="../ink/ink1836.xml"/><Relationship Id="rId261" Type="http://schemas.openxmlformats.org/officeDocument/2006/relationships/customXml" Target="../ink/ink1643.xml"/><Relationship Id="rId499" Type="http://schemas.openxmlformats.org/officeDocument/2006/relationships/customXml" Target="../ink/ink1770.xml"/><Relationship Id="rId56" Type="http://schemas.openxmlformats.org/officeDocument/2006/relationships/customXml" Target="../ink/ink1540.xml"/><Relationship Id="rId359" Type="http://schemas.openxmlformats.org/officeDocument/2006/relationships/customXml" Target="../ink/ink1696.xml"/><Relationship Id="rId566" Type="http://schemas.openxmlformats.org/officeDocument/2006/relationships/image" Target="../media/image1341.png"/><Relationship Id="rId773" Type="http://schemas.openxmlformats.org/officeDocument/2006/relationships/image" Target="../media/image1413.png"/><Relationship Id="rId121" Type="http://schemas.openxmlformats.org/officeDocument/2006/relationships/image" Target="../media/image1149.png"/><Relationship Id="rId219" Type="http://schemas.openxmlformats.org/officeDocument/2006/relationships/image" Target="../media/image1194.png"/><Relationship Id="rId426" Type="http://schemas.openxmlformats.org/officeDocument/2006/relationships/image" Target="../media/image1281.png"/><Relationship Id="rId633" Type="http://schemas.openxmlformats.org/officeDocument/2006/relationships/image" Target="../media/image764.png"/><Relationship Id="rId67" Type="http://schemas.openxmlformats.org/officeDocument/2006/relationships/image" Target="../media/image11240.png"/><Relationship Id="rId272" Type="http://schemas.openxmlformats.org/officeDocument/2006/relationships/customXml" Target="../ink/ink1650.xml"/><Relationship Id="rId577" Type="http://schemas.openxmlformats.org/officeDocument/2006/relationships/customXml" Target="../ink/ink1813.xml"/><Relationship Id="rId700" Type="http://schemas.openxmlformats.org/officeDocument/2006/relationships/image" Target="../media/image1383.png"/><Relationship Id="rId132" Type="http://schemas.openxmlformats.org/officeDocument/2006/relationships/customXml" Target="../ink/ink1578.xml"/><Relationship Id="rId784" Type="http://schemas.openxmlformats.org/officeDocument/2006/relationships/customXml" Target="../ink/ink1935.xml"/><Relationship Id="rId437" Type="http://schemas.openxmlformats.org/officeDocument/2006/relationships/customXml" Target="../ink/ink1738.xml"/><Relationship Id="rId644" Type="http://schemas.openxmlformats.org/officeDocument/2006/relationships/customXml" Target="../ink/ink1852.xml"/><Relationship Id="rId283" Type="http://schemas.openxmlformats.org/officeDocument/2006/relationships/image" Target="../media/image1222.png"/><Relationship Id="rId490" Type="http://schemas.openxmlformats.org/officeDocument/2006/relationships/image" Target="../media/image1309.png"/><Relationship Id="rId504" Type="http://schemas.openxmlformats.org/officeDocument/2006/relationships/image" Target="../media/image1316.png"/><Relationship Id="rId711" Type="http://schemas.openxmlformats.org/officeDocument/2006/relationships/customXml" Target="../ink/ink1896.xml"/><Relationship Id="rId78" Type="http://schemas.openxmlformats.org/officeDocument/2006/relationships/customXml" Target="../ink/ink1551.xml"/><Relationship Id="rId143" Type="http://schemas.openxmlformats.org/officeDocument/2006/relationships/image" Target="../media/image1160.png"/><Relationship Id="rId350" Type="http://schemas.openxmlformats.org/officeDocument/2006/relationships/image" Target="../media/image1250.png"/><Relationship Id="rId588" Type="http://schemas.openxmlformats.org/officeDocument/2006/relationships/image" Target="../media/image1351.png"/><Relationship Id="rId795" Type="http://schemas.openxmlformats.org/officeDocument/2006/relationships/image" Target="../media/image1421.png"/><Relationship Id="rId9" Type="http://schemas.openxmlformats.org/officeDocument/2006/relationships/image" Target="../media/image10960.png"/><Relationship Id="rId210" Type="http://schemas.openxmlformats.org/officeDocument/2006/relationships/customXml" Target="../ink/ink1617.xml"/><Relationship Id="rId448" Type="http://schemas.openxmlformats.org/officeDocument/2006/relationships/customXml" Target="../ink/ink1744.xml"/><Relationship Id="rId655" Type="http://schemas.openxmlformats.org/officeDocument/2006/relationships/image" Target="../media/image1371.png"/><Relationship Id="rId294" Type="http://schemas.openxmlformats.org/officeDocument/2006/relationships/image" Target="../media/image1227.png"/><Relationship Id="rId308" Type="http://schemas.openxmlformats.org/officeDocument/2006/relationships/image" Target="../media/image1234.png"/><Relationship Id="rId515" Type="http://schemas.openxmlformats.org/officeDocument/2006/relationships/customXml" Target="../ink/ink1780.xml"/><Relationship Id="rId722" Type="http://schemas.openxmlformats.org/officeDocument/2006/relationships/customXml" Target="../ink/ink1902.xml"/><Relationship Id="rId89" Type="http://schemas.openxmlformats.org/officeDocument/2006/relationships/image" Target="../media/image11350.png"/><Relationship Id="rId154" Type="http://schemas.openxmlformats.org/officeDocument/2006/relationships/customXml" Target="../ink/ink1589.xml"/><Relationship Id="rId361" Type="http://schemas.openxmlformats.org/officeDocument/2006/relationships/customXml" Target="../ink/ink1697.xml"/><Relationship Id="rId599" Type="http://schemas.openxmlformats.org/officeDocument/2006/relationships/image" Target="../media/image1353.png"/><Relationship Id="rId459" Type="http://schemas.openxmlformats.org/officeDocument/2006/relationships/customXml" Target="../ink/ink1750.xml"/><Relationship Id="rId666" Type="http://schemas.openxmlformats.org/officeDocument/2006/relationships/customXml" Target="../ink/ink1865.xml"/><Relationship Id="rId16" Type="http://schemas.openxmlformats.org/officeDocument/2006/relationships/customXml" Target="../ink/ink1520.xml"/><Relationship Id="rId221" Type="http://schemas.openxmlformats.org/officeDocument/2006/relationships/image" Target="../media/image1195.png"/><Relationship Id="rId319" Type="http://schemas.openxmlformats.org/officeDocument/2006/relationships/image" Target="../media/image1237.png"/><Relationship Id="rId526" Type="http://schemas.openxmlformats.org/officeDocument/2006/relationships/image" Target="../media/image1324.png"/><Relationship Id="rId733" Type="http://schemas.openxmlformats.org/officeDocument/2006/relationships/image" Target="../media/image1395.png"/><Relationship Id="rId165" Type="http://schemas.openxmlformats.org/officeDocument/2006/relationships/image" Target="../media/image1171.png"/><Relationship Id="rId372" Type="http://schemas.openxmlformats.org/officeDocument/2006/relationships/customXml" Target="../ink/ink1703.xml"/><Relationship Id="rId677" Type="http://schemas.openxmlformats.org/officeDocument/2006/relationships/image" Target="../media/image1378.png"/><Relationship Id="rId232" Type="http://schemas.openxmlformats.org/officeDocument/2006/relationships/image" Target="../media/image1199.png"/><Relationship Id="rId27" Type="http://schemas.openxmlformats.org/officeDocument/2006/relationships/image" Target="../media/image11050.png"/><Relationship Id="rId537" Type="http://schemas.openxmlformats.org/officeDocument/2006/relationships/image" Target="../media/image1329.png"/><Relationship Id="rId744" Type="http://schemas.openxmlformats.org/officeDocument/2006/relationships/customXml" Target="../ink/ink1913.xml"/><Relationship Id="rId80" Type="http://schemas.openxmlformats.org/officeDocument/2006/relationships/customXml" Target="../ink/ink1552.xml"/><Relationship Id="rId176" Type="http://schemas.openxmlformats.org/officeDocument/2006/relationships/customXml" Target="../ink/ink1600.xml"/><Relationship Id="rId383" Type="http://schemas.openxmlformats.org/officeDocument/2006/relationships/customXml" Target="../ink/ink1709.xml"/><Relationship Id="rId590" Type="http://schemas.openxmlformats.org/officeDocument/2006/relationships/image" Target="../media/image287.png"/><Relationship Id="rId604" Type="http://schemas.openxmlformats.org/officeDocument/2006/relationships/customXml" Target="../ink/ink1827.xml"/><Relationship Id="rId243" Type="http://schemas.openxmlformats.org/officeDocument/2006/relationships/customXml" Target="../ink/ink1634.xml"/><Relationship Id="rId450" Type="http://schemas.openxmlformats.org/officeDocument/2006/relationships/image" Target="../media/image1289.png"/><Relationship Id="rId688" Type="http://schemas.openxmlformats.org/officeDocument/2006/relationships/customXml" Target="../ink/ink1880.xml"/><Relationship Id="rId38" Type="http://schemas.openxmlformats.org/officeDocument/2006/relationships/customXml" Target="../ink/ink1531.xml"/><Relationship Id="rId103" Type="http://schemas.openxmlformats.org/officeDocument/2006/relationships/image" Target="../media/image1142.png"/><Relationship Id="rId310" Type="http://schemas.openxmlformats.org/officeDocument/2006/relationships/image" Target="../media/image4.png"/><Relationship Id="rId548" Type="http://schemas.openxmlformats.org/officeDocument/2006/relationships/image" Target="../media/image1332.png"/><Relationship Id="rId755" Type="http://schemas.openxmlformats.org/officeDocument/2006/relationships/image" Target="../media/image1404.png"/><Relationship Id="rId91" Type="http://schemas.openxmlformats.org/officeDocument/2006/relationships/image" Target="../media/image11360.png"/><Relationship Id="rId187" Type="http://schemas.openxmlformats.org/officeDocument/2006/relationships/image" Target="../media/image1180.png"/><Relationship Id="rId394" Type="http://schemas.openxmlformats.org/officeDocument/2006/relationships/image" Target="../media/image1267.png"/><Relationship Id="rId408" Type="http://schemas.openxmlformats.org/officeDocument/2006/relationships/image" Target="../media/image1273.png"/><Relationship Id="rId615" Type="http://schemas.openxmlformats.org/officeDocument/2006/relationships/image" Target="../media/image1361.png"/><Relationship Id="rId254" Type="http://schemas.openxmlformats.org/officeDocument/2006/relationships/image" Target="../media/image1210.png"/><Relationship Id="rId699" Type="http://schemas.openxmlformats.org/officeDocument/2006/relationships/customXml" Target="../ink/ink1888.xml"/><Relationship Id="rId49" Type="http://schemas.openxmlformats.org/officeDocument/2006/relationships/image" Target="../media/image11150.png"/><Relationship Id="rId114" Type="http://schemas.openxmlformats.org/officeDocument/2006/relationships/customXml" Target="../ink/ink1569.xml"/><Relationship Id="rId461" Type="http://schemas.openxmlformats.org/officeDocument/2006/relationships/customXml" Target="../ink/ink1751.xml"/><Relationship Id="rId559" Type="http://schemas.openxmlformats.org/officeDocument/2006/relationships/customXml" Target="../ink/ink1804.xml"/><Relationship Id="rId766" Type="http://schemas.openxmlformats.org/officeDocument/2006/relationships/customXml" Target="../ink/ink1925.xml"/><Relationship Id="rId198" Type="http://schemas.openxmlformats.org/officeDocument/2006/relationships/customXml" Target="../ink/ink1611.xml"/><Relationship Id="rId321" Type="http://schemas.openxmlformats.org/officeDocument/2006/relationships/image" Target="../media/image1238.png"/><Relationship Id="rId419" Type="http://schemas.openxmlformats.org/officeDocument/2006/relationships/customXml" Target="../ink/ink1728.xml"/><Relationship Id="rId626" Type="http://schemas.openxmlformats.org/officeDocument/2006/relationships/image" Target="../media/image27.png"/><Relationship Id="rId265" Type="http://schemas.openxmlformats.org/officeDocument/2006/relationships/image" Target="../media/image1214.png"/><Relationship Id="rId472" Type="http://schemas.openxmlformats.org/officeDocument/2006/relationships/image" Target="../media/image1300.png"/><Relationship Id="rId125" Type="http://schemas.openxmlformats.org/officeDocument/2006/relationships/image" Target="../media/image1151.png"/><Relationship Id="rId332" Type="http://schemas.openxmlformats.org/officeDocument/2006/relationships/customXml" Target="../ink/ink1681.xml"/><Relationship Id="rId777" Type="http://schemas.openxmlformats.org/officeDocument/2006/relationships/image" Target="../media/image1415.png"/><Relationship Id="rId637" Type="http://schemas.openxmlformats.org/officeDocument/2006/relationships/customXml" Target="../ink/ink1846.xml"/><Relationship Id="rId276" Type="http://schemas.openxmlformats.org/officeDocument/2006/relationships/customXml" Target="../ink/ink1652.xml"/><Relationship Id="rId483" Type="http://schemas.openxmlformats.org/officeDocument/2006/relationships/customXml" Target="../ink/ink1762.xml"/><Relationship Id="rId690" Type="http://schemas.openxmlformats.org/officeDocument/2006/relationships/image" Target="../media/image1380.png"/><Relationship Id="rId704" Type="http://schemas.openxmlformats.org/officeDocument/2006/relationships/image" Target="../media/image1384.png"/><Relationship Id="rId40" Type="http://schemas.openxmlformats.org/officeDocument/2006/relationships/customXml" Target="../ink/ink1532.xml"/><Relationship Id="rId136" Type="http://schemas.openxmlformats.org/officeDocument/2006/relationships/customXml" Target="../ink/ink1580.xml"/><Relationship Id="rId343" Type="http://schemas.openxmlformats.org/officeDocument/2006/relationships/image" Target="../media/image1247.png"/><Relationship Id="rId550" Type="http://schemas.openxmlformats.org/officeDocument/2006/relationships/image" Target="../media/image1333.png"/><Relationship Id="rId788" Type="http://schemas.openxmlformats.org/officeDocument/2006/relationships/customXml" Target="../ink/ink1938.xml"/><Relationship Id="rId203" Type="http://schemas.openxmlformats.org/officeDocument/2006/relationships/image" Target="../media/image1187.png"/><Relationship Id="rId648" Type="http://schemas.openxmlformats.org/officeDocument/2006/relationships/customXml" Target="../ink/ink1854.xml"/><Relationship Id="rId287" Type="http://schemas.openxmlformats.org/officeDocument/2006/relationships/customXml" Target="../ink/ink1658.xml"/><Relationship Id="rId410" Type="http://schemas.openxmlformats.org/officeDocument/2006/relationships/image" Target="../media/image1274.png"/><Relationship Id="rId494" Type="http://schemas.openxmlformats.org/officeDocument/2006/relationships/image" Target="../media/image1311.png"/><Relationship Id="rId508" Type="http://schemas.openxmlformats.org/officeDocument/2006/relationships/image" Target="../media/image3.png"/><Relationship Id="rId715" Type="http://schemas.openxmlformats.org/officeDocument/2006/relationships/image" Target="../media/image1386.png"/><Relationship Id="rId147" Type="http://schemas.openxmlformats.org/officeDocument/2006/relationships/image" Target="../media/image1162.png"/><Relationship Id="rId354" Type="http://schemas.openxmlformats.org/officeDocument/2006/relationships/image" Target="../media/image1252.png"/><Relationship Id="rId51" Type="http://schemas.openxmlformats.org/officeDocument/2006/relationships/image" Target="../media/image11160.png"/><Relationship Id="rId561" Type="http://schemas.openxmlformats.org/officeDocument/2006/relationships/customXml" Target="../ink/ink1805.xml"/><Relationship Id="rId659" Type="http://schemas.openxmlformats.org/officeDocument/2006/relationships/image" Target="../media/image1373.png"/><Relationship Id="rId214" Type="http://schemas.openxmlformats.org/officeDocument/2006/relationships/customXml" Target="../ink/ink1619.xml"/><Relationship Id="rId298" Type="http://schemas.openxmlformats.org/officeDocument/2006/relationships/image" Target="../media/image1229.png"/><Relationship Id="rId421" Type="http://schemas.openxmlformats.org/officeDocument/2006/relationships/image" Target="../media/image1279.png"/><Relationship Id="rId519" Type="http://schemas.openxmlformats.org/officeDocument/2006/relationships/customXml" Target="../ink/ink1782.xml"/><Relationship Id="rId158" Type="http://schemas.openxmlformats.org/officeDocument/2006/relationships/customXml" Target="../ink/ink1591.xml"/><Relationship Id="rId726" Type="http://schemas.openxmlformats.org/officeDocument/2006/relationships/customXml" Target="../ink/ink1904.xml"/><Relationship Id="rId62" Type="http://schemas.openxmlformats.org/officeDocument/2006/relationships/customXml" Target="../ink/ink1543.xml"/><Relationship Id="rId365" Type="http://schemas.openxmlformats.org/officeDocument/2006/relationships/image" Target="../media/image67.png"/><Relationship Id="rId572" Type="http://schemas.openxmlformats.org/officeDocument/2006/relationships/image" Target="../media/image1344.png"/><Relationship Id="rId225" Type="http://schemas.openxmlformats.org/officeDocument/2006/relationships/image" Target="../media/image1197.png"/><Relationship Id="rId432" Type="http://schemas.openxmlformats.org/officeDocument/2006/relationships/image" Target="../media/image1284.png"/><Relationship Id="rId737" Type="http://schemas.openxmlformats.org/officeDocument/2006/relationships/image" Target="../media/image1397.png"/><Relationship Id="rId73" Type="http://schemas.openxmlformats.org/officeDocument/2006/relationships/image" Target="../media/image11270.png"/><Relationship Id="rId169" Type="http://schemas.openxmlformats.org/officeDocument/2006/relationships/image" Target="../media/image1173.png"/><Relationship Id="rId376" Type="http://schemas.openxmlformats.org/officeDocument/2006/relationships/customXml" Target="../ink/ink1705.xml"/><Relationship Id="rId583" Type="http://schemas.openxmlformats.org/officeDocument/2006/relationships/customXml" Target="../ink/ink1816.xml"/><Relationship Id="rId790" Type="http://schemas.openxmlformats.org/officeDocument/2006/relationships/image" Target="../media/image1419.png"/><Relationship Id="rId4" Type="http://schemas.openxmlformats.org/officeDocument/2006/relationships/customXml" Target="../ink/ink1514.xml"/><Relationship Id="rId236" Type="http://schemas.openxmlformats.org/officeDocument/2006/relationships/image" Target="../media/image1201.png"/><Relationship Id="rId443" Type="http://schemas.openxmlformats.org/officeDocument/2006/relationships/customXml" Target="../ink/ink1741.xml"/><Relationship Id="rId650" Type="http://schemas.openxmlformats.org/officeDocument/2006/relationships/image" Target="../media/image1369.png"/><Relationship Id="rId303" Type="http://schemas.openxmlformats.org/officeDocument/2006/relationships/customXml" Target="../ink/ink1666.xml"/><Relationship Id="rId748" Type="http://schemas.openxmlformats.org/officeDocument/2006/relationships/customXml" Target="../ink/ink1915.xml"/><Relationship Id="rId84" Type="http://schemas.openxmlformats.org/officeDocument/2006/relationships/customXml" Target="../ink/ink1554.xml"/><Relationship Id="rId387" Type="http://schemas.openxmlformats.org/officeDocument/2006/relationships/customXml" Target="../ink/ink1711.xml"/><Relationship Id="rId510" Type="http://schemas.openxmlformats.org/officeDocument/2006/relationships/customXml" Target="../ink/ink1776.xml"/><Relationship Id="rId594" Type="http://schemas.openxmlformats.org/officeDocument/2006/relationships/image" Target="../media/image962.png"/><Relationship Id="rId608" Type="http://schemas.openxmlformats.org/officeDocument/2006/relationships/customXml" Target="../ink/ink1829.xml"/><Relationship Id="rId247" Type="http://schemas.openxmlformats.org/officeDocument/2006/relationships/customXml" Target="../ink/ink1636.xml"/><Relationship Id="rId107" Type="http://schemas.openxmlformats.org/officeDocument/2006/relationships/image" Target="../media/image1144.png"/><Relationship Id="rId454" Type="http://schemas.openxmlformats.org/officeDocument/2006/relationships/image" Target="../media/image1291.png"/><Relationship Id="rId661" Type="http://schemas.openxmlformats.org/officeDocument/2006/relationships/image" Target="../media/image1374.png"/><Relationship Id="rId759" Type="http://schemas.openxmlformats.org/officeDocument/2006/relationships/image" Target="../media/image1406.png"/><Relationship Id="rId11" Type="http://schemas.openxmlformats.org/officeDocument/2006/relationships/image" Target="../media/image10970.png"/><Relationship Id="rId314" Type="http://schemas.openxmlformats.org/officeDocument/2006/relationships/customXml" Target="../ink/ink1672.xml"/><Relationship Id="rId398" Type="http://schemas.openxmlformats.org/officeDocument/2006/relationships/image" Target="../media/image1269.png"/><Relationship Id="rId521" Type="http://schemas.openxmlformats.org/officeDocument/2006/relationships/customXml" Target="../ink/ink1783.xml"/><Relationship Id="rId619" Type="http://schemas.openxmlformats.org/officeDocument/2006/relationships/image" Target="../media/image1363.png"/><Relationship Id="rId95" Type="http://schemas.openxmlformats.org/officeDocument/2006/relationships/image" Target="../media/image11380.png"/><Relationship Id="rId160" Type="http://schemas.openxmlformats.org/officeDocument/2006/relationships/customXml" Target="../ink/ink1592.xml"/><Relationship Id="rId258" Type="http://schemas.openxmlformats.org/officeDocument/2006/relationships/image" Target="../media/image1212.png"/><Relationship Id="rId465" Type="http://schemas.openxmlformats.org/officeDocument/2006/relationships/customXml" Target="../ink/ink1753.xml"/><Relationship Id="rId672" Type="http://schemas.openxmlformats.org/officeDocument/2006/relationships/customXml" Target="../ink/ink1869.xml"/><Relationship Id="rId22" Type="http://schemas.openxmlformats.org/officeDocument/2006/relationships/customXml" Target="../ink/ink1523.xml"/><Relationship Id="rId118" Type="http://schemas.openxmlformats.org/officeDocument/2006/relationships/customXml" Target="../ink/ink1571.xml"/><Relationship Id="rId325" Type="http://schemas.openxmlformats.org/officeDocument/2006/relationships/image" Target="../media/image1240.png"/><Relationship Id="rId532" Type="http://schemas.openxmlformats.org/officeDocument/2006/relationships/image" Target="../media/image1327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870.png"/><Relationship Id="rId299" Type="http://schemas.openxmlformats.org/officeDocument/2006/relationships/image" Target="../media/image1469.png"/><Relationship Id="rId21" Type="http://schemas.openxmlformats.org/officeDocument/2006/relationships/image" Target="../media/image13400.png"/><Relationship Id="rId63" Type="http://schemas.openxmlformats.org/officeDocument/2006/relationships/image" Target="../media/image13210.png"/><Relationship Id="rId159" Type="http://schemas.openxmlformats.org/officeDocument/2006/relationships/image" Target="../media/image14080.png"/><Relationship Id="rId324" Type="http://schemas.openxmlformats.org/officeDocument/2006/relationships/customXml" Target="../ink/ink2106.xml"/><Relationship Id="rId366" Type="http://schemas.openxmlformats.org/officeDocument/2006/relationships/image" Target="../media/image1495.png"/><Relationship Id="rId170" Type="http://schemas.openxmlformats.org/officeDocument/2006/relationships/customXml" Target="../ink/ink2026.xml"/><Relationship Id="rId226" Type="http://schemas.openxmlformats.org/officeDocument/2006/relationships/customXml" Target="../ink/ink2054.xml"/><Relationship Id="rId268" Type="http://schemas.openxmlformats.org/officeDocument/2006/relationships/image" Target="../media/image1.png"/><Relationship Id="rId32" Type="http://schemas.openxmlformats.org/officeDocument/2006/relationships/customXml" Target="../ink/ink1959.xml"/><Relationship Id="rId74" Type="http://schemas.openxmlformats.org/officeDocument/2006/relationships/customXml" Target="../ink/ink1978.xml"/><Relationship Id="rId128" Type="http://schemas.openxmlformats.org/officeDocument/2006/relationships/customXml" Target="../ink/ink2005.xml"/><Relationship Id="rId335" Type="http://schemas.openxmlformats.org/officeDocument/2006/relationships/customXml" Target="../ink/ink2112.xml"/><Relationship Id="rId377" Type="http://schemas.openxmlformats.org/officeDocument/2006/relationships/customXml" Target="../ink/ink2133.xml"/><Relationship Id="rId5" Type="http://schemas.openxmlformats.org/officeDocument/2006/relationships/image" Target="../media/image13320.png"/><Relationship Id="rId181" Type="http://schemas.openxmlformats.org/officeDocument/2006/relationships/image" Target="../media/image14190.png"/><Relationship Id="rId237" Type="http://schemas.openxmlformats.org/officeDocument/2006/relationships/image" Target="../media/image1446.png"/><Relationship Id="rId279" Type="http://schemas.openxmlformats.org/officeDocument/2006/relationships/image" Target="../media/image1459.png"/><Relationship Id="rId43" Type="http://schemas.openxmlformats.org/officeDocument/2006/relationships/image" Target="../media/image13511.png"/><Relationship Id="rId139" Type="http://schemas.openxmlformats.org/officeDocument/2006/relationships/image" Target="../media/image13980.png"/><Relationship Id="rId290" Type="http://schemas.openxmlformats.org/officeDocument/2006/relationships/customXml" Target="../ink/ink2089.xml"/><Relationship Id="rId304" Type="http://schemas.openxmlformats.org/officeDocument/2006/relationships/customXml" Target="../ink/ink2096.xml"/><Relationship Id="rId346" Type="http://schemas.openxmlformats.org/officeDocument/2006/relationships/image" Target="../media/image1485.png"/><Relationship Id="rId388" Type="http://schemas.openxmlformats.org/officeDocument/2006/relationships/customXml" Target="../ink/ink2139.xml"/><Relationship Id="rId85" Type="http://schemas.openxmlformats.org/officeDocument/2006/relationships/image" Target="../media/image13711.png"/><Relationship Id="rId150" Type="http://schemas.openxmlformats.org/officeDocument/2006/relationships/customXml" Target="../ink/ink2016.xml"/><Relationship Id="rId192" Type="http://schemas.openxmlformats.org/officeDocument/2006/relationships/customXml" Target="../ink/ink2037.xml"/><Relationship Id="rId206" Type="http://schemas.openxmlformats.org/officeDocument/2006/relationships/customXml" Target="../ink/ink2044.xml"/><Relationship Id="rId248" Type="http://schemas.openxmlformats.org/officeDocument/2006/relationships/customXml" Target="../ink/ink2065.xml"/><Relationship Id="rId12" Type="http://schemas.openxmlformats.org/officeDocument/2006/relationships/customXml" Target="../ink/ink1949.xml"/><Relationship Id="rId108" Type="http://schemas.openxmlformats.org/officeDocument/2006/relationships/customXml" Target="../ink/ink1995.xml"/><Relationship Id="rId315" Type="http://schemas.openxmlformats.org/officeDocument/2006/relationships/image" Target="../media/image1477.png"/><Relationship Id="rId357" Type="http://schemas.openxmlformats.org/officeDocument/2006/relationships/customXml" Target="../ink/ink2123.xml"/><Relationship Id="rId96" Type="http://schemas.openxmlformats.org/officeDocument/2006/relationships/customXml" Target="../ink/ink1989.xml"/><Relationship Id="rId161" Type="http://schemas.openxmlformats.org/officeDocument/2006/relationships/image" Target="../media/image14090.png"/><Relationship Id="rId217" Type="http://schemas.openxmlformats.org/officeDocument/2006/relationships/image" Target="../media/image1437.png"/><Relationship Id="rId259" Type="http://schemas.openxmlformats.org/officeDocument/2006/relationships/customXml" Target="../ink/ink2071.xml"/><Relationship Id="rId23" Type="http://schemas.openxmlformats.org/officeDocument/2006/relationships/image" Target="../media/image13411.png"/><Relationship Id="rId119" Type="http://schemas.openxmlformats.org/officeDocument/2006/relationships/image" Target="../media/image13880.png"/><Relationship Id="rId270" Type="http://schemas.openxmlformats.org/officeDocument/2006/relationships/customXml" Target="../ink/ink2077.xml"/><Relationship Id="rId326" Type="http://schemas.openxmlformats.org/officeDocument/2006/relationships/customXml" Target="../ink/ink2107.xml"/><Relationship Id="rId65" Type="http://schemas.openxmlformats.org/officeDocument/2006/relationships/image" Target="../media/image13611.png"/><Relationship Id="rId130" Type="http://schemas.openxmlformats.org/officeDocument/2006/relationships/customXml" Target="../ink/ink2006.xml"/><Relationship Id="rId368" Type="http://schemas.openxmlformats.org/officeDocument/2006/relationships/image" Target="../media/image962.png"/><Relationship Id="rId172" Type="http://schemas.openxmlformats.org/officeDocument/2006/relationships/customXml" Target="../ink/ink2027.xml"/><Relationship Id="rId228" Type="http://schemas.openxmlformats.org/officeDocument/2006/relationships/customXml" Target="../ink/ink2055.xml"/><Relationship Id="rId281" Type="http://schemas.openxmlformats.org/officeDocument/2006/relationships/image" Target="../media/image1460.png"/><Relationship Id="rId337" Type="http://schemas.openxmlformats.org/officeDocument/2006/relationships/customXml" Target="../ink/ink2113.xml"/><Relationship Id="rId34" Type="http://schemas.openxmlformats.org/officeDocument/2006/relationships/customXml" Target="../ink/ink1960.xml"/><Relationship Id="rId76" Type="http://schemas.openxmlformats.org/officeDocument/2006/relationships/customXml" Target="../ink/ink1979.xml"/><Relationship Id="rId141" Type="http://schemas.openxmlformats.org/officeDocument/2006/relationships/image" Target="../media/image13990.png"/><Relationship Id="rId379" Type="http://schemas.openxmlformats.org/officeDocument/2006/relationships/customXml" Target="../ink/ink2134.xml"/><Relationship Id="rId7" Type="http://schemas.openxmlformats.org/officeDocument/2006/relationships/image" Target="../media/image13330.png"/><Relationship Id="rId183" Type="http://schemas.openxmlformats.org/officeDocument/2006/relationships/image" Target="../media/image14200.png"/><Relationship Id="rId239" Type="http://schemas.openxmlformats.org/officeDocument/2006/relationships/image" Target="../media/image1447.png"/><Relationship Id="rId390" Type="http://schemas.openxmlformats.org/officeDocument/2006/relationships/customXml" Target="../ink/ink2140.xml"/><Relationship Id="rId250" Type="http://schemas.openxmlformats.org/officeDocument/2006/relationships/customXml" Target="../ink/ink2066.xml"/><Relationship Id="rId292" Type="http://schemas.openxmlformats.org/officeDocument/2006/relationships/customXml" Target="../ink/ink2090.xml"/><Relationship Id="rId306" Type="http://schemas.openxmlformats.org/officeDocument/2006/relationships/customXml" Target="../ink/ink2097.xml"/><Relationship Id="rId45" Type="http://schemas.openxmlformats.org/officeDocument/2006/relationships/image" Target="../media/image13520.png"/><Relationship Id="rId87" Type="http://schemas.openxmlformats.org/officeDocument/2006/relationships/image" Target="../media/image13720.png"/><Relationship Id="rId110" Type="http://schemas.openxmlformats.org/officeDocument/2006/relationships/customXml" Target="../ink/ink1996.xml"/><Relationship Id="rId348" Type="http://schemas.openxmlformats.org/officeDocument/2006/relationships/image" Target="../media/image1486.png"/><Relationship Id="rId152" Type="http://schemas.openxmlformats.org/officeDocument/2006/relationships/customXml" Target="../ink/ink2017.xml"/><Relationship Id="rId194" Type="http://schemas.openxmlformats.org/officeDocument/2006/relationships/customXml" Target="../ink/ink2038.xml"/><Relationship Id="rId208" Type="http://schemas.openxmlformats.org/officeDocument/2006/relationships/customXml" Target="../ink/ink2045.xml"/><Relationship Id="rId261" Type="http://schemas.openxmlformats.org/officeDocument/2006/relationships/customXml" Target="../ink/ink2072.xml"/><Relationship Id="rId14" Type="http://schemas.openxmlformats.org/officeDocument/2006/relationships/customXml" Target="../ink/ink1950.xml"/><Relationship Id="rId317" Type="http://schemas.openxmlformats.org/officeDocument/2006/relationships/image" Target="../media/image1478.png"/><Relationship Id="rId359" Type="http://schemas.openxmlformats.org/officeDocument/2006/relationships/customXml" Target="../ink/ink2124.xml"/><Relationship Id="rId98" Type="http://schemas.openxmlformats.org/officeDocument/2006/relationships/customXml" Target="../ink/ink1990.xml"/><Relationship Id="rId121" Type="http://schemas.openxmlformats.org/officeDocument/2006/relationships/image" Target="../media/image13890.png"/><Relationship Id="rId163" Type="http://schemas.openxmlformats.org/officeDocument/2006/relationships/image" Target="../media/image14100.png"/><Relationship Id="rId219" Type="http://schemas.openxmlformats.org/officeDocument/2006/relationships/image" Target="../media/image1438.png"/><Relationship Id="rId370" Type="http://schemas.openxmlformats.org/officeDocument/2006/relationships/image" Target="../media/image1496.png"/><Relationship Id="rId230" Type="http://schemas.openxmlformats.org/officeDocument/2006/relationships/customXml" Target="../ink/ink2056.xml"/><Relationship Id="rId25" Type="http://schemas.openxmlformats.org/officeDocument/2006/relationships/image" Target="../media/image13420.png"/><Relationship Id="rId67" Type="http://schemas.openxmlformats.org/officeDocument/2006/relationships/image" Target="../media/image13620.png"/><Relationship Id="rId272" Type="http://schemas.openxmlformats.org/officeDocument/2006/relationships/image" Target="../media/image1239.png"/><Relationship Id="rId328" Type="http://schemas.openxmlformats.org/officeDocument/2006/relationships/customXml" Target="../ink/ink2108.xml"/><Relationship Id="rId132" Type="http://schemas.openxmlformats.org/officeDocument/2006/relationships/customXml" Target="../ink/ink2007.xml"/><Relationship Id="rId174" Type="http://schemas.openxmlformats.org/officeDocument/2006/relationships/customXml" Target="../ink/ink2028.xml"/><Relationship Id="rId381" Type="http://schemas.openxmlformats.org/officeDocument/2006/relationships/customXml" Target="../ink/ink2135.xml"/><Relationship Id="rId241" Type="http://schemas.openxmlformats.org/officeDocument/2006/relationships/image" Target="../media/image1448.png"/><Relationship Id="rId36" Type="http://schemas.openxmlformats.org/officeDocument/2006/relationships/customXml" Target="../ink/ink1961.xml"/><Relationship Id="rId283" Type="http://schemas.openxmlformats.org/officeDocument/2006/relationships/image" Target="../media/image1461.png"/><Relationship Id="rId339" Type="http://schemas.openxmlformats.org/officeDocument/2006/relationships/customXml" Target="../ink/ink2114.xml"/><Relationship Id="rId78" Type="http://schemas.openxmlformats.org/officeDocument/2006/relationships/customXml" Target="../ink/ink1980.xml"/><Relationship Id="rId101" Type="http://schemas.openxmlformats.org/officeDocument/2006/relationships/image" Target="../media/image13790.png"/><Relationship Id="rId143" Type="http://schemas.openxmlformats.org/officeDocument/2006/relationships/image" Target="../media/image14000.png"/><Relationship Id="rId185" Type="http://schemas.openxmlformats.org/officeDocument/2006/relationships/image" Target="../media/image14210.png"/><Relationship Id="rId350" Type="http://schemas.openxmlformats.org/officeDocument/2006/relationships/image" Target="../media/image1487.png"/><Relationship Id="rId9" Type="http://schemas.openxmlformats.org/officeDocument/2006/relationships/image" Target="../media/image13340.png"/><Relationship Id="rId210" Type="http://schemas.openxmlformats.org/officeDocument/2006/relationships/customXml" Target="../ink/ink2046.xml"/><Relationship Id="rId392" Type="http://schemas.openxmlformats.org/officeDocument/2006/relationships/customXml" Target="../ink/ink2141.xml"/><Relationship Id="rId252" Type="http://schemas.openxmlformats.org/officeDocument/2006/relationships/customXml" Target="../ink/ink2067.xml"/><Relationship Id="rId294" Type="http://schemas.openxmlformats.org/officeDocument/2006/relationships/customXml" Target="../ink/ink2091.xml"/><Relationship Id="rId308" Type="http://schemas.openxmlformats.org/officeDocument/2006/relationships/customXml" Target="../ink/ink2098.xml"/><Relationship Id="rId47" Type="http://schemas.openxmlformats.org/officeDocument/2006/relationships/image" Target="../media/image13530.png"/><Relationship Id="rId89" Type="http://schemas.openxmlformats.org/officeDocument/2006/relationships/image" Target="../media/image13730.png"/><Relationship Id="rId112" Type="http://schemas.openxmlformats.org/officeDocument/2006/relationships/customXml" Target="../ink/ink1997.xml"/><Relationship Id="rId154" Type="http://schemas.openxmlformats.org/officeDocument/2006/relationships/customXml" Target="../ink/ink2018.xml"/><Relationship Id="rId361" Type="http://schemas.openxmlformats.org/officeDocument/2006/relationships/customXml" Target="../ink/ink2125.xml"/><Relationship Id="rId196" Type="http://schemas.openxmlformats.org/officeDocument/2006/relationships/customXml" Target="../ink/ink2039.xml"/><Relationship Id="rId200" Type="http://schemas.openxmlformats.org/officeDocument/2006/relationships/customXml" Target="../ink/ink2041.xml"/><Relationship Id="rId382" Type="http://schemas.openxmlformats.org/officeDocument/2006/relationships/customXml" Target="../ink/ink2136.xml"/><Relationship Id="rId16" Type="http://schemas.openxmlformats.org/officeDocument/2006/relationships/customXml" Target="../ink/ink1951.xml"/><Relationship Id="rId221" Type="http://schemas.openxmlformats.org/officeDocument/2006/relationships/image" Target="../media/image1439.png"/><Relationship Id="rId242" Type="http://schemas.openxmlformats.org/officeDocument/2006/relationships/customXml" Target="../ink/ink2062.xml"/><Relationship Id="rId263" Type="http://schemas.openxmlformats.org/officeDocument/2006/relationships/customXml" Target="../ink/ink2073.xml"/><Relationship Id="rId284" Type="http://schemas.openxmlformats.org/officeDocument/2006/relationships/customXml" Target="../ink/ink2086.xml"/><Relationship Id="rId319" Type="http://schemas.openxmlformats.org/officeDocument/2006/relationships/image" Target="../media/image1215.png"/><Relationship Id="rId37" Type="http://schemas.openxmlformats.org/officeDocument/2006/relationships/image" Target="../media/image13480.png"/><Relationship Id="rId58" Type="http://schemas.openxmlformats.org/officeDocument/2006/relationships/customXml" Target="../ink/ink1970.xml"/><Relationship Id="rId79" Type="http://schemas.openxmlformats.org/officeDocument/2006/relationships/image" Target="../media/image13680.png"/><Relationship Id="rId102" Type="http://schemas.openxmlformats.org/officeDocument/2006/relationships/customXml" Target="../ink/ink1992.xml"/><Relationship Id="rId123" Type="http://schemas.openxmlformats.org/officeDocument/2006/relationships/image" Target="../media/image13900.png"/><Relationship Id="rId144" Type="http://schemas.openxmlformats.org/officeDocument/2006/relationships/customXml" Target="../ink/ink2013.xml"/><Relationship Id="rId330" Type="http://schemas.openxmlformats.org/officeDocument/2006/relationships/customXml" Target="../ink/ink2109.xml"/><Relationship Id="rId90" Type="http://schemas.openxmlformats.org/officeDocument/2006/relationships/customXml" Target="../ink/ink1986.xml"/><Relationship Id="rId165" Type="http://schemas.openxmlformats.org/officeDocument/2006/relationships/image" Target="../media/image14110.png"/><Relationship Id="rId186" Type="http://schemas.openxmlformats.org/officeDocument/2006/relationships/customXml" Target="../ink/ink2034.xml"/><Relationship Id="rId351" Type="http://schemas.openxmlformats.org/officeDocument/2006/relationships/customXml" Target="../ink/ink2120.xml"/><Relationship Id="rId372" Type="http://schemas.openxmlformats.org/officeDocument/2006/relationships/image" Target="../media/image1497.png"/><Relationship Id="rId393" Type="http://schemas.openxmlformats.org/officeDocument/2006/relationships/image" Target="../media/image1505.png"/><Relationship Id="rId211" Type="http://schemas.openxmlformats.org/officeDocument/2006/relationships/image" Target="../media/image1434.png"/><Relationship Id="rId232" Type="http://schemas.openxmlformats.org/officeDocument/2006/relationships/customXml" Target="../ink/ink2057.xml"/><Relationship Id="rId253" Type="http://schemas.openxmlformats.org/officeDocument/2006/relationships/image" Target="../media/image12.png"/><Relationship Id="rId274" Type="http://schemas.openxmlformats.org/officeDocument/2006/relationships/customXml" Target="../ink/ink2080.xml"/><Relationship Id="rId295" Type="http://schemas.openxmlformats.org/officeDocument/2006/relationships/image" Target="../media/image1467.png"/><Relationship Id="rId309" Type="http://schemas.openxmlformats.org/officeDocument/2006/relationships/image" Target="../media/image1474.png"/><Relationship Id="rId27" Type="http://schemas.openxmlformats.org/officeDocument/2006/relationships/image" Target="../media/image13430.png"/><Relationship Id="rId48" Type="http://schemas.openxmlformats.org/officeDocument/2006/relationships/customXml" Target="../ink/ink1967.xml"/><Relationship Id="rId69" Type="http://schemas.openxmlformats.org/officeDocument/2006/relationships/image" Target="../media/image13630.png"/><Relationship Id="rId113" Type="http://schemas.openxmlformats.org/officeDocument/2006/relationships/image" Target="../media/image13850.png"/><Relationship Id="rId134" Type="http://schemas.openxmlformats.org/officeDocument/2006/relationships/customXml" Target="../ink/ink2008.xml"/><Relationship Id="rId320" Type="http://schemas.openxmlformats.org/officeDocument/2006/relationships/customXml" Target="../ink/ink2104.xml"/><Relationship Id="rId80" Type="http://schemas.openxmlformats.org/officeDocument/2006/relationships/customXml" Target="../ink/ink1981.xml"/><Relationship Id="rId155" Type="http://schemas.openxmlformats.org/officeDocument/2006/relationships/image" Target="../media/image14060.png"/><Relationship Id="rId176" Type="http://schemas.openxmlformats.org/officeDocument/2006/relationships/customXml" Target="../ink/ink2029.xml"/><Relationship Id="rId197" Type="http://schemas.openxmlformats.org/officeDocument/2006/relationships/image" Target="../media/image1427.png"/><Relationship Id="rId341" Type="http://schemas.openxmlformats.org/officeDocument/2006/relationships/customXml" Target="../ink/ink2115.xml"/><Relationship Id="rId362" Type="http://schemas.openxmlformats.org/officeDocument/2006/relationships/image" Target="../media/image1493.png"/><Relationship Id="rId383" Type="http://schemas.openxmlformats.org/officeDocument/2006/relationships/image" Target="../media/image1500.png"/><Relationship Id="rId201" Type="http://schemas.openxmlformats.org/officeDocument/2006/relationships/image" Target="../media/image1429.png"/><Relationship Id="rId222" Type="http://schemas.openxmlformats.org/officeDocument/2006/relationships/customXml" Target="../ink/ink2052.xml"/><Relationship Id="rId243" Type="http://schemas.openxmlformats.org/officeDocument/2006/relationships/image" Target="../media/image1449.png"/><Relationship Id="rId264" Type="http://schemas.openxmlformats.org/officeDocument/2006/relationships/image" Target="../media/image1456.png"/><Relationship Id="rId285" Type="http://schemas.openxmlformats.org/officeDocument/2006/relationships/image" Target="../media/image1462.png"/><Relationship Id="rId17" Type="http://schemas.openxmlformats.org/officeDocument/2006/relationships/image" Target="../media/image13380.png"/><Relationship Id="rId38" Type="http://schemas.openxmlformats.org/officeDocument/2006/relationships/customXml" Target="../ink/ink1962.xml"/><Relationship Id="rId59" Type="http://schemas.openxmlformats.org/officeDocument/2006/relationships/image" Target="../media/image13590.png"/><Relationship Id="rId103" Type="http://schemas.openxmlformats.org/officeDocument/2006/relationships/image" Target="../media/image13800.png"/><Relationship Id="rId124" Type="http://schemas.openxmlformats.org/officeDocument/2006/relationships/customXml" Target="../ink/ink2003.xml"/><Relationship Id="rId310" Type="http://schemas.openxmlformats.org/officeDocument/2006/relationships/customXml" Target="../ink/ink2099.xml"/><Relationship Id="rId70" Type="http://schemas.openxmlformats.org/officeDocument/2006/relationships/customXml" Target="../ink/ink1976.xml"/><Relationship Id="rId91" Type="http://schemas.openxmlformats.org/officeDocument/2006/relationships/image" Target="../media/image13740.png"/><Relationship Id="rId145" Type="http://schemas.openxmlformats.org/officeDocument/2006/relationships/image" Target="../media/image14010.png"/><Relationship Id="rId166" Type="http://schemas.openxmlformats.org/officeDocument/2006/relationships/customXml" Target="../ink/ink2024.xml"/><Relationship Id="rId187" Type="http://schemas.openxmlformats.org/officeDocument/2006/relationships/image" Target="../media/image14220.png"/><Relationship Id="rId331" Type="http://schemas.openxmlformats.org/officeDocument/2006/relationships/image" Target="../media/image26.png"/><Relationship Id="rId352" Type="http://schemas.openxmlformats.org/officeDocument/2006/relationships/image" Target="../media/image1488.png"/><Relationship Id="rId373" Type="http://schemas.openxmlformats.org/officeDocument/2006/relationships/customXml" Target="../ink/ink2131.xml"/><Relationship Id="rId394" Type="http://schemas.openxmlformats.org/officeDocument/2006/relationships/customXml" Target="../ink/ink2142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047.xml"/><Relationship Id="rId233" Type="http://schemas.openxmlformats.org/officeDocument/2006/relationships/image" Target="../media/image1444.png"/><Relationship Id="rId254" Type="http://schemas.openxmlformats.org/officeDocument/2006/relationships/customXml" Target="../ink/ink2068.xml"/><Relationship Id="rId28" Type="http://schemas.openxmlformats.org/officeDocument/2006/relationships/customXml" Target="../ink/ink1957.xml"/><Relationship Id="rId49" Type="http://schemas.openxmlformats.org/officeDocument/2006/relationships/image" Target="../media/image13540.png"/><Relationship Id="rId114" Type="http://schemas.openxmlformats.org/officeDocument/2006/relationships/customXml" Target="../ink/ink1998.xml"/><Relationship Id="rId275" Type="http://schemas.openxmlformats.org/officeDocument/2006/relationships/customXml" Target="../ink/ink2081.xml"/><Relationship Id="rId296" Type="http://schemas.openxmlformats.org/officeDocument/2006/relationships/customXml" Target="../ink/ink2092.xml"/><Relationship Id="rId300" Type="http://schemas.openxmlformats.org/officeDocument/2006/relationships/customXml" Target="../ink/ink2094.xml"/><Relationship Id="rId60" Type="http://schemas.openxmlformats.org/officeDocument/2006/relationships/customXml" Target="../ink/ink1971.xml"/><Relationship Id="rId81" Type="http://schemas.openxmlformats.org/officeDocument/2006/relationships/image" Target="../media/image13690.png"/><Relationship Id="rId135" Type="http://schemas.openxmlformats.org/officeDocument/2006/relationships/image" Target="../media/image13960.png"/><Relationship Id="rId156" Type="http://schemas.openxmlformats.org/officeDocument/2006/relationships/customXml" Target="../ink/ink2019.xml"/><Relationship Id="rId177" Type="http://schemas.openxmlformats.org/officeDocument/2006/relationships/image" Target="../media/image14170.png"/><Relationship Id="rId198" Type="http://schemas.openxmlformats.org/officeDocument/2006/relationships/customXml" Target="../ink/ink2040.xml"/><Relationship Id="rId321" Type="http://schemas.openxmlformats.org/officeDocument/2006/relationships/image" Target="../media/image1086.png"/><Relationship Id="rId342" Type="http://schemas.openxmlformats.org/officeDocument/2006/relationships/image" Target="../media/image1483.png"/><Relationship Id="rId363" Type="http://schemas.openxmlformats.org/officeDocument/2006/relationships/customXml" Target="../ink/ink2126.xml"/><Relationship Id="rId384" Type="http://schemas.openxmlformats.org/officeDocument/2006/relationships/customXml" Target="../ink/ink2137.xml"/><Relationship Id="rId202" Type="http://schemas.openxmlformats.org/officeDocument/2006/relationships/customXml" Target="../ink/ink2042.xml"/><Relationship Id="rId223" Type="http://schemas.openxmlformats.org/officeDocument/2006/relationships/image" Target="../media/image5.png"/><Relationship Id="rId244" Type="http://schemas.openxmlformats.org/officeDocument/2006/relationships/customXml" Target="../ink/ink2063.xml"/><Relationship Id="rId18" Type="http://schemas.openxmlformats.org/officeDocument/2006/relationships/customXml" Target="../ink/ink1952.xml"/><Relationship Id="rId39" Type="http://schemas.openxmlformats.org/officeDocument/2006/relationships/image" Target="../media/image13490.png"/><Relationship Id="rId265" Type="http://schemas.openxmlformats.org/officeDocument/2006/relationships/customXml" Target="../ink/ink2074.xml"/><Relationship Id="rId286" Type="http://schemas.openxmlformats.org/officeDocument/2006/relationships/customXml" Target="../ink/ink2087.xml"/><Relationship Id="rId50" Type="http://schemas.openxmlformats.org/officeDocument/2006/relationships/customXml" Target="../ink/ink1968.xml"/><Relationship Id="rId104" Type="http://schemas.openxmlformats.org/officeDocument/2006/relationships/customXml" Target="../ink/ink1993.xml"/><Relationship Id="rId125" Type="http://schemas.openxmlformats.org/officeDocument/2006/relationships/image" Target="../media/image13911.png"/><Relationship Id="rId146" Type="http://schemas.openxmlformats.org/officeDocument/2006/relationships/customXml" Target="../ink/ink2014.xml"/><Relationship Id="rId167" Type="http://schemas.openxmlformats.org/officeDocument/2006/relationships/image" Target="../media/image14120.png"/><Relationship Id="rId188" Type="http://schemas.openxmlformats.org/officeDocument/2006/relationships/customXml" Target="../ink/ink2035.xml"/><Relationship Id="rId311" Type="http://schemas.openxmlformats.org/officeDocument/2006/relationships/image" Target="../media/image1475.png"/><Relationship Id="rId332" Type="http://schemas.openxmlformats.org/officeDocument/2006/relationships/customXml" Target="../ink/ink2110.xml"/><Relationship Id="rId353" Type="http://schemas.openxmlformats.org/officeDocument/2006/relationships/customXml" Target="../ink/ink2121.xml"/><Relationship Id="rId374" Type="http://schemas.openxmlformats.org/officeDocument/2006/relationships/image" Target="../media/image1498.png"/><Relationship Id="rId395" Type="http://schemas.openxmlformats.org/officeDocument/2006/relationships/image" Target="../media/image1506.png"/><Relationship Id="rId71" Type="http://schemas.openxmlformats.org/officeDocument/2006/relationships/image" Target="../media/image13640.png"/><Relationship Id="rId92" Type="http://schemas.openxmlformats.org/officeDocument/2006/relationships/customXml" Target="../ink/ink1987.xml"/><Relationship Id="rId213" Type="http://schemas.openxmlformats.org/officeDocument/2006/relationships/image" Target="../media/image1435.png"/><Relationship Id="rId234" Type="http://schemas.openxmlformats.org/officeDocument/2006/relationships/customXml" Target="../ink/ink2058.xml"/><Relationship Id="rId2" Type="http://schemas.openxmlformats.org/officeDocument/2006/relationships/customXml" Target="../ink/ink1944.xml"/><Relationship Id="rId29" Type="http://schemas.openxmlformats.org/officeDocument/2006/relationships/image" Target="../media/image13440.png"/><Relationship Id="rId255" Type="http://schemas.openxmlformats.org/officeDocument/2006/relationships/customXml" Target="../ink/ink2069.xml"/><Relationship Id="rId276" Type="http://schemas.openxmlformats.org/officeDocument/2006/relationships/customXml" Target="../ink/ink2082.xml"/><Relationship Id="rId297" Type="http://schemas.openxmlformats.org/officeDocument/2006/relationships/image" Target="../media/image1468.png"/><Relationship Id="rId40" Type="http://schemas.openxmlformats.org/officeDocument/2006/relationships/customXml" Target="../ink/ink1963.xml"/><Relationship Id="rId115" Type="http://schemas.openxmlformats.org/officeDocument/2006/relationships/image" Target="../media/image13860.png"/><Relationship Id="rId136" Type="http://schemas.openxmlformats.org/officeDocument/2006/relationships/customXml" Target="../ink/ink2009.xml"/><Relationship Id="rId157" Type="http://schemas.openxmlformats.org/officeDocument/2006/relationships/image" Target="../media/image14070.png"/><Relationship Id="rId178" Type="http://schemas.openxmlformats.org/officeDocument/2006/relationships/customXml" Target="../ink/ink2030.xml"/><Relationship Id="rId301" Type="http://schemas.openxmlformats.org/officeDocument/2006/relationships/image" Target="../media/image1470.png"/><Relationship Id="rId322" Type="http://schemas.openxmlformats.org/officeDocument/2006/relationships/customXml" Target="../ink/ink2105.xml"/><Relationship Id="rId343" Type="http://schemas.openxmlformats.org/officeDocument/2006/relationships/customXml" Target="../ink/ink2116.xml"/><Relationship Id="rId364" Type="http://schemas.openxmlformats.org/officeDocument/2006/relationships/image" Target="../media/image1494.png"/><Relationship Id="rId61" Type="http://schemas.openxmlformats.org/officeDocument/2006/relationships/image" Target="../media/image13600.png"/><Relationship Id="rId82" Type="http://schemas.openxmlformats.org/officeDocument/2006/relationships/customXml" Target="../ink/ink1982.xml"/><Relationship Id="rId199" Type="http://schemas.openxmlformats.org/officeDocument/2006/relationships/image" Target="../media/image1428.png"/><Relationship Id="rId203" Type="http://schemas.openxmlformats.org/officeDocument/2006/relationships/image" Target="../media/image1430.png"/><Relationship Id="rId385" Type="http://schemas.openxmlformats.org/officeDocument/2006/relationships/image" Target="../media/image1501.png"/><Relationship Id="rId19" Type="http://schemas.openxmlformats.org/officeDocument/2006/relationships/image" Target="../media/image13390.png"/><Relationship Id="rId224" Type="http://schemas.openxmlformats.org/officeDocument/2006/relationships/customXml" Target="../ink/ink2053.xml"/><Relationship Id="rId245" Type="http://schemas.openxmlformats.org/officeDocument/2006/relationships/image" Target="../media/image1450.png"/><Relationship Id="rId266" Type="http://schemas.openxmlformats.org/officeDocument/2006/relationships/image" Target="../media/image1457.png"/><Relationship Id="rId287" Type="http://schemas.openxmlformats.org/officeDocument/2006/relationships/image" Target="../media/image1463.png"/><Relationship Id="rId30" Type="http://schemas.openxmlformats.org/officeDocument/2006/relationships/customXml" Target="../ink/ink1958.xml"/><Relationship Id="rId105" Type="http://schemas.openxmlformats.org/officeDocument/2006/relationships/image" Target="../media/image13811.png"/><Relationship Id="rId126" Type="http://schemas.openxmlformats.org/officeDocument/2006/relationships/customXml" Target="../ink/ink2004.xml"/><Relationship Id="rId147" Type="http://schemas.openxmlformats.org/officeDocument/2006/relationships/image" Target="../media/image14020.png"/><Relationship Id="rId168" Type="http://schemas.openxmlformats.org/officeDocument/2006/relationships/customXml" Target="../ink/ink2025.xml"/><Relationship Id="rId312" Type="http://schemas.openxmlformats.org/officeDocument/2006/relationships/customXml" Target="../ink/ink2100.xml"/><Relationship Id="rId333" Type="http://schemas.openxmlformats.org/officeDocument/2006/relationships/customXml" Target="../ink/ink2111.xml"/><Relationship Id="rId354" Type="http://schemas.openxmlformats.org/officeDocument/2006/relationships/image" Target="../media/image1489.png"/><Relationship Id="rId51" Type="http://schemas.openxmlformats.org/officeDocument/2006/relationships/image" Target="../media/image13550.png"/><Relationship Id="rId72" Type="http://schemas.openxmlformats.org/officeDocument/2006/relationships/customXml" Target="../ink/ink1977.xml"/><Relationship Id="rId93" Type="http://schemas.openxmlformats.org/officeDocument/2006/relationships/image" Target="../media/image13750.png"/><Relationship Id="rId189" Type="http://schemas.openxmlformats.org/officeDocument/2006/relationships/image" Target="../media/image1423.png"/><Relationship Id="rId375" Type="http://schemas.openxmlformats.org/officeDocument/2006/relationships/customXml" Target="../ink/ink2132.xml"/><Relationship Id="rId3" Type="http://schemas.openxmlformats.org/officeDocument/2006/relationships/image" Target="../media/image13311.png"/><Relationship Id="rId214" Type="http://schemas.openxmlformats.org/officeDocument/2006/relationships/customXml" Target="../ink/ink2048.xml"/><Relationship Id="rId235" Type="http://schemas.openxmlformats.org/officeDocument/2006/relationships/image" Target="../media/image1445.png"/><Relationship Id="rId256" Type="http://schemas.openxmlformats.org/officeDocument/2006/relationships/image" Target="../media/image68.png"/><Relationship Id="rId277" Type="http://schemas.openxmlformats.org/officeDocument/2006/relationships/image" Target="../media/image1458.png"/><Relationship Id="rId298" Type="http://schemas.openxmlformats.org/officeDocument/2006/relationships/customXml" Target="../ink/ink2093.xml"/><Relationship Id="rId116" Type="http://schemas.openxmlformats.org/officeDocument/2006/relationships/customXml" Target="../ink/ink1999.xml"/><Relationship Id="rId137" Type="http://schemas.openxmlformats.org/officeDocument/2006/relationships/image" Target="../media/image13970.png"/><Relationship Id="rId158" Type="http://schemas.openxmlformats.org/officeDocument/2006/relationships/customXml" Target="../ink/ink2020.xml"/><Relationship Id="rId302" Type="http://schemas.openxmlformats.org/officeDocument/2006/relationships/customXml" Target="../ink/ink2095.xml"/><Relationship Id="rId323" Type="http://schemas.openxmlformats.org/officeDocument/2006/relationships/image" Target="../media/image764.png"/><Relationship Id="rId344" Type="http://schemas.openxmlformats.org/officeDocument/2006/relationships/image" Target="../media/image1484.png"/><Relationship Id="rId20" Type="http://schemas.openxmlformats.org/officeDocument/2006/relationships/customXml" Target="../ink/ink1953.xml"/><Relationship Id="rId41" Type="http://schemas.openxmlformats.org/officeDocument/2006/relationships/image" Target="../media/image13500.png"/><Relationship Id="rId62" Type="http://schemas.openxmlformats.org/officeDocument/2006/relationships/customXml" Target="../ink/ink1972.xml"/><Relationship Id="rId83" Type="http://schemas.openxmlformats.org/officeDocument/2006/relationships/image" Target="../media/image13700.png"/><Relationship Id="rId179" Type="http://schemas.openxmlformats.org/officeDocument/2006/relationships/image" Target="../media/image14180.png"/><Relationship Id="rId365" Type="http://schemas.openxmlformats.org/officeDocument/2006/relationships/customXml" Target="../ink/ink2127.xml"/><Relationship Id="rId386" Type="http://schemas.openxmlformats.org/officeDocument/2006/relationships/customXml" Target="../ink/ink2138.xml"/><Relationship Id="rId190" Type="http://schemas.openxmlformats.org/officeDocument/2006/relationships/customXml" Target="../ink/ink2036.xml"/><Relationship Id="rId204" Type="http://schemas.openxmlformats.org/officeDocument/2006/relationships/customXml" Target="../ink/ink2043.xml"/><Relationship Id="rId225" Type="http://schemas.openxmlformats.org/officeDocument/2006/relationships/image" Target="../media/image1440.png"/><Relationship Id="rId246" Type="http://schemas.openxmlformats.org/officeDocument/2006/relationships/customXml" Target="../ink/ink2064.xml"/><Relationship Id="rId267" Type="http://schemas.openxmlformats.org/officeDocument/2006/relationships/customXml" Target="../ink/ink2075.xml"/><Relationship Id="rId288" Type="http://schemas.openxmlformats.org/officeDocument/2006/relationships/customXml" Target="../ink/ink2088.xml"/><Relationship Id="rId106" Type="http://schemas.openxmlformats.org/officeDocument/2006/relationships/customXml" Target="../ink/ink1994.xml"/><Relationship Id="rId127" Type="http://schemas.openxmlformats.org/officeDocument/2006/relationships/image" Target="../media/image13920.png"/><Relationship Id="rId313" Type="http://schemas.openxmlformats.org/officeDocument/2006/relationships/image" Target="../media/image1476.png"/><Relationship Id="rId10" Type="http://schemas.openxmlformats.org/officeDocument/2006/relationships/customXml" Target="../ink/ink1948.xml"/><Relationship Id="rId31" Type="http://schemas.openxmlformats.org/officeDocument/2006/relationships/image" Target="../media/image13450.png"/><Relationship Id="rId52" Type="http://schemas.openxmlformats.org/officeDocument/2006/relationships/customXml" Target="../ink/ink1969.xml"/><Relationship Id="rId73" Type="http://schemas.openxmlformats.org/officeDocument/2006/relationships/image" Target="../media/image13650.png"/><Relationship Id="rId94" Type="http://schemas.openxmlformats.org/officeDocument/2006/relationships/customXml" Target="../ink/ink1988.xml"/><Relationship Id="rId148" Type="http://schemas.openxmlformats.org/officeDocument/2006/relationships/customXml" Target="../ink/ink2015.xml"/><Relationship Id="rId169" Type="http://schemas.openxmlformats.org/officeDocument/2006/relationships/image" Target="../media/image14130.png"/><Relationship Id="rId334" Type="http://schemas.openxmlformats.org/officeDocument/2006/relationships/image" Target="../media/image287.png"/><Relationship Id="rId355" Type="http://schemas.openxmlformats.org/officeDocument/2006/relationships/customXml" Target="../ink/ink2122.xml"/><Relationship Id="rId376" Type="http://schemas.openxmlformats.org/officeDocument/2006/relationships/image" Target="../media/image1499.png"/><Relationship Id="rId4" Type="http://schemas.openxmlformats.org/officeDocument/2006/relationships/customXml" Target="../ink/ink1945.xml"/><Relationship Id="rId180" Type="http://schemas.openxmlformats.org/officeDocument/2006/relationships/customXml" Target="../ink/ink2031.xml"/><Relationship Id="rId215" Type="http://schemas.openxmlformats.org/officeDocument/2006/relationships/image" Target="../media/image1436.png"/><Relationship Id="rId236" Type="http://schemas.openxmlformats.org/officeDocument/2006/relationships/customXml" Target="../ink/ink2059.xml"/><Relationship Id="rId257" Type="http://schemas.openxmlformats.org/officeDocument/2006/relationships/customXml" Target="../ink/ink2070.xml"/><Relationship Id="rId278" Type="http://schemas.openxmlformats.org/officeDocument/2006/relationships/customXml" Target="../ink/ink2083.xml"/><Relationship Id="rId303" Type="http://schemas.openxmlformats.org/officeDocument/2006/relationships/image" Target="../media/image1471.png"/><Relationship Id="rId42" Type="http://schemas.openxmlformats.org/officeDocument/2006/relationships/customXml" Target="../ink/ink1964.xml"/><Relationship Id="rId84" Type="http://schemas.openxmlformats.org/officeDocument/2006/relationships/customXml" Target="../ink/ink1983.xml"/><Relationship Id="rId138" Type="http://schemas.openxmlformats.org/officeDocument/2006/relationships/customXml" Target="../ink/ink2010.xml"/><Relationship Id="rId345" Type="http://schemas.openxmlformats.org/officeDocument/2006/relationships/customXml" Target="../ink/ink2117.xml"/><Relationship Id="rId387" Type="http://schemas.openxmlformats.org/officeDocument/2006/relationships/image" Target="../media/image1502.png"/><Relationship Id="rId191" Type="http://schemas.openxmlformats.org/officeDocument/2006/relationships/image" Target="../media/image1424.png"/><Relationship Id="rId205" Type="http://schemas.openxmlformats.org/officeDocument/2006/relationships/image" Target="../media/image1431.png"/><Relationship Id="rId247" Type="http://schemas.openxmlformats.org/officeDocument/2006/relationships/image" Target="../media/image1451.png"/><Relationship Id="rId107" Type="http://schemas.openxmlformats.org/officeDocument/2006/relationships/image" Target="../media/image13820.png"/><Relationship Id="rId289" Type="http://schemas.openxmlformats.org/officeDocument/2006/relationships/image" Target="../media/image1464.png"/><Relationship Id="rId11" Type="http://schemas.openxmlformats.org/officeDocument/2006/relationships/image" Target="../media/image13350.png"/><Relationship Id="rId149" Type="http://schemas.openxmlformats.org/officeDocument/2006/relationships/image" Target="../media/image14030.png"/><Relationship Id="rId314" Type="http://schemas.openxmlformats.org/officeDocument/2006/relationships/customXml" Target="../ink/ink2101.xml"/><Relationship Id="rId356" Type="http://schemas.openxmlformats.org/officeDocument/2006/relationships/image" Target="../media/image1490.png"/><Relationship Id="rId95" Type="http://schemas.openxmlformats.org/officeDocument/2006/relationships/image" Target="../media/image13760.png"/><Relationship Id="rId160" Type="http://schemas.openxmlformats.org/officeDocument/2006/relationships/customXml" Target="../ink/ink2021.xml"/><Relationship Id="rId216" Type="http://schemas.openxmlformats.org/officeDocument/2006/relationships/customXml" Target="../ink/ink2049.xml"/><Relationship Id="rId258" Type="http://schemas.openxmlformats.org/officeDocument/2006/relationships/image" Target="../media/image1330.png"/><Relationship Id="rId22" Type="http://schemas.openxmlformats.org/officeDocument/2006/relationships/customXml" Target="../ink/ink1954.xml"/><Relationship Id="rId64" Type="http://schemas.openxmlformats.org/officeDocument/2006/relationships/customXml" Target="../ink/ink1973.xml"/><Relationship Id="rId118" Type="http://schemas.openxmlformats.org/officeDocument/2006/relationships/customXml" Target="../ink/ink2000.xml"/><Relationship Id="rId325" Type="http://schemas.openxmlformats.org/officeDocument/2006/relationships/image" Target="../media/image1479.png"/><Relationship Id="rId367" Type="http://schemas.openxmlformats.org/officeDocument/2006/relationships/customXml" Target="../ink/ink2128.xml"/><Relationship Id="rId171" Type="http://schemas.openxmlformats.org/officeDocument/2006/relationships/image" Target="../media/image14140.png"/><Relationship Id="rId227" Type="http://schemas.openxmlformats.org/officeDocument/2006/relationships/image" Target="../media/image1441.png"/><Relationship Id="rId269" Type="http://schemas.openxmlformats.org/officeDocument/2006/relationships/customXml" Target="../ink/ink2076.xml"/><Relationship Id="rId33" Type="http://schemas.openxmlformats.org/officeDocument/2006/relationships/image" Target="../media/image13460.png"/><Relationship Id="rId129" Type="http://schemas.openxmlformats.org/officeDocument/2006/relationships/image" Target="../media/image13930.png"/><Relationship Id="rId280" Type="http://schemas.openxmlformats.org/officeDocument/2006/relationships/customXml" Target="../ink/ink2084.xml"/><Relationship Id="rId336" Type="http://schemas.openxmlformats.org/officeDocument/2006/relationships/image" Target="../media/image1482.png"/><Relationship Id="rId75" Type="http://schemas.openxmlformats.org/officeDocument/2006/relationships/image" Target="../media/image13660.png"/><Relationship Id="rId140" Type="http://schemas.openxmlformats.org/officeDocument/2006/relationships/customXml" Target="../ink/ink2011.xml"/><Relationship Id="rId182" Type="http://schemas.openxmlformats.org/officeDocument/2006/relationships/customXml" Target="../ink/ink2032.xml"/><Relationship Id="rId378" Type="http://schemas.openxmlformats.org/officeDocument/2006/relationships/image" Target="../media/image762.png"/><Relationship Id="rId6" Type="http://schemas.openxmlformats.org/officeDocument/2006/relationships/customXml" Target="../ink/ink1946.xml"/><Relationship Id="rId238" Type="http://schemas.openxmlformats.org/officeDocument/2006/relationships/customXml" Target="../ink/ink2060.xml"/><Relationship Id="rId291" Type="http://schemas.openxmlformats.org/officeDocument/2006/relationships/image" Target="../media/image1465.png"/><Relationship Id="rId305" Type="http://schemas.openxmlformats.org/officeDocument/2006/relationships/image" Target="../media/image1472.png"/><Relationship Id="rId347" Type="http://schemas.openxmlformats.org/officeDocument/2006/relationships/customXml" Target="../ink/ink2118.xml"/><Relationship Id="rId44" Type="http://schemas.openxmlformats.org/officeDocument/2006/relationships/customXml" Target="../ink/ink1965.xml"/><Relationship Id="rId86" Type="http://schemas.openxmlformats.org/officeDocument/2006/relationships/customXml" Target="../ink/ink1984.xml"/><Relationship Id="rId151" Type="http://schemas.openxmlformats.org/officeDocument/2006/relationships/image" Target="../media/image14040.png"/><Relationship Id="rId389" Type="http://schemas.openxmlformats.org/officeDocument/2006/relationships/image" Target="../media/image1503.png"/><Relationship Id="rId193" Type="http://schemas.openxmlformats.org/officeDocument/2006/relationships/image" Target="../media/image1425.png"/><Relationship Id="rId207" Type="http://schemas.openxmlformats.org/officeDocument/2006/relationships/image" Target="../media/image1432.png"/><Relationship Id="rId249" Type="http://schemas.openxmlformats.org/officeDocument/2006/relationships/image" Target="../media/image1452.png"/><Relationship Id="rId13" Type="http://schemas.openxmlformats.org/officeDocument/2006/relationships/image" Target="../media/image13360.png"/><Relationship Id="rId109" Type="http://schemas.openxmlformats.org/officeDocument/2006/relationships/image" Target="../media/image13830.png"/><Relationship Id="rId260" Type="http://schemas.openxmlformats.org/officeDocument/2006/relationships/image" Target="../media/image1454.png"/><Relationship Id="rId316" Type="http://schemas.openxmlformats.org/officeDocument/2006/relationships/customXml" Target="../ink/ink2102.xml"/><Relationship Id="rId97" Type="http://schemas.openxmlformats.org/officeDocument/2006/relationships/image" Target="../media/image13770.png"/><Relationship Id="rId120" Type="http://schemas.openxmlformats.org/officeDocument/2006/relationships/customXml" Target="../ink/ink2001.xml"/><Relationship Id="rId358" Type="http://schemas.openxmlformats.org/officeDocument/2006/relationships/image" Target="../media/image1491.png"/><Relationship Id="rId162" Type="http://schemas.openxmlformats.org/officeDocument/2006/relationships/customXml" Target="../ink/ink2022.xml"/><Relationship Id="rId218" Type="http://schemas.openxmlformats.org/officeDocument/2006/relationships/customXml" Target="../ink/ink2050.xml"/><Relationship Id="rId271" Type="http://schemas.openxmlformats.org/officeDocument/2006/relationships/customXml" Target="../ink/ink2078.xml"/><Relationship Id="rId24" Type="http://schemas.openxmlformats.org/officeDocument/2006/relationships/customXml" Target="../ink/ink1955.xml"/><Relationship Id="rId66" Type="http://schemas.openxmlformats.org/officeDocument/2006/relationships/customXml" Target="../ink/ink1974.xml"/><Relationship Id="rId131" Type="http://schemas.openxmlformats.org/officeDocument/2006/relationships/image" Target="../media/image13940.png"/><Relationship Id="rId327" Type="http://schemas.openxmlformats.org/officeDocument/2006/relationships/image" Target="../media/image1480.png"/><Relationship Id="rId369" Type="http://schemas.openxmlformats.org/officeDocument/2006/relationships/customXml" Target="../ink/ink2129.xml"/><Relationship Id="rId173" Type="http://schemas.openxmlformats.org/officeDocument/2006/relationships/image" Target="../media/image14150.png"/><Relationship Id="rId229" Type="http://schemas.openxmlformats.org/officeDocument/2006/relationships/image" Target="../media/image1442.png"/><Relationship Id="rId380" Type="http://schemas.openxmlformats.org/officeDocument/2006/relationships/image" Target="../media/image30.png"/><Relationship Id="rId240" Type="http://schemas.openxmlformats.org/officeDocument/2006/relationships/customXml" Target="../ink/ink2061.xml"/><Relationship Id="rId35" Type="http://schemas.openxmlformats.org/officeDocument/2006/relationships/image" Target="../media/image13470.png"/><Relationship Id="rId77" Type="http://schemas.openxmlformats.org/officeDocument/2006/relationships/image" Target="../media/image13670.png"/><Relationship Id="rId100" Type="http://schemas.openxmlformats.org/officeDocument/2006/relationships/customXml" Target="../ink/ink1991.xml"/><Relationship Id="rId282" Type="http://schemas.openxmlformats.org/officeDocument/2006/relationships/customXml" Target="../ink/ink2085.xml"/><Relationship Id="rId338" Type="http://schemas.openxmlformats.org/officeDocument/2006/relationships/image" Target="../media/image763.png"/><Relationship Id="rId8" Type="http://schemas.openxmlformats.org/officeDocument/2006/relationships/customXml" Target="../ink/ink1947.xml"/><Relationship Id="rId142" Type="http://schemas.openxmlformats.org/officeDocument/2006/relationships/customXml" Target="../ink/ink2012.xml"/><Relationship Id="rId184" Type="http://schemas.openxmlformats.org/officeDocument/2006/relationships/customXml" Target="../ink/ink2033.xml"/><Relationship Id="rId391" Type="http://schemas.openxmlformats.org/officeDocument/2006/relationships/image" Target="../media/image1504.png"/><Relationship Id="rId251" Type="http://schemas.openxmlformats.org/officeDocument/2006/relationships/image" Target="../media/image1453.png"/><Relationship Id="rId46" Type="http://schemas.openxmlformats.org/officeDocument/2006/relationships/customXml" Target="../ink/ink1966.xml"/><Relationship Id="rId293" Type="http://schemas.openxmlformats.org/officeDocument/2006/relationships/image" Target="../media/image1466.png"/><Relationship Id="rId307" Type="http://schemas.openxmlformats.org/officeDocument/2006/relationships/image" Target="../media/image1473.png"/><Relationship Id="rId349" Type="http://schemas.openxmlformats.org/officeDocument/2006/relationships/customXml" Target="../ink/ink2119.xml"/><Relationship Id="rId88" Type="http://schemas.openxmlformats.org/officeDocument/2006/relationships/customXml" Target="../ink/ink1985.xml"/><Relationship Id="rId111" Type="http://schemas.openxmlformats.org/officeDocument/2006/relationships/image" Target="../media/image13840.png"/><Relationship Id="rId153" Type="http://schemas.openxmlformats.org/officeDocument/2006/relationships/image" Target="../media/image14050.png"/><Relationship Id="rId195" Type="http://schemas.openxmlformats.org/officeDocument/2006/relationships/image" Target="../media/image1426.png"/><Relationship Id="rId209" Type="http://schemas.openxmlformats.org/officeDocument/2006/relationships/image" Target="../media/image1433.png"/><Relationship Id="rId360" Type="http://schemas.openxmlformats.org/officeDocument/2006/relationships/image" Target="../media/image1492.png"/><Relationship Id="rId220" Type="http://schemas.openxmlformats.org/officeDocument/2006/relationships/customXml" Target="../ink/ink2051.xml"/><Relationship Id="rId15" Type="http://schemas.openxmlformats.org/officeDocument/2006/relationships/image" Target="../media/image13370.png"/><Relationship Id="rId57" Type="http://schemas.openxmlformats.org/officeDocument/2006/relationships/image" Target="../media/image13580.png"/><Relationship Id="rId262" Type="http://schemas.openxmlformats.org/officeDocument/2006/relationships/image" Target="../media/image1455.png"/><Relationship Id="rId318" Type="http://schemas.openxmlformats.org/officeDocument/2006/relationships/customXml" Target="../ink/ink2103.xml"/><Relationship Id="rId99" Type="http://schemas.openxmlformats.org/officeDocument/2006/relationships/image" Target="../media/image13780.png"/><Relationship Id="rId122" Type="http://schemas.openxmlformats.org/officeDocument/2006/relationships/customXml" Target="../ink/ink2002.xml"/><Relationship Id="rId164" Type="http://schemas.openxmlformats.org/officeDocument/2006/relationships/customXml" Target="../ink/ink2023.xml"/><Relationship Id="rId371" Type="http://schemas.openxmlformats.org/officeDocument/2006/relationships/customXml" Target="../ink/ink2130.xml"/><Relationship Id="rId26" Type="http://schemas.openxmlformats.org/officeDocument/2006/relationships/customXml" Target="../ink/ink1956.xml"/><Relationship Id="rId231" Type="http://schemas.openxmlformats.org/officeDocument/2006/relationships/image" Target="../media/image1443.png"/><Relationship Id="rId273" Type="http://schemas.openxmlformats.org/officeDocument/2006/relationships/customXml" Target="../ink/ink2079.xml"/><Relationship Id="rId329" Type="http://schemas.openxmlformats.org/officeDocument/2006/relationships/image" Target="../media/image1481.png"/><Relationship Id="rId68" Type="http://schemas.openxmlformats.org/officeDocument/2006/relationships/customXml" Target="../ink/ink1975.xml"/><Relationship Id="rId133" Type="http://schemas.openxmlformats.org/officeDocument/2006/relationships/image" Target="../media/image13950.png"/><Relationship Id="rId175" Type="http://schemas.openxmlformats.org/officeDocument/2006/relationships/image" Target="../media/image14160.png"/><Relationship Id="rId340" Type="http://schemas.openxmlformats.org/officeDocument/2006/relationships/image" Target="../media/image987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35.png"/><Relationship Id="rId21" Type="http://schemas.openxmlformats.org/officeDocument/2006/relationships/image" Target="../media/image14880.png"/><Relationship Id="rId42" Type="http://schemas.openxmlformats.org/officeDocument/2006/relationships/customXml" Target="../ink/ink2163.xml"/><Relationship Id="rId63" Type="http://schemas.openxmlformats.org/officeDocument/2006/relationships/image" Target="../media/image1509.png"/><Relationship Id="rId84" Type="http://schemas.openxmlformats.org/officeDocument/2006/relationships/customXml" Target="../ink/ink2184.xml"/><Relationship Id="rId138" Type="http://schemas.openxmlformats.org/officeDocument/2006/relationships/customXml" Target="../ink/ink2211.xml"/><Relationship Id="rId159" Type="http://schemas.openxmlformats.org/officeDocument/2006/relationships/image" Target="../media/image1556.png"/><Relationship Id="rId170" Type="http://schemas.openxmlformats.org/officeDocument/2006/relationships/customXml" Target="../ink/ink2227.xml"/><Relationship Id="rId191" Type="http://schemas.openxmlformats.org/officeDocument/2006/relationships/image" Target="../media/image1572.png"/><Relationship Id="rId205" Type="http://schemas.openxmlformats.org/officeDocument/2006/relationships/image" Target="../media/image1579.png"/><Relationship Id="rId107" Type="http://schemas.openxmlformats.org/officeDocument/2006/relationships/image" Target="../media/image1530.png"/><Relationship Id="rId11" Type="http://schemas.openxmlformats.org/officeDocument/2006/relationships/image" Target="../media/image14830.png"/><Relationship Id="rId32" Type="http://schemas.openxmlformats.org/officeDocument/2006/relationships/customXml" Target="../ink/ink2158.xml"/><Relationship Id="rId53" Type="http://schemas.openxmlformats.org/officeDocument/2006/relationships/image" Target="../media/image15040.png"/><Relationship Id="rId74" Type="http://schemas.openxmlformats.org/officeDocument/2006/relationships/customXml" Target="../ink/ink2179.xml"/><Relationship Id="rId128" Type="http://schemas.openxmlformats.org/officeDocument/2006/relationships/customXml" Target="../ink/ink2206.xml"/><Relationship Id="rId149" Type="http://schemas.openxmlformats.org/officeDocument/2006/relationships/image" Target="../media/image1551.png"/><Relationship Id="rId5" Type="http://schemas.openxmlformats.org/officeDocument/2006/relationships/image" Target="../media/image14800.png"/><Relationship Id="rId95" Type="http://schemas.openxmlformats.org/officeDocument/2006/relationships/image" Target="../media/image1524.png"/><Relationship Id="rId160" Type="http://schemas.openxmlformats.org/officeDocument/2006/relationships/customXml" Target="../ink/ink2222.xml"/><Relationship Id="rId181" Type="http://schemas.openxmlformats.org/officeDocument/2006/relationships/image" Target="../media/image1567.png"/><Relationship Id="rId216" Type="http://schemas.openxmlformats.org/officeDocument/2006/relationships/customXml" Target="../ink/ink2250.xml"/><Relationship Id="rId22" Type="http://schemas.openxmlformats.org/officeDocument/2006/relationships/customXml" Target="../ink/ink2153.xml"/><Relationship Id="rId43" Type="http://schemas.openxmlformats.org/officeDocument/2006/relationships/image" Target="../media/image14990.png"/><Relationship Id="rId64" Type="http://schemas.openxmlformats.org/officeDocument/2006/relationships/customXml" Target="../ink/ink2174.xml"/><Relationship Id="rId118" Type="http://schemas.openxmlformats.org/officeDocument/2006/relationships/customXml" Target="../ink/ink2201.xml"/><Relationship Id="rId139" Type="http://schemas.openxmlformats.org/officeDocument/2006/relationships/image" Target="../media/image1546.png"/><Relationship Id="rId85" Type="http://schemas.openxmlformats.org/officeDocument/2006/relationships/image" Target="../media/image1520.png"/><Relationship Id="rId150" Type="http://schemas.openxmlformats.org/officeDocument/2006/relationships/customXml" Target="../ink/ink2217.xml"/><Relationship Id="rId171" Type="http://schemas.openxmlformats.org/officeDocument/2006/relationships/image" Target="../media/image1562.png"/><Relationship Id="rId192" Type="http://schemas.openxmlformats.org/officeDocument/2006/relationships/customXml" Target="../ink/ink2238.xml"/><Relationship Id="rId206" Type="http://schemas.openxmlformats.org/officeDocument/2006/relationships/customXml" Target="../ink/ink2245.xml"/><Relationship Id="rId12" Type="http://schemas.openxmlformats.org/officeDocument/2006/relationships/customXml" Target="../ink/ink2148.xml"/><Relationship Id="rId33" Type="http://schemas.openxmlformats.org/officeDocument/2006/relationships/image" Target="../media/image14940.png"/><Relationship Id="rId108" Type="http://schemas.openxmlformats.org/officeDocument/2006/relationships/customXml" Target="../ink/ink2196.xml"/><Relationship Id="rId129" Type="http://schemas.openxmlformats.org/officeDocument/2006/relationships/image" Target="../media/image1541.png"/><Relationship Id="rId54" Type="http://schemas.openxmlformats.org/officeDocument/2006/relationships/customXml" Target="../ink/ink2169.xml"/><Relationship Id="rId75" Type="http://schemas.openxmlformats.org/officeDocument/2006/relationships/image" Target="../media/image1515.png"/><Relationship Id="rId96" Type="http://schemas.openxmlformats.org/officeDocument/2006/relationships/customXml" Target="../ink/ink2190.xml"/><Relationship Id="rId140" Type="http://schemas.openxmlformats.org/officeDocument/2006/relationships/customXml" Target="../ink/ink2212.xml"/><Relationship Id="rId161" Type="http://schemas.openxmlformats.org/officeDocument/2006/relationships/image" Target="../media/image1557.png"/><Relationship Id="rId182" Type="http://schemas.openxmlformats.org/officeDocument/2006/relationships/customXml" Target="../ink/ink2233.xml"/><Relationship Id="rId217" Type="http://schemas.openxmlformats.org/officeDocument/2006/relationships/image" Target="../media/image27.png"/><Relationship Id="rId6" Type="http://schemas.openxmlformats.org/officeDocument/2006/relationships/customXml" Target="../ink/ink2145.xml"/><Relationship Id="rId23" Type="http://schemas.openxmlformats.org/officeDocument/2006/relationships/image" Target="../media/image14890.png"/><Relationship Id="rId119" Type="http://schemas.openxmlformats.org/officeDocument/2006/relationships/image" Target="../media/image1536.png"/><Relationship Id="rId44" Type="http://schemas.openxmlformats.org/officeDocument/2006/relationships/customXml" Target="../ink/ink2164.xml"/><Relationship Id="rId65" Type="http://schemas.openxmlformats.org/officeDocument/2006/relationships/image" Target="../media/image1510.png"/><Relationship Id="rId86" Type="http://schemas.openxmlformats.org/officeDocument/2006/relationships/customXml" Target="../ink/ink2185.xml"/><Relationship Id="rId130" Type="http://schemas.openxmlformats.org/officeDocument/2006/relationships/customXml" Target="../ink/ink2207.xml"/><Relationship Id="rId151" Type="http://schemas.openxmlformats.org/officeDocument/2006/relationships/image" Target="../media/image1552.png"/><Relationship Id="rId172" Type="http://schemas.openxmlformats.org/officeDocument/2006/relationships/customXml" Target="../ink/ink2228.xml"/><Relationship Id="rId193" Type="http://schemas.openxmlformats.org/officeDocument/2006/relationships/image" Target="../media/image1573.png"/><Relationship Id="rId207" Type="http://schemas.openxmlformats.org/officeDocument/2006/relationships/image" Target="../media/image1580.png"/><Relationship Id="rId13" Type="http://schemas.openxmlformats.org/officeDocument/2006/relationships/image" Target="../media/image14840.png"/><Relationship Id="rId109" Type="http://schemas.openxmlformats.org/officeDocument/2006/relationships/image" Target="../media/image1531.png"/><Relationship Id="rId34" Type="http://schemas.openxmlformats.org/officeDocument/2006/relationships/customXml" Target="../ink/ink2159.xml"/><Relationship Id="rId55" Type="http://schemas.openxmlformats.org/officeDocument/2006/relationships/image" Target="../media/image15050.png"/><Relationship Id="rId76" Type="http://schemas.openxmlformats.org/officeDocument/2006/relationships/customXml" Target="../ink/ink2180.xml"/><Relationship Id="rId97" Type="http://schemas.openxmlformats.org/officeDocument/2006/relationships/image" Target="../media/image1525.png"/><Relationship Id="rId120" Type="http://schemas.openxmlformats.org/officeDocument/2006/relationships/customXml" Target="../ink/ink2202.xml"/><Relationship Id="rId141" Type="http://schemas.openxmlformats.org/officeDocument/2006/relationships/image" Target="../media/image1547.png"/><Relationship Id="rId7" Type="http://schemas.openxmlformats.org/officeDocument/2006/relationships/image" Target="../media/image14811.png"/><Relationship Id="rId162" Type="http://schemas.openxmlformats.org/officeDocument/2006/relationships/customXml" Target="../ink/ink2223.xml"/><Relationship Id="rId183" Type="http://schemas.openxmlformats.org/officeDocument/2006/relationships/image" Target="../media/image1568.png"/><Relationship Id="rId218" Type="http://schemas.openxmlformats.org/officeDocument/2006/relationships/customXml" Target="../ink/ink2251.xml"/><Relationship Id="rId24" Type="http://schemas.openxmlformats.org/officeDocument/2006/relationships/customXml" Target="../ink/ink2154.xml"/><Relationship Id="rId45" Type="http://schemas.openxmlformats.org/officeDocument/2006/relationships/image" Target="../media/image15000.png"/><Relationship Id="rId66" Type="http://schemas.openxmlformats.org/officeDocument/2006/relationships/customXml" Target="../ink/ink2175.xml"/><Relationship Id="rId87" Type="http://schemas.openxmlformats.org/officeDocument/2006/relationships/image" Target="../media/image1521.png"/><Relationship Id="rId110" Type="http://schemas.openxmlformats.org/officeDocument/2006/relationships/customXml" Target="../ink/ink2197.xml"/><Relationship Id="rId131" Type="http://schemas.openxmlformats.org/officeDocument/2006/relationships/image" Target="../media/image1542.png"/><Relationship Id="rId152" Type="http://schemas.openxmlformats.org/officeDocument/2006/relationships/customXml" Target="../ink/ink2218.xml"/><Relationship Id="rId173" Type="http://schemas.openxmlformats.org/officeDocument/2006/relationships/image" Target="../media/image1563.png"/><Relationship Id="rId194" Type="http://schemas.openxmlformats.org/officeDocument/2006/relationships/customXml" Target="../ink/ink2239.xml"/><Relationship Id="rId208" Type="http://schemas.openxmlformats.org/officeDocument/2006/relationships/customXml" Target="../ink/ink2246.xml"/><Relationship Id="rId14" Type="http://schemas.openxmlformats.org/officeDocument/2006/relationships/customXml" Target="../ink/ink2149.xml"/><Relationship Id="rId35" Type="http://schemas.openxmlformats.org/officeDocument/2006/relationships/image" Target="../media/image14950.png"/><Relationship Id="rId56" Type="http://schemas.openxmlformats.org/officeDocument/2006/relationships/customXml" Target="../ink/ink2170.xml"/><Relationship Id="rId77" Type="http://schemas.openxmlformats.org/officeDocument/2006/relationships/image" Target="../media/image1516.png"/><Relationship Id="rId100" Type="http://schemas.openxmlformats.org/officeDocument/2006/relationships/customXml" Target="../ink/ink2192.xml"/><Relationship Id="rId8" Type="http://schemas.openxmlformats.org/officeDocument/2006/relationships/customXml" Target="../ink/ink2146.xml"/><Relationship Id="rId51" Type="http://schemas.openxmlformats.org/officeDocument/2006/relationships/image" Target="../media/image15030.png"/><Relationship Id="rId72" Type="http://schemas.openxmlformats.org/officeDocument/2006/relationships/customXml" Target="../ink/ink2178.xml"/><Relationship Id="rId93" Type="http://schemas.openxmlformats.org/officeDocument/2006/relationships/image" Target="../media/image1523.png"/><Relationship Id="rId98" Type="http://schemas.openxmlformats.org/officeDocument/2006/relationships/customXml" Target="../ink/ink2191.xml"/><Relationship Id="rId121" Type="http://schemas.openxmlformats.org/officeDocument/2006/relationships/image" Target="../media/image1537.png"/><Relationship Id="rId142" Type="http://schemas.openxmlformats.org/officeDocument/2006/relationships/customXml" Target="../ink/ink2213.xml"/><Relationship Id="rId163" Type="http://schemas.openxmlformats.org/officeDocument/2006/relationships/image" Target="../media/image1558.png"/><Relationship Id="rId184" Type="http://schemas.openxmlformats.org/officeDocument/2006/relationships/customXml" Target="../ink/ink2234.xml"/><Relationship Id="rId189" Type="http://schemas.openxmlformats.org/officeDocument/2006/relationships/image" Target="../media/image1571.png"/><Relationship Id="rId219" Type="http://schemas.openxmlformats.org/officeDocument/2006/relationships/image" Target="../media/image1583.png"/><Relationship Id="rId3" Type="http://schemas.openxmlformats.org/officeDocument/2006/relationships/image" Target="../media/image14790.png"/><Relationship Id="rId214" Type="http://schemas.openxmlformats.org/officeDocument/2006/relationships/customXml" Target="../ink/ink2249.xml"/><Relationship Id="rId25" Type="http://schemas.openxmlformats.org/officeDocument/2006/relationships/image" Target="../media/image14900.png"/><Relationship Id="rId46" Type="http://schemas.openxmlformats.org/officeDocument/2006/relationships/customXml" Target="../ink/ink2165.xml"/><Relationship Id="rId67" Type="http://schemas.openxmlformats.org/officeDocument/2006/relationships/image" Target="../media/image1511.png"/><Relationship Id="rId116" Type="http://schemas.openxmlformats.org/officeDocument/2006/relationships/customXml" Target="../ink/ink2200.xml"/><Relationship Id="rId137" Type="http://schemas.openxmlformats.org/officeDocument/2006/relationships/image" Target="../media/image1545.png"/><Relationship Id="rId158" Type="http://schemas.openxmlformats.org/officeDocument/2006/relationships/customXml" Target="../ink/ink2221.xml"/><Relationship Id="rId20" Type="http://schemas.openxmlformats.org/officeDocument/2006/relationships/customXml" Target="../ink/ink2152.xml"/><Relationship Id="rId41" Type="http://schemas.openxmlformats.org/officeDocument/2006/relationships/image" Target="../media/image14980.png"/><Relationship Id="rId62" Type="http://schemas.openxmlformats.org/officeDocument/2006/relationships/customXml" Target="../ink/ink2173.xml"/><Relationship Id="rId83" Type="http://schemas.openxmlformats.org/officeDocument/2006/relationships/image" Target="../media/image1519.png"/><Relationship Id="rId88" Type="http://schemas.openxmlformats.org/officeDocument/2006/relationships/customXml" Target="../ink/ink2186.xml"/><Relationship Id="rId111" Type="http://schemas.openxmlformats.org/officeDocument/2006/relationships/image" Target="../media/image1532.png"/><Relationship Id="rId132" Type="http://schemas.openxmlformats.org/officeDocument/2006/relationships/customXml" Target="../ink/ink2208.xml"/><Relationship Id="rId153" Type="http://schemas.openxmlformats.org/officeDocument/2006/relationships/image" Target="../media/image1553.png"/><Relationship Id="rId174" Type="http://schemas.openxmlformats.org/officeDocument/2006/relationships/customXml" Target="../ink/ink2229.xml"/><Relationship Id="rId179" Type="http://schemas.openxmlformats.org/officeDocument/2006/relationships/image" Target="../media/image1566.png"/><Relationship Id="rId195" Type="http://schemas.openxmlformats.org/officeDocument/2006/relationships/image" Target="../media/image1574.png"/><Relationship Id="rId209" Type="http://schemas.openxmlformats.org/officeDocument/2006/relationships/image" Target="../media/image287.png"/><Relationship Id="rId190" Type="http://schemas.openxmlformats.org/officeDocument/2006/relationships/customXml" Target="../ink/ink2237.xml"/><Relationship Id="rId204" Type="http://schemas.openxmlformats.org/officeDocument/2006/relationships/customXml" Target="../ink/ink2244.xml"/><Relationship Id="rId220" Type="http://schemas.openxmlformats.org/officeDocument/2006/relationships/customXml" Target="../ink/ink2252.xml"/><Relationship Id="rId15" Type="http://schemas.openxmlformats.org/officeDocument/2006/relationships/image" Target="../media/image14850.png"/><Relationship Id="rId36" Type="http://schemas.openxmlformats.org/officeDocument/2006/relationships/customXml" Target="../ink/ink2160.xml"/><Relationship Id="rId57" Type="http://schemas.openxmlformats.org/officeDocument/2006/relationships/image" Target="../media/image15060.png"/><Relationship Id="rId106" Type="http://schemas.openxmlformats.org/officeDocument/2006/relationships/customXml" Target="../ink/ink2195.xml"/><Relationship Id="rId127" Type="http://schemas.openxmlformats.org/officeDocument/2006/relationships/image" Target="../media/image1540.png"/><Relationship Id="rId10" Type="http://schemas.openxmlformats.org/officeDocument/2006/relationships/customXml" Target="../ink/ink2147.xml"/><Relationship Id="rId31" Type="http://schemas.openxmlformats.org/officeDocument/2006/relationships/image" Target="../media/image14930.png"/><Relationship Id="rId52" Type="http://schemas.openxmlformats.org/officeDocument/2006/relationships/customXml" Target="../ink/ink2168.xml"/><Relationship Id="rId73" Type="http://schemas.openxmlformats.org/officeDocument/2006/relationships/image" Target="../media/image1514.png"/><Relationship Id="rId78" Type="http://schemas.openxmlformats.org/officeDocument/2006/relationships/customXml" Target="../ink/ink2181.xml"/><Relationship Id="rId94" Type="http://schemas.openxmlformats.org/officeDocument/2006/relationships/customXml" Target="../ink/ink2189.xml"/><Relationship Id="rId99" Type="http://schemas.openxmlformats.org/officeDocument/2006/relationships/image" Target="../media/image1526.png"/><Relationship Id="rId101" Type="http://schemas.openxmlformats.org/officeDocument/2006/relationships/image" Target="../media/image1527.png"/><Relationship Id="rId122" Type="http://schemas.openxmlformats.org/officeDocument/2006/relationships/customXml" Target="../ink/ink2203.xml"/><Relationship Id="rId143" Type="http://schemas.openxmlformats.org/officeDocument/2006/relationships/image" Target="../media/image1548.png"/><Relationship Id="rId148" Type="http://schemas.openxmlformats.org/officeDocument/2006/relationships/customXml" Target="../ink/ink2216.xml"/><Relationship Id="rId164" Type="http://schemas.openxmlformats.org/officeDocument/2006/relationships/customXml" Target="../ink/ink2224.xml"/><Relationship Id="rId169" Type="http://schemas.openxmlformats.org/officeDocument/2006/relationships/image" Target="../media/image1561.png"/><Relationship Id="rId185" Type="http://schemas.openxmlformats.org/officeDocument/2006/relationships/image" Target="../media/image1569.png"/><Relationship Id="rId4" Type="http://schemas.openxmlformats.org/officeDocument/2006/relationships/customXml" Target="../ink/ink2144.xml"/><Relationship Id="rId9" Type="http://schemas.openxmlformats.org/officeDocument/2006/relationships/image" Target="../media/image14820.png"/><Relationship Id="rId180" Type="http://schemas.openxmlformats.org/officeDocument/2006/relationships/customXml" Target="../ink/ink2232.xml"/><Relationship Id="rId210" Type="http://schemas.openxmlformats.org/officeDocument/2006/relationships/customXml" Target="../ink/ink2247.xml"/><Relationship Id="rId215" Type="http://schemas.openxmlformats.org/officeDocument/2006/relationships/image" Target="../media/image1582.png"/><Relationship Id="rId26" Type="http://schemas.openxmlformats.org/officeDocument/2006/relationships/customXml" Target="../ink/ink2155.xml"/><Relationship Id="rId47" Type="http://schemas.openxmlformats.org/officeDocument/2006/relationships/image" Target="../media/image15011.png"/><Relationship Id="rId68" Type="http://schemas.openxmlformats.org/officeDocument/2006/relationships/customXml" Target="../ink/ink2176.xml"/><Relationship Id="rId89" Type="http://schemas.openxmlformats.org/officeDocument/2006/relationships/image" Target="../media/image1261.png"/><Relationship Id="rId112" Type="http://schemas.openxmlformats.org/officeDocument/2006/relationships/customXml" Target="../ink/ink2198.xml"/><Relationship Id="rId133" Type="http://schemas.openxmlformats.org/officeDocument/2006/relationships/image" Target="../media/image1543.png"/><Relationship Id="rId154" Type="http://schemas.openxmlformats.org/officeDocument/2006/relationships/customXml" Target="../ink/ink2219.xml"/><Relationship Id="rId175" Type="http://schemas.openxmlformats.org/officeDocument/2006/relationships/image" Target="../media/image1564.png"/><Relationship Id="rId196" Type="http://schemas.openxmlformats.org/officeDocument/2006/relationships/customXml" Target="../ink/ink2240.xml"/><Relationship Id="rId200" Type="http://schemas.openxmlformats.org/officeDocument/2006/relationships/customXml" Target="../ink/ink2242.xml"/><Relationship Id="rId16" Type="http://schemas.openxmlformats.org/officeDocument/2006/relationships/customXml" Target="../ink/ink2150.xml"/><Relationship Id="rId221" Type="http://schemas.openxmlformats.org/officeDocument/2006/relationships/image" Target="../media/image1379.png"/><Relationship Id="rId37" Type="http://schemas.openxmlformats.org/officeDocument/2006/relationships/image" Target="../media/image14960.png"/><Relationship Id="rId58" Type="http://schemas.openxmlformats.org/officeDocument/2006/relationships/customXml" Target="../ink/ink2171.xml"/><Relationship Id="rId79" Type="http://schemas.openxmlformats.org/officeDocument/2006/relationships/image" Target="../media/image1517.png"/><Relationship Id="rId102" Type="http://schemas.openxmlformats.org/officeDocument/2006/relationships/customXml" Target="../ink/ink2193.xml"/><Relationship Id="rId123" Type="http://schemas.openxmlformats.org/officeDocument/2006/relationships/image" Target="../media/image1538.png"/><Relationship Id="rId144" Type="http://schemas.openxmlformats.org/officeDocument/2006/relationships/customXml" Target="../ink/ink2214.xml"/><Relationship Id="rId90" Type="http://schemas.openxmlformats.org/officeDocument/2006/relationships/customXml" Target="../ink/ink2187.xml"/><Relationship Id="rId165" Type="http://schemas.openxmlformats.org/officeDocument/2006/relationships/image" Target="../media/image1559.png"/><Relationship Id="rId186" Type="http://schemas.openxmlformats.org/officeDocument/2006/relationships/customXml" Target="../ink/ink2235.xml"/><Relationship Id="rId211" Type="http://schemas.openxmlformats.org/officeDocument/2006/relationships/image" Target="../media/image762.png"/><Relationship Id="rId27" Type="http://schemas.openxmlformats.org/officeDocument/2006/relationships/image" Target="../media/image14911.png"/><Relationship Id="rId48" Type="http://schemas.openxmlformats.org/officeDocument/2006/relationships/customXml" Target="../ink/ink2166.xml"/><Relationship Id="rId69" Type="http://schemas.openxmlformats.org/officeDocument/2006/relationships/image" Target="../media/image1512.png"/><Relationship Id="rId113" Type="http://schemas.openxmlformats.org/officeDocument/2006/relationships/image" Target="../media/image1533.png"/><Relationship Id="rId134" Type="http://schemas.openxmlformats.org/officeDocument/2006/relationships/customXml" Target="../ink/ink2209.xml"/><Relationship Id="rId80" Type="http://schemas.openxmlformats.org/officeDocument/2006/relationships/customXml" Target="../ink/ink2182.xml"/><Relationship Id="rId155" Type="http://schemas.openxmlformats.org/officeDocument/2006/relationships/image" Target="../media/image1554.png"/><Relationship Id="rId176" Type="http://schemas.openxmlformats.org/officeDocument/2006/relationships/customXml" Target="../ink/ink2230.xml"/><Relationship Id="rId197" Type="http://schemas.openxmlformats.org/officeDocument/2006/relationships/image" Target="../media/image1575.png"/><Relationship Id="rId201" Type="http://schemas.openxmlformats.org/officeDocument/2006/relationships/image" Target="../media/image1577.png"/><Relationship Id="rId222" Type="http://schemas.openxmlformats.org/officeDocument/2006/relationships/customXml" Target="../ink/ink2253.xml"/><Relationship Id="rId17" Type="http://schemas.openxmlformats.org/officeDocument/2006/relationships/image" Target="../media/image14860.png"/><Relationship Id="rId38" Type="http://schemas.openxmlformats.org/officeDocument/2006/relationships/customXml" Target="../ink/ink2161.xml"/><Relationship Id="rId59" Type="http://schemas.openxmlformats.org/officeDocument/2006/relationships/image" Target="../media/image1507.png"/><Relationship Id="rId103" Type="http://schemas.openxmlformats.org/officeDocument/2006/relationships/image" Target="../media/image1528.png"/><Relationship Id="rId124" Type="http://schemas.openxmlformats.org/officeDocument/2006/relationships/customXml" Target="../ink/ink2204.xml"/><Relationship Id="rId70" Type="http://schemas.openxmlformats.org/officeDocument/2006/relationships/customXml" Target="../ink/ink2177.xml"/><Relationship Id="rId91" Type="http://schemas.openxmlformats.org/officeDocument/2006/relationships/image" Target="../media/image1522.png"/><Relationship Id="rId145" Type="http://schemas.openxmlformats.org/officeDocument/2006/relationships/image" Target="../media/image1549.png"/><Relationship Id="rId166" Type="http://schemas.openxmlformats.org/officeDocument/2006/relationships/customXml" Target="../ink/ink2225.xml"/><Relationship Id="rId187" Type="http://schemas.openxmlformats.org/officeDocument/2006/relationships/image" Target="../media/image157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248.xml"/><Relationship Id="rId28" Type="http://schemas.openxmlformats.org/officeDocument/2006/relationships/customXml" Target="../ink/ink2156.xml"/><Relationship Id="rId49" Type="http://schemas.openxmlformats.org/officeDocument/2006/relationships/image" Target="../media/image15020.png"/><Relationship Id="rId114" Type="http://schemas.openxmlformats.org/officeDocument/2006/relationships/customXml" Target="../ink/ink2199.xml"/><Relationship Id="rId60" Type="http://schemas.openxmlformats.org/officeDocument/2006/relationships/customXml" Target="../ink/ink2172.xml"/><Relationship Id="rId81" Type="http://schemas.openxmlformats.org/officeDocument/2006/relationships/image" Target="../media/image1518.png"/><Relationship Id="rId135" Type="http://schemas.openxmlformats.org/officeDocument/2006/relationships/image" Target="../media/image1544.png"/><Relationship Id="rId156" Type="http://schemas.openxmlformats.org/officeDocument/2006/relationships/customXml" Target="../ink/ink2220.xml"/><Relationship Id="rId177" Type="http://schemas.openxmlformats.org/officeDocument/2006/relationships/image" Target="../media/image1565.png"/><Relationship Id="rId198" Type="http://schemas.openxmlformats.org/officeDocument/2006/relationships/customXml" Target="../ink/ink2241.xml"/><Relationship Id="rId202" Type="http://schemas.openxmlformats.org/officeDocument/2006/relationships/customXml" Target="../ink/ink2243.xml"/><Relationship Id="rId223" Type="http://schemas.openxmlformats.org/officeDocument/2006/relationships/image" Target="../media/image1584.png"/><Relationship Id="rId18" Type="http://schemas.openxmlformats.org/officeDocument/2006/relationships/customXml" Target="../ink/ink2151.xml"/><Relationship Id="rId39" Type="http://schemas.openxmlformats.org/officeDocument/2006/relationships/image" Target="../media/image14970.png"/><Relationship Id="rId50" Type="http://schemas.openxmlformats.org/officeDocument/2006/relationships/customXml" Target="../ink/ink2167.xml"/><Relationship Id="rId104" Type="http://schemas.openxmlformats.org/officeDocument/2006/relationships/customXml" Target="../ink/ink2194.xml"/><Relationship Id="rId125" Type="http://schemas.openxmlformats.org/officeDocument/2006/relationships/image" Target="../media/image1539.png"/><Relationship Id="rId146" Type="http://schemas.openxmlformats.org/officeDocument/2006/relationships/customXml" Target="../ink/ink2215.xml"/><Relationship Id="rId167" Type="http://schemas.openxmlformats.org/officeDocument/2006/relationships/image" Target="../media/image1560.png"/><Relationship Id="rId188" Type="http://schemas.openxmlformats.org/officeDocument/2006/relationships/customXml" Target="../ink/ink2236.xml"/><Relationship Id="rId71" Type="http://schemas.openxmlformats.org/officeDocument/2006/relationships/image" Target="../media/image1513.png"/><Relationship Id="rId92" Type="http://schemas.openxmlformats.org/officeDocument/2006/relationships/customXml" Target="../ink/ink2188.xml"/><Relationship Id="rId213" Type="http://schemas.openxmlformats.org/officeDocument/2006/relationships/image" Target="../media/image1581.png"/><Relationship Id="rId2" Type="http://schemas.openxmlformats.org/officeDocument/2006/relationships/customXml" Target="../ink/ink2143.xml"/><Relationship Id="rId29" Type="http://schemas.openxmlformats.org/officeDocument/2006/relationships/image" Target="../media/image14920.png"/><Relationship Id="rId40" Type="http://schemas.openxmlformats.org/officeDocument/2006/relationships/customXml" Target="../ink/ink2162.xml"/><Relationship Id="rId115" Type="http://schemas.openxmlformats.org/officeDocument/2006/relationships/image" Target="../media/image1534.png"/><Relationship Id="rId136" Type="http://schemas.openxmlformats.org/officeDocument/2006/relationships/customXml" Target="../ink/ink2210.xml"/><Relationship Id="rId157" Type="http://schemas.openxmlformats.org/officeDocument/2006/relationships/image" Target="../media/image1555.png"/><Relationship Id="rId178" Type="http://schemas.openxmlformats.org/officeDocument/2006/relationships/customXml" Target="../ink/ink2231.xml"/><Relationship Id="rId61" Type="http://schemas.openxmlformats.org/officeDocument/2006/relationships/image" Target="../media/image1508.png"/><Relationship Id="rId82" Type="http://schemas.openxmlformats.org/officeDocument/2006/relationships/customXml" Target="../ink/ink2183.xml"/><Relationship Id="rId199" Type="http://schemas.openxmlformats.org/officeDocument/2006/relationships/image" Target="../media/image1576.png"/><Relationship Id="rId203" Type="http://schemas.openxmlformats.org/officeDocument/2006/relationships/image" Target="../media/image1578.png"/><Relationship Id="rId19" Type="http://schemas.openxmlformats.org/officeDocument/2006/relationships/image" Target="../media/image14870.png"/><Relationship Id="rId30" Type="http://schemas.openxmlformats.org/officeDocument/2006/relationships/customXml" Target="../ink/ink2157.xml"/><Relationship Id="rId105" Type="http://schemas.openxmlformats.org/officeDocument/2006/relationships/image" Target="../media/image1529.png"/><Relationship Id="rId126" Type="http://schemas.openxmlformats.org/officeDocument/2006/relationships/customXml" Target="../ink/ink2205.xml"/><Relationship Id="rId147" Type="http://schemas.openxmlformats.org/officeDocument/2006/relationships/image" Target="../media/image1550.png"/><Relationship Id="rId168" Type="http://schemas.openxmlformats.org/officeDocument/2006/relationships/customXml" Target="../ink/ink2226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33.png"/><Relationship Id="rId299" Type="http://schemas.openxmlformats.org/officeDocument/2006/relationships/image" Target="../media/image1724.png"/><Relationship Id="rId21" Type="http://schemas.openxmlformats.org/officeDocument/2006/relationships/image" Target="../media/image1586.png"/><Relationship Id="rId63" Type="http://schemas.openxmlformats.org/officeDocument/2006/relationships/image" Target="../media/image1606.png"/><Relationship Id="rId159" Type="http://schemas.openxmlformats.org/officeDocument/2006/relationships/image" Target="../media/image1654.png"/><Relationship Id="rId324" Type="http://schemas.openxmlformats.org/officeDocument/2006/relationships/customXml" Target="../ink/ink2415.xml"/><Relationship Id="rId366" Type="http://schemas.openxmlformats.org/officeDocument/2006/relationships/customXml" Target="../ink/ink2436.xml"/><Relationship Id="rId170" Type="http://schemas.openxmlformats.org/officeDocument/2006/relationships/customXml" Target="../ink/ink2338.xml"/><Relationship Id="rId226" Type="http://schemas.openxmlformats.org/officeDocument/2006/relationships/customXml" Target="../ink/ink2366.xml"/><Relationship Id="rId268" Type="http://schemas.openxmlformats.org/officeDocument/2006/relationships/customXml" Target="../ink/ink2387.xml"/><Relationship Id="rId32" Type="http://schemas.openxmlformats.org/officeDocument/2006/relationships/customXml" Target="../ink/ink2269.xml"/><Relationship Id="rId74" Type="http://schemas.openxmlformats.org/officeDocument/2006/relationships/customXml" Target="../ink/ink2290.xml"/><Relationship Id="rId128" Type="http://schemas.openxmlformats.org/officeDocument/2006/relationships/customXml" Target="../ink/ink2317.xml"/><Relationship Id="rId335" Type="http://schemas.openxmlformats.org/officeDocument/2006/relationships/image" Target="../media/image1741.png"/><Relationship Id="rId377" Type="http://schemas.openxmlformats.org/officeDocument/2006/relationships/image" Target="../media/image1762.png"/><Relationship Id="rId5" Type="http://schemas.openxmlformats.org/officeDocument/2006/relationships/image" Target="../media/image15780.png"/><Relationship Id="rId181" Type="http://schemas.openxmlformats.org/officeDocument/2006/relationships/image" Target="../media/image1665.png"/><Relationship Id="rId237" Type="http://schemas.openxmlformats.org/officeDocument/2006/relationships/image" Target="../media/image1693.png"/><Relationship Id="rId279" Type="http://schemas.openxmlformats.org/officeDocument/2006/relationships/image" Target="../media/image1714.png"/><Relationship Id="rId43" Type="http://schemas.openxmlformats.org/officeDocument/2006/relationships/image" Target="../media/image1596.png"/><Relationship Id="rId139" Type="http://schemas.openxmlformats.org/officeDocument/2006/relationships/image" Target="../media/image1644.png"/><Relationship Id="rId290" Type="http://schemas.openxmlformats.org/officeDocument/2006/relationships/customXml" Target="../ink/ink2398.xml"/><Relationship Id="rId304" Type="http://schemas.openxmlformats.org/officeDocument/2006/relationships/customXml" Target="../ink/ink2405.xml"/><Relationship Id="rId346" Type="http://schemas.openxmlformats.org/officeDocument/2006/relationships/customXml" Target="../ink/ink2426.xml"/><Relationship Id="rId388" Type="http://schemas.openxmlformats.org/officeDocument/2006/relationships/image" Target="../media/image1767.png"/><Relationship Id="rId85" Type="http://schemas.openxmlformats.org/officeDocument/2006/relationships/image" Target="../media/image1617.png"/><Relationship Id="rId150" Type="http://schemas.openxmlformats.org/officeDocument/2006/relationships/customXml" Target="../ink/ink2328.xml"/><Relationship Id="rId192" Type="http://schemas.openxmlformats.org/officeDocument/2006/relationships/customXml" Target="../ink/ink2349.xml"/><Relationship Id="rId206" Type="http://schemas.openxmlformats.org/officeDocument/2006/relationships/customXml" Target="../ink/ink2356.xml"/><Relationship Id="rId248" Type="http://schemas.openxmlformats.org/officeDocument/2006/relationships/customXml" Target="../ink/ink2377.xml"/><Relationship Id="rId12" Type="http://schemas.openxmlformats.org/officeDocument/2006/relationships/customXml" Target="../ink/ink2259.xml"/><Relationship Id="rId108" Type="http://schemas.openxmlformats.org/officeDocument/2006/relationships/customXml" Target="../ink/ink2307.xml"/><Relationship Id="rId315" Type="http://schemas.openxmlformats.org/officeDocument/2006/relationships/image" Target="../media/image1732.png"/><Relationship Id="rId357" Type="http://schemas.openxmlformats.org/officeDocument/2006/relationships/image" Target="../media/image1752.png"/><Relationship Id="rId54" Type="http://schemas.openxmlformats.org/officeDocument/2006/relationships/customXml" Target="../ink/ink2280.xml"/><Relationship Id="rId96" Type="http://schemas.openxmlformats.org/officeDocument/2006/relationships/customXml" Target="../ink/ink2301.xml"/><Relationship Id="rId161" Type="http://schemas.openxmlformats.org/officeDocument/2006/relationships/image" Target="../media/image1655.png"/><Relationship Id="rId217" Type="http://schemas.openxmlformats.org/officeDocument/2006/relationships/image" Target="../media/image1683.png"/><Relationship Id="rId259" Type="http://schemas.openxmlformats.org/officeDocument/2006/relationships/image" Target="../media/image1704.png"/><Relationship Id="rId23" Type="http://schemas.openxmlformats.org/officeDocument/2006/relationships/image" Target="../media/image1587.png"/><Relationship Id="rId119" Type="http://schemas.openxmlformats.org/officeDocument/2006/relationships/image" Target="../media/image1634.png"/><Relationship Id="rId270" Type="http://schemas.openxmlformats.org/officeDocument/2006/relationships/customXml" Target="../ink/ink2388.xml"/><Relationship Id="rId326" Type="http://schemas.openxmlformats.org/officeDocument/2006/relationships/customXml" Target="../ink/ink2416.xml"/><Relationship Id="rId65" Type="http://schemas.openxmlformats.org/officeDocument/2006/relationships/image" Target="../media/image1607.png"/><Relationship Id="rId130" Type="http://schemas.openxmlformats.org/officeDocument/2006/relationships/customXml" Target="../ink/ink2318.xml"/><Relationship Id="rId368" Type="http://schemas.openxmlformats.org/officeDocument/2006/relationships/customXml" Target="../ink/ink2437.xml"/><Relationship Id="rId172" Type="http://schemas.openxmlformats.org/officeDocument/2006/relationships/customXml" Target="../ink/ink2339.xml"/><Relationship Id="rId228" Type="http://schemas.openxmlformats.org/officeDocument/2006/relationships/customXml" Target="../ink/ink2367.xml"/><Relationship Id="rId281" Type="http://schemas.openxmlformats.org/officeDocument/2006/relationships/image" Target="../media/image1715.png"/><Relationship Id="rId337" Type="http://schemas.openxmlformats.org/officeDocument/2006/relationships/image" Target="../media/image1742.png"/><Relationship Id="rId34" Type="http://schemas.openxmlformats.org/officeDocument/2006/relationships/customXml" Target="../ink/ink2270.xml"/><Relationship Id="rId76" Type="http://schemas.openxmlformats.org/officeDocument/2006/relationships/customXml" Target="../ink/ink2291.xml"/><Relationship Id="rId141" Type="http://schemas.openxmlformats.org/officeDocument/2006/relationships/image" Target="../media/image1645.png"/><Relationship Id="rId379" Type="http://schemas.openxmlformats.org/officeDocument/2006/relationships/image" Target="../media/image1763.png"/><Relationship Id="rId7" Type="http://schemas.openxmlformats.org/officeDocument/2006/relationships/image" Target="../media/image15790.png"/><Relationship Id="rId183" Type="http://schemas.openxmlformats.org/officeDocument/2006/relationships/image" Target="../media/image1666.png"/><Relationship Id="rId239" Type="http://schemas.openxmlformats.org/officeDocument/2006/relationships/image" Target="../media/image1694.png"/><Relationship Id="rId390" Type="http://schemas.openxmlformats.org/officeDocument/2006/relationships/image" Target="../media/image1768.png"/><Relationship Id="rId250" Type="http://schemas.openxmlformats.org/officeDocument/2006/relationships/customXml" Target="../ink/ink2378.xml"/><Relationship Id="rId292" Type="http://schemas.openxmlformats.org/officeDocument/2006/relationships/customXml" Target="../ink/ink2399.xml"/><Relationship Id="rId306" Type="http://schemas.openxmlformats.org/officeDocument/2006/relationships/customXml" Target="../ink/ink2406.xml"/><Relationship Id="rId45" Type="http://schemas.openxmlformats.org/officeDocument/2006/relationships/image" Target="../media/image1597.png"/><Relationship Id="rId87" Type="http://schemas.openxmlformats.org/officeDocument/2006/relationships/image" Target="../media/image1618.png"/><Relationship Id="rId110" Type="http://schemas.openxmlformats.org/officeDocument/2006/relationships/customXml" Target="../ink/ink2308.xml"/><Relationship Id="rId348" Type="http://schemas.openxmlformats.org/officeDocument/2006/relationships/customXml" Target="../ink/ink2427.xml"/><Relationship Id="rId152" Type="http://schemas.openxmlformats.org/officeDocument/2006/relationships/customXml" Target="../ink/ink2329.xml"/><Relationship Id="rId194" Type="http://schemas.openxmlformats.org/officeDocument/2006/relationships/customXml" Target="../ink/ink2350.xml"/><Relationship Id="rId208" Type="http://schemas.openxmlformats.org/officeDocument/2006/relationships/customXml" Target="../ink/ink2357.xml"/><Relationship Id="rId261" Type="http://schemas.openxmlformats.org/officeDocument/2006/relationships/image" Target="../media/image1705.png"/><Relationship Id="rId14" Type="http://schemas.openxmlformats.org/officeDocument/2006/relationships/customXml" Target="../ink/ink2260.xml"/><Relationship Id="rId56" Type="http://schemas.openxmlformats.org/officeDocument/2006/relationships/customXml" Target="../ink/ink2281.xml"/><Relationship Id="rId317" Type="http://schemas.openxmlformats.org/officeDocument/2006/relationships/image" Target="../media/image1733.png"/><Relationship Id="rId359" Type="http://schemas.openxmlformats.org/officeDocument/2006/relationships/image" Target="../media/image1753.png"/><Relationship Id="rId98" Type="http://schemas.openxmlformats.org/officeDocument/2006/relationships/customXml" Target="../ink/ink2302.xml"/><Relationship Id="rId121" Type="http://schemas.openxmlformats.org/officeDocument/2006/relationships/image" Target="../media/image1635.png"/><Relationship Id="rId163" Type="http://schemas.openxmlformats.org/officeDocument/2006/relationships/image" Target="../media/image1656.png"/><Relationship Id="rId219" Type="http://schemas.openxmlformats.org/officeDocument/2006/relationships/image" Target="../media/image1684.png"/><Relationship Id="rId370" Type="http://schemas.openxmlformats.org/officeDocument/2006/relationships/customXml" Target="../ink/ink2438.xml"/><Relationship Id="rId230" Type="http://schemas.openxmlformats.org/officeDocument/2006/relationships/customXml" Target="../ink/ink2368.xml"/><Relationship Id="rId25" Type="http://schemas.openxmlformats.org/officeDocument/2006/relationships/image" Target="../media/image1588.png"/><Relationship Id="rId67" Type="http://schemas.openxmlformats.org/officeDocument/2006/relationships/image" Target="../media/image1608.png"/><Relationship Id="rId272" Type="http://schemas.openxmlformats.org/officeDocument/2006/relationships/customXml" Target="../ink/ink2389.xml"/><Relationship Id="rId328" Type="http://schemas.openxmlformats.org/officeDocument/2006/relationships/customXml" Target="../ink/ink2417.xml"/><Relationship Id="rId132" Type="http://schemas.openxmlformats.org/officeDocument/2006/relationships/customXml" Target="../ink/ink2319.xml"/><Relationship Id="rId174" Type="http://schemas.openxmlformats.org/officeDocument/2006/relationships/customXml" Target="../ink/ink2340.xml"/><Relationship Id="rId381" Type="http://schemas.openxmlformats.org/officeDocument/2006/relationships/customXml" Target="../ink/ink2444.xml"/><Relationship Id="rId241" Type="http://schemas.openxmlformats.org/officeDocument/2006/relationships/image" Target="../media/image1695.png"/><Relationship Id="rId36" Type="http://schemas.openxmlformats.org/officeDocument/2006/relationships/customXml" Target="../ink/ink2271.xml"/><Relationship Id="rId283" Type="http://schemas.openxmlformats.org/officeDocument/2006/relationships/image" Target="../media/image1716.png"/><Relationship Id="rId339" Type="http://schemas.openxmlformats.org/officeDocument/2006/relationships/image" Target="../media/image1743.png"/><Relationship Id="rId78" Type="http://schemas.openxmlformats.org/officeDocument/2006/relationships/customXml" Target="../ink/ink2292.xml"/><Relationship Id="rId101" Type="http://schemas.openxmlformats.org/officeDocument/2006/relationships/image" Target="../media/image1625.png"/><Relationship Id="rId143" Type="http://schemas.openxmlformats.org/officeDocument/2006/relationships/image" Target="../media/image1646.png"/><Relationship Id="rId185" Type="http://schemas.openxmlformats.org/officeDocument/2006/relationships/image" Target="../media/image1667.png"/><Relationship Id="rId350" Type="http://schemas.openxmlformats.org/officeDocument/2006/relationships/customXml" Target="../ink/ink2428.xml"/><Relationship Id="rId9" Type="http://schemas.openxmlformats.org/officeDocument/2006/relationships/image" Target="../media/image15800.png"/><Relationship Id="rId210" Type="http://schemas.openxmlformats.org/officeDocument/2006/relationships/customXml" Target="../ink/ink2358.xml"/><Relationship Id="rId392" Type="http://schemas.openxmlformats.org/officeDocument/2006/relationships/image" Target="../media/image1769.png"/><Relationship Id="rId252" Type="http://schemas.openxmlformats.org/officeDocument/2006/relationships/customXml" Target="../ink/ink2379.xml"/><Relationship Id="rId294" Type="http://schemas.openxmlformats.org/officeDocument/2006/relationships/customXml" Target="../ink/ink2400.xml"/><Relationship Id="rId308" Type="http://schemas.openxmlformats.org/officeDocument/2006/relationships/customXml" Target="../ink/ink2407.xml"/><Relationship Id="rId47" Type="http://schemas.openxmlformats.org/officeDocument/2006/relationships/image" Target="../media/image1598.png"/><Relationship Id="rId89" Type="http://schemas.openxmlformats.org/officeDocument/2006/relationships/image" Target="../media/image1619.png"/><Relationship Id="rId112" Type="http://schemas.openxmlformats.org/officeDocument/2006/relationships/customXml" Target="../ink/ink2309.xml"/><Relationship Id="rId154" Type="http://schemas.openxmlformats.org/officeDocument/2006/relationships/customXml" Target="../ink/ink2330.xml"/><Relationship Id="rId361" Type="http://schemas.openxmlformats.org/officeDocument/2006/relationships/image" Target="../media/image1754.png"/><Relationship Id="rId196" Type="http://schemas.openxmlformats.org/officeDocument/2006/relationships/customXml" Target="../ink/ink2351.xml"/><Relationship Id="rId16" Type="http://schemas.openxmlformats.org/officeDocument/2006/relationships/customXml" Target="../ink/ink2261.xml"/><Relationship Id="rId221" Type="http://schemas.openxmlformats.org/officeDocument/2006/relationships/image" Target="../media/image1685.png"/><Relationship Id="rId242" Type="http://schemas.openxmlformats.org/officeDocument/2006/relationships/customXml" Target="../ink/ink2374.xml"/><Relationship Id="rId263" Type="http://schemas.openxmlformats.org/officeDocument/2006/relationships/image" Target="../media/image1706.png"/><Relationship Id="rId284" Type="http://schemas.openxmlformats.org/officeDocument/2006/relationships/customXml" Target="../ink/ink2395.xml"/><Relationship Id="rId319" Type="http://schemas.openxmlformats.org/officeDocument/2006/relationships/image" Target="../media/image1734.png"/><Relationship Id="rId37" Type="http://schemas.openxmlformats.org/officeDocument/2006/relationships/image" Target="../media/image1593.png"/><Relationship Id="rId58" Type="http://schemas.openxmlformats.org/officeDocument/2006/relationships/customXml" Target="../ink/ink2282.xml"/><Relationship Id="rId79" Type="http://schemas.openxmlformats.org/officeDocument/2006/relationships/image" Target="../media/image1614.png"/><Relationship Id="rId102" Type="http://schemas.openxmlformats.org/officeDocument/2006/relationships/customXml" Target="../ink/ink2304.xml"/><Relationship Id="rId123" Type="http://schemas.openxmlformats.org/officeDocument/2006/relationships/image" Target="../media/image1636.png"/><Relationship Id="rId144" Type="http://schemas.openxmlformats.org/officeDocument/2006/relationships/customXml" Target="../ink/ink2325.xml"/><Relationship Id="rId330" Type="http://schemas.openxmlformats.org/officeDocument/2006/relationships/customXml" Target="../ink/ink2418.xml"/><Relationship Id="rId90" Type="http://schemas.openxmlformats.org/officeDocument/2006/relationships/customXml" Target="../ink/ink2298.xml"/><Relationship Id="rId165" Type="http://schemas.openxmlformats.org/officeDocument/2006/relationships/image" Target="../media/image1657.png"/><Relationship Id="rId186" Type="http://schemas.openxmlformats.org/officeDocument/2006/relationships/customXml" Target="../ink/ink2346.xml"/><Relationship Id="rId351" Type="http://schemas.openxmlformats.org/officeDocument/2006/relationships/image" Target="../media/image1749.png"/><Relationship Id="rId372" Type="http://schemas.openxmlformats.org/officeDocument/2006/relationships/customXml" Target="../ink/ink2439.xml"/><Relationship Id="rId393" Type="http://schemas.openxmlformats.org/officeDocument/2006/relationships/customXml" Target="../ink/ink2450.xml"/><Relationship Id="rId211" Type="http://schemas.openxmlformats.org/officeDocument/2006/relationships/image" Target="../media/image1680.png"/><Relationship Id="rId232" Type="http://schemas.openxmlformats.org/officeDocument/2006/relationships/customXml" Target="../ink/ink2369.xml"/><Relationship Id="rId253" Type="http://schemas.openxmlformats.org/officeDocument/2006/relationships/image" Target="../media/image1701.png"/><Relationship Id="rId274" Type="http://schemas.openxmlformats.org/officeDocument/2006/relationships/customXml" Target="../ink/ink2390.xml"/><Relationship Id="rId295" Type="http://schemas.openxmlformats.org/officeDocument/2006/relationships/image" Target="../media/image1722.png"/><Relationship Id="rId309" Type="http://schemas.openxmlformats.org/officeDocument/2006/relationships/image" Target="../media/image1729.png"/><Relationship Id="rId27" Type="http://schemas.openxmlformats.org/officeDocument/2006/relationships/image" Target="../media/image261.png"/><Relationship Id="rId48" Type="http://schemas.openxmlformats.org/officeDocument/2006/relationships/customXml" Target="../ink/ink2277.xml"/><Relationship Id="rId69" Type="http://schemas.openxmlformats.org/officeDocument/2006/relationships/image" Target="../media/image1609.png"/><Relationship Id="rId113" Type="http://schemas.openxmlformats.org/officeDocument/2006/relationships/image" Target="../media/image1631.png"/><Relationship Id="rId134" Type="http://schemas.openxmlformats.org/officeDocument/2006/relationships/customXml" Target="../ink/ink2320.xml"/><Relationship Id="rId320" Type="http://schemas.openxmlformats.org/officeDocument/2006/relationships/customXml" Target="../ink/ink2413.xml"/><Relationship Id="rId80" Type="http://schemas.openxmlformats.org/officeDocument/2006/relationships/customXml" Target="../ink/ink2293.xml"/><Relationship Id="rId155" Type="http://schemas.openxmlformats.org/officeDocument/2006/relationships/image" Target="../media/image1652.png"/><Relationship Id="rId176" Type="http://schemas.openxmlformats.org/officeDocument/2006/relationships/customXml" Target="../ink/ink2341.xml"/><Relationship Id="rId197" Type="http://schemas.openxmlformats.org/officeDocument/2006/relationships/image" Target="../media/image1673.png"/><Relationship Id="rId341" Type="http://schemas.openxmlformats.org/officeDocument/2006/relationships/image" Target="../media/image1744.png"/><Relationship Id="rId362" Type="http://schemas.openxmlformats.org/officeDocument/2006/relationships/customXml" Target="../ink/ink2434.xml"/><Relationship Id="rId383" Type="http://schemas.openxmlformats.org/officeDocument/2006/relationships/customXml" Target="../ink/ink2445.xml"/><Relationship Id="rId201" Type="http://schemas.openxmlformats.org/officeDocument/2006/relationships/image" Target="../media/image1675.png"/><Relationship Id="rId222" Type="http://schemas.openxmlformats.org/officeDocument/2006/relationships/customXml" Target="../ink/ink2364.xml"/><Relationship Id="rId243" Type="http://schemas.openxmlformats.org/officeDocument/2006/relationships/image" Target="../media/image1696.png"/><Relationship Id="rId264" Type="http://schemas.openxmlformats.org/officeDocument/2006/relationships/customXml" Target="../ink/ink2385.xml"/><Relationship Id="rId285" Type="http://schemas.openxmlformats.org/officeDocument/2006/relationships/image" Target="../media/image1717.png"/><Relationship Id="rId17" Type="http://schemas.openxmlformats.org/officeDocument/2006/relationships/image" Target="../media/image15840.png"/><Relationship Id="rId38" Type="http://schemas.openxmlformats.org/officeDocument/2006/relationships/customXml" Target="../ink/ink2272.xml"/><Relationship Id="rId59" Type="http://schemas.openxmlformats.org/officeDocument/2006/relationships/image" Target="../media/image1604.png"/><Relationship Id="rId103" Type="http://schemas.openxmlformats.org/officeDocument/2006/relationships/image" Target="../media/image1626.png"/><Relationship Id="rId124" Type="http://schemas.openxmlformats.org/officeDocument/2006/relationships/customXml" Target="../ink/ink2315.xml"/><Relationship Id="rId310" Type="http://schemas.openxmlformats.org/officeDocument/2006/relationships/customXml" Target="../ink/ink2408.xml"/><Relationship Id="rId70" Type="http://schemas.openxmlformats.org/officeDocument/2006/relationships/customXml" Target="../ink/ink2288.xml"/><Relationship Id="rId91" Type="http://schemas.openxmlformats.org/officeDocument/2006/relationships/image" Target="../media/image1620.png"/><Relationship Id="rId145" Type="http://schemas.openxmlformats.org/officeDocument/2006/relationships/image" Target="../media/image1647.png"/><Relationship Id="rId166" Type="http://schemas.openxmlformats.org/officeDocument/2006/relationships/customXml" Target="../ink/ink2336.xml"/><Relationship Id="rId187" Type="http://schemas.openxmlformats.org/officeDocument/2006/relationships/image" Target="../media/image1668.png"/><Relationship Id="rId331" Type="http://schemas.openxmlformats.org/officeDocument/2006/relationships/image" Target="../media/image1739.png"/><Relationship Id="rId352" Type="http://schemas.openxmlformats.org/officeDocument/2006/relationships/customXml" Target="../ink/ink2429.xml"/><Relationship Id="rId373" Type="http://schemas.openxmlformats.org/officeDocument/2006/relationships/image" Target="../media/image1760.png"/><Relationship Id="rId394" Type="http://schemas.openxmlformats.org/officeDocument/2006/relationships/image" Target="../media/image177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359.xml"/><Relationship Id="rId233" Type="http://schemas.openxmlformats.org/officeDocument/2006/relationships/image" Target="../media/image1691.png"/><Relationship Id="rId254" Type="http://schemas.openxmlformats.org/officeDocument/2006/relationships/customXml" Target="../ink/ink2380.xml"/><Relationship Id="rId28" Type="http://schemas.openxmlformats.org/officeDocument/2006/relationships/customXml" Target="../ink/ink2267.xml"/><Relationship Id="rId49" Type="http://schemas.openxmlformats.org/officeDocument/2006/relationships/image" Target="../media/image1599.png"/><Relationship Id="rId114" Type="http://schemas.openxmlformats.org/officeDocument/2006/relationships/customXml" Target="../ink/ink2310.xml"/><Relationship Id="rId275" Type="http://schemas.openxmlformats.org/officeDocument/2006/relationships/image" Target="../media/image1712.png"/><Relationship Id="rId296" Type="http://schemas.openxmlformats.org/officeDocument/2006/relationships/customXml" Target="../ink/ink2401.xml"/><Relationship Id="rId300" Type="http://schemas.openxmlformats.org/officeDocument/2006/relationships/customXml" Target="../ink/ink2403.xml"/><Relationship Id="rId60" Type="http://schemas.openxmlformats.org/officeDocument/2006/relationships/customXml" Target="../ink/ink2283.xml"/><Relationship Id="rId81" Type="http://schemas.openxmlformats.org/officeDocument/2006/relationships/image" Target="../media/image1615.png"/><Relationship Id="rId135" Type="http://schemas.openxmlformats.org/officeDocument/2006/relationships/image" Target="../media/image1642.png"/><Relationship Id="rId156" Type="http://schemas.openxmlformats.org/officeDocument/2006/relationships/customXml" Target="../ink/ink2331.xml"/><Relationship Id="rId177" Type="http://schemas.openxmlformats.org/officeDocument/2006/relationships/image" Target="../media/image1663.png"/><Relationship Id="rId198" Type="http://schemas.openxmlformats.org/officeDocument/2006/relationships/customXml" Target="../ink/ink2352.xml"/><Relationship Id="rId321" Type="http://schemas.openxmlformats.org/officeDocument/2006/relationships/image" Target="../media/image1735.png"/><Relationship Id="rId342" Type="http://schemas.openxmlformats.org/officeDocument/2006/relationships/customXml" Target="../ink/ink2424.xml"/><Relationship Id="rId363" Type="http://schemas.openxmlformats.org/officeDocument/2006/relationships/image" Target="../media/image1755.png"/><Relationship Id="rId384" Type="http://schemas.openxmlformats.org/officeDocument/2006/relationships/image" Target="../media/image1765.png"/><Relationship Id="rId202" Type="http://schemas.openxmlformats.org/officeDocument/2006/relationships/customXml" Target="../ink/ink2354.xml"/><Relationship Id="rId223" Type="http://schemas.openxmlformats.org/officeDocument/2006/relationships/image" Target="../media/image1686.png"/><Relationship Id="rId244" Type="http://schemas.openxmlformats.org/officeDocument/2006/relationships/customXml" Target="../ink/ink2375.xml"/><Relationship Id="rId18" Type="http://schemas.openxmlformats.org/officeDocument/2006/relationships/customXml" Target="../ink/ink2262.xml"/><Relationship Id="rId39" Type="http://schemas.openxmlformats.org/officeDocument/2006/relationships/image" Target="../media/image1594.png"/><Relationship Id="rId265" Type="http://schemas.openxmlformats.org/officeDocument/2006/relationships/image" Target="../media/image1707.png"/><Relationship Id="rId286" Type="http://schemas.openxmlformats.org/officeDocument/2006/relationships/customXml" Target="../ink/ink2396.xml"/><Relationship Id="rId50" Type="http://schemas.openxmlformats.org/officeDocument/2006/relationships/customXml" Target="../ink/ink2278.xml"/><Relationship Id="rId104" Type="http://schemas.openxmlformats.org/officeDocument/2006/relationships/customXml" Target="../ink/ink2305.xml"/><Relationship Id="rId125" Type="http://schemas.openxmlformats.org/officeDocument/2006/relationships/image" Target="../media/image1637.png"/><Relationship Id="rId146" Type="http://schemas.openxmlformats.org/officeDocument/2006/relationships/customXml" Target="../ink/ink2326.xml"/><Relationship Id="rId167" Type="http://schemas.openxmlformats.org/officeDocument/2006/relationships/image" Target="../media/image1658.png"/><Relationship Id="rId188" Type="http://schemas.openxmlformats.org/officeDocument/2006/relationships/customXml" Target="../ink/ink2347.xml"/><Relationship Id="rId311" Type="http://schemas.openxmlformats.org/officeDocument/2006/relationships/image" Target="../media/image1730.png"/><Relationship Id="rId332" Type="http://schemas.openxmlformats.org/officeDocument/2006/relationships/customXml" Target="../ink/ink2419.xml"/><Relationship Id="rId353" Type="http://schemas.openxmlformats.org/officeDocument/2006/relationships/image" Target="../media/image1750.png"/><Relationship Id="rId374" Type="http://schemas.openxmlformats.org/officeDocument/2006/relationships/customXml" Target="../ink/ink2440.xml"/><Relationship Id="rId71" Type="http://schemas.openxmlformats.org/officeDocument/2006/relationships/image" Target="../media/image1610.png"/><Relationship Id="rId92" Type="http://schemas.openxmlformats.org/officeDocument/2006/relationships/customXml" Target="../ink/ink2299.xml"/><Relationship Id="rId213" Type="http://schemas.openxmlformats.org/officeDocument/2006/relationships/image" Target="../media/image1681.png"/><Relationship Id="rId234" Type="http://schemas.openxmlformats.org/officeDocument/2006/relationships/customXml" Target="../ink/ink2370.xml"/><Relationship Id="rId2" Type="http://schemas.openxmlformats.org/officeDocument/2006/relationships/customXml" Target="../ink/ink2254.xml"/><Relationship Id="rId29" Type="http://schemas.openxmlformats.org/officeDocument/2006/relationships/image" Target="../media/image1589.png"/><Relationship Id="rId255" Type="http://schemas.openxmlformats.org/officeDocument/2006/relationships/image" Target="../media/image1702.png"/><Relationship Id="rId276" Type="http://schemas.openxmlformats.org/officeDocument/2006/relationships/customXml" Target="../ink/ink2391.xml"/><Relationship Id="rId297" Type="http://schemas.openxmlformats.org/officeDocument/2006/relationships/image" Target="../media/image1723.png"/><Relationship Id="rId40" Type="http://schemas.openxmlformats.org/officeDocument/2006/relationships/customXml" Target="../ink/ink2273.xml"/><Relationship Id="rId115" Type="http://schemas.openxmlformats.org/officeDocument/2006/relationships/image" Target="../media/image1632.png"/><Relationship Id="rId136" Type="http://schemas.openxmlformats.org/officeDocument/2006/relationships/customXml" Target="../ink/ink2321.xml"/><Relationship Id="rId157" Type="http://schemas.openxmlformats.org/officeDocument/2006/relationships/image" Target="../media/image1653.png"/><Relationship Id="rId178" Type="http://schemas.openxmlformats.org/officeDocument/2006/relationships/customXml" Target="../ink/ink2342.xml"/><Relationship Id="rId301" Type="http://schemas.openxmlformats.org/officeDocument/2006/relationships/image" Target="../media/image1725.png"/><Relationship Id="rId322" Type="http://schemas.openxmlformats.org/officeDocument/2006/relationships/customXml" Target="../ink/ink2414.xml"/><Relationship Id="rId343" Type="http://schemas.openxmlformats.org/officeDocument/2006/relationships/image" Target="../media/image1745.png"/><Relationship Id="rId364" Type="http://schemas.openxmlformats.org/officeDocument/2006/relationships/customXml" Target="../ink/ink2435.xml"/><Relationship Id="rId61" Type="http://schemas.openxmlformats.org/officeDocument/2006/relationships/image" Target="../media/image1605.png"/><Relationship Id="rId82" Type="http://schemas.openxmlformats.org/officeDocument/2006/relationships/customXml" Target="../ink/ink2294.xml"/><Relationship Id="rId199" Type="http://schemas.openxmlformats.org/officeDocument/2006/relationships/image" Target="../media/image1674.png"/><Relationship Id="rId203" Type="http://schemas.openxmlformats.org/officeDocument/2006/relationships/image" Target="../media/image1676.png"/><Relationship Id="rId385" Type="http://schemas.openxmlformats.org/officeDocument/2006/relationships/customXml" Target="../ink/ink2446.xml"/><Relationship Id="rId19" Type="http://schemas.openxmlformats.org/officeDocument/2006/relationships/image" Target="../media/image1585.png"/><Relationship Id="rId224" Type="http://schemas.openxmlformats.org/officeDocument/2006/relationships/customXml" Target="../ink/ink2365.xml"/><Relationship Id="rId245" Type="http://schemas.openxmlformats.org/officeDocument/2006/relationships/image" Target="../media/image1697.png"/><Relationship Id="rId266" Type="http://schemas.openxmlformats.org/officeDocument/2006/relationships/customXml" Target="../ink/ink2386.xml"/><Relationship Id="rId287" Type="http://schemas.openxmlformats.org/officeDocument/2006/relationships/image" Target="../media/image1718.png"/><Relationship Id="rId30" Type="http://schemas.openxmlformats.org/officeDocument/2006/relationships/customXml" Target="../ink/ink2268.xml"/><Relationship Id="rId105" Type="http://schemas.openxmlformats.org/officeDocument/2006/relationships/image" Target="../media/image1627.png"/><Relationship Id="rId126" Type="http://schemas.openxmlformats.org/officeDocument/2006/relationships/customXml" Target="../ink/ink2316.xml"/><Relationship Id="rId147" Type="http://schemas.openxmlformats.org/officeDocument/2006/relationships/image" Target="../media/image1648.png"/><Relationship Id="rId168" Type="http://schemas.openxmlformats.org/officeDocument/2006/relationships/customXml" Target="../ink/ink2337.xml"/><Relationship Id="rId312" Type="http://schemas.openxmlformats.org/officeDocument/2006/relationships/customXml" Target="../ink/ink2409.xml"/><Relationship Id="rId333" Type="http://schemas.openxmlformats.org/officeDocument/2006/relationships/image" Target="../media/image1740.png"/><Relationship Id="rId354" Type="http://schemas.openxmlformats.org/officeDocument/2006/relationships/customXml" Target="../ink/ink2430.xml"/><Relationship Id="rId51" Type="http://schemas.openxmlformats.org/officeDocument/2006/relationships/image" Target="../media/image1600.png"/><Relationship Id="rId72" Type="http://schemas.openxmlformats.org/officeDocument/2006/relationships/customXml" Target="../ink/ink2289.xml"/><Relationship Id="rId93" Type="http://schemas.openxmlformats.org/officeDocument/2006/relationships/image" Target="../media/image1621.png"/><Relationship Id="rId189" Type="http://schemas.openxmlformats.org/officeDocument/2006/relationships/image" Target="../media/image1669.png"/><Relationship Id="rId375" Type="http://schemas.openxmlformats.org/officeDocument/2006/relationships/image" Target="../media/image1761.png"/><Relationship Id="rId3" Type="http://schemas.openxmlformats.org/officeDocument/2006/relationships/image" Target="../media/image15770.png"/><Relationship Id="rId214" Type="http://schemas.openxmlformats.org/officeDocument/2006/relationships/customXml" Target="../ink/ink2360.xml"/><Relationship Id="rId235" Type="http://schemas.openxmlformats.org/officeDocument/2006/relationships/image" Target="../media/image1692.png"/><Relationship Id="rId256" Type="http://schemas.openxmlformats.org/officeDocument/2006/relationships/customXml" Target="../ink/ink2381.xml"/><Relationship Id="rId277" Type="http://schemas.openxmlformats.org/officeDocument/2006/relationships/image" Target="../media/image1713.png"/><Relationship Id="rId298" Type="http://schemas.openxmlformats.org/officeDocument/2006/relationships/customXml" Target="../ink/ink2402.xml"/><Relationship Id="rId116" Type="http://schemas.openxmlformats.org/officeDocument/2006/relationships/customXml" Target="../ink/ink2311.xml"/><Relationship Id="rId137" Type="http://schemas.openxmlformats.org/officeDocument/2006/relationships/image" Target="../media/image1643.png"/><Relationship Id="rId158" Type="http://schemas.openxmlformats.org/officeDocument/2006/relationships/customXml" Target="../ink/ink2332.xml"/><Relationship Id="rId302" Type="http://schemas.openxmlformats.org/officeDocument/2006/relationships/customXml" Target="../ink/ink2404.xml"/><Relationship Id="rId323" Type="http://schemas.openxmlformats.org/officeDocument/2006/relationships/image" Target="../media/image1736.png"/><Relationship Id="rId344" Type="http://schemas.openxmlformats.org/officeDocument/2006/relationships/customXml" Target="../ink/ink2425.xml"/><Relationship Id="rId20" Type="http://schemas.openxmlformats.org/officeDocument/2006/relationships/customXml" Target="../ink/ink2263.xml"/><Relationship Id="rId41" Type="http://schemas.openxmlformats.org/officeDocument/2006/relationships/image" Target="../media/image1595.png"/><Relationship Id="rId62" Type="http://schemas.openxmlformats.org/officeDocument/2006/relationships/customXml" Target="../ink/ink2284.xml"/><Relationship Id="rId83" Type="http://schemas.openxmlformats.org/officeDocument/2006/relationships/image" Target="../media/image1616.png"/><Relationship Id="rId179" Type="http://schemas.openxmlformats.org/officeDocument/2006/relationships/image" Target="../media/image1664.png"/><Relationship Id="rId365" Type="http://schemas.openxmlformats.org/officeDocument/2006/relationships/image" Target="../media/image1756.png"/><Relationship Id="rId386" Type="http://schemas.openxmlformats.org/officeDocument/2006/relationships/image" Target="../media/image1766.png"/><Relationship Id="rId190" Type="http://schemas.openxmlformats.org/officeDocument/2006/relationships/customXml" Target="../ink/ink2348.xml"/><Relationship Id="rId204" Type="http://schemas.openxmlformats.org/officeDocument/2006/relationships/customXml" Target="../ink/ink2355.xml"/><Relationship Id="rId225" Type="http://schemas.openxmlformats.org/officeDocument/2006/relationships/image" Target="../media/image1687.png"/><Relationship Id="rId246" Type="http://schemas.openxmlformats.org/officeDocument/2006/relationships/customXml" Target="../ink/ink2376.xml"/><Relationship Id="rId267" Type="http://schemas.openxmlformats.org/officeDocument/2006/relationships/image" Target="../media/image1708.png"/><Relationship Id="rId288" Type="http://schemas.openxmlformats.org/officeDocument/2006/relationships/customXml" Target="../ink/ink2397.xml"/><Relationship Id="rId106" Type="http://schemas.openxmlformats.org/officeDocument/2006/relationships/customXml" Target="../ink/ink2306.xml"/><Relationship Id="rId127" Type="http://schemas.openxmlformats.org/officeDocument/2006/relationships/image" Target="../media/image1638.png"/><Relationship Id="rId313" Type="http://schemas.openxmlformats.org/officeDocument/2006/relationships/image" Target="../media/image1731.png"/><Relationship Id="rId10" Type="http://schemas.openxmlformats.org/officeDocument/2006/relationships/customXml" Target="../ink/ink2258.xml"/><Relationship Id="rId31" Type="http://schemas.openxmlformats.org/officeDocument/2006/relationships/image" Target="../media/image1590.png"/><Relationship Id="rId52" Type="http://schemas.openxmlformats.org/officeDocument/2006/relationships/customXml" Target="../ink/ink2279.xml"/><Relationship Id="rId73" Type="http://schemas.openxmlformats.org/officeDocument/2006/relationships/image" Target="../media/image1611.png"/><Relationship Id="rId94" Type="http://schemas.openxmlformats.org/officeDocument/2006/relationships/customXml" Target="../ink/ink2300.xml"/><Relationship Id="rId148" Type="http://schemas.openxmlformats.org/officeDocument/2006/relationships/customXml" Target="../ink/ink2327.xml"/><Relationship Id="rId169" Type="http://schemas.openxmlformats.org/officeDocument/2006/relationships/image" Target="../media/image1659.png"/><Relationship Id="rId334" Type="http://schemas.openxmlformats.org/officeDocument/2006/relationships/customXml" Target="../ink/ink2420.xml"/><Relationship Id="rId355" Type="http://schemas.openxmlformats.org/officeDocument/2006/relationships/image" Target="../media/image1751.png"/><Relationship Id="rId376" Type="http://schemas.openxmlformats.org/officeDocument/2006/relationships/customXml" Target="../ink/ink2441.xml"/><Relationship Id="rId4" Type="http://schemas.openxmlformats.org/officeDocument/2006/relationships/customXml" Target="../ink/ink2255.xml"/><Relationship Id="rId180" Type="http://schemas.openxmlformats.org/officeDocument/2006/relationships/customXml" Target="../ink/ink2343.xml"/><Relationship Id="rId215" Type="http://schemas.openxmlformats.org/officeDocument/2006/relationships/image" Target="../media/image1682.png"/><Relationship Id="rId236" Type="http://schemas.openxmlformats.org/officeDocument/2006/relationships/customXml" Target="../ink/ink2371.xml"/><Relationship Id="rId257" Type="http://schemas.openxmlformats.org/officeDocument/2006/relationships/image" Target="../media/image1703.png"/><Relationship Id="rId278" Type="http://schemas.openxmlformats.org/officeDocument/2006/relationships/customXml" Target="../ink/ink2392.xml"/><Relationship Id="rId303" Type="http://schemas.openxmlformats.org/officeDocument/2006/relationships/image" Target="../media/image1726.png"/><Relationship Id="rId42" Type="http://schemas.openxmlformats.org/officeDocument/2006/relationships/customXml" Target="../ink/ink2274.xml"/><Relationship Id="rId84" Type="http://schemas.openxmlformats.org/officeDocument/2006/relationships/customXml" Target="../ink/ink2295.xml"/><Relationship Id="rId138" Type="http://schemas.openxmlformats.org/officeDocument/2006/relationships/customXml" Target="../ink/ink2322.xml"/><Relationship Id="rId345" Type="http://schemas.openxmlformats.org/officeDocument/2006/relationships/image" Target="../media/image1746.png"/><Relationship Id="rId387" Type="http://schemas.openxmlformats.org/officeDocument/2006/relationships/customXml" Target="../ink/ink2447.xml"/><Relationship Id="rId191" Type="http://schemas.openxmlformats.org/officeDocument/2006/relationships/image" Target="../media/image1670.png"/><Relationship Id="rId205" Type="http://schemas.openxmlformats.org/officeDocument/2006/relationships/image" Target="../media/image1677.png"/><Relationship Id="rId247" Type="http://schemas.openxmlformats.org/officeDocument/2006/relationships/image" Target="../media/image1698.png"/><Relationship Id="rId107" Type="http://schemas.openxmlformats.org/officeDocument/2006/relationships/image" Target="../media/image1628.png"/><Relationship Id="rId289" Type="http://schemas.openxmlformats.org/officeDocument/2006/relationships/image" Target="../media/image1719.png"/><Relationship Id="rId11" Type="http://schemas.openxmlformats.org/officeDocument/2006/relationships/image" Target="../media/image15810.png"/><Relationship Id="rId53" Type="http://schemas.openxmlformats.org/officeDocument/2006/relationships/image" Target="../media/image1601.png"/><Relationship Id="rId149" Type="http://schemas.openxmlformats.org/officeDocument/2006/relationships/image" Target="../media/image1649.png"/><Relationship Id="rId314" Type="http://schemas.openxmlformats.org/officeDocument/2006/relationships/customXml" Target="../ink/ink2410.xml"/><Relationship Id="rId356" Type="http://schemas.openxmlformats.org/officeDocument/2006/relationships/customXml" Target="../ink/ink2431.xml"/><Relationship Id="rId95" Type="http://schemas.openxmlformats.org/officeDocument/2006/relationships/image" Target="../media/image1622.png"/><Relationship Id="rId160" Type="http://schemas.openxmlformats.org/officeDocument/2006/relationships/customXml" Target="../ink/ink2333.xml"/><Relationship Id="rId216" Type="http://schemas.openxmlformats.org/officeDocument/2006/relationships/customXml" Target="../ink/ink2361.xml"/><Relationship Id="rId258" Type="http://schemas.openxmlformats.org/officeDocument/2006/relationships/customXml" Target="../ink/ink2382.xml"/><Relationship Id="rId22" Type="http://schemas.openxmlformats.org/officeDocument/2006/relationships/customXml" Target="../ink/ink2264.xml"/><Relationship Id="rId64" Type="http://schemas.openxmlformats.org/officeDocument/2006/relationships/customXml" Target="../ink/ink2285.xml"/><Relationship Id="rId118" Type="http://schemas.openxmlformats.org/officeDocument/2006/relationships/customXml" Target="../ink/ink2312.xml"/><Relationship Id="rId325" Type="http://schemas.openxmlformats.org/officeDocument/2006/relationships/image" Target="../media/image1737.png"/><Relationship Id="rId367" Type="http://schemas.openxmlformats.org/officeDocument/2006/relationships/image" Target="../media/image1757.png"/><Relationship Id="rId171" Type="http://schemas.openxmlformats.org/officeDocument/2006/relationships/image" Target="../media/image1660.png"/><Relationship Id="rId227" Type="http://schemas.openxmlformats.org/officeDocument/2006/relationships/image" Target="../media/image1688.png"/><Relationship Id="rId269" Type="http://schemas.openxmlformats.org/officeDocument/2006/relationships/image" Target="../media/image1709.png"/><Relationship Id="rId33" Type="http://schemas.openxmlformats.org/officeDocument/2006/relationships/image" Target="../media/image1591.png"/><Relationship Id="rId129" Type="http://schemas.openxmlformats.org/officeDocument/2006/relationships/image" Target="../media/image1639.png"/><Relationship Id="rId280" Type="http://schemas.openxmlformats.org/officeDocument/2006/relationships/customXml" Target="../ink/ink2393.xml"/><Relationship Id="rId336" Type="http://schemas.openxmlformats.org/officeDocument/2006/relationships/customXml" Target="../ink/ink2421.xml"/><Relationship Id="rId75" Type="http://schemas.openxmlformats.org/officeDocument/2006/relationships/image" Target="../media/image1612.png"/><Relationship Id="rId140" Type="http://schemas.openxmlformats.org/officeDocument/2006/relationships/customXml" Target="../ink/ink2323.xml"/><Relationship Id="rId182" Type="http://schemas.openxmlformats.org/officeDocument/2006/relationships/customXml" Target="../ink/ink2344.xml"/><Relationship Id="rId378" Type="http://schemas.openxmlformats.org/officeDocument/2006/relationships/customXml" Target="../ink/ink2442.xml"/><Relationship Id="rId6" Type="http://schemas.openxmlformats.org/officeDocument/2006/relationships/customXml" Target="../ink/ink2256.xml"/><Relationship Id="rId238" Type="http://schemas.openxmlformats.org/officeDocument/2006/relationships/customXml" Target="../ink/ink2372.xml"/><Relationship Id="rId291" Type="http://schemas.openxmlformats.org/officeDocument/2006/relationships/image" Target="../media/image1720.png"/><Relationship Id="rId305" Type="http://schemas.openxmlformats.org/officeDocument/2006/relationships/image" Target="../media/image1727.png"/><Relationship Id="rId347" Type="http://schemas.openxmlformats.org/officeDocument/2006/relationships/image" Target="../media/image1747.png"/><Relationship Id="rId44" Type="http://schemas.openxmlformats.org/officeDocument/2006/relationships/customXml" Target="../ink/ink2275.xml"/><Relationship Id="rId86" Type="http://schemas.openxmlformats.org/officeDocument/2006/relationships/customXml" Target="../ink/ink2296.xml"/><Relationship Id="rId151" Type="http://schemas.openxmlformats.org/officeDocument/2006/relationships/image" Target="../media/image1650.png"/><Relationship Id="rId389" Type="http://schemas.openxmlformats.org/officeDocument/2006/relationships/customXml" Target="../ink/ink2448.xml"/><Relationship Id="rId193" Type="http://schemas.openxmlformats.org/officeDocument/2006/relationships/image" Target="../media/image1671.png"/><Relationship Id="rId207" Type="http://schemas.openxmlformats.org/officeDocument/2006/relationships/image" Target="../media/image1678.png"/><Relationship Id="rId249" Type="http://schemas.openxmlformats.org/officeDocument/2006/relationships/image" Target="../media/image1699.png"/><Relationship Id="rId13" Type="http://schemas.openxmlformats.org/officeDocument/2006/relationships/image" Target="../media/image15820.png"/><Relationship Id="rId109" Type="http://schemas.openxmlformats.org/officeDocument/2006/relationships/image" Target="../media/image1629.png"/><Relationship Id="rId260" Type="http://schemas.openxmlformats.org/officeDocument/2006/relationships/customXml" Target="../ink/ink2383.xml"/><Relationship Id="rId316" Type="http://schemas.openxmlformats.org/officeDocument/2006/relationships/customXml" Target="../ink/ink2411.xml"/><Relationship Id="rId55" Type="http://schemas.openxmlformats.org/officeDocument/2006/relationships/image" Target="../media/image1602.png"/><Relationship Id="rId97" Type="http://schemas.openxmlformats.org/officeDocument/2006/relationships/image" Target="../media/image1623.png"/><Relationship Id="rId120" Type="http://schemas.openxmlformats.org/officeDocument/2006/relationships/customXml" Target="../ink/ink2313.xml"/><Relationship Id="rId358" Type="http://schemas.openxmlformats.org/officeDocument/2006/relationships/customXml" Target="../ink/ink2432.xml"/><Relationship Id="rId162" Type="http://schemas.openxmlformats.org/officeDocument/2006/relationships/customXml" Target="../ink/ink2334.xml"/><Relationship Id="rId218" Type="http://schemas.openxmlformats.org/officeDocument/2006/relationships/customXml" Target="../ink/ink2362.xml"/><Relationship Id="rId271" Type="http://schemas.openxmlformats.org/officeDocument/2006/relationships/image" Target="../media/image1710.png"/><Relationship Id="rId24" Type="http://schemas.openxmlformats.org/officeDocument/2006/relationships/customXml" Target="../ink/ink2265.xml"/><Relationship Id="rId66" Type="http://schemas.openxmlformats.org/officeDocument/2006/relationships/customXml" Target="../ink/ink2286.xml"/><Relationship Id="rId131" Type="http://schemas.openxmlformats.org/officeDocument/2006/relationships/image" Target="../media/image1640.png"/><Relationship Id="rId327" Type="http://schemas.openxmlformats.org/officeDocument/2006/relationships/image" Target="../media/image26.png"/><Relationship Id="rId369" Type="http://schemas.openxmlformats.org/officeDocument/2006/relationships/image" Target="../media/image1758.png"/><Relationship Id="rId173" Type="http://schemas.openxmlformats.org/officeDocument/2006/relationships/image" Target="../media/image1661.png"/><Relationship Id="rId229" Type="http://schemas.openxmlformats.org/officeDocument/2006/relationships/image" Target="../media/image1689.png"/><Relationship Id="rId380" Type="http://schemas.openxmlformats.org/officeDocument/2006/relationships/customXml" Target="../ink/ink2443.xml"/><Relationship Id="rId240" Type="http://schemas.openxmlformats.org/officeDocument/2006/relationships/customXml" Target="../ink/ink2373.xml"/><Relationship Id="rId35" Type="http://schemas.openxmlformats.org/officeDocument/2006/relationships/image" Target="../media/image1592.png"/><Relationship Id="rId77" Type="http://schemas.openxmlformats.org/officeDocument/2006/relationships/image" Target="../media/image1613.png"/><Relationship Id="rId100" Type="http://schemas.openxmlformats.org/officeDocument/2006/relationships/customXml" Target="../ink/ink2303.xml"/><Relationship Id="rId282" Type="http://schemas.openxmlformats.org/officeDocument/2006/relationships/customXml" Target="../ink/ink2394.xml"/><Relationship Id="rId338" Type="http://schemas.openxmlformats.org/officeDocument/2006/relationships/customXml" Target="../ink/ink2422.xml"/><Relationship Id="rId8" Type="http://schemas.openxmlformats.org/officeDocument/2006/relationships/customXml" Target="../ink/ink2257.xml"/><Relationship Id="rId142" Type="http://schemas.openxmlformats.org/officeDocument/2006/relationships/customXml" Target="../ink/ink2324.xml"/><Relationship Id="rId184" Type="http://schemas.openxmlformats.org/officeDocument/2006/relationships/customXml" Target="../ink/ink2345.xml"/><Relationship Id="rId391" Type="http://schemas.openxmlformats.org/officeDocument/2006/relationships/customXml" Target="../ink/ink2449.xml"/><Relationship Id="rId251" Type="http://schemas.openxmlformats.org/officeDocument/2006/relationships/image" Target="../media/image1700.png"/><Relationship Id="rId46" Type="http://schemas.openxmlformats.org/officeDocument/2006/relationships/customXml" Target="../ink/ink2276.xml"/><Relationship Id="rId293" Type="http://schemas.openxmlformats.org/officeDocument/2006/relationships/image" Target="../media/image1721.png"/><Relationship Id="rId307" Type="http://schemas.openxmlformats.org/officeDocument/2006/relationships/image" Target="../media/image1728.png"/><Relationship Id="rId349" Type="http://schemas.openxmlformats.org/officeDocument/2006/relationships/image" Target="../media/image1748.png"/><Relationship Id="rId88" Type="http://schemas.openxmlformats.org/officeDocument/2006/relationships/customXml" Target="../ink/ink2297.xml"/><Relationship Id="rId111" Type="http://schemas.openxmlformats.org/officeDocument/2006/relationships/image" Target="../media/image1630.png"/><Relationship Id="rId153" Type="http://schemas.openxmlformats.org/officeDocument/2006/relationships/image" Target="../media/image1651.png"/><Relationship Id="rId195" Type="http://schemas.openxmlformats.org/officeDocument/2006/relationships/image" Target="../media/image1672.png"/><Relationship Id="rId209" Type="http://schemas.openxmlformats.org/officeDocument/2006/relationships/image" Target="../media/image1679.png"/><Relationship Id="rId360" Type="http://schemas.openxmlformats.org/officeDocument/2006/relationships/customXml" Target="../ink/ink2433.xml"/><Relationship Id="rId220" Type="http://schemas.openxmlformats.org/officeDocument/2006/relationships/customXml" Target="../ink/ink2363.xml"/><Relationship Id="rId15" Type="http://schemas.openxmlformats.org/officeDocument/2006/relationships/image" Target="../media/image15830.png"/><Relationship Id="rId57" Type="http://schemas.openxmlformats.org/officeDocument/2006/relationships/image" Target="../media/image1603.png"/><Relationship Id="rId262" Type="http://schemas.openxmlformats.org/officeDocument/2006/relationships/customXml" Target="../ink/ink2384.xml"/><Relationship Id="rId318" Type="http://schemas.openxmlformats.org/officeDocument/2006/relationships/customXml" Target="../ink/ink2412.xml"/><Relationship Id="rId99" Type="http://schemas.openxmlformats.org/officeDocument/2006/relationships/image" Target="../media/image1624.png"/><Relationship Id="rId122" Type="http://schemas.openxmlformats.org/officeDocument/2006/relationships/customXml" Target="../ink/ink2314.xml"/><Relationship Id="rId164" Type="http://schemas.openxmlformats.org/officeDocument/2006/relationships/customXml" Target="../ink/ink2335.xml"/><Relationship Id="rId371" Type="http://schemas.openxmlformats.org/officeDocument/2006/relationships/image" Target="../media/image1759.png"/><Relationship Id="rId26" Type="http://schemas.openxmlformats.org/officeDocument/2006/relationships/customXml" Target="../ink/ink2266.xml"/><Relationship Id="rId231" Type="http://schemas.openxmlformats.org/officeDocument/2006/relationships/image" Target="../media/image1690.png"/><Relationship Id="rId273" Type="http://schemas.openxmlformats.org/officeDocument/2006/relationships/image" Target="../media/image1711.png"/><Relationship Id="rId329" Type="http://schemas.openxmlformats.org/officeDocument/2006/relationships/image" Target="../media/image1738.png"/><Relationship Id="rId68" Type="http://schemas.openxmlformats.org/officeDocument/2006/relationships/customXml" Target="../ink/ink2287.xml"/><Relationship Id="rId133" Type="http://schemas.openxmlformats.org/officeDocument/2006/relationships/image" Target="../media/image1641.png"/><Relationship Id="rId175" Type="http://schemas.openxmlformats.org/officeDocument/2006/relationships/image" Target="../media/image1662.png"/><Relationship Id="rId340" Type="http://schemas.openxmlformats.org/officeDocument/2006/relationships/customXml" Target="../ink/ink2423.xml"/><Relationship Id="rId200" Type="http://schemas.openxmlformats.org/officeDocument/2006/relationships/customXml" Target="../ink/ink2353.xml"/><Relationship Id="rId382" Type="http://schemas.openxmlformats.org/officeDocument/2006/relationships/image" Target="../media/image1764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490.png"/><Relationship Id="rId21" Type="http://schemas.openxmlformats.org/officeDocument/2006/relationships/image" Target="../media/image17020.png"/><Relationship Id="rId42" Type="http://schemas.openxmlformats.org/officeDocument/2006/relationships/customXml" Target="../ink/ink2462.xml"/><Relationship Id="rId138" Type="http://schemas.openxmlformats.org/officeDocument/2006/relationships/customXml" Target="../ink/ink2491.xml"/><Relationship Id="rId159" Type="http://schemas.openxmlformats.org/officeDocument/2006/relationships/image" Target="../media/image17700.png"/><Relationship Id="rId170" Type="http://schemas.openxmlformats.org/officeDocument/2006/relationships/customXml" Target="../ink/ink2507.xml"/><Relationship Id="rId191" Type="http://schemas.openxmlformats.org/officeDocument/2006/relationships/image" Target="../media/image1786.png"/><Relationship Id="rId205" Type="http://schemas.openxmlformats.org/officeDocument/2006/relationships/image" Target="../media/image1793.png"/><Relationship Id="rId226" Type="http://schemas.openxmlformats.org/officeDocument/2006/relationships/customXml" Target="../ink/ink2535.xml"/><Relationship Id="rId247" Type="http://schemas.openxmlformats.org/officeDocument/2006/relationships/image" Target="../media/image1814.png"/><Relationship Id="rId107" Type="http://schemas.openxmlformats.org/officeDocument/2006/relationships/image" Target="../media/image17440.png"/><Relationship Id="rId268" Type="http://schemas.openxmlformats.org/officeDocument/2006/relationships/customXml" Target="../ink/ink2557.xml"/><Relationship Id="rId32" Type="http://schemas.openxmlformats.org/officeDocument/2006/relationships/customXml" Target="../ink/ink2459.xml"/><Relationship Id="rId53" Type="http://schemas.openxmlformats.org/officeDocument/2006/relationships/image" Target="../media/image17170.png"/><Relationship Id="rId128" Type="http://schemas.openxmlformats.org/officeDocument/2006/relationships/customXml" Target="../ink/ink2486.xml"/><Relationship Id="rId149" Type="http://schemas.openxmlformats.org/officeDocument/2006/relationships/image" Target="../media/image17650.png"/><Relationship Id="rId95" Type="http://schemas.openxmlformats.org/officeDocument/2006/relationships/image" Target="../media/image17380.png"/><Relationship Id="rId160" Type="http://schemas.openxmlformats.org/officeDocument/2006/relationships/customXml" Target="../ink/ink2502.xml"/><Relationship Id="rId181" Type="http://schemas.openxmlformats.org/officeDocument/2006/relationships/image" Target="../media/image1781.png"/><Relationship Id="rId216" Type="http://schemas.openxmlformats.org/officeDocument/2006/relationships/customXml" Target="../ink/ink2530.xml"/><Relationship Id="rId237" Type="http://schemas.openxmlformats.org/officeDocument/2006/relationships/image" Target="../media/image1809.png"/><Relationship Id="rId258" Type="http://schemas.openxmlformats.org/officeDocument/2006/relationships/customXml" Target="../ink/ink2551.xml"/><Relationship Id="rId22" Type="http://schemas.openxmlformats.org/officeDocument/2006/relationships/customXml" Target="../ink/ink2454.xml"/><Relationship Id="rId43" Type="http://schemas.openxmlformats.org/officeDocument/2006/relationships/image" Target="../media/image17120.png"/><Relationship Id="rId118" Type="http://schemas.openxmlformats.org/officeDocument/2006/relationships/customXml" Target="../ink/ink2481.xml"/><Relationship Id="rId139" Type="http://schemas.openxmlformats.org/officeDocument/2006/relationships/image" Target="../media/image17600.png"/><Relationship Id="rId150" Type="http://schemas.openxmlformats.org/officeDocument/2006/relationships/customXml" Target="../ink/ink2497.xml"/><Relationship Id="rId171" Type="http://schemas.openxmlformats.org/officeDocument/2006/relationships/image" Target="../media/image1776.png"/><Relationship Id="rId192" Type="http://schemas.openxmlformats.org/officeDocument/2006/relationships/customXml" Target="../ink/ink2518.xml"/><Relationship Id="rId206" Type="http://schemas.openxmlformats.org/officeDocument/2006/relationships/customXml" Target="../ink/ink2525.xml"/><Relationship Id="rId227" Type="http://schemas.openxmlformats.org/officeDocument/2006/relationships/image" Target="../media/image1804.png"/><Relationship Id="rId248" Type="http://schemas.openxmlformats.org/officeDocument/2006/relationships/customXml" Target="../ink/ink2546.xml"/><Relationship Id="rId269" Type="http://schemas.openxmlformats.org/officeDocument/2006/relationships/image" Target="../media/image762.png"/><Relationship Id="rId33" Type="http://schemas.openxmlformats.org/officeDocument/2006/relationships/image" Target="../media/image17080.png"/><Relationship Id="rId108" Type="http://schemas.openxmlformats.org/officeDocument/2006/relationships/customXml" Target="../ink/ink2476.xml"/><Relationship Id="rId129" Type="http://schemas.openxmlformats.org/officeDocument/2006/relationships/image" Target="../media/image17550.png"/><Relationship Id="rId54" Type="http://schemas.openxmlformats.org/officeDocument/2006/relationships/customXml" Target="../ink/ink2468.xml"/><Relationship Id="rId96" Type="http://schemas.openxmlformats.org/officeDocument/2006/relationships/customXml" Target="../ink/ink2470.xml"/><Relationship Id="rId140" Type="http://schemas.openxmlformats.org/officeDocument/2006/relationships/customXml" Target="../ink/ink2492.xml"/><Relationship Id="rId161" Type="http://schemas.openxmlformats.org/officeDocument/2006/relationships/image" Target="../media/image1771.png"/><Relationship Id="rId182" Type="http://schemas.openxmlformats.org/officeDocument/2006/relationships/customXml" Target="../ink/ink2513.xml"/><Relationship Id="rId217" Type="http://schemas.openxmlformats.org/officeDocument/2006/relationships/image" Target="../media/image1799.png"/><Relationship Id="rId238" Type="http://schemas.openxmlformats.org/officeDocument/2006/relationships/customXml" Target="../ink/ink2541.xml"/><Relationship Id="rId259" Type="http://schemas.openxmlformats.org/officeDocument/2006/relationships/image" Target="../media/image1820.png"/><Relationship Id="rId23" Type="http://schemas.openxmlformats.org/officeDocument/2006/relationships/image" Target="../media/image17030.png"/><Relationship Id="rId119" Type="http://schemas.openxmlformats.org/officeDocument/2006/relationships/image" Target="../media/image17500.png"/><Relationship Id="rId44" Type="http://schemas.openxmlformats.org/officeDocument/2006/relationships/customXml" Target="../ink/ink2463.xml"/><Relationship Id="rId130" Type="http://schemas.openxmlformats.org/officeDocument/2006/relationships/customXml" Target="../ink/ink2487.xml"/><Relationship Id="rId151" Type="http://schemas.openxmlformats.org/officeDocument/2006/relationships/image" Target="../media/image17660.png"/><Relationship Id="rId172" Type="http://schemas.openxmlformats.org/officeDocument/2006/relationships/customXml" Target="../ink/ink2508.xml"/><Relationship Id="rId193" Type="http://schemas.openxmlformats.org/officeDocument/2006/relationships/image" Target="../media/image1787.png"/><Relationship Id="rId207" Type="http://schemas.openxmlformats.org/officeDocument/2006/relationships/image" Target="../media/image1794.png"/><Relationship Id="rId228" Type="http://schemas.openxmlformats.org/officeDocument/2006/relationships/customXml" Target="../ink/ink2536.xml"/><Relationship Id="rId249" Type="http://schemas.openxmlformats.org/officeDocument/2006/relationships/image" Target="../media/image1815.png"/><Relationship Id="rId109" Type="http://schemas.openxmlformats.org/officeDocument/2006/relationships/image" Target="../media/image17450.png"/><Relationship Id="rId260" Type="http://schemas.openxmlformats.org/officeDocument/2006/relationships/customXml" Target="../ink/ink2552.xml"/><Relationship Id="rId34" Type="http://schemas.openxmlformats.org/officeDocument/2006/relationships/customXml" Target="../ink/ink2460.xml"/><Relationship Id="rId55" Type="http://schemas.openxmlformats.org/officeDocument/2006/relationships/image" Target="../media/image17180.png"/><Relationship Id="rId97" Type="http://schemas.openxmlformats.org/officeDocument/2006/relationships/image" Target="../media/image17390.png"/><Relationship Id="rId120" Type="http://schemas.openxmlformats.org/officeDocument/2006/relationships/customXml" Target="../ink/ink2482.xml"/><Relationship Id="rId141" Type="http://schemas.openxmlformats.org/officeDocument/2006/relationships/image" Target="../media/image17610.png"/><Relationship Id="rId162" Type="http://schemas.openxmlformats.org/officeDocument/2006/relationships/customXml" Target="../ink/ink2503.xml"/><Relationship Id="rId183" Type="http://schemas.openxmlformats.org/officeDocument/2006/relationships/image" Target="../media/image1782.png"/><Relationship Id="rId218" Type="http://schemas.openxmlformats.org/officeDocument/2006/relationships/customXml" Target="../ink/ink2531.xml"/><Relationship Id="rId239" Type="http://schemas.openxmlformats.org/officeDocument/2006/relationships/image" Target="../media/image1810.png"/><Relationship Id="rId250" Type="http://schemas.openxmlformats.org/officeDocument/2006/relationships/customXml" Target="../ink/ink2547.xml"/><Relationship Id="rId24" Type="http://schemas.openxmlformats.org/officeDocument/2006/relationships/customXml" Target="../ink/ink2455.xml"/><Relationship Id="rId45" Type="http://schemas.openxmlformats.org/officeDocument/2006/relationships/image" Target="../media/image17130.png"/><Relationship Id="rId110" Type="http://schemas.openxmlformats.org/officeDocument/2006/relationships/customXml" Target="../ink/ink2477.xml"/><Relationship Id="rId131" Type="http://schemas.openxmlformats.org/officeDocument/2006/relationships/image" Target="../media/image17560.png"/><Relationship Id="rId152" Type="http://schemas.openxmlformats.org/officeDocument/2006/relationships/customXml" Target="../ink/ink2498.xml"/><Relationship Id="rId173" Type="http://schemas.openxmlformats.org/officeDocument/2006/relationships/image" Target="../media/image1777.png"/><Relationship Id="rId194" Type="http://schemas.openxmlformats.org/officeDocument/2006/relationships/customXml" Target="../ink/ink2519.xml"/><Relationship Id="rId208" Type="http://schemas.openxmlformats.org/officeDocument/2006/relationships/customXml" Target="../ink/ink2526.xml"/><Relationship Id="rId229" Type="http://schemas.openxmlformats.org/officeDocument/2006/relationships/image" Target="../media/image1805.png"/><Relationship Id="rId19" Type="http://schemas.openxmlformats.org/officeDocument/2006/relationships/image" Target="../media/image17010.png"/><Relationship Id="rId224" Type="http://schemas.openxmlformats.org/officeDocument/2006/relationships/customXml" Target="../ink/ink2534.xml"/><Relationship Id="rId240" Type="http://schemas.openxmlformats.org/officeDocument/2006/relationships/customXml" Target="../ink/ink2542.xml"/><Relationship Id="rId245" Type="http://schemas.openxmlformats.org/officeDocument/2006/relationships/image" Target="../media/image1813.png"/><Relationship Id="rId261" Type="http://schemas.openxmlformats.org/officeDocument/2006/relationships/image" Target="../media/image1821.png"/><Relationship Id="rId266" Type="http://schemas.openxmlformats.org/officeDocument/2006/relationships/customXml" Target="../ink/ink2556.xml"/><Relationship Id="rId30" Type="http://schemas.openxmlformats.org/officeDocument/2006/relationships/customXml" Target="../ink/ink2458.xml"/><Relationship Id="rId35" Type="http://schemas.openxmlformats.org/officeDocument/2006/relationships/image" Target="../media/image26.png"/><Relationship Id="rId56" Type="http://schemas.openxmlformats.org/officeDocument/2006/relationships/customXml" Target="../ink/ink2469.xml"/><Relationship Id="rId100" Type="http://schemas.openxmlformats.org/officeDocument/2006/relationships/customXml" Target="../ink/ink2472.xml"/><Relationship Id="rId105" Type="http://schemas.openxmlformats.org/officeDocument/2006/relationships/image" Target="../media/image17430.png"/><Relationship Id="rId126" Type="http://schemas.openxmlformats.org/officeDocument/2006/relationships/customXml" Target="../ink/ink2485.xml"/><Relationship Id="rId147" Type="http://schemas.openxmlformats.org/officeDocument/2006/relationships/image" Target="../media/image17640.png"/><Relationship Id="rId168" Type="http://schemas.openxmlformats.org/officeDocument/2006/relationships/customXml" Target="../ink/ink2506.xml"/><Relationship Id="rId51" Type="http://schemas.openxmlformats.org/officeDocument/2006/relationships/image" Target="../media/image17160.png"/><Relationship Id="rId98" Type="http://schemas.openxmlformats.org/officeDocument/2006/relationships/customXml" Target="../ink/ink2471.xml"/><Relationship Id="rId121" Type="http://schemas.openxmlformats.org/officeDocument/2006/relationships/image" Target="../media/image17510.png"/><Relationship Id="rId142" Type="http://schemas.openxmlformats.org/officeDocument/2006/relationships/customXml" Target="../ink/ink2493.xml"/><Relationship Id="rId163" Type="http://schemas.openxmlformats.org/officeDocument/2006/relationships/image" Target="../media/image1772.png"/><Relationship Id="rId184" Type="http://schemas.openxmlformats.org/officeDocument/2006/relationships/customXml" Target="../ink/ink2514.xml"/><Relationship Id="rId189" Type="http://schemas.openxmlformats.org/officeDocument/2006/relationships/image" Target="../media/image1785.png"/><Relationship Id="rId219" Type="http://schemas.openxmlformats.org/officeDocument/2006/relationships/image" Target="../media/image1800.png"/><Relationship Id="rId214" Type="http://schemas.openxmlformats.org/officeDocument/2006/relationships/customXml" Target="../ink/ink2529.xml"/><Relationship Id="rId230" Type="http://schemas.openxmlformats.org/officeDocument/2006/relationships/customXml" Target="../ink/ink2537.xml"/><Relationship Id="rId235" Type="http://schemas.openxmlformats.org/officeDocument/2006/relationships/image" Target="../media/image1808.png"/><Relationship Id="rId251" Type="http://schemas.openxmlformats.org/officeDocument/2006/relationships/image" Target="../media/image1816.png"/><Relationship Id="rId256" Type="http://schemas.openxmlformats.org/officeDocument/2006/relationships/customXml" Target="../ink/ink2550.xml"/><Relationship Id="rId25" Type="http://schemas.openxmlformats.org/officeDocument/2006/relationships/image" Target="../media/image17040.png"/><Relationship Id="rId46" Type="http://schemas.openxmlformats.org/officeDocument/2006/relationships/customXml" Target="../ink/ink2464.xml"/><Relationship Id="rId116" Type="http://schemas.openxmlformats.org/officeDocument/2006/relationships/customXml" Target="../ink/ink2480.xml"/><Relationship Id="rId137" Type="http://schemas.openxmlformats.org/officeDocument/2006/relationships/image" Target="../media/image17590.png"/><Relationship Id="rId158" Type="http://schemas.openxmlformats.org/officeDocument/2006/relationships/customXml" Target="../ink/ink2501.xml"/><Relationship Id="rId20" Type="http://schemas.openxmlformats.org/officeDocument/2006/relationships/customXml" Target="../ink/ink2453.xml"/><Relationship Id="rId41" Type="http://schemas.openxmlformats.org/officeDocument/2006/relationships/image" Target="../media/image17110.png"/><Relationship Id="rId111" Type="http://schemas.openxmlformats.org/officeDocument/2006/relationships/image" Target="../media/image17460.png"/><Relationship Id="rId132" Type="http://schemas.openxmlformats.org/officeDocument/2006/relationships/customXml" Target="../ink/ink2488.xml"/><Relationship Id="rId153" Type="http://schemas.openxmlformats.org/officeDocument/2006/relationships/image" Target="../media/image17670.png"/><Relationship Id="rId174" Type="http://schemas.openxmlformats.org/officeDocument/2006/relationships/customXml" Target="../ink/ink2509.xml"/><Relationship Id="rId179" Type="http://schemas.openxmlformats.org/officeDocument/2006/relationships/image" Target="../media/image1780.png"/><Relationship Id="rId195" Type="http://schemas.openxmlformats.org/officeDocument/2006/relationships/image" Target="../media/image1788.png"/><Relationship Id="rId209" Type="http://schemas.openxmlformats.org/officeDocument/2006/relationships/image" Target="../media/image1795.png"/><Relationship Id="rId190" Type="http://schemas.openxmlformats.org/officeDocument/2006/relationships/customXml" Target="../ink/ink2517.xml"/><Relationship Id="rId204" Type="http://schemas.openxmlformats.org/officeDocument/2006/relationships/customXml" Target="../ink/ink2524.xml"/><Relationship Id="rId220" Type="http://schemas.openxmlformats.org/officeDocument/2006/relationships/customXml" Target="../ink/ink2532.xml"/><Relationship Id="rId225" Type="http://schemas.openxmlformats.org/officeDocument/2006/relationships/image" Target="../media/image1803.png"/><Relationship Id="rId241" Type="http://schemas.openxmlformats.org/officeDocument/2006/relationships/image" Target="../media/image1811.png"/><Relationship Id="rId246" Type="http://schemas.openxmlformats.org/officeDocument/2006/relationships/customXml" Target="../ink/ink2545.xml"/><Relationship Id="rId267" Type="http://schemas.openxmlformats.org/officeDocument/2006/relationships/image" Target="../media/image1823.png"/><Relationship Id="rId36" Type="http://schemas.openxmlformats.org/officeDocument/2006/relationships/customXml" Target="../ink/ink2461.xml"/><Relationship Id="rId106" Type="http://schemas.openxmlformats.org/officeDocument/2006/relationships/customXml" Target="../ink/ink2475.xml"/><Relationship Id="rId127" Type="http://schemas.openxmlformats.org/officeDocument/2006/relationships/image" Target="../media/image17540.png"/><Relationship Id="rId262" Type="http://schemas.openxmlformats.org/officeDocument/2006/relationships/customXml" Target="../ink/ink2553.xml"/><Relationship Id="rId31" Type="http://schemas.openxmlformats.org/officeDocument/2006/relationships/image" Target="../media/image17070.png"/><Relationship Id="rId52" Type="http://schemas.openxmlformats.org/officeDocument/2006/relationships/customXml" Target="../ink/ink2467.xml"/><Relationship Id="rId99" Type="http://schemas.openxmlformats.org/officeDocument/2006/relationships/image" Target="../media/image17400.png"/><Relationship Id="rId101" Type="http://schemas.openxmlformats.org/officeDocument/2006/relationships/image" Target="../media/image17410.png"/><Relationship Id="rId122" Type="http://schemas.openxmlformats.org/officeDocument/2006/relationships/customXml" Target="../ink/ink2483.xml"/><Relationship Id="rId143" Type="http://schemas.openxmlformats.org/officeDocument/2006/relationships/image" Target="../media/image17620.png"/><Relationship Id="rId148" Type="http://schemas.openxmlformats.org/officeDocument/2006/relationships/customXml" Target="../ink/ink2496.xml"/><Relationship Id="rId164" Type="http://schemas.openxmlformats.org/officeDocument/2006/relationships/customXml" Target="../ink/ink2504.xml"/><Relationship Id="rId169" Type="http://schemas.openxmlformats.org/officeDocument/2006/relationships/image" Target="../media/image1775.png"/><Relationship Id="rId185" Type="http://schemas.openxmlformats.org/officeDocument/2006/relationships/image" Target="../media/image1783.png"/><Relationship Id="rId180" Type="http://schemas.openxmlformats.org/officeDocument/2006/relationships/customXml" Target="../ink/ink2512.xml"/><Relationship Id="rId210" Type="http://schemas.openxmlformats.org/officeDocument/2006/relationships/customXml" Target="../ink/ink2527.xml"/><Relationship Id="rId215" Type="http://schemas.openxmlformats.org/officeDocument/2006/relationships/image" Target="../media/image1798.png"/><Relationship Id="rId236" Type="http://schemas.openxmlformats.org/officeDocument/2006/relationships/customXml" Target="../ink/ink2540.xml"/><Relationship Id="rId257" Type="http://schemas.openxmlformats.org/officeDocument/2006/relationships/image" Target="../media/image1819.png"/><Relationship Id="rId26" Type="http://schemas.openxmlformats.org/officeDocument/2006/relationships/customXml" Target="../ink/ink2456.xml"/><Relationship Id="rId231" Type="http://schemas.openxmlformats.org/officeDocument/2006/relationships/image" Target="../media/image1806.png"/><Relationship Id="rId252" Type="http://schemas.openxmlformats.org/officeDocument/2006/relationships/customXml" Target="../ink/ink2548.xml"/><Relationship Id="rId47" Type="http://schemas.openxmlformats.org/officeDocument/2006/relationships/image" Target="../media/image17140.png"/><Relationship Id="rId112" Type="http://schemas.openxmlformats.org/officeDocument/2006/relationships/customXml" Target="../ink/ink2478.xml"/><Relationship Id="rId133" Type="http://schemas.openxmlformats.org/officeDocument/2006/relationships/image" Target="../media/image17570.png"/><Relationship Id="rId154" Type="http://schemas.openxmlformats.org/officeDocument/2006/relationships/customXml" Target="../ink/ink2499.xml"/><Relationship Id="rId175" Type="http://schemas.openxmlformats.org/officeDocument/2006/relationships/image" Target="../media/image1778.png"/><Relationship Id="rId196" Type="http://schemas.openxmlformats.org/officeDocument/2006/relationships/customXml" Target="../ink/ink2520.xml"/><Relationship Id="rId200" Type="http://schemas.openxmlformats.org/officeDocument/2006/relationships/customXml" Target="../ink/ink2522.xml"/><Relationship Id="rId221" Type="http://schemas.openxmlformats.org/officeDocument/2006/relationships/image" Target="../media/image1801.png"/><Relationship Id="rId242" Type="http://schemas.openxmlformats.org/officeDocument/2006/relationships/customXml" Target="../ink/ink2543.xml"/><Relationship Id="rId263" Type="http://schemas.openxmlformats.org/officeDocument/2006/relationships/customXml" Target="../ink/ink2554.xml"/><Relationship Id="rId102" Type="http://schemas.openxmlformats.org/officeDocument/2006/relationships/customXml" Target="../ink/ink2473.xml"/><Relationship Id="rId123" Type="http://schemas.openxmlformats.org/officeDocument/2006/relationships/image" Target="../media/image17520.png"/><Relationship Id="rId144" Type="http://schemas.openxmlformats.org/officeDocument/2006/relationships/customXml" Target="../ink/ink2494.xml"/><Relationship Id="rId165" Type="http://schemas.openxmlformats.org/officeDocument/2006/relationships/image" Target="../media/image1773.png"/><Relationship Id="rId186" Type="http://schemas.openxmlformats.org/officeDocument/2006/relationships/customXml" Target="../ink/ink2515.xml"/><Relationship Id="rId211" Type="http://schemas.openxmlformats.org/officeDocument/2006/relationships/image" Target="../media/image1796.png"/><Relationship Id="rId232" Type="http://schemas.openxmlformats.org/officeDocument/2006/relationships/customXml" Target="../ink/ink2538.xml"/><Relationship Id="rId253" Type="http://schemas.openxmlformats.org/officeDocument/2006/relationships/image" Target="../media/image1817.png"/><Relationship Id="rId27" Type="http://schemas.openxmlformats.org/officeDocument/2006/relationships/image" Target="../media/image17050.png"/><Relationship Id="rId48" Type="http://schemas.openxmlformats.org/officeDocument/2006/relationships/customXml" Target="../ink/ink2465.xml"/><Relationship Id="rId113" Type="http://schemas.openxmlformats.org/officeDocument/2006/relationships/image" Target="../media/image17470.png"/><Relationship Id="rId134" Type="http://schemas.openxmlformats.org/officeDocument/2006/relationships/customXml" Target="../ink/ink2489.xml"/><Relationship Id="rId155" Type="http://schemas.openxmlformats.org/officeDocument/2006/relationships/image" Target="../media/image17680.png"/><Relationship Id="rId176" Type="http://schemas.openxmlformats.org/officeDocument/2006/relationships/customXml" Target="../ink/ink2510.xml"/><Relationship Id="rId197" Type="http://schemas.openxmlformats.org/officeDocument/2006/relationships/image" Target="../media/image1789.png"/><Relationship Id="rId201" Type="http://schemas.openxmlformats.org/officeDocument/2006/relationships/image" Target="../media/image1791.png"/><Relationship Id="rId222" Type="http://schemas.openxmlformats.org/officeDocument/2006/relationships/customXml" Target="../ink/ink2533.xml"/><Relationship Id="rId243" Type="http://schemas.openxmlformats.org/officeDocument/2006/relationships/image" Target="../media/image1812.png"/><Relationship Id="rId264" Type="http://schemas.openxmlformats.org/officeDocument/2006/relationships/image" Target="../media/image1822.png"/><Relationship Id="rId17" Type="http://schemas.openxmlformats.org/officeDocument/2006/relationships/image" Target="../media/image17000.png"/><Relationship Id="rId103" Type="http://schemas.openxmlformats.org/officeDocument/2006/relationships/image" Target="../media/image17420.png"/><Relationship Id="rId124" Type="http://schemas.openxmlformats.org/officeDocument/2006/relationships/customXml" Target="../ink/ink2484.xml"/><Relationship Id="rId145" Type="http://schemas.openxmlformats.org/officeDocument/2006/relationships/image" Target="../media/image17630.png"/><Relationship Id="rId166" Type="http://schemas.openxmlformats.org/officeDocument/2006/relationships/customXml" Target="../ink/ink2505.xml"/><Relationship Id="rId187" Type="http://schemas.openxmlformats.org/officeDocument/2006/relationships/image" Target="../media/image178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528.xml"/><Relationship Id="rId233" Type="http://schemas.openxmlformats.org/officeDocument/2006/relationships/image" Target="../media/image1807.png"/><Relationship Id="rId254" Type="http://schemas.openxmlformats.org/officeDocument/2006/relationships/customXml" Target="../ink/ink2549.xml"/><Relationship Id="rId28" Type="http://schemas.openxmlformats.org/officeDocument/2006/relationships/customXml" Target="../ink/ink2457.xml"/><Relationship Id="rId49" Type="http://schemas.openxmlformats.org/officeDocument/2006/relationships/image" Target="../media/image17150.png"/><Relationship Id="rId114" Type="http://schemas.openxmlformats.org/officeDocument/2006/relationships/customXml" Target="../ink/ink2479.xml"/><Relationship Id="rId135" Type="http://schemas.openxmlformats.org/officeDocument/2006/relationships/image" Target="../media/image17580.png"/><Relationship Id="rId156" Type="http://schemas.openxmlformats.org/officeDocument/2006/relationships/customXml" Target="../ink/ink2500.xml"/><Relationship Id="rId177" Type="http://schemas.openxmlformats.org/officeDocument/2006/relationships/image" Target="../media/image1779.png"/><Relationship Id="rId198" Type="http://schemas.openxmlformats.org/officeDocument/2006/relationships/customXml" Target="../ink/ink2521.xml"/><Relationship Id="rId202" Type="http://schemas.openxmlformats.org/officeDocument/2006/relationships/customXml" Target="../ink/ink2523.xml"/><Relationship Id="rId223" Type="http://schemas.openxmlformats.org/officeDocument/2006/relationships/image" Target="../media/image1802.png"/><Relationship Id="rId244" Type="http://schemas.openxmlformats.org/officeDocument/2006/relationships/customXml" Target="../ink/ink2544.xml"/><Relationship Id="rId18" Type="http://schemas.openxmlformats.org/officeDocument/2006/relationships/customXml" Target="../ink/ink2452.xml"/><Relationship Id="rId265" Type="http://schemas.openxmlformats.org/officeDocument/2006/relationships/customXml" Target="../ink/ink2555.xml"/><Relationship Id="rId50" Type="http://schemas.openxmlformats.org/officeDocument/2006/relationships/customXml" Target="../ink/ink2466.xml"/><Relationship Id="rId104" Type="http://schemas.openxmlformats.org/officeDocument/2006/relationships/customXml" Target="../ink/ink2474.xml"/><Relationship Id="rId125" Type="http://schemas.openxmlformats.org/officeDocument/2006/relationships/image" Target="../media/image17530.png"/><Relationship Id="rId146" Type="http://schemas.openxmlformats.org/officeDocument/2006/relationships/customXml" Target="../ink/ink2495.xml"/><Relationship Id="rId167" Type="http://schemas.openxmlformats.org/officeDocument/2006/relationships/image" Target="../media/image1774.png"/><Relationship Id="rId188" Type="http://schemas.openxmlformats.org/officeDocument/2006/relationships/customXml" Target="../ink/ink2516.xml"/><Relationship Id="rId213" Type="http://schemas.openxmlformats.org/officeDocument/2006/relationships/image" Target="../media/image1797.png"/><Relationship Id="rId234" Type="http://schemas.openxmlformats.org/officeDocument/2006/relationships/customXml" Target="../ink/ink2539.xml"/><Relationship Id="rId2" Type="http://schemas.openxmlformats.org/officeDocument/2006/relationships/customXml" Target="../ink/ink2451.xml"/><Relationship Id="rId29" Type="http://schemas.openxmlformats.org/officeDocument/2006/relationships/image" Target="../media/image17060.png"/><Relationship Id="rId255" Type="http://schemas.openxmlformats.org/officeDocument/2006/relationships/image" Target="../media/image1818.png"/><Relationship Id="rId115" Type="http://schemas.openxmlformats.org/officeDocument/2006/relationships/image" Target="../media/image17480.png"/><Relationship Id="rId136" Type="http://schemas.openxmlformats.org/officeDocument/2006/relationships/customXml" Target="../ink/ink2490.xml"/><Relationship Id="rId157" Type="http://schemas.openxmlformats.org/officeDocument/2006/relationships/image" Target="../media/image17690.png"/><Relationship Id="rId178" Type="http://schemas.openxmlformats.org/officeDocument/2006/relationships/customXml" Target="../ink/ink2511.xml"/><Relationship Id="rId199" Type="http://schemas.openxmlformats.org/officeDocument/2006/relationships/image" Target="../media/image1790.png"/><Relationship Id="rId203" Type="http://schemas.openxmlformats.org/officeDocument/2006/relationships/image" Target="../media/image1792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78.png"/><Relationship Id="rId21" Type="http://schemas.openxmlformats.org/officeDocument/2006/relationships/image" Target="../media/image1830.png"/><Relationship Id="rId42" Type="http://schemas.openxmlformats.org/officeDocument/2006/relationships/customXml" Target="../ink/ink2578.xml"/><Relationship Id="rId63" Type="http://schemas.openxmlformats.org/officeDocument/2006/relationships/image" Target="../media/image1851.png"/><Relationship Id="rId84" Type="http://schemas.openxmlformats.org/officeDocument/2006/relationships/customXml" Target="../ink/ink2599.xml"/><Relationship Id="rId138" Type="http://schemas.openxmlformats.org/officeDocument/2006/relationships/customXml" Target="../ink/ink2626.xml"/><Relationship Id="rId159" Type="http://schemas.openxmlformats.org/officeDocument/2006/relationships/image" Target="../media/image1899.png"/><Relationship Id="rId170" Type="http://schemas.openxmlformats.org/officeDocument/2006/relationships/customXml" Target="../ink/ink2642.xml"/><Relationship Id="rId191" Type="http://schemas.openxmlformats.org/officeDocument/2006/relationships/image" Target="../media/image1915.png"/><Relationship Id="rId205" Type="http://schemas.openxmlformats.org/officeDocument/2006/relationships/image" Target="../media/image1922.png"/><Relationship Id="rId226" Type="http://schemas.openxmlformats.org/officeDocument/2006/relationships/customXml" Target="../ink/ink2671.xml"/><Relationship Id="rId107" Type="http://schemas.openxmlformats.org/officeDocument/2006/relationships/image" Target="../media/image1873.png"/><Relationship Id="rId11" Type="http://schemas.openxmlformats.org/officeDocument/2006/relationships/image" Target="../media/image1825.png"/><Relationship Id="rId32" Type="http://schemas.openxmlformats.org/officeDocument/2006/relationships/customXml" Target="../ink/ink2573.xml"/><Relationship Id="rId53" Type="http://schemas.openxmlformats.org/officeDocument/2006/relationships/image" Target="../media/image1846.png"/><Relationship Id="rId74" Type="http://schemas.openxmlformats.org/officeDocument/2006/relationships/customXml" Target="../ink/ink2594.xml"/><Relationship Id="rId128" Type="http://schemas.openxmlformats.org/officeDocument/2006/relationships/customXml" Target="../ink/ink2621.xml"/><Relationship Id="rId149" Type="http://schemas.openxmlformats.org/officeDocument/2006/relationships/image" Target="../media/image1894.png"/><Relationship Id="rId5" Type="http://schemas.openxmlformats.org/officeDocument/2006/relationships/image" Target="../media/image18220.png"/><Relationship Id="rId95" Type="http://schemas.openxmlformats.org/officeDocument/2006/relationships/image" Target="../media/image1867.png"/><Relationship Id="rId160" Type="http://schemas.openxmlformats.org/officeDocument/2006/relationships/customXml" Target="../ink/ink2637.xml"/><Relationship Id="rId181" Type="http://schemas.openxmlformats.org/officeDocument/2006/relationships/image" Target="../media/image1910.png"/><Relationship Id="rId216" Type="http://schemas.openxmlformats.org/officeDocument/2006/relationships/customXml" Target="../ink/ink2665.xml"/><Relationship Id="rId237" Type="http://schemas.openxmlformats.org/officeDocument/2006/relationships/image" Target="../media/image1932.png"/><Relationship Id="rId22" Type="http://schemas.openxmlformats.org/officeDocument/2006/relationships/customXml" Target="../ink/ink2568.xml"/><Relationship Id="rId43" Type="http://schemas.openxmlformats.org/officeDocument/2006/relationships/image" Target="../media/image1841.png"/><Relationship Id="rId64" Type="http://schemas.openxmlformats.org/officeDocument/2006/relationships/customXml" Target="../ink/ink2589.xml"/><Relationship Id="rId118" Type="http://schemas.openxmlformats.org/officeDocument/2006/relationships/customXml" Target="../ink/ink2616.xml"/><Relationship Id="rId139" Type="http://schemas.openxmlformats.org/officeDocument/2006/relationships/image" Target="../media/image1889.png"/><Relationship Id="rId85" Type="http://schemas.openxmlformats.org/officeDocument/2006/relationships/image" Target="../media/image1862.png"/><Relationship Id="rId150" Type="http://schemas.openxmlformats.org/officeDocument/2006/relationships/customXml" Target="../ink/ink2632.xml"/><Relationship Id="rId171" Type="http://schemas.openxmlformats.org/officeDocument/2006/relationships/image" Target="../media/image1905.png"/><Relationship Id="rId192" Type="http://schemas.openxmlformats.org/officeDocument/2006/relationships/customXml" Target="../ink/ink2653.xml"/><Relationship Id="rId206" Type="http://schemas.openxmlformats.org/officeDocument/2006/relationships/customXml" Target="../ink/ink2660.xml"/><Relationship Id="rId227" Type="http://schemas.openxmlformats.org/officeDocument/2006/relationships/image" Target="../media/image995.png"/><Relationship Id="rId12" Type="http://schemas.openxmlformats.org/officeDocument/2006/relationships/customXml" Target="../ink/ink2563.xml"/><Relationship Id="rId33" Type="http://schemas.openxmlformats.org/officeDocument/2006/relationships/image" Target="../media/image1836.png"/><Relationship Id="rId108" Type="http://schemas.openxmlformats.org/officeDocument/2006/relationships/customXml" Target="../ink/ink2611.xml"/><Relationship Id="rId129" Type="http://schemas.openxmlformats.org/officeDocument/2006/relationships/image" Target="../media/image1884.png"/><Relationship Id="rId54" Type="http://schemas.openxmlformats.org/officeDocument/2006/relationships/customXml" Target="../ink/ink2584.xml"/><Relationship Id="rId75" Type="http://schemas.openxmlformats.org/officeDocument/2006/relationships/image" Target="../media/image1857.png"/><Relationship Id="rId96" Type="http://schemas.openxmlformats.org/officeDocument/2006/relationships/customXml" Target="../ink/ink2605.xml"/><Relationship Id="rId140" Type="http://schemas.openxmlformats.org/officeDocument/2006/relationships/customXml" Target="../ink/ink2627.xml"/><Relationship Id="rId161" Type="http://schemas.openxmlformats.org/officeDocument/2006/relationships/image" Target="../media/image1900.png"/><Relationship Id="rId182" Type="http://schemas.openxmlformats.org/officeDocument/2006/relationships/customXml" Target="../ink/ink2648.xml"/><Relationship Id="rId217" Type="http://schemas.openxmlformats.org/officeDocument/2006/relationships/image" Target="../media/image26.png"/><Relationship Id="rId6" Type="http://schemas.openxmlformats.org/officeDocument/2006/relationships/customXml" Target="../ink/ink2560.xml"/><Relationship Id="rId238" Type="http://schemas.openxmlformats.org/officeDocument/2006/relationships/customXml" Target="../ink/ink2678.xml"/><Relationship Id="rId23" Type="http://schemas.openxmlformats.org/officeDocument/2006/relationships/image" Target="../media/image1831.png"/><Relationship Id="rId119" Type="http://schemas.openxmlformats.org/officeDocument/2006/relationships/image" Target="../media/image1879.png"/><Relationship Id="rId44" Type="http://schemas.openxmlformats.org/officeDocument/2006/relationships/customXml" Target="../ink/ink2579.xml"/><Relationship Id="rId65" Type="http://schemas.openxmlformats.org/officeDocument/2006/relationships/image" Target="../media/image1852.png"/><Relationship Id="rId86" Type="http://schemas.openxmlformats.org/officeDocument/2006/relationships/customXml" Target="../ink/ink2600.xml"/><Relationship Id="rId130" Type="http://schemas.openxmlformats.org/officeDocument/2006/relationships/customXml" Target="../ink/ink2622.xml"/><Relationship Id="rId151" Type="http://schemas.openxmlformats.org/officeDocument/2006/relationships/image" Target="../media/image1895.png"/><Relationship Id="rId172" Type="http://schemas.openxmlformats.org/officeDocument/2006/relationships/customXml" Target="../ink/ink2643.xml"/><Relationship Id="rId193" Type="http://schemas.openxmlformats.org/officeDocument/2006/relationships/image" Target="../media/image1916.png"/><Relationship Id="rId207" Type="http://schemas.openxmlformats.org/officeDocument/2006/relationships/image" Target="../media/image1923.png"/><Relationship Id="rId228" Type="http://schemas.openxmlformats.org/officeDocument/2006/relationships/customXml" Target="../ink/ink2672.xml"/><Relationship Id="rId13" Type="http://schemas.openxmlformats.org/officeDocument/2006/relationships/image" Target="../media/image1826.png"/><Relationship Id="rId109" Type="http://schemas.openxmlformats.org/officeDocument/2006/relationships/image" Target="../media/image1874.png"/><Relationship Id="rId34" Type="http://schemas.openxmlformats.org/officeDocument/2006/relationships/customXml" Target="../ink/ink2574.xml"/><Relationship Id="rId55" Type="http://schemas.openxmlformats.org/officeDocument/2006/relationships/image" Target="../media/image1847.png"/><Relationship Id="rId76" Type="http://schemas.openxmlformats.org/officeDocument/2006/relationships/customXml" Target="../ink/ink2595.xml"/><Relationship Id="rId97" Type="http://schemas.openxmlformats.org/officeDocument/2006/relationships/image" Target="../media/image1868.png"/><Relationship Id="rId120" Type="http://schemas.openxmlformats.org/officeDocument/2006/relationships/customXml" Target="../ink/ink2617.xml"/><Relationship Id="rId141" Type="http://schemas.openxmlformats.org/officeDocument/2006/relationships/image" Target="../media/image1890.png"/><Relationship Id="rId7" Type="http://schemas.openxmlformats.org/officeDocument/2006/relationships/image" Target="../media/image18230.png"/><Relationship Id="rId162" Type="http://schemas.openxmlformats.org/officeDocument/2006/relationships/customXml" Target="../ink/ink2638.xml"/><Relationship Id="rId183" Type="http://schemas.openxmlformats.org/officeDocument/2006/relationships/image" Target="../media/image1911.png"/><Relationship Id="rId218" Type="http://schemas.openxmlformats.org/officeDocument/2006/relationships/customXml" Target="../ink/ink2666.xml"/><Relationship Id="rId239" Type="http://schemas.openxmlformats.org/officeDocument/2006/relationships/image" Target="../media/image1933.png"/><Relationship Id="rId24" Type="http://schemas.openxmlformats.org/officeDocument/2006/relationships/customXml" Target="../ink/ink2569.xml"/><Relationship Id="rId45" Type="http://schemas.openxmlformats.org/officeDocument/2006/relationships/image" Target="../media/image1842.png"/><Relationship Id="rId66" Type="http://schemas.openxmlformats.org/officeDocument/2006/relationships/customXml" Target="../ink/ink2590.xml"/><Relationship Id="rId87" Type="http://schemas.openxmlformats.org/officeDocument/2006/relationships/image" Target="../media/image1863.png"/><Relationship Id="rId110" Type="http://schemas.openxmlformats.org/officeDocument/2006/relationships/customXml" Target="../ink/ink2612.xml"/><Relationship Id="rId131" Type="http://schemas.openxmlformats.org/officeDocument/2006/relationships/image" Target="../media/image1885.png"/><Relationship Id="rId152" Type="http://schemas.openxmlformats.org/officeDocument/2006/relationships/customXml" Target="../ink/ink2633.xml"/><Relationship Id="rId173" Type="http://schemas.openxmlformats.org/officeDocument/2006/relationships/image" Target="../media/image1906.png"/><Relationship Id="rId194" Type="http://schemas.openxmlformats.org/officeDocument/2006/relationships/customXml" Target="../ink/ink2654.xml"/><Relationship Id="rId208" Type="http://schemas.openxmlformats.org/officeDocument/2006/relationships/customXml" Target="../ink/ink2661.xml"/><Relationship Id="rId229" Type="http://schemas.openxmlformats.org/officeDocument/2006/relationships/image" Target="../media/image330.png"/><Relationship Id="rId240" Type="http://schemas.openxmlformats.org/officeDocument/2006/relationships/customXml" Target="../ink/ink2679.xml"/><Relationship Id="rId14" Type="http://schemas.openxmlformats.org/officeDocument/2006/relationships/customXml" Target="../ink/ink2564.xml"/><Relationship Id="rId35" Type="http://schemas.openxmlformats.org/officeDocument/2006/relationships/image" Target="../media/image1837.png"/><Relationship Id="rId56" Type="http://schemas.openxmlformats.org/officeDocument/2006/relationships/customXml" Target="../ink/ink2585.xml"/><Relationship Id="rId77" Type="http://schemas.openxmlformats.org/officeDocument/2006/relationships/image" Target="../media/image1858.png"/><Relationship Id="rId100" Type="http://schemas.openxmlformats.org/officeDocument/2006/relationships/customXml" Target="../ink/ink2607.xml"/><Relationship Id="rId8" Type="http://schemas.openxmlformats.org/officeDocument/2006/relationships/customXml" Target="../ink/ink2561.xml"/><Relationship Id="rId98" Type="http://schemas.openxmlformats.org/officeDocument/2006/relationships/customXml" Target="../ink/ink2606.xml"/><Relationship Id="rId121" Type="http://schemas.openxmlformats.org/officeDocument/2006/relationships/image" Target="../media/image1880.png"/><Relationship Id="rId142" Type="http://schemas.openxmlformats.org/officeDocument/2006/relationships/customXml" Target="../ink/ink2628.xml"/><Relationship Id="rId163" Type="http://schemas.openxmlformats.org/officeDocument/2006/relationships/image" Target="../media/image1901.png"/><Relationship Id="rId184" Type="http://schemas.openxmlformats.org/officeDocument/2006/relationships/customXml" Target="../ink/ink2649.xml"/><Relationship Id="rId219" Type="http://schemas.openxmlformats.org/officeDocument/2006/relationships/image" Target="../media/image1928.png"/><Relationship Id="rId230" Type="http://schemas.openxmlformats.org/officeDocument/2006/relationships/customXml" Target="../ink/ink2673.xml"/><Relationship Id="rId25" Type="http://schemas.openxmlformats.org/officeDocument/2006/relationships/image" Target="../media/image1832.png"/><Relationship Id="rId46" Type="http://schemas.openxmlformats.org/officeDocument/2006/relationships/customXml" Target="../ink/ink2580.xml"/><Relationship Id="rId67" Type="http://schemas.openxmlformats.org/officeDocument/2006/relationships/image" Target="../media/image1853.png"/><Relationship Id="rId88" Type="http://schemas.openxmlformats.org/officeDocument/2006/relationships/customXml" Target="../ink/ink2601.xml"/><Relationship Id="rId111" Type="http://schemas.openxmlformats.org/officeDocument/2006/relationships/image" Target="../media/image1875.png"/><Relationship Id="rId132" Type="http://schemas.openxmlformats.org/officeDocument/2006/relationships/customXml" Target="../ink/ink2623.xml"/><Relationship Id="rId153" Type="http://schemas.openxmlformats.org/officeDocument/2006/relationships/image" Target="../media/image1896.png"/><Relationship Id="rId174" Type="http://schemas.openxmlformats.org/officeDocument/2006/relationships/customXml" Target="../ink/ink2644.xml"/><Relationship Id="rId195" Type="http://schemas.openxmlformats.org/officeDocument/2006/relationships/image" Target="../media/image1917.png"/><Relationship Id="rId209" Type="http://schemas.openxmlformats.org/officeDocument/2006/relationships/image" Target="../media/image1924.png"/><Relationship Id="rId220" Type="http://schemas.openxmlformats.org/officeDocument/2006/relationships/customXml" Target="../ink/ink2667.xml"/><Relationship Id="rId241" Type="http://schemas.openxmlformats.org/officeDocument/2006/relationships/image" Target="../media/image1934.png"/><Relationship Id="rId15" Type="http://schemas.openxmlformats.org/officeDocument/2006/relationships/image" Target="../media/image1827.png"/><Relationship Id="rId36" Type="http://schemas.openxmlformats.org/officeDocument/2006/relationships/customXml" Target="../ink/ink2575.xml"/><Relationship Id="rId57" Type="http://schemas.openxmlformats.org/officeDocument/2006/relationships/image" Target="../media/image1848.png"/><Relationship Id="rId106" Type="http://schemas.openxmlformats.org/officeDocument/2006/relationships/customXml" Target="../ink/ink2610.xml"/><Relationship Id="rId127" Type="http://schemas.openxmlformats.org/officeDocument/2006/relationships/image" Target="../media/image1883.png"/><Relationship Id="rId10" Type="http://schemas.openxmlformats.org/officeDocument/2006/relationships/customXml" Target="../ink/ink2562.xml"/><Relationship Id="rId31" Type="http://schemas.openxmlformats.org/officeDocument/2006/relationships/image" Target="../media/image1835.png"/><Relationship Id="rId52" Type="http://schemas.openxmlformats.org/officeDocument/2006/relationships/customXml" Target="../ink/ink2583.xml"/><Relationship Id="rId73" Type="http://schemas.openxmlformats.org/officeDocument/2006/relationships/image" Target="../media/image1856.png"/><Relationship Id="rId78" Type="http://schemas.openxmlformats.org/officeDocument/2006/relationships/customXml" Target="../ink/ink2596.xml"/><Relationship Id="rId94" Type="http://schemas.openxmlformats.org/officeDocument/2006/relationships/customXml" Target="../ink/ink2604.xml"/><Relationship Id="rId99" Type="http://schemas.openxmlformats.org/officeDocument/2006/relationships/image" Target="../media/image1869.png"/><Relationship Id="rId101" Type="http://schemas.openxmlformats.org/officeDocument/2006/relationships/image" Target="../media/image1870.png"/><Relationship Id="rId122" Type="http://schemas.openxmlformats.org/officeDocument/2006/relationships/customXml" Target="../ink/ink2618.xml"/><Relationship Id="rId143" Type="http://schemas.openxmlformats.org/officeDocument/2006/relationships/image" Target="../media/image1891.png"/><Relationship Id="rId148" Type="http://schemas.openxmlformats.org/officeDocument/2006/relationships/customXml" Target="../ink/ink2631.xml"/><Relationship Id="rId164" Type="http://schemas.openxmlformats.org/officeDocument/2006/relationships/customXml" Target="../ink/ink2639.xml"/><Relationship Id="rId169" Type="http://schemas.openxmlformats.org/officeDocument/2006/relationships/image" Target="../media/image1904.png"/><Relationship Id="rId185" Type="http://schemas.openxmlformats.org/officeDocument/2006/relationships/image" Target="../media/image1912.png"/><Relationship Id="rId4" Type="http://schemas.openxmlformats.org/officeDocument/2006/relationships/customXml" Target="../ink/ink2559.xml"/><Relationship Id="rId9" Type="http://schemas.openxmlformats.org/officeDocument/2006/relationships/image" Target="../media/image1824.png"/><Relationship Id="rId180" Type="http://schemas.openxmlformats.org/officeDocument/2006/relationships/customXml" Target="../ink/ink2647.xml"/><Relationship Id="rId210" Type="http://schemas.openxmlformats.org/officeDocument/2006/relationships/customXml" Target="../ink/ink2662.xml"/><Relationship Id="rId215" Type="http://schemas.openxmlformats.org/officeDocument/2006/relationships/image" Target="../media/image1927.png"/><Relationship Id="rId236" Type="http://schemas.openxmlformats.org/officeDocument/2006/relationships/customXml" Target="../ink/ink2677.xml"/><Relationship Id="rId26" Type="http://schemas.openxmlformats.org/officeDocument/2006/relationships/customXml" Target="../ink/ink2570.xml"/><Relationship Id="rId231" Type="http://schemas.openxmlformats.org/officeDocument/2006/relationships/customXml" Target="../ink/ink2674.xml"/><Relationship Id="rId47" Type="http://schemas.openxmlformats.org/officeDocument/2006/relationships/image" Target="../media/image1843.png"/><Relationship Id="rId68" Type="http://schemas.openxmlformats.org/officeDocument/2006/relationships/customXml" Target="../ink/ink2591.xml"/><Relationship Id="rId89" Type="http://schemas.openxmlformats.org/officeDocument/2006/relationships/image" Target="../media/image1864.png"/><Relationship Id="rId112" Type="http://schemas.openxmlformats.org/officeDocument/2006/relationships/customXml" Target="../ink/ink2613.xml"/><Relationship Id="rId133" Type="http://schemas.openxmlformats.org/officeDocument/2006/relationships/image" Target="../media/image1886.png"/><Relationship Id="rId154" Type="http://schemas.openxmlformats.org/officeDocument/2006/relationships/customXml" Target="../ink/ink2634.xml"/><Relationship Id="rId175" Type="http://schemas.openxmlformats.org/officeDocument/2006/relationships/image" Target="../media/image1907.png"/><Relationship Id="rId196" Type="http://schemas.openxmlformats.org/officeDocument/2006/relationships/customXml" Target="../ink/ink2655.xml"/><Relationship Id="rId200" Type="http://schemas.openxmlformats.org/officeDocument/2006/relationships/customXml" Target="../ink/ink2657.xml"/><Relationship Id="rId16" Type="http://schemas.openxmlformats.org/officeDocument/2006/relationships/customXml" Target="../ink/ink2565.xml"/><Relationship Id="rId221" Type="http://schemas.openxmlformats.org/officeDocument/2006/relationships/image" Target="../media/image1929.png"/><Relationship Id="rId37" Type="http://schemas.openxmlformats.org/officeDocument/2006/relationships/image" Target="../media/image1838.png"/><Relationship Id="rId58" Type="http://schemas.openxmlformats.org/officeDocument/2006/relationships/customXml" Target="../ink/ink2586.xml"/><Relationship Id="rId79" Type="http://schemas.openxmlformats.org/officeDocument/2006/relationships/image" Target="../media/image1859.png"/><Relationship Id="rId102" Type="http://schemas.openxmlformats.org/officeDocument/2006/relationships/customXml" Target="../ink/ink2608.xml"/><Relationship Id="rId123" Type="http://schemas.openxmlformats.org/officeDocument/2006/relationships/image" Target="../media/image1881.png"/><Relationship Id="rId144" Type="http://schemas.openxmlformats.org/officeDocument/2006/relationships/customXml" Target="../ink/ink2629.xml"/><Relationship Id="rId90" Type="http://schemas.openxmlformats.org/officeDocument/2006/relationships/customXml" Target="../ink/ink2602.xml"/><Relationship Id="rId165" Type="http://schemas.openxmlformats.org/officeDocument/2006/relationships/image" Target="../media/image1902.png"/><Relationship Id="rId186" Type="http://schemas.openxmlformats.org/officeDocument/2006/relationships/customXml" Target="../ink/ink2650.xml"/><Relationship Id="rId211" Type="http://schemas.openxmlformats.org/officeDocument/2006/relationships/image" Target="../media/image1925.png"/><Relationship Id="rId232" Type="http://schemas.openxmlformats.org/officeDocument/2006/relationships/customXml" Target="../ink/ink2675.xml"/><Relationship Id="rId27" Type="http://schemas.openxmlformats.org/officeDocument/2006/relationships/image" Target="../media/image1833.png"/><Relationship Id="rId48" Type="http://schemas.openxmlformats.org/officeDocument/2006/relationships/customXml" Target="../ink/ink2581.xml"/><Relationship Id="rId69" Type="http://schemas.openxmlformats.org/officeDocument/2006/relationships/image" Target="../media/image1854.png"/><Relationship Id="rId113" Type="http://schemas.openxmlformats.org/officeDocument/2006/relationships/image" Target="../media/image1876.png"/><Relationship Id="rId134" Type="http://schemas.openxmlformats.org/officeDocument/2006/relationships/customXml" Target="../ink/ink2624.xml"/><Relationship Id="rId80" Type="http://schemas.openxmlformats.org/officeDocument/2006/relationships/customXml" Target="../ink/ink2597.xml"/><Relationship Id="rId155" Type="http://schemas.openxmlformats.org/officeDocument/2006/relationships/image" Target="../media/image1897.png"/><Relationship Id="rId176" Type="http://schemas.openxmlformats.org/officeDocument/2006/relationships/customXml" Target="../ink/ink2645.xml"/><Relationship Id="rId197" Type="http://schemas.openxmlformats.org/officeDocument/2006/relationships/image" Target="../media/image1918.png"/><Relationship Id="rId201" Type="http://schemas.openxmlformats.org/officeDocument/2006/relationships/image" Target="../media/image1920.png"/><Relationship Id="rId222" Type="http://schemas.openxmlformats.org/officeDocument/2006/relationships/customXml" Target="../ink/ink2668.xml"/><Relationship Id="rId17" Type="http://schemas.openxmlformats.org/officeDocument/2006/relationships/image" Target="../media/image1828.png"/><Relationship Id="rId38" Type="http://schemas.openxmlformats.org/officeDocument/2006/relationships/customXml" Target="../ink/ink2576.xml"/><Relationship Id="rId59" Type="http://schemas.openxmlformats.org/officeDocument/2006/relationships/image" Target="../media/image1849.png"/><Relationship Id="rId103" Type="http://schemas.openxmlformats.org/officeDocument/2006/relationships/image" Target="../media/image1871.png"/><Relationship Id="rId124" Type="http://schemas.openxmlformats.org/officeDocument/2006/relationships/customXml" Target="../ink/ink2619.xml"/><Relationship Id="rId70" Type="http://schemas.openxmlformats.org/officeDocument/2006/relationships/customXml" Target="../ink/ink2592.xml"/><Relationship Id="rId91" Type="http://schemas.openxmlformats.org/officeDocument/2006/relationships/image" Target="../media/image1865.png"/><Relationship Id="rId145" Type="http://schemas.openxmlformats.org/officeDocument/2006/relationships/image" Target="../media/image1892.png"/><Relationship Id="rId166" Type="http://schemas.openxmlformats.org/officeDocument/2006/relationships/customXml" Target="../ink/ink2640.xml"/><Relationship Id="rId187" Type="http://schemas.openxmlformats.org/officeDocument/2006/relationships/image" Target="../media/image191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663.xml"/><Relationship Id="rId233" Type="http://schemas.openxmlformats.org/officeDocument/2006/relationships/image" Target="../media/image1930.png"/><Relationship Id="rId28" Type="http://schemas.openxmlformats.org/officeDocument/2006/relationships/customXml" Target="../ink/ink2571.xml"/><Relationship Id="rId49" Type="http://schemas.openxmlformats.org/officeDocument/2006/relationships/image" Target="../media/image1844.png"/><Relationship Id="rId114" Type="http://schemas.openxmlformats.org/officeDocument/2006/relationships/customXml" Target="../ink/ink2614.xml"/><Relationship Id="rId60" Type="http://schemas.openxmlformats.org/officeDocument/2006/relationships/customXml" Target="../ink/ink2587.xml"/><Relationship Id="rId81" Type="http://schemas.openxmlformats.org/officeDocument/2006/relationships/image" Target="../media/image1860.png"/><Relationship Id="rId135" Type="http://schemas.openxmlformats.org/officeDocument/2006/relationships/image" Target="../media/image1887.png"/><Relationship Id="rId156" Type="http://schemas.openxmlformats.org/officeDocument/2006/relationships/customXml" Target="../ink/ink2635.xml"/><Relationship Id="rId177" Type="http://schemas.openxmlformats.org/officeDocument/2006/relationships/image" Target="../media/image1908.png"/><Relationship Id="rId198" Type="http://schemas.openxmlformats.org/officeDocument/2006/relationships/customXml" Target="../ink/ink2656.xml"/><Relationship Id="rId202" Type="http://schemas.openxmlformats.org/officeDocument/2006/relationships/customXml" Target="../ink/ink2658.xml"/><Relationship Id="rId223" Type="http://schemas.openxmlformats.org/officeDocument/2006/relationships/customXml" Target="../ink/ink2669.xml"/><Relationship Id="rId18" Type="http://schemas.openxmlformats.org/officeDocument/2006/relationships/customXml" Target="../ink/ink2566.xml"/><Relationship Id="rId39" Type="http://schemas.openxmlformats.org/officeDocument/2006/relationships/image" Target="../media/image1839.png"/><Relationship Id="rId50" Type="http://schemas.openxmlformats.org/officeDocument/2006/relationships/customXml" Target="../ink/ink2582.xml"/><Relationship Id="rId104" Type="http://schemas.openxmlformats.org/officeDocument/2006/relationships/customXml" Target="../ink/ink2609.xml"/><Relationship Id="rId125" Type="http://schemas.openxmlformats.org/officeDocument/2006/relationships/image" Target="../media/image1882.png"/><Relationship Id="rId146" Type="http://schemas.openxmlformats.org/officeDocument/2006/relationships/customXml" Target="../ink/ink2630.xml"/><Relationship Id="rId167" Type="http://schemas.openxmlformats.org/officeDocument/2006/relationships/image" Target="../media/image1903.png"/><Relationship Id="rId188" Type="http://schemas.openxmlformats.org/officeDocument/2006/relationships/customXml" Target="../ink/ink2651.xml"/><Relationship Id="rId71" Type="http://schemas.openxmlformats.org/officeDocument/2006/relationships/image" Target="../media/image1855.png"/><Relationship Id="rId92" Type="http://schemas.openxmlformats.org/officeDocument/2006/relationships/customXml" Target="../ink/ink2603.xml"/><Relationship Id="rId213" Type="http://schemas.openxmlformats.org/officeDocument/2006/relationships/image" Target="../media/image1926.png"/><Relationship Id="rId234" Type="http://schemas.openxmlformats.org/officeDocument/2006/relationships/customXml" Target="../ink/ink2676.xml"/><Relationship Id="rId2" Type="http://schemas.openxmlformats.org/officeDocument/2006/relationships/customXml" Target="../ink/ink2558.xml"/><Relationship Id="rId29" Type="http://schemas.openxmlformats.org/officeDocument/2006/relationships/image" Target="../media/image1834.png"/><Relationship Id="rId40" Type="http://schemas.openxmlformats.org/officeDocument/2006/relationships/customXml" Target="../ink/ink2577.xml"/><Relationship Id="rId115" Type="http://schemas.openxmlformats.org/officeDocument/2006/relationships/image" Target="../media/image1877.png"/><Relationship Id="rId136" Type="http://schemas.openxmlformats.org/officeDocument/2006/relationships/customXml" Target="../ink/ink2625.xml"/><Relationship Id="rId157" Type="http://schemas.openxmlformats.org/officeDocument/2006/relationships/image" Target="../media/image1898.png"/><Relationship Id="rId178" Type="http://schemas.openxmlformats.org/officeDocument/2006/relationships/customXml" Target="../ink/ink2646.xml"/><Relationship Id="rId61" Type="http://schemas.openxmlformats.org/officeDocument/2006/relationships/image" Target="../media/image1850.png"/><Relationship Id="rId82" Type="http://schemas.openxmlformats.org/officeDocument/2006/relationships/customXml" Target="../ink/ink2598.xml"/><Relationship Id="rId199" Type="http://schemas.openxmlformats.org/officeDocument/2006/relationships/image" Target="../media/image1919.png"/><Relationship Id="rId203" Type="http://schemas.openxmlformats.org/officeDocument/2006/relationships/image" Target="../media/image1921.png"/><Relationship Id="rId19" Type="http://schemas.openxmlformats.org/officeDocument/2006/relationships/image" Target="../media/image1829.png"/><Relationship Id="rId224" Type="http://schemas.openxmlformats.org/officeDocument/2006/relationships/customXml" Target="../ink/ink2670.xml"/><Relationship Id="rId30" Type="http://schemas.openxmlformats.org/officeDocument/2006/relationships/customXml" Target="../ink/ink2572.xml"/><Relationship Id="rId105" Type="http://schemas.openxmlformats.org/officeDocument/2006/relationships/image" Target="../media/image1872.png"/><Relationship Id="rId126" Type="http://schemas.openxmlformats.org/officeDocument/2006/relationships/customXml" Target="../ink/ink2620.xml"/><Relationship Id="rId147" Type="http://schemas.openxmlformats.org/officeDocument/2006/relationships/image" Target="../media/image1893.png"/><Relationship Id="rId168" Type="http://schemas.openxmlformats.org/officeDocument/2006/relationships/customXml" Target="../ink/ink2641.xml"/><Relationship Id="rId51" Type="http://schemas.openxmlformats.org/officeDocument/2006/relationships/image" Target="../media/image1845.png"/><Relationship Id="rId72" Type="http://schemas.openxmlformats.org/officeDocument/2006/relationships/customXml" Target="../ink/ink2593.xml"/><Relationship Id="rId93" Type="http://schemas.openxmlformats.org/officeDocument/2006/relationships/image" Target="../media/image1866.png"/><Relationship Id="rId189" Type="http://schemas.openxmlformats.org/officeDocument/2006/relationships/image" Target="../media/image1914.png"/><Relationship Id="rId3" Type="http://schemas.openxmlformats.org/officeDocument/2006/relationships/image" Target="../media/image18210.png"/><Relationship Id="rId214" Type="http://schemas.openxmlformats.org/officeDocument/2006/relationships/customXml" Target="../ink/ink2664.xml"/><Relationship Id="rId235" Type="http://schemas.openxmlformats.org/officeDocument/2006/relationships/image" Target="../media/image1931.png"/><Relationship Id="rId116" Type="http://schemas.openxmlformats.org/officeDocument/2006/relationships/customXml" Target="../ink/ink2615.xml"/><Relationship Id="rId137" Type="http://schemas.openxmlformats.org/officeDocument/2006/relationships/image" Target="../media/image1888.png"/><Relationship Id="rId158" Type="http://schemas.openxmlformats.org/officeDocument/2006/relationships/customXml" Target="../ink/ink2636.xml"/><Relationship Id="rId20" Type="http://schemas.openxmlformats.org/officeDocument/2006/relationships/customXml" Target="../ink/ink2567.xml"/><Relationship Id="rId41" Type="http://schemas.openxmlformats.org/officeDocument/2006/relationships/image" Target="../media/image1840.png"/><Relationship Id="rId62" Type="http://schemas.openxmlformats.org/officeDocument/2006/relationships/customXml" Target="../ink/ink2588.xml"/><Relationship Id="rId83" Type="http://schemas.openxmlformats.org/officeDocument/2006/relationships/image" Target="../media/image1861.png"/><Relationship Id="rId179" Type="http://schemas.openxmlformats.org/officeDocument/2006/relationships/image" Target="../media/image1909.png"/><Relationship Id="rId190" Type="http://schemas.openxmlformats.org/officeDocument/2006/relationships/customXml" Target="../ink/ink2652.xml"/><Relationship Id="rId204" Type="http://schemas.openxmlformats.org/officeDocument/2006/relationships/customXml" Target="../ink/ink2659.xml"/><Relationship Id="rId225" Type="http://schemas.openxmlformats.org/officeDocument/2006/relationships/image" Target="../media/image762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84.png"/><Relationship Id="rId299" Type="http://schemas.openxmlformats.org/officeDocument/2006/relationships/image" Target="../media/image2072.png"/><Relationship Id="rId21" Type="http://schemas.openxmlformats.org/officeDocument/2006/relationships/image" Target="../media/image1936.png"/><Relationship Id="rId63" Type="http://schemas.openxmlformats.org/officeDocument/2006/relationships/image" Target="../media/image1957.png"/><Relationship Id="rId159" Type="http://schemas.openxmlformats.org/officeDocument/2006/relationships/image" Target="../media/image2005.png"/><Relationship Id="rId324" Type="http://schemas.openxmlformats.org/officeDocument/2006/relationships/customXml" Target="../ink/ink2842.xml"/><Relationship Id="rId170" Type="http://schemas.openxmlformats.org/officeDocument/2006/relationships/customXml" Target="../ink/ink2764.xml"/><Relationship Id="rId226" Type="http://schemas.openxmlformats.org/officeDocument/2006/relationships/customXml" Target="../ink/ink2792.xml"/><Relationship Id="rId268" Type="http://schemas.openxmlformats.org/officeDocument/2006/relationships/customXml" Target="../ink/ink2813.xml"/><Relationship Id="rId32" Type="http://schemas.openxmlformats.org/officeDocument/2006/relationships/customXml" Target="../ink/ink2695.xml"/><Relationship Id="rId74" Type="http://schemas.openxmlformats.org/officeDocument/2006/relationships/customXml" Target="../ink/ink2716.xml"/><Relationship Id="rId128" Type="http://schemas.openxmlformats.org/officeDocument/2006/relationships/customXml" Target="../ink/ink2743.xml"/><Relationship Id="rId335" Type="http://schemas.openxmlformats.org/officeDocument/2006/relationships/image" Target="../media/image2081.png"/><Relationship Id="rId5" Type="http://schemas.openxmlformats.org/officeDocument/2006/relationships/image" Target="../media/image19280.png"/><Relationship Id="rId181" Type="http://schemas.openxmlformats.org/officeDocument/2006/relationships/image" Target="../media/image2016.png"/><Relationship Id="rId237" Type="http://schemas.openxmlformats.org/officeDocument/2006/relationships/image" Target="../media/image2044.png"/><Relationship Id="rId279" Type="http://schemas.openxmlformats.org/officeDocument/2006/relationships/image" Target="../media/image2062.png"/><Relationship Id="rId43" Type="http://schemas.openxmlformats.org/officeDocument/2006/relationships/image" Target="../media/image1947.png"/><Relationship Id="rId139" Type="http://schemas.openxmlformats.org/officeDocument/2006/relationships/image" Target="../media/image1995.png"/><Relationship Id="rId290" Type="http://schemas.openxmlformats.org/officeDocument/2006/relationships/customXml" Target="../ink/ink2824.xml"/><Relationship Id="rId304" Type="http://schemas.openxmlformats.org/officeDocument/2006/relationships/customXml" Target="../ink/ink2831.xml"/><Relationship Id="rId85" Type="http://schemas.openxmlformats.org/officeDocument/2006/relationships/image" Target="../media/image1968.png"/><Relationship Id="rId150" Type="http://schemas.openxmlformats.org/officeDocument/2006/relationships/customXml" Target="../ink/ink2754.xml"/><Relationship Id="rId192" Type="http://schemas.openxmlformats.org/officeDocument/2006/relationships/customXml" Target="../ink/ink2775.xml"/><Relationship Id="rId206" Type="http://schemas.openxmlformats.org/officeDocument/2006/relationships/customXml" Target="../ink/ink2782.xml"/><Relationship Id="rId248" Type="http://schemas.openxmlformats.org/officeDocument/2006/relationships/customXml" Target="../ink/ink2803.xml"/><Relationship Id="rId12" Type="http://schemas.openxmlformats.org/officeDocument/2006/relationships/customXml" Target="../ink/ink2685.xml"/><Relationship Id="rId108" Type="http://schemas.openxmlformats.org/officeDocument/2006/relationships/customXml" Target="../ink/ink2733.xml"/><Relationship Id="rId315" Type="http://schemas.openxmlformats.org/officeDocument/2006/relationships/image" Target="../media/image627.png"/><Relationship Id="rId54" Type="http://schemas.openxmlformats.org/officeDocument/2006/relationships/customXml" Target="../ink/ink2706.xml"/><Relationship Id="rId96" Type="http://schemas.openxmlformats.org/officeDocument/2006/relationships/customXml" Target="../ink/ink2727.xml"/><Relationship Id="rId161" Type="http://schemas.openxmlformats.org/officeDocument/2006/relationships/image" Target="../media/image2006.png"/><Relationship Id="rId217" Type="http://schemas.openxmlformats.org/officeDocument/2006/relationships/image" Target="../media/image2034.png"/><Relationship Id="rId259" Type="http://schemas.openxmlformats.org/officeDocument/2006/relationships/image" Target="../media/image1457.png"/><Relationship Id="rId23" Type="http://schemas.openxmlformats.org/officeDocument/2006/relationships/image" Target="../media/image1937.png"/><Relationship Id="rId119" Type="http://schemas.openxmlformats.org/officeDocument/2006/relationships/image" Target="../media/image1985.png"/><Relationship Id="rId270" Type="http://schemas.openxmlformats.org/officeDocument/2006/relationships/customXml" Target="../ink/ink2814.xml"/><Relationship Id="rId326" Type="http://schemas.openxmlformats.org/officeDocument/2006/relationships/customXml" Target="../ink/ink2843.xml"/><Relationship Id="rId65" Type="http://schemas.openxmlformats.org/officeDocument/2006/relationships/image" Target="../media/image1958.png"/><Relationship Id="rId130" Type="http://schemas.openxmlformats.org/officeDocument/2006/relationships/customXml" Target="../ink/ink2744.xml"/><Relationship Id="rId172" Type="http://schemas.openxmlformats.org/officeDocument/2006/relationships/customXml" Target="../ink/ink2765.xml"/><Relationship Id="rId228" Type="http://schemas.openxmlformats.org/officeDocument/2006/relationships/customXml" Target="../ink/ink2793.xml"/><Relationship Id="rId281" Type="http://schemas.openxmlformats.org/officeDocument/2006/relationships/image" Target="../media/image2063.png"/><Relationship Id="rId337" Type="http://schemas.openxmlformats.org/officeDocument/2006/relationships/image" Target="../media/image2082.png"/><Relationship Id="rId34" Type="http://schemas.openxmlformats.org/officeDocument/2006/relationships/customXml" Target="../ink/ink2696.xml"/><Relationship Id="rId76" Type="http://schemas.openxmlformats.org/officeDocument/2006/relationships/customXml" Target="../ink/ink2717.xml"/><Relationship Id="rId141" Type="http://schemas.openxmlformats.org/officeDocument/2006/relationships/image" Target="../media/image1996.png"/><Relationship Id="rId7" Type="http://schemas.openxmlformats.org/officeDocument/2006/relationships/image" Target="../media/image19290.png"/><Relationship Id="rId183" Type="http://schemas.openxmlformats.org/officeDocument/2006/relationships/image" Target="../media/image2017.png"/><Relationship Id="rId239" Type="http://schemas.openxmlformats.org/officeDocument/2006/relationships/image" Target="../media/image2045.png"/><Relationship Id="rId250" Type="http://schemas.openxmlformats.org/officeDocument/2006/relationships/customXml" Target="../ink/ink2804.xml"/><Relationship Id="rId292" Type="http://schemas.openxmlformats.org/officeDocument/2006/relationships/customXml" Target="../ink/ink2825.xml"/><Relationship Id="rId306" Type="http://schemas.openxmlformats.org/officeDocument/2006/relationships/customXml" Target="../ink/ink2832.xml"/><Relationship Id="rId45" Type="http://schemas.openxmlformats.org/officeDocument/2006/relationships/image" Target="../media/image1948.png"/><Relationship Id="rId87" Type="http://schemas.openxmlformats.org/officeDocument/2006/relationships/image" Target="../media/image1969.png"/><Relationship Id="rId110" Type="http://schemas.openxmlformats.org/officeDocument/2006/relationships/customXml" Target="../ink/ink2734.xml"/><Relationship Id="rId152" Type="http://schemas.openxmlformats.org/officeDocument/2006/relationships/customXml" Target="../ink/ink2755.xml"/><Relationship Id="rId194" Type="http://schemas.openxmlformats.org/officeDocument/2006/relationships/customXml" Target="../ink/ink2776.xml"/><Relationship Id="rId208" Type="http://schemas.openxmlformats.org/officeDocument/2006/relationships/customXml" Target="../ink/ink2783.xml"/><Relationship Id="rId240" Type="http://schemas.openxmlformats.org/officeDocument/2006/relationships/customXml" Target="../ink/ink2799.xml"/><Relationship Id="rId261" Type="http://schemas.openxmlformats.org/officeDocument/2006/relationships/image" Target="../media/image11310.png"/><Relationship Id="rId14" Type="http://schemas.openxmlformats.org/officeDocument/2006/relationships/customXml" Target="../ink/ink2686.xml"/><Relationship Id="rId35" Type="http://schemas.openxmlformats.org/officeDocument/2006/relationships/image" Target="../media/image1943.png"/><Relationship Id="rId56" Type="http://schemas.openxmlformats.org/officeDocument/2006/relationships/customXml" Target="../ink/ink2707.xml"/><Relationship Id="rId77" Type="http://schemas.openxmlformats.org/officeDocument/2006/relationships/image" Target="../media/image1964.png"/><Relationship Id="rId100" Type="http://schemas.openxmlformats.org/officeDocument/2006/relationships/customXml" Target="../ink/ink2729.xml"/><Relationship Id="rId282" Type="http://schemas.openxmlformats.org/officeDocument/2006/relationships/customXml" Target="../ink/ink2820.xml"/><Relationship Id="rId317" Type="http://schemas.openxmlformats.org/officeDocument/2006/relationships/image" Target="../media/image1117.png"/><Relationship Id="rId338" Type="http://schemas.openxmlformats.org/officeDocument/2006/relationships/customXml" Target="../ink/ink2850.xml"/><Relationship Id="rId8" Type="http://schemas.openxmlformats.org/officeDocument/2006/relationships/customXml" Target="../ink/ink2683.xml"/><Relationship Id="rId98" Type="http://schemas.openxmlformats.org/officeDocument/2006/relationships/customXml" Target="../ink/ink2728.xml"/><Relationship Id="rId121" Type="http://schemas.openxmlformats.org/officeDocument/2006/relationships/image" Target="../media/image1986.png"/><Relationship Id="rId142" Type="http://schemas.openxmlformats.org/officeDocument/2006/relationships/customXml" Target="../ink/ink2750.xml"/><Relationship Id="rId163" Type="http://schemas.openxmlformats.org/officeDocument/2006/relationships/image" Target="../media/image2007.png"/><Relationship Id="rId184" Type="http://schemas.openxmlformats.org/officeDocument/2006/relationships/customXml" Target="../ink/ink2771.xml"/><Relationship Id="rId219" Type="http://schemas.openxmlformats.org/officeDocument/2006/relationships/image" Target="../media/image2035.png"/><Relationship Id="rId230" Type="http://schemas.openxmlformats.org/officeDocument/2006/relationships/customXml" Target="../ink/ink2794.xml"/><Relationship Id="rId251" Type="http://schemas.openxmlformats.org/officeDocument/2006/relationships/image" Target="../media/image2051.png"/><Relationship Id="rId25" Type="http://schemas.openxmlformats.org/officeDocument/2006/relationships/image" Target="../media/image1938.png"/><Relationship Id="rId46" Type="http://schemas.openxmlformats.org/officeDocument/2006/relationships/customXml" Target="../ink/ink2702.xml"/><Relationship Id="rId67" Type="http://schemas.openxmlformats.org/officeDocument/2006/relationships/image" Target="../media/image1959.png"/><Relationship Id="rId272" Type="http://schemas.openxmlformats.org/officeDocument/2006/relationships/customXml" Target="../ink/ink2815.xml"/><Relationship Id="rId293" Type="http://schemas.openxmlformats.org/officeDocument/2006/relationships/image" Target="../media/image2069.png"/><Relationship Id="rId307" Type="http://schemas.openxmlformats.org/officeDocument/2006/relationships/image" Target="../media/image2076.png"/><Relationship Id="rId328" Type="http://schemas.openxmlformats.org/officeDocument/2006/relationships/customXml" Target="../ink/ink2844.xml"/><Relationship Id="rId88" Type="http://schemas.openxmlformats.org/officeDocument/2006/relationships/customXml" Target="../ink/ink2723.xml"/><Relationship Id="rId111" Type="http://schemas.openxmlformats.org/officeDocument/2006/relationships/image" Target="../media/image1981.png"/><Relationship Id="rId132" Type="http://schemas.openxmlformats.org/officeDocument/2006/relationships/customXml" Target="../ink/ink2745.xml"/><Relationship Id="rId153" Type="http://schemas.openxmlformats.org/officeDocument/2006/relationships/image" Target="../media/image2002.png"/><Relationship Id="rId174" Type="http://schemas.openxmlformats.org/officeDocument/2006/relationships/customXml" Target="../ink/ink2766.xml"/><Relationship Id="rId195" Type="http://schemas.openxmlformats.org/officeDocument/2006/relationships/image" Target="../media/image2023.png"/><Relationship Id="rId209" Type="http://schemas.openxmlformats.org/officeDocument/2006/relationships/image" Target="../media/image2030.png"/><Relationship Id="rId220" Type="http://schemas.openxmlformats.org/officeDocument/2006/relationships/customXml" Target="../ink/ink2789.xml"/><Relationship Id="rId241" Type="http://schemas.openxmlformats.org/officeDocument/2006/relationships/image" Target="../media/image2046.png"/><Relationship Id="rId15" Type="http://schemas.openxmlformats.org/officeDocument/2006/relationships/image" Target="../media/image19330.png"/><Relationship Id="rId36" Type="http://schemas.openxmlformats.org/officeDocument/2006/relationships/customXml" Target="../ink/ink2697.xml"/><Relationship Id="rId57" Type="http://schemas.openxmlformats.org/officeDocument/2006/relationships/image" Target="../media/image1954.png"/><Relationship Id="rId262" Type="http://schemas.openxmlformats.org/officeDocument/2006/relationships/customXml" Target="../ink/ink2810.xml"/><Relationship Id="rId283" Type="http://schemas.openxmlformats.org/officeDocument/2006/relationships/image" Target="../media/image2064.png"/><Relationship Id="rId318" Type="http://schemas.openxmlformats.org/officeDocument/2006/relationships/customXml" Target="../ink/ink2838.xml"/><Relationship Id="rId339" Type="http://schemas.openxmlformats.org/officeDocument/2006/relationships/image" Target="../media/image2083.png"/><Relationship Id="rId78" Type="http://schemas.openxmlformats.org/officeDocument/2006/relationships/customXml" Target="../ink/ink2718.xml"/><Relationship Id="rId99" Type="http://schemas.openxmlformats.org/officeDocument/2006/relationships/image" Target="../media/image1975.png"/><Relationship Id="rId101" Type="http://schemas.openxmlformats.org/officeDocument/2006/relationships/image" Target="../media/image1976.png"/><Relationship Id="rId122" Type="http://schemas.openxmlformats.org/officeDocument/2006/relationships/customXml" Target="../ink/ink2740.xml"/><Relationship Id="rId143" Type="http://schemas.openxmlformats.org/officeDocument/2006/relationships/image" Target="../media/image1997.png"/><Relationship Id="rId164" Type="http://schemas.openxmlformats.org/officeDocument/2006/relationships/customXml" Target="../ink/ink2761.xml"/><Relationship Id="rId185" Type="http://schemas.openxmlformats.org/officeDocument/2006/relationships/image" Target="../media/image2018.png"/><Relationship Id="rId9" Type="http://schemas.openxmlformats.org/officeDocument/2006/relationships/image" Target="../media/image19300.png"/><Relationship Id="rId210" Type="http://schemas.openxmlformats.org/officeDocument/2006/relationships/customXml" Target="../ink/ink2784.xml"/><Relationship Id="rId26" Type="http://schemas.openxmlformats.org/officeDocument/2006/relationships/customXml" Target="../ink/ink2692.xml"/><Relationship Id="rId231" Type="http://schemas.openxmlformats.org/officeDocument/2006/relationships/image" Target="../media/image2041.png"/><Relationship Id="rId252" Type="http://schemas.openxmlformats.org/officeDocument/2006/relationships/customXml" Target="../ink/ink2805.xml"/><Relationship Id="rId273" Type="http://schemas.openxmlformats.org/officeDocument/2006/relationships/image" Target="../media/image2059.png"/><Relationship Id="rId294" Type="http://schemas.openxmlformats.org/officeDocument/2006/relationships/customXml" Target="../ink/ink2826.xml"/><Relationship Id="rId308" Type="http://schemas.openxmlformats.org/officeDocument/2006/relationships/customXml" Target="../ink/ink2833.xml"/><Relationship Id="rId329" Type="http://schemas.openxmlformats.org/officeDocument/2006/relationships/customXml" Target="../ink/ink2845.xml"/><Relationship Id="rId47" Type="http://schemas.openxmlformats.org/officeDocument/2006/relationships/image" Target="../media/image1949.png"/><Relationship Id="rId68" Type="http://schemas.openxmlformats.org/officeDocument/2006/relationships/customXml" Target="../ink/ink2713.xml"/><Relationship Id="rId89" Type="http://schemas.openxmlformats.org/officeDocument/2006/relationships/image" Target="../media/image1970.png"/><Relationship Id="rId112" Type="http://schemas.openxmlformats.org/officeDocument/2006/relationships/customXml" Target="../ink/ink2735.xml"/><Relationship Id="rId133" Type="http://schemas.openxmlformats.org/officeDocument/2006/relationships/image" Target="../media/image1992.png"/><Relationship Id="rId154" Type="http://schemas.openxmlformats.org/officeDocument/2006/relationships/customXml" Target="../ink/ink2756.xml"/><Relationship Id="rId175" Type="http://schemas.openxmlformats.org/officeDocument/2006/relationships/image" Target="../media/image2013.png"/><Relationship Id="rId340" Type="http://schemas.openxmlformats.org/officeDocument/2006/relationships/customXml" Target="../ink/ink2851.xml"/><Relationship Id="rId196" Type="http://schemas.openxmlformats.org/officeDocument/2006/relationships/customXml" Target="../ink/ink2777.xml"/><Relationship Id="rId200" Type="http://schemas.openxmlformats.org/officeDocument/2006/relationships/customXml" Target="../ink/ink2779.xml"/><Relationship Id="rId16" Type="http://schemas.openxmlformats.org/officeDocument/2006/relationships/customXml" Target="../ink/ink2687.xml"/><Relationship Id="rId221" Type="http://schemas.openxmlformats.org/officeDocument/2006/relationships/image" Target="../media/image2036.png"/><Relationship Id="rId242" Type="http://schemas.openxmlformats.org/officeDocument/2006/relationships/customXml" Target="../ink/ink2800.xml"/><Relationship Id="rId263" Type="http://schemas.openxmlformats.org/officeDocument/2006/relationships/image" Target="../media/image5.png"/><Relationship Id="rId284" Type="http://schemas.openxmlformats.org/officeDocument/2006/relationships/customXml" Target="../ink/ink2821.xml"/><Relationship Id="rId319" Type="http://schemas.openxmlformats.org/officeDocument/2006/relationships/image" Target="../media/image965.png"/><Relationship Id="rId37" Type="http://schemas.openxmlformats.org/officeDocument/2006/relationships/image" Target="../media/image1944.png"/><Relationship Id="rId58" Type="http://schemas.openxmlformats.org/officeDocument/2006/relationships/customXml" Target="../ink/ink2708.xml"/><Relationship Id="rId79" Type="http://schemas.openxmlformats.org/officeDocument/2006/relationships/image" Target="../media/image1965.png"/><Relationship Id="rId102" Type="http://schemas.openxmlformats.org/officeDocument/2006/relationships/customXml" Target="../ink/ink2730.xml"/><Relationship Id="rId123" Type="http://schemas.openxmlformats.org/officeDocument/2006/relationships/image" Target="../media/image1987.png"/><Relationship Id="rId144" Type="http://schemas.openxmlformats.org/officeDocument/2006/relationships/customXml" Target="../ink/ink2751.xml"/><Relationship Id="rId330" Type="http://schemas.openxmlformats.org/officeDocument/2006/relationships/image" Target="../media/image26.png"/><Relationship Id="rId90" Type="http://schemas.openxmlformats.org/officeDocument/2006/relationships/customXml" Target="../ink/ink2724.xml"/><Relationship Id="rId165" Type="http://schemas.openxmlformats.org/officeDocument/2006/relationships/image" Target="../media/image2008.png"/><Relationship Id="rId186" Type="http://schemas.openxmlformats.org/officeDocument/2006/relationships/customXml" Target="../ink/ink2772.xml"/><Relationship Id="rId211" Type="http://schemas.openxmlformats.org/officeDocument/2006/relationships/image" Target="../media/image2031.png"/><Relationship Id="rId232" Type="http://schemas.openxmlformats.org/officeDocument/2006/relationships/customXml" Target="../ink/ink2795.xml"/><Relationship Id="rId253" Type="http://schemas.openxmlformats.org/officeDocument/2006/relationships/image" Target="../media/image2052.png"/><Relationship Id="rId274" Type="http://schemas.openxmlformats.org/officeDocument/2006/relationships/customXml" Target="../ink/ink2816.xml"/><Relationship Id="rId295" Type="http://schemas.openxmlformats.org/officeDocument/2006/relationships/image" Target="../media/image2070.png"/><Relationship Id="rId309" Type="http://schemas.openxmlformats.org/officeDocument/2006/relationships/image" Target="../media/image2077.png"/><Relationship Id="rId27" Type="http://schemas.openxmlformats.org/officeDocument/2006/relationships/image" Target="../media/image1939.png"/><Relationship Id="rId48" Type="http://schemas.openxmlformats.org/officeDocument/2006/relationships/customXml" Target="../ink/ink2703.xml"/><Relationship Id="rId69" Type="http://schemas.openxmlformats.org/officeDocument/2006/relationships/image" Target="../media/image1960.png"/><Relationship Id="rId113" Type="http://schemas.openxmlformats.org/officeDocument/2006/relationships/image" Target="../media/image1982.png"/><Relationship Id="rId134" Type="http://schemas.openxmlformats.org/officeDocument/2006/relationships/customXml" Target="../ink/ink2746.xml"/><Relationship Id="rId320" Type="http://schemas.openxmlformats.org/officeDocument/2006/relationships/customXml" Target="../ink/ink2839.xml"/><Relationship Id="rId80" Type="http://schemas.openxmlformats.org/officeDocument/2006/relationships/customXml" Target="../ink/ink2719.xml"/><Relationship Id="rId155" Type="http://schemas.openxmlformats.org/officeDocument/2006/relationships/image" Target="../media/image2003.png"/><Relationship Id="rId176" Type="http://schemas.openxmlformats.org/officeDocument/2006/relationships/customXml" Target="../ink/ink2767.xml"/><Relationship Id="rId197" Type="http://schemas.openxmlformats.org/officeDocument/2006/relationships/image" Target="../media/image2024.png"/><Relationship Id="rId341" Type="http://schemas.openxmlformats.org/officeDocument/2006/relationships/image" Target="../media/image2084.png"/><Relationship Id="rId201" Type="http://schemas.openxmlformats.org/officeDocument/2006/relationships/image" Target="../media/image2026.png"/><Relationship Id="rId222" Type="http://schemas.openxmlformats.org/officeDocument/2006/relationships/customXml" Target="../ink/ink2790.xml"/><Relationship Id="rId243" Type="http://schemas.openxmlformats.org/officeDocument/2006/relationships/image" Target="../media/image2047.png"/><Relationship Id="rId264" Type="http://schemas.openxmlformats.org/officeDocument/2006/relationships/customXml" Target="../ink/ink2811.xml"/><Relationship Id="rId285" Type="http://schemas.openxmlformats.org/officeDocument/2006/relationships/image" Target="../media/image2065.png"/><Relationship Id="rId17" Type="http://schemas.openxmlformats.org/officeDocument/2006/relationships/image" Target="../media/image19340.png"/><Relationship Id="rId38" Type="http://schemas.openxmlformats.org/officeDocument/2006/relationships/customXml" Target="../ink/ink2698.xml"/><Relationship Id="rId59" Type="http://schemas.openxmlformats.org/officeDocument/2006/relationships/image" Target="../media/image1955.png"/><Relationship Id="rId103" Type="http://schemas.openxmlformats.org/officeDocument/2006/relationships/image" Target="../media/image1977.png"/><Relationship Id="rId124" Type="http://schemas.openxmlformats.org/officeDocument/2006/relationships/customXml" Target="../ink/ink2741.xml"/><Relationship Id="rId310" Type="http://schemas.openxmlformats.org/officeDocument/2006/relationships/customXml" Target="../ink/ink2834.xml"/><Relationship Id="rId70" Type="http://schemas.openxmlformats.org/officeDocument/2006/relationships/customXml" Target="../ink/ink2714.xml"/><Relationship Id="rId91" Type="http://schemas.openxmlformats.org/officeDocument/2006/relationships/image" Target="../media/image1971.png"/><Relationship Id="rId145" Type="http://schemas.openxmlformats.org/officeDocument/2006/relationships/image" Target="../media/image1998.png"/><Relationship Id="rId166" Type="http://schemas.openxmlformats.org/officeDocument/2006/relationships/customXml" Target="../ink/ink2762.xml"/><Relationship Id="rId187" Type="http://schemas.openxmlformats.org/officeDocument/2006/relationships/image" Target="../media/image2019.png"/><Relationship Id="rId331" Type="http://schemas.openxmlformats.org/officeDocument/2006/relationships/customXml" Target="../ink/ink2846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785.xml"/><Relationship Id="rId233" Type="http://schemas.openxmlformats.org/officeDocument/2006/relationships/image" Target="../media/image2042.png"/><Relationship Id="rId254" Type="http://schemas.openxmlformats.org/officeDocument/2006/relationships/customXml" Target="../ink/ink2806.xml"/><Relationship Id="rId28" Type="http://schemas.openxmlformats.org/officeDocument/2006/relationships/customXml" Target="../ink/ink2693.xml"/><Relationship Id="rId49" Type="http://schemas.openxmlformats.org/officeDocument/2006/relationships/image" Target="../media/image1950.png"/><Relationship Id="rId114" Type="http://schemas.openxmlformats.org/officeDocument/2006/relationships/customXml" Target="../ink/ink2736.xml"/><Relationship Id="rId275" Type="http://schemas.openxmlformats.org/officeDocument/2006/relationships/image" Target="../media/image2060.png"/><Relationship Id="rId296" Type="http://schemas.openxmlformats.org/officeDocument/2006/relationships/customXml" Target="../ink/ink2827.xml"/><Relationship Id="rId300" Type="http://schemas.openxmlformats.org/officeDocument/2006/relationships/customXml" Target="../ink/ink2829.xml"/><Relationship Id="rId60" Type="http://schemas.openxmlformats.org/officeDocument/2006/relationships/customXml" Target="../ink/ink2709.xml"/><Relationship Id="rId81" Type="http://schemas.openxmlformats.org/officeDocument/2006/relationships/image" Target="../media/image1966.png"/><Relationship Id="rId135" Type="http://schemas.openxmlformats.org/officeDocument/2006/relationships/image" Target="../media/image1993.png"/><Relationship Id="rId156" Type="http://schemas.openxmlformats.org/officeDocument/2006/relationships/customXml" Target="../ink/ink2757.xml"/><Relationship Id="rId177" Type="http://schemas.openxmlformats.org/officeDocument/2006/relationships/image" Target="../media/image2014.png"/><Relationship Id="rId198" Type="http://schemas.openxmlformats.org/officeDocument/2006/relationships/customXml" Target="../ink/ink2778.xml"/><Relationship Id="rId321" Type="http://schemas.openxmlformats.org/officeDocument/2006/relationships/customXml" Target="../ink/ink2840.xml"/><Relationship Id="rId202" Type="http://schemas.openxmlformats.org/officeDocument/2006/relationships/customXml" Target="../ink/ink2780.xml"/><Relationship Id="rId223" Type="http://schemas.openxmlformats.org/officeDocument/2006/relationships/image" Target="../media/image2037.png"/><Relationship Id="rId244" Type="http://schemas.openxmlformats.org/officeDocument/2006/relationships/customXml" Target="../ink/ink2801.xml"/><Relationship Id="rId18" Type="http://schemas.openxmlformats.org/officeDocument/2006/relationships/customXml" Target="../ink/ink2688.xml"/><Relationship Id="rId39" Type="http://schemas.openxmlformats.org/officeDocument/2006/relationships/image" Target="../media/image1945.png"/><Relationship Id="rId265" Type="http://schemas.openxmlformats.org/officeDocument/2006/relationships/image" Target="../media/image2055.png"/><Relationship Id="rId286" Type="http://schemas.openxmlformats.org/officeDocument/2006/relationships/customXml" Target="../ink/ink2822.xml"/><Relationship Id="rId50" Type="http://schemas.openxmlformats.org/officeDocument/2006/relationships/customXml" Target="../ink/ink2704.xml"/><Relationship Id="rId104" Type="http://schemas.openxmlformats.org/officeDocument/2006/relationships/customXml" Target="../ink/ink2731.xml"/><Relationship Id="rId125" Type="http://schemas.openxmlformats.org/officeDocument/2006/relationships/image" Target="../media/image1988.png"/><Relationship Id="rId146" Type="http://schemas.openxmlformats.org/officeDocument/2006/relationships/customXml" Target="../ink/ink2752.xml"/><Relationship Id="rId167" Type="http://schemas.openxmlformats.org/officeDocument/2006/relationships/image" Target="../media/image2009.png"/><Relationship Id="rId188" Type="http://schemas.openxmlformats.org/officeDocument/2006/relationships/customXml" Target="../ink/ink2773.xml"/><Relationship Id="rId311" Type="http://schemas.openxmlformats.org/officeDocument/2006/relationships/image" Target="../media/image13010.png"/><Relationship Id="rId332" Type="http://schemas.openxmlformats.org/officeDocument/2006/relationships/customXml" Target="../ink/ink2847.xml"/><Relationship Id="rId71" Type="http://schemas.openxmlformats.org/officeDocument/2006/relationships/image" Target="../media/image1961.png"/><Relationship Id="rId92" Type="http://schemas.openxmlformats.org/officeDocument/2006/relationships/customXml" Target="../ink/ink2725.xml"/><Relationship Id="rId213" Type="http://schemas.openxmlformats.org/officeDocument/2006/relationships/image" Target="../media/image2032.png"/><Relationship Id="rId234" Type="http://schemas.openxmlformats.org/officeDocument/2006/relationships/customXml" Target="../ink/ink2796.xml"/><Relationship Id="rId2" Type="http://schemas.openxmlformats.org/officeDocument/2006/relationships/customXml" Target="../ink/ink2680.xml"/><Relationship Id="rId29" Type="http://schemas.openxmlformats.org/officeDocument/2006/relationships/image" Target="../media/image1940.png"/><Relationship Id="rId255" Type="http://schemas.openxmlformats.org/officeDocument/2006/relationships/image" Target="../media/image2053.png"/><Relationship Id="rId276" Type="http://schemas.openxmlformats.org/officeDocument/2006/relationships/customXml" Target="../ink/ink2817.xml"/><Relationship Id="rId297" Type="http://schemas.openxmlformats.org/officeDocument/2006/relationships/image" Target="../media/image2071.png"/><Relationship Id="rId40" Type="http://schemas.openxmlformats.org/officeDocument/2006/relationships/customXml" Target="../ink/ink2699.xml"/><Relationship Id="rId115" Type="http://schemas.openxmlformats.org/officeDocument/2006/relationships/image" Target="../media/image1983.png"/><Relationship Id="rId136" Type="http://schemas.openxmlformats.org/officeDocument/2006/relationships/customXml" Target="../ink/ink2747.xml"/><Relationship Id="rId157" Type="http://schemas.openxmlformats.org/officeDocument/2006/relationships/image" Target="../media/image2004.png"/><Relationship Id="rId178" Type="http://schemas.openxmlformats.org/officeDocument/2006/relationships/customXml" Target="../ink/ink2768.xml"/><Relationship Id="rId301" Type="http://schemas.openxmlformats.org/officeDocument/2006/relationships/image" Target="../media/image2073.png"/><Relationship Id="rId322" Type="http://schemas.openxmlformats.org/officeDocument/2006/relationships/customXml" Target="../ink/ink2841.xml"/><Relationship Id="rId61" Type="http://schemas.openxmlformats.org/officeDocument/2006/relationships/image" Target="../media/image1956.png"/><Relationship Id="rId82" Type="http://schemas.openxmlformats.org/officeDocument/2006/relationships/customXml" Target="../ink/ink2720.xml"/><Relationship Id="rId199" Type="http://schemas.openxmlformats.org/officeDocument/2006/relationships/image" Target="../media/image2025.png"/><Relationship Id="rId203" Type="http://schemas.openxmlformats.org/officeDocument/2006/relationships/image" Target="../media/image2027.png"/><Relationship Id="rId19" Type="http://schemas.openxmlformats.org/officeDocument/2006/relationships/image" Target="../media/image1935.png"/><Relationship Id="rId224" Type="http://schemas.openxmlformats.org/officeDocument/2006/relationships/customXml" Target="../ink/ink2791.xml"/><Relationship Id="rId245" Type="http://schemas.openxmlformats.org/officeDocument/2006/relationships/image" Target="../media/image2048.png"/><Relationship Id="rId266" Type="http://schemas.openxmlformats.org/officeDocument/2006/relationships/customXml" Target="../ink/ink2812.xml"/><Relationship Id="rId287" Type="http://schemas.openxmlformats.org/officeDocument/2006/relationships/image" Target="../media/image2066.png"/><Relationship Id="rId30" Type="http://schemas.openxmlformats.org/officeDocument/2006/relationships/customXml" Target="../ink/ink2694.xml"/><Relationship Id="rId105" Type="http://schemas.openxmlformats.org/officeDocument/2006/relationships/image" Target="../media/image1978.png"/><Relationship Id="rId126" Type="http://schemas.openxmlformats.org/officeDocument/2006/relationships/customXml" Target="../ink/ink2742.xml"/><Relationship Id="rId147" Type="http://schemas.openxmlformats.org/officeDocument/2006/relationships/image" Target="../media/image1999.png"/><Relationship Id="rId168" Type="http://schemas.openxmlformats.org/officeDocument/2006/relationships/customXml" Target="../ink/ink2763.xml"/><Relationship Id="rId312" Type="http://schemas.openxmlformats.org/officeDocument/2006/relationships/customXml" Target="../ink/ink2835.xml"/><Relationship Id="rId333" Type="http://schemas.openxmlformats.org/officeDocument/2006/relationships/image" Target="../media/image2080.png"/><Relationship Id="rId51" Type="http://schemas.openxmlformats.org/officeDocument/2006/relationships/image" Target="../media/image1951.png"/><Relationship Id="rId72" Type="http://schemas.openxmlformats.org/officeDocument/2006/relationships/customXml" Target="../ink/ink2715.xml"/><Relationship Id="rId93" Type="http://schemas.openxmlformats.org/officeDocument/2006/relationships/image" Target="../media/image1972.png"/><Relationship Id="rId189" Type="http://schemas.openxmlformats.org/officeDocument/2006/relationships/image" Target="../media/image2020.png"/><Relationship Id="rId3" Type="http://schemas.openxmlformats.org/officeDocument/2006/relationships/image" Target="../media/image19270.png"/><Relationship Id="rId214" Type="http://schemas.openxmlformats.org/officeDocument/2006/relationships/customXml" Target="../ink/ink2786.xml"/><Relationship Id="rId235" Type="http://schemas.openxmlformats.org/officeDocument/2006/relationships/image" Target="../media/image2043.png"/><Relationship Id="rId256" Type="http://schemas.openxmlformats.org/officeDocument/2006/relationships/customXml" Target="../ink/ink2807.xml"/><Relationship Id="rId277" Type="http://schemas.openxmlformats.org/officeDocument/2006/relationships/image" Target="../media/image2061.png"/><Relationship Id="rId298" Type="http://schemas.openxmlformats.org/officeDocument/2006/relationships/customXml" Target="../ink/ink2828.xml"/><Relationship Id="rId116" Type="http://schemas.openxmlformats.org/officeDocument/2006/relationships/customXml" Target="../ink/ink2737.xml"/><Relationship Id="rId137" Type="http://schemas.openxmlformats.org/officeDocument/2006/relationships/image" Target="../media/image1994.png"/><Relationship Id="rId158" Type="http://schemas.openxmlformats.org/officeDocument/2006/relationships/customXml" Target="../ink/ink2758.xml"/><Relationship Id="rId302" Type="http://schemas.openxmlformats.org/officeDocument/2006/relationships/customXml" Target="../ink/ink2830.xml"/><Relationship Id="rId323" Type="http://schemas.openxmlformats.org/officeDocument/2006/relationships/image" Target="../media/image2078.png"/><Relationship Id="rId20" Type="http://schemas.openxmlformats.org/officeDocument/2006/relationships/customXml" Target="../ink/ink2689.xml"/><Relationship Id="rId41" Type="http://schemas.openxmlformats.org/officeDocument/2006/relationships/image" Target="../media/image1946.png"/><Relationship Id="rId62" Type="http://schemas.openxmlformats.org/officeDocument/2006/relationships/customXml" Target="../ink/ink2710.xml"/><Relationship Id="rId83" Type="http://schemas.openxmlformats.org/officeDocument/2006/relationships/image" Target="../media/image1967.png"/><Relationship Id="rId179" Type="http://schemas.openxmlformats.org/officeDocument/2006/relationships/image" Target="../media/image2015.png"/><Relationship Id="rId190" Type="http://schemas.openxmlformats.org/officeDocument/2006/relationships/customXml" Target="../ink/ink2774.xml"/><Relationship Id="rId204" Type="http://schemas.openxmlformats.org/officeDocument/2006/relationships/customXml" Target="../ink/ink2781.xml"/><Relationship Id="rId225" Type="http://schemas.openxmlformats.org/officeDocument/2006/relationships/image" Target="../media/image2038.png"/><Relationship Id="rId246" Type="http://schemas.openxmlformats.org/officeDocument/2006/relationships/customXml" Target="../ink/ink2802.xml"/><Relationship Id="rId267" Type="http://schemas.openxmlformats.org/officeDocument/2006/relationships/image" Target="../media/image2056.png"/><Relationship Id="rId288" Type="http://schemas.openxmlformats.org/officeDocument/2006/relationships/customXml" Target="../ink/ink2823.xml"/><Relationship Id="rId106" Type="http://schemas.openxmlformats.org/officeDocument/2006/relationships/customXml" Target="../ink/ink2732.xml"/><Relationship Id="rId127" Type="http://schemas.openxmlformats.org/officeDocument/2006/relationships/image" Target="../media/image1989.png"/><Relationship Id="rId313" Type="http://schemas.openxmlformats.org/officeDocument/2006/relationships/image" Target="../media/image762.png"/><Relationship Id="rId10" Type="http://schemas.openxmlformats.org/officeDocument/2006/relationships/customXml" Target="../ink/ink2684.xml"/><Relationship Id="rId31" Type="http://schemas.openxmlformats.org/officeDocument/2006/relationships/image" Target="../media/image1941.png"/><Relationship Id="rId52" Type="http://schemas.openxmlformats.org/officeDocument/2006/relationships/customXml" Target="../ink/ink2705.xml"/><Relationship Id="rId73" Type="http://schemas.openxmlformats.org/officeDocument/2006/relationships/image" Target="../media/image1962.png"/><Relationship Id="rId94" Type="http://schemas.openxmlformats.org/officeDocument/2006/relationships/customXml" Target="../ink/ink2726.xml"/><Relationship Id="rId148" Type="http://schemas.openxmlformats.org/officeDocument/2006/relationships/customXml" Target="../ink/ink2753.xml"/><Relationship Id="rId169" Type="http://schemas.openxmlformats.org/officeDocument/2006/relationships/image" Target="../media/image2010.png"/><Relationship Id="rId334" Type="http://schemas.openxmlformats.org/officeDocument/2006/relationships/customXml" Target="../ink/ink2848.xml"/><Relationship Id="rId4" Type="http://schemas.openxmlformats.org/officeDocument/2006/relationships/customXml" Target="../ink/ink2681.xml"/><Relationship Id="rId180" Type="http://schemas.openxmlformats.org/officeDocument/2006/relationships/customXml" Target="../ink/ink2769.xml"/><Relationship Id="rId215" Type="http://schemas.openxmlformats.org/officeDocument/2006/relationships/image" Target="../media/image2033.png"/><Relationship Id="rId236" Type="http://schemas.openxmlformats.org/officeDocument/2006/relationships/customXml" Target="../ink/ink2797.xml"/><Relationship Id="rId257" Type="http://schemas.openxmlformats.org/officeDocument/2006/relationships/image" Target="../media/image2054.png"/><Relationship Id="rId278" Type="http://schemas.openxmlformats.org/officeDocument/2006/relationships/customXml" Target="../ink/ink2818.xml"/><Relationship Id="rId303" Type="http://schemas.openxmlformats.org/officeDocument/2006/relationships/image" Target="../media/image2074.png"/><Relationship Id="rId42" Type="http://schemas.openxmlformats.org/officeDocument/2006/relationships/customXml" Target="../ink/ink2700.xml"/><Relationship Id="rId84" Type="http://schemas.openxmlformats.org/officeDocument/2006/relationships/customXml" Target="../ink/ink2721.xml"/><Relationship Id="rId138" Type="http://schemas.openxmlformats.org/officeDocument/2006/relationships/customXml" Target="../ink/ink2748.xml"/><Relationship Id="rId191" Type="http://schemas.openxmlformats.org/officeDocument/2006/relationships/image" Target="../media/image2021.png"/><Relationship Id="rId205" Type="http://schemas.openxmlformats.org/officeDocument/2006/relationships/image" Target="../media/image2028.png"/><Relationship Id="rId247" Type="http://schemas.openxmlformats.org/officeDocument/2006/relationships/image" Target="../media/image2049.png"/><Relationship Id="rId107" Type="http://schemas.openxmlformats.org/officeDocument/2006/relationships/image" Target="../media/image1979.png"/><Relationship Id="rId289" Type="http://schemas.openxmlformats.org/officeDocument/2006/relationships/image" Target="../media/image2067.png"/><Relationship Id="rId11" Type="http://schemas.openxmlformats.org/officeDocument/2006/relationships/image" Target="../media/image19310.png"/><Relationship Id="rId53" Type="http://schemas.openxmlformats.org/officeDocument/2006/relationships/image" Target="../media/image1952.png"/><Relationship Id="rId149" Type="http://schemas.openxmlformats.org/officeDocument/2006/relationships/image" Target="../media/image2000.png"/><Relationship Id="rId314" Type="http://schemas.openxmlformats.org/officeDocument/2006/relationships/customXml" Target="../ink/ink2836.xml"/><Relationship Id="rId95" Type="http://schemas.openxmlformats.org/officeDocument/2006/relationships/image" Target="../media/image1973.png"/><Relationship Id="rId160" Type="http://schemas.openxmlformats.org/officeDocument/2006/relationships/customXml" Target="../ink/ink2759.xml"/><Relationship Id="rId216" Type="http://schemas.openxmlformats.org/officeDocument/2006/relationships/customXml" Target="../ink/ink2787.xml"/><Relationship Id="rId258" Type="http://schemas.openxmlformats.org/officeDocument/2006/relationships/customXml" Target="../ink/ink2808.xml"/><Relationship Id="rId22" Type="http://schemas.openxmlformats.org/officeDocument/2006/relationships/customXml" Target="../ink/ink2690.xml"/><Relationship Id="rId64" Type="http://schemas.openxmlformats.org/officeDocument/2006/relationships/customXml" Target="../ink/ink2711.xml"/><Relationship Id="rId118" Type="http://schemas.openxmlformats.org/officeDocument/2006/relationships/customXml" Target="../ink/ink2738.xml"/><Relationship Id="rId325" Type="http://schemas.openxmlformats.org/officeDocument/2006/relationships/image" Target="../media/image763.png"/><Relationship Id="rId171" Type="http://schemas.openxmlformats.org/officeDocument/2006/relationships/image" Target="../media/image2011.png"/><Relationship Id="rId227" Type="http://schemas.openxmlformats.org/officeDocument/2006/relationships/image" Target="../media/image2039.png"/><Relationship Id="rId269" Type="http://schemas.openxmlformats.org/officeDocument/2006/relationships/image" Target="../media/image2057.png"/><Relationship Id="rId33" Type="http://schemas.openxmlformats.org/officeDocument/2006/relationships/image" Target="../media/image1942.png"/><Relationship Id="rId129" Type="http://schemas.openxmlformats.org/officeDocument/2006/relationships/image" Target="../media/image1990.png"/><Relationship Id="rId280" Type="http://schemas.openxmlformats.org/officeDocument/2006/relationships/customXml" Target="../ink/ink2819.xml"/><Relationship Id="rId336" Type="http://schemas.openxmlformats.org/officeDocument/2006/relationships/customXml" Target="../ink/ink2849.xml"/><Relationship Id="rId75" Type="http://schemas.openxmlformats.org/officeDocument/2006/relationships/image" Target="../media/image1963.png"/><Relationship Id="rId140" Type="http://schemas.openxmlformats.org/officeDocument/2006/relationships/customXml" Target="../ink/ink2749.xml"/><Relationship Id="rId182" Type="http://schemas.openxmlformats.org/officeDocument/2006/relationships/customXml" Target="../ink/ink2770.xml"/><Relationship Id="rId6" Type="http://schemas.openxmlformats.org/officeDocument/2006/relationships/customXml" Target="../ink/ink2682.xml"/><Relationship Id="rId238" Type="http://schemas.openxmlformats.org/officeDocument/2006/relationships/customXml" Target="../ink/ink2798.xml"/><Relationship Id="rId291" Type="http://schemas.openxmlformats.org/officeDocument/2006/relationships/image" Target="../media/image2068.png"/><Relationship Id="rId305" Type="http://schemas.openxmlformats.org/officeDocument/2006/relationships/image" Target="../media/image2075.png"/><Relationship Id="rId44" Type="http://schemas.openxmlformats.org/officeDocument/2006/relationships/customXml" Target="../ink/ink2701.xml"/><Relationship Id="rId86" Type="http://schemas.openxmlformats.org/officeDocument/2006/relationships/customXml" Target="../ink/ink2722.xml"/><Relationship Id="rId151" Type="http://schemas.openxmlformats.org/officeDocument/2006/relationships/image" Target="../media/image2001.png"/><Relationship Id="rId193" Type="http://schemas.openxmlformats.org/officeDocument/2006/relationships/image" Target="../media/image2022.png"/><Relationship Id="rId207" Type="http://schemas.openxmlformats.org/officeDocument/2006/relationships/image" Target="../media/image2029.png"/><Relationship Id="rId249" Type="http://schemas.openxmlformats.org/officeDocument/2006/relationships/image" Target="../media/image2050.png"/><Relationship Id="rId13" Type="http://schemas.openxmlformats.org/officeDocument/2006/relationships/image" Target="../media/image19320.png"/><Relationship Id="rId109" Type="http://schemas.openxmlformats.org/officeDocument/2006/relationships/image" Target="../media/image1980.png"/><Relationship Id="rId260" Type="http://schemas.openxmlformats.org/officeDocument/2006/relationships/customXml" Target="../ink/ink2809.xml"/><Relationship Id="rId316" Type="http://schemas.openxmlformats.org/officeDocument/2006/relationships/customXml" Target="../ink/ink2837.xml"/><Relationship Id="rId55" Type="http://schemas.openxmlformats.org/officeDocument/2006/relationships/image" Target="../media/image1953.png"/><Relationship Id="rId97" Type="http://schemas.openxmlformats.org/officeDocument/2006/relationships/image" Target="../media/image1974.png"/><Relationship Id="rId120" Type="http://schemas.openxmlformats.org/officeDocument/2006/relationships/customXml" Target="../ink/ink2739.xml"/><Relationship Id="rId162" Type="http://schemas.openxmlformats.org/officeDocument/2006/relationships/customXml" Target="../ink/ink2760.xml"/><Relationship Id="rId218" Type="http://schemas.openxmlformats.org/officeDocument/2006/relationships/customXml" Target="../ink/ink2788.xml"/><Relationship Id="rId271" Type="http://schemas.openxmlformats.org/officeDocument/2006/relationships/image" Target="../media/image2058.png"/><Relationship Id="rId24" Type="http://schemas.openxmlformats.org/officeDocument/2006/relationships/customXml" Target="../ink/ink2691.xml"/><Relationship Id="rId66" Type="http://schemas.openxmlformats.org/officeDocument/2006/relationships/customXml" Target="../ink/ink2712.xml"/><Relationship Id="rId131" Type="http://schemas.openxmlformats.org/officeDocument/2006/relationships/image" Target="../media/image1991.png"/><Relationship Id="rId327" Type="http://schemas.openxmlformats.org/officeDocument/2006/relationships/image" Target="../media/image2079.png"/><Relationship Id="rId173" Type="http://schemas.openxmlformats.org/officeDocument/2006/relationships/image" Target="../media/image2012.png"/><Relationship Id="rId229" Type="http://schemas.openxmlformats.org/officeDocument/2006/relationships/image" Target="../media/image20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6CDCD-C6E5-E156-CF6C-8CACCC09A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7066"/>
            <a:ext cx="9144000" cy="3282897"/>
          </a:xfrm>
        </p:spPr>
        <p:txBody>
          <a:bodyPr>
            <a:normAutofit fontScale="90000"/>
          </a:bodyPr>
          <a:lstStyle/>
          <a:p>
            <a:r>
              <a:rPr lang="en-US" dirty="0"/>
              <a:t>Rank and Nullity</a:t>
            </a:r>
            <a:br>
              <a:rPr lang="en-US" dirty="0"/>
            </a:br>
            <a:r>
              <a:rPr lang="en-US" dirty="0"/>
              <a:t>And </a:t>
            </a:r>
            <a:br>
              <a:rPr lang="en-US" dirty="0"/>
            </a:br>
            <a:r>
              <a:rPr lang="en-US" dirty="0"/>
              <a:t>Solved problems of vector space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1745C1-5251-A79D-35F4-64E6E39C2B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Dr. Niharika Kulshrestha</a:t>
            </a:r>
          </a:p>
          <a:p>
            <a:r>
              <a:rPr lang="en-US" dirty="0"/>
              <a:t>CDA-102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1726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DE2BB1-2AD8-109F-D0BB-A47B00D81AB5}"/>
              </a:ext>
            </a:extLst>
          </p:cNvPr>
          <p:cNvSpPr txBox="1"/>
          <p:nvPr/>
        </p:nvSpPr>
        <p:spPr>
          <a:xfrm>
            <a:off x="601416" y="609223"/>
            <a:ext cx="11193729" cy="610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1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Rank and Nullity </a:t>
            </a: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two essential concepts related to matrices in Linear Algebra. </a:t>
            </a:r>
          </a:p>
          <a:p>
            <a:pPr marL="285750" indent="-285750" algn="l">
              <a:lnSpc>
                <a:spcPts val="1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44444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nullity of a matrix is determined by the difference between the order and rank of the matrix.</a:t>
            </a:r>
          </a:p>
          <a:p>
            <a:pPr algn="l">
              <a:lnSpc>
                <a:spcPts val="1800"/>
              </a:lnSpc>
              <a:spcAft>
                <a:spcPts val="1200"/>
              </a:spcAft>
            </a:pP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l">
              <a:lnSpc>
                <a:spcPts val="1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rank of a matrix is the number of linearly independent row or column vectors of a </a:t>
            </a:r>
            <a:r>
              <a:rPr lang="en-US" sz="2400" b="0" i="0" u="none" strike="noStrike" dirty="0">
                <a:solidFill>
                  <a:srgbClr val="8C69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matrix</a:t>
            </a: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l">
              <a:lnSpc>
                <a:spcPts val="1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44444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n is the order of the square matrix A, then the nullity of A is given by n – r. </a:t>
            </a:r>
          </a:p>
          <a:p>
            <a:pPr marL="285750" indent="-285750" algn="l">
              <a:lnSpc>
                <a:spcPts val="1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44444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Thus, the rank of a matrix is the number of linearly independent or non-zero vectors of a matrix, whereas nullity is the number of zero vectors of a matrix.</a:t>
            </a:r>
          </a:p>
          <a:p>
            <a:pPr marL="285750" indent="-285750" algn="l">
              <a:lnSpc>
                <a:spcPts val="1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44444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rank of matrix A is denoted as ρ(A), and the nullity is denoted as N(A). </a:t>
            </a:r>
          </a:p>
          <a:p>
            <a:pPr marL="285750" indent="-285750" algn="l">
              <a:lnSpc>
                <a:spcPts val="1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44444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1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Evidently, if the rank of the matrix is equal to the order of the matrix, then the nullity of the matrix is zero.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5FAE5DC-29AC-F336-467A-92EB4C8F8533}"/>
                  </a:ext>
                </a:extLst>
              </p14:cNvPr>
              <p14:cNvContentPartPr/>
              <p14:nvPr/>
            </p14:nvContentPartPr>
            <p14:xfrm>
              <a:off x="3528527" y="2909902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5FAE5DC-29AC-F336-467A-92EB4C8F85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10887" y="289226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322C6CC-BE19-5EE8-0B24-C7D21E748BAC}"/>
                  </a:ext>
                </a:extLst>
              </p14:cNvPr>
              <p14:cNvContentPartPr/>
              <p14:nvPr/>
            </p14:nvContentPartPr>
            <p14:xfrm>
              <a:off x="4262927" y="3611182"/>
              <a:ext cx="720" cy="9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322C6CC-BE19-5EE8-0B24-C7D21E748B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44927" y="3593542"/>
                <a:ext cx="3636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6E4BADC-540B-476B-8FD3-E85416A3D0E8}"/>
                  </a:ext>
                </a:extLst>
              </p14:cNvPr>
              <p14:cNvContentPartPr/>
              <p14:nvPr/>
            </p14:nvContentPartPr>
            <p14:xfrm>
              <a:off x="5128727" y="3689302"/>
              <a:ext cx="165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6E4BADC-540B-476B-8FD3-E85416A3D0E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10727" y="3671302"/>
                <a:ext cx="522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9746700-EC60-681A-7B2A-F31BED3FDF8A}"/>
                  </a:ext>
                </a:extLst>
              </p14:cNvPr>
              <p14:cNvContentPartPr/>
              <p14:nvPr/>
            </p14:nvContentPartPr>
            <p14:xfrm>
              <a:off x="5640647" y="3742582"/>
              <a:ext cx="10800" cy="1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9746700-EC60-681A-7B2A-F31BED3FDF8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23007" y="3724582"/>
                <a:ext cx="464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54FA042-61E1-95A3-597F-B2253C3367DA}"/>
                  </a:ext>
                </a:extLst>
              </p14:cNvPr>
              <p14:cNvContentPartPr/>
              <p14:nvPr/>
            </p14:nvContentPartPr>
            <p14:xfrm>
              <a:off x="7700207" y="3672382"/>
              <a:ext cx="6480" cy="3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54FA042-61E1-95A3-597F-B2253C3367D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682567" y="3654742"/>
                <a:ext cx="421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EB9A8B3-F7FB-A0F2-FE73-F403533B7B75}"/>
                  </a:ext>
                </a:extLst>
              </p14:cNvPr>
              <p14:cNvContentPartPr/>
              <p14:nvPr/>
            </p14:nvContentPartPr>
            <p14:xfrm>
              <a:off x="8359007" y="3715942"/>
              <a:ext cx="7200" cy="3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EB9A8B3-F7FB-A0F2-FE73-F403533B7B7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341367" y="3697942"/>
                <a:ext cx="428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A4B499D-33DF-75EC-233A-0A9994E79CDB}"/>
                  </a:ext>
                </a:extLst>
              </p14:cNvPr>
              <p14:cNvContentPartPr/>
              <p14:nvPr/>
            </p14:nvContentPartPr>
            <p14:xfrm>
              <a:off x="8895407" y="3743662"/>
              <a:ext cx="7920" cy="3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A4B499D-33DF-75EC-233A-0A9994E79CD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877407" y="3725662"/>
                <a:ext cx="435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BB5885E-C01B-786D-B6FF-C9C940B4330E}"/>
                  </a:ext>
                </a:extLst>
              </p14:cNvPr>
              <p14:cNvContentPartPr/>
              <p14:nvPr/>
            </p14:nvContentPartPr>
            <p14:xfrm>
              <a:off x="9424247" y="3711982"/>
              <a:ext cx="3960" cy="64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BB5885E-C01B-786D-B6FF-C9C940B4330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406247" y="3694342"/>
                <a:ext cx="396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1F8CADA-4358-AFCB-C054-9808B94E90BA}"/>
                  </a:ext>
                </a:extLst>
              </p14:cNvPr>
              <p14:cNvContentPartPr/>
              <p14:nvPr/>
            </p14:nvContentPartPr>
            <p14:xfrm>
              <a:off x="10520087" y="3799462"/>
              <a:ext cx="3960" cy="28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1F8CADA-4358-AFCB-C054-9808B94E90B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502447" y="3781462"/>
                <a:ext cx="3960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ACFECD08-77F9-6E97-7AEF-CD7C25833979}"/>
              </a:ext>
            </a:extLst>
          </p:cNvPr>
          <p:cNvGrpSpPr/>
          <p:nvPr/>
        </p:nvGrpSpPr>
        <p:grpSpPr>
          <a:xfrm>
            <a:off x="4498367" y="6258622"/>
            <a:ext cx="736200" cy="203760"/>
            <a:chOff x="4498367" y="6258622"/>
            <a:chExt cx="73620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A1B5DF4-853E-170A-FED7-1835E5F70BF2}"/>
                    </a:ext>
                  </a:extLst>
                </p14:cNvPr>
                <p14:cNvContentPartPr/>
                <p14:nvPr/>
              </p14:nvContentPartPr>
              <p14:xfrm>
                <a:off x="4498367" y="6258622"/>
                <a:ext cx="190800" cy="185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A1B5DF4-853E-170A-FED7-1835E5F70BF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80727" y="6240982"/>
                  <a:ext cx="2264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0AEA9C8-53C5-E279-E917-644E08BF99F3}"/>
                    </a:ext>
                  </a:extLst>
                </p14:cNvPr>
                <p14:cNvContentPartPr/>
                <p14:nvPr/>
              </p14:nvContentPartPr>
              <p14:xfrm>
                <a:off x="4779167" y="6335662"/>
                <a:ext cx="104760" cy="25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0AEA9C8-53C5-E279-E917-644E08BF99F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761527" y="6317662"/>
                  <a:ext cx="1404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20B10FD-BD8E-6E61-E945-80869D268285}"/>
                    </a:ext>
                  </a:extLst>
                </p14:cNvPr>
                <p14:cNvContentPartPr/>
                <p14:nvPr/>
              </p14:nvContentPartPr>
              <p14:xfrm>
                <a:off x="4811567" y="6409822"/>
                <a:ext cx="81360" cy="29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20B10FD-BD8E-6E61-E945-80869D26828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793927" y="6392182"/>
                  <a:ext cx="1170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6890430-D39D-1128-3631-E12795474510}"/>
                    </a:ext>
                  </a:extLst>
                </p14:cNvPr>
                <p14:cNvContentPartPr/>
                <p14:nvPr/>
              </p14:nvContentPartPr>
              <p14:xfrm>
                <a:off x="4991927" y="6279142"/>
                <a:ext cx="242640" cy="183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6890430-D39D-1128-3631-E1279547451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974287" y="6261142"/>
                  <a:ext cx="278280" cy="21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69531F2-6A6E-763D-AD8B-C35E51FA3CFD}"/>
                  </a:ext>
                </a:extLst>
              </p14:cNvPr>
              <p14:cNvContentPartPr/>
              <p14:nvPr/>
            </p14:nvContentPartPr>
            <p14:xfrm>
              <a:off x="2164127" y="6307942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69531F2-6A6E-763D-AD8B-C35E51FA3C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46487" y="628994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B6CD469-19F0-6D14-EE5F-AF9D6E0C8770}"/>
                  </a:ext>
                </a:extLst>
              </p14:cNvPr>
              <p14:cNvContentPartPr/>
              <p14:nvPr/>
            </p14:nvContentPartPr>
            <p14:xfrm>
              <a:off x="2788727" y="6381022"/>
              <a:ext cx="7920" cy="28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B6CD469-19F0-6D14-EE5F-AF9D6E0C877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771087" y="6363022"/>
                <a:ext cx="4356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B0707B5B-BEC0-FEF4-1779-D840BD35DF05}"/>
              </a:ext>
            </a:extLst>
          </p:cNvPr>
          <p:cNvGrpSpPr/>
          <p:nvPr/>
        </p:nvGrpSpPr>
        <p:grpSpPr>
          <a:xfrm>
            <a:off x="1769567" y="6568222"/>
            <a:ext cx="462960" cy="145080"/>
            <a:chOff x="1769567" y="6568222"/>
            <a:chExt cx="462960" cy="1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24808DF-E175-9D96-1BD3-6FE4A80CF76C}"/>
                    </a:ext>
                  </a:extLst>
                </p14:cNvPr>
                <p14:cNvContentPartPr/>
                <p14:nvPr/>
              </p14:nvContentPartPr>
              <p14:xfrm>
                <a:off x="1769567" y="6568222"/>
                <a:ext cx="187920" cy="145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24808DF-E175-9D96-1BD3-6FE4A80CF76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751927" y="6550582"/>
                  <a:ext cx="2235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5DACCDB-F7E5-8CE2-F2BC-E2C52DE1D043}"/>
                    </a:ext>
                  </a:extLst>
                </p14:cNvPr>
                <p14:cNvContentPartPr/>
                <p14:nvPr/>
              </p14:nvContentPartPr>
              <p14:xfrm>
                <a:off x="2021567" y="6638062"/>
                <a:ext cx="66960" cy="16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5DACCDB-F7E5-8CE2-F2BC-E2C52DE1D04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03927" y="6620422"/>
                  <a:ext cx="1026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D8EA115-E147-1FEF-F5D2-B33B8E3FE82C}"/>
                    </a:ext>
                  </a:extLst>
                </p14:cNvPr>
                <p14:cNvContentPartPr/>
                <p14:nvPr/>
              </p14:nvContentPartPr>
              <p14:xfrm>
                <a:off x="2132447" y="6586942"/>
                <a:ext cx="100080" cy="115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D8EA115-E147-1FEF-F5D2-B33B8E3FE82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14447" y="6568942"/>
                  <a:ext cx="13572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F5A3451-47BB-448D-50CE-27DF0BCFB4FE}"/>
              </a:ext>
            </a:extLst>
          </p:cNvPr>
          <p:cNvGrpSpPr/>
          <p:nvPr/>
        </p:nvGrpSpPr>
        <p:grpSpPr>
          <a:xfrm>
            <a:off x="2452487" y="6641302"/>
            <a:ext cx="217800" cy="113400"/>
            <a:chOff x="2452487" y="6641302"/>
            <a:chExt cx="217800" cy="11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4C43876-8DAE-E665-8762-7B7F0143EFC8}"/>
                    </a:ext>
                  </a:extLst>
                </p14:cNvPr>
                <p14:cNvContentPartPr/>
                <p14:nvPr/>
              </p14:nvContentPartPr>
              <p14:xfrm>
                <a:off x="2452487" y="6641302"/>
                <a:ext cx="149400" cy="63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4C43876-8DAE-E665-8762-7B7F0143EFC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34847" y="6623302"/>
                  <a:ext cx="185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AE65348-8E49-78A8-0774-A525F253A66E}"/>
                    </a:ext>
                  </a:extLst>
                </p14:cNvPr>
                <p14:cNvContentPartPr/>
                <p14:nvPr/>
              </p14:nvContentPartPr>
              <p14:xfrm>
                <a:off x="2548247" y="6694942"/>
                <a:ext cx="122040" cy="59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AE65348-8E49-78A8-0774-A525F253A66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30607" y="6677302"/>
                  <a:ext cx="15768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B8AB8F2-18D7-D7D1-8AED-C7A2A460E8EF}"/>
              </a:ext>
            </a:extLst>
          </p:cNvPr>
          <p:cNvGrpSpPr/>
          <p:nvPr/>
        </p:nvGrpSpPr>
        <p:grpSpPr>
          <a:xfrm>
            <a:off x="3063407" y="6502702"/>
            <a:ext cx="1145880" cy="314280"/>
            <a:chOff x="3063407" y="6502702"/>
            <a:chExt cx="1145880" cy="3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FA33262-E429-255F-5AF3-7AEF70E044D3}"/>
                    </a:ext>
                  </a:extLst>
                </p14:cNvPr>
                <p14:cNvContentPartPr/>
                <p14:nvPr/>
              </p14:nvContentPartPr>
              <p14:xfrm>
                <a:off x="3063407" y="6633382"/>
                <a:ext cx="196920" cy="125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FA33262-E429-255F-5AF3-7AEF70E044D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045767" y="6615382"/>
                  <a:ext cx="232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571CF03-F5C1-4DAA-46A8-1CECF89DE4F4}"/>
                    </a:ext>
                  </a:extLst>
                </p14:cNvPr>
                <p14:cNvContentPartPr/>
                <p14:nvPr/>
              </p14:nvContentPartPr>
              <p14:xfrm>
                <a:off x="3320807" y="6642382"/>
                <a:ext cx="100080" cy="43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571CF03-F5C1-4DAA-46A8-1CECF89DE4F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02807" y="6624742"/>
                  <a:ext cx="1357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C245408-32FB-B5FA-E43C-9C12D337AA30}"/>
                    </a:ext>
                  </a:extLst>
                </p14:cNvPr>
                <p14:cNvContentPartPr/>
                <p14:nvPr/>
              </p14:nvContentPartPr>
              <p14:xfrm>
                <a:off x="3447527" y="6616462"/>
                <a:ext cx="156240" cy="165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C245408-32FB-B5FA-E43C-9C12D337AA3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29887" y="6598822"/>
                  <a:ext cx="1918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5E921AC-59B5-C7F2-7095-17A156F0AEC7}"/>
                    </a:ext>
                  </a:extLst>
                </p14:cNvPr>
                <p14:cNvContentPartPr/>
                <p14:nvPr/>
              </p14:nvContentPartPr>
              <p14:xfrm>
                <a:off x="3677567" y="6692062"/>
                <a:ext cx="64080" cy="39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5E921AC-59B5-C7F2-7095-17A156F0AEC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659927" y="6674422"/>
                  <a:ext cx="997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75E277B-45A6-A6FF-B9B3-3C8D18A8B560}"/>
                    </a:ext>
                  </a:extLst>
                </p14:cNvPr>
                <p14:cNvContentPartPr/>
                <p14:nvPr/>
              </p14:nvContentPartPr>
              <p14:xfrm>
                <a:off x="3737687" y="6778102"/>
                <a:ext cx="109080" cy="38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75E277B-45A6-A6FF-B9B3-3C8D18A8B56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19687" y="6760102"/>
                  <a:ext cx="1447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34D2E9F-838B-CD0A-1FA4-0072F1F71D10}"/>
                    </a:ext>
                  </a:extLst>
                </p14:cNvPr>
                <p14:cNvContentPartPr/>
                <p14:nvPr/>
              </p14:nvContentPartPr>
              <p14:xfrm>
                <a:off x="3945407" y="6502702"/>
                <a:ext cx="263880" cy="197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34D2E9F-838B-CD0A-1FA4-0072F1F71D1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27767" y="6484702"/>
                  <a:ext cx="299520" cy="23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EABF2C0-A5BC-4080-8742-67C43689974C}"/>
                  </a:ext>
                </a:extLst>
              </p14:cNvPr>
              <p14:cNvContentPartPr/>
              <p14:nvPr/>
            </p14:nvContentPartPr>
            <p14:xfrm>
              <a:off x="9350447" y="1247422"/>
              <a:ext cx="219600" cy="108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EABF2C0-A5BC-4080-8742-67C43689974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332447" y="1229422"/>
                <a:ext cx="25524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8A101AE-1FDB-01DC-746B-44E985330920}"/>
                  </a:ext>
                </a:extLst>
              </p14:cNvPr>
              <p14:cNvContentPartPr/>
              <p14:nvPr/>
            </p14:nvContentPartPr>
            <p14:xfrm>
              <a:off x="1740047" y="1968502"/>
              <a:ext cx="143280" cy="124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8A101AE-1FDB-01DC-746B-44E98533092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722047" y="1950862"/>
                <a:ext cx="17892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6E20382-222E-1808-FE45-8C561547E260}"/>
                  </a:ext>
                </a:extLst>
              </p14:cNvPr>
              <p14:cNvContentPartPr/>
              <p14:nvPr/>
            </p14:nvContentPartPr>
            <p14:xfrm>
              <a:off x="3207047" y="3635302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6E20382-222E-1808-FE45-8C561547E26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189047" y="361766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BF2F677-15EA-1F94-EAC3-9F568DAAF11E}"/>
                  </a:ext>
                </a:extLst>
              </p14:cNvPr>
              <p14:cNvContentPartPr/>
              <p14:nvPr/>
            </p14:nvContentPartPr>
            <p14:xfrm>
              <a:off x="5417087" y="3602902"/>
              <a:ext cx="3600" cy="14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BF2F677-15EA-1F94-EAC3-9F568DAAF11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399447" y="3584902"/>
                <a:ext cx="392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375D0A2-3EB8-E613-3098-7B215B50A195}"/>
                  </a:ext>
                </a:extLst>
              </p14:cNvPr>
              <p14:cNvContentPartPr/>
              <p14:nvPr/>
            </p14:nvContentPartPr>
            <p14:xfrm>
              <a:off x="6278927" y="3705862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375D0A2-3EB8-E613-3098-7B215B50A19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261287" y="368822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7D554F3-BEFC-4341-49AF-BE2D78821DC9}"/>
                  </a:ext>
                </a:extLst>
              </p14:cNvPr>
              <p14:cNvContentPartPr/>
              <p14:nvPr/>
            </p14:nvContentPartPr>
            <p14:xfrm>
              <a:off x="7248767" y="3637822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7D554F3-BEFC-4341-49AF-BE2D78821DC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231127" y="362018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09F88A58-B3B4-7D97-7899-E569231DC0CC}"/>
              </a:ext>
            </a:extLst>
          </p:cNvPr>
          <p:cNvGrpSpPr/>
          <p:nvPr/>
        </p:nvGrpSpPr>
        <p:grpSpPr>
          <a:xfrm>
            <a:off x="8242727" y="3643942"/>
            <a:ext cx="17640" cy="32040"/>
            <a:chOff x="8242727" y="3643942"/>
            <a:chExt cx="17640" cy="3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58EB9F9-AC21-89B5-D065-F32DB8EA0B7C}"/>
                    </a:ext>
                  </a:extLst>
                </p14:cNvPr>
                <p14:cNvContentPartPr/>
                <p14:nvPr/>
              </p14:nvContentPartPr>
              <p14:xfrm>
                <a:off x="8260007" y="3675622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58EB9F9-AC21-89B5-D065-F32DB8EA0B7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42367" y="365762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33E9E7E-721A-5E77-5623-A09EE3D63ECC}"/>
                    </a:ext>
                  </a:extLst>
                </p14:cNvPr>
                <p14:cNvContentPartPr/>
                <p14:nvPr/>
              </p14:nvContentPartPr>
              <p14:xfrm>
                <a:off x="8252807" y="3656902"/>
                <a:ext cx="36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33E9E7E-721A-5E77-5623-A09EE3D63EC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34807" y="36392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23F4C5C-A71D-4E4B-518F-8763734AFF81}"/>
                    </a:ext>
                  </a:extLst>
                </p14:cNvPr>
                <p14:cNvContentPartPr/>
                <p14:nvPr/>
              </p14:nvContentPartPr>
              <p14:xfrm>
                <a:off x="8242727" y="3643942"/>
                <a:ext cx="36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23F4C5C-A71D-4E4B-518F-8763734AFF8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25087" y="36263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064937E-B0B5-521C-6394-3FC232A30852}"/>
              </a:ext>
            </a:extLst>
          </p:cNvPr>
          <p:cNvGrpSpPr/>
          <p:nvPr/>
        </p:nvGrpSpPr>
        <p:grpSpPr>
          <a:xfrm>
            <a:off x="9630167" y="3690382"/>
            <a:ext cx="837000" cy="97560"/>
            <a:chOff x="9630167" y="3690382"/>
            <a:chExt cx="837000" cy="9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38FFCAC-96B8-43EA-75D2-3C05CD480B61}"/>
                    </a:ext>
                  </a:extLst>
                </p14:cNvPr>
                <p14:cNvContentPartPr/>
                <p14:nvPr/>
              </p14:nvContentPartPr>
              <p14:xfrm>
                <a:off x="9674447" y="3690382"/>
                <a:ext cx="733320" cy="22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38FFCAC-96B8-43EA-75D2-3C05CD480B6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656807" y="3672742"/>
                  <a:ext cx="7689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6D7BD1F-0197-6C8F-3DE3-A29D90DBDB38}"/>
                    </a:ext>
                  </a:extLst>
                </p14:cNvPr>
                <p14:cNvContentPartPr/>
                <p14:nvPr/>
              </p14:nvContentPartPr>
              <p14:xfrm>
                <a:off x="9631247" y="3741862"/>
                <a:ext cx="835920" cy="46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6D7BD1F-0197-6C8F-3DE3-A29D90DBDB3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613247" y="3724222"/>
                  <a:ext cx="8715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F048DB2-B480-3193-0334-F9803014DC63}"/>
                    </a:ext>
                  </a:extLst>
                </p14:cNvPr>
                <p14:cNvContentPartPr/>
                <p14:nvPr/>
              </p14:nvContentPartPr>
              <p14:xfrm>
                <a:off x="9630167" y="3717022"/>
                <a:ext cx="360" cy="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F048DB2-B480-3193-0334-F9803014DC6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612167" y="369902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275DEE1-630E-46CB-7E22-39D75AAA161D}"/>
                    </a:ext>
                  </a:extLst>
                </p14:cNvPr>
                <p14:cNvContentPartPr/>
                <p14:nvPr/>
              </p14:nvContentPartPr>
              <p14:xfrm>
                <a:off x="10115447" y="3692542"/>
                <a:ext cx="7200" cy="6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275DEE1-630E-46CB-7E22-39D75AAA161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97807" y="3674542"/>
                  <a:ext cx="4284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CC4DB68-BFEB-73D8-F0FB-CE31066F6510}"/>
                  </a:ext>
                </a:extLst>
              </p14:cNvPr>
              <p14:cNvContentPartPr/>
              <p14:nvPr/>
            </p14:nvContentPartPr>
            <p14:xfrm>
              <a:off x="8531807" y="2669422"/>
              <a:ext cx="3600" cy="21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CC4DB68-BFEB-73D8-F0FB-CE31066F651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513807" y="2651422"/>
                <a:ext cx="392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31133F0-2FE1-EDEC-6E5B-9AD4E8AB43AA}"/>
                  </a:ext>
                </a:extLst>
              </p14:cNvPr>
              <p14:cNvContentPartPr/>
              <p14:nvPr/>
            </p14:nvContentPartPr>
            <p14:xfrm>
              <a:off x="3075287" y="4553662"/>
              <a:ext cx="830160" cy="990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31133F0-2FE1-EDEC-6E5B-9AD4E8AB43A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057287" y="4535662"/>
                <a:ext cx="86580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10D8F76-B49F-BE68-2D2F-0516645E0527}"/>
                  </a:ext>
                </a:extLst>
              </p14:cNvPr>
              <p14:cNvContentPartPr/>
              <p14:nvPr/>
            </p14:nvContentPartPr>
            <p14:xfrm>
              <a:off x="4863047" y="4623862"/>
              <a:ext cx="2854440" cy="79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10D8F76-B49F-BE68-2D2F-0516645E052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845047" y="4605862"/>
                <a:ext cx="28900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35DF6E2-9181-E5F9-87C6-1E6A0CE0F3ED}"/>
                  </a:ext>
                </a:extLst>
              </p14:cNvPr>
              <p14:cNvContentPartPr/>
              <p14:nvPr/>
            </p14:nvContentPartPr>
            <p14:xfrm>
              <a:off x="2200847" y="4338742"/>
              <a:ext cx="1828800" cy="475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35DF6E2-9181-E5F9-87C6-1E6A0CE0F3E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164847" y="4302742"/>
                <a:ext cx="190044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7A918D1-95A3-AE58-3110-9BD59495A111}"/>
                  </a:ext>
                </a:extLst>
              </p14:cNvPr>
              <p14:cNvContentPartPr/>
              <p14:nvPr/>
            </p14:nvContentPartPr>
            <p14:xfrm>
              <a:off x="9293927" y="4383382"/>
              <a:ext cx="1926000" cy="446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7A918D1-95A3-AE58-3110-9BD59495A11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258287" y="4347742"/>
                <a:ext cx="199764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A436B2A-CAC0-2CA9-C341-4013678956FB}"/>
                  </a:ext>
                </a:extLst>
              </p14:cNvPr>
              <p14:cNvContentPartPr/>
              <p14:nvPr/>
            </p14:nvContentPartPr>
            <p14:xfrm>
              <a:off x="1018247" y="4582822"/>
              <a:ext cx="682920" cy="493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A436B2A-CAC0-2CA9-C341-4013678956F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82247" y="4547182"/>
                <a:ext cx="75456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4321316-228B-6A14-20DA-DD8BA65E67D3}"/>
                  </a:ext>
                </a:extLst>
              </p14:cNvPr>
              <p14:cNvContentPartPr/>
              <p14:nvPr/>
            </p14:nvContentPartPr>
            <p14:xfrm>
              <a:off x="3158447" y="4598662"/>
              <a:ext cx="789840" cy="446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4321316-228B-6A14-20DA-DD8BA65E67D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122807" y="4562662"/>
                <a:ext cx="86148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4D2BEB0F-CD26-8FC3-B8BD-829E8559AEF3}"/>
                  </a:ext>
                </a:extLst>
              </p14:cNvPr>
              <p14:cNvContentPartPr/>
              <p14:nvPr/>
            </p14:nvContentPartPr>
            <p14:xfrm>
              <a:off x="4915607" y="4574182"/>
              <a:ext cx="4112640" cy="1123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4D2BEB0F-CD26-8FC3-B8BD-829E8559AEF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879607" y="4538542"/>
                <a:ext cx="418428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EE8DA29-925B-86D4-BCF9-E8CA28AE3B41}"/>
                  </a:ext>
                </a:extLst>
              </p14:cNvPr>
              <p14:cNvContentPartPr/>
              <p14:nvPr/>
            </p14:nvContentPartPr>
            <p14:xfrm>
              <a:off x="5179487" y="4938142"/>
              <a:ext cx="126000" cy="1548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EE8DA29-925B-86D4-BCF9-E8CA28AE3B4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143487" y="4902502"/>
                <a:ext cx="19764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0BD951CD-81A2-FFF9-5469-3D13B08450AA}"/>
                  </a:ext>
                </a:extLst>
              </p14:cNvPr>
              <p14:cNvContentPartPr/>
              <p14:nvPr/>
            </p14:nvContentPartPr>
            <p14:xfrm>
              <a:off x="10188527" y="3624862"/>
              <a:ext cx="360" cy="3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0BD951CD-81A2-FFF9-5469-3D13B08450A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152887" y="3588862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66EBAF5-A6C6-F9BD-677C-215486C29DBF}"/>
                  </a:ext>
                </a:extLst>
              </p14:cNvPr>
              <p14:cNvContentPartPr/>
              <p14:nvPr/>
            </p14:nvContentPartPr>
            <p14:xfrm>
              <a:off x="9760127" y="3586342"/>
              <a:ext cx="360" cy="3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66EBAF5-A6C6-F9BD-677C-215486C29DB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724127" y="3550702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2719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04B2BF-18AD-DD75-EEC6-45635BDA829A}"/>
              </a:ext>
            </a:extLst>
          </p:cNvPr>
          <p:cNvSpPr txBox="1"/>
          <p:nvPr/>
        </p:nvSpPr>
        <p:spPr>
          <a:xfrm>
            <a:off x="1147602" y="293365"/>
            <a:ext cx="10340698" cy="6271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Rank and Nullity Theorem for Matrix</a:t>
            </a:r>
          </a:p>
          <a:p>
            <a:pPr algn="l">
              <a:lnSpc>
                <a:spcPct val="150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 space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 A be a real matrix of order m × n, the set of the solutions associated with the system of homogeneous equation </a:t>
            </a:r>
            <a:r>
              <a:rPr lang="en-US" sz="2400" b="1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AX = 0 </a:t>
            </a: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said to be the null space of A.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 space of A = { x ∈ </a:t>
            </a:r>
            <a:r>
              <a:rPr lang="en-US" sz="2400" b="1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="0" i="0" baseline="3000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| Ax = 0}. Then the nullity of A will be the dimension of the </a:t>
            </a:r>
            <a:r>
              <a:rPr lang="en-US" sz="2400" b="0" i="0" dirty="0" err="1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Nullspace</a:t>
            </a: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A.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 rank of A is r, there are r leading variables in row-reduced echelon form of A and n – r free variables, which are solutions of the homogeneous system of equation AX = 0. Thus, n – r is the dimension of the null space of A. This fact motivates the rank and nullity theorem for matrices.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88F6DA9-FABE-2A8F-E4F1-B9D4D624E4EC}"/>
                  </a:ext>
                </a:extLst>
              </p14:cNvPr>
              <p14:cNvContentPartPr/>
              <p14:nvPr/>
            </p14:nvContentPartPr>
            <p14:xfrm>
              <a:off x="3797087" y="2172622"/>
              <a:ext cx="47880" cy="21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88F6DA9-FABE-2A8F-E4F1-B9D4D624E4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9087" y="2154622"/>
                <a:ext cx="8352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857D2D5-4EA8-3BB8-D850-C12A131BAFF8}"/>
                  </a:ext>
                </a:extLst>
              </p14:cNvPr>
              <p14:cNvContentPartPr/>
              <p14:nvPr/>
            </p14:nvContentPartPr>
            <p14:xfrm>
              <a:off x="4808327" y="2436142"/>
              <a:ext cx="57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857D2D5-4EA8-3BB8-D850-C12A131BAF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90327" y="2418502"/>
                <a:ext cx="41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8E9EC79-080C-9505-0102-6C6E2AB0623E}"/>
                  </a:ext>
                </a:extLst>
              </p14:cNvPr>
              <p14:cNvContentPartPr/>
              <p14:nvPr/>
            </p14:nvContentPartPr>
            <p14:xfrm>
              <a:off x="5643167" y="2259742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8E9EC79-080C-9505-0102-6C6E2AB0623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25527" y="22421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20E0267-F85F-2F6A-7F6E-6CF25A1A400E}"/>
                  </a:ext>
                </a:extLst>
              </p14:cNvPr>
              <p14:cNvContentPartPr/>
              <p14:nvPr/>
            </p14:nvContentPartPr>
            <p14:xfrm>
              <a:off x="5539847" y="2934022"/>
              <a:ext cx="10080" cy="5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20E0267-F85F-2F6A-7F6E-6CF25A1A400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21847" y="2916022"/>
                <a:ext cx="457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E03E869-8890-5B76-51F0-73B678FEECC0}"/>
                  </a:ext>
                </a:extLst>
              </p14:cNvPr>
              <p14:cNvContentPartPr/>
              <p14:nvPr/>
            </p14:nvContentPartPr>
            <p14:xfrm>
              <a:off x="2946767" y="3642142"/>
              <a:ext cx="9720" cy="1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E03E869-8890-5B76-51F0-73B678FEEC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28767" y="3624502"/>
                <a:ext cx="453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32F3CC7-DC85-0CEA-E08D-646898C4C1C5}"/>
                  </a:ext>
                </a:extLst>
              </p14:cNvPr>
              <p14:cNvContentPartPr/>
              <p14:nvPr/>
            </p14:nvContentPartPr>
            <p14:xfrm>
              <a:off x="4676567" y="3630622"/>
              <a:ext cx="2160" cy="2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32F3CC7-DC85-0CEA-E08D-646898C4C1C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658567" y="3612622"/>
                <a:ext cx="378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C0189CA-1398-010E-B118-DA41E5932543}"/>
                  </a:ext>
                </a:extLst>
              </p14:cNvPr>
              <p14:cNvContentPartPr/>
              <p14:nvPr/>
            </p14:nvContentPartPr>
            <p14:xfrm>
              <a:off x="5354447" y="3613702"/>
              <a:ext cx="32400" cy="25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C0189CA-1398-010E-B118-DA41E593254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336447" y="3596062"/>
                <a:ext cx="6804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1D86DA7-8375-DB37-C01F-F490242FA06D}"/>
                  </a:ext>
                </a:extLst>
              </p14:cNvPr>
              <p14:cNvContentPartPr/>
              <p14:nvPr/>
            </p14:nvContentPartPr>
            <p14:xfrm>
              <a:off x="4785647" y="3994222"/>
              <a:ext cx="72360" cy="280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1D86DA7-8375-DB37-C01F-F490242FA06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767647" y="3976222"/>
                <a:ext cx="10800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669962B-7785-1013-373E-4F014B6DD273}"/>
                  </a:ext>
                </a:extLst>
              </p14:cNvPr>
              <p14:cNvContentPartPr/>
              <p14:nvPr/>
            </p14:nvContentPartPr>
            <p14:xfrm>
              <a:off x="6033047" y="3825022"/>
              <a:ext cx="19800" cy="378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669962B-7785-1013-373E-4F014B6DD27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015047" y="3807022"/>
                <a:ext cx="5544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403CACC-E265-37FE-327A-637E5DA683EE}"/>
                  </a:ext>
                </a:extLst>
              </p14:cNvPr>
              <p14:cNvContentPartPr/>
              <p14:nvPr/>
            </p14:nvContentPartPr>
            <p14:xfrm>
              <a:off x="11434127" y="4902862"/>
              <a:ext cx="4680" cy="10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403CACC-E265-37FE-327A-637E5DA683EE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1416487" y="4884862"/>
                <a:ext cx="403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8904C62-442E-70E7-9BE6-3022F2FFB5B8}"/>
                  </a:ext>
                </a:extLst>
              </p14:cNvPr>
              <p14:cNvContentPartPr/>
              <p14:nvPr/>
            </p14:nvContentPartPr>
            <p14:xfrm>
              <a:off x="1246487" y="1680502"/>
              <a:ext cx="1602720" cy="435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8904C62-442E-70E7-9BE6-3022F2FFB5B8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210487" y="1644502"/>
                <a:ext cx="16743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FEA7139-83F1-4C6D-E8C6-E4E8274901D5}"/>
                  </a:ext>
                </a:extLst>
              </p14:cNvPr>
              <p14:cNvContentPartPr/>
              <p14:nvPr/>
            </p14:nvContentPartPr>
            <p14:xfrm>
              <a:off x="1795847" y="2293222"/>
              <a:ext cx="3948120" cy="946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FEA7139-83F1-4C6D-E8C6-E4E8274901D5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759847" y="2257582"/>
                <a:ext cx="401976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2832AC2-45E0-A9DB-AC08-0496B333B2B4}"/>
                  </a:ext>
                </a:extLst>
              </p14:cNvPr>
              <p14:cNvContentPartPr/>
              <p14:nvPr/>
            </p14:nvContentPartPr>
            <p14:xfrm>
              <a:off x="5372447" y="2932942"/>
              <a:ext cx="1060920" cy="194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2832AC2-45E0-A9DB-AC08-0496B333B2B4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336447" y="2896942"/>
                <a:ext cx="113256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F15834C-B73E-EE10-18CA-AB07712332FC}"/>
                  </a:ext>
                </a:extLst>
              </p14:cNvPr>
              <p14:cNvContentPartPr/>
              <p14:nvPr/>
            </p14:nvContentPartPr>
            <p14:xfrm>
              <a:off x="5322047" y="2954542"/>
              <a:ext cx="980640" cy="244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F15834C-B73E-EE10-18CA-AB07712332FC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286407" y="2918542"/>
                <a:ext cx="105228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764E05E-D665-DC3B-0633-1858D9080428}"/>
                  </a:ext>
                </a:extLst>
              </p14:cNvPr>
              <p14:cNvContentPartPr/>
              <p14:nvPr/>
            </p14:nvContentPartPr>
            <p14:xfrm>
              <a:off x="5927567" y="3636022"/>
              <a:ext cx="2497680" cy="82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764E05E-D665-DC3B-0633-1858D9080428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891927" y="3600022"/>
                <a:ext cx="256932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2B05ED46-EB2B-52C2-E1C2-6CC2AD9886D8}"/>
                  </a:ext>
                </a:extLst>
              </p14:cNvPr>
              <p14:cNvContentPartPr/>
              <p14:nvPr/>
            </p14:nvContentPartPr>
            <p14:xfrm>
              <a:off x="8404727" y="3637102"/>
              <a:ext cx="2508480" cy="183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2B05ED46-EB2B-52C2-E1C2-6CC2AD9886D8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369087" y="3601462"/>
                <a:ext cx="258012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A1B0459-1005-986A-AAE1-119B2554F9B5}"/>
                  </a:ext>
                </a:extLst>
              </p14:cNvPr>
              <p14:cNvContentPartPr/>
              <p14:nvPr/>
            </p14:nvContentPartPr>
            <p14:xfrm>
              <a:off x="1281407" y="4190062"/>
              <a:ext cx="2416320" cy="691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A1B0459-1005-986A-AAE1-119B2554F9B5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245767" y="4154422"/>
                <a:ext cx="248796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CDD5F1C-5AE0-1950-E5C9-65AA87A1B5E6}"/>
                  </a:ext>
                </a:extLst>
              </p14:cNvPr>
              <p14:cNvContentPartPr/>
              <p14:nvPr/>
            </p14:nvContentPartPr>
            <p14:xfrm>
              <a:off x="2024447" y="4866862"/>
              <a:ext cx="1205280" cy="140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CDD5F1C-5AE0-1950-E5C9-65AA87A1B5E6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988447" y="4830862"/>
                <a:ext cx="127692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BF5FD84-893C-EB14-1595-8BF8A49160C0}"/>
                  </a:ext>
                </a:extLst>
              </p14:cNvPr>
              <p14:cNvContentPartPr/>
              <p14:nvPr/>
            </p14:nvContentPartPr>
            <p14:xfrm>
              <a:off x="3199487" y="4847782"/>
              <a:ext cx="276120" cy="172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BF5FD84-893C-EB14-1595-8BF8A49160C0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163847" y="4811782"/>
                <a:ext cx="34776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22FDC97-05F6-DD82-D2E5-E255D62F7B0A}"/>
                  </a:ext>
                </a:extLst>
              </p14:cNvPr>
              <p14:cNvContentPartPr/>
              <p14:nvPr/>
            </p14:nvContentPartPr>
            <p14:xfrm>
              <a:off x="1785767" y="5375902"/>
              <a:ext cx="2179080" cy="396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22FDC97-05F6-DD82-D2E5-E255D62F7B0A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749767" y="5340262"/>
                <a:ext cx="225072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99C0EB3-A9D6-EB85-966A-F46D594E6432}"/>
                  </a:ext>
                </a:extLst>
              </p14:cNvPr>
              <p14:cNvContentPartPr/>
              <p14:nvPr/>
            </p14:nvContentPartPr>
            <p14:xfrm>
              <a:off x="4839287" y="4814302"/>
              <a:ext cx="1882440" cy="460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99C0EB3-A9D6-EB85-966A-F46D594E6432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4803647" y="4778302"/>
                <a:ext cx="195408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D1C784C2-073D-81F1-682F-CE739D0D27BC}"/>
                  </a:ext>
                </a:extLst>
              </p14:cNvPr>
              <p14:cNvContentPartPr/>
              <p14:nvPr/>
            </p14:nvContentPartPr>
            <p14:xfrm>
              <a:off x="4536887" y="5393182"/>
              <a:ext cx="360" cy="3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D1C784C2-073D-81F1-682F-CE739D0D27BC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4500887" y="5357182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C05E243-C0F5-10F7-5DC8-0352940D569D}"/>
                  </a:ext>
                </a:extLst>
              </p14:cNvPr>
              <p14:cNvContentPartPr/>
              <p14:nvPr/>
            </p14:nvContentPartPr>
            <p14:xfrm>
              <a:off x="2409647" y="5870182"/>
              <a:ext cx="865800" cy="910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C05E243-C0F5-10F7-5DC8-0352940D569D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374007" y="5834182"/>
                <a:ext cx="937440" cy="16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682372A5-F465-008A-CA24-2D8B364B5893}"/>
              </a:ext>
            </a:extLst>
          </p:cNvPr>
          <p:cNvGrpSpPr/>
          <p:nvPr/>
        </p:nvGrpSpPr>
        <p:grpSpPr>
          <a:xfrm>
            <a:off x="4179047" y="5900422"/>
            <a:ext cx="5245560" cy="131760"/>
            <a:chOff x="4179047" y="5900422"/>
            <a:chExt cx="5245560" cy="13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2C9718E-289F-7FCA-5A16-75758EC98B4D}"/>
                    </a:ext>
                  </a:extLst>
                </p14:cNvPr>
                <p14:cNvContentPartPr/>
                <p14:nvPr/>
              </p14:nvContentPartPr>
              <p14:xfrm>
                <a:off x="4179047" y="5900422"/>
                <a:ext cx="688680" cy="48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2C9718E-289F-7FCA-5A16-75758EC98B4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143047" y="5864782"/>
                  <a:ext cx="7603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02797EC-43EC-3785-45F1-FEAB235F56AB}"/>
                    </a:ext>
                  </a:extLst>
                </p14:cNvPr>
                <p14:cNvContentPartPr/>
                <p14:nvPr/>
              </p14:nvContentPartPr>
              <p14:xfrm>
                <a:off x="4222607" y="5963422"/>
                <a:ext cx="360" cy="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02797EC-43EC-3785-45F1-FEAB235F56A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186607" y="5927422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3EF43ED-885D-A3CE-9C54-5CDC8C113A9F}"/>
                    </a:ext>
                  </a:extLst>
                </p14:cNvPr>
                <p14:cNvContentPartPr/>
                <p14:nvPr/>
              </p14:nvContentPartPr>
              <p14:xfrm>
                <a:off x="4365527" y="5950462"/>
                <a:ext cx="360" cy="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3EF43ED-885D-A3CE-9C54-5CDC8C113A9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329527" y="5914462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D5607B4-3814-BAC0-1E90-EE8FF44EB42D}"/>
                    </a:ext>
                  </a:extLst>
                </p14:cNvPr>
                <p14:cNvContentPartPr/>
                <p14:nvPr/>
              </p14:nvContentPartPr>
              <p14:xfrm>
                <a:off x="4327727" y="5999062"/>
                <a:ext cx="360" cy="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D5607B4-3814-BAC0-1E90-EE8FF44EB42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291727" y="5963422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33CF069-2937-403C-53ED-B6677D524BA7}"/>
                    </a:ext>
                  </a:extLst>
                </p14:cNvPr>
                <p14:cNvContentPartPr/>
                <p14:nvPr/>
              </p14:nvContentPartPr>
              <p14:xfrm>
                <a:off x="4394327" y="5972782"/>
                <a:ext cx="9000" cy="2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33CF069-2937-403C-53ED-B6677D524BA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58687" y="5936782"/>
                  <a:ext cx="806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1CB5CC5-9531-1132-A888-612B72054AFC}"/>
                    </a:ext>
                  </a:extLst>
                </p14:cNvPr>
                <p14:cNvContentPartPr/>
                <p14:nvPr/>
              </p14:nvContentPartPr>
              <p14:xfrm>
                <a:off x="4712567" y="5924902"/>
                <a:ext cx="2880" cy="5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1CB5CC5-9531-1132-A888-612B72054AF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76567" y="5888902"/>
                  <a:ext cx="745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FCD47D2-E560-0323-0CB9-944E7C5313FC}"/>
                    </a:ext>
                  </a:extLst>
                </p14:cNvPr>
                <p14:cNvContentPartPr/>
                <p14:nvPr/>
              </p14:nvContentPartPr>
              <p14:xfrm>
                <a:off x="4332767" y="5961622"/>
                <a:ext cx="1440" cy="3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FCD47D2-E560-0323-0CB9-944E7C5313F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296767" y="5925622"/>
                  <a:ext cx="730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2D92D14-DAC7-2411-3110-4EC8CE802A23}"/>
                    </a:ext>
                  </a:extLst>
                </p14:cNvPr>
                <p14:cNvContentPartPr/>
                <p14:nvPr/>
              </p14:nvContentPartPr>
              <p14:xfrm>
                <a:off x="4348607" y="5966302"/>
                <a:ext cx="360" cy="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2D92D14-DAC7-2411-3110-4EC8CE802A2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312967" y="5930662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DE1D731-779E-72DE-403F-DB02A7FDB86A}"/>
                    </a:ext>
                  </a:extLst>
                </p14:cNvPr>
                <p14:cNvContentPartPr/>
                <p14:nvPr/>
              </p14:nvContentPartPr>
              <p14:xfrm>
                <a:off x="4411967" y="5968822"/>
                <a:ext cx="12240" cy="1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DE1D731-779E-72DE-403F-DB02A7FDB86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375967" y="5933182"/>
                  <a:ext cx="838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BB2EAAB-C0F9-5E1D-0A5C-B71127C35CC4}"/>
                    </a:ext>
                  </a:extLst>
                </p14:cNvPr>
                <p14:cNvContentPartPr/>
                <p14:nvPr/>
              </p14:nvContentPartPr>
              <p14:xfrm>
                <a:off x="4797887" y="5912662"/>
                <a:ext cx="4626720" cy="119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BB2EAAB-C0F9-5E1D-0A5C-B71127C35CC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761887" y="5876662"/>
                  <a:ext cx="4698360" cy="191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73089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2E804F-9FBD-2017-C263-EE1AAD693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336" y="937865"/>
            <a:ext cx="8259328" cy="49822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8A05602-F23D-7EC1-3FA2-EC241319635C}"/>
                  </a:ext>
                </a:extLst>
              </p14:cNvPr>
              <p14:cNvContentPartPr/>
              <p14:nvPr/>
            </p14:nvContentPartPr>
            <p14:xfrm>
              <a:off x="8373767" y="5877382"/>
              <a:ext cx="1895400" cy="83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8A05602-F23D-7EC1-3FA2-EC24131963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56127" y="5859742"/>
                <a:ext cx="19310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F7325D0-42B5-FF14-8491-BD619BC4E49D}"/>
                  </a:ext>
                </a:extLst>
              </p14:cNvPr>
              <p14:cNvContentPartPr/>
              <p14:nvPr/>
            </p14:nvContentPartPr>
            <p14:xfrm>
              <a:off x="6503567" y="3270982"/>
              <a:ext cx="4680" cy="17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F7325D0-42B5-FF14-8491-BD619BC4E4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85927" y="3253342"/>
                <a:ext cx="4032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9374056-55EC-98DE-BEBA-C45F0AF2D9D5}"/>
                  </a:ext>
                </a:extLst>
              </p14:cNvPr>
              <p14:cNvContentPartPr/>
              <p14:nvPr/>
            </p14:nvContentPartPr>
            <p14:xfrm>
              <a:off x="6469727" y="3611902"/>
              <a:ext cx="1440" cy="13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9374056-55EC-98DE-BEBA-C45F0AF2D9D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51727" y="3594262"/>
                <a:ext cx="370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AFE630F-910E-791E-4968-9B717B52490D}"/>
                  </a:ext>
                </a:extLst>
              </p14:cNvPr>
              <p14:cNvContentPartPr/>
              <p14:nvPr/>
            </p14:nvContentPartPr>
            <p14:xfrm>
              <a:off x="6461447" y="3871102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AFE630F-910E-791E-4968-9B717B52490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43807" y="38531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EB8BFA7-35EB-7391-9552-C8CFB70820E6}"/>
                  </a:ext>
                </a:extLst>
              </p14:cNvPr>
              <p14:cNvContentPartPr/>
              <p14:nvPr/>
            </p14:nvContentPartPr>
            <p14:xfrm>
              <a:off x="6445967" y="4224982"/>
              <a:ext cx="1080" cy="7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EB8BFA7-35EB-7391-9552-C8CFB70820E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28327" y="4206982"/>
                <a:ext cx="3672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241BD41-571B-7767-722F-320324354722}"/>
                  </a:ext>
                </a:extLst>
              </p14:cNvPr>
              <p14:cNvContentPartPr/>
              <p14:nvPr/>
            </p14:nvContentPartPr>
            <p14:xfrm>
              <a:off x="6438767" y="4470862"/>
              <a:ext cx="1440" cy="20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241BD41-571B-7767-722F-32032435472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20767" y="4453222"/>
                <a:ext cx="3708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AE16B31-1D35-45F2-F85B-B49F42DD9AFF}"/>
                  </a:ext>
                </a:extLst>
              </p14:cNvPr>
              <p14:cNvContentPartPr/>
              <p14:nvPr/>
            </p14:nvContentPartPr>
            <p14:xfrm>
              <a:off x="6428687" y="4806382"/>
              <a:ext cx="2160" cy="23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AE16B31-1D35-45F2-F85B-B49F42DD9AF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11047" y="4788382"/>
                <a:ext cx="3780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E1CA51A-C243-6652-8E5A-1947E73F9294}"/>
                  </a:ext>
                </a:extLst>
              </p14:cNvPr>
              <p14:cNvContentPartPr/>
              <p14:nvPr/>
            </p14:nvContentPartPr>
            <p14:xfrm>
              <a:off x="6445967" y="5027782"/>
              <a:ext cx="9000" cy="14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E1CA51A-C243-6652-8E5A-1947E73F929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428327" y="5009782"/>
                <a:ext cx="446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E0DB04B-CCBE-CBE7-B5D1-741516CCCEC2}"/>
                  </a:ext>
                </a:extLst>
              </p14:cNvPr>
              <p14:cNvContentPartPr/>
              <p14:nvPr/>
            </p14:nvContentPartPr>
            <p14:xfrm>
              <a:off x="6715247" y="4893502"/>
              <a:ext cx="2160" cy="3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E0DB04B-CCBE-CBE7-B5D1-741516CCCEC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697247" y="4875502"/>
                <a:ext cx="378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6A29576-0BA0-B869-0958-231E0EECE187}"/>
                  </a:ext>
                </a:extLst>
              </p14:cNvPr>
              <p14:cNvContentPartPr/>
              <p14:nvPr/>
            </p14:nvContentPartPr>
            <p14:xfrm>
              <a:off x="8919887" y="5742742"/>
              <a:ext cx="2160" cy="4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6A29576-0BA0-B869-0958-231E0EECE18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902247" y="5724742"/>
                <a:ext cx="378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F849008-3E63-F30A-4123-C1B5883B4F88}"/>
                  </a:ext>
                </a:extLst>
              </p14:cNvPr>
              <p14:cNvContentPartPr/>
              <p14:nvPr/>
            </p14:nvContentPartPr>
            <p14:xfrm>
              <a:off x="9086927" y="5844622"/>
              <a:ext cx="23400" cy="165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F849008-3E63-F30A-4123-C1B5883B4F8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069287" y="5826982"/>
                <a:ext cx="5904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810746B-C826-DB8B-D458-E06D73A86EA8}"/>
                  </a:ext>
                </a:extLst>
              </p14:cNvPr>
              <p14:cNvContentPartPr/>
              <p14:nvPr/>
            </p14:nvContentPartPr>
            <p14:xfrm>
              <a:off x="10337567" y="5983222"/>
              <a:ext cx="1764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810746B-C826-DB8B-D458-E06D73A86EA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319927" y="5965222"/>
                <a:ext cx="53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F32A548-9842-C6A9-F6A4-82F3D6E5546D}"/>
                  </a:ext>
                </a:extLst>
              </p14:cNvPr>
              <p14:cNvContentPartPr/>
              <p14:nvPr/>
            </p14:nvContentPartPr>
            <p14:xfrm>
              <a:off x="7848167" y="3099262"/>
              <a:ext cx="609120" cy="74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F32A548-9842-C6A9-F6A4-82F3D6E5546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830167" y="3081622"/>
                <a:ext cx="64476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D8CED07-9578-5C60-DF9F-4929A3AE4B0E}"/>
                  </a:ext>
                </a:extLst>
              </p14:cNvPr>
              <p14:cNvContentPartPr/>
              <p14:nvPr/>
            </p14:nvContentPartPr>
            <p14:xfrm>
              <a:off x="7756727" y="3409942"/>
              <a:ext cx="780480" cy="102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D8CED07-9578-5C60-DF9F-4929A3AE4B0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738727" y="3391942"/>
                <a:ext cx="81612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37E119B-D299-E538-A107-830C7757BECA}"/>
                  </a:ext>
                </a:extLst>
              </p14:cNvPr>
              <p14:cNvContentPartPr/>
              <p14:nvPr/>
            </p14:nvContentPartPr>
            <p14:xfrm>
              <a:off x="7768967" y="3867142"/>
              <a:ext cx="616680" cy="84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37E119B-D299-E538-A107-830C7757BEC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750967" y="3849502"/>
                <a:ext cx="65232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129CF7F-FF7C-C37C-B33F-C3843D195579}"/>
                  </a:ext>
                </a:extLst>
              </p14:cNvPr>
              <p14:cNvContentPartPr/>
              <p14:nvPr/>
            </p14:nvContentPartPr>
            <p14:xfrm>
              <a:off x="7725407" y="4361422"/>
              <a:ext cx="671040" cy="84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129CF7F-FF7C-C37C-B33F-C3843D195579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707767" y="4343782"/>
                <a:ext cx="70668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BE91CA2-7FBB-4C71-DEAA-F54E259952F3}"/>
                  </a:ext>
                </a:extLst>
              </p14:cNvPr>
              <p14:cNvContentPartPr/>
              <p14:nvPr/>
            </p14:nvContentPartPr>
            <p14:xfrm>
              <a:off x="8720447" y="2857342"/>
              <a:ext cx="1544040" cy="48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BE91CA2-7FBB-4C71-DEAA-F54E259952F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702447" y="2839342"/>
                <a:ext cx="157968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07235A9-DB13-B57F-95DA-7AFC0E503D3E}"/>
                  </a:ext>
                </a:extLst>
              </p14:cNvPr>
              <p14:cNvContentPartPr/>
              <p14:nvPr/>
            </p14:nvContentPartPr>
            <p14:xfrm>
              <a:off x="8678687" y="5806822"/>
              <a:ext cx="4680" cy="90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07235A9-DB13-B57F-95DA-7AFC0E503D3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661047" y="5789182"/>
                <a:ext cx="403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22165AA-08E1-9C82-14E3-8190A634CF9C}"/>
                  </a:ext>
                </a:extLst>
              </p14:cNvPr>
              <p14:cNvContentPartPr/>
              <p14:nvPr/>
            </p14:nvContentPartPr>
            <p14:xfrm>
              <a:off x="10111847" y="5792782"/>
              <a:ext cx="12240" cy="219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22165AA-08E1-9C82-14E3-8190A634CF9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094207" y="5774782"/>
                <a:ext cx="4788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CA4BB40-AF72-1B66-0FCE-C84B6A3C823F}"/>
                  </a:ext>
                </a:extLst>
              </p14:cNvPr>
              <p14:cNvContentPartPr/>
              <p14:nvPr/>
            </p14:nvContentPartPr>
            <p14:xfrm>
              <a:off x="5407007" y="5085742"/>
              <a:ext cx="5760" cy="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CA4BB40-AF72-1B66-0FCE-C84B6A3C823F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389007" y="5068102"/>
                <a:ext cx="41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C7AB5C5-A81D-09DD-3035-F9C29676AA82}"/>
                  </a:ext>
                </a:extLst>
              </p14:cNvPr>
              <p14:cNvContentPartPr/>
              <p14:nvPr/>
            </p14:nvContentPartPr>
            <p14:xfrm>
              <a:off x="5996327" y="5122102"/>
              <a:ext cx="9720" cy="28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C7AB5C5-A81D-09DD-3035-F9C29676AA82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978687" y="5104462"/>
                <a:ext cx="453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F7170AF-ED1E-88BF-3EB4-12C898545CA4}"/>
                  </a:ext>
                </a:extLst>
              </p14:cNvPr>
              <p14:cNvContentPartPr/>
              <p14:nvPr/>
            </p14:nvContentPartPr>
            <p14:xfrm>
              <a:off x="6744767" y="4996102"/>
              <a:ext cx="6480" cy="79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F7170AF-ED1E-88BF-3EB4-12C898545CA4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727127" y="4978102"/>
                <a:ext cx="4212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E4AFFB1-51A8-A5F3-CA09-7F2A0AFDD2C9}"/>
                  </a:ext>
                </a:extLst>
              </p14:cNvPr>
              <p14:cNvContentPartPr/>
              <p14:nvPr/>
            </p14:nvContentPartPr>
            <p14:xfrm>
              <a:off x="7350287" y="5096902"/>
              <a:ext cx="3600" cy="79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E4AFFB1-51A8-A5F3-CA09-7F2A0AFDD2C9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332287" y="5078902"/>
                <a:ext cx="3924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549734F-033C-1C79-EE1C-ECF6B93FFE63}"/>
                  </a:ext>
                </a:extLst>
              </p14:cNvPr>
              <p14:cNvContentPartPr/>
              <p14:nvPr/>
            </p14:nvContentPartPr>
            <p14:xfrm>
              <a:off x="7868687" y="5109142"/>
              <a:ext cx="360" cy="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549734F-033C-1C79-EE1C-ECF6B93FFE6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50687" y="50915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F171403F-414C-B988-8F70-0C16103DD9D9}"/>
                  </a:ext>
                </a:extLst>
              </p14:cNvPr>
              <p14:cNvContentPartPr/>
              <p14:nvPr/>
            </p14:nvContentPartPr>
            <p14:xfrm>
              <a:off x="8357207" y="4143262"/>
              <a:ext cx="9720" cy="21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F171403F-414C-B988-8F70-0C16103DD9D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321567" y="4107262"/>
                <a:ext cx="8136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591F553-2ADF-368A-2DF0-7CB33F38AF93}"/>
                  </a:ext>
                </a:extLst>
              </p14:cNvPr>
              <p14:cNvContentPartPr/>
              <p14:nvPr/>
            </p14:nvContentPartPr>
            <p14:xfrm>
              <a:off x="5403407" y="5187622"/>
              <a:ext cx="15120" cy="21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591F553-2ADF-368A-2DF0-7CB33F38AF9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367407" y="5151982"/>
                <a:ext cx="8676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A33536D-814D-3CF9-FE31-D7CD97D47142}"/>
                  </a:ext>
                </a:extLst>
              </p14:cNvPr>
              <p14:cNvContentPartPr/>
              <p14:nvPr/>
            </p14:nvContentPartPr>
            <p14:xfrm>
              <a:off x="10549247" y="4186462"/>
              <a:ext cx="7200" cy="39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A33536D-814D-3CF9-FE31-D7CD97D4714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513247" y="4150462"/>
                <a:ext cx="7884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971AB8F-C007-417B-09B9-9289B08EDD78}"/>
                  </a:ext>
                </a:extLst>
              </p14:cNvPr>
              <p14:cNvContentPartPr/>
              <p14:nvPr/>
            </p14:nvContentPartPr>
            <p14:xfrm>
              <a:off x="10500287" y="4187902"/>
              <a:ext cx="31680" cy="2134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971AB8F-C007-417B-09B9-9289B08EDD7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464647" y="4152262"/>
                <a:ext cx="103320" cy="28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599D122D-6D9F-653D-FA65-B523C727A712}"/>
              </a:ext>
            </a:extLst>
          </p:cNvPr>
          <p:cNvGrpSpPr/>
          <p:nvPr/>
        </p:nvGrpSpPr>
        <p:grpSpPr>
          <a:xfrm>
            <a:off x="9376367" y="3185302"/>
            <a:ext cx="2276640" cy="1963080"/>
            <a:chOff x="9376367" y="3185302"/>
            <a:chExt cx="2276640" cy="196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5AF2234-0813-FE3B-27BB-11585037FAE2}"/>
                    </a:ext>
                  </a:extLst>
                </p14:cNvPr>
                <p14:cNvContentPartPr/>
                <p14:nvPr/>
              </p14:nvContentPartPr>
              <p14:xfrm>
                <a:off x="10799087" y="4595062"/>
                <a:ext cx="15840" cy="149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5AF2234-0813-FE3B-27BB-11585037FAE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763087" y="4559062"/>
                  <a:ext cx="874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ED82DA5-38A6-F52C-244B-E0E3AE36C267}"/>
                    </a:ext>
                  </a:extLst>
                </p14:cNvPr>
                <p14:cNvContentPartPr/>
                <p14:nvPr/>
              </p14:nvContentPartPr>
              <p14:xfrm>
                <a:off x="11123807" y="4887742"/>
                <a:ext cx="182160" cy="133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ED82DA5-38A6-F52C-244B-E0E3AE36C26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088167" y="4851742"/>
                  <a:ext cx="2538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4A92027-09DB-684F-47CD-A16021842782}"/>
                    </a:ext>
                  </a:extLst>
                </p14:cNvPr>
                <p14:cNvContentPartPr/>
                <p14:nvPr/>
              </p14:nvContentPartPr>
              <p14:xfrm>
                <a:off x="9376367" y="3234982"/>
                <a:ext cx="453960" cy="1791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4A92027-09DB-684F-47CD-A1602184278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340727" y="3198982"/>
                  <a:ext cx="525600" cy="18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ECB52C5-7431-1EE6-BD4F-C908C3ACA98F}"/>
                    </a:ext>
                  </a:extLst>
                </p14:cNvPr>
                <p14:cNvContentPartPr/>
                <p14:nvPr/>
              </p14:nvContentPartPr>
              <p14:xfrm>
                <a:off x="9659687" y="3395182"/>
                <a:ext cx="36720" cy="186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ECB52C5-7431-1EE6-BD4F-C908C3ACA98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624047" y="3359182"/>
                  <a:ext cx="1083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A4D7011-47B0-A284-3DF8-5472E7A371F3}"/>
                    </a:ext>
                  </a:extLst>
                </p14:cNvPr>
                <p14:cNvContentPartPr/>
                <p14:nvPr/>
              </p14:nvContentPartPr>
              <p14:xfrm>
                <a:off x="10048847" y="3790462"/>
                <a:ext cx="40680" cy="178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A4D7011-47B0-A284-3DF8-5472E7A371F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012847" y="3754822"/>
                  <a:ext cx="1123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6B05ABA-8E88-B1F3-8201-AFC4F760849C}"/>
                    </a:ext>
                  </a:extLst>
                </p14:cNvPr>
                <p14:cNvContentPartPr/>
                <p14:nvPr/>
              </p14:nvContentPartPr>
              <p14:xfrm>
                <a:off x="9682007" y="3822142"/>
                <a:ext cx="185040" cy="204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6B05ABA-8E88-B1F3-8201-AFC4F760849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46367" y="3786502"/>
                  <a:ext cx="2566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0D5EB75-A044-5F06-CB6A-1EBC3C58B65D}"/>
                    </a:ext>
                  </a:extLst>
                </p14:cNvPr>
                <p14:cNvContentPartPr/>
                <p14:nvPr/>
              </p14:nvContentPartPr>
              <p14:xfrm>
                <a:off x="9702527" y="4267822"/>
                <a:ext cx="177120" cy="225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0D5EB75-A044-5F06-CB6A-1EBC3C58B65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666527" y="4231822"/>
                  <a:ext cx="2487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781CB7A-37D9-4F3C-CFCA-45E0A6071C59}"/>
                    </a:ext>
                  </a:extLst>
                </p14:cNvPr>
                <p14:cNvContentPartPr/>
                <p14:nvPr/>
              </p14:nvContentPartPr>
              <p14:xfrm>
                <a:off x="10062167" y="4300222"/>
                <a:ext cx="163440" cy="168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781CB7A-37D9-4F3C-CFCA-45E0A6071C5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026167" y="4264582"/>
                  <a:ext cx="2350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94525F1-33D8-7D68-6D34-D214EF963367}"/>
                    </a:ext>
                  </a:extLst>
                </p14:cNvPr>
                <p14:cNvContentPartPr/>
                <p14:nvPr/>
              </p14:nvContentPartPr>
              <p14:xfrm>
                <a:off x="9683807" y="4683982"/>
                <a:ext cx="202680" cy="152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94525F1-33D8-7D68-6D34-D214EF96336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647807" y="4647982"/>
                  <a:ext cx="2743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6DF93B2-285E-D0C3-09FC-56D0466761BD}"/>
                    </a:ext>
                  </a:extLst>
                </p14:cNvPr>
                <p14:cNvContentPartPr/>
                <p14:nvPr/>
              </p14:nvContentPartPr>
              <p14:xfrm>
                <a:off x="10224527" y="4659862"/>
                <a:ext cx="169920" cy="156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6DF93B2-285E-D0C3-09FC-56D0466761B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88887" y="4623862"/>
                  <a:ext cx="2415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8AF7305-F0C1-E156-3E7C-8C4FA1D666BB}"/>
                    </a:ext>
                  </a:extLst>
                </p14:cNvPr>
                <p14:cNvContentPartPr/>
                <p14:nvPr/>
              </p14:nvContentPartPr>
              <p14:xfrm>
                <a:off x="10534127" y="4616302"/>
                <a:ext cx="63000" cy="152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8AF7305-F0C1-E156-3E7C-8C4FA1D666B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498487" y="4580302"/>
                  <a:ext cx="1346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3FBD954-9BA1-A246-870B-6D92B1D8ECB9}"/>
                    </a:ext>
                  </a:extLst>
                </p14:cNvPr>
                <p14:cNvContentPartPr/>
                <p14:nvPr/>
              </p14:nvContentPartPr>
              <p14:xfrm>
                <a:off x="9747527" y="4932382"/>
                <a:ext cx="190440" cy="155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3FBD954-9BA1-A246-870B-6D92B1D8ECB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711527" y="4896382"/>
                  <a:ext cx="2620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72C3336-ED12-0690-7E49-3C8E06E15B55}"/>
                    </a:ext>
                  </a:extLst>
                </p14:cNvPr>
                <p14:cNvContentPartPr/>
                <p14:nvPr/>
              </p14:nvContentPartPr>
              <p14:xfrm>
                <a:off x="10204007" y="4955782"/>
                <a:ext cx="134280" cy="153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72C3336-ED12-0690-7E49-3C8E06E15B5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168367" y="4919782"/>
                  <a:ext cx="2059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F0EEC3B-22DA-CB65-80C1-4AC95BC9A992}"/>
                    </a:ext>
                  </a:extLst>
                </p14:cNvPr>
                <p14:cNvContentPartPr/>
                <p14:nvPr/>
              </p14:nvContentPartPr>
              <p14:xfrm>
                <a:off x="10514687" y="4937422"/>
                <a:ext cx="153360" cy="154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F0EEC3B-22DA-CB65-80C1-4AC95BC9A99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479047" y="4901782"/>
                  <a:ext cx="2250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E640660-743D-6C5E-6647-F6BA25A89EC9}"/>
                    </a:ext>
                  </a:extLst>
                </p14:cNvPr>
                <p14:cNvContentPartPr/>
                <p14:nvPr/>
              </p14:nvContentPartPr>
              <p14:xfrm>
                <a:off x="10799447" y="4939942"/>
                <a:ext cx="112680" cy="147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E640660-743D-6C5E-6647-F6BA25A89EC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763807" y="4903942"/>
                  <a:ext cx="1843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B443065-3A3D-2036-A6D2-5A71C28DB19C}"/>
                    </a:ext>
                  </a:extLst>
                </p14:cNvPr>
                <p14:cNvContentPartPr/>
                <p14:nvPr/>
              </p14:nvContentPartPr>
              <p14:xfrm>
                <a:off x="11147567" y="4473742"/>
                <a:ext cx="114120" cy="201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B443065-3A3D-2036-A6D2-5A71C28DB19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111567" y="4438102"/>
                  <a:ext cx="1857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19F895E-0ABD-291C-43E8-0B3E55872653}"/>
                    </a:ext>
                  </a:extLst>
                </p14:cNvPr>
                <p14:cNvContentPartPr/>
                <p14:nvPr/>
              </p14:nvContentPartPr>
              <p14:xfrm>
                <a:off x="10762727" y="4156222"/>
                <a:ext cx="112320" cy="206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19F895E-0ABD-291C-43E8-0B3E5587265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726727" y="4120222"/>
                  <a:ext cx="1839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8A80279-8A93-4B71-06E7-0949EEB5C68E}"/>
                    </a:ext>
                  </a:extLst>
                </p14:cNvPr>
                <p14:cNvContentPartPr/>
                <p14:nvPr/>
              </p14:nvContentPartPr>
              <p14:xfrm>
                <a:off x="11078807" y="4103662"/>
                <a:ext cx="105840" cy="200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8A80279-8A93-4B71-06E7-0949EEB5C68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043167" y="4067662"/>
                  <a:ext cx="1774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AFFFC3C-D7E0-144E-BE10-E85089C00066}"/>
                    </a:ext>
                  </a:extLst>
                </p14:cNvPr>
                <p14:cNvContentPartPr/>
                <p14:nvPr/>
              </p14:nvContentPartPr>
              <p14:xfrm>
                <a:off x="10376807" y="3791542"/>
                <a:ext cx="129960" cy="1818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AFFFC3C-D7E0-144E-BE10-E85089C0006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341167" y="3755542"/>
                  <a:ext cx="2016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269AEE0-AB44-F557-2185-72806F9EBFE0}"/>
                    </a:ext>
                  </a:extLst>
                </p14:cNvPr>
                <p14:cNvContentPartPr/>
                <p14:nvPr/>
              </p14:nvContentPartPr>
              <p14:xfrm>
                <a:off x="10703327" y="3789382"/>
                <a:ext cx="117360" cy="176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269AEE0-AB44-F557-2185-72806F9EBFE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667687" y="3753382"/>
                  <a:ext cx="1890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B97BE66-55D4-363C-4453-AC7611448168}"/>
                    </a:ext>
                  </a:extLst>
                </p14:cNvPr>
                <p14:cNvContentPartPr/>
                <p14:nvPr/>
              </p14:nvContentPartPr>
              <p14:xfrm>
                <a:off x="11010767" y="3736822"/>
                <a:ext cx="166320" cy="1742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B97BE66-55D4-363C-4453-AC761144816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974767" y="3701182"/>
                  <a:ext cx="2379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A3F9532-57E1-145C-C88C-59227D635AE0}"/>
                    </a:ext>
                  </a:extLst>
                </p14:cNvPr>
                <p14:cNvContentPartPr/>
                <p14:nvPr/>
              </p14:nvContentPartPr>
              <p14:xfrm>
                <a:off x="9972527" y="3405622"/>
                <a:ext cx="154800" cy="176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A3F9532-57E1-145C-C88C-59227D635AE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936887" y="3369982"/>
                  <a:ext cx="2264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42FBA3A-1D3A-9F9C-8BFC-237E1945D86C}"/>
                    </a:ext>
                  </a:extLst>
                </p14:cNvPr>
                <p14:cNvContentPartPr/>
                <p14:nvPr/>
              </p14:nvContentPartPr>
              <p14:xfrm>
                <a:off x="10364567" y="3333982"/>
                <a:ext cx="141840" cy="194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42FBA3A-1D3A-9F9C-8BFC-237E1945D86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328927" y="3298342"/>
                  <a:ext cx="2134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38D2AF3-E5B9-FEB4-B5FB-7B81131BE7A3}"/>
                    </a:ext>
                  </a:extLst>
                </p14:cNvPr>
                <p14:cNvContentPartPr/>
                <p14:nvPr/>
              </p14:nvContentPartPr>
              <p14:xfrm>
                <a:off x="10671647" y="3349822"/>
                <a:ext cx="146160" cy="1742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38D2AF3-E5B9-FEB4-B5FB-7B81131BE7A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635647" y="3313822"/>
                  <a:ext cx="217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7DD460F-900A-7EB1-0675-64C86DCAC52F}"/>
                    </a:ext>
                  </a:extLst>
                </p14:cNvPr>
                <p14:cNvContentPartPr/>
                <p14:nvPr/>
              </p14:nvContentPartPr>
              <p14:xfrm>
                <a:off x="11028767" y="3358822"/>
                <a:ext cx="130320" cy="156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7DD460F-900A-7EB1-0675-64C86DCAC52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993127" y="3322822"/>
                  <a:ext cx="2019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9EB1F72-AB95-3F8C-45DA-C10450E7A5E2}"/>
                    </a:ext>
                  </a:extLst>
                </p14:cNvPr>
                <p14:cNvContentPartPr/>
                <p14:nvPr/>
              </p14:nvContentPartPr>
              <p14:xfrm>
                <a:off x="11201567" y="3185302"/>
                <a:ext cx="451440" cy="1963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9EB1F72-AB95-3F8C-45DA-C10450E7A5E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165927" y="3149662"/>
                  <a:ext cx="523080" cy="203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4943835C-6654-95DB-7046-B89FE3814D10}"/>
                  </a:ext>
                </a:extLst>
              </p14:cNvPr>
              <p14:cNvContentPartPr/>
              <p14:nvPr/>
            </p14:nvContentPartPr>
            <p14:xfrm>
              <a:off x="11285807" y="5101942"/>
              <a:ext cx="360" cy="3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4943835C-6654-95DB-7046-B89FE3814D10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1250167" y="5065942"/>
                <a:ext cx="72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B565389-8F63-FC4A-B02E-E6608CE54A81}"/>
              </a:ext>
            </a:extLst>
          </p:cNvPr>
          <p:cNvGrpSpPr/>
          <p:nvPr/>
        </p:nvGrpSpPr>
        <p:grpSpPr>
          <a:xfrm>
            <a:off x="7386647" y="183622"/>
            <a:ext cx="621720" cy="323640"/>
            <a:chOff x="7386647" y="183622"/>
            <a:chExt cx="621720" cy="32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B85177E-E7FF-6197-D7AA-2911A3611D1A}"/>
                    </a:ext>
                  </a:extLst>
                </p14:cNvPr>
                <p14:cNvContentPartPr/>
                <p14:nvPr/>
              </p14:nvContentPartPr>
              <p14:xfrm>
                <a:off x="7446767" y="268942"/>
                <a:ext cx="1080" cy="7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B85177E-E7FF-6197-D7AA-2911A3611D1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411127" y="233302"/>
                  <a:ext cx="727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C35AD08-1D52-CF02-9D5F-489212607B07}"/>
                    </a:ext>
                  </a:extLst>
                </p14:cNvPr>
                <p14:cNvContentPartPr/>
                <p14:nvPr/>
              </p14:nvContentPartPr>
              <p14:xfrm>
                <a:off x="7386647" y="183622"/>
                <a:ext cx="237240" cy="323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C35AD08-1D52-CF02-9D5F-489212607B0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351007" y="147622"/>
                  <a:ext cx="30888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8D0DBFD-B11A-1F15-A7A8-F60A3EB516D7}"/>
                    </a:ext>
                  </a:extLst>
                </p14:cNvPr>
                <p14:cNvContentPartPr/>
                <p14:nvPr/>
              </p14:nvContentPartPr>
              <p14:xfrm>
                <a:off x="7801367" y="298822"/>
                <a:ext cx="207000" cy="158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8D0DBFD-B11A-1F15-A7A8-F60A3EB516D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765367" y="262822"/>
                  <a:ext cx="27864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D9E53E43-2F1A-83A7-E2A0-2FEB9B904D98}"/>
              </a:ext>
            </a:extLst>
          </p:cNvPr>
          <p:cNvGrpSpPr/>
          <p:nvPr/>
        </p:nvGrpSpPr>
        <p:grpSpPr>
          <a:xfrm>
            <a:off x="8343887" y="318262"/>
            <a:ext cx="1899720" cy="383400"/>
            <a:chOff x="8343887" y="318262"/>
            <a:chExt cx="1899720" cy="38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F9FBDD3-48EC-3431-0375-C023F9EE757A}"/>
                    </a:ext>
                  </a:extLst>
                </p14:cNvPr>
                <p14:cNvContentPartPr/>
                <p14:nvPr/>
              </p14:nvContentPartPr>
              <p14:xfrm>
                <a:off x="8343887" y="352822"/>
                <a:ext cx="246960" cy="177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F9FBDD3-48EC-3431-0375-C023F9EE757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08247" y="317182"/>
                  <a:ext cx="3186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4407436-96AF-4584-5D69-5A4160C1DFD9}"/>
                    </a:ext>
                  </a:extLst>
                </p14:cNvPr>
                <p14:cNvContentPartPr/>
                <p14:nvPr/>
              </p14:nvContentPartPr>
              <p14:xfrm>
                <a:off x="8660327" y="351022"/>
                <a:ext cx="387720" cy="161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4407436-96AF-4584-5D69-5A4160C1DFD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624327" y="315382"/>
                  <a:ext cx="4593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2A83565-65C9-CD34-B799-EBF28BC778E3}"/>
                    </a:ext>
                  </a:extLst>
                </p14:cNvPr>
                <p14:cNvContentPartPr/>
                <p14:nvPr/>
              </p14:nvContentPartPr>
              <p14:xfrm>
                <a:off x="9158927" y="408622"/>
                <a:ext cx="83160" cy="39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2A83565-65C9-CD34-B799-EBF28BC778E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122927" y="372982"/>
                  <a:ext cx="1548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25E7DA8-91A1-6588-CEA9-28E7AD025A05}"/>
                    </a:ext>
                  </a:extLst>
                </p14:cNvPr>
                <p14:cNvContentPartPr/>
                <p14:nvPr/>
              </p14:nvContentPartPr>
              <p14:xfrm>
                <a:off x="9316247" y="318262"/>
                <a:ext cx="927360" cy="3834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25E7DA8-91A1-6588-CEA9-28E7AD025A0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280247" y="282622"/>
                  <a:ext cx="999000" cy="45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0380F55-33CA-E08A-A2C1-AC94850797D2}"/>
              </a:ext>
            </a:extLst>
          </p:cNvPr>
          <p:cNvGrpSpPr/>
          <p:nvPr/>
        </p:nvGrpSpPr>
        <p:grpSpPr>
          <a:xfrm>
            <a:off x="10615847" y="116302"/>
            <a:ext cx="1327320" cy="432000"/>
            <a:chOff x="10615847" y="116302"/>
            <a:chExt cx="1327320" cy="43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2D1BB88-BA53-9AB5-61ED-42FA5D93D5B8}"/>
                    </a:ext>
                  </a:extLst>
                </p14:cNvPr>
                <p14:cNvContentPartPr/>
                <p14:nvPr/>
              </p14:nvContentPartPr>
              <p14:xfrm>
                <a:off x="10615847" y="394582"/>
                <a:ext cx="330480" cy="1537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2D1BB88-BA53-9AB5-61ED-42FA5D93D5B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580207" y="358942"/>
                  <a:ext cx="4021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7AC4B88-BF03-0B05-B4C0-5A69B6299207}"/>
                    </a:ext>
                  </a:extLst>
                </p14:cNvPr>
                <p14:cNvContentPartPr/>
                <p14:nvPr/>
              </p14:nvContentPartPr>
              <p14:xfrm>
                <a:off x="11040287" y="375142"/>
                <a:ext cx="171720" cy="168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7AC4B88-BF03-0B05-B4C0-5A69B629920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004287" y="339142"/>
                  <a:ext cx="2433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465CC03-1469-B6B8-7E13-F113BC612FC2}"/>
                    </a:ext>
                  </a:extLst>
                </p14:cNvPr>
                <p14:cNvContentPartPr/>
                <p14:nvPr/>
              </p14:nvContentPartPr>
              <p14:xfrm>
                <a:off x="11274287" y="116302"/>
                <a:ext cx="143640" cy="414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465CC03-1469-B6B8-7E13-F113BC612FC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238287" y="80302"/>
                  <a:ext cx="21528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3CB6BCC-E48C-0319-040E-C3A5816265B0}"/>
                    </a:ext>
                  </a:extLst>
                </p14:cNvPr>
                <p14:cNvContentPartPr/>
                <p14:nvPr/>
              </p14:nvContentPartPr>
              <p14:xfrm>
                <a:off x="11431967" y="322582"/>
                <a:ext cx="511200" cy="1998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3CB6BCC-E48C-0319-040E-C3A5816265B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395967" y="286942"/>
                  <a:ext cx="5828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D8F03D4-C3FB-0E55-2D29-72E77EDF2B6A}"/>
                    </a:ext>
                  </a:extLst>
                </p14:cNvPr>
                <p14:cNvContentPartPr/>
                <p14:nvPr/>
              </p14:nvContentPartPr>
              <p14:xfrm>
                <a:off x="11162687" y="216382"/>
                <a:ext cx="411840" cy="802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D8F03D4-C3FB-0E55-2D29-72E77EDF2B6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127047" y="180742"/>
                  <a:ext cx="48348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D230346-A451-6145-6477-265436DEDAC1}"/>
              </a:ext>
            </a:extLst>
          </p:cNvPr>
          <p:cNvGrpSpPr/>
          <p:nvPr/>
        </p:nvGrpSpPr>
        <p:grpSpPr>
          <a:xfrm>
            <a:off x="7383767" y="829102"/>
            <a:ext cx="578160" cy="362880"/>
            <a:chOff x="7383767" y="829102"/>
            <a:chExt cx="578160" cy="36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6C7B1E7-A154-0E57-CF07-B221EC349EC3}"/>
                    </a:ext>
                  </a:extLst>
                </p14:cNvPr>
                <p14:cNvContentPartPr/>
                <p14:nvPr/>
              </p14:nvContentPartPr>
              <p14:xfrm>
                <a:off x="7415447" y="829102"/>
                <a:ext cx="147600" cy="3204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6C7B1E7-A154-0E57-CF07-B221EC349EC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379807" y="793102"/>
                  <a:ext cx="21924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872F6AB-3705-02F0-1D0B-19302EFB94C3}"/>
                    </a:ext>
                  </a:extLst>
                </p14:cNvPr>
                <p14:cNvContentPartPr/>
                <p14:nvPr/>
              </p14:nvContentPartPr>
              <p14:xfrm>
                <a:off x="7383767" y="1155982"/>
                <a:ext cx="281520" cy="360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872F6AB-3705-02F0-1D0B-19302EFB94C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347767" y="1120342"/>
                  <a:ext cx="3531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0232317-1F09-771A-F3CC-BF1E2D2672DE}"/>
                    </a:ext>
                  </a:extLst>
                </p14:cNvPr>
                <p14:cNvContentPartPr/>
                <p14:nvPr/>
              </p14:nvContentPartPr>
              <p14:xfrm>
                <a:off x="7758527" y="969862"/>
                <a:ext cx="203400" cy="2160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0232317-1F09-771A-F3CC-BF1E2D2672D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722527" y="933862"/>
                  <a:ext cx="275040" cy="28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9827B009-AFCB-DC74-C9A0-E7D1F9AB303A}"/>
                  </a:ext>
                </a:extLst>
              </p14:cNvPr>
              <p14:cNvContentPartPr/>
              <p14:nvPr/>
            </p14:nvContentPartPr>
            <p14:xfrm>
              <a:off x="8445407" y="983182"/>
              <a:ext cx="981360" cy="34488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9827B009-AFCB-DC74-C9A0-E7D1F9AB303A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8409407" y="947542"/>
                <a:ext cx="1053000" cy="41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3668342-EBFD-9AD6-961B-4C1D8B1C8D86}"/>
              </a:ext>
            </a:extLst>
          </p:cNvPr>
          <p:cNvGrpSpPr/>
          <p:nvPr/>
        </p:nvGrpSpPr>
        <p:grpSpPr>
          <a:xfrm>
            <a:off x="9818087" y="703102"/>
            <a:ext cx="1621440" cy="452520"/>
            <a:chOff x="9818087" y="703102"/>
            <a:chExt cx="1621440" cy="45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7300157-11EE-7C1C-B661-97851A5E875A}"/>
                    </a:ext>
                  </a:extLst>
                </p14:cNvPr>
                <p14:cNvContentPartPr/>
                <p14:nvPr/>
              </p14:nvContentPartPr>
              <p14:xfrm>
                <a:off x="9818087" y="984622"/>
                <a:ext cx="368280" cy="171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7300157-11EE-7C1C-B661-97851A5E875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782447" y="948982"/>
                  <a:ext cx="4399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C986F45-CC38-E07E-3B53-524FF38ACC5F}"/>
                    </a:ext>
                  </a:extLst>
                </p14:cNvPr>
                <p14:cNvContentPartPr/>
                <p14:nvPr/>
              </p14:nvContentPartPr>
              <p14:xfrm>
                <a:off x="10283567" y="977062"/>
                <a:ext cx="240480" cy="1699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C986F45-CC38-E07E-3B53-524FF38ACC5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247927" y="941062"/>
                  <a:ext cx="3121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BE74B70-557D-1077-C145-0D1BFAD91836}"/>
                    </a:ext>
                  </a:extLst>
                </p14:cNvPr>
                <p14:cNvContentPartPr/>
                <p14:nvPr/>
              </p14:nvContentPartPr>
              <p14:xfrm>
                <a:off x="10505327" y="703102"/>
                <a:ext cx="675000" cy="4309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BE74B70-557D-1077-C145-0D1BFAD9183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469687" y="667462"/>
                  <a:ext cx="74664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A4552EB-2574-96F9-C24B-3D3E376A4E05}"/>
                    </a:ext>
                  </a:extLst>
                </p14:cNvPr>
                <p14:cNvContentPartPr/>
                <p14:nvPr/>
              </p14:nvContentPartPr>
              <p14:xfrm>
                <a:off x="10287887" y="817582"/>
                <a:ext cx="241920" cy="367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A4552EB-2574-96F9-C24B-3D3E376A4E0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251887" y="781582"/>
                  <a:ext cx="3135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30AE07E-D77F-3CCD-0903-489195C082D3}"/>
                    </a:ext>
                  </a:extLst>
                </p14:cNvPr>
                <p14:cNvContentPartPr/>
                <p14:nvPr/>
              </p14:nvContentPartPr>
              <p14:xfrm>
                <a:off x="11414327" y="1059862"/>
                <a:ext cx="25200" cy="97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30AE07E-D77F-3CCD-0903-489195C082D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378687" y="1024222"/>
                  <a:ext cx="96840" cy="81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60347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76FD59A-3E78-2788-2865-240048BAFEC3}"/>
              </a:ext>
            </a:extLst>
          </p:cNvPr>
          <p:cNvSpPr txBox="1"/>
          <p:nvPr/>
        </p:nvSpPr>
        <p:spPr>
          <a:xfrm>
            <a:off x="422026" y="346619"/>
            <a:ext cx="10968083" cy="116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en-US" dirty="0">
                <a:solidFill>
                  <a:srgbClr val="444444"/>
                </a:solidFill>
                <a:latin typeface="Poppins" panose="00000500000000000000" pitchFamily="2" charset="0"/>
              </a:rPr>
              <a:t>Rank and nullity theorem</a:t>
            </a:r>
          </a:p>
          <a:p>
            <a:pPr>
              <a:buNone/>
            </a:pPr>
            <a:endParaRPr lang="en-US" b="0" i="0" dirty="0">
              <a:solidFill>
                <a:srgbClr val="444444"/>
              </a:solidFill>
              <a:effectLst/>
              <a:latin typeface="Poppins" panose="00000500000000000000" pitchFamily="2" charset="0"/>
            </a:endParaRPr>
          </a:p>
          <a:p>
            <a:pPr>
              <a:buNone/>
            </a:pPr>
            <a:r>
              <a:rPr lang="en-US" b="0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If A is a matrix of order m × n, then</a:t>
            </a:r>
            <a:endParaRPr lang="en-US" dirty="0"/>
          </a:p>
          <a:p>
            <a:pPr>
              <a:lnSpc>
                <a:spcPts val="1800"/>
              </a:lnSpc>
            </a:pPr>
            <a:r>
              <a:rPr lang="en-US" b="1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Rank of A + Nullity of A = Number of columns in A = n</a:t>
            </a:r>
            <a:endParaRPr lang="en-US" b="0" i="0" dirty="0">
              <a:solidFill>
                <a:srgbClr val="444444"/>
              </a:solidFill>
              <a:effectLst/>
              <a:latin typeface="Poppins" panose="00000500000000000000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BF7A22C-F131-C763-228D-CEBE49931A35}"/>
                  </a:ext>
                </a:extLst>
              </p14:cNvPr>
              <p14:cNvContentPartPr/>
              <p14:nvPr/>
            </p14:nvContentPartPr>
            <p14:xfrm>
              <a:off x="470687" y="708862"/>
              <a:ext cx="3066840" cy="55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BF7A22C-F131-C763-228D-CEBE49931A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2687" y="690862"/>
                <a:ext cx="310248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940CF9-CC74-A224-F728-209F1A8D2D8F}"/>
                  </a:ext>
                </a:extLst>
              </p14:cNvPr>
              <p14:cNvContentPartPr/>
              <p14:nvPr/>
            </p14:nvContentPartPr>
            <p14:xfrm>
              <a:off x="3146927" y="1258582"/>
              <a:ext cx="3600" cy="2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940CF9-CC74-A224-F728-209F1A8D2D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29287" y="1240942"/>
                <a:ext cx="3924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C6B44953-74ED-E532-674D-2FD871654329}"/>
              </a:ext>
            </a:extLst>
          </p:cNvPr>
          <p:cNvGrpSpPr/>
          <p:nvPr/>
        </p:nvGrpSpPr>
        <p:grpSpPr>
          <a:xfrm>
            <a:off x="498047" y="1515982"/>
            <a:ext cx="2558880" cy="93600"/>
            <a:chOff x="498047" y="1515982"/>
            <a:chExt cx="2558880" cy="9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BDBC01A-9594-D5FE-FE15-EDBFD06246D7}"/>
                    </a:ext>
                  </a:extLst>
                </p14:cNvPr>
                <p14:cNvContentPartPr/>
                <p14:nvPr/>
              </p14:nvContentPartPr>
              <p14:xfrm>
                <a:off x="498047" y="1515982"/>
                <a:ext cx="948960" cy="56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BDBC01A-9594-D5FE-FE15-EDBFD06246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80407" y="1497982"/>
                  <a:ext cx="9846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96CE113-6832-11F4-37E8-B2C5F8EBCFE9}"/>
                    </a:ext>
                  </a:extLst>
                </p14:cNvPr>
                <p14:cNvContentPartPr/>
                <p14:nvPr/>
              </p14:nvContentPartPr>
              <p14:xfrm>
                <a:off x="1957847" y="1535062"/>
                <a:ext cx="1099080" cy="74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96CE113-6832-11F4-37E8-B2C5F8EBCFE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40207" y="1517062"/>
                  <a:ext cx="1134720" cy="11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E9EDC4E-EE2F-241A-5C13-86102D606AB8}"/>
                  </a:ext>
                </a:extLst>
              </p14:cNvPr>
              <p14:cNvContentPartPr/>
              <p14:nvPr/>
            </p14:nvContentPartPr>
            <p14:xfrm>
              <a:off x="3569567" y="1557742"/>
              <a:ext cx="2757600" cy="7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E9EDC4E-EE2F-241A-5C13-86102D606AB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51567" y="1540102"/>
                <a:ext cx="27932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D7FF50A-2181-5BF2-8723-784D4BD40452}"/>
                  </a:ext>
                </a:extLst>
              </p14:cNvPr>
              <p14:cNvContentPartPr/>
              <p14:nvPr/>
            </p14:nvContentPartPr>
            <p14:xfrm>
              <a:off x="6530207" y="1535062"/>
              <a:ext cx="3600" cy="2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D7FF50A-2181-5BF2-8723-784D4BD404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12207" y="1517062"/>
                <a:ext cx="3924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2AC9DEC0-70AB-2A40-FBFB-1C32F859876D}"/>
              </a:ext>
            </a:extLst>
          </p:cNvPr>
          <p:cNvGrpSpPr/>
          <p:nvPr/>
        </p:nvGrpSpPr>
        <p:grpSpPr>
          <a:xfrm>
            <a:off x="588407" y="2136982"/>
            <a:ext cx="1911240" cy="404640"/>
            <a:chOff x="588407" y="2136982"/>
            <a:chExt cx="1911240" cy="40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A911247-22B9-896F-FB16-4BB37EA77890}"/>
                    </a:ext>
                  </a:extLst>
                </p14:cNvPr>
                <p14:cNvContentPartPr/>
                <p14:nvPr/>
              </p14:nvContentPartPr>
              <p14:xfrm>
                <a:off x="656447" y="2136982"/>
                <a:ext cx="275760" cy="258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A911247-22B9-896F-FB16-4BB37EA7789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38447" y="2118982"/>
                  <a:ext cx="3114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AB865D3-1BB9-B9D0-4209-ADFF8794FB38}"/>
                    </a:ext>
                  </a:extLst>
                </p14:cNvPr>
                <p14:cNvContentPartPr/>
                <p14:nvPr/>
              </p14:nvContentPartPr>
              <p14:xfrm>
                <a:off x="1272407" y="2282782"/>
                <a:ext cx="178200" cy="19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AB865D3-1BB9-B9D0-4209-ADFF8794FB3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54767" y="2265142"/>
                  <a:ext cx="2138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1E4A5C2-BBBD-106F-14B8-CDD7A4D0E7BF}"/>
                    </a:ext>
                  </a:extLst>
                </p14:cNvPr>
                <p14:cNvContentPartPr/>
                <p14:nvPr/>
              </p14:nvContentPartPr>
              <p14:xfrm>
                <a:off x="1339367" y="2238862"/>
                <a:ext cx="36000" cy="226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1E4A5C2-BBBD-106F-14B8-CDD7A4D0E7B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21367" y="2221222"/>
                  <a:ext cx="716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3BFA92F-13C1-7BC6-17C3-AA02DC3AB788}"/>
                    </a:ext>
                  </a:extLst>
                </p14:cNvPr>
                <p14:cNvContentPartPr/>
                <p14:nvPr/>
              </p14:nvContentPartPr>
              <p14:xfrm>
                <a:off x="1835087" y="2240662"/>
                <a:ext cx="193320" cy="178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3BFA92F-13C1-7BC6-17C3-AA02DC3AB78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17447" y="2223022"/>
                  <a:ext cx="2289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F9C4BF7-B740-CE50-1908-AC3452183C97}"/>
                    </a:ext>
                  </a:extLst>
                </p14:cNvPr>
                <p14:cNvContentPartPr/>
                <p14:nvPr/>
              </p14:nvContentPartPr>
              <p14:xfrm>
                <a:off x="2089607" y="2336062"/>
                <a:ext cx="176040" cy="12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F9C4BF7-B740-CE50-1908-AC3452183C9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71607" y="2318062"/>
                  <a:ext cx="2116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A6E9778-8CC1-BB85-CBD7-C216E751B736}"/>
                    </a:ext>
                  </a:extLst>
                </p14:cNvPr>
                <p14:cNvContentPartPr/>
                <p14:nvPr/>
              </p14:nvContentPartPr>
              <p14:xfrm>
                <a:off x="2314247" y="2196742"/>
                <a:ext cx="185400" cy="208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A6E9778-8CC1-BB85-CBD7-C216E751B73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96247" y="2178742"/>
                  <a:ext cx="2210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03963C2-CE2D-12D0-8F0E-FACDDB9782C3}"/>
                    </a:ext>
                  </a:extLst>
                </p14:cNvPr>
                <p14:cNvContentPartPr/>
                <p14:nvPr/>
              </p14:nvContentPartPr>
              <p14:xfrm>
                <a:off x="588407" y="2492302"/>
                <a:ext cx="11520" cy="2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03963C2-CE2D-12D0-8F0E-FACDDB9782C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70407" y="2474662"/>
                  <a:ext cx="471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3ECFF36-7143-5364-1CC5-31F987BAC9D2}"/>
                    </a:ext>
                  </a:extLst>
                </p14:cNvPr>
                <p14:cNvContentPartPr/>
                <p14:nvPr/>
              </p14:nvContentPartPr>
              <p14:xfrm>
                <a:off x="1509287" y="2540542"/>
                <a:ext cx="4680" cy="1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3ECFF36-7143-5364-1CC5-31F987BAC9D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491287" y="2522902"/>
                  <a:ext cx="403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2076721-21A8-8E06-72BD-20FDDE10942A}"/>
                    </a:ext>
                  </a:extLst>
                </p14:cNvPr>
                <p14:cNvContentPartPr/>
                <p14:nvPr/>
              </p14:nvContentPartPr>
              <p14:xfrm>
                <a:off x="2152607" y="2494822"/>
                <a:ext cx="1224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2076721-21A8-8E06-72BD-20FDDE10942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34607" y="2477182"/>
                  <a:ext cx="478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F1F9027-8C3F-2BBE-7C64-4AA2BFEAD3C9}"/>
              </a:ext>
            </a:extLst>
          </p:cNvPr>
          <p:cNvGrpSpPr/>
          <p:nvPr/>
        </p:nvGrpSpPr>
        <p:grpSpPr>
          <a:xfrm>
            <a:off x="2982767" y="2253622"/>
            <a:ext cx="705240" cy="188640"/>
            <a:chOff x="2982767" y="2253622"/>
            <a:chExt cx="705240" cy="18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6C35A9F-F7F7-4BFD-0978-FF260BC715B1}"/>
                    </a:ext>
                  </a:extLst>
                </p14:cNvPr>
                <p14:cNvContentPartPr/>
                <p14:nvPr/>
              </p14:nvContentPartPr>
              <p14:xfrm>
                <a:off x="2982767" y="2358382"/>
                <a:ext cx="103320" cy="10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6C35A9F-F7F7-4BFD-0978-FF260BC715B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65127" y="2340382"/>
                  <a:ext cx="138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ED389F4-E9C2-44C6-9026-4727E87C6821}"/>
                    </a:ext>
                  </a:extLst>
                </p14:cNvPr>
                <p14:cNvContentPartPr/>
                <p14:nvPr/>
              </p14:nvContentPartPr>
              <p14:xfrm>
                <a:off x="3024527" y="2404102"/>
                <a:ext cx="135720" cy="38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ED389F4-E9C2-44C6-9026-4727E87C682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006887" y="2386102"/>
                  <a:ext cx="1713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77C5E4C-800D-1CAC-2DFC-29F8699A52A8}"/>
                    </a:ext>
                  </a:extLst>
                </p14:cNvPr>
                <p14:cNvContentPartPr/>
                <p14:nvPr/>
              </p14:nvContentPartPr>
              <p14:xfrm>
                <a:off x="3418367" y="2253622"/>
                <a:ext cx="269640" cy="160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77C5E4C-800D-1CAC-2DFC-29F8699A52A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00367" y="2235982"/>
                  <a:ext cx="30528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3474255-AB79-23C9-0380-D1D42A1DE5C2}"/>
              </a:ext>
            </a:extLst>
          </p:cNvPr>
          <p:cNvGrpSpPr/>
          <p:nvPr/>
        </p:nvGrpSpPr>
        <p:grpSpPr>
          <a:xfrm>
            <a:off x="1814567" y="2599582"/>
            <a:ext cx="693720" cy="88200"/>
            <a:chOff x="1814567" y="2599582"/>
            <a:chExt cx="693720" cy="8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3EAAB97-BA57-80F5-A43B-932DAF7D6542}"/>
                    </a:ext>
                  </a:extLst>
                </p14:cNvPr>
                <p14:cNvContentPartPr/>
                <p14:nvPr/>
              </p14:nvContentPartPr>
              <p14:xfrm>
                <a:off x="1814567" y="2599582"/>
                <a:ext cx="617040" cy="34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3EAAB97-BA57-80F5-A43B-932DAF7D654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796927" y="2581582"/>
                  <a:ext cx="6526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B2C828A-3763-68FD-98DD-FB69EC2D9DDC}"/>
                    </a:ext>
                  </a:extLst>
                </p14:cNvPr>
                <p14:cNvContentPartPr/>
                <p14:nvPr/>
              </p14:nvContentPartPr>
              <p14:xfrm>
                <a:off x="1916087" y="2646022"/>
                <a:ext cx="592200" cy="41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B2C828A-3763-68FD-98DD-FB69EC2D9DD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898087" y="2628022"/>
                  <a:ext cx="62784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F16807C-15F8-474E-EDCD-22DC3E047D69}"/>
              </a:ext>
            </a:extLst>
          </p:cNvPr>
          <p:cNvGrpSpPr/>
          <p:nvPr/>
        </p:nvGrpSpPr>
        <p:grpSpPr>
          <a:xfrm>
            <a:off x="747167" y="1575742"/>
            <a:ext cx="35640" cy="20880"/>
            <a:chOff x="747167" y="1575742"/>
            <a:chExt cx="35640" cy="2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4BC89A1-84F7-C8F4-16D5-802B800317EF}"/>
                    </a:ext>
                  </a:extLst>
                </p14:cNvPr>
                <p14:cNvContentPartPr/>
                <p14:nvPr/>
              </p14:nvContentPartPr>
              <p14:xfrm>
                <a:off x="747167" y="1575742"/>
                <a:ext cx="6480" cy="7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4BC89A1-84F7-C8F4-16D5-802B800317E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29527" y="1558102"/>
                  <a:ext cx="421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D99E53A-CFEC-840D-BA44-58510350CF13}"/>
                    </a:ext>
                  </a:extLst>
                </p14:cNvPr>
                <p14:cNvContentPartPr/>
                <p14:nvPr/>
              </p14:nvContentPartPr>
              <p14:xfrm>
                <a:off x="748967" y="1581502"/>
                <a:ext cx="4680" cy="8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D99E53A-CFEC-840D-BA44-58510350CF1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31327" y="1563502"/>
                  <a:ext cx="403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9A72222-5757-D555-6AC1-E4CB1073FBF1}"/>
                    </a:ext>
                  </a:extLst>
                </p14:cNvPr>
                <p14:cNvContentPartPr/>
                <p14:nvPr/>
              </p14:nvContentPartPr>
              <p14:xfrm>
                <a:off x="778487" y="1588702"/>
                <a:ext cx="4320" cy="7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9A72222-5757-D555-6AC1-E4CB1073FBF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60847" y="1571062"/>
                  <a:ext cx="39960" cy="4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73735C7-1BE1-A053-FF16-5644C7E363FC}"/>
                  </a:ext>
                </a:extLst>
              </p14:cNvPr>
              <p14:cNvContentPartPr/>
              <p14:nvPr/>
            </p14:nvContentPartPr>
            <p14:xfrm>
              <a:off x="769847" y="2517142"/>
              <a:ext cx="9000" cy="122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73735C7-1BE1-A053-FF16-5644C7E363FC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51847" y="2499502"/>
                <a:ext cx="446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097F0E1-7BEF-E9D7-2C63-D19BD58D6418}"/>
                  </a:ext>
                </a:extLst>
              </p14:cNvPr>
              <p14:cNvContentPartPr/>
              <p14:nvPr/>
            </p14:nvContentPartPr>
            <p14:xfrm>
              <a:off x="9178007" y="1073182"/>
              <a:ext cx="12600" cy="306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097F0E1-7BEF-E9D7-2C63-D19BD58D6418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160507" y="1055182"/>
                <a:ext cx="4725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B40D6F4-9FD7-9397-A844-A6C0F92D420F}"/>
                  </a:ext>
                </a:extLst>
              </p14:cNvPr>
              <p14:cNvContentPartPr/>
              <p14:nvPr/>
            </p14:nvContentPartPr>
            <p14:xfrm>
              <a:off x="10664807" y="922702"/>
              <a:ext cx="25200" cy="14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B40D6F4-9FD7-9397-A844-A6C0F92D420F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646546" y="904702"/>
                <a:ext cx="61357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D048F91-B02C-323A-7DC8-007754C6344B}"/>
                  </a:ext>
                </a:extLst>
              </p14:cNvPr>
              <p14:cNvContentPartPr/>
              <p14:nvPr/>
            </p14:nvContentPartPr>
            <p14:xfrm>
              <a:off x="2200127" y="1484302"/>
              <a:ext cx="8280" cy="28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D048F91-B02C-323A-7DC8-007754C6344B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182127" y="1466662"/>
                <a:ext cx="439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F2BFB13-E90A-280A-42A5-BDF8FEBCDFA4}"/>
                  </a:ext>
                </a:extLst>
              </p14:cNvPr>
              <p14:cNvContentPartPr/>
              <p14:nvPr/>
            </p14:nvContentPartPr>
            <p14:xfrm>
              <a:off x="5471807" y="1615342"/>
              <a:ext cx="16920" cy="36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F2BFB13-E90A-280A-42A5-BDF8FEBCDFA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454167" y="1597702"/>
                <a:ext cx="525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24BA28C-C830-64AF-42F9-9EC43C7B4D97}"/>
                  </a:ext>
                </a:extLst>
              </p14:cNvPr>
              <p14:cNvContentPartPr/>
              <p14:nvPr/>
            </p14:nvContentPartPr>
            <p14:xfrm>
              <a:off x="6474047" y="1479262"/>
              <a:ext cx="9720" cy="338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24BA28C-C830-64AF-42F9-9EC43C7B4D9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456047" y="1461622"/>
                <a:ext cx="4536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76FDB84-0F7A-8E93-4D08-63D85CD531EA}"/>
                  </a:ext>
                </a:extLst>
              </p14:cNvPr>
              <p14:cNvContentPartPr/>
              <p14:nvPr/>
            </p14:nvContentPartPr>
            <p14:xfrm>
              <a:off x="6857807" y="1436782"/>
              <a:ext cx="5760" cy="10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76FDB84-0F7A-8E93-4D08-63D85CD531E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840167" y="1418782"/>
                <a:ext cx="414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63D9CF5-9D75-3C0F-6D74-214B3D64221E}"/>
                  </a:ext>
                </a:extLst>
              </p14:cNvPr>
              <p14:cNvContentPartPr/>
              <p14:nvPr/>
            </p14:nvContentPartPr>
            <p14:xfrm>
              <a:off x="846887" y="1506262"/>
              <a:ext cx="12600" cy="6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63D9CF5-9D75-3C0F-6D74-214B3D64221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11247" y="1470262"/>
                <a:ext cx="84240" cy="7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D3E4662A-B928-CD4B-9FA3-7B4AD79A0F53}"/>
              </a:ext>
            </a:extLst>
          </p:cNvPr>
          <p:cNvGrpSpPr/>
          <p:nvPr/>
        </p:nvGrpSpPr>
        <p:grpSpPr>
          <a:xfrm>
            <a:off x="2992847" y="1424182"/>
            <a:ext cx="36360" cy="39240"/>
            <a:chOff x="2992847" y="1424182"/>
            <a:chExt cx="36360" cy="3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EBCFB31-4D1C-04FB-B6A1-328DA2AB10C2}"/>
                    </a:ext>
                  </a:extLst>
                </p14:cNvPr>
                <p14:cNvContentPartPr/>
                <p14:nvPr/>
              </p14:nvContentPartPr>
              <p14:xfrm>
                <a:off x="2992847" y="1424182"/>
                <a:ext cx="3960" cy="1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EBCFB31-4D1C-04FB-B6A1-328DA2AB10C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57207" y="1388542"/>
                  <a:ext cx="756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A6E4AE7-7E7E-F52B-D94E-268525364113}"/>
                    </a:ext>
                  </a:extLst>
                </p14:cNvPr>
                <p14:cNvContentPartPr/>
                <p14:nvPr/>
              </p14:nvContentPartPr>
              <p14:xfrm>
                <a:off x="3025607" y="1457662"/>
                <a:ext cx="3600" cy="5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A6E4AE7-7E7E-F52B-D94E-26852536411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989967" y="1422022"/>
                  <a:ext cx="75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52D84FE-4466-319F-72B0-45EF0176B5E5}"/>
                    </a:ext>
                  </a:extLst>
                </p14:cNvPr>
                <p14:cNvContentPartPr/>
                <p14:nvPr/>
              </p14:nvContentPartPr>
              <p14:xfrm>
                <a:off x="3028127" y="1457662"/>
                <a:ext cx="36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52D84FE-4466-319F-72B0-45EF0176B5E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992487" y="1422022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A201B23-E96D-1E69-3FD9-092B20555008}"/>
              </a:ext>
            </a:extLst>
          </p:cNvPr>
          <p:cNvGrpSpPr/>
          <p:nvPr/>
        </p:nvGrpSpPr>
        <p:grpSpPr>
          <a:xfrm>
            <a:off x="850487" y="1486102"/>
            <a:ext cx="2160" cy="12240"/>
            <a:chOff x="850487" y="1486102"/>
            <a:chExt cx="2160" cy="1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F317D8E-1D59-A98D-A64F-ECC5E7B362F1}"/>
                    </a:ext>
                  </a:extLst>
                </p14:cNvPr>
                <p14:cNvContentPartPr/>
                <p14:nvPr/>
              </p14:nvContentPartPr>
              <p14:xfrm>
                <a:off x="850487" y="1497982"/>
                <a:ext cx="360" cy="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F317D8E-1D59-A98D-A64F-ECC5E7B362F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14847" y="1461982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8CA8065-337C-F8F0-0714-E15874C243C2}"/>
                    </a:ext>
                  </a:extLst>
                </p14:cNvPr>
                <p14:cNvContentPartPr/>
                <p14:nvPr/>
              </p14:nvContentPartPr>
              <p14:xfrm>
                <a:off x="851567" y="1486102"/>
                <a:ext cx="1080" cy="5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8CA8065-337C-F8F0-0714-E15874C243C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15927" y="1450462"/>
                  <a:ext cx="7272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D9958C0-100C-F07B-FDB6-2945EF82288E}"/>
                  </a:ext>
                </a:extLst>
              </p14:cNvPr>
              <p14:cNvContentPartPr/>
              <p14:nvPr/>
            </p14:nvContentPartPr>
            <p14:xfrm>
              <a:off x="818447" y="2493022"/>
              <a:ext cx="360" cy="3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D9958C0-100C-F07B-FDB6-2945EF82288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82447" y="2457382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E9EAA288-E30D-3A64-3D85-A9C329A4CFFA}"/>
                  </a:ext>
                </a:extLst>
              </p14:cNvPr>
              <p14:cNvContentPartPr/>
              <p14:nvPr/>
            </p14:nvContentPartPr>
            <p14:xfrm>
              <a:off x="2258807" y="1491142"/>
              <a:ext cx="360" cy="3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E9EAA288-E30D-3A64-3D85-A9C329A4CFF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223167" y="1455142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08C89F2-6E93-AFCD-64C6-1F8CD04A47CE}"/>
                  </a:ext>
                </a:extLst>
              </p14:cNvPr>
              <p14:cNvContentPartPr/>
              <p14:nvPr/>
            </p14:nvContentPartPr>
            <p14:xfrm>
              <a:off x="1952087" y="2728822"/>
              <a:ext cx="1440" cy="72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08C89F2-6E93-AFCD-64C6-1F8CD04A47C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916087" y="2692822"/>
                <a:ext cx="730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83DA8D6-FF85-A7BD-2284-C843072AB4D9}"/>
                  </a:ext>
                </a:extLst>
              </p14:cNvPr>
              <p14:cNvContentPartPr/>
              <p14:nvPr/>
            </p14:nvContentPartPr>
            <p14:xfrm>
              <a:off x="2402807" y="2653222"/>
              <a:ext cx="12240" cy="25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83DA8D6-FF85-A7BD-2284-C843072AB4D9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367167" y="2617222"/>
                <a:ext cx="8388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516B8F1-3FEE-5F8B-5DEE-27DFD1CB6888}"/>
                  </a:ext>
                </a:extLst>
              </p14:cNvPr>
              <p14:cNvContentPartPr/>
              <p14:nvPr/>
            </p14:nvContentPartPr>
            <p14:xfrm>
              <a:off x="300767" y="2591302"/>
              <a:ext cx="4680" cy="28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516B8F1-3FEE-5F8B-5DEE-27DFD1CB6888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64767" y="2555662"/>
                <a:ext cx="763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FDCE916-73F5-73F3-FCF4-CE2DA045CA58}"/>
                  </a:ext>
                </a:extLst>
              </p14:cNvPr>
              <p14:cNvContentPartPr/>
              <p14:nvPr/>
            </p14:nvContentPartPr>
            <p14:xfrm>
              <a:off x="2618087" y="1483582"/>
              <a:ext cx="360" cy="3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FDCE916-73F5-73F3-FCF4-CE2DA045CA5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582447" y="1447942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413B821-7718-C39E-A91C-DD04141624B1}"/>
                  </a:ext>
                </a:extLst>
              </p14:cNvPr>
              <p14:cNvContentPartPr/>
              <p14:nvPr/>
            </p14:nvContentPartPr>
            <p14:xfrm>
              <a:off x="3915887" y="1414462"/>
              <a:ext cx="3960" cy="14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413B821-7718-C39E-A91C-DD04141624B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879887" y="1378462"/>
                <a:ext cx="75600" cy="7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7075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418D79-EE90-B40B-A9EF-F732081FAE60}"/>
              </a:ext>
            </a:extLst>
          </p:cNvPr>
          <p:cNvSpPr txBox="1"/>
          <p:nvPr/>
        </p:nvSpPr>
        <p:spPr>
          <a:xfrm>
            <a:off x="1018727" y="309953"/>
            <a:ext cx="946925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Important Facts on Rank and Nullity</a:t>
            </a:r>
          </a:p>
          <a:p>
            <a:pPr algn="l"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rank of an invertible matrix is equal to the order of the matrix, and its nullity is equal to zero.</a:t>
            </a:r>
          </a:p>
          <a:p>
            <a:pPr algn="l"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Rank is the number of leading column or non-zero row vectors of row-reduced echelon form of the given matrix, and the number of zero columns is the nullity.</a:t>
            </a:r>
          </a:p>
          <a:p>
            <a:pPr algn="l"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nullity of a matrix is the dimension of the null space of A, also called the kernel of A.</a:t>
            </a:r>
          </a:p>
          <a:p>
            <a:pPr algn="l"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A is an invertible matrix, then null space (A) = {0}.</a:t>
            </a:r>
          </a:p>
          <a:p>
            <a:pPr algn="l"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rank of a matrix is the number of non-zero eigenvalues of the matrix, and the number of zero eigenvalues determines the nullity of the matrix.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50A6303-4860-82D4-BB52-1393A12A31D1}"/>
                  </a:ext>
                </a:extLst>
              </p14:cNvPr>
              <p14:cNvContentPartPr/>
              <p14:nvPr/>
            </p14:nvContentPartPr>
            <p14:xfrm>
              <a:off x="3959807" y="1211062"/>
              <a:ext cx="2880" cy="2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50A6303-4860-82D4-BB52-1393A12A31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41807" y="1193062"/>
                <a:ext cx="385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50D4DCD-7024-33F8-B9E3-0AE4AC090E04}"/>
                  </a:ext>
                </a:extLst>
              </p14:cNvPr>
              <p14:cNvContentPartPr/>
              <p14:nvPr/>
            </p14:nvContentPartPr>
            <p14:xfrm>
              <a:off x="5789327" y="1215382"/>
              <a:ext cx="7200" cy="28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50D4DCD-7024-33F8-B9E3-0AE4AC090E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71327" y="1197382"/>
                <a:ext cx="428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100E640-E52C-B004-B767-849792A53248}"/>
                  </a:ext>
                </a:extLst>
              </p14:cNvPr>
              <p14:cNvContentPartPr/>
              <p14:nvPr/>
            </p14:nvContentPartPr>
            <p14:xfrm>
              <a:off x="6690407" y="1068142"/>
              <a:ext cx="3600" cy="295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100E640-E52C-B004-B767-849792A5324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72407" y="1050142"/>
                <a:ext cx="3924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D53BBD0-49EB-FAFE-27AF-B6A8CC356372}"/>
                  </a:ext>
                </a:extLst>
              </p14:cNvPr>
              <p14:cNvContentPartPr/>
              <p14:nvPr/>
            </p14:nvContentPartPr>
            <p14:xfrm>
              <a:off x="1308047" y="1139782"/>
              <a:ext cx="3967920" cy="82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D53BBD0-49EB-FAFE-27AF-B6A8CC35637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90407" y="1122142"/>
                <a:ext cx="4003560" cy="11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ED7F5FC8-7FF8-3F61-B44A-1971A7085E9A}"/>
              </a:ext>
            </a:extLst>
          </p:cNvPr>
          <p:cNvGrpSpPr/>
          <p:nvPr/>
        </p:nvGrpSpPr>
        <p:grpSpPr>
          <a:xfrm>
            <a:off x="7068407" y="1141582"/>
            <a:ext cx="2385720" cy="64440"/>
            <a:chOff x="7068407" y="1141582"/>
            <a:chExt cx="2385720" cy="6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FD4E827-68F7-FA41-3B02-337B5316B24A}"/>
                    </a:ext>
                  </a:extLst>
                </p14:cNvPr>
                <p14:cNvContentPartPr/>
                <p14:nvPr/>
              </p14:nvContentPartPr>
              <p14:xfrm>
                <a:off x="7924127" y="1171822"/>
                <a:ext cx="23760" cy="5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FD4E827-68F7-FA41-3B02-337B5316B24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906487" y="1154182"/>
                  <a:ext cx="594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09C15DF-FE06-4962-6FA9-311116BFCCB5}"/>
                    </a:ext>
                  </a:extLst>
                </p14:cNvPr>
                <p14:cNvContentPartPr/>
                <p14:nvPr/>
              </p14:nvContentPartPr>
              <p14:xfrm>
                <a:off x="9421007" y="1181542"/>
                <a:ext cx="33120" cy="24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09C15DF-FE06-4962-6FA9-311116BFCCB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03367" y="1163542"/>
                  <a:ext cx="687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FC950A1-1E70-ACAE-018E-40223E22E697}"/>
                    </a:ext>
                  </a:extLst>
                </p14:cNvPr>
                <p14:cNvContentPartPr/>
                <p14:nvPr/>
              </p14:nvContentPartPr>
              <p14:xfrm>
                <a:off x="7068407" y="1141582"/>
                <a:ext cx="2204280" cy="64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FC950A1-1E70-ACAE-018E-40223E22E69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50407" y="1123942"/>
                  <a:ext cx="2239920" cy="10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B0044D6-AFB1-CF69-DBAF-D8BC52C36C75}"/>
                  </a:ext>
                </a:extLst>
              </p14:cNvPr>
              <p14:cNvContentPartPr/>
              <p14:nvPr/>
            </p14:nvContentPartPr>
            <p14:xfrm>
              <a:off x="1155407" y="1455862"/>
              <a:ext cx="2568960" cy="1126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B0044D6-AFB1-CF69-DBAF-D8BC52C36C7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37767" y="1438222"/>
                <a:ext cx="260460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F281D1D-7C18-FD6B-02D7-9157A708F618}"/>
                  </a:ext>
                </a:extLst>
              </p14:cNvPr>
              <p14:cNvContentPartPr/>
              <p14:nvPr/>
            </p14:nvContentPartPr>
            <p14:xfrm>
              <a:off x="3842087" y="2057782"/>
              <a:ext cx="4680" cy="54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F281D1D-7C18-FD6B-02D7-9157A708F6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24447" y="2039782"/>
                <a:ext cx="403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8BC1B78-0FB6-9479-5195-55E4E9099DEE}"/>
                  </a:ext>
                </a:extLst>
              </p14:cNvPr>
              <p14:cNvContentPartPr/>
              <p14:nvPr/>
            </p14:nvContentPartPr>
            <p14:xfrm>
              <a:off x="5032967" y="1923502"/>
              <a:ext cx="4680" cy="14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8BC1B78-0FB6-9479-5195-55E4E9099D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14967" y="1905502"/>
                <a:ext cx="403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237A85B-66AC-9178-72BD-B8FDD3249006}"/>
                  </a:ext>
                </a:extLst>
              </p14:cNvPr>
              <p14:cNvContentPartPr/>
              <p14:nvPr/>
            </p14:nvContentPartPr>
            <p14:xfrm>
              <a:off x="1231367" y="1912342"/>
              <a:ext cx="5675040" cy="1058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237A85B-66AC-9178-72BD-B8FDD324900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213727" y="1894342"/>
                <a:ext cx="571068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1867D88-CBD1-3EA1-7AD1-172046BE64E0}"/>
                  </a:ext>
                </a:extLst>
              </p14:cNvPr>
              <p14:cNvContentPartPr/>
              <p14:nvPr/>
            </p14:nvContentPartPr>
            <p14:xfrm>
              <a:off x="3124247" y="1747102"/>
              <a:ext cx="6480" cy="46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1867D88-CBD1-3EA1-7AD1-172046BE64E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06247" y="1729462"/>
                <a:ext cx="4212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10662E75-2DEE-B39A-48B2-766C560799F8}"/>
              </a:ext>
            </a:extLst>
          </p:cNvPr>
          <p:cNvGrpSpPr/>
          <p:nvPr/>
        </p:nvGrpSpPr>
        <p:grpSpPr>
          <a:xfrm>
            <a:off x="5948087" y="1852942"/>
            <a:ext cx="3792600" cy="182160"/>
            <a:chOff x="5948087" y="1852942"/>
            <a:chExt cx="3792600" cy="1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D2715D5-0FBA-C330-6522-A39AFA2C6258}"/>
                    </a:ext>
                  </a:extLst>
                </p14:cNvPr>
                <p14:cNvContentPartPr/>
                <p14:nvPr/>
              </p14:nvContentPartPr>
              <p14:xfrm>
                <a:off x="9505247" y="1941502"/>
                <a:ext cx="14760" cy="2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D2715D5-0FBA-C330-6522-A39AFA2C625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487247" y="1923502"/>
                  <a:ext cx="504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0BB01A5-A56F-7ED5-8AFD-8B9C90004CC9}"/>
                    </a:ext>
                  </a:extLst>
                </p14:cNvPr>
                <p14:cNvContentPartPr/>
                <p14:nvPr/>
              </p14:nvContentPartPr>
              <p14:xfrm>
                <a:off x="5948087" y="1971742"/>
                <a:ext cx="3600" cy="6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0BB01A5-A56F-7ED5-8AFD-8B9C90004CC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930447" y="1953742"/>
                  <a:ext cx="392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104E21C-0E98-7AC6-AA1A-DEA6B7E5036A}"/>
                    </a:ext>
                  </a:extLst>
                </p14:cNvPr>
                <p14:cNvContentPartPr/>
                <p14:nvPr/>
              </p14:nvContentPartPr>
              <p14:xfrm>
                <a:off x="6667007" y="1953022"/>
                <a:ext cx="3600" cy="1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104E21C-0E98-7AC6-AA1A-DEA6B7E5036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49007" y="1935382"/>
                  <a:ext cx="39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FA82779-886B-6EE4-B0A4-354631ACBF08}"/>
                    </a:ext>
                  </a:extLst>
                </p14:cNvPr>
                <p14:cNvContentPartPr/>
                <p14:nvPr/>
              </p14:nvContentPartPr>
              <p14:xfrm>
                <a:off x="7250207" y="2034742"/>
                <a:ext cx="360" cy="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FA82779-886B-6EE4-B0A4-354631ACBF0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32207" y="20171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E9F34C9-3864-F16D-F50C-DA77CD63BC79}"/>
                    </a:ext>
                  </a:extLst>
                </p14:cNvPr>
                <p14:cNvContentPartPr/>
                <p14:nvPr/>
              </p14:nvContentPartPr>
              <p14:xfrm>
                <a:off x="7946447" y="1977142"/>
                <a:ext cx="7560" cy="6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E9F34C9-3864-F16D-F50C-DA77CD63BC7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928807" y="1959142"/>
                  <a:ext cx="432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EB0369D-2490-24A0-2CE0-3740DE7E468C}"/>
                    </a:ext>
                  </a:extLst>
                </p14:cNvPr>
                <p14:cNvContentPartPr/>
                <p14:nvPr/>
              </p14:nvContentPartPr>
              <p14:xfrm>
                <a:off x="6216647" y="1852942"/>
                <a:ext cx="3524040" cy="155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EB0369D-2490-24A0-2CE0-3740DE7E468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99007" y="1835302"/>
                  <a:ext cx="3559680" cy="19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5948C36A-0008-1B9A-93C2-BE0C22040775}"/>
                  </a:ext>
                </a:extLst>
              </p14:cNvPr>
              <p14:cNvContentPartPr/>
              <p14:nvPr/>
            </p14:nvContentPartPr>
            <p14:xfrm>
              <a:off x="1183127" y="2248942"/>
              <a:ext cx="4878000" cy="9612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5948C36A-0008-1B9A-93C2-BE0C2204077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65487" y="2230942"/>
                <a:ext cx="491364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4103202-27C9-FEB3-A6DE-C5C6AD65AEC4}"/>
                  </a:ext>
                </a:extLst>
              </p14:cNvPr>
              <p14:cNvContentPartPr/>
              <p14:nvPr/>
            </p14:nvContentPartPr>
            <p14:xfrm>
              <a:off x="1610447" y="2644582"/>
              <a:ext cx="1006200" cy="442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4103202-27C9-FEB3-A6DE-C5C6AD65AEC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592807" y="2626942"/>
                <a:ext cx="104184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87B449F7-B9B7-4904-00A1-F0F2EAC8FB70}"/>
                  </a:ext>
                </a:extLst>
              </p14:cNvPr>
              <p14:cNvContentPartPr/>
              <p14:nvPr/>
            </p14:nvContentPartPr>
            <p14:xfrm>
              <a:off x="7376207" y="2256862"/>
              <a:ext cx="3043800" cy="331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87B449F7-B9B7-4904-00A1-F0F2EAC8FB7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358567" y="2238862"/>
                <a:ext cx="3079440" cy="6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73FCFF97-756C-2D74-1A75-995819817B76}"/>
              </a:ext>
            </a:extLst>
          </p:cNvPr>
          <p:cNvGrpSpPr/>
          <p:nvPr/>
        </p:nvGrpSpPr>
        <p:grpSpPr>
          <a:xfrm>
            <a:off x="4963487" y="3064702"/>
            <a:ext cx="3702240" cy="136440"/>
            <a:chOff x="4963487" y="3064702"/>
            <a:chExt cx="3702240" cy="13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05B196F-1DC6-276F-EB36-A1026DA0F71F}"/>
                    </a:ext>
                  </a:extLst>
                </p14:cNvPr>
                <p14:cNvContentPartPr/>
                <p14:nvPr/>
              </p14:nvContentPartPr>
              <p14:xfrm>
                <a:off x="4971407" y="3085582"/>
                <a:ext cx="360" cy="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05B196F-1DC6-276F-EB36-A1026DA0F71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53767" y="30679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A77DB9C-DD6D-BE84-C463-45E903AD440F}"/>
                    </a:ext>
                  </a:extLst>
                </p14:cNvPr>
                <p14:cNvContentPartPr/>
                <p14:nvPr/>
              </p14:nvContentPartPr>
              <p14:xfrm>
                <a:off x="4963487" y="3064702"/>
                <a:ext cx="3702240" cy="136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A77DB9C-DD6D-BE84-C463-45E903AD440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945847" y="3046702"/>
                  <a:ext cx="3737880" cy="17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7FAEC06-9217-C602-1A85-46A40DD7349A}"/>
                  </a:ext>
                </a:extLst>
              </p14:cNvPr>
              <p14:cNvContentPartPr/>
              <p14:nvPr/>
            </p14:nvContentPartPr>
            <p14:xfrm>
              <a:off x="1573007" y="3446662"/>
              <a:ext cx="1477440" cy="399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7FAEC06-9217-C602-1A85-46A40DD7349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555007" y="3429022"/>
                <a:ext cx="15130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AC11DB9-8526-ACCC-8017-6231E1D0ED94}"/>
                  </a:ext>
                </a:extLst>
              </p14:cNvPr>
              <p14:cNvContentPartPr/>
              <p14:nvPr/>
            </p14:nvContentPartPr>
            <p14:xfrm>
              <a:off x="3285527" y="1117462"/>
              <a:ext cx="2880" cy="21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AC11DB9-8526-ACCC-8017-6231E1D0ED94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267887" y="1099822"/>
                <a:ext cx="38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860624AC-7B52-120F-D836-DBE930091289}"/>
                  </a:ext>
                </a:extLst>
              </p14:cNvPr>
              <p14:cNvContentPartPr/>
              <p14:nvPr/>
            </p14:nvContentPartPr>
            <p14:xfrm>
              <a:off x="1791167" y="1513462"/>
              <a:ext cx="3600" cy="14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860624AC-7B52-120F-D836-DBE93009128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773527" y="1495462"/>
                <a:ext cx="392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83D646BD-AF64-E82F-75DC-B4C5A8F520E2}"/>
                  </a:ext>
                </a:extLst>
              </p14:cNvPr>
              <p14:cNvContentPartPr/>
              <p14:nvPr/>
            </p14:nvContentPartPr>
            <p14:xfrm>
              <a:off x="3120647" y="1479262"/>
              <a:ext cx="10080" cy="97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83D646BD-AF64-E82F-75DC-B4C5A8F520E2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102647" y="1461622"/>
                <a:ext cx="457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0DA43A8C-9AE3-4A6A-C637-D94C4D11773F}"/>
                  </a:ext>
                </a:extLst>
              </p14:cNvPr>
              <p14:cNvContentPartPr/>
              <p14:nvPr/>
            </p14:nvContentPartPr>
            <p14:xfrm>
              <a:off x="3479567" y="4267462"/>
              <a:ext cx="2880" cy="100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0DA43A8C-9AE3-4A6A-C637-D94C4D11773F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461927" y="4249822"/>
                <a:ext cx="385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0C77FE0-CAC0-9352-65E0-F02E16A17B5A}"/>
                  </a:ext>
                </a:extLst>
              </p14:cNvPr>
              <p14:cNvContentPartPr/>
              <p14:nvPr/>
            </p14:nvContentPartPr>
            <p14:xfrm>
              <a:off x="4928927" y="4297702"/>
              <a:ext cx="7920" cy="36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0C77FE0-CAC0-9352-65E0-F02E16A17B5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910927" y="4280062"/>
                <a:ext cx="435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7DDF2BD-96FC-C8C8-74FF-E4F644C24D93}"/>
                  </a:ext>
                </a:extLst>
              </p14:cNvPr>
              <p14:cNvContentPartPr/>
              <p14:nvPr/>
            </p14:nvContentPartPr>
            <p14:xfrm>
              <a:off x="5953847" y="4268542"/>
              <a:ext cx="2160" cy="43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7DDF2BD-96FC-C8C8-74FF-E4F644C24D93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935847" y="4250902"/>
                <a:ext cx="378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3C559BB-D135-E581-90F6-D8BF58BFF238}"/>
                  </a:ext>
                </a:extLst>
              </p14:cNvPr>
              <p14:cNvContentPartPr/>
              <p14:nvPr/>
            </p14:nvContentPartPr>
            <p14:xfrm>
              <a:off x="7028087" y="4284742"/>
              <a:ext cx="5400" cy="39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3C559BB-D135-E581-90F6-D8BF58BFF23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10087" y="4267102"/>
                <a:ext cx="410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C8C25B90-B788-CDA5-A267-127445A448C4}"/>
                  </a:ext>
                </a:extLst>
              </p14:cNvPr>
              <p14:cNvContentPartPr/>
              <p14:nvPr/>
            </p14:nvContentPartPr>
            <p14:xfrm>
              <a:off x="7939247" y="4278262"/>
              <a:ext cx="4680" cy="36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C8C25B90-B788-CDA5-A267-127445A448C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21247" y="4260622"/>
                <a:ext cx="403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0E9296B2-A9B1-A312-9FAD-E57A8A685782}"/>
                  </a:ext>
                </a:extLst>
              </p14:cNvPr>
              <p14:cNvContentPartPr/>
              <p14:nvPr/>
            </p14:nvContentPartPr>
            <p14:xfrm>
              <a:off x="8920607" y="4341262"/>
              <a:ext cx="2160" cy="50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0E9296B2-A9B1-A312-9FAD-E57A8A68578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02607" y="4323262"/>
                <a:ext cx="378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6CE99D0B-5D5E-FE89-7608-98912B3907DF}"/>
                  </a:ext>
                </a:extLst>
              </p14:cNvPr>
              <p14:cNvContentPartPr/>
              <p14:nvPr/>
            </p14:nvContentPartPr>
            <p14:xfrm>
              <a:off x="7871567" y="4753822"/>
              <a:ext cx="10800" cy="10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6CE99D0B-5D5E-FE89-7608-98912B3907DF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853927" y="4735822"/>
                <a:ext cx="464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7F012A7-F5E7-89A1-0941-31FEFC2CBB56}"/>
                  </a:ext>
                </a:extLst>
              </p14:cNvPr>
              <p14:cNvContentPartPr/>
              <p14:nvPr/>
            </p14:nvContentPartPr>
            <p14:xfrm>
              <a:off x="8311127" y="613462"/>
              <a:ext cx="10080" cy="1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7F012A7-F5E7-89A1-0941-31FEFC2CBB56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293487" y="595462"/>
                <a:ext cx="457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2875CD0-8AB8-88AF-C47C-C65B5A1552A3}"/>
                  </a:ext>
                </a:extLst>
              </p14:cNvPr>
              <p14:cNvContentPartPr/>
              <p14:nvPr/>
            </p14:nvContentPartPr>
            <p14:xfrm>
              <a:off x="8326967" y="379822"/>
              <a:ext cx="113400" cy="342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2875CD0-8AB8-88AF-C47C-C65B5A1552A3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308967" y="361822"/>
                <a:ext cx="1490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89B415C7-7232-0950-7C9E-0FB360825DF8}"/>
                  </a:ext>
                </a:extLst>
              </p14:cNvPr>
              <p14:cNvContentPartPr/>
              <p14:nvPr/>
            </p14:nvContentPartPr>
            <p14:xfrm>
              <a:off x="6997847" y="2253262"/>
              <a:ext cx="3342600" cy="6624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89B415C7-7232-0950-7C9E-0FB360825DF8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961847" y="2217262"/>
                <a:ext cx="341424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9E21763E-F68A-CE86-2481-C212CBD3B2DD}"/>
                  </a:ext>
                </a:extLst>
              </p14:cNvPr>
              <p14:cNvContentPartPr/>
              <p14:nvPr/>
            </p14:nvContentPartPr>
            <p14:xfrm>
              <a:off x="1183127" y="2656462"/>
              <a:ext cx="1529280" cy="676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9E21763E-F68A-CE86-2481-C212CBD3B2DD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147487" y="2620822"/>
                <a:ext cx="16009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B8A0DF18-229A-6FAD-7342-DDF94F2D099D}"/>
                  </a:ext>
                </a:extLst>
              </p14:cNvPr>
              <p14:cNvContentPartPr/>
              <p14:nvPr/>
            </p14:nvContentPartPr>
            <p14:xfrm>
              <a:off x="639527" y="1130062"/>
              <a:ext cx="410400" cy="287496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B8A0DF18-229A-6FAD-7342-DDF94F2D099D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03887" y="1094422"/>
                <a:ext cx="482040" cy="29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5E9FF178-54D3-4975-5486-37A2BB1732A7}"/>
                  </a:ext>
                </a:extLst>
              </p14:cNvPr>
              <p14:cNvContentPartPr/>
              <p14:nvPr/>
            </p14:nvContentPartPr>
            <p14:xfrm>
              <a:off x="2839127" y="3022582"/>
              <a:ext cx="360" cy="3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5E9FF178-54D3-4975-5486-37A2BB1732A7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803127" y="2986582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8855EA4D-A97D-8E5E-8E65-7DD8D1A261E9}"/>
                  </a:ext>
                </a:extLst>
              </p14:cNvPr>
              <p14:cNvContentPartPr/>
              <p14:nvPr/>
            </p14:nvContentPartPr>
            <p14:xfrm>
              <a:off x="1861007" y="3089902"/>
              <a:ext cx="6768000" cy="892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8855EA4D-A97D-8E5E-8E65-7DD8D1A261E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825367" y="3053902"/>
                <a:ext cx="6839640" cy="16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C4DB3C8-7229-6C20-DDD3-877D089D1D03}"/>
              </a:ext>
            </a:extLst>
          </p:cNvPr>
          <p:cNvGrpSpPr/>
          <p:nvPr/>
        </p:nvGrpSpPr>
        <p:grpSpPr>
          <a:xfrm>
            <a:off x="1605047" y="3405622"/>
            <a:ext cx="1352520" cy="83160"/>
            <a:chOff x="1605047" y="3405622"/>
            <a:chExt cx="1352520" cy="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9984FBF-A7B6-0BA4-0679-37EB57FC6F09}"/>
                    </a:ext>
                  </a:extLst>
                </p14:cNvPr>
                <p14:cNvContentPartPr/>
                <p14:nvPr/>
              </p14:nvContentPartPr>
              <p14:xfrm>
                <a:off x="1605047" y="3405622"/>
                <a:ext cx="1352520" cy="83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9984FBF-A7B6-0BA4-0679-37EB57FC6F0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569407" y="3369982"/>
                  <a:ext cx="14241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9BF996C-3FFE-6984-CBC1-64D2660F0C99}"/>
                    </a:ext>
                  </a:extLst>
                </p14:cNvPr>
                <p14:cNvContentPartPr/>
                <p14:nvPr/>
              </p14:nvContentPartPr>
              <p14:xfrm>
                <a:off x="1621607" y="3431902"/>
                <a:ext cx="360" cy="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9BF996C-3FFE-6984-CBC1-64D2660F0C9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585967" y="3395902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B74F148-3945-9CE1-F0F2-0D6AE35CEB4E}"/>
              </a:ext>
            </a:extLst>
          </p:cNvPr>
          <p:cNvGrpSpPr/>
          <p:nvPr/>
        </p:nvGrpSpPr>
        <p:grpSpPr>
          <a:xfrm>
            <a:off x="1300847" y="4183942"/>
            <a:ext cx="8789400" cy="128880"/>
            <a:chOff x="1300847" y="4183942"/>
            <a:chExt cx="8789400" cy="12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06C71D0-2DC0-3F46-1044-BD1753D24485}"/>
                    </a:ext>
                  </a:extLst>
                </p14:cNvPr>
                <p14:cNvContentPartPr/>
                <p14:nvPr/>
              </p14:nvContentPartPr>
              <p14:xfrm>
                <a:off x="1300847" y="4247662"/>
                <a:ext cx="2256840" cy="65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06C71D0-2DC0-3F46-1044-BD1753D2448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264847" y="4212022"/>
                  <a:ext cx="23284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45601AD-20E2-567F-CF01-4E30C1DF4CF0}"/>
                    </a:ext>
                  </a:extLst>
                </p14:cNvPr>
                <p14:cNvContentPartPr/>
                <p14:nvPr/>
              </p14:nvContentPartPr>
              <p14:xfrm>
                <a:off x="5716247" y="4183942"/>
                <a:ext cx="4374000" cy="88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45601AD-20E2-567F-CF01-4E30C1DF4CF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680607" y="4148302"/>
                  <a:ext cx="4445640" cy="16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BB04F4D6-0068-33DB-7BC5-D5EF53B9C2CA}"/>
              </a:ext>
            </a:extLst>
          </p:cNvPr>
          <p:cNvGrpSpPr/>
          <p:nvPr/>
        </p:nvGrpSpPr>
        <p:grpSpPr>
          <a:xfrm>
            <a:off x="1711607" y="5854342"/>
            <a:ext cx="2730240" cy="45000"/>
            <a:chOff x="1711607" y="5854342"/>
            <a:chExt cx="2730240" cy="4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1ACA733-2BAB-9DDF-0634-0EBF1A15EBCB}"/>
                    </a:ext>
                  </a:extLst>
                </p14:cNvPr>
                <p14:cNvContentPartPr/>
                <p14:nvPr/>
              </p14:nvContentPartPr>
              <p14:xfrm>
                <a:off x="1711607" y="5889982"/>
                <a:ext cx="1080" cy="9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1ACA733-2BAB-9DDF-0634-0EBF1A15EBC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75607" y="5854342"/>
                  <a:ext cx="727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91A5678-FAC2-34DA-6E12-EB693F7ED15E}"/>
                    </a:ext>
                  </a:extLst>
                </p14:cNvPr>
                <p14:cNvContentPartPr/>
                <p14:nvPr/>
              </p14:nvContentPartPr>
              <p14:xfrm>
                <a:off x="4439687" y="5854342"/>
                <a:ext cx="2160" cy="2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91A5678-FAC2-34DA-6E12-EB693F7ED15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403687" y="5818702"/>
                  <a:ext cx="7380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8386C1FF-C6D3-316E-5025-D935AE3F6737}"/>
              </a:ext>
            </a:extLst>
          </p:cNvPr>
          <p:cNvGrpSpPr/>
          <p:nvPr/>
        </p:nvGrpSpPr>
        <p:grpSpPr>
          <a:xfrm>
            <a:off x="5645327" y="6205342"/>
            <a:ext cx="724680" cy="136800"/>
            <a:chOff x="5645327" y="6205342"/>
            <a:chExt cx="724680" cy="13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4E594AE-186D-F2E6-33C8-14EB04800F29}"/>
                    </a:ext>
                  </a:extLst>
                </p14:cNvPr>
                <p14:cNvContentPartPr/>
                <p14:nvPr/>
              </p14:nvContentPartPr>
              <p14:xfrm>
                <a:off x="5645327" y="6249622"/>
                <a:ext cx="162720" cy="925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4E594AE-186D-F2E6-33C8-14EB04800F2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609687" y="6213982"/>
                  <a:ext cx="2343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C2A2A9F-CEB9-1C6F-E679-D3E4B98143BD}"/>
                    </a:ext>
                  </a:extLst>
                </p14:cNvPr>
                <p14:cNvContentPartPr/>
                <p14:nvPr/>
              </p14:nvContentPartPr>
              <p14:xfrm>
                <a:off x="6289727" y="6205342"/>
                <a:ext cx="80280" cy="471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C2A2A9F-CEB9-1C6F-E679-D3E4B98143B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254087" y="6169342"/>
                  <a:ext cx="151920" cy="11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A2BEAB33-365B-8EA0-6C0B-BBDACCCB2C38}"/>
                  </a:ext>
                </a:extLst>
              </p14:cNvPr>
              <p14:cNvContentPartPr/>
              <p14:nvPr/>
            </p14:nvContentPartPr>
            <p14:xfrm>
              <a:off x="7169207" y="2386102"/>
              <a:ext cx="360" cy="36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A2BEAB33-365B-8EA0-6C0B-BBDACCCB2C3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151207" y="2368102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4503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AD3D464D-77FD-475D-BF23-963B1636F6AE}"/>
              </a:ext>
            </a:extLst>
          </p:cNvPr>
          <p:cNvGrpSpPr/>
          <p:nvPr/>
        </p:nvGrpSpPr>
        <p:grpSpPr>
          <a:xfrm>
            <a:off x="427127" y="218902"/>
            <a:ext cx="787320" cy="326880"/>
            <a:chOff x="427127" y="218902"/>
            <a:chExt cx="787320" cy="32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74989FE-0C4F-A795-BA94-26D9052FD927}"/>
                    </a:ext>
                  </a:extLst>
                </p14:cNvPr>
                <p14:cNvContentPartPr/>
                <p14:nvPr/>
              </p14:nvContentPartPr>
              <p14:xfrm>
                <a:off x="427127" y="218902"/>
                <a:ext cx="249120" cy="322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74989FE-0C4F-A795-BA94-26D9052FD92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09487" y="200902"/>
                  <a:ext cx="2847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F7322D5-81E5-A0A0-481B-3D847B212572}"/>
                    </a:ext>
                  </a:extLst>
                </p14:cNvPr>
                <p14:cNvContentPartPr/>
                <p14:nvPr/>
              </p14:nvContentPartPr>
              <p14:xfrm>
                <a:off x="572927" y="392422"/>
                <a:ext cx="200880" cy="120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F7322D5-81E5-A0A0-481B-3D847B21257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4927" y="374422"/>
                  <a:ext cx="2365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2672C98-FE20-A8B6-2D0F-AB2A508351C1}"/>
                    </a:ext>
                  </a:extLst>
                </p14:cNvPr>
                <p14:cNvContentPartPr/>
                <p14:nvPr/>
              </p14:nvContentPartPr>
              <p14:xfrm>
                <a:off x="803327" y="291982"/>
                <a:ext cx="10800" cy="18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2672C98-FE20-A8B6-2D0F-AB2A508351C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85687" y="274342"/>
                  <a:ext cx="464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A88F839-EBCA-7BA4-979C-6B1CC3A079B4}"/>
                    </a:ext>
                  </a:extLst>
                </p14:cNvPr>
                <p14:cNvContentPartPr/>
                <p14:nvPr/>
              </p14:nvContentPartPr>
              <p14:xfrm>
                <a:off x="857327" y="382702"/>
                <a:ext cx="133200" cy="145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A88F839-EBCA-7BA4-979C-6B1CC3A079B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9687" y="365062"/>
                  <a:ext cx="1688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54D0E00-B722-8728-215F-4ECFE059B4BB}"/>
                    </a:ext>
                  </a:extLst>
                </p14:cNvPr>
                <p14:cNvContentPartPr/>
                <p14:nvPr/>
              </p14:nvContentPartPr>
              <p14:xfrm>
                <a:off x="1092767" y="303862"/>
                <a:ext cx="121680" cy="241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54D0E00-B722-8728-215F-4ECFE059B4B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75127" y="285862"/>
                  <a:ext cx="157320" cy="27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1BD9CC2-6A5A-D95C-DFAC-031423630FA4}"/>
              </a:ext>
            </a:extLst>
          </p:cNvPr>
          <p:cNvGrpSpPr/>
          <p:nvPr/>
        </p:nvGrpSpPr>
        <p:grpSpPr>
          <a:xfrm>
            <a:off x="1553927" y="285502"/>
            <a:ext cx="571680" cy="279000"/>
            <a:chOff x="1553927" y="285502"/>
            <a:chExt cx="57168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DA9B65E-8678-0C79-C98F-5F310D2C739D}"/>
                    </a:ext>
                  </a:extLst>
                </p14:cNvPr>
                <p14:cNvContentPartPr/>
                <p14:nvPr/>
              </p14:nvContentPartPr>
              <p14:xfrm>
                <a:off x="1553927" y="285502"/>
                <a:ext cx="571680" cy="279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DA9B65E-8678-0C79-C98F-5F310D2C739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35927" y="267502"/>
                  <a:ext cx="6073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4AD50A2-41BE-44C7-E17A-6819E95027FC}"/>
                    </a:ext>
                  </a:extLst>
                </p14:cNvPr>
                <p14:cNvContentPartPr/>
                <p14:nvPr/>
              </p14:nvContentPartPr>
              <p14:xfrm>
                <a:off x="1558607" y="368662"/>
                <a:ext cx="129600" cy="17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4AD50A2-41BE-44C7-E17A-6819E95027F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40967" y="350662"/>
                  <a:ext cx="16524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96006F-9178-CA11-4F01-94D7B33333E3}"/>
              </a:ext>
            </a:extLst>
          </p:cNvPr>
          <p:cNvGrpSpPr/>
          <p:nvPr/>
        </p:nvGrpSpPr>
        <p:grpSpPr>
          <a:xfrm>
            <a:off x="2698727" y="211342"/>
            <a:ext cx="1537560" cy="830520"/>
            <a:chOff x="2698727" y="211342"/>
            <a:chExt cx="1537560" cy="83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7B0ACCE-C814-4151-12D6-CF1EAF81A225}"/>
                    </a:ext>
                  </a:extLst>
                </p14:cNvPr>
                <p14:cNvContentPartPr/>
                <p14:nvPr/>
              </p14:nvContentPartPr>
              <p14:xfrm>
                <a:off x="2698727" y="330862"/>
                <a:ext cx="667800" cy="173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7B0ACCE-C814-4151-12D6-CF1EAF81A22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80727" y="312862"/>
                  <a:ext cx="7034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8938F37-A050-947A-3545-F08B76E128B7}"/>
                    </a:ext>
                  </a:extLst>
                </p14:cNvPr>
                <p14:cNvContentPartPr/>
                <p14:nvPr/>
              </p14:nvContentPartPr>
              <p14:xfrm>
                <a:off x="3329807" y="211342"/>
                <a:ext cx="136080" cy="302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8938F37-A050-947A-3545-F08B76E128B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11807" y="193702"/>
                  <a:ext cx="17172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D0EDAF2-CA67-2619-5490-D7D9AC165BDF}"/>
                    </a:ext>
                  </a:extLst>
                </p14:cNvPr>
                <p14:cNvContentPartPr/>
                <p14:nvPr/>
              </p14:nvContentPartPr>
              <p14:xfrm>
                <a:off x="3511967" y="231862"/>
                <a:ext cx="236160" cy="299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D0EDAF2-CA67-2619-5490-D7D9AC165BD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93967" y="214222"/>
                  <a:ext cx="27180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50EF4DD-AF2D-93D0-0A08-A3ED368AA1F8}"/>
                    </a:ext>
                  </a:extLst>
                </p14:cNvPr>
                <p14:cNvContentPartPr/>
                <p14:nvPr/>
              </p14:nvContentPartPr>
              <p14:xfrm>
                <a:off x="3741287" y="273262"/>
                <a:ext cx="34200" cy="33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50EF4DD-AF2D-93D0-0A08-A3ED368AA1F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23647" y="255622"/>
                  <a:ext cx="698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04507A4-C563-84AE-CCDD-A53DCC87F874}"/>
                    </a:ext>
                  </a:extLst>
                </p14:cNvPr>
                <p14:cNvContentPartPr/>
                <p14:nvPr/>
              </p14:nvContentPartPr>
              <p14:xfrm>
                <a:off x="3892127" y="237982"/>
                <a:ext cx="61920" cy="339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04507A4-C563-84AE-CCDD-A53DCC87F87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74127" y="220342"/>
                  <a:ext cx="9756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C251B21-0CB1-4ED7-CEE6-43EFAA2008AE}"/>
                    </a:ext>
                  </a:extLst>
                </p14:cNvPr>
                <p14:cNvContentPartPr/>
                <p14:nvPr/>
              </p14:nvContentPartPr>
              <p14:xfrm>
                <a:off x="3858287" y="380902"/>
                <a:ext cx="378000" cy="660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C251B21-0CB1-4ED7-CEE6-43EFAA2008A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40287" y="363262"/>
                  <a:ext cx="413640" cy="69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CC46E29-B68D-2397-91F7-9D27CCA859E4}"/>
                  </a:ext>
                </a:extLst>
              </p14:cNvPr>
              <p14:cNvContentPartPr/>
              <p14:nvPr/>
            </p14:nvContentPartPr>
            <p14:xfrm>
              <a:off x="4836047" y="316102"/>
              <a:ext cx="329400" cy="673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CC46E29-B68D-2397-91F7-9D27CCA859E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818047" y="298102"/>
                <a:ext cx="365040" cy="70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1CC8F88D-9CFC-5FF5-2D2A-3380E19CC28B}"/>
              </a:ext>
            </a:extLst>
          </p:cNvPr>
          <p:cNvGrpSpPr/>
          <p:nvPr/>
        </p:nvGrpSpPr>
        <p:grpSpPr>
          <a:xfrm>
            <a:off x="2806727" y="1202062"/>
            <a:ext cx="1524240" cy="1550160"/>
            <a:chOff x="2806727" y="1202062"/>
            <a:chExt cx="1524240" cy="155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E157BEA-B243-9E47-CA6E-56AA44F0CE05}"/>
                    </a:ext>
                  </a:extLst>
                </p14:cNvPr>
                <p14:cNvContentPartPr/>
                <p14:nvPr/>
              </p14:nvContentPartPr>
              <p14:xfrm>
                <a:off x="2806727" y="1376302"/>
                <a:ext cx="282240" cy="315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E157BEA-B243-9E47-CA6E-56AA44F0CE0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89087" y="1358302"/>
                  <a:ext cx="3178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E69488E-D4F7-8A82-15FC-3A779A7FCACC}"/>
                    </a:ext>
                  </a:extLst>
                </p14:cNvPr>
                <p14:cNvContentPartPr/>
                <p14:nvPr/>
              </p14:nvContentPartPr>
              <p14:xfrm>
                <a:off x="3374807" y="1491862"/>
                <a:ext cx="74880" cy="14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E69488E-D4F7-8A82-15FC-3A779A7FCAC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57167" y="1474222"/>
                  <a:ext cx="1105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88DDDB2-4385-22B0-DDA6-15987A152E9F}"/>
                    </a:ext>
                  </a:extLst>
                </p14:cNvPr>
                <p14:cNvContentPartPr/>
                <p14:nvPr/>
              </p14:nvContentPartPr>
              <p14:xfrm>
                <a:off x="3349607" y="1578262"/>
                <a:ext cx="146880" cy="33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88DDDB2-4385-22B0-DDA6-15987A152E9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31607" y="1560622"/>
                  <a:ext cx="1825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4DBD222-E9BA-AF38-251A-C06F663401BC}"/>
                    </a:ext>
                  </a:extLst>
                </p14:cNvPr>
                <p14:cNvContentPartPr/>
                <p14:nvPr/>
              </p14:nvContentPartPr>
              <p14:xfrm>
                <a:off x="3742727" y="1202062"/>
                <a:ext cx="336600" cy="1550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4DBD222-E9BA-AF38-251A-C06F663401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24727" y="1184062"/>
                  <a:ext cx="372240" cy="158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191E49D-8257-0D2B-E48E-DFC2A9A2B888}"/>
                    </a:ext>
                  </a:extLst>
                </p14:cNvPr>
                <p14:cNvContentPartPr/>
                <p14:nvPr/>
              </p14:nvContentPartPr>
              <p14:xfrm>
                <a:off x="4296767" y="1472422"/>
                <a:ext cx="34200" cy="174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191E49D-8257-0D2B-E48E-DFC2A9A2B8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79127" y="1454782"/>
                  <a:ext cx="69840" cy="21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06AB985-8B7A-A516-76C0-EF76394C734C}"/>
                  </a:ext>
                </a:extLst>
              </p14:cNvPr>
              <p14:cNvContentPartPr/>
              <p14:nvPr/>
            </p14:nvContentPartPr>
            <p14:xfrm>
              <a:off x="4846487" y="1439662"/>
              <a:ext cx="165600" cy="195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06AB985-8B7A-A516-76C0-EF76394C734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828847" y="1422022"/>
                <a:ext cx="20124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446E644-BDBE-F968-3033-600D963783C0}"/>
                  </a:ext>
                </a:extLst>
              </p14:cNvPr>
              <p14:cNvContentPartPr/>
              <p14:nvPr/>
            </p14:nvContentPartPr>
            <p14:xfrm>
              <a:off x="4313327" y="1892902"/>
              <a:ext cx="172440" cy="1926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446E644-BDBE-F968-3033-600D963783C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295687" y="1875262"/>
                <a:ext cx="20808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104DCB8-EF3A-7C33-692C-FDA2EAA0A79C}"/>
                  </a:ext>
                </a:extLst>
              </p14:cNvPr>
              <p14:cNvContentPartPr/>
              <p14:nvPr/>
            </p14:nvContentPartPr>
            <p14:xfrm>
              <a:off x="4993727" y="1837102"/>
              <a:ext cx="102960" cy="1681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104DCB8-EF3A-7C33-692C-FDA2EAA0A79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976087" y="1819462"/>
                <a:ext cx="13860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56E2E05-9DFC-16E2-17D6-154DE3DD1D49}"/>
                  </a:ext>
                </a:extLst>
              </p14:cNvPr>
              <p14:cNvContentPartPr/>
              <p14:nvPr/>
            </p14:nvContentPartPr>
            <p14:xfrm>
              <a:off x="4309007" y="2347582"/>
              <a:ext cx="21960" cy="2300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56E2E05-9DFC-16E2-17D6-154DE3DD1D4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291367" y="2329582"/>
                <a:ext cx="5760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DC1ED8E1-FACD-4B8D-1BC8-F241015185EE}"/>
                  </a:ext>
                </a:extLst>
              </p14:cNvPr>
              <p14:cNvContentPartPr/>
              <p14:nvPr/>
            </p14:nvContentPartPr>
            <p14:xfrm>
              <a:off x="4940807" y="2325262"/>
              <a:ext cx="183240" cy="2250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DC1ED8E1-FACD-4B8D-1BC8-F241015185E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922807" y="2307262"/>
                <a:ext cx="21888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965954F8-85DD-8EC4-252A-C769B89BCAA5}"/>
                  </a:ext>
                </a:extLst>
              </p14:cNvPr>
              <p14:cNvContentPartPr/>
              <p14:nvPr/>
            </p14:nvContentPartPr>
            <p14:xfrm>
              <a:off x="199967" y="5911942"/>
              <a:ext cx="77040" cy="3204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965954F8-85DD-8EC4-252A-C769B89BCAA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81967" y="5893737"/>
                <a:ext cx="112680" cy="68085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282D20D0-A25F-D75D-2739-758FC7E8C418}"/>
              </a:ext>
            </a:extLst>
          </p:cNvPr>
          <p:cNvGrpSpPr/>
          <p:nvPr/>
        </p:nvGrpSpPr>
        <p:grpSpPr>
          <a:xfrm>
            <a:off x="5512847" y="240862"/>
            <a:ext cx="4927680" cy="2568960"/>
            <a:chOff x="5512847" y="240862"/>
            <a:chExt cx="4927680" cy="256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8D1AAAA-D640-8B93-1FE4-021A1CF6C772}"/>
                    </a:ext>
                  </a:extLst>
                </p14:cNvPr>
                <p14:cNvContentPartPr/>
                <p14:nvPr/>
              </p14:nvContentPartPr>
              <p14:xfrm>
                <a:off x="5661887" y="345622"/>
                <a:ext cx="563040" cy="262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8D1AAAA-D640-8B93-1FE4-021A1CF6C77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644247" y="327622"/>
                  <a:ext cx="5986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27B1B7F-AC68-8ED0-FF8C-7B23621CEE6B}"/>
                    </a:ext>
                  </a:extLst>
                </p14:cNvPr>
                <p14:cNvContentPartPr/>
                <p14:nvPr/>
              </p14:nvContentPartPr>
              <p14:xfrm>
                <a:off x="5561447" y="379822"/>
                <a:ext cx="181800" cy="23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27B1B7F-AC68-8ED0-FF8C-7B23621CEE6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543447" y="361822"/>
                  <a:ext cx="2174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2F49227-42C5-712F-DD47-573C2C09EA76}"/>
                    </a:ext>
                  </a:extLst>
                </p14:cNvPr>
                <p14:cNvContentPartPr/>
                <p14:nvPr/>
              </p14:nvContentPartPr>
              <p14:xfrm>
                <a:off x="6465047" y="437062"/>
                <a:ext cx="1038240" cy="505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2F49227-42C5-712F-DD47-573C2C09EA7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447407" y="419422"/>
                  <a:ext cx="107388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FB8FBC3-60D5-0792-5501-E20C159FF2A9}"/>
                    </a:ext>
                  </a:extLst>
                </p14:cNvPr>
                <p14:cNvContentPartPr/>
                <p14:nvPr/>
              </p14:nvContentPartPr>
              <p14:xfrm>
                <a:off x="7003247" y="301342"/>
                <a:ext cx="74520" cy="9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FB8FBC3-60D5-0792-5501-E20C159FF2A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985607" y="283342"/>
                  <a:ext cx="1101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934403F-3563-FB6A-6C64-529C1BAE1CBC}"/>
                    </a:ext>
                  </a:extLst>
                </p14:cNvPr>
                <p14:cNvContentPartPr/>
                <p14:nvPr/>
              </p14:nvContentPartPr>
              <p14:xfrm>
                <a:off x="7726847" y="491782"/>
                <a:ext cx="306360" cy="111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934403F-3563-FB6A-6C64-529C1BAE1CB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709207" y="474142"/>
                  <a:ext cx="3420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F9A8A99-64F2-D200-2D14-D2AC8A55024B}"/>
                    </a:ext>
                  </a:extLst>
                </p14:cNvPr>
                <p14:cNvContentPartPr/>
                <p14:nvPr/>
              </p14:nvContentPartPr>
              <p14:xfrm>
                <a:off x="8104487" y="240862"/>
                <a:ext cx="641160" cy="358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F9A8A99-64F2-D200-2D14-D2AC8A55024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086487" y="222862"/>
                  <a:ext cx="67680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CB19BF3-23AB-C8E5-0FB0-6169D98A38BE}"/>
                    </a:ext>
                  </a:extLst>
                </p14:cNvPr>
                <p14:cNvContentPartPr/>
                <p14:nvPr/>
              </p14:nvContentPartPr>
              <p14:xfrm>
                <a:off x="8833127" y="397102"/>
                <a:ext cx="198000" cy="158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CB19BF3-23AB-C8E5-0FB0-6169D98A38B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815487" y="379102"/>
                  <a:ext cx="2336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17FE360-7E11-E30F-FA19-7A9016FCB268}"/>
                    </a:ext>
                  </a:extLst>
                </p14:cNvPr>
                <p14:cNvContentPartPr/>
                <p14:nvPr/>
              </p14:nvContentPartPr>
              <p14:xfrm>
                <a:off x="8762207" y="248422"/>
                <a:ext cx="78840" cy="19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17FE360-7E11-E30F-FA19-7A9016FCB26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744567" y="230782"/>
                  <a:ext cx="1144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FD17D56-D695-ABF2-121C-68711BF1ED41}"/>
                    </a:ext>
                  </a:extLst>
                </p14:cNvPr>
                <p14:cNvContentPartPr/>
                <p14:nvPr/>
              </p14:nvContentPartPr>
              <p14:xfrm>
                <a:off x="8223287" y="306742"/>
                <a:ext cx="203400" cy="32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FD17D56-D695-ABF2-121C-68711BF1ED4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205647" y="288742"/>
                  <a:ext cx="2390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C261E7D-72E0-B5BA-BDB2-30DBBE7FF020}"/>
                    </a:ext>
                  </a:extLst>
                </p14:cNvPr>
                <p14:cNvContentPartPr/>
                <p14:nvPr/>
              </p14:nvContentPartPr>
              <p14:xfrm>
                <a:off x="9841127" y="591862"/>
                <a:ext cx="60120" cy="7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C261E7D-72E0-B5BA-BDB2-30DBBE7FF02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823127" y="573862"/>
                  <a:ext cx="957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CA31304-4DF2-2B87-D625-B629BF2EDDC4}"/>
                    </a:ext>
                  </a:extLst>
                </p14:cNvPr>
                <p14:cNvContentPartPr/>
                <p14:nvPr/>
              </p14:nvContentPartPr>
              <p14:xfrm>
                <a:off x="5548487" y="1355782"/>
                <a:ext cx="140400" cy="186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CA31304-4DF2-2B87-D625-B629BF2EDDC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530847" y="1338142"/>
                  <a:ext cx="1760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B4869C2-AC84-2211-C0F9-44F1DCCD6536}"/>
                    </a:ext>
                  </a:extLst>
                </p14:cNvPr>
                <p14:cNvContentPartPr/>
                <p14:nvPr/>
              </p14:nvContentPartPr>
              <p14:xfrm>
                <a:off x="6024407" y="1311502"/>
                <a:ext cx="235800" cy="207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B4869C2-AC84-2211-C0F9-44F1DCCD653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006407" y="1293502"/>
                  <a:ext cx="2714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6943064-312B-D36E-EE9F-9EF988F1CE55}"/>
                    </a:ext>
                  </a:extLst>
                </p14:cNvPr>
                <p14:cNvContentPartPr/>
                <p14:nvPr/>
              </p14:nvContentPartPr>
              <p14:xfrm>
                <a:off x="5581247" y="1799662"/>
                <a:ext cx="15840" cy="196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6943064-312B-D36E-EE9F-9EF988F1CE5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563607" y="1782022"/>
                  <a:ext cx="514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FDE9A95-EE19-9394-EDEA-0034FD213890}"/>
                    </a:ext>
                  </a:extLst>
                </p14:cNvPr>
                <p14:cNvContentPartPr/>
                <p14:nvPr/>
              </p14:nvContentPartPr>
              <p14:xfrm>
                <a:off x="5677367" y="1833502"/>
                <a:ext cx="144720" cy="141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FDE9A95-EE19-9394-EDEA-0034FD21389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659367" y="1815502"/>
                  <a:ext cx="1803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E98B740-E290-BDBE-D093-50046CF04361}"/>
                    </a:ext>
                  </a:extLst>
                </p14:cNvPr>
                <p14:cNvContentPartPr/>
                <p14:nvPr/>
              </p14:nvContentPartPr>
              <p14:xfrm>
                <a:off x="6247247" y="1742782"/>
                <a:ext cx="133560" cy="225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E98B740-E290-BDBE-D093-50046CF0436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229607" y="1724782"/>
                  <a:ext cx="1692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F90CE06-D5FB-8E6C-A1D0-C69ACBA3E60D}"/>
                    </a:ext>
                  </a:extLst>
                </p14:cNvPr>
                <p14:cNvContentPartPr/>
                <p14:nvPr/>
              </p14:nvContentPartPr>
              <p14:xfrm>
                <a:off x="5512847" y="2300422"/>
                <a:ext cx="165600" cy="228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F90CE06-D5FB-8E6C-A1D0-C69ACBA3E60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494847" y="2282422"/>
                  <a:ext cx="2012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988297D-5BEC-FEB9-4ABE-74B06281F104}"/>
                    </a:ext>
                  </a:extLst>
                </p14:cNvPr>
                <p14:cNvContentPartPr/>
                <p14:nvPr/>
              </p14:nvContentPartPr>
              <p14:xfrm>
                <a:off x="6330767" y="2266222"/>
                <a:ext cx="37080" cy="231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988297D-5BEC-FEB9-4ABE-74B06281F10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312767" y="2248222"/>
                  <a:ext cx="727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37781C9-C8AD-7883-6499-E740E329DE89}"/>
                    </a:ext>
                  </a:extLst>
                </p14:cNvPr>
                <p14:cNvContentPartPr/>
                <p14:nvPr/>
              </p14:nvContentPartPr>
              <p14:xfrm>
                <a:off x="6211607" y="1197742"/>
                <a:ext cx="588240" cy="1612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37781C9-C8AD-7883-6499-E740E329DE8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193967" y="1180102"/>
                  <a:ext cx="623880" cy="164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D33532B-D368-0B21-9DEE-1C9DC09A49BA}"/>
                    </a:ext>
                  </a:extLst>
                </p14:cNvPr>
                <p14:cNvContentPartPr/>
                <p14:nvPr/>
              </p14:nvContentPartPr>
              <p14:xfrm>
                <a:off x="9248567" y="1527997"/>
                <a:ext cx="13320" cy="16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D33532B-D368-0B21-9DEE-1C9DC09A49B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230567" y="1509997"/>
                  <a:ext cx="48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BE66CE2-86BC-1838-5D78-3B7104C85EB5}"/>
                    </a:ext>
                  </a:extLst>
                </p14:cNvPr>
                <p14:cNvContentPartPr/>
                <p14:nvPr/>
              </p14:nvContentPartPr>
              <p14:xfrm>
                <a:off x="9376367" y="1383277"/>
                <a:ext cx="10800" cy="10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BE66CE2-86BC-1838-5D78-3B7104C85EB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358727" y="1365277"/>
                  <a:ext cx="464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07307A2-950E-3FD8-4479-F8091D45F203}"/>
                    </a:ext>
                  </a:extLst>
                </p14:cNvPr>
                <p14:cNvContentPartPr/>
                <p14:nvPr/>
              </p14:nvContentPartPr>
              <p14:xfrm>
                <a:off x="10432247" y="1052797"/>
                <a:ext cx="8280" cy="64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07307A2-950E-3FD8-4479-F8091D45F20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414607" y="1035157"/>
                  <a:ext cx="439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702C086-AD74-EA38-41B4-B1D9F50E38B6}"/>
                    </a:ext>
                  </a:extLst>
                </p14:cNvPr>
                <p14:cNvContentPartPr/>
                <p14:nvPr/>
              </p14:nvContentPartPr>
              <p14:xfrm>
                <a:off x="10401287" y="1114717"/>
                <a:ext cx="34920" cy="1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702C086-AD74-EA38-41B4-B1D9F50E38B6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383647" y="1096717"/>
                  <a:ext cx="7056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50A60C58-534E-247D-6020-0F3D0696F1AB}"/>
              </a:ext>
            </a:extLst>
          </p:cNvPr>
          <p:cNvGrpSpPr/>
          <p:nvPr/>
        </p:nvGrpSpPr>
        <p:grpSpPr>
          <a:xfrm>
            <a:off x="10130927" y="2837677"/>
            <a:ext cx="43200" cy="39600"/>
            <a:chOff x="10130927" y="2837677"/>
            <a:chExt cx="43200" cy="3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4F1BE57-3293-128F-5598-6E20950E290B}"/>
                    </a:ext>
                  </a:extLst>
                </p14:cNvPr>
                <p14:cNvContentPartPr/>
                <p14:nvPr/>
              </p14:nvContentPartPr>
              <p14:xfrm>
                <a:off x="10130927" y="2837677"/>
                <a:ext cx="360" cy="3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4F1BE57-3293-128F-5598-6E20950E290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113287" y="282003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9A20F48-9C5E-0FAB-90EC-3956F721A0D2}"/>
                    </a:ext>
                  </a:extLst>
                </p14:cNvPr>
                <p14:cNvContentPartPr/>
                <p14:nvPr/>
              </p14:nvContentPartPr>
              <p14:xfrm>
                <a:off x="10173767" y="2876917"/>
                <a:ext cx="360" cy="3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9A20F48-9C5E-0FAB-90EC-3956F721A0D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155767" y="285891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FFD5F1DB-63C7-8DA4-D67C-DD054F8CDFA4}"/>
                  </a:ext>
                </a:extLst>
              </p14:cNvPr>
              <p14:cNvContentPartPr/>
              <p14:nvPr/>
            </p14:nvContentPartPr>
            <p14:xfrm>
              <a:off x="7817567" y="6651517"/>
              <a:ext cx="47160" cy="3240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FFD5F1DB-63C7-8DA4-D67C-DD054F8CDFA4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7799567" y="6633517"/>
                <a:ext cx="82800" cy="6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oup 272">
            <a:extLst>
              <a:ext uri="{FF2B5EF4-FFF2-40B4-BE49-F238E27FC236}">
                <a16:creationId xmlns:a16="http://schemas.microsoft.com/office/drawing/2014/main" id="{2A9C4EBD-65B7-A00F-B0DA-62A564DD0485}"/>
              </a:ext>
            </a:extLst>
          </p:cNvPr>
          <p:cNvGrpSpPr/>
          <p:nvPr/>
        </p:nvGrpSpPr>
        <p:grpSpPr>
          <a:xfrm>
            <a:off x="9644207" y="6023677"/>
            <a:ext cx="932400" cy="877680"/>
            <a:chOff x="9644207" y="6023677"/>
            <a:chExt cx="932400" cy="87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98C230CF-341A-94F4-ECDC-D33615034961}"/>
                    </a:ext>
                  </a:extLst>
                </p14:cNvPr>
                <p14:cNvContentPartPr/>
                <p14:nvPr/>
              </p14:nvContentPartPr>
              <p14:xfrm>
                <a:off x="9644207" y="6023677"/>
                <a:ext cx="32400" cy="79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98C230CF-341A-94F4-ECDC-D33615034961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626567" y="6005677"/>
                  <a:ext cx="680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D88981E5-21BE-526E-4F73-0D649839AE9B}"/>
                    </a:ext>
                  </a:extLst>
                </p14:cNvPr>
                <p14:cNvContentPartPr/>
                <p14:nvPr/>
              </p14:nvContentPartPr>
              <p14:xfrm>
                <a:off x="10210127" y="6116557"/>
                <a:ext cx="41760" cy="169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D88981E5-21BE-526E-4F73-0D649839AE9B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192487" y="6098917"/>
                  <a:ext cx="774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50CE78A-09B7-A0D5-A474-3C3E7815BC5D}"/>
                    </a:ext>
                  </a:extLst>
                </p14:cNvPr>
                <p14:cNvContentPartPr/>
                <p14:nvPr/>
              </p14:nvContentPartPr>
              <p14:xfrm>
                <a:off x="10181327" y="6186397"/>
                <a:ext cx="76320" cy="331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50CE78A-09B7-A0D5-A474-3C3E7815BC5D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0163327" y="6168397"/>
                  <a:ext cx="1119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C629B129-9A3B-33FE-915B-FBA8D04C7055}"/>
                    </a:ext>
                  </a:extLst>
                </p14:cNvPr>
                <p14:cNvContentPartPr/>
                <p14:nvPr/>
              </p14:nvContentPartPr>
              <p14:xfrm>
                <a:off x="10455647" y="6806317"/>
                <a:ext cx="39240" cy="198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C629B129-9A3B-33FE-915B-FBA8D04C7055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0438007" y="6788317"/>
                  <a:ext cx="748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536921B-08EC-4418-6D66-ED908F14004C}"/>
                    </a:ext>
                  </a:extLst>
                </p14:cNvPr>
                <p14:cNvContentPartPr/>
                <p14:nvPr/>
              </p14:nvContentPartPr>
              <p14:xfrm>
                <a:off x="10478687" y="6860317"/>
                <a:ext cx="97920" cy="410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536921B-08EC-4418-6D66-ED908F14004C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0460687" y="6842677"/>
                  <a:ext cx="1335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C9BE9A6F-618C-54DF-6622-694CD9BF585D}"/>
                    </a:ext>
                  </a:extLst>
                </p14:cNvPr>
                <p14:cNvContentPartPr/>
                <p14:nvPr/>
              </p14:nvContentPartPr>
              <p14:xfrm>
                <a:off x="9696767" y="6384037"/>
                <a:ext cx="5400" cy="216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C9BE9A6F-618C-54DF-6622-694CD9BF585D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9679127" y="6366397"/>
                  <a:ext cx="4104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7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96BA4BB6-80D5-5296-3553-3A259409C147}"/>
                  </a:ext>
                </a:extLst>
              </p14:cNvPr>
              <p14:cNvContentPartPr/>
              <p14:nvPr/>
            </p14:nvContentPartPr>
            <p14:xfrm>
              <a:off x="7271807" y="6685357"/>
              <a:ext cx="1440" cy="1080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96BA4BB6-80D5-5296-3553-3A259409C147}"/>
                  </a:ext>
                </a:extLst>
              </p:cNvPr>
              <p:cNvPicPr/>
              <p:nvPr/>
            </p:nvPicPr>
            <p:blipFill>
              <a:blip r:embed="rId428"/>
              <a:stretch>
                <a:fillRect/>
              </a:stretch>
            </p:blipFill>
            <p:spPr>
              <a:xfrm>
                <a:off x="7253807" y="6667717"/>
                <a:ext cx="37080" cy="4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3E6ABB3-17C6-2FF0-05F2-0046E70C5DE0}"/>
              </a:ext>
            </a:extLst>
          </p:cNvPr>
          <p:cNvGrpSpPr/>
          <p:nvPr/>
        </p:nvGrpSpPr>
        <p:grpSpPr>
          <a:xfrm>
            <a:off x="364487" y="3153397"/>
            <a:ext cx="1917720" cy="413280"/>
            <a:chOff x="364487" y="3153397"/>
            <a:chExt cx="1917720" cy="41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E9230F7-5DC4-B460-A181-33A1273B7BC2}"/>
                    </a:ext>
                  </a:extLst>
                </p14:cNvPr>
                <p14:cNvContentPartPr/>
                <p14:nvPr/>
              </p14:nvContentPartPr>
              <p14:xfrm>
                <a:off x="364487" y="3218197"/>
                <a:ext cx="29160" cy="200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E9230F7-5DC4-B460-A181-33A1273B7BC2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346487" y="3200197"/>
                  <a:ext cx="648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060723F-4579-80D9-F6E0-4D159BE6A8E9}"/>
                    </a:ext>
                  </a:extLst>
                </p14:cNvPr>
                <p14:cNvContentPartPr/>
                <p14:nvPr/>
              </p14:nvContentPartPr>
              <p14:xfrm>
                <a:off x="374927" y="3159157"/>
                <a:ext cx="234000" cy="275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060723F-4579-80D9-F6E0-4D159BE6A8E9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357287" y="3141157"/>
                  <a:ext cx="2696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C0651E5-3981-BBE2-3831-6F034D08C0CA}"/>
                    </a:ext>
                  </a:extLst>
                </p14:cNvPr>
                <p14:cNvContentPartPr/>
                <p14:nvPr/>
              </p14:nvContentPartPr>
              <p14:xfrm>
                <a:off x="652127" y="3371557"/>
                <a:ext cx="144720" cy="141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C0651E5-3981-BBE2-3831-6F034D08C0CA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634127" y="3353917"/>
                  <a:ext cx="1803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AB78923-AF71-44FB-E494-375356D6556C}"/>
                    </a:ext>
                  </a:extLst>
                </p14:cNvPr>
                <p14:cNvContentPartPr/>
                <p14:nvPr/>
              </p14:nvContentPartPr>
              <p14:xfrm>
                <a:off x="873167" y="3253837"/>
                <a:ext cx="169920" cy="115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AB78923-AF71-44FB-E494-375356D6556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55167" y="3236197"/>
                  <a:ext cx="2055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A5F270A-F6D0-861D-0A3B-F3FA322B0017}"/>
                    </a:ext>
                  </a:extLst>
                </p14:cNvPr>
                <p14:cNvContentPartPr/>
                <p14:nvPr/>
              </p14:nvContentPartPr>
              <p14:xfrm>
                <a:off x="1198967" y="3242677"/>
                <a:ext cx="27000" cy="205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A5F270A-F6D0-861D-0A3B-F3FA322B0017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181327" y="3225037"/>
                  <a:ext cx="626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5C709E2-584B-15AC-0D17-C61E46517BF9}"/>
                    </a:ext>
                  </a:extLst>
                </p14:cNvPr>
                <p14:cNvContentPartPr/>
                <p14:nvPr/>
              </p14:nvContentPartPr>
              <p14:xfrm>
                <a:off x="1216607" y="3153397"/>
                <a:ext cx="158760" cy="2721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5C709E2-584B-15AC-0D17-C61E46517BF9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198967" y="3135397"/>
                  <a:ext cx="1944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F82698E-2093-10C3-4557-BE5162E0E64B}"/>
                    </a:ext>
                  </a:extLst>
                </p14:cNvPr>
                <p14:cNvContentPartPr/>
                <p14:nvPr/>
              </p14:nvContentPartPr>
              <p14:xfrm>
                <a:off x="1423247" y="3432397"/>
                <a:ext cx="163800" cy="1342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F82698E-2093-10C3-4557-BE5162E0E64B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405247" y="3414757"/>
                  <a:ext cx="1994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5A3F0C4-C102-E1CA-4F7F-60CD251C23AC}"/>
                    </a:ext>
                  </a:extLst>
                </p14:cNvPr>
                <p14:cNvContentPartPr/>
                <p14:nvPr/>
              </p14:nvContentPartPr>
              <p14:xfrm>
                <a:off x="1624127" y="3327637"/>
                <a:ext cx="149400" cy="399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5A3F0C4-C102-E1CA-4F7F-60CD251C23AC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606487" y="3309637"/>
                  <a:ext cx="1850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363B78B-294F-5C35-7EB3-3DBDC77FDF5C}"/>
                    </a:ext>
                  </a:extLst>
                </p14:cNvPr>
                <p14:cNvContentPartPr/>
                <p14:nvPr/>
              </p14:nvContentPartPr>
              <p14:xfrm>
                <a:off x="1813127" y="3168877"/>
                <a:ext cx="128880" cy="281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363B78B-294F-5C35-7EB3-3DBDC77FDF5C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795127" y="3150877"/>
                  <a:ext cx="1645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2EAD07F-9002-11F4-C290-5AFF4BA1AA96}"/>
                    </a:ext>
                  </a:extLst>
                </p14:cNvPr>
                <p14:cNvContentPartPr/>
                <p14:nvPr/>
              </p14:nvContentPartPr>
              <p14:xfrm>
                <a:off x="1988087" y="3163117"/>
                <a:ext cx="140400" cy="2649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2EAD07F-9002-11F4-C290-5AFF4BA1AA96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970447" y="3145477"/>
                  <a:ext cx="1760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0EAD14B-6799-39A3-F950-5250364C65DE}"/>
                    </a:ext>
                  </a:extLst>
                </p14:cNvPr>
                <p14:cNvContentPartPr/>
                <p14:nvPr/>
              </p14:nvContentPartPr>
              <p14:xfrm>
                <a:off x="2268167" y="3377317"/>
                <a:ext cx="14040" cy="132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0EAD14B-6799-39A3-F950-5250364C65DE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2250167" y="3359677"/>
                  <a:ext cx="49680" cy="16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1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D4B623D0-0F65-08AF-1C76-A086341E71D6}"/>
                  </a:ext>
                </a:extLst>
              </p14:cNvPr>
              <p14:cNvContentPartPr/>
              <p14:nvPr/>
            </p14:nvContentPartPr>
            <p14:xfrm>
              <a:off x="255047" y="3725797"/>
              <a:ext cx="15120" cy="31356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D4B623D0-0F65-08AF-1C76-A086341E71D6}"/>
                  </a:ext>
                </a:extLst>
              </p:cNvPr>
              <p:cNvPicPr/>
              <p:nvPr/>
            </p:nvPicPr>
            <p:blipFill>
              <a:blip r:embed="rId452"/>
              <a:stretch>
                <a:fillRect/>
              </a:stretch>
            </p:blipFill>
            <p:spPr>
              <a:xfrm>
                <a:off x="237047" y="3708157"/>
                <a:ext cx="5076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3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12D3ABAF-B41E-B9BF-08A7-E70AD2F2F48C}"/>
                  </a:ext>
                </a:extLst>
              </p14:cNvPr>
              <p14:cNvContentPartPr/>
              <p14:nvPr/>
            </p14:nvContentPartPr>
            <p14:xfrm>
              <a:off x="240647" y="3696637"/>
              <a:ext cx="156240" cy="30492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12D3ABAF-B41E-B9BF-08A7-E70AD2F2F48C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222647" y="3678637"/>
                <a:ext cx="19188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A5C0728D-C72D-68FF-7B3F-1E3083E3BB64}"/>
                  </a:ext>
                </a:extLst>
              </p14:cNvPr>
              <p14:cNvContentPartPr/>
              <p14:nvPr/>
            </p14:nvContentPartPr>
            <p14:xfrm>
              <a:off x="405887" y="3946837"/>
              <a:ext cx="98640" cy="19476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A5C0728D-C72D-68FF-7B3F-1E3083E3BB64}"/>
                  </a:ext>
                </a:extLst>
              </p:cNvPr>
              <p:cNvPicPr/>
              <p:nvPr/>
            </p:nvPicPr>
            <p:blipFill>
              <a:blip r:embed="rId456"/>
              <a:stretch>
                <a:fillRect/>
              </a:stretch>
            </p:blipFill>
            <p:spPr>
              <a:xfrm>
                <a:off x="387887" y="3928837"/>
                <a:ext cx="13428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7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81512C00-4B41-206D-6172-5D891DB78355}"/>
                  </a:ext>
                </a:extLst>
              </p14:cNvPr>
              <p14:cNvContentPartPr/>
              <p14:nvPr/>
            </p14:nvContentPartPr>
            <p14:xfrm>
              <a:off x="611087" y="3938197"/>
              <a:ext cx="156600" cy="3204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81512C00-4B41-206D-6172-5D891DB78355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593447" y="3920197"/>
                <a:ext cx="19224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9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5B10958C-3AF0-B6C1-DB23-275C8FDB9D15}"/>
                  </a:ext>
                </a:extLst>
              </p14:cNvPr>
              <p14:cNvContentPartPr/>
              <p14:nvPr/>
            </p14:nvContentPartPr>
            <p14:xfrm>
              <a:off x="767687" y="3866557"/>
              <a:ext cx="26640" cy="17640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5B10958C-3AF0-B6C1-DB23-275C8FDB9D15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749687" y="3848557"/>
                <a:ext cx="6228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1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39F714CB-9CD6-4E89-C49A-9F522C702318}"/>
                  </a:ext>
                </a:extLst>
              </p14:cNvPr>
              <p14:cNvContentPartPr/>
              <p14:nvPr/>
            </p14:nvContentPartPr>
            <p14:xfrm>
              <a:off x="1057127" y="3841717"/>
              <a:ext cx="23400" cy="22392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39F714CB-9CD6-4E89-C49A-9F522C702318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1039127" y="3823717"/>
                <a:ext cx="5904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3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78D87A76-2E8B-E932-AFEF-8F5E07746E51}"/>
                  </a:ext>
                </a:extLst>
              </p14:cNvPr>
              <p14:cNvContentPartPr/>
              <p14:nvPr/>
            </p14:nvContentPartPr>
            <p14:xfrm>
              <a:off x="1078007" y="3785917"/>
              <a:ext cx="161280" cy="28656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78D87A76-2E8B-E932-AFEF-8F5E07746E51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1060007" y="3767917"/>
                <a:ext cx="196920" cy="32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911176E3-2E43-F03C-C23F-1E3B2A1A9A13}"/>
              </a:ext>
            </a:extLst>
          </p:cNvPr>
          <p:cNvGrpSpPr/>
          <p:nvPr/>
        </p:nvGrpSpPr>
        <p:grpSpPr>
          <a:xfrm>
            <a:off x="1276367" y="3820117"/>
            <a:ext cx="852120" cy="456840"/>
            <a:chOff x="1276367" y="3820117"/>
            <a:chExt cx="852120" cy="45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F8ED8BD-9D53-8D1C-84DE-2B1EB1B773AC}"/>
                    </a:ext>
                  </a:extLst>
                </p14:cNvPr>
                <p14:cNvContentPartPr/>
                <p14:nvPr/>
              </p14:nvContentPartPr>
              <p14:xfrm>
                <a:off x="1276367" y="3993637"/>
                <a:ext cx="167400" cy="2833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F8ED8BD-9D53-8D1C-84DE-2B1EB1B773AC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258367" y="3975637"/>
                  <a:ext cx="20304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D83914E-E199-C9D0-C444-3B7A6AAA8F1F}"/>
                    </a:ext>
                  </a:extLst>
                </p14:cNvPr>
                <p14:cNvContentPartPr/>
                <p14:nvPr/>
              </p14:nvContentPartPr>
              <p14:xfrm>
                <a:off x="1585247" y="4015957"/>
                <a:ext cx="130320" cy="108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D83914E-E199-C9D0-C444-3B7A6AAA8F1F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567607" y="3998317"/>
                  <a:ext cx="1659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4810D4F-BB6D-22C3-744C-BEC7D34C6A57}"/>
                    </a:ext>
                  </a:extLst>
                </p14:cNvPr>
                <p14:cNvContentPartPr/>
                <p14:nvPr/>
              </p14:nvContentPartPr>
              <p14:xfrm>
                <a:off x="1833287" y="3820117"/>
                <a:ext cx="173520" cy="2988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4810D4F-BB6D-22C3-744C-BEC7D34C6A57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815287" y="3802117"/>
                  <a:ext cx="20916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6207085-E2EE-6CEF-8D12-562440DE3B99}"/>
                    </a:ext>
                  </a:extLst>
                </p14:cNvPr>
                <p14:cNvContentPartPr/>
                <p14:nvPr/>
              </p14:nvContentPartPr>
              <p14:xfrm>
                <a:off x="2110847" y="4061317"/>
                <a:ext cx="17640" cy="1573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6207085-E2EE-6CEF-8D12-562440DE3B99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2093207" y="4043677"/>
                  <a:ext cx="5328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CC17D8C4-6A7C-03C1-5FB2-D5D7557E99AB}"/>
              </a:ext>
            </a:extLst>
          </p:cNvPr>
          <p:cNvGrpSpPr/>
          <p:nvPr/>
        </p:nvGrpSpPr>
        <p:grpSpPr>
          <a:xfrm>
            <a:off x="2547167" y="3004717"/>
            <a:ext cx="548640" cy="1856160"/>
            <a:chOff x="2547167" y="3004717"/>
            <a:chExt cx="548640" cy="185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E8FA3A5D-AA95-7A69-B2B3-4523BE509046}"/>
                    </a:ext>
                  </a:extLst>
                </p14:cNvPr>
                <p14:cNvContentPartPr/>
                <p14:nvPr/>
              </p14:nvContentPartPr>
              <p14:xfrm>
                <a:off x="2547167" y="3004717"/>
                <a:ext cx="433800" cy="18561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E8FA3A5D-AA95-7A69-B2B3-4523BE509046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2529527" y="2987077"/>
                  <a:ext cx="469440" cy="18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7E4A218F-849B-17D3-06CD-2DDD127FA2B8}"/>
                    </a:ext>
                  </a:extLst>
                </p14:cNvPr>
                <p14:cNvContentPartPr/>
                <p14:nvPr/>
              </p14:nvContentPartPr>
              <p14:xfrm>
                <a:off x="2993567" y="3221797"/>
                <a:ext cx="26280" cy="1659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7E4A218F-849B-17D3-06CD-2DDD127FA2B8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2975927" y="3204157"/>
                  <a:ext cx="619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939D215-A223-3B6E-410D-1C09E1D4B822}"/>
                    </a:ext>
                  </a:extLst>
                </p14:cNvPr>
                <p14:cNvContentPartPr/>
                <p14:nvPr/>
              </p14:nvContentPartPr>
              <p14:xfrm>
                <a:off x="2907527" y="3725437"/>
                <a:ext cx="188280" cy="1821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939D215-A223-3B6E-410D-1C09E1D4B822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2889887" y="3707437"/>
                  <a:ext cx="2239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599BE33C-F99D-AB57-BFB2-146196DDDDE5}"/>
                    </a:ext>
                  </a:extLst>
                </p14:cNvPr>
                <p14:cNvContentPartPr/>
                <p14:nvPr/>
              </p14:nvContentPartPr>
              <p14:xfrm>
                <a:off x="2881967" y="4301437"/>
                <a:ext cx="193680" cy="2156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599BE33C-F99D-AB57-BFB2-146196DDDDE5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2864327" y="4283797"/>
                  <a:ext cx="229320" cy="25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1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2F7691A3-3B47-EB7D-1006-E5E833856F65}"/>
                  </a:ext>
                </a:extLst>
              </p14:cNvPr>
              <p14:cNvContentPartPr/>
              <p14:nvPr/>
            </p14:nvContentPartPr>
            <p14:xfrm>
              <a:off x="3430607" y="3203437"/>
              <a:ext cx="173160" cy="22896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2F7691A3-3B47-EB7D-1006-E5E833856F65}"/>
                  </a:ext>
                </a:extLst>
              </p:cNvPr>
              <p:cNvPicPr/>
              <p:nvPr/>
            </p:nvPicPr>
            <p:blipFill>
              <a:blip r:embed="rId482"/>
              <a:stretch>
                <a:fillRect/>
              </a:stretch>
            </p:blipFill>
            <p:spPr>
              <a:xfrm>
                <a:off x="3412967" y="3185437"/>
                <a:ext cx="20880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3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F276C254-808A-7A27-F619-4DF07D9D5A16}"/>
                  </a:ext>
                </a:extLst>
              </p14:cNvPr>
              <p14:cNvContentPartPr/>
              <p14:nvPr/>
            </p14:nvContentPartPr>
            <p14:xfrm>
              <a:off x="3460487" y="3696277"/>
              <a:ext cx="213120" cy="23220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F276C254-808A-7A27-F619-4DF07D9D5A16}"/>
                  </a:ext>
                </a:extLst>
              </p:cNvPr>
              <p:cNvPicPr/>
              <p:nvPr/>
            </p:nvPicPr>
            <p:blipFill>
              <a:blip r:embed="rId484"/>
              <a:stretch>
                <a:fillRect/>
              </a:stretch>
            </p:blipFill>
            <p:spPr>
              <a:xfrm>
                <a:off x="3442487" y="3678277"/>
                <a:ext cx="24876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5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CDC652BA-F56C-B54F-F65C-3EC408E2D129}"/>
                  </a:ext>
                </a:extLst>
              </p14:cNvPr>
              <p14:cNvContentPartPr/>
              <p14:nvPr/>
            </p14:nvContentPartPr>
            <p14:xfrm>
              <a:off x="4255367" y="3199117"/>
              <a:ext cx="130680" cy="28656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CDC652BA-F56C-B54F-F65C-3EC408E2D129}"/>
                  </a:ext>
                </a:extLst>
              </p:cNvPr>
              <p:cNvPicPr/>
              <p:nvPr/>
            </p:nvPicPr>
            <p:blipFill>
              <a:blip r:embed="rId486"/>
              <a:stretch>
                <a:fillRect/>
              </a:stretch>
            </p:blipFill>
            <p:spPr>
              <a:xfrm>
                <a:off x="4237727" y="3181477"/>
                <a:ext cx="16632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7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0F04D7BF-547C-2DC7-24B0-9CA19DBFCB15}"/>
                  </a:ext>
                </a:extLst>
              </p14:cNvPr>
              <p14:cNvContentPartPr/>
              <p14:nvPr/>
            </p14:nvContentPartPr>
            <p14:xfrm>
              <a:off x="4211807" y="3705997"/>
              <a:ext cx="253080" cy="21024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0F04D7BF-547C-2DC7-24B0-9CA19DBFCB15}"/>
                  </a:ext>
                </a:extLst>
              </p:cNvPr>
              <p:cNvPicPr/>
              <p:nvPr/>
            </p:nvPicPr>
            <p:blipFill>
              <a:blip r:embed="rId488"/>
              <a:stretch>
                <a:fillRect/>
              </a:stretch>
            </p:blipFill>
            <p:spPr>
              <a:xfrm>
                <a:off x="4193807" y="3687997"/>
                <a:ext cx="28872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9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72F7670D-B7E2-E2B9-7CD5-CEDD17B417FE}"/>
                  </a:ext>
                </a:extLst>
              </p14:cNvPr>
              <p14:cNvContentPartPr/>
              <p14:nvPr/>
            </p14:nvContentPartPr>
            <p14:xfrm>
              <a:off x="3360407" y="4221877"/>
              <a:ext cx="248040" cy="28440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72F7670D-B7E2-E2B9-7CD5-CEDD17B417FE}"/>
                  </a:ext>
                </a:extLst>
              </p:cNvPr>
              <p:cNvPicPr/>
              <p:nvPr/>
            </p:nvPicPr>
            <p:blipFill>
              <a:blip r:embed="rId490"/>
              <a:stretch>
                <a:fillRect/>
              </a:stretch>
            </p:blipFill>
            <p:spPr>
              <a:xfrm>
                <a:off x="3342407" y="4204237"/>
                <a:ext cx="28368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1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D30141E7-07F7-2032-2AEE-A2FDC9F2DB87}"/>
                  </a:ext>
                </a:extLst>
              </p14:cNvPr>
              <p14:cNvContentPartPr/>
              <p14:nvPr/>
            </p14:nvContentPartPr>
            <p14:xfrm>
              <a:off x="4218647" y="4255357"/>
              <a:ext cx="223200" cy="30024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D30141E7-07F7-2032-2AEE-A2FDC9F2DB87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4201007" y="4237357"/>
                <a:ext cx="258840" cy="33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3" name="Group 302">
            <a:extLst>
              <a:ext uri="{FF2B5EF4-FFF2-40B4-BE49-F238E27FC236}">
                <a16:creationId xmlns:a16="http://schemas.microsoft.com/office/drawing/2014/main" id="{405CE8F5-2209-4E82-2E07-10B090787C01}"/>
              </a:ext>
            </a:extLst>
          </p:cNvPr>
          <p:cNvGrpSpPr/>
          <p:nvPr/>
        </p:nvGrpSpPr>
        <p:grpSpPr>
          <a:xfrm>
            <a:off x="380687" y="5239237"/>
            <a:ext cx="716400" cy="417960"/>
            <a:chOff x="380687" y="5239237"/>
            <a:chExt cx="716400" cy="41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F6DE545E-AE9A-21C7-D00B-1F84341C60BB}"/>
                    </a:ext>
                  </a:extLst>
                </p14:cNvPr>
                <p14:cNvContentPartPr/>
                <p14:nvPr/>
              </p14:nvContentPartPr>
              <p14:xfrm>
                <a:off x="401927" y="5243557"/>
                <a:ext cx="41040" cy="2455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F6DE545E-AE9A-21C7-D00B-1F84341C60BB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384287" y="5225917"/>
                  <a:ext cx="766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1DAFA89F-4E80-A26B-8648-57BE4A268E21}"/>
                    </a:ext>
                  </a:extLst>
                </p14:cNvPr>
                <p14:cNvContentPartPr/>
                <p14:nvPr/>
              </p14:nvContentPartPr>
              <p14:xfrm>
                <a:off x="380687" y="5239237"/>
                <a:ext cx="160560" cy="2293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1DAFA89F-4E80-A26B-8648-57BE4A268E21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362687" y="5221597"/>
                  <a:ext cx="1962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28D459A1-A951-003C-2069-2662530D5819}"/>
                    </a:ext>
                  </a:extLst>
                </p14:cNvPr>
                <p14:cNvContentPartPr/>
                <p14:nvPr/>
              </p14:nvContentPartPr>
              <p14:xfrm>
                <a:off x="553127" y="5441197"/>
                <a:ext cx="186480" cy="2160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28D459A1-A951-003C-2069-2662530D5819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535487" y="5423197"/>
                  <a:ext cx="2221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D1463F8-9E20-D432-5033-2A7D4ADD925C}"/>
                    </a:ext>
                  </a:extLst>
                </p14:cNvPr>
                <p14:cNvContentPartPr/>
                <p14:nvPr/>
              </p14:nvContentPartPr>
              <p14:xfrm>
                <a:off x="841127" y="5511397"/>
                <a:ext cx="32760" cy="1044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D1463F8-9E20-D432-5033-2A7D4ADD925C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823487" y="5493397"/>
                  <a:ext cx="684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2452E67-92C0-B566-B99B-6652F42ED99C}"/>
                    </a:ext>
                  </a:extLst>
                </p14:cNvPr>
                <p14:cNvContentPartPr/>
                <p14:nvPr/>
              </p14:nvContentPartPr>
              <p14:xfrm>
                <a:off x="986927" y="5381437"/>
                <a:ext cx="110160" cy="2426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2452E67-92C0-B566-B99B-6652F42ED99C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969287" y="5363797"/>
                  <a:ext cx="14580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75D8512F-130F-1653-CD23-2DD6D829B97C}"/>
              </a:ext>
            </a:extLst>
          </p:cNvPr>
          <p:cNvGrpSpPr/>
          <p:nvPr/>
        </p:nvGrpSpPr>
        <p:grpSpPr>
          <a:xfrm>
            <a:off x="1565087" y="5050597"/>
            <a:ext cx="506880" cy="1545480"/>
            <a:chOff x="1565087" y="5050597"/>
            <a:chExt cx="506880" cy="154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122BA0C-D83C-4323-7B55-8932C5F634A1}"/>
                    </a:ext>
                  </a:extLst>
                </p14:cNvPr>
                <p14:cNvContentPartPr/>
                <p14:nvPr/>
              </p14:nvContentPartPr>
              <p14:xfrm>
                <a:off x="1565087" y="5050597"/>
                <a:ext cx="316800" cy="154548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122BA0C-D83C-4323-7B55-8932C5F634A1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547087" y="5032597"/>
                  <a:ext cx="352440" cy="158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545B816C-4D6E-C417-9881-83AC4A0A0209}"/>
                    </a:ext>
                  </a:extLst>
                </p14:cNvPr>
                <p14:cNvContentPartPr/>
                <p14:nvPr/>
              </p14:nvContentPartPr>
              <p14:xfrm>
                <a:off x="2052887" y="5247877"/>
                <a:ext cx="19080" cy="2260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545B816C-4D6E-C417-9881-83AC4A0A0209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2034887" y="5230237"/>
                  <a:ext cx="54720" cy="26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7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EC54D1A2-5572-166E-9CCC-1070AF1ECBCF}"/>
                  </a:ext>
                </a:extLst>
              </p14:cNvPr>
              <p14:cNvContentPartPr/>
              <p14:nvPr/>
            </p14:nvContentPartPr>
            <p14:xfrm>
              <a:off x="2422247" y="5256157"/>
              <a:ext cx="167040" cy="20772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EC54D1A2-5572-166E-9CCC-1070AF1ECBCF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2404607" y="5238157"/>
                <a:ext cx="20268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9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A4722EA6-B5B1-2840-39E1-B33D70394E29}"/>
                  </a:ext>
                </a:extLst>
              </p14:cNvPr>
              <p14:cNvContentPartPr/>
              <p14:nvPr/>
            </p14:nvContentPartPr>
            <p14:xfrm>
              <a:off x="2091407" y="5743237"/>
              <a:ext cx="151920" cy="16956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A4722EA6-B5B1-2840-39E1-B33D70394E29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2073407" y="5725237"/>
                <a:ext cx="18756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1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35B8BD4D-F0BB-7716-96DB-BF1633C0006E}"/>
                  </a:ext>
                </a:extLst>
              </p14:cNvPr>
              <p14:cNvContentPartPr/>
              <p14:nvPr/>
            </p14:nvContentPartPr>
            <p14:xfrm>
              <a:off x="2538167" y="5761237"/>
              <a:ext cx="141480" cy="20520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35B8BD4D-F0BB-7716-96DB-BF1633C0006E}"/>
                  </a:ext>
                </a:extLst>
              </p:cNvPr>
              <p:cNvPicPr/>
              <p:nvPr/>
            </p:nvPicPr>
            <p:blipFill>
              <a:blip r:embed="rId512"/>
              <a:stretch>
                <a:fillRect/>
              </a:stretch>
            </p:blipFill>
            <p:spPr>
              <a:xfrm>
                <a:off x="2520527" y="5743597"/>
                <a:ext cx="17712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3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62BC8BC2-8BE1-C18A-76E4-870F2FA2A3E5}"/>
                  </a:ext>
                </a:extLst>
              </p14:cNvPr>
              <p14:cNvContentPartPr/>
              <p14:nvPr/>
            </p14:nvContentPartPr>
            <p14:xfrm>
              <a:off x="2073407" y="6160117"/>
              <a:ext cx="154800" cy="25056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62BC8BC2-8BE1-C18A-76E4-870F2FA2A3E5}"/>
                  </a:ext>
                </a:extLst>
              </p:cNvPr>
              <p:cNvPicPr/>
              <p:nvPr/>
            </p:nvPicPr>
            <p:blipFill>
              <a:blip r:embed="rId514"/>
              <a:stretch>
                <a:fillRect/>
              </a:stretch>
            </p:blipFill>
            <p:spPr>
              <a:xfrm>
                <a:off x="2055767" y="6142117"/>
                <a:ext cx="19044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5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962B00DA-D003-CCE6-87CA-8B0279B4A8D9}"/>
                  </a:ext>
                </a:extLst>
              </p14:cNvPr>
              <p14:cNvContentPartPr/>
              <p14:nvPr/>
            </p14:nvContentPartPr>
            <p14:xfrm>
              <a:off x="2552567" y="6178477"/>
              <a:ext cx="178200" cy="20988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962B00DA-D003-CCE6-87CA-8B0279B4A8D9}"/>
                  </a:ext>
                </a:extLst>
              </p:cNvPr>
              <p:cNvPicPr/>
              <p:nvPr/>
            </p:nvPicPr>
            <p:blipFill>
              <a:blip r:embed="rId516"/>
              <a:stretch>
                <a:fillRect/>
              </a:stretch>
            </p:blipFill>
            <p:spPr>
              <a:xfrm>
                <a:off x="2534927" y="6160477"/>
                <a:ext cx="213840" cy="24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0" name="Group 319">
            <a:extLst>
              <a:ext uri="{FF2B5EF4-FFF2-40B4-BE49-F238E27FC236}">
                <a16:creationId xmlns:a16="http://schemas.microsoft.com/office/drawing/2014/main" id="{0AEB542B-645C-FCA9-B9AE-F307CB3D69B6}"/>
              </a:ext>
            </a:extLst>
          </p:cNvPr>
          <p:cNvGrpSpPr/>
          <p:nvPr/>
        </p:nvGrpSpPr>
        <p:grpSpPr>
          <a:xfrm>
            <a:off x="3159527" y="5050957"/>
            <a:ext cx="1100160" cy="1715400"/>
            <a:chOff x="3159527" y="5050957"/>
            <a:chExt cx="1100160" cy="171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FC7C5D5C-C101-D4BB-45AD-C54D82B0E151}"/>
                    </a:ext>
                  </a:extLst>
                </p14:cNvPr>
                <p14:cNvContentPartPr/>
                <p14:nvPr/>
              </p14:nvContentPartPr>
              <p14:xfrm>
                <a:off x="3173927" y="5246797"/>
                <a:ext cx="145440" cy="2095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FC7C5D5C-C101-D4BB-45AD-C54D82B0E151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3155927" y="5228797"/>
                  <a:ext cx="1810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9A20B2A6-6646-5227-3769-1F6EA176B11B}"/>
                    </a:ext>
                  </a:extLst>
                </p14:cNvPr>
                <p14:cNvContentPartPr/>
                <p14:nvPr/>
              </p14:nvContentPartPr>
              <p14:xfrm>
                <a:off x="3680807" y="5269117"/>
                <a:ext cx="213480" cy="24768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9A20B2A6-6646-5227-3769-1F6EA176B11B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3663167" y="5251477"/>
                  <a:ext cx="2491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917520FB-4712-C431-698B-25E0BC4B03EF}"/>
                    </a:ext>
                  </a:extLst>
                </p14:cNvPr>
                <p14:cNvContentPartPr/>
                <p14:nvPr/>
              </p14:nvContentPartPr>
              <p14:xfrm>
                <a:off x="3159527" y="5775277"/>
                <a:ext cx="156960" cy="1954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917520FB-4712-C431-698B-25E0BC4B03EF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3141527" y="5757277"/>
                  <a:ext cx="1926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C0C8338B-D1AD-977A-6B22-27DBF1A1416C}"/>
                    </a:ext>
                  </a:extLst>
                </p14:cNvPr>
                <p14:cNvContentPartPr/>
                <p14:nvPr/>
              </p14:nvContentPartPr>
              <p14:xfrm>
                <a:off x="3564527" y="5867077"/>
                <a:ext cx="117360" cy="108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C0C8338B-D1AD-977A-6B22-27DBF1A1416C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3546887" y="5849437"/>
                  <a:ext cx="153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AA5C3669-797D-BA0E-688B-8C7F20276A10}"/>
                    </a:ext>
                  </a:extLst>
                </p14:cNvPr>
                <p14:cNvContentPartPr/>
                <p14:nvPr/>
              </p14:nvContentPartPr>
              <p14:xfrm>
                <a:off x="3797807" y="5773117"/>
                <a:ext cx="222480" cy="1933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AA5C3669-797D-BA0E-688B-8C7F20276A10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3779807" y="5755117"/>
                  <a:ext cx="2581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B923ACA-9B5B-742B-66C2-CEFCCBC2E1B0}"/>
                    </a:ext>
                  </a:extLst>
                </p14:cNvPr>
                <p14:cNvContentPartPr/>
                <p14:nvPr/>
              </p14:nvContentPartPr>
              <p14:xfrm>
                <a:off x="3209207" y="6243277"/>
                <a:ext cx="155520" cy="20988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B923ACA-9B5B-742B-66C2-CEFCCBC2E1B0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3191207" y="6225637"/>
                  <a:ext cx="1911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035EAD09-0E7D-8BEC-4312-D09374EC1FE9}"/>
                    </a:ext>
                  </a:extLst>
                </p14:cNvPr>
                <p14:cNvContentPartPr/>
                <p14:nvPr/>
              </p14:nvContentPartPr>
              <p14:xfrm>
                <a:off x="3709607" y="6241117"/>
                <a:ext cx="228600" cy="2383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035EAD09-0E7D-8BEC-4312-D09374EC1FE9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3691607" y="6223477"/>
                  <a:ext cx="2642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F3F45F3A-64E4-3062-4A8B-609B17256643}"/>
                    </a:ext>
                  </a:extLst>
                </p14:cNvPr>
                <p14:cNvContentPartPr/>
                <p14:nvPr/>
              </p14:nvContentPartPr>
              <p14:xfrm>
                <a:off x="3871247" y="5050957"/>
                <a:ext cx="388440" cy="171540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F3F45F3A-64E4-3062-4A8B-609B17256643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3853607" y="5032957"/>
                  <a:ext cx="424080" cy="175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A28A52EC-A880-80E7-5A7B-0F11C50EEF59}"/>
              </a:ext>
            </a:extLst>
          </p:cNvPr>
          <p:cNvGrpSpPr/>
          <p:nvPr/>
        </p:nvGrpSpPr>
        <p:grpSpPr>
          <a:xfrm>
            <a:off x="4835687" y="962077"/>
            <a:ext cx="2325240" cy="5679000"/>
            <a:chOff x="4835687" y="962077"/>
            <a:chExt cx="2325240" cy="567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74ECB13-5AA0-5DDC-DD6F-93FB06D1135D}"/>
                    </a:ext>
                  </a:extLst>
                </p14:cNvPr>
                <p14:cNvContentPartPr/>
                <p14:nvPr/>
              </p14:nvContentPartPr>
              <p14:xfrm>
                <a:off x="4926047" y="3159517"/>
                <a:ext cx="235440" cy="2926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74ECB13-5AA0-5DDC-DD6F-93FB06D1135D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4908407" y="3141517"/>
                  <a:ext cx="2710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97048D34-A7CE-EA57-7326-0C647060FD70}"/>
                    </a:ext>
                  </a:extLst>
                </p14:cNvPr>
                <p14:cNvContentPartPr/>
                <p14:nvPr/>
              </p14:nvContentPartPr>
              <p14:xfrm>
                <a:off x="5032967" y="3704557"/>
                <a:ext cx="12240" cy="298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97048D34-A7CE-EA57-7326-0C647060FD70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5014967" y="3686917"/>
                  <a:ext cx="478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FA6B947-9859-EDC8-B3EA-BBCF0577E05F}"/>
                    </a:ext>
                  </a:extLst>
                </p14:cNvPr>
                <p14:cNvContentPartPr/>
                <p14:nvPr/>
              </p14:nvContentPartPr>
              <p14:xfrm>
                <a:off x="4913447" y="3684757"/>
                <a:ext cx="246600" cy="2343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FA6B947-9859-EDC8-B3EA-BBCF0577E05F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4895807" y="3666757"/>
                  <a:ext cx="2822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5A2370DE-4D39-9C63-2EF1-A5B5A3DF959A}"/>
                    </a:ext>
                  </a:extLst>
                </p14:cNvPr>
                <p14:cNvContentPartPr/>
                <p14:nvPr/>
              </p14:nvContentPartPr>
              <p14:xfrm>
                <a:off x="4835687" y="4366597"/>
                <a:ext cx="165240" cy="154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5A2370DE-4D39-9C63-2EF1-A5B5A3DF959A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4817687" y="4348597"/>
                  <a:ext cx="2008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54E75387-0C32-5820-7091-850B06ABD41F}"/>
                    </a:ext>
                  </a:extLst>
                </p14:cNvPr>
                <p14:cNvContentPartPr/>
                <p14:nvPr/>
              </p14:nvContentPartPr>
              <p14:xfrm>
                <a:off x="5069687" y="4245997"/>
                <a:ext cx="176760" cy="2386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54E75387-0C32-5820-7091-850B06ABD41F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5052047" y="4227997"/>
                  <a:ext cx="2124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F73C71ED-9C9D-0975-620B-5654FA902ABC}"/>
                    </a:ext>
                  </a:extLst>
                </p14:cNvPr>
                <p14:cNvContentPartPr/>
                <p14:nvPr/>
              </p14:nvContentPartPr>
              <p14:xfrm>
                <a:off x="5096327" y="3045397"/>
                <a:ext cx="484920" cy="16905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F73C71ED-9C9D-0975-620B-5654FA902ABC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5078687" y="3027757"/>
                  <a:ext cx="520560" cy="172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08CA466D-EEFA-E2D0-94FC-7A4C415F6EEF}"/>
                    </a:ext>
                  </a:extLst>
                </p14:cNvPr>
                <p14:cNvContentPartPr/>
                <p14:nvPr/>
              </p14:nvContentPartPr>
              <p14:xfrm>
                <a:off x="4890767" y="962077"/>
                <a:ext cx="2270160" cy="567900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08CA466D-EEFA-E2D0-94FC-7A4C415F6EEF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4872767" y="944437"/>
                  <a:ext cx="2305800" cy="571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52A0B961-3429-3B1D-9570-3E4C6D20FC7A}"/>
              </a:ext>
            </a:extLst>
          </p:cNvPr>
          <p:cNvGrpSpPr/>
          <p:nvPr/>
        </p:nvGrpSpPr>
        <p:grpSpPr>
          <a:xfrm>
            <a:off x="7495727" y="943717"/>
            <a:ext cx="1344600" cy="1662840"/>
            <a:chOff x="7495727" y="943717"/>
            <a:chExt cx="1344600" cy="166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CDF7D981-6A34-0018-EFEF-36C87B292248}"/>
                    </a:ext>
                  </a:extLst>
                </p14:cNvPr>
                <p14:cNvContentPartPr/>
                <p14:nvPr/>
              </p14:nvContentPartPr>
              <p14:xfrm>
                <a:off x="7495727" y="1396957"/>
                <a:ext cx="181080" cy="3312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CDF7D981-6A34-0018-EFEF-36C87B292248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7478087" y="1378957"/>
                  <a:ext cx="2167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4632866-59C4-F420-C8C4-32C420FC4447}"/>
                    </a:ext>
                  </a:extLst>
                </p14:cNvPr>
                <p14:cNvContentPartPr/>
                <p14:nvPr/>
              </p14:nvContentPartPr>
              <p14:xfrm>
                <a:off x="7766807" y="1270597"/>
                <a:ext cx="26280" cy="25056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4632866-59C4-F420-C8C4-32C420FC4447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7748807" y="1252597"/>
                  <a:ext cx="61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96997A40-5A1B-1741-EE02-3A0410183FE5}"/>
                    </a:ext>
                  </a:extLst>
                </p14:cNvPr>
                <p14:cNvContentPartPr/>
                <p14:nvPr/>
              </p14:nvContentPartPr>
              <p14:xfrm>
                <a:off x="7617407" y="1598197"/>
                <a:ext cx="206280" cy="3816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96997A40-5A1B-1741-EE02-3A0410183FE5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7599767" y="1580197"/>
                  <a:ext cx="2419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97DA8BC9-152C-6346-357A-FA55FD476EF3}"/>
                    </a:ext>
                  </a:extLst>
                </p14:cNvPr>
                <p14:cNvContentPartPr/>
                <p14:nvPr/>
              </p14:nvContentPartPr>
              <p14:xfrm>
                <a:off x="7668887" y="1731757"/>
                <a:ext cx="235080" cy="18036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97DA8BC9-152C-6346-357A-FA55FD476EF3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7650887" y="1714117"/>
                  <a:ext cx="2707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6519B116-69F1-884F-9582-31B1696758CB}"/>
                    </a:ext>
                  </a:extLst>
                </p14:cNvPr>
                <p14:cNvContentPartPr/>
                <p14:nvPr/>
              </p14:nvContentPartPr>
              <p14:xfrm>
                <a:off x="8034287" y="1340797"/>
                <a:ext cx="38160" cy="18756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6519B116-69F1-884F-9582-31B1696758CB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8016647" y="1323157"/>
                  <a:ext cx="738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7600A4C3-97AD-A4E8-50F7-2ADA117B6E2B}"/>
                    </a:ext>
                  </a:extLst>
                </p14:cNvPr>
                <p14:cNvContentPartPr/>
                <p14:nvPr/>
              </p14:nvContentPartPr>
              <p14:xfrm>
                <a:off x="8056967" y="1293637"/>
                <a:ext cx="149040" cy="26208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7600A4C3-97AD-A4E8-50F7-2ADA117B6E2B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8038967" y="1275997"/>
                  <a:ext cx="1846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3F2E52B4-9A35-7922-947D-7532BAE04964}"/>
                    </a:ext>
                  </a:extLst>
                </p14:cNvPr>
                <p14:cNvContentPartPr/>
                <p14:nvPr/>
              </p14:nvContentPartPr>
              <p14:xfrm>
                <a:off x="8227607" y="1517197"/>
                <a:ext cx="196560" cy="14004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3F2E52B4-9A35-7922-947D-7532BAE04964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8209967" y="1499557"/>
                  <a:ext cx="2322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675DE858-831E-DF08-19CF-A4DAE0F95AC7}"/>
                    </a:ext>
                  </a:extLst>
                </p14:cNvPr>
                <p14:cNvContentPartPr/>
                <p14:nvPr/>
              </p14:nvContentPartPr>
              <p14:xfrm>
                <a:off x="8606327" y="943717"/>
                <a:ext cx="234000" cy="166284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675DE858-831E-DF08-19CF-A4DAE0F95AC7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8588687" y="926077"/>
                  <a:ext cx="269640" cy="169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3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4E6C3DC4-F05C-7475-A6D8-572F296C07FB}"/>
                  </a:ext>
                </a:extLst>
              </p14:cNvPr>
              <p14:cNvContentPartPr/>
              <p14:nvPr/>
            </p14:nvContentPartPr>
            <p14:xfrm>
              <a:off x="9150287" y="1097797"/>
              <a:ext cx="6120" cy="197640"/>
            </p14:xfrm>
          </p:contentPart>
        </mc:Choice>
        <mc:Fallback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4E6C3DC4-F05C-7475-A6D8-572F296C07FB}"/>
                  </a:ext>
                </a:extLst>
              </p:cNvPr>
              <p:cNvPicPr/>
              <p:nvPr/>
            </p:nvPicPr>
            <p:blipFill>
              <a:blip r:embed="rId564"/>
              <a:stretch>
                <a:fillRect/>
              </a:stretch>
            </p:blipFill>
            <p:spPr>
              <a:xfrm>
                <a:off x="9132287" y="1080157"/>
                <a:ext cx="4176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5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E7182DCC-16A5-D2E2-9C75-6AEEF188B4F4}"/>
                  </a:ext>
                </a:extLst>
              </p14:cNvPr>
              <p14:cNvContentPartPr/>
              <p14:nvPr/>
            </p14:nvContentPartPr>
            <p14:xfrm>
              <a:off x="9727007" y="999157"/>
              <a:ext cx="156240" cy="24984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E7182DCC-16A5-D2E2-9C75-6AEEF188B4F4}"/>
                  </a:ext>
                </a:extLst>
              </p:cNvPr>
              <p:cNvPicPr/>
              <p:nvPr/>
            </p:nvPicPr>
            <p:blipFill>
              <a:blip r:embed="rId566"/>
              <a:stretch>
                <a:fillRect/>
              </a:stretch>
            </p:blipFill>
            <p:spPr>
              <a:xfrm>
                <a:off x="9709367" y="981157"/>
                <a:ext cx="19188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7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CB7D97C2-67D4-8EB7-7B4E-A379FA1521DB}"/>
                  </a:ext>
                </a:extLst>
              </p14:cNvPr>
              <p14:cNvContentPartPr/>
              <p14:nvPr/>
            </p14:nvContentPartPr>
            <p14:xfrm>
              <a:off x="10229927" y="1047397"/>
              <a:ext cx="158040" cy="203040"/>
            </p14:xfrm>
          </p:contentPart>
        </mc:Choice>
        <mc:Fallback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CB7D97C2-67D4-8EB7-7B4E-A379FA1521DB}"/>
                  </a:ext>
                </a:extLst>
              </p:cNvPr>
              <p:cNvPicPr/>
              <p:nvPr/>
            </p:nvPicPr>
            <p:blipFill>
              <a:blip r:embed="rId568"/>
              <a:stretch>
                <a:fillRect/>
              </a:stretch>
            </p:blipFill>
            <p:spPr>
              <a:xfrm>
                <a:off x="10212287" y="1029397"/>
                <a:ext cx="1936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9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750A409A-53C8-2627-CE96-5871BE52C101}"/>
                  </a:ext>
                </a:extLst>
              </p14:cNvPr>
              <p14:cNvContentPartPr/>
              <p14:nvPr/>
            </p14:nvContentPartPr>
            <p14:xfrm>
              <a:off x="9171887" y="1567597"/>
              <a:ext cx="178200" cy="207360"/>
            </p14:xfrm>
          </p:contentPart>
        </mc:Choice>
        <mc:Fallback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750A409A-53C8-2627-CE96-5871BE52C101}"/>
                  </a:ext>
                </a:extLst>
              </p:cNvPr>
              <p:cNvPicPr/>
              <p:nvPr/>
            </p:nvPicPr>
            <p:blipFill>
              <a:blip r:embed="rId570"/>
              <a:stretch>
                <a:fillRect/>
              </a:stretch>
            </p:blipFill>
            <p:spPr>
              <a:xfrm>
                <a:off x="9154247" y="1549957"/>
                <a:ext cx="2138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1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80276407-702F-B792-CFB3-C002780BB0AC}"/>
                  </a:ext>
                </a:extLst>
              </p14:cNvPr>
              <p14:cNvContentPartPr/>
              <p14:nvPr/>
            </p14:nvContentPartPr>
            <p14:xfrm>
              <a:off x="9769847" y="1527637"/>
              <a:ext cx="171360" cy="232200"/>
            </p14:xfrm>
          </p:contentPart>
        </mc:Choice>
        <mc:Fallback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80276407-702F-B792-CFB3-C002780BB0AC}"/>
                  </a:ext>
                </a:extLst>
              </p:cNvPr>
              <p:cNvPicPr/>
              <p:nvPr/>
            </p:nvPicPr>
            <p:blipFill>
              <a:blip r:embed="rId572"/>
              <a:stretch>
                <a:fillRect/>
              </a:stretch>
            </p:blipFill>
            <p:spPr>
              <a:xfrm>
                <a:off x="9751847" y="1509637"/>
                <a:ext cx="20700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3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8FFD9E14-0029-1638-ECE0-36A41A1B5F11}"/>
                  </a:ext>
                </a:extLst>
              </p14:cNvPr>
              <p14:cNvContentPartPr/>
              <p14:nvPr/>
            </p14:nvContentPartPr>
            <p14:xfrm>
              <a:off x="10368527" y="1530517"/>
              <a:ext cx="144360" cy="201600"/>
            </p14:xfrm>
          </p:contentPart>
        </mc:Choice>
        <mc:Fallback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8FFD9E14-0029-1638-ECE0-36A41A1B5F11}"/>
                  </a:ext>
                </a:extLst>
              </p:cNvPr>
              <p:cNvPicPr/>
              <p:nvPr/>
            </p:nvPicPr>
            <p:blipFill>
              <a:blip r:embed="rId574"/>
              <a:stretch>
                <a:fillRect/>
              </a:stretch>
            </p:blipFill>
            <p:spPr>
              <a:xfrm>
                <a:off x="10350887" y="1512877"/>
                <a:ext cx="18000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5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0FB3AA2E-1E1E-760F-80CD-6C27DDC83353}"/>
                  </a:ext>
                </a:extLst>
              </p14:cNvPr>
              <p14:cNvContentPartPr/>
              <p14:nvPr/>
            </p14:nvContentPartPr>
            <p14:xfrm>
              <a:off x="9265487" y="2082397"/>
              <a:ext cx="164520" cy="224280"/>
            </p14:xfrm>
          </p:contentPart>
        </mc:Choice>
        <mc:Fallback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0FB3AA2E-1E1E-760F-80CD-6C27DDC83353}"/>
                  </a:ext>
                </a:extLst>
              </p:cNvPr>
              <p:cNvPicPr/>
              <p:nvPr/>
            </p:nvPicPr>
            <p:blipFill>
              <a:blip r:embed="rId576"/>
              <a:stretch>
                <a:fillRect/>
              </a:stretch>
            </p:blipFill>
            <p:spPr>
              <a:xfrm>
                <a:off x="9247487" y="2064397"/>
                <a:ext cx="2001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7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A02E1089-37CC-1747-D1E4-E233B45D63FC}"/>
                  </a:ext>
                </a:extLst>
              </p14:cNvPr>
              <p14:cNvContentPartPr/>
              <p14:nvPr/>
            </p14:nvContentPartPr>
            <p14:xfrm>
              <a:off x="9757247" y="2054317"/>
              <a:ext cx="178920" cy="244800"/>
            </p14:xfrm>
          </p:contentPart>
        </mc:Choice>
        <mc:Fallback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A02E1089-37CC-1747-D1E4-E233B45D63FC}"/>
                  </a:ext>
                </a:extLst>
              </p:cNvPr>
              <p:cNvPicPr/>
              <p:nvPr/>
            </p:nvPicPr>
            <p:blipFill>
              <a:blip r:embed="rId578"/>
              <a:stretch>
                <a:fillRect/>
              </a:stretch>
            </p:blipFill>
            <p:spPr>
              <a:xfrm>
                <a:off x="9739607" y="2036677"/>
                <a:ext cx="21456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9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9471A589-A179-0575-A3E6-69F2C88263E0}"/>
                  </a:ext>
                </a:extLst>
              </p14:cNvPr>
              <p14:cNvContentPartPr/>
              <p14:nvPr/>
            </p14:nvContentPartPr>
            <p14:xfrm>
              <a:off x="10308767" y="2053237"/>
              <a:ext cx="186480" cy="245160"/>
            </p14:xfrm>
          </p:contentPart>
        </mc:Choice>
        <mc:Fallback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9471A589-A179-0575-A3E6-69F2C88263E0}"/>
                  </a:ext>
                </a:extLst>
              </p:cNvPr>
              <p:cNvPicPr/>
              <p:nvPr/>
            </p:nvPicPr>
            <p:blipFill>
              <a:blip r:embed="rId580"/>
              <a:stretch>
                <a:fillRect/>
              </a:stretch>
            </p:blipFill>
            <p:spPr>
              <a:xfrm>
                <a:off x="10290767" y="2035237"/>
                <a:ext cx="222120" cy="28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5" name="Group 344">
            <a:extLst>
              <a:ext uri="{FF2B5EF4-FFF2-40B4-BE49-F238E27FC236}">
                <a16:creationId xmlns:a16="http://schemas.microsoft.com/office/drawing/2014/main" id="{909EAE63-165C-A45E-B652-7C8F948B6D59}"/>
              </a:ext>
            </a:extLst>
          </p:cNvPr>
          <p:cNvGrpSpPr/>
          <p:nvPr/>
        </p:nvGrpSpPr>
        <p:grpSpPr>
          <a:xfrm>
            <a:off x="10765607" y="970717"/>
            <a:ext cx="724320" cy="1629360"/>
            <a:chOff x="10765607" y="970717"/>
            <a:chExt cx="724320" cy="162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54A47C81-31D7-91B2-20D1-DE623C5AA982}"/>
                    </a:ext>
                  </a:extLst>
                </p14:cNvPr>
                <p14:cNvContentPartPr/>
                <p14:nvPr/>
              </p14:nvContentPartPr>
              <p14:xfrm>
                <a:off x="10765607" y="978277"/>
                <a:ext cx="244440" cy="30312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54A47C81-31D7-91B2-20D1-DE623C5AA982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0747967" y="960277"/>
                  <a:ext cx="2800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38A122BF-EA26-8673-80E5-811925397271}"/>
                    </a:ext>
                  </a:extLst>
                </p14:cNvPr>
                <p14:cNvContentPartPr/>
                <p14:nvPr/>
              </p14:nvContentPartPr>
              <p14:xfrm>
                <a:off x="11003927" y="1497037"/>
                <a:ext cx="32040" cy="25020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38A122BF-EA26-8673-80E5-811925397271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10985927" y="1479037"/>
                  <a:ext cx="676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498372B8-F892-FDD9-B545-6C6EF4BBE069}"/>
                    </a:ext>
                  </a:extLst>
                </p14:cNvPr>
                <p14:cNvContentPartPr/>
                <p14:nvPr/>
              </p14:nvContentPartPr>
              <p14:xfrm>
                <a:off x="10848767" y="2086357"/>
                <a:ext cx="237600" cy="21420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498372B8-F892-FDD9-B545-6C6EF4BBE069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10830767" y="2068717"/>
                  <a:ext cx="2732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5021AB9C-F231-729A-AED9-810917603C1A}"/>
                    </a:ext>
                  </a:extLst>
                </p14:cNvPr>
                <p14:cNvContentPartPr/>
                <p14:nvPr/>
              </p14:nvContentPartPr>
              <p14:xfrm>
                <a:off x="11035247" y="970717"/>
                <a:ext cx="454680" cy="162936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5021AB9C-F231-729A-AED9-810917603C1A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11017607" y="952717"/>
                  <a:ext cx="490320" cy="166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9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7141BBFD-04A8-65AF-D061-72E9C0F34F30}"/>
                  </a:ext>
                </a:extLst>
              </p14:cNvPr>
              <p14:cNvContentPartPr/>
              <p14:nvPr/>
            </p14:nvContentPartPr>
            <p14:xfrm>
              <a:off x="8187287" y="3446437"/>
              <a:ext cx="276120" cy="228240"/>
            </p14:xfrm>
          </p:contentPart>
        </mc:Choice>
        <mc:Fallback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7141BBFD-04A8-65AF-D061-72E9C0F34F30}"/>
                  </a:ext>
                </a:extLst>
              </p:cNvPr>
              <p:cNvPicPr/>
              <p:nvPr/>
            </p:nvPicPr>
            <p:blipFill>
              <a:blip r:embed="rId590"/>
              <a:stretch>
                <a:fillRect/>
              </a:stretch>
            </p:blipFill>
            <p:spPr>
              <a:xfrm>
                <a:off x="8169287" y="3428437"/>
                <a:ext cx="311760" cy="26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2" name="Group 361">
            <a:extLst>
              <a:ext uri="{FF2B5EF4-FFF2-40B4-BE49-F238E27FC236}">
                <a16:creationId xmlns:a16="http://schemas.microsoft.com/office/drawing/2014/main" id="{BEE493B5-B788-149C-810E-F13958038467}"/>
              </a:ext>
            </a:extLst>
          </p:cNvPr>
          <p:cNvGrpSpPr/>
          <p:nvPr/>
        </p:nvGrpSpPr>
        <p:grpSpPr>
          <a:xfrm>
            <a:off x="7546487" y="3007237"/>
            <a:ext cx="797040" cy="787320"/>
            <a:chOff x="7546487" y="3007237"/>
            <a:chExt cx="797040" cy="78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B7F5B287-38C8-39B6-4668-45CD2DA656E6}"/>
                    </a:ext>
                  </a:extLst>
                </p14:cNvPr>
                <p14:cNvContentPartPr/>
                <p14:nvPr/>
              </p14:nvContentPartPr>
              <p14:xfrm>
                <a:off x="7546487" y="3034597"/>
                <a:ext cx="300600" cy="2181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B7F5B287-38C8-39B6-4668-45CD2DA656E6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7528847" y="3016597"/>
                  <a:ext cx="3362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F3108004-31AF-6E8A-F3DE-242D1117FED7}"/>
                    </a:ext>
                  </a:extLst>
                </p14:cNvPr>
                <p14:cNvContentPartPr/>
                <p14:nvPr/>
              </p14:nvContentPartPr>
              <p14:xfrm>
                <a:off x="7936007" y="3130357"/>
                <a:ext cx="131400" cy="1980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F3108004-31AF-6E8A-F3DE-242D1117FED7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7918367" y="3112357"/>
                  <a:ext cx="1670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1334B952-35D2-5234-C203-22361FD8FFE7}"/>
                    </a:ext>
                  </a:extLst>
                </p14:cNvPr>
                <p14:cNvContentPartPr/>
                <p14:nvPr/>
              </p14:nvContentPartPr>
              <p14:xfrm>
                <a:off x="8175767" y="3007237"/>
                <a:ext cx="167760" cy="20844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1334B952-35D2-5234-C203-22361FD8FFE7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8158127" y="2989597"/>
                  <a:ext cx="2034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51C37750-C5D8-6F61-DA94-F8AA149F376C}"/>
                    </a:ext>
                  </a:extLst>
                </p14:cNvPr>
                <p14:cNvContentPartPr/>
                <p14:nvPr/>
              </p14:nvContentPartPr>
              <p14:xfrm>
                <a:off x="7552607" y="3447157"/>
                <a:ext cx="146160" cy="34740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51C37750-C5D8-6F61-DA94-F8AA149F376C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7534607" y="3429157"/>
                  <a:ext cx="18180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1F9D216-01DA-22A7-065E-2C42E92B5DE4}"/>
                    </a:ext>
                  </a:extLst>
                </p14:cNvPr>
                <p14:cNvContentPartPr/>
                <p14:nvPr/>
              </p14:nvContentPartPr>
              <p14:xfrm>
                <a:off x="7822607" y="3572077"/>
                <a:ext cx="137880" cy="2880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1F9D216-01DA-22A7-065E-2C42E92B5DE4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7804607" y="3554077"/>
                  <a:ext cx="17352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8ECF21C6-9E76-B53B-4DD8-9C6255CC1CC5}"/>
              </a:ext>
            </a:extLst>
          </p:cNvPr>
          <p:cNvGrpSpPr/>
          <p:nvPr/>
        </p:nvGrpSpPr>
        <p:grpSpPr>
          <a:xfrm>
            <a:off x="8699207" y="3100837"/>
            <a:ext cx="130320" cy="120600"/>
            <a:chOff x="8699207" y="3100837"/>
            <a:chExt cx="130320" cy="12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1DEE0E2F-E455-6FA3-CEBD-908BF10621B8}"/>
                    </a:ext>
                  </a:extLst>
                </p14:cNvPr>
                <p14:cNvContentPartPr/>
                <p14:nvPr/>
              </p14:nvContentPartPr>
              <p14:xfrm>
                <a:off x="8722247" y="3100837"/>
                <a:ext cx="91440" cy="2808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1DEE0E2F-E455-6FA3-CEBD-908BF10621B8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8704247" y="3082837"/>
                  <a:ext cx="1270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1A81A091-70B4-92D9-A509-2F8536750BBE}"/>
                    </a:ext>
                  </a:extLst>
                </p14:cNvPr>
                <p14:cNvContentPartPr/>
                <p14:nvPr/>
              </p14:nvContentPartPr>
              <p14:xfrm>
                <a:off x="8699207" y="3179677"/>
                <a:ext cx="130320" cy="4176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1A81A091-70B4-92D9-A509-2F8536750BBE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8681567" y="3162037"/>
                  <a:ext cx="16596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A1EDB98B-45BB-7F0B-B615-BC31F319D539}"/>
              </a:ext>
            </a:extLst>
          </p:cNvPr>
          <p:cNvGrpSpPr/>
          <p:nvPr/>
        </p:nvGrpSpPr>
        <p:grpSpPr>
          <a:xfrm>
            <a:off x="9217607" y="2734357"/>
            <a:ext cx="1463760" cy="638640"/>
            <a:chOff x="9217607" y="2734357"/>
            <a:chExt cx="1463760" cy="63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7C8945E1-DC2F-BE3F-FB86-01A713C61F72}"/>
                    </a:ext>
                  </a:extLst>
                </p14:cNvPr>
                <p14:cNvContentPartPr/>
                <p14:nvPr/>
              </p14:nvContentPartPr>
              <p14:xfrm>
                <a:off x="9217607" y="2734357"/>
                <a:ext cx="975960" cy="41760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7C8945E1-DC2F-BE3F-FB86-01A713C61F72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9199607" y="2716357"/>
                  <a:ext cx="101160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02736CD0-C5DD-5328-158E-4CD9F754EA8C}"/>
                    </a:ext>
                  </a:extLst>
                </p14:cNvPr>
                <p14:cNvContentPartPr/>
                <p14:nvPr/>
              </p14:nvContentPartPr>
              <p14:xfrm>
                <a:off x="10114367" y="2802757"/>
                <a:ext cx="55440" cy="3168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02736CD0-C5DD-5328-158E-4CD9F754EA8C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10096367" y="2784757"/>
                  <a:ext cx="910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A971E4C8-2B5C-95B0-A37A-0CE328B95D96}"/>
                    </a:ext>
                  </a:extLst>
                </p14:cNvPr>
                <p14:cNvContentPartPr/>
                <p14:nvPr/>
              </p14:nvContentPartPr>
              <p14:xfrm>
                <a:off x="10344047" y="2804197"/>
                <a:ext cx="63360" cy="32436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A971E4C8-2B5C-95B0-A37A-0CE328B95D96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10326047" y="2786557"/>
                  <a:ext cx="9900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E2BD44A4-D180-C743-4709-A0D49A4AC078}"/>
                    </a:ext>
                  </a:extLst>
                </p14:cNvPr>
                <p14:cNvContentPartPr/>
                <p14:nvPr/>
              </p14:nvContentPartPr>
              <p14:xfrm>
                <a:off x="10292567" y="2918317"/>
                <a:ext cx="208800" cy="2628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E2BD44A4-D180-C743-4709-A0D49A4AC078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10274927" y="2900317"/>
                  <a:ext cx="244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F76ED98E-F0ED-1E3F-F85F-4F9EDA64AF64}"/>
                    </a:ext>
                  </a:extLst>
                </p14:cNvPr>
                <p14:cNvContentPartPr/>
                <p14:nvPr/>
              </p14:nvContentPartPr>
              <p14:xfrm>
                <a:off x="10448807" y="2924437"/>
                <a:ext cx="232560" cy="4485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F76ED98E-F0ED-1E3F-F85F-4F9EDA64AF64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10431167" y="2906437"/>
                  <a:ext cx="268200" cy="48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949808E3-C232-30CA-F245-8570D0878973}"/>
              </a:ext>
            </a:extLst>
          </p:cNvPr>
          <p:cNvGrpSpPr/>
          <p:nvPr/>
        </p:nvGrpSpPr>
        <p:grpSpPr>
          <a:xfrm>
            <a:off x="8792087" y="3553357"/>
            <a:ext cx="265320" cy="111960"/>
            <a:chOff x="8792087" y="3553357"/>
            <a:chExt cx="265320" cy="11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75396964-4A66-027D-67CF-1FDB86D56400}"/>
                    </a:ext>
                  </a:extLst>
                </p14:cNvPr>
                <p14:cNvContentPartPr/>
                <p14:nvPr/>
              </p14:nvContentPartPr>
              <p14:xfrm>
                <a:off x="8792087" y="3553357"/>
                <a:ext cx="150840" cy="2016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75396964-4A66-027D-67CF-1FDB86D56400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8774087" y="3535357"/>
                  <a:ext cx="1864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B3D917FF-A51B-37F2-0C21-1E35BF99C8FE}"/>
                    </a:ext>
                  </a:extLst>
                </p14:cNvPr>
                <p14:cNvContentPartPr/>
                <p14:nvPr/>
              </p14:nvContentPartPr>
              <p14:xfrm>
                <a:off x="8810087" y="3635437"/>
                <a:ext cx="247320" cy="2988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B3D917FF-A51B-37F2-0C21-1E35BF99C8FE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8792087" y="3617797"/>
                  <a:ext cx="282960" cy="6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9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6AB72375-0166-5C05-2BB9-A168DB8A0742}"/>
                  </a:ext>
                </a:extLst>
              </p14:cNvPr>
              <p14:cNvContentPartPr/>
              <p14:nvPr/>
            </p14:nvContentPartPr>
            <p14:xfrm>
              <a:off x="9604247" y="3499717"/>
              <a:ext cx="481320" cy="281160"/>
            </p14:xfrm>
          </p:contentPart>
        </mc:Choice>
        <mc:Fallback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6AB72375-0166-5C05-2BB9-A168DB8A0742}"/>
                  </a:ext>
                </a:extLst>
              </p:cNvPr>
              <p:cNvPicPr/>
              <p:nvPr/>
            </p:nvPicPr>
            <p:blipFill>
              <a:blip r:embed="rId620"/>
              <a:stretch>
                <a:fillRect/>
              </a:stretch>
            </p:blipFill>
            <p:spPr>
              <a:xfrm>
                <a:off x="9586247" y="3481717"/>
                <a:ext cx="51696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1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58411E09-563C-BEE9-C582-FB4D177DC3A5}"/>
                  </a:ext>
                </a:extLst>
              </p14:cNvPr>
              <p14:cNvContentPartPr/>
              <p14:nvPr/>
            </p14:nvContentPartPr>
            <p14:xfrm>
              <a:off x="6233567" y="4425637"/>
              <a:ext cx="147240" cy="191160"/>
            </p14:xfrm>
          </p:contentPart>
        </mc:Choice>
        <mc:Fallback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58411E09-563C-BEE9-C582-FB4D177DC3A5}"/>
                  </a:ext>
                </a:extLst>
              </p:cNvPr>
              <p:cNvPicPr/>
              <p:nvPr/>
            </p:nvPicPr>
            <p:blipFill>
              <a:blip r:embed="rId622"/>
              <a:stretch>
                <a:fillRect/>
              </a:stretch>
            </p:blipFill>
            <p:spPr>
              <a:xfrm>
                <a:off x="6215567" y="4407637"/>
                <a:ext cx="182880" cy="22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6" name="Group 395">
            <a:extLst>
              <a:ext uri="{FF2B5EF4-FFF2-40B4-BE49-F238E27FC236}">
                <a16:creationId xmlns:a16="http://schemas.microsoft.com/office/drawing/2014/main" id="{64BB6790-8937-D3CA-B8AC-E6BD76E887A2}"/>
              </a:ext>
            </a:extLst>
          </p:cNvPr>
          <p:cNvGrpSpPr/>
          <p:nvPr/>
        </p:nvGrpSpPr>
        <p:grpSpPr>
          <a:xfrm>
            <a:off x="6330407" y="4360117"/>
            <a:ext cx="1609200" cy="432360"/>
            <a:chOff x="6330407" y="4360117"/>
            <a:chExt cx="160920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FA83A0A6-67FD-0054-225F-97546F06284D}"/>
                    </a:ext>
                  </a:extLst>
                </p14:cNvPr>
                <p14:cNvContentPartPr/>
                <p14:nvPr/>
              </p14:nvContentPartPr>
              <p14:xfrm>
                <a:off x="6330407" y="4622917"/>
                <a:ext cx="360" cy="576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FA83A0A6-67FD-0054-225F-97546F06284D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6312407" y="4605277"/>
                  <a:ext cx="360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8A4C5741-32E1-B9FD-0EF8-064ADCCD755F}"/>
                    </a:ext>
                  </a:extLst>
                </p14:cNvPr>
                <p14:cNvContentPartPr/>
                <p14:nvPr/>
              </p14:nvContentPartPr>
              <p14:xfrm>
                <a:off x="6371087" y="4598077"/>
                <a:ext cx="190800" cy="19440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8A4C5741-32E1-B9FD-0EF8-064ADCCD755F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6353447" y="4580077"/>
                  <a:ext cx="2264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D4F25E59-3630-112C-6C1C-14364B26FC00}"/>
                    </a:ext>
                  </a:extLst>
                </p14:cNvPr>
                <p14:cNvContentPartPr/>
                <p14:nvPr/>
              </p14:nvContentPartPr>
              <p14:xfrm>
                <a:off x="6672047" y="4465957"/>
                <a:ext cx="145800" cy="14760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D4F25E59-3630-112C-6C1C-14364B26FC00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6654407" y="4447957"/>
                  <a:ext cx="1814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0E03FF0F-ACB8-A5CD-2DBA-95A93EAFF4BE}"/>
                    </a:ext>
                  </a:extLst>
                </p14:cNvPr>
                <p14:cNvContentPartPr/>
                <p14:nvPr/>
              </p14:nvContentPartPr>
              <p14:xfrm>
                <a:off x="6926207" y="4378477"/>
                <a:ext cx="99000" cy="23724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0E03FF0F-ACB8-A5CD-2DBA-95A93EAFF4BE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6908567" y="4360477"/>
                  <a:ext cx="1346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3705B70D-6EF5-EED2-E1CA-340F81B28C67}"/>
                    </a:ext>
                  </a:extLst>
                </p14:cNvPr>
                <p14:cNvContentPartPr/>
                <p14:nvPr/>
              </p14:nvContentPartPr>
              <p14:xfrm>
                <a:off x="7037447" y="4542277"/>
                <a:ext cx="133200" cy="22536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3705B70D-6EF5-EED2-E1CA-340F81B28C67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7019807" y="4524637"/>
                  <a:ext cx="1688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AF682F6F-A20F-68AA-23DB-86A70D78F1EB}"/>
                    </a:ext>
                  </a:extLst>
                </p14:cNvPr>
                <p14:cNvContentPartPr/>
                <p14:nvPr/>
              </p14:nvContentPartPr>
              <p14:xfrm>
                <a:off x="7282607" y="4515277"/>
                <a:ext cx="111960" cy="5832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AF682F6F-A20F-68AA-23DB-86A70D78F1EB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7264607" y="4497277"/>
                  <a:ext cx="1476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8DFD3FDE-CD9A-C57E-15F9-2B642F19C846}"/>
                    </a:ext>
                  </a:extLst>
                </p14:cNvPr>
                <p14:cNvContentPartPr/>
                <p14:nvPr/>
              </p14:nvContentPartPr>
              <p14:xfrm>
                <a:off x="7453607" y="4360117"/>
                <a:ext cx="117000" cy="24264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8DFD3FDE-CD9A-C57E-15F9-2B642F19C846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7435607" y="4342117"/>
                  <a:ext cx="1526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6AD034AB-E8E3-E840-DC8E-919671CB9C69}"/>
                    </a:ext>
                  </a:extLst>
                </p14:cNvPr>
                <p14:cNvContentPartPr/>
                <p14:nvPr/>
              </p14:nvContentPartPr>
              <p14:xfrm>
                <a:off x="7703087" y="4362997"/>
                <a:ext cx="141120" cy="21132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6AD034AB-E8E3-E840-DC8E-919671CB9C69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7685087" y="4344997"/>
                  <a:ext cx="1767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D42F1E8F-DC44-400E-A392-B8BB7E91C05A}"/>
                    </a:ext>
                  </a:extLst>
                </p14:cNvPr>
                <p14:cNvContentPartPr/>
                <p14:nvPr/>
              </p14:nvContentPartPr>
              <p14:xfrm>
                <a:off x="7927367" y="4524637"/>
                <a:ext cx="12240" cy="19404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D42F1E8F-DC44-400E-A392-B8BB7E91C05A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7909727" y="4506997"/>
                  <a:ext cx="4788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94D6E059-3EF6-8049-DD88-5B9A60D9E0B8}"/>
              </a:ext>
            </a:extLst>
          </p:cNvPr>
          <p:cNvGrpSpPr/>
          <p:nvPr/>
        </p:nvGrpSpPr>
        <p:grpSpPr>
          <a:xfrm>
            <a:off x="6254087" y="4923877"/>
            <a:ext cx="1645200" cy="368280"/>
            <a:chOff x="6254087" y="4923877"/>
            <a:chExt cx="1645200" cy="36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E9C10190-4CA9-286A-8CBB-7DF9C7A54B9E}"/>
                    </a:ext>
                  </a:extLst>
                </p14:cNvPr>
                <p14:cNvContentPartPr/>
                <p14:nvPr/>
              </p14:nvContentPartPr>
              <p14:xfrm>
                <a:off x="6254087" y="4952317"/>
                <a:ext cx="120600" cy="17280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E9C10190-4CA9-286A-8CBB-7DF9C7A54B9E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6236087" y="4934677"/>
                  <a:ext cx="1562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01F4B489-5B28-D2FF-0ED1-64111E825CB9}"/>
                    </a:ext>
                  </a:extLst>
                </p14:cNvPr>
                <p14:cNvContentPartPr/>
                <p14:nvPr/>
              </p14:nvContentPartPr>
              <p14:xfrm>
                <a:off x="6337607" y="5037997"/>
                <a:ext cx="120960" cy="21420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01F4B489-5B28-D2FF-0ED1-64111E825CB9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6319967" y="5019997"/>
                  <a:ext cx="1566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1B8AC6D3-3A08-6D65-70A5-D19506829A1A}"/>
                    </a:ext>
                  </a:extLst>
                </p14:cNvPr>
                <p14:cNvContentPartPr/>
                <p14:nvPr/>
              </p14:nvContentPartPr>
              <p14:xfrm>
                <a:off x="6586367" y="5052037"/>
                <a:ext cx="140760" cy="4176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1B8AC6D3-3A08-6D65-70A5-D19506829A1A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6568727" y="5034037"/>
                  <a:ext cx="1764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569FD1A6-43A0-FF63-A7A6-610ABC060603}"/>
                    </a:ext>
                  </a:extLst>
                </p14:cNvPr>
                <p14:cNvContentPartPr/>
                <p14:nvPr/>
              </p14:nvContentPartPr>
              <p14:xfrm>
                <a:off x="6700487" y="4998397"/>
                <a:ext cx="52200" cy="18360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569FD1A6-43A0-FF63-A7A6-610ABC060603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6682487" y="4980397"/>
                  <a:ext cx="878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7FBB5632-215E-BDA0-AADC-72353205830D}"/>
                    </a:ext>
                  </a:extLst>
                </p14:cNvPr>
                <p14:cNvContentPartPr/>
                <p14:nvPr/>
              </p14:nvContentPartPr>
              <p14:xfrm>
                <a:off x="6921167" y="4928557"/>
                <a:ext cx="87480" cy="18864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7FBB5632-215E-BDA0-AADC-72353205830D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6903527" y="4910917"/>
                  <a:ext cx="1231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EA0FCA07-5682-5083-B7F3-02197DA2DDC1}"/>
                    </a:ext>
                  </a:extLst>
                </p14:cNvPr>
                <p14:cNvContentPartPr/>
                <p14:nvPr/>
              </p14:nvContentPartPr>
              <p14:xfrm>
                <a:off x="7029887" y="5015677"/>
                <a:ext cx="137160" cy="21996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EA0FCA07-5682-5083-B7F3-02197DA2DDC1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7011887" y="4998037"/>
                  <a:ext cx="1728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30DD5B23-1737-11CA-E649-6E65BE0A380B}"/>
                    </a:ext>
                  </a:extLst>
                </p14:cNvPr>
                <p14:cNvContentPartPr/>
                <p14:nvPr/>
              </p14:nvContentPartPr>
              <p14:xfrm>
                <a:off x="7292327" y="5030437"/>
                <a:ext cx="133560" cy="3852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30DD5B23-1737-11CA-E649-6E65BE0A380B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7274687" y="5012797"/>
                  <a:ext cx="1692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1CA737C2-C76A-2D36-7786-B0069127C3D7}"/>
                    </a:ext>
                  </a:extLst>
                </p14:cNvPr>
                <p14:cNvContentPartPr/>
                <p14:nvPr/>
              </p14:nvContentPartPr>
              <p14:xfrm>
                <a:off x="7401767" y="4923877"/>
                <a:ext cx="114480" cy="24948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1CA737C2-C76A-2D36-7786-B0069127C3D7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7383767" y="4905877"/>
                  <a:ext cx="1501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6EE2CAD0-CA4F-BECF-0592-05C989183679}"/>
                    </a:ext>
                  </a:extLst>
                </p14:cNvPr>
                <p14:cNvContentPartPr/>
                <p14:nvPr/>
              </p14:nvContentPartPr>
              <p14:xfrm>
                <a:off x="7643687" y="4926757"/>
                <a:ext cx="124920" cy="18216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6EE2CAD0-CA4F-BECF-0592-05C989183679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7626047" y="4909117"/>
                  <a:ext cx="1605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7B4D3ABE-4E62-F1ED-280F-206D612AC2C3}"/>
                    </a:ext>
                  </a:extLst>
                </p14:cNvPr>
                <p14:cNvContentPartPr/>
                <p14:nvPr/>
              </p14:nvContentPartPr>
              <p14:xfrm>
                <a:off x="7867967" y="5061037"/>
                <a:ext cx="31320" cy="23112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7B4D3ABE-4E62-F1ED-280F-206D612AC2C3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7850327" y="5043397"/>
                  <a:ext cx="66960" cy="26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AC7886C7-2BF3-6180-F207-A1AB366CD847}"/>
              </a:ext>
            </a:extLst>
          </p:cNvPr>
          <p:cNvGrpSpPr/>
          <p:nvPr/>
        </p:nvGrpSpPr>
        <p:grpSpPr>
          <a:xfrm>
            <a:off x="6278927" y="5417797"/>
            <a:ext cx="1894680" cy="432360"/>
            <a:chOff x="6278927" y="5417797"/>
            <a:chExt cx="189468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30600A79-5F80-B355-FB88-CD94401DE8FC}"/>
                    </a:ext>
                  </a:extLst>
                </p14:cNvPr>
                <p14:cNvContentPartPr/>
                <p14:nvPr/>
              </p14:nvContentPartPr>
              <p14:xfrm>
                <a:off x="6278927" y="5462797"/>
                <a:ext cx="198360" cy="22320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30600A79-5F80-B355-FB88-CD94401DE8FC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6261287" y="5445157"/>
                  <a:ext cx="2340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11D1E5EB-EA72-9932-9E8C-448889156761}"/>
                    </a:ext>
                  </a:extLst>
                </p14:cNvPr>
                <p14:cNvContentPartPr/>
                <p14:nvPr/>
              </p14:nvContentPartPr>
              <p14:xfrm>
                <a:off x="6546767" y="5585557"/>
                <a:ext cx="117000" cy="19548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11D1E5EB-EA72-9932-9E8C-448889156761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6529127" y="5567557"/>
                  <a:ext cx="1526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7B16F14E-5276-781E-77E1-479E3F310B7D}"/>
                    </a:ext>
                  </a:extLst>
                </p14:cNvPr>
                <p14:cNvContentPartPr/>
                <p14:nvPr/>
              </p14:nvContentPartPr>
              <p14:xfrm>
                <a:off x="6751607" y="5574037"/>
                <a:ext cx="140040" cy="6084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7B16F14E-5276-781E-77E1-479E3F310B7D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6733607" y="5556037"/>
                  <a:ext cx="1756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30C7551F-E9BD-4A26-0446-D17089B81201}"/>
                    </a:ext>
                  </a:extLst>
                </p14:cNvPr>
                <p14:cNvContentPartPr/>
                <p14:nvPr/>
              </p14:nvContentPartPr>
              <p14:xfrm>
                <a:off x="6836207" y="5520757"/>
                <a:ext cx="62280" cy="18900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30C7551F-E9BD-4A26-0446-D17089B81201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6818567" y="5502757"/>
                  <a:ext cx="979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89C4FFB8-85F4-9F9D-DE80-73D62B41A58D}"/>
                    </a:ext>
                  </a:extLst>
                </p14:cNvPr>
                <p14:cNvContentPartPr/>
                <p14:nvPr/>
              </p14:nvContentPartPr>
              <p14:xfrm>
                <a:off x="7092887" y="5463157"/>
                <a:ext cx="136800" cy="20844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89C4FFB8-85F4-9F9D-DE80-73D62B41A58D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7075247" y="5445157"/>
                  <a:ext cx="1724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B6B7411B-9FB1-37E3-DF78-8351789B60C4}"/>
                    </a:ext>
                  </a:extLst>
                </p14:cNvPr>
                <p14:cNvContentPartPr/>
                <p14:nvPr/>
              </p14:nvContentPartPr>
              <p14:xfrm>
                <a:off x="7293407" y="5565397"/>
                <a:ext cx="110880" cy="26136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B6B7411B-9FB1-37E3-DF78-8351789B60C4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7275767" y="5547757"/>
                  <a:ext cx="1465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8438A1BF-4E24-8DFB-4C58-D9A42640680F}"/>
                    </a:ext>
                  </a:extLst>
                </p14:cNvPr>
                <p14:cNvContentPartPr/>
                <p14:nvPr/>
              </p14:nvContentPartPr>
              <p14:xfrm>
                <a:off x="7486727" y="5580157"/>
                <a:ext cx="123480" cy="7128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8438A1BF-4E24-8DFB-4C58-D9A42640680F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7468727" y="5562517"/>
                  <a:ext cx="1591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FF7CFA00-3310-FF89-553B-B941BAB62966}"/>
                    </a:ext>
                  </a:extLst>
                </p14:cNvPr>
                <p14:cNvContentPartPr/>
                <p14:nvPr/>
              </p14:nvContentPartPr>
              <p14:xfrm>
                <a:off x="7706327" y="5417797"/>
                <a:ext cx="117360" cy="27036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FF7CFA00-3310-FF89-553B-B941BAB62966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7688687" y="5399797"/>
                  <a:ext cx="1530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30F7C8BD-57C7-1E0E-C150-CD23D8F28CC3}"/>
                    </a:ext>
                  </a:extLst>
                </p14:cNvPr>
                <p14:cNvContentPartPr/>
                <p14:nvPr/>
              </p14:nvContentPartPr>
              <p14:xfrm>
                <a:off x="7948967" y="5418157"/>
                <a:ext cx="108360" cy="23040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30F7C8BD-57C7-1E0E-C150-CD23D8F28CC3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7931327" y="5400157"/>
                  <a:ext cx="1440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9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A08E0EB9-5EDD-66CA-B8E0-845F833CEDFE}"/>
                    </a:ext>
                  </a:extLst>
                </p14:cNvPr>
                <p14:cNvContentPartPr/>
                <p14:nvPr/>
              </p14:nvContentPartPr>
              <p14:xfrm>
                <a:off x="8157407" y="5582317"/>
                <a:ext cx="16200" cy="26784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A08E0EB9-5EDD-66CA-B8E0-845F833CEDFE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8139767" y="5564677"/>
                  <a:ext cx="51840" cy="30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1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F382B3FC-6238-3CC3-C3DC-A5346451F748}"/>
                  </a:ext>
                </a:extLst>
              </p14:cNvPr>
              <p14:cNvContentPartPr/>
              <p14:nvPr/>
            </p14:nvContentPartPr>
            <p14:xfrm>
              <a:off x="8279447" y="3986797"/>
              <a:ext cx="488160" cy="1990800"/>
            </p14:xfrm>
          </p:contentPart>
        </mc:Choice>
        <mc:Fallback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F382B3FC-6238-3CC3-C3DC-A5346451F748}"/>
                  </a:ext>
                </a:extLst>
              </p:cNvPr>
              <p:cNvPicPr/>
              <p:nvPr/>
            </p:nvPicPr>
            <p:blipFill>
              <a:blip r:embed="rId682"/>
              <a:stretch>
                <a:fillRect/>
              </a:stretch>
            </p:blipFill>
            <p:spPr>
              <a:xfrm>
                <a:off x="8261447" y="3969157"/>
                <a:ext cx="523800" cy="20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3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18FBBB6F-3371-75B2-FB8E-B12019AAACFA}"/>
                  </a:ext>
                </a:extLst>
              </p14:cNvPr>
              <p14:cNvContentPartPr/>
              <p14:nvPr/>
            </p14:nvContentPartPr>
            <p14:xfrm>
              <a:off x="8672207" y="4226917"/>
              <a:ext cx="15120" cy="283320"/>
            </p14:xfrm>
          </p:contentPart>
        </mc:Choice>
        <mc:Fallback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18FBBB6F-3371-75B2-FB8E-B12019AAACFA}"/>
                  </a:ext>
                </a:extLst>
              </p:cNvPr>
              <p:cNvPicPr/>
              <p:nvPr/>
            </p:nvPicPr>
            <p:blipFill>
              <a:blip r:embed="rId684"/>
              <a:stretch>
                <a:fillRect/>
              </a:stretch>
            </p:blipFill>
            <p:spPr>
              <a:xfrm>
                <a:off x="8654567" y="4209277"/>
                <a:ext cx="5076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5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274FAE68-A9B6-2106-50AF-2089570A9192}"/>
                  </a:ext>
                </a:extLst>
              </p14:cNvPr>
              <p14:cNvContentPartPr/>
              <p14:nvPr/>
            </p14:nvContentPartPr>
            <p14:xfrm>
              <a:off x="9148847" y="4239157"/>
              <a:ext cx="179640" cy="209520"/>
            </p14:xfrm>
          </p:contentPart>
        </mc:Choice>
        <mc:Fallback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274FAE68-A9B6-2106-50AF-2089570A9192}"/>
                  </a:ext>
                </a:extLst>
              </p:cNvPr>
              <p:cNvPicPr/>
              <p:nvPr/>
            </p:nvPicPr>
            <p:blipFill>
              <a:blip r:embed="rId686"/>
              <a:stretch>
                <a:fillRect/>
              </a:stretch>
            </p:blipFill>
            <p:spPr>
              <a:xfrm>
                <a:off x="9131207" y="4221157"/>
                <a:ext cx="21528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7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F874CE77-9F59-A9FF-2D89-BF6827EA7D54}"/>
                  </a:ext>
                </a:extLst>
              </p14:cNvPr>
              <p14:cNvContentPartPr/>
              <p14:nvPr/>
            </p14:nvContentPartPr>
            <p14:xfrm>
              <a:off x="9736727" y="4166797"/>
              <a:ext cx="196560" cy="253440"/>
            </p14:xfrm>
          </p:contentPart>
        </mc:Choice>
        <mc:Fallback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F874CE77-9F59-A9FF-2D89-BF6827EA7D54}"/>
                  </a:ext>
                </a:extLst>
              </p:cNvPr>
              <p:cNvPicPr/>
              <p:nvPr/>
            </p:nvPicPr>
            <p:blipFill>
              <a:blip r:embed="rId688"/>
              <a:stretch>
                <a:fillRect/>
              </a:stretch>
            </p:blipFill>
            <p:spPr>
              <a:xfrm>
                <a:off x="9719087" y="4149157"/>
                <a:ext cx="23220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9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43E1876A-D6E4-B185-2424-DDBDD4144D8C}"/>
                  </a:ext>
                </a:extLst>
              </p14:cNvPr>
              <p14:cNvContentPartPr/>
              <p14:nvPr/>
            </p14:nvContentPartPr>
            <p14:xfrm>
              <a:off x="10462127" y="4152037"/>
              <a:ext cx="330120" cy="258840"/>
            </p14:xfrm>
          </p:contentPart>
        </mc:Choice>
        <mc:Fallback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43E1876A-D6E4-B185-2424-DDBDD4144D8C}"/>
                  </a:ext>
                </a:extLst>
              </p:cNvPr>
              <p:cNvPicPr/>
              <p:nvPr/>
            </p:nvPicPr>
            <p:blipFill>
              <a:blip r:embed="rId690"/>
              <a:stretch>
                <a:fillRect/>
              </a:stretch>
            </p:blipFill>
            <p:spPr>
              <a:xfrm>
                <a:off x="10444127" y="4134037"/>
                <a:ext cx="36576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1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274A307A-8044-9207-7CF2-750F2BA31CBE}"/>
                  </a:ext>
                </a:extLst>
              </p14:cNvPr>
              <p14:cNvContentPartPr/>
              <p14:nvPr/>
            </p14:nvContentPartPr>
            <p14:xfrm>
              <a:off x="8634767" y="4848277"/>
              <a:ext cx="212400" cy="209520"/>
            </p14:xfrm>
          </p:contentPart>
        </mc:Choice>
        <mc:Fallback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274A307A-8044-9207-7CF2-750F2BA31CBE}"/>
                  </a:ext>
                </a:extLst>
              </p:cNvPr>
              <p:cNvPicPr/>
              <p:nvPr/>
            </p:nvPicPr>
            <p:blipFill>
              <a:blip r:embed="rId692"/>
              <a:stretch>
                <a:fillRect/>
              </a:stretch>
            </p:blipFill>
            <p:spPr>
              <a:xfrm>
                <a:off x="8617127" y="4830637"/>
                <a:ext cx="24804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3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85E68C3F-A656-16CA-02AD-0BC604773FAA}"/>
                  </a:ext>
                </a:extLst>
              </p14:cNvPr>
              <p14:cNvContentPartPr/>
              <p14:nvPr/>
            </p14:nvContentPartPr>
            <p14:xfrm>
              <a:off x="9352607" y="4821997"/>
              <a:ext cx="145800" cy="186840"/>
            </p14:xfrm>
          </p:contentPart>
        </mc:Choice>
        <mc:Fallback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85E68C3F-A656-16CA-02AD-0BC604773FAA}"/>
                  </a:ext>
                </a:extLst>
              </p:cNvPr>
              <p:cNvPicPr/>
              <p:nvPr/>
            </p:nvPicPr>
            <p:blipFill>
              <a:blip r:embed="rId694"/>
              <a:stretch>
                <a:fillRect/>
              </a:stretch>
            </p:blipFill>
            <p:spPr>
              <a:xfrm>
                <a:off x="9334967" y="4804357"/>
                <a:ext cx="1814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5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F12AAC35-AD3E-E6F1-45F7-7CCFC460F749}"/>
                  </a:ext>
                </a:extLst>
              </p14:cNvPr>
              <p14:cNvContentPartPr/>
              <p14:nvPr/>
            </p14:nvContentPartPr>
            <p14:xfrm>
              <a:off x="9933287" y="4758997"/>
              <a:ext cx="176400" cy="232200"/>
            </p14:xfrm>
          </p:contentPart>
        </mc:Choice>
        <mc:Fallback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F12AAC35-AD3E-E6F1-45F7-7CCFC460F749}"/>
                  </a:ext>
                </a:extLst>
              </p:cNvPr>
              <p:cNvPicPr/>
              <p:nvPr/>
            </p:nvPicPr>
            <p:blipFill>
              <a:blip r:embed="rId696"/>
              <a:stretch>
                <a:fillRect/>
              </a:stretch>
            </p:blipFill>
            <p:spPr>
              <a:xfrm>
                <a:off x="9915287" y="4740997"/>
                <a:ext cx="21204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7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BF109350-E003-23DE-B7AC-D409E76C082C}"/>
                  </a:ext>
                </a:extLst>
              </p14:cNvPr>
              <p14:cNvContentPartPr/>
              <p14:nvPr/>
            </p14:nvContentPartPr>
            <p14:xfrm>
              <a:off x="10821407" y="4677637"/>
              <a:ext cx="37440" cy="270000"/>
            </p14:xfrm>
          </p:contentPart>
        </mc:Choice>
        <mc:Fallback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BF109350-E003-23DE-B7AC-D409E76C082C}"/>
                  </a:ext>
                </a:extLst>
              </p:cNvPr>
              <p:cNvPicPr/>
              <p:nvPr/>
            </p:nvPicPr>
            <p:blipFill>
              <a:blip r:embed="rId698"/>
              <a:stretch>
                <a:fillRect/>
              </a:stretch>
            </p:blipFill>
            <p:spPr>
              <a:xfrm>
                <a:off x="10803407" y="4659997"/>
                <a:ext cx="7308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9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60106664-8380-E122-4C0A-0F114BE8B92A}"/>
                  </a:ext>
                </a:extLst>
              </p14:cNvPr>
              <p14:cNvContentPartPr/>
              <p14:nvPr/>
            </p14:nvContentPartPr>
            <p14:xfrm>
              <a:off x="8677967" y="5413837"/>
              <a:ext cx="189720" cy="291960"/>
            </p14:xfrm>
          </p:contentPart>
        </mc:Choice>
        <mc:Fallback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60106664-8380-E122-4C0A-0F114BE8B92A}"/>
                  </a:ext>
                </a:extLst>
              </p:cNvPr>
              <p:cNvPicPr/>
              <p:nvPr/>
            </p:nvPicPr>
            <p:blipFill>
              <a:blip r:embed="rId700"/>
              <a:stretch>
                <a:fillRect/>
              </a:stretch>
            </p:blipFill>
            <p:spPr>
              <a:xfrm>
                <a:off x="8660327" y="5395837"/>
                <a:ext cx="22536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1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9B1BB75F-79E7-754B-DB49-776E0F420A34}"/>
                  </a:ext>
                </a:extLst>
              </p14:cNvPr>
              <p14:cNvContentPartPr/>
              <p14:nvPr/>
            </p14:nvContentPartPr>
            <p14:xfrm>
              <a:off x="9532247" y="5392597"/>
              <a:ext cx="200520" cy="259200"/>
            </p14:xfrm>
          </p:contentPart>
        </mc:Choice>
        <mc:Fallback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9B1BB75F-79E7-754B-DB49-776E0F420A34}"/>
                  </a:ext>
                </a:extLst>
              </p:cNvPr>
              <p:cNvPicPr/>
              <p:nvPr/>
            </p:nvPicPr>
            <p:blipFill>
              <a:blip r:embed="rId702"/>
              <a:stretch>
                <a:fillRect/>
              </a:stretch>
            </p:blipFill>
            <p:spPr>
              <a:xfrm>
                <a:off x="9514247" y="5374957"/>
                <a:ext cx="23616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3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44C9C899-B6C9-9C63-3C6A-EC000546C372}"/>
                  </a:ext>
                </a:extLst>
              </p14:cNvPr>
              <p14:cNvContentPartPr/>
              <p14:nvPr/>
            </p14:nvContentPartPr>
            <p14:xfrm>
              <a:off x="10007447" y="5367037"/>
              <a:ext cx="180360" cy="259200"/>
            </p14:xfrm>
          </p:contentPart>
        </mc:Choice>
        <mc:Fallback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44C9C899-B6C9-9C63-3C6A-EC000546C372}"/>
                  </a:ext>
                </a:extLst>
              </p:cNvPr>
              <p:cNvPicPr/>
              <p:nvPr/>
            </p:nvPicPr>
            <p:blipFill>
              <a:blip r:embed="rId704"/>
              <a:stretch>
                <a:fillRect/>
              </a:stretch>
            </p:blipFill>
            <p:spPr>
              <a:xfrm>
                <a:off x="9989447" y="5349397"/>
                <a:ext cx="216000" cy="29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29" name="Group 428">
            <a:extLst>
              <a:ext uri="{FF2B5EF4-FFF2-40B4-BE49-F238E27FC236}">
                <a16:creationId xmlns:a16="http://schemas.microsoft.com/office/drawing/2014/main" id="{15602107-3FB5-3C1B-B962-9A096FA0F8CB}"/>
              </a:ext>
            </a:extLst>
          </p:cNvPr>
          <p:cNvGrpSpPr/>
          <p:nvPr/>
        </p:nvGrpSpPr>
        <p:grpSpPr>
          <a:xfrm>
            <a:off x="10703327" y="3984277"/>
            <a:ext cx="588960" cy="1834200"/>
            <a:chOff x="10703327" y="3984277"/>
            <a:chExt cx="588960" cy="183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5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FF8489CE-763E-3A5E-E17F-E0F4F1EC282B}"/>
                    </a:ext>
                  </a:extLst>
                </p14:cNvPr>
                <p14:cNvContentPartPr/>
                <p14:nvPr/>
              </p14:nvContentPartPr>
              <p14:xfrm>
                <a:off x="10703327" y="5331757"/>
                <a:ext cx="218520" cy="27756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FF8489CE-763E-3A5E-E17F-E0F4F1EC282B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10685687" y="5313757"/>
                  <a:ext cx="2541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7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2FDC031C-F2C2-9791-6377-E306F33B4E19}"/>
                    </a:ext>
                  </a:extLst>
                </p14:cNvPr>
                <p14:cNvContentPartPr/>
                <p14:nvPr/>
              </p14:nvContentPartPr>
              <p14:xfrm>
                <a:off x="10781807" y="3984277"/>
                <a:ext cx="510480" cy="183420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2FDC031C-F2C2-9791-6377-E306F33B4E19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10763807" y="3966637"/>
                  <a:ext cx="546120" cy="186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9">
            <p14:nvContentPartPr>
              <p14:cNvPr id="438" name="Ink 437">
                <a:extLst>
                  <a:ext uri="{FF2B5EF4-FFF2-40B4-BE49-F238E27FC236}">
                    <a16:creationId xmlns:a16="http://schemas.microsoft.com/office/drawing/2014/main" id="{8D4DAD2E-9319-7E3B-7CEE-CE6DDBD773A9}"/>
                  </a:ext>
                </a:extLst>
              </p14:cNvPr>
              <p14:cNvContentPartPr/>
              <p14:nvPr/>
            </p14:nvContentPartPr>
            <p14:xfrm>
              <a:off x="6042047" y="1904557"/>
              <a:ext cx="2880" cy="2880"/>
            </p14:xfrm>
          </p:contentPart>
        </mc:Choice>
        <mc:Fallback>
          <p:pic>
            <p:nvPicPr>
              <p:cNvPr id="438" name="Ink 437">
                <a:extLst>
                  <a:ext uri="{FF2B5EF4-FFF2-40B4-BE49-F238E27FC236}">
                    <a16:creationId xmlns:a16="http://schemas.microsoft.com/office/drawing/2014/main" id="{8D4DAD2E-9319-7E3B-7CEE-CE6DDBD773A9}"/>
                  </a:ext>
                </a:extLst>
              </p:cNvPr>
              <p:cNvPicPr/>
              <p:nvPr/>
            </p:nvPicPr>
            <p:blipFill>
              <a:blip r:embed="rId710"/>
              <a:stretch>
                <a:fillRect/>
              </a:stretch>
            </p:blipFill>
            <p:spPr>
              <a:xfrm>
                <a:off x="6024407" y="1886557"/>
                <a:ext cx="3852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41" name="Group 440">
            <a:extLst>
              <a:ext uri="{FF2B5EF4-FFF2-40B4-BE49-F238E27FC236}">
                <a16:creationId xmlns:a16="http://schemas.microsoft.com/office/drawing/2014/main" id="{2BB9A86E-B789-37ED-931F-3E2C39EDE321}"/>
              </a:ext>
            </a:extLst>
          </p:cNvPr>
          <p:cNvGrpSpPr/>
          <p:nvPr/>
        </p:nvGrpSpPr>
        <p:grpSpPr>
          <a:xfrm>
            <a:off x="6823967" y="3344917"/>
            <a:ext cx="650880" cy="344520"/>
            <a:chOff x="6823967" y="3344917"/>
            <a:chExt cx="650880" cy="34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1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BF91F729-B257-415E-33FC-860FFE29A8F9}"/>
                    </a:ext>
                  </a:extLst>
                </p14:cNvPr>
                <p14:cNvContentPartPr/>
                <p14:nvPr/>
              </p14:nvContentPartPr>
              <p14:xfrm>
                <a:off x="6939167" y="3344917"/>
                <a:ext cx="471600" cy="16812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BF91F729-B257-415E-33FC-860FFE29A8F9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6921527" y="3327277"/>
                  <a:ext cx="5072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3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E91A510C-6490-BA78-55BF-D38FD6DDBCC6}"/>
                    </a:ext>
                  </a:extLst>
                </p14:cNvPr>
                <p14:cNvContentPartPr/>
                <p14:nvPr/>
              </p14:nvContentPartPr>
              <p14:xfrm>
                <a:off x="6823967" y="3484237"/>
                <a:ext cx="650880" cy="20520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E91A510C-6490-BA78-55BF-D38FD6DDBCC6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6806327" y="3466597"/>
                  <a:ext cx="68652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A9001665-6DCD-B758-7061-240A7CD11E63}"/>
              </a:ext>
            </a:extLst>
          </p:cNvPr>
          <p:cNvGrpSpPr/>
          <p:nvPr/>
        </p:nvGrpSpPr>
        <p:grpSpPr>
          <a:xfrm>
            <a:off x="10688567" y="3495757"/>
            <a:ext cx="569520" cy="284760"/>
            <a:chOff x="10688567" y="3495757"/>
            <a:chExt cx="569520" cy="28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5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B2918A8B-7ECD-57FF-A69A-98F845FEA0BB}"/>
                    </a:ext>
                  </a:extLst>
                </p14:cNvPr>
                <p14:cNvContentPartPr/>
                <p14:nvPr/>
              </p14:nvContentPartPr>
              <p14:xfrm>
                <a:off x="10688567" y="3617077"/>
                <a:ext cx="569520" cy="16344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B2918A8B-7ECD-57FF-A69A-98F845FEA0BB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10670567" y="3599077"/>
                  <a:ext cx="605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7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87C954E6-30DF-F8A5-667E-1679167F47B0}"/>
                    </a:ext>
                  </a:extLst>
                </p14:cNvPr>
                <p14:cNvContentPartPr/>
                <p14:nvPr/>
              </p14:nvContentPartPr>
              <p14:xfrm>
                <a:off x="10774967" y="3495757"/>
                <a:ext cx="320040" cy="8712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87C954E6-30DF-F8A5-667E-1679167F47B0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10756967" y="3478117"/>
                  <a:ext cx="355680" cy="122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22073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5C74408-B9E1-D6AB-AD7A-3FC811E3B29A}"/>
              </a:ext>
            </a:extLst>
          </p:cNvPr>
          <p:cNvGrpSpPr/>
          <p:nvPr/>
        </p:nvGrpSpPr>
        <p:grpSpPr>
          <a:xfrm>
            <a:off x="871367" y="305662"/>
            <a:ext cx="712800" cy="532800"/>
            <a:chOff x="871367" y="305662"/>
            <a:chExt cx="712800" cy="53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96B87C6-EB6A-5005-C9B7-F95680DE2A30}"/>
                    </a:ext>
                  </a:extLst>
                </p14:cNvPr>
                <p14:cNvContentPartPr/>
                <p14:nvPr/>
              </p14:nvContentPartPr>
              <p14:xfrm>
                <a:off x="871367" y="305662"/>
                <a:ext cx="243720" cy="2937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96B87C6-EB6A-5005-C9B7-F95680DE2A3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53367" y="287662"/>
                  <a:ext cx="2793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143CEBD-1D1F-D1C5-D60B-4CBEE17BC930}"/>
                    </a:ext>
                  </a:extLst>
                </p14:cNvPr>
                <p14:cNvContentPartPr/>
                <p14:nvPr/>
              </p14:nvContentPartPr>
              <p14:xfrm>
                <a:off x="1220927" y="569902"/>
                <a:ext cx="18360" cy="134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143CEBD-1D1F-D1C5-D60B-4CBEE17BC9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03287" y="551902"/>
                  <a:ext cx="540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D408513-F0EA-6431-12B8-5F91083C4596}"/>
                    </a:ext>
                  </a:extLst>
                </p14:cNvPr>
                <p14:cNvContentPartPr/>
                <p14:nvPr/>
              </p14:nvContentPartPr>
              <p14:xfrm>
                <a:off x="1310567" y="675382"/>
                <a:ext cx="50760" cy="132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D408513-F0EA-6431-12B8-5F91083C459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92567" y="657382"/>
                  <a:ext cx="864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2F6FAEB-7ADA-2CA0-8C18-BFEF01FAE834}"/>
                    </a:ext>
                  </a:extLst>
                </p14:cNvPr>
                <p14:cNvContentPartPr/>
                <p14:nvPr/>
              </p14:nvContentPartPr>
              <p14:xfrm>
                <a:off x="1475087" y="604102"/>
                <a:ext cx="109080" cy="234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2F6FAEB-7ADA-2CA0-8C18-BFEF01FAE83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57447" y="586102"/>
                  <a:ext cx="144720" cy="27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7416C82-C3EA-4029-D806-58C3AF5C1928}"/>
              </a:ext>
            </a:extLst>
          </p:cNvPr>
          <p:cNvGrpSpPr/>
          <p:nvPr/>
        </p:nvGrpSpPr>
        <p:grpSpPr>
          <a:xfrm>
            <a:off x="2160527" y="190822"/>
            <a:ext cx="589680" cy="1873440"/>
            <a:chOff x="2160527" y="190822"/>
            <a:chExt cx="589680" cy="187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22463DD-C652-732A-D6FB-D2E4A6F2A156}"/>
                    </a:ext>
                  </a:extLst>
                </p14:cNvPr>
                <p14:cNvContentPartPr/>
                <p14:nvPr/>
              </p14:nvContentPartPr>
              <p14:xfrm>
                <a:off x="2160527" y="190822"/>
                <a:ext cx="428400" cy="1873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22463DD-C652-732A-D6FB-D2E4A6F2A15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42527" y="172822"/>
                  <a:ext cx="464040" cy="19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52B2C5C-0B90-8292-3223-7CBC98277FB6}"/>
                    </a:ext>
                  </a:extLst>
                </p14:cNvPr>
                <p14:cNvContentPartPr/>
                <p14:nvPr/>
              </p14:nvContentPartPr>
              <p14:xfrm>
                <a:off x="2744447" y="334102"/>
                <a:ext cx="5760" cy="162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52B2C5C-0B90-8292-3223-7CBC98277FB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26447" y="316462"/>
                  <a:ext cx="41400" cy="19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3FA6984-C4E6-2CC1-D038-E9E84C2A610E}"/>
                  </a:ext>
                </a:extLst>
              </p14:cNvPr>
              <p14:cNvContentPartPr/>
              <p14:nvPr/>
            </p14:nvContentPartPr>
            <p14:xfrm>
              <a:off x="3311447" y="344902"/>
              <a:ext cx="199440" cy="209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3FA6984-C4E6-2CC1-D038-E9E84C2A610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93807" y="327262"/>
                <a:ext cx="23508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0F77E2D-8D61-274B-78A4-A244CC41F533}"/>
                  </a:ext>
                </a:extLst>
              </p14:cNvPr>
              <p14:cNvContentPartPr/>
              <p14:nvPr/>
            </p14:nvContentPartPr>
            <p14:xfrm>
              <a:off x="4265087" y="362902"/>
              <a:ext cx="156960" cy="1764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0F77E2D-8D61-274B-78A4-A244CC41F53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47447" y="345262"/>
                <a:ext cx="19260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E3A7311-D641-C06C-B8A5-21464CBA676A}"/>
                  </a:ext>
                </a:extLst>
              </p14:cNvPr>
              <p14:cNvContentPartPr/>
              <p14:nvPr/>
            </p14:nvContentPartPr>
            <p14:xfrm>
              <a:off x="4796087" y="366142"/>
              <a:ext cx="251640" cy="2156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E3A7311-D641-C06C-B8A5-21464CBA676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78087" y="348142"/>
                <a:ext cx="28728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B142FEE-381A-6156-5DB5-8B1374735CEB}"/>
                  </a:ext>
                </a:extLst>
              </p14:cNvPr>
              <p14:cNvContentPartPr/>
              <p14:nvPr/>
            </p14:nvContentPartPr>
            <p14:xfrm>
              <a:off x="2806367" y="868342"/>
              <a:ext cx="168840" cy="2386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B142FEE-381A-6156-5DB5-8B1374735CE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788367" y="850342"/>
                <a:ext cx="20448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FF29301-E0A6-A092-0A02-59E8ADE20070}"/>
                  </a:ext>
                </a:extLst>
              </p14:cNvPr>
              <p14:cNvContentPartPr/>
              <p14:nvPr/>
            </p14:nvContentPartPr>
            <p14:xfrm>
              <a:off x="3288047" y="867982"/>
              <a:ext cx="15840" cy="2808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FF29301-E0A6-A092-0A02-59E8ADE2007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270047" y="850342"/>
                <a:ext cx="5148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278C292-E01E-C46D-87EC-ED1E00803DEA}"/>
                  </a:ext>
                </a:extLst>
              </p14:cNvPr>
              <p14:cNvContentPartPr/>
              <p14:nvPr/>
            </p14:nvContentPartPr>
            <p14:xfrm>
              <a:off x="2897447" y="1392862"/>
              <a:ext cx="173520" cy="2350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278C292-E01E-C46D-87EC-ED1E00803DE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879807" y="1374862"/>
                <a:ext cx="20916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6731EC4-463E-FEB2-B45D-7D689143A60E}"/>
                  </a:ext>
                </a:extLst>
              </p14:cNvPr>
              <p14:cNvContentPartPr/>
              <p14:nvPr/>
            </p14:nvContentPartPr>
            <p14:xfrm>
              <a:off x="3295607" y="1444702"/>
              <a:ext cx="154440" cy="168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6731EC4-463E-FEB2-B45D-7D689143A60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277607" y="1426702"/>
                <a:ext cx="19008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474EE2F-C570-9930-A7E1-C9BFF26E3F5D}"/>
                  </a:ext>
                </a:extLst>
              </p14:cNvPr>
              <p14:cNvContentPartPr/>
              <p14:nvPr/>
            </p14:nvContentPartPr>
            <p14:xfrm>
              <a:off x="2846327" y="1783462"/>
              <a:ext cx="183240" cy="2188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474EE2F-C570-9930-A7E1-C9BFF26E3F5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828327" y="1765822"/>
                <a:ext cx="21888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B646BCF-AFC9-99A0-ABB5-8F7BF387739C}"/>
                  </a:ext>
                </a:extLst>
              </p14:cNvPr>
              <p14:cNvContentPartPr/>
              <p14:nvPr/>
            </p14:nvContentPartPr>
            <p14:xfrm>
              <a:off x="3398567" y="1793542"/>
              <a:ext cx="196560" cy="2116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B646BCF-AFC9-99A0-ABB5-8F7BF387739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380927" y="1775902"/>
                <a:ext cx="232200" cy="24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6ABC289-BAF5-3C6F-BA08-31E08626D2E3}"/>
              </a:ext>
            </a:extLst>
          </p:cNvPr>
          <p:cNvGrpSpPr/>
          <p:nvPr/>
        </p:nvGrpSpPr>
        <p:grpSpPr>
          <a:xfrm>
            <a:off x="4027127" y="897142"/>
            <a:ext cx="270000" cy="1139040"/>
            <a:chOff x="4027127" y="897142"/>
            <a:chExt cx="270000" cy="113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3E7431F-582B-E835-9099-C03743E3AF0F}"/>
                    </a:ext>
                  </a:extLst>
                </p14:cNvPr>
                <p14:cNvContentPartPr/>
                <p14:nvPr/>
              </p14:nvContentPartPr>
              <p14:xfrm>
                <a:off x="4095527" y="1374142"/>
                <a:ext cx="192960" cy="236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3E7431F-582B-E835-9099-C03743E3AF0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77527" y="1356142"/>
                  <a:ext cx="2286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F67BBF5-A714-D5BC-129E-1AA56E40D2FF}"/>
                    </a:ext>
                  </a:extLst>
                </p14:cNvPr>
                <p14:cNvContentPartPr/>
                <p14:nvPr/>
              </p14:nvContentPartPr>
              <p14:xfrm>
                <a:off x="4027127" y="897142"/>
                <a:ext cx="240480" cy="271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F67BBF5-A714-D5BC-129E-1AA56E40D2F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09487" y="879502"/>
                  <a:ext cx="2761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56AC789-D164-FB56-4DC6-C3ADB943524A}"/>
                    </a:ext>
                  </a:extLst>
                </p14:cNvPr>
                <p14:cNvContentPartPr/>
                <p14:nvPr/>
              </p14:nvContentPartPr>
              <p14:xfrm>
                <a:off x="4108847" y="1794262"/>
                <a:ext cx="188280" cy="241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56AC789-D164-FB56-4DC6-C3ADB943524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91207" y="1776622"/>
                  <a:ext cx="223920" cy="27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446E88C-0012-518A-B4E8-F4FADEEF2C92}"/>
              </a:ext>
            </a:extLst>
          </p:cNvPr>
          <p:cNvGrpSpPr/>
          <p:nvPr/>
        </p:nvGrpSpPr>
        <p:grpSpPr>
          <a:xfrm>
            <a:off x="4612127" y="873382"/>
            <a:ext cx="430560" cy="1117440"/>
            <a:chOff x="4612127" y="873382"/>
            <a:chExt cx="430560" cy="111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4A5B717-8987-7E57-6F6B-E40DE164F9F6}"/>
                    </a:ext>
                  </a:extLst>
                </p14:cNvPr>
                <p14:cNvContentPartPr/>
                <p14:nvPr/>
              </p14:nvContentPartPr>
              <p14:xfrm>
                <a:off x="4669727" y="1325902"/>
                <a:ext cx="198000" cy="245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4A5B717-8987-7E57-6F6B-E40DE164F9F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52087" y="1308262"/>
                  <a:ext cx="2336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82F5E63-B73B-BEE1-076D-56D0D9DE620C}"/>
                    </a:ext>
                  </a:extLst>
                </p14:cNvPr>
                <p14:cNvContentPartPr/>
                <p14:nvPr/>
              </p14:nvContentPartPr>
              <p14:xfrm>
                <a:off x="4612127" y="873382"/>
                <a:ext cx="343080" cy="243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82F5E63-B73B-BEE1-076D-56D0D9DE620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94487" y="855742"/>
                  <a:ext cx="3787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68D179C-59B2-5CEA-4BB8-9B1E92439810}"/>
                    </a:ext>
                  </a:extLst>
                </p14:cNvPr>
                <p14:cNvContentPartPr/>
                <p14:nvPr/>
              </p14:nvContentPartPr>
              <p14:xfrm>
                <a:off x="4852967" y="1758622"/>
                <a:ext cx="189720" cy="232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68D179C-59B2-5CEA-4BB8-9B1E924398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34967" y="1740982"/>
                  <a:ext cx="225360" cy="26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2915947-5A07-C358-66BA-6F4FFFA8B38B}"/>
                  </a:ext>
                </a:extLst>
              </p14:cNvPr>
              <p14:cNvContentPartPr/>
              <p14:nvPr/>
            </p14:nvContentPartPr>
            <p14:xfrm>
              <a:off x="5298287" y="180742"/>
              <a:ext cx="320400" cy="21250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2915947-5A07-C358-66BA-6F4FFFA8B38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280287" y="163102"/>
                <a:ext cx="356040" cy="21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500DBCF-CDEC-F1C8-6617-9881EC8C91AE}"/>
                  </a:ext>
                </a:extLst>
              </p14:cNvPr>
              <p14:cNvContentPartPr/>
              <p14:nvPr/>
            </p14:nvContentPartPr>
            <p14:xfrm>
              <a:off x="4019567" y="2210062"/>
              <a:ext cx="438480" cy="2858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500DBCF-CDEC-F1C8-6617-9881EC8C91A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001927" y="2192422"/>
                <a:ext cx="47412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6DFA3A5-B170-192A-B92B-C5CE2C85437A}"/>
                  </a:ext>
                </a:extLst>
              </p14:cNvPr>
              <p14:cNvContentPartPr/>
              <p14:nvPr/>
            </p14:nvContentPartPr>
            <p14:xfrm>
              <a:off x="4868447" y="2285662"/>
              <a:ext cx="468000" cy="2660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6DFA3A5-B170-192A-B92B-C5CE2C85437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850447" y="2267662"/>
                <a:ext cx="503640" cy="30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6A310DEA-CA2E-FE5A-0A2D-4A5D7B89FC86}"/>
              </a:ext>
            </a:extLst>
          </p:cNvPr>
          <p:cNvGrpSpPr/>
          <p:nvPr/>
        </p:nvGrpSpPr>
        <p:grpSpPr>
          <a:xfrm>
            <a:off x="5128367" y="3077302"/>
            <a:ext cx="1698120" cy="355680"/>
            <a:chOff x="5128367" y="3077302"/>
            <a:chExt cx="1698120" cy="35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DC1D641-5EF6-6E13-4768-4A25B3636DA3}"/>
                    </a:ext>
                  </a:extLst>
                </p14:cNvPr>
                <p14:cNvContentPartPr/>
                <p14:nvPr/>
              </p14:nvContentPartPr>
              <p14:xfrm>
                <a:off x="5128367" y="3077302"/>
                <a:ext cx="922680" cy="346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DC1D641-5EF6-6E13-4768-4A25B3636DA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10727" y="3059662"/>
                  <a:ext cx="9583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7E03453-14AB-1A28-1014-3F2D31B51B94}"/>
                    </a:ext>
                  </a:extLst>
                </p14:cNvPr>
                <p14:cNvContentPartPr/>
                <p14:nvPr/>
              </p14:nvContentPartPr>
              <p14:xfrm>
                <a:off x="6110087" y="3250462"/>
                <a:ext cx="296280" cy="182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7E03453-14AB-1A28-1014-3F2D31B51B9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92447" y="3232822"/>
                  <a:ext cx="3319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4147BCC-0671-82C5-1E07-CC3D95BF78B7}"/>
                    </a:ext>
                  </a:extLst>
                </p14:cNvPr>
                <p14:cNvContentPartPr/>
                <p14:nvPr/>
              </p14:nvContentPartPr>
              <p14:xfrm>
                <a:off x="6491687" y="3220942"/>
                <a:ext cx="334800" cy="177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4147BCC-0671-82C5-1E07-CC3D95BF78B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74047" y="3203302"/>
                  <a:ext cx="37044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D3D16CF-4BCA-B497-0248-2C72A01D821F}"/>
              </a:ext>
            </a:extLst>
          </p:cNvPr>
          <p:cNvGrpSpPr/>
          <p:nvPr/>
        </p:nvGrpSpPr>
        <p:grpSpPr>
          <a:xfrm>
            <a:off x="7244087" y="3299422"/>
            <a:ext cx="236880" cy="106920"/>
            <a:chOff x="7244087" y="3299422"/>
            <a:chExt cx="236880" cy="10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F1B8275-78EC-8568-3F73-83BC7C986B46}"/>
                    </a:ext>
                  </a:extLst>
                </p14:cNvPr>
                <p14:cNvContentPartPr/>
                <p14:nvPr/>
              </p14:nvContentPartPr>
              <p14:xfrm>
                <a:off x="7264247" y="3299422"/>
                <a:ext cx="105480" cy="10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F1B8275-78EC-8568-3F73-83BC7C986B4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46607" y="3281782"/>
                  <a:ext cx="1411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B95FE3F-A877-3093-9CDB-CF12A9B6D3BF}"/>
                    </a:ext>
                  </a:extLst>
                </p14:cNvPr>
                <p14:cNvContentPartPr/>
                <p14:nvPr/>
              </p14:nvContentPartPr>
              <p14:xfrm>
                <a:off x="7244087" y="3373582"/>
                <a:ext cx="236880" cy="32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B95FE3F-A877-3093-9CDB-CF12A9B6D3B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26447" y="3355942"/>
                  <a:ext cx="272520" cy="6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12B50A4-771C-6570-E46E-77C68D6AEAE5}"/>
                  </a:ext>
                </a:extLst>
              </p14:cNvPr>
              <p14:cNvContentPartPr/>
              <p14:nvPr/>
            </p14:nvContentPartPr>
            <p14:xfrm>
              <a:off x="7879847" y="3172342"/>
              <a:ext cx="408600" cy="1929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12B50A4-771C-6570-E46E-77C68D6AEAE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861847" y="3154342"/>
                <a:ext cx="444240" cy="22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D02F9546-C99D-D064-E26B-C08CC095BB3B}"/>
              </a:ext>
            </a:extLst>
          </p:cNvPr>
          <p:cNvGrpSpPr/>
          <p:nvPr/>
        </p:nvGrpSpPr>
        <p:grpSpPr>
          <a:xfrm>
            <a:off x="1066487" y="2937622"/>
            <a:ext cx="3591000" cy="1978200"/>
            <a:chOff x="1066487" y="2937622"/>
            <a:chExt cx="3591000" cy="197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29A7428-0573-1A02-AA48-25ABCD3345E4}"/>
                    </a:ext>
                  </a:extLst>
                </p14:cNvPr>
                <p14:cNvContentPartPr/>
                <p14:nvPr/>
              </p14:nvContentPartPr>
              <p14:xfrm>
                <a:off x="1066487" y="3020062"/>
                <a:ext cx="30600" cy="318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29A7428-0573-1A02-AA48-25ABCD3345E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48487" y="3002062"/>
                  <a:ext cx="6624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AA61730-3DF3-551E-4FEE-36DFDA4E5213}"/>
                    </a:ext>
                  </a:extLst>
                </p14:cNvPr>
                <p14:cNvContentPartPr/>
                <p14:nvPr/>
              </p14:nvContentPartPr>
              <p14:xfrm>
                <a:off x="1120847" y="3015022"/>
                <a:ext cx="133200" cy="261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AA61730-3DF3-551E-4FEE-36DFDA4E521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02847" y="2997382"/>
                  <a:ext cx="1688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7AC218D-E2FE-6959-153C-759A75ABAF75}"/>
                    </a:ext>
                  </a:extLst>
                </p14:cNvPr>
                <p14:cNvContentPartPr/>
                <p14:nvPr/>
              </p14:nvContentPartPr>
              <p14:xfrm>
                <a:off x="1277807" y="2937622"/>
                <a:ext cx="45720" cy="373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7AC218D-E2FE-6959-153C-759A75ABAF7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259807" y="2919982"/>
                  <a:ext cx="8136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6FBE401-89CF-C866-F46A-70418A508660}"/>
                    </a:ext>
                  </a:extLst>
                </p14:cNvPr>
                <p14:cNvContentPartPr/>
                <p14:nvPr/>
              </p14:nvContentPartPr>
              <p14:xfrm>
                <a:off x="1417487" y="3145342"/>
                <a:ext cx="120600" cy="176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6FBE401-89CF-C866-F46A-70418A50866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399847" y="3127342"/>
                  <a:ext cx="1562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FB94609-594C-2174-ECA9-BBB66E358FF6}"/>
                    </a:ext>
                  </a:extLst>
                </p14:cNvPr>
                <p14:cNvContentPartPr/>
                <p14:nvPr/>
              </p14:nvContentPartPr>
              <p14:xfrm>
                <a:off x="1582367" y="3184942"/>
                <a:ext cx="285480" cy="184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FB94609-594C-2174-ECA9-BBB66E358FF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564367" y="3167302"/>
                  <a:ext cx="3211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708A5F2-3522-224D-615F-3985C53AC03C}"/>
                    </a:ext>
                  </a:extLst>
                </p14:cNvPr>
                <p14:cNvContentPartPr/>
                <p14:nvPr/>
              </p14:nvContentPartPr>
              <p14:xfrm>
                <a:off x="1961807" y="3036622"/>
                <a:ext cx="156960" cy="356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708A5F2-3522-224D-615F-3985C53AC03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944167" y="3018622"/>
                  <a:ext cx="19260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B7164E4-6F0F-B751-E4B3-ED725BC89CB7}"/>
                    </a:ext>
                  </a:extLst>
                </p14:cNvPr>
                <p14:cNvContentPartPr/>
                <p14:nvPr/>
              </p14:nvContentPartPr>
              <p14:xfrm>
                <a:off x="2197607" y="3195382"/>
                <a:ext cx="325080" cy="194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B7164E4-6F0F-B751-E4B3-ED725BC89CB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179967" y="3177742"/>
                  <a:ext cx="3607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8ED7DFB-C93A-4E74-7D72-9E353A3A757A}"/>
                    </a:ext>
                  </a:extLst>
                </p14:cNvPr>
                <p14:cNvContentPartPr/>
                <p14:nvPr/>
              </p14:nvContentPartPr>
              <p14:xfrm>
                <a:off x="2887727" y="3025462"/>
                <a:ext cx="449280" cy="892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8ED7DFB-C93A-4E74-7D72-9E353A3A757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70087" y="3007822"/>
                  <a:ext cx="484920" cy="9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CA8F6DD-7580-084E-4CD4-90CBFB1E0622}"/>
                    </a:ext>
                  </a:extLst>
                </p14:cNvPr>
                <p14:cNvContentPartPr/>
                <p14:nvPr/>
              </p14:nvContentPartPr>
              <p14:xfrm>
                <a:off x="3774767" y="3216982"/>
                <a:ext cx="882720" cy="386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CA8F6DD-7580-084E-4CD4-90CBFB1E062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756767" y="3199342"/>
                  <a:ext cx="91836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166D371-7C84-7AE2-A8E6-8A155E55AB69}"/>
                    </a:ext>
                  </a:extLst>
                </p14:cNvPr>
                <p14:cNvContentPartPr/>
                <p14:nvPr/>
              </p14:nvContentPartPr>
              <p14:xfrm>
                <a:off x="1736447" y="3787222"/>
                <a:ext cx="134280" cy="454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166D371-7C84-7AE2-A8E6-8A155E55AB6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718807" y="3769222"/>
                  <a:ext cx="16992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2BCD2E6-5239-92A1-28E5-BB7BFB60B8F3}"/>
                    </a:ext>
                  </a:extLst>
                </p14:cNvPr>
                <p14:cNvContentPartPr/>
                <p14:nvPr/>
              </p14:nvContentPartPr>
              <p14:xfrm>
                <a:off x="1750487" y="3740062"/>
                <a:ext cx="242280" cy="422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2BCD2E6-5239-92A1-28E5-BB7BFB60B8F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732487" y="3722062"/>
                  <a:ext cx="27792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D4CDF7C-DA61-2D63-9F47-8360A0843D6F}"/>
                    </a:ext>
                  </a:extLst>
                </p14:cNvPr>
                <p14:cNvContentPartPr/>
                <p14:nvPr/>
              </p14:nvContentPartPr>
              <p14:xfrm>
                <a:off x="1962887" y="3718822"/>
                <a:ext cx="50760" cy="480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D4CDF7C-DA61-2D63-9F47-8360A0843D6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945247" y="3701182"/>
                  <a:ext cx="8640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8FCE880-9159-BF46-2AF0-A54956DCD03D}"/>
                    </a:ext>
                  </a:extLst>
                </p14:cNvPr>
                <p14:cNvContentPartPr/>
                <p14:nvPr/>
              </p14:nvContentPartPr>
              <p14:xfrm>
                <a:off x="2087447" y="3988462"/>
                <a:ext cx="354240" cy="282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8FCE880-9159-BF46-2AF0-A54956DCD03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069447" y="3970822"/>
                  <a:ext cx="3898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B2D63F7-7F62-4233-D4B9-E1268F421424}"/>
                    </a:ext>
                  </a:extLst>
                </p14:cNvPr>
                <p14:cNvContentPartPr/>
                <p14:nvPr/>
              </p14:nvContentPartPr>
              <p14:xfrm>
                <a:off x="2425127" y="3791902"/>
                <a:ext cx="406440" cy="468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B2D63F7-7F62-4233-D4B9-E1268F42142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407127" y="3773902"/>
                  <a:ext cx="44208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4194E53-BC7F-120C-8ED3-00F2A40BE185}"/>
                    </a:ext>
                  </a:extLst>
                </p14:cNvPr>
                <p14:cNvContentPartPr/>
                <p14:nvPr/>
              </p14:nvContentPartPr>
              <p14:xfrm>
                <a:off x="2798087" y="3890902"/>
                <a:ext cx="48600" cy="356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4194E53-BC7F-120C-8ED3-00F2A40BE18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80447" y="3872902"/>
                  <a:ext cx="842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8B3CF27-A14D-3AC2-8749-A672AA6C5872}"/>
                    </a:ext>
                  </a:extLst>
                </p14:cNvPr>
                <p14:cNvContentPartPr/>
                <p14:nvPr/>
              </p14:nvContentPartPr>
              <p14:xfrm>
                <a:off x="3001127" y="3882262"/>
                <a:ext cx="45360" cy="452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8B3CF27-A14D-3AC2-8749-A672AA6C587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83487" y="3864262"/>
                  <a:ext cx="8100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64A63DF-88EC-3B4F-22BD-50B4019EE014}"/>
                    </a:ext>
                  </a:extLst>
                </p14:cNvPr>
                <p14:cNvContentPartPr/>
                <p14:nvPr/>
              </p14:nvContentPartPr>
              <p14:xfrm>
                <a:off x="2871167" y="4111942"/>
                <a:ext cx="511920" cy="803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64A63DF-88EC-3B4F-22BD-50B4019EE01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53167" y="4094302"/>
                  <a:ext cx="547560" cy="83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1361340-E82E-0E3B-EA37-2465752703B0}"/>
                    </a:ext>
                  </a:extLst>
                </p14:cNvPr>
                <p14:cNvContentPartPr/>
                <p14:nvPr/>
              </p14:nvContentPartPr>
              <p14:xfrm>
                <a:off x="3663527" y="4263862"/>
                <a:ext cx="77040" cy="21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1361340-E82E-0E3B-EA37-2465752703B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645527" y="4245862"/>
                  <a:ext cx="1126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7235BCB-CE0D-79CD-0922-54FA661B427F}"/>
                    </a:ext>
                  </a:extLst>
                </p14:cNvPr>
                <p14:cNvContentPartPr/>
                <p14:nvPr/>
              </p14:nvContentPartPr>
              <p14:xfrm>
                <a:off x="3665327" y="4352782"/>
                <a:ext cx="153000" cy="35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7235BCB-CE0D-79CD-0922-54FA661B427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647327" y="4335142"/>
                  <a:ext cx="1886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92E8217-DB9F-1C5B-E0D3-A367CE1FB149}"/>
                    </a:ext>
                  </a:extLst>
                </p14:cNvPr>
                <p14:cNvContentPartPr/>
                <p14:nvPr/>
              </p14:nvContentPartPr>
              <p14:xfrm>
                <a:off x="4066367" y="4050022"/>
                <a:ext cx="322920" cy="289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92E8217-DB9F-1C5B-E0D3-A367CE1FB14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048367" y="4032022"/>
                  <a:ext cx="358560" cy="32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46939DA-CEAB-D608-F860-A560E6B5C27A}"/>
                  </a:ext>
                </a:extLst>
              </p14:cNvPr>
              <p14:cNvContentPartPr/>
              <p14:nvPr/>
            </p14:nvContentPartPr>
            <p14:xfrm>
              <a:off x="5471447" y="4505062"/>
              <a:ext cx="24480" cy="169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46939DA-CEAB-D608-F860-A560E6B5C27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453447" y="4487062"/>
                <a:ext cx="6012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AB208219-7567-4E22-A910-4754812DBE22}"/>
                  </a:ext>
                </a:extLst>
              </p14:cNvPr>
              <p14:cNvContentPartPr/>
              <p14:nvPr/>
            </p14:nvContentPartPr>
            <p14:xfrm>
              <a:off x="4491167" y="5132182"/>
              <a:ext cx="299520" cy="25488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AB208219-7567-4E22-A910-4754812DBE2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473167" y="5114542"/>
                <a:ext cx="335160" cy="29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BF7ECF0D-A1C4-D961-546B-D8A67FFEA256}"/>
              </a:ext>
            </a:extLst>
          </p:cNvPr>
          <p:cNvGrpSpPr/>
          <p:nvPr/>
        </p:nvGrpSpPr>
        <p:grpSpPr>
          <a:xfrm>
            <a:off x="3614567" y="5897902"/>
            <a:ext cx="553320" cy="560520"/>
            <a:chOff x="3614567" y="5897902"/>
            <a:chExt cx="553320" cy="56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C5DC38D-A1C2-47AE-86BA-81FA2DB27729}"/>
                    </a:ext>
                  </a:extLst>
                </p14:cNvPr>
                <p14:cNvContentPartPr/>
                <p14:nvPr/>
              </p14:nvContentPartPr>
              <p14:xfrm>
                <a:off x="3626087" y="6064222"/>
                <a:ext cx="145440" cy="27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C5DC38D-A1C2-47AE-86BA-81FA2DB2772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08087" y="6046582"/>
                  <a:ext cx="1810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AE527CE-9525-9AA1-B7C3-C3E4015A6369}"/>
                    </a:ext>
                  </a:extLst>
                </p14:cNvPr>
                <p14:cNvContentPartPr/>
                <p14:nvPr/>
              </p14:nvContentPartPr>
              <p14:xfrm>
                <a:off x="3614567" y="6142702"/>
                <a:ext cx="253800" cy="45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AE527CE-9525-9AA1-B7C3-C3E4015A636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596927" y="6125062"/>
                  <a:ext cx="289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10CF5B4-2141-1E26-FA00-0CC5784D376F}"/>
                    </a:ext>
                  </a:extLst>
                </p14:cNvPr>
                <p14:cNvContentPartPr/>
                <p14:nvPr/>
              </p14:nvContentPartPr>
              <p14:xfrm>
                <a:off x="3981407" y="5897902"/>
                <a:ext cx="186480" cy="560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10CF5B4-2141-1E26-FA00-0CC5784D376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963407" y="5880262"/>
                  <a:ext cx="222120" cy="59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324E4B1-9E35-399E-E1E5-00CF70F8F5BA}"/>
              </a:ext>
            </a:extLst>
          </p:cNvPr>
          <p:cNvGrpSpPr/>
          <p:nvPr/>
        </p:nvGrpSpPr>
        <p:grpSpPr>
          <a:xfrm>
            <a:off x="1358807" y="5931382"/>
            <a:ext cx="1492920" cy="364320"/>
            <a:chOff x="1358807" y="5931382"/>
            <a:chExt cx="1492920" cy="36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5B34628-63D7-BF3A-E4FB-76079151B12E}"/>
                    </a:ext>
                  </a:extLst>
                </p14:cNvPr>
                <p14:cNvContentPartPr/>
                <p14:nvPr/>
              </p14:nvContentPartPr>
              <p14:xfrm>
                <a:off x="1358807" y="5931382"/>
                <a:ext cx="381240" cy="360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5B34628-63D7-BF3A-E4FB-76079151B12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41167" y="5913742"/>
                  <a:ext cx="4168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AE4EF38-E5CC-C0E8-BE9D-6E6252BD942F}"/>
                    </a:ext>
                  </a:extLst>
                </p14:cNvPr>
                <p14:cNvContentPartPr/>
                <p14:nvPr/>
              </p14:nvContentPartPr>
              <p14:xfrm>
                <a:off x="2024087" y="6076462"/>
                <a:ext cx="280080" cy="169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AE4EF38-E5CC-C0E8-BE9D-6E6252BD942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006087" y="6058822"/>
                  <a:ext cx="315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CBFC900-6987-8B17-7DC9-62B857851CCB}"/>
                    </a:ext>
                  </a:extLst>
                </p14:cNvPr>
                <p14:cNvContentPartPr/>
                <p14:nvPr/>
              </p14:nvContentPartPr>
              <p14:xfrm>
                <a:off x="2134967" y="6038302"/>
                <a:ext cx="38160" cy="2487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CBFC900-6987-8B17-7DC9-62B857851CC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116967" y="6020302"/>
                  <a:ext cx="738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F02C8A3-7081-8DB9-42E3-900538978B40}"/>
                    </a:ext>
                  </a:extLst>
                </p14:cNvPr>
                <p14:cNvContentPartPr/>
                <p14:nvPr/>
              </p14:nvContentPartPr>
              <p14:xfrm>
                <a:off x="2491367" y="6007342"/>
                <a:ext cx="360360" cy="2545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F02C8A3-7081-8DB9-42E3-900538978B4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473727" y="5989702"/>
                  <a:ext cx="3960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245C0DD-C388-4E4C-C146-5645D6E707E3}"/>
                    </a:ext>
                  </a:extLst>
                </p14:cNvPr>
                <p14:cNvContentPartPr/>
                <p14:nvPr/>
              </p14:nvContentPartPr>
              <p14:xfrm>
                <a:off x="1984127" y="6270142"/>
                <a:ext cx="24480" cy="25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245C0DD-C388-4E4C-C146-5645D6E707E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966487" y="6252142"/>
                  <a:ext cx="6012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A8B44E4-9497-0C05-4FC1-782DBB8053CF}"/>
              </a:ext>
            </a:extLst>
          </p:cNvPr>
          <p:cNvGrpSpPr/>
          <p:nvPr/>
        </p:nvGrpSpPr>
        <p:grpSpPr>
          <a:xfrm>
            <a:off x="1085567" y="4548622"/>
            <a:ext cx="2974680" cy="951840"/>
            <a:chOff x="1085567" y="4548622"/>
            <a:chExt cx="2974680" cy="95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A150010-A635-6DA2-E3ED-18864A4B9609}"/>
                    </a:ext>
                  </a:extLst>
                </p14:cNvPr>
                <p14:cNvContentPartPr/>
                <p14:nvPr/>
              </p14:nvContentPartPr>
              <p14:xfrm>
                <a:off x="1579847" y="5016262"/>
                <a:ext cx="214560" cy="358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A150010-A635-6DA2-E3ED-18864A4B960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562207" y="4998262"/>
                  <a:ext cx="25020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1315A00-BB00-4D32-580B-3F5E0AA8BD68}"/>
                    </a:ext>
                  </a:extLst>
                </p14:cNvPr>
                <p14:cNvContentPartPr/>
                <p14:nvPr/>
              </p14:nvContentPartPr>
              <p14:xfrm>
                <a:off x="2000687" y="5293822"/>
                <a:ext cx="237600" cy="37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1315A00-BB00-4D32-580B-3F5E0AA8BD6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983047" y="5275822"/>
                  <a:ext cx="2732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19DED29-B5BC-FFEC-D2AD-F46E7C56FFCB}"/>
                    </a:ext>
                  </a:extLst>
                </p14:cNvPr>
                <p14:cNvContentPartPr/>
                <p14:nvPr/>
              </p14:nvContentPartPr>
              <p14:xfrm>
                <a:off x="2118407" y="5223622"/>
                <a:ext cx="11880" cy="232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19DED29-B5BC-FFEC-D2AD-F46E7C56FFC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100767" y="5205982"/>
                  <a:ext cx="47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31620A5-A1BC-696A-D2B0-AA8EAF89F6BD}"/>
                    </a:ext>
                  </a:extLst>
                </p14:cNvPr>
                <p14:cNvContentPartPr/>
                <p14:nvPr/>
              </p14:nvContentPartPr>
              <p14:xfrm>
                <a:off x="2529167" y="5135782"/>
                <a:ext cx="24840" cy="278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31620A5-A1BC-696A-D2B0-AA8EAF89F6B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511167" y="5118142"/>
                  <a:ext cx="604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CC7BB5A-A66B-B79D-A80B-B86F6986AB3B}"/>
                    </a:ext>
                  </a:extLst>
                </p14:cNvPr>
                <p14:cNvContentPartPr/>
                <p14:nvPr/>
              </p14:nvContentPartPr>
              <p14:xfrm>
                <a:off x="2525567" y="5128222"/>
                <a:ext cx="182160" cy="216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CC7BB5A-A66B-B79D-A80B-B86F6986AB3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507567" y="5110582"/>
                  <a:ext cx="2178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47D2363-D80A-79A6-E34E-8CCCD816942C}"/>
                    </a:ext>
                  </a:extLst>
                </p14:cNvPr>
                <p14:cNvContentPartPr/>
                <p14:nvPr/>
              </p14:nvContentPartPr>
              <p14:xfrm>
                <a:off x="2736167" y="5038582"/>
                <a:ext cx="34200" cy="296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47D2363-D80A-79A6-E34E-8CCCD816942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718527" y="5020942"/>
                  <a:ext cx="6984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08453CC-E6C0-6656-D695-B80609CBE1D4}"/>
                    </a:ext>
                  </a:extLst>
                </p14:cNvPr>
                <p14:cNvContentPartPr/>
                <p14:nvPr/>
              </p14:nvContentPartPr>
              <p14:xfrm>
                <a:off x="2803847" y="5081422"/>
                <a:ext cx="122040" cy="381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08453CC-E6C0-6656-D695-B80609CBE1D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785847" y="5063422"/>
                  <a:ext cx="15768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EBBDADE-3D60-FF74-DFAB-60F85207C031}"/>
                    </a:ext>
                  </a:extLst>
                </p14:cNvPr>
                <p14:cNvContentPartPr/>
                <p14:nvPr/>
              </p14:nvContentPartPr>
              <p14:xfrm>
                <a:off x="3036407" y="5150902"/>
                <a:ext cx="185400" cy="293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EBBDADE-3D60-FF74-DFAB-60F85207C03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018767" y="5133262"/>
                  <a:ext cx="22104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B7F6BE9-FAF2-1E7C-C41E-97DE02D8DE03}"/>
                    </a:ext>
                  </a:extLst>
                </p14:cNvPr>
                <p14:cNvContentPartPr/>
                <p14:nvPr/>
              </p14:nvContentPartPr>
              <p14:xfrm>
                <a:off x="3020207" y="5280502"/>
                <a:ext cx="203400" cy="60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B7F6BE9-FAF2-1E7C-C41E-97DE02D8DE0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002207" y="5262862"/>
                  <a:ext cx="2390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63B6367-1F5F-D8CD-2C0A-0B2F9BF49AE9}"/>
                    </a:ext>
                  </a:extLst>
                </p14:cNvPr>
                <p14:cNvContentPartPr/>
                <p14:nvPr/>
              </p14:nvContentPartPr>
              <p14:xfrm>
                <a:off x="3282287" y="5073502"/>
                <a:ext cx="68040" cy="426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63B6367-1F5F-D8CD-2C0A-0B2F9BF49AE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264647" y="5055502"/>
                  <a:ext cx="10368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88E5852-40F7-D649-4E1D-91ACBF7E804D}"/>
                    </a:ext>
                  </a:extLst>
                </p14:cNvPr>
                <p14:cNvContentPartPr/>
                <p14:nvPr/>
              </p14:nvContentPartPr>
              <p14:xfrm>
                <a:off x="3693407" y="5232982"/>
                <a:ext cx="139680" cy="47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88E5852-40F7-D649-4E1D-91ACBF7E804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75767" y="5215342"/>
                  <a:ext cx="1753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3FA7720-C15D-303A-CEF3-91FCA7C202CE}"/>
                    </a:ext>
                  </a:extLst>
                </p14:cNvPr>
                <p14:cNvContentPartPr/>
                <p14:nvPr/>
              </p14:nvContentPartPr>
              <p14:xfrm>
                <a:off x="3672167" y="5361502"/>
                <a:ext cx="219960" cy="324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3FA7720-C15D-303A-CEF3-91FCA7C202C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654167" y="5343862"/>
                  <a:ext cx="2556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355A5CB-3E76-C198-560B-6CC2B43DFA73}"/>
                    </a:ext>
                  </a:extLst>
                </p14:cNvPr>
                <p14:cNvContentPartPr/>
                <p14:nvPr/>
              </p14:nvContentPartPr>
              <p14:xfrm>
                <a:off x="1085567" y="4548622"/>
                <a:ext cx="275040" cy="3866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355A5CB-3E76-C198-560B-6CC2B43DFA7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67567" y="4530622"/>
                  <a:ext cx="31068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AD53999-A259-060C-69C9-214E2CFD8F78}"/>
                    </a:ext>
                  </a:extLst>
                </p14:cNvPr>
                <p14:cNvContentPartPr/>
                <p14:nvPr/>
              </p14:nvContentPartPr>
              <p14:xfrm>
                <a:off x="1327847" y="4735102"/>
                <a:ext cx="359280" cy="1828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AD53999-A259-060C-69C9-214E2CFD8F7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309847" y="4717462"/>
                  <a:ext cx="3949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285A635-A371-469A-1D5B-D36EB94A55D0}"/>
                    </a:ext>
                  </a:extLst>
                </p14:cNvPr>
                <p14:cNvContentPartPr/>
                <p14:nvPr/>
              </p14:nvContentPartPr>
              <p14:xfrm>
                <a:off x="1803767" y="4581022"/>
                <a:ext cx="88200" cy="2980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285A635-A371-469A-1D5B-D36EB94A55D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785767" y="4563382"/>
                  <a:ext cx="1238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D9F0F2D-B592-12C4-CA85-FAE1B0E16C02}"/>
                    </a:ext>
                  </a:extLst>
                </p14:cNvPr>
                <p14:cNvContentPartPr/>
                <p14:nvPr/>
              </p14:nvContentPartPr>
              <p14:xfrm>
                <a:off x="1866767" y="4656622"/>
                <a:ext cx="136080" cy="213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D9F0F2D-B592-12C4-CA85-FAE1B0E16C0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849127" y="4638622"/>
                  <a:ext cx="1717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4F6138D-D8E4-06D9-5DA8-F18522B0DE5A}"/>
                    </a:ext>
                  </a:extLst>
                </p14:cNvPr>
                <p14:cNvContentPartPr/>
                <p14:nvPr/>
              </p14:nvContentPartPr>
              <p14:xfrm>
                <a:off x="2129927" y="4785142"/>
                <a:ext cx="172440" cy="298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4F6138D-D8E4-06D9-5DA8-F18522B0DE5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111927" y="4767142"/>
                  <a:ext cx="2080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12947B8-A2D7-EFC6-5ECD-1EDDE0E96E92}"/>
                    </a:ext>
                  </a:extLst>
                </p14:cNvPr>
                <p14:cNvContentPartPr/>
                <p14:nvPr/>
              </p14:nvContentPartPr>
              <p14:xfrm>
                <a:off x="2240447" y="4691542"/>
                <a:ext cx="41760" cy="195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12947B8-A2D7-EFC6-5ECD-1EDDE0E96E9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222447" y="4673902"/>
                  <a:ext cx="774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06293B5-EB47-6564-5E56-CB50EF3BBC59}"/>
                    </a:ext>
                  </a:extLst>
                </p14:cNvPr>
                <p14:cNvContentPartPr/>
                <p14:nvPr/>
              </p14:nvContentPartPr>
              <p14:xfrm>
                <a:off x="2668127" y="4672102"/>
                <a:ext cx="63360" cy="234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06293B5-EB47-6564-5E56-CB50EF3BBC5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650487" y="4654102"/>
                  <a:ext cx="990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7672736-28D2-5F37-8773-21E3F0DAB025}"/>
                    </a:ext>
                  </a:extLst>
                </p14:cNvPr>
                <p14:cNvContentPartPr/>
                <p14:nvPr/>
              </p14:nvContentPartPr>
              <p14:xfrm>
                <a:off x="2680727" y="4603342"/>
                <a:ext cx="591480" cy="3416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7672736-28D2-5F37-8773-21E3F0DAB02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662727" y="4585342"/>
                  <a:ext cx="62712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4C2C24D-E2C0-BE9A-4026-406EE9E03646}"/>
                    </a:ext>
                  </a:extLst>
                </p14:cNvPr>
                <p14:cNvContentPartPr/>
                <p14:nvPr/>
              </p14:nvContentPartPr>
              <p14:xfrm>
                <a:off x="3345287" y="4623862"/>
                <a:ext cx="164160" cy="343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4C2C24D-E2C0-BE9A-4026-406EE9E0364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327287" y="4605862"/>
                  <a:ext cx="19980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34F108A-218C-2779-5226-E39A2C585E69}"/>
                    </a:ext>
                  </a:extLst>
                </p14:cNvPr>
                <p14:cNvContentPartPr/>
                <p14:nvPr/>
              </p14:nvContentPartPr>
              <p14:xfrm>
                <a:off x="3514847" y="4620982"/>
                <a:ext cx="258480" cy="3070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34F108A-218C-2779-5226-E39A2C585E6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496847" y="4602982"/>
                  <a:ext cx="2941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7AE6613-C4BA-AAA5-2BF6-8C00192E3862}"/>
                    </a:ext>
                  </a:extLst>
                </p14:cNvPr>
                <p14:cNvContentPartPr/>
                <p14:nvPr/>
              </p14:nvContentPartPr>
              <p14:xfrm>
                <a:off x="3708527" y="4611982"/>
                <a:ext cx="64440" cy="388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7AE6613-C4BA-AAA5-2BF6-8C00192E386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690887" y="4593982"/>
                  <a:ext cx="1000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8261DB6-72C7-123D-E7E8-7428CFAB10FE}"/>
                    </a:ext>
                  </a:extLst>
                </p14:cNvPr>
                <p14:cNvContentPartPr/>
                <p14:nvPr/>
              </p14:nvContentPartPr>
              <p14:xfrm>
                <a:off x="3834167" y="4594702"/>
                <a:ext cx="12600" cy="302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8261DB6-72C7-123D-E7E8-7428CFAB10F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816167" y="4576702"/>
                  <a:ext cx="482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95F3656-9D4D-473E-D92E-F36AEFF8CB11}"/>
                    </a:ext>
                  </a:extLst>
                </p14:cNvPr>
                <p14:cNvContentPartPr/>
                <p14:nvPr/>
              </p14:nvContentPartPr>
              <p14:xfrm>
                <a:off x="3723287" y="4740862"/>
                <a:ext cx="336960" cy="3553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95F3656-9D4D-473E-D92E-F36AEFF8CB1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705287" y="4723222"/>
                  <a:ext cx="372600" cy="39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C6CA792-1BAB-5404-8DA9-264342482A53}"/>
              </a:ext>
            </a:extLst>
          </p:cNvPr>
          <p:cNvGrpSpPr/>
          <p:nvPr/>
        </p:nvGrpSpPr>
        <p:grpSpPr>
          <a:xfrm>
            <a:off x="4563887" y="4754902"/>
            <a:ext cx="266400" cy="108000"/>
            <a:chOff x="4563887" y="4754902"/>
            <a:chExt cx="266400" cy="10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1103CC5-778A-C33F-87EB-6D1570F25A9A}"/>
                    </a:ext>
                  </a:extLst>
                </p14:cNvPr>
                <p14:cNvContentPartPr/>
                <p14:nvPr/>
              </p14:nvContentPartPr>
              <p14:xfrm>
                <a:off x="4576487" y="4754902"/>
                <a:ext cx="111240" cy="15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1103CC5-778A-C33F-87EB-6D1570F25A9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558487" y="4736902"/>
                  <a:ext cx="1468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FD6EE29-1159-EC53-6516-599577635A58}"/>
                    </a:ext>
                  </a:extLst>
                </p14:cNvPr>
                <p14:cNvContentPartPr/>
                <p14:nvPr/>
              </p14:nvContentPartPr>
              <p14:xfrm>
                <a:off x="4563887" y="4820422"/>
                <a:ext cx="266400" cy="42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FD6EE29-1159-EC53-6516-599577635A5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545887" y="4802422"/>
                  <a:ext cx="30204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9C45803-F064-E30A-BA59-E50A9FE72B1D}"/>
              </a:ext>
            </a:extLst>
          </p:cNvPr>
          <p:cNvGrpSpPr/>
          <p:nvPr/>
        </p:nvGrpSpPr>
        <p:grpSpPr>
          <a:xfrm>
            <a:off x="5410247" y="4674622"/>
            <a:ext cx="637560" cy="227520"/>
            <a:chOff x="5410247" y="4674622"/>
            <a:chExt cx="637560" cy="22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C5BEAEE-7FD0-9F62-D6EC-733DC8126097}"/>
                    </a:ext>
                  </a:extLst>
                </p14:cNvPr>
                <p14:cNvContentPartPr/>
                <p14:nvPr/>
              </p14:nvContentPartPr>
              <p14:xfrm>
                <a:off x="5410247" y="4674622"/>
                <a:ext cx="264600" cy="2098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C5BEAEE-7FD0-9F62-D6EC-733DC812609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392247" y="4656622"/>
                  <a:ext cx="3002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5319A92-541E-D78D-8B53-19CDC29A234F}"/>
                    </a:ext>
                  </a:extLst>
                </p14:cNvPr>
                <p14:cNvContentPartPr/>
                <p14:nvPr/>
              </p14:nvContentPartPr>
              <p14:xfrm>
                <a:off x="5753327" y="4753102"/>
                <a:ext cx="136440" cy="1490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5319A92-541E-D78D-8B53-19CDC29A234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735687" y="4735102"/>
                  <a:ext cx="1720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570617C-E3DC-257C-514D-BF1E948C7857}"/>
                    </a:ext>
                  </a:extLst>
                </p14:cNvPr>
                <p14:cNvContentPartPr/>
                <p14:nvPr/>
              </p14:nvContentPartPr>
              <p14:xfrm>
                <a:off x="6004607" y="4819342"/>
                <a:ext cx="43200" cy="12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570617C-E3DC-257C-514D-BF1E948C785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986607" y="4801702"/>
                  <a:ext cx="7884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A54CBFC-1D8E-1295-2E8A-1416AF2F2401}"/>
              </a:ext>
            </a:extLst>
          </p:cNvPr>
          <p:cNvGrpSpPr/>
          <p:nvPr/>
        </p:nvGrpSpPr>
        <p:grpSpPr>
          <a:xfrm>
            <a:off x="6485927" y="4575982"/>
            <a:ext cx="2340360" cy="778680"/>
            <a:chOff x="6485927" y="4575982"/>
            <a:chExt cx="2340360" cy="77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3D0699A-B129-A827-4D42-C26C84E7AD36}"/>
                    </a:ext>
                  </a:extLst>
                </p14:cNvPr>
                <p14:cNvContentPartPr/>
                <p14:nvPr/>
              </p14:nvContentPartPr>
              <p14:xfrm>
                <a:off x="6485927" y="4579222"/>
                <a:ext cx="419040" cy="7754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3D0699A-B129-A827-4D42-C26C84E7AD3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467927" y="4561222"/>
                  <a:ext cx="454680" cy="81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08564AC-C64D-6AC7-B647-B6CB9CDB87C8}"/>
                    </a:ext>
                  </a:extLst>
                </p14:cNvPr>
                <p14:cNvContentPartPr/>
                <p14:nvPr/>
              </p14:nvContentPartPr>
              <p14:xfrm>
                <a:off x="7256687" y="4575982"/>
                <a:ext cx="548640" cy="308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08564AC-C64D-6AC7-B647-B6CB9CDB87C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238687" y="4557982"/>
                  <a:ext cx="5842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E80C6A7-CEF5-DF00-BFFF-2D839A6AA84E}"/>
                    </a:ext>
                  </a:extLst>
                </p14:cNvPr>
                <p14:cNvContentPartPr/>
                <p14:nvPr/>
              </p14:nvContentPartPr>
              <p14:xfrm>
                <a:off x="7862567" y="4783702"/>
                <a:ext cx="14400" cy="133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E80C6A7-CEF5-DF00-BFFF-2D839A6AA84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844567" y="4766062"/>
                  <a:ext cx="500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A1CA0FF-039D-6469-470B-B502B47B630A}"/>
                    </a:ext>
                  </a:extLst>
                </p14:cNvPr>
                <p14:cNvContentPartPr/>
                <p14:nvPr/>
              </p14:nvContentPartPr>
              <p14:xfrm>
                <a:off x="7795967" y="4725022"/>
                <a:ext cx="573120" cy="1760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A1CA0FF-039D-6469-470B-B502B47B630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778327" y="4707382"/>
                  <a:ext cx="6087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E0B26E2-6649-4BE0-0A8E-D9E3E9F20ACB}"/>
                    </a:ext>
                  </a:extLst>
                </p14:cNvPr>
                <p14:cNvContentPartPr/>
                <p14:nvPr/>
              </p14:nvContentPartPr>
              <p14:xfrm>
                <a:off x="8440007" y="4762102"/>
                <a:ext cx="386280" cy="1746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E0B26E2-6649-4BE0-0A8E-D9E3E9F20AC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422367" y="4744462"/>
                  <a:ext cx="421920" cy="21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58DC70B1-2BE9-9F9C-4F81-314619C74B54}"/>
                  </a:ext>
                </a:extLst>
              </p14:cNvPr>
              <p14:cNvContentPartPr/>
              <p14:nvPr/>
            </p14:nvContentPartPr>
            <p14:xfrm>
              <a:off x="9429647" y="4933462"/>
              <a:ext cx="83880" cy="3384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58DC70B1-2BE9-9F9C-4F81-314619C74B54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9412007" y="4915822"/>
                <a:ext cx="119520" cy="6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4988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F5359FD-8652-D824-1F7B-50870058C31F}"/>
              </a:ext>
            </a:extLst>
          </p:cNvPr>
          <p:cNvGrpSpPr/>
          <p:nvPr/>
        </p:nvGrpSpPr>
        <p:grpSpPr>
          <a:xfrm>
            <a:off x="835367" y="320782"/>
            <a:ext cx="365760" cy="255240"/>
            <a:chOff x="835367" y="320782"/>
            <a:chExt cx="36576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02A79DE-8363-291D-E1EB-B445CCB55C2F}"/>
                    </a:ext>
                  </a:extLst>
                </p14:cNvPr>
                <p14:cNvContentPartPr/>
                <p14:nvPr/>
              </p14:nvContentPartPr>
              <p14:xfrm>
                <a:off x="854087" y="321502"/>
                <a:ext cx="6480" cy="5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02A79DE-8363-291D-E1EB-B445CCB55C2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36447" y="303862"/>
                  <a:ext cx="421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7C96005-AD6A-CC47-69A3-F43A27D07EBA}"/>
                    </a:ext>
                  </a:extLst>
                </p14:cNvPr>
                <p14:cNvContentPartPr/>
                <p14:nvPr/>
              </p14:nvContentPartPr>
              <p14:xfrm>
                <a:off x="835367" y="320782"/>
                <a:ext cx="211320" cy="207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7C96005-AD6A-CC47-69A3-F43A27D07EB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7727" y="303142"/>
                  <a:ext cx="2469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89AC0EA-3EF2-2635-381C-814DE7279475}"/>
                    </a:ext>
                  </a:extLst>
                </p14:cNvPr>
                <p14:cNvContentPartPr/>
                <p14:nvPr/>
              </p14:nvContentPartPr>
              <p14:xfrm>
                <a:off x="1100687" y="432382"/>
                <a:ext cx="72360" cy="12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89AC0EA-3EF2-2635-381C-814DE727947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3047" y="414382"/>
                  <a:ext cx="1080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D64CE47-9ED9-E8D6-9754-E76E884CB8DF}"/>
                    </a:ext>
                  </a:extLst>
                </p14:cNvPr>
                <p14:cNvContentPartPr/>
                <p14:nvPr/>
              </p14:nvContentPartPr>
              <p14:xfrm>
                <a:off x="1101047" y="551542"/>
                <a:ext cx="100080" cy="24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D64CE47-9ED9-E8D6-9754-E76E884CB8D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83047" y="533902"/>
                  <a:ext cx="135720" cy="6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06B96C7-39E6-BC11-CF3E-A36D7B71460D}"/>
                  </a:ext>
                </a:extLst>
              </p14:cNvPr>
              <p14:cNvContentPartPr/>
              <p14:nvPr/>
            </p14:nvContentPartPr>
            <p14:xfrm>
              <a:off x="1440527" y="336622"/>
              <a:ext cx="269280" cy="250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06B96C7-39E6-BC11-CF3E-A36D7B71460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22887" y="318622"/>
                <a:ext cx="304920" cy="28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56B335B2-9BA3-849E-E952-516DA5F14351}"/>
              </a:ext>
            </a:extLst>
          </p:cNvPr>
          <p:cNvGrpSpPr/>
          <p:nvPr/>
        </p:nvGrpSpPr>
        <p:grpSpPr>
          <a:xfrm>
            <a:off x="820967" y="914782"/>
            <a:ext cx="508320" cy="233280"/>
            <a:chOff x="820967" y="914782"/>
            <a:chExt cx="50832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95AAA7E-BA37-AA4D-5D56-169D4AA0460D}"/>
                    </a:ext>
                  </a:extLst>
                </p14:cNvPr>
                <p14:cNvContentPartPr/>
                <p14:nvPr/>
              </p14:nvContentPartPr>
              <p14:xfrm>
                <a:off x="820967" y="914782"/>
                <a:ext cx="211320" cy="179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95AAA7E-BA37-AA4D-5D56-169D4AA0460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2967" y="896782"/>
                  <a:ext cx="2469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D27912B-BAFE-766B-1DD6-C1CEB8B3D5C4}"/>
                    </a:ext>
                  </a:extLst>
                </p14:cNvPr>
                <p14:cNvContentPartPr/>
                <p14:nvPr/>
              </p14:nvContentPartPr>
              <p14:xfrm>
                <a:off x="1191767" y="1006942"/>
                <a:ext cx="77040" cy="3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D27912B-BAFE-766B-1DD6-C1CEB8B3D5C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74127" y="988942"/>
                  <a:ext cx="1126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787CFA4-0679-3EAC-96B0-C6D4CCFC7F7F}"/>
                    </a:ext>
                  </a:extLst>
                </p14:cNvPr>
                <p14:cNvContentPartPr/>
                <p14:nvPr/>
              </p14:nvContentPartPr>
              <p14:xfrm>
                <a:off x="1126967" y="1099102"/>
                <a:ext cx="202320" cy="48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787CFA4-0679-3EAC-96B0-C6D4CCFC7F7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09327" y="1081102"/>
                  <a:ext cx="237960" cy="8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23B0A50-689C-E797-9233-1FCACBB49E12}"/>
                  </a:ext>
                </a:extLst>
              </p14:cNvPr>
              <p14:cNvContentPartPr/>
              <p14:nvPr/>
            </p14:nvContentPartPr>
            <p14:xfrm>
              <a:off x="1674527" y="810742"/>
              <a:ext cx="160560" cy="338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23B0A50-689C-E797-9233-1FCACBB49E1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56527" y="792742"/>
                <a:ext cx="196200" cy="37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E36ED13C-7093-EFA3-7437-EA4345104005}"/>
              </a:ext>
            </a:extLst>
          </p:cNvPr>
          <p:cNvGrpSpPr/>
          <p:nvPr/>
        </p:nvGrpSpPr>
        <p:grpSpPr>
          <a:xfrm>
            <a:off x="506687" y="1591582"/>
            <a:ext cx="1517400" cy="824760"/>
            <a:chOff x="506687" y="1591582"/>
            <a:chExt cx="1517400" cy="82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A54B25C-B179-5ECE-9E4C-A76813BBE2CB}"/>
                    </a:ext>
                  </a:extLst>
                </p14:cNvPr>
                <p14:cNvContentPartPr/>
                <p14:nvPr/>
              </p14:nvContentPartPr>
              <p14:xfrm>
                <a:off x="506687" y="1688422"/>
                <a:ext cx="225720" cy="326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A54B25C-B179-5ECE-9E4C-A76813BBE2C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8687" y="1670422"/>
                  <a:ext cx="2613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5624D32-B2EA-67E0-99EE-002AFC2ED513}"/>
                    </a:ext>
                  </a:extLst>
                </p14:cNvPr>
                <p14:cNvContentPartPr/>
                <p14:nvPr/>
              </p14:nvContentPartPr>
              <p14:xfrm>
                <a:off x="740687" y="1690582"/>
                <a:ext cx="64800" cy="294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5624D32-B2EA-67E0-99EE-002AFC2ED51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23047" y="1672942"/>
                  <a:ext cx="1004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DD2D541-062C-DE7F-A9E3-AAEC5CFB4B62}"/>
                    </a:ext>
                  </a:extLst>
                </p14:cNvPr>
                <p14:cNvContentPartPr/>
                <p14:nvPr/>
              </p14:nvContentPartPr>
              <p14:xfrm>
                <a:off x="839327" y="1623262"/>
                <a:ext cx="727920" cy="414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DD2D541-062C-DE7F-A9E3-AAEC5CFB4B6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21327" y="1605262"/>
                  <a:ext cx="76356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614CC77-B6CF-5A07-524E-7A949B2390A5}"/>
                    </a:ext>
                  </a:extLst>
                </p14:cNvPr>
                <p14:cNvContentPartPr/>
                <p14:nvPr/>
              </p14:nvContentPartPr>
              <p14:xfrm>
                <a:off x="1570847" y="1647022"/>
                <a:ext cx="36360" cy="26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614CC77-B6CF-5A07-524E-7A949B2390A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53207" y="1629382"/>
                  <a:ext cx="720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D2EC8B0-DD6F-D5B1-326F-B098B85021EF}"/>
                    </a:ext>
                  </a:extLst>
                </p14:cNvPr>
                <p14:cNvContentPartPr/>
                <p14:nvPr/>
              </p14:nvContentPartPr>
              <p14:xfrm>
                <a:off x="1765247" y="1591582"/>
                <a:ext cx="47880" cy="395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D2EC8B0-DD6F-D5B1-326F-B098B85021E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47607" y="1573942"/>
                  <a:ext cx="8352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FBC3C5E-C4FB-3B0F-D637-E6EBED78A47C}"/>
                    </a:ext>
                  </a:extLst>
                </p14:cNvPr>
                <p14:cNvContentPartPr/>
                <p14:nvPr/>
              </p14:nvContentPartPr>
              <p14:xfrm>
                <a:off x="1675607" y="1752862"/>
                <a:ext cx="348480" cy="663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FBC3C5E-C4FB-3B0F-D637-E6EBED78A47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57607" y="1735222"/>
                  <a:ext cx="384120" cy="69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030021B-8047-42E5-B456-1EA266CF3A44}"/>
                  </a:ext>
                </a:extLst>
              </p14:cNvPr>
              <p14:cNvContentPartPr/>
              <p14:nvPr/>
            </p14:nvContentPartPr>
            <p14:xfrm>
              <a:off x="2283647" y="1960942"/>
              <a:ext cx="72360" cy="164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030021B-8047-42E5-B456-1EA266CF3A4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265647" y="1943302"/>
                <a:ext cx="108000" cy="20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EBD28E18-B788-0C02-8C0F-C1DE695F49EE}"/>
              </a:ext>
            </a:extLst>
          </p:cNvPr>
          <p:cNvGrpSpPr/>
          <p:nvPr/>
        </p:nvGrpSpPr>
        <p:grpSpPr>
          <a:xfrm>
            <a:off x="2867927" y="1665382"/>
            <a:ext cx="831240" cy="212760"/>
            <a:chOff x="2867927" y="1665382"/>
            <a:chExt cx="831240" cy="21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80580CC-DFF2-1CDC-9381-FB701E3FD560}"/>
                    </a:ext>
                  </a:extLst>
                </p14:cNvPr>
                <p14:cNvContentPartPr/>
                <p14:nvPr/>
              </p14:nvContentPartPr>
              <p14:xfrm>
                <a:off x="2867927" y="1724782"/>
                <a:ext cx="241200" cy="153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80580CC-DFF2-1CDC-9381-FB701E3FD56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849927" y="1706782"/>
                  <a:ext cx="2768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99F33F-D2E2-4050-F83F-6229924CDE7A}"/>
                    </a:ext>
                  </a:extLst>
                </p14:cNvPr>
                <p14:cNvContentPartPr/>
                <p14:nvPr/>
              </p14:nvContentPartPr>
              <p14:xfrm>
                <a:off x="3245207" y="1756102"/>
                <a:ext cx="120240" cy="58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99F33F-D2E2-4050-F83F-6229924CDE7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27567" y="1738462"/>
                  <a:ext cx="1558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983933E-4FC8-A6E9-388B-E2DB62CEB86E}"/>
                    </a:ext>
                  </a:extLst>
                </p14:cNvPr>
                <p14:cNvContentPartPr/>
                <p14:nvPr/>
              </p14:nvContentPartPr>
              <p14:xfrm>
                <a:off x="3475607" y="1665382"/>
                <a:ext cx="223560" cy="162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983933E-4FC8-A6E9-388B-E2DB62CEB86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57607" y="1647382"/>
                  <a:ext cx="25920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645CD45-3CBF-D57D-4056-74B6AF1096F6}"/>
              </a:ext>
            </a:extLst>
          </p:cNvPr>
          <p:cNvGrpSpPr/>
          <p:nvPr/>
        </p:nvGrpSpPr>
        <p:grpSpPr>
          <a:xfrm>
            <a:off x="3955847" y="1700662"/>
            <a:ext cx="135360" cy="133200"/>
            <a:chOff x="3955847" y="1700662"/>
            <a:chExt cx="135360" cy="13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22B6881-F79B-9742-8008-B0DE64924B17}"/>
                    </a:ext>
                  </a:extLst>
                </p14:cNvPr>
                <p14:cNvContentPartPr/>
                <p14:nvPr/>
              </p14:nvContentPartPr>
              <p14:xfrm>
                <a:off x="3973487" y="1700662"/>
                <a:ext cx="80640" cy="18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22B6881-F79B-9742-8008-B0DE64924B1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55487" y="1683022"/>
                  <a:ext cx="116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AC0ABB9-6D93-1A64-56A7-F07108B757A2}"/>
                    </a:ext>
                  </a:extLst>
                </p14:cNvPr>
                <p14:cNvContentPartPr/>
                <p14:nvPr/>
              </p14:nvContentPartPr>
              <p14:xfrm>
                <a:off x="3955847" y="1801102"/>
                <a:ext cx="135360" cy="32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AC0ABB9-6D93-1A64-56A7-F07108B757A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37847" y="1783102"/>
                  <a:ext cx="17100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DBF0D7E-A730-2342-C593-54EF55F47F53}"/>
              </a:ext>
            </a:extLst>
          </p:cNvPr>
          <p:cNvGrpSpPr/>
          <p:nvPr/>
        </p:nvGrpSpPr>
        <p:grpSpPr>
          <a:xfrm>
            <a:off x="4533647" y="1515262"/>
            <a:ext cx="690120" cy="356760"/>
            <a:chOff x="4533647" y="1515262"/>
            <a:chExt cx="690120" cy="35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D0BD36E-A2DB-9964-43A6-6E4204806B4E}"/>
                    </a:ext>
                  </a:extLst>
                </p14:cNvPr>
                <p14:cNvContentPartPr/>
                <p14:nvPr/>
              </p14:nvContentPartPr>
              <p14:xfrm>
                <a:off x="4533647" y="1515262"/>
                <a:ext cx="127080" cy="356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D0BD36E-A2DB-9964-43A6-6E4204806B4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15647" y="1497262"/>
                  <a:ext cx="16272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93B78CF-E20E-9C7B-0813-785091537BA5}"/>
                    </a:ext>
                  </a:extLst>
                </p14:cNvPr>
                <p14:cNvContentPartPr/>
                <p14:nvPr/>
              </p14:nvContentPartPr>
              <p14:xfrm>
                <a:off x="4783847" y="1725862"/>
                <a:ext cx="90720" cy="37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93B78CF-E20E-9C7B-0813-785091537BA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765847" y="1707862"/>
                  <a:ext cx="1263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45F13C8-4B55-EA2B-14EE-BDACA3C4F35B}"/>
                    </a:ext>
                  </a:extLst>
                </p14:cNvPr>
                <p14:cNvContentPartPr/>
                <p14:nvPr/>
              </p14:nvContentPartPr>
              <p14:xfrm>
                <a:off x="5027927" y="1599862"/>
                <a:ext cx="195840" cy="221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45F13C8-4B55-EA2B-14EE-BDACA3C4F35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10287" y="1582222"/>
                  <a:ext cx="23148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1E8A800-C2F8-EABF-4C4D-06046DCC1AF0}"/>
              </a:ext>
            </a:extLst>
          </p:cNvPr>
          <p:cNvGrpSpPr/>
          <p:nvPr/>
        </p:nvGrpSpPr>
        <p:grpSpPr>
          <a:xfrm>
            <a:off x="5525807" y="1677982"/>
            <a:ext cx="206280" cy="102600"/>
            <a:chOff x="5525807" y="1677982"/>
            <a:chExt cx="206280" cy="10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B999F2F-8EAB-01AB-A020-9633B5E4EF2C}"/>
                    </a:ext>
                  </a:extLst>
                </p14:cNvPr>
                <p14:cNvContentPartPr/>
                <p14:nvPr/>
              </p14:nvContentPartPr>
              <p14:xfrm>
                <a:off x="5525807" y="1677982"/>
                <a:ext cx="100440" cy="29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B999F2F-8EAB-01AB-A020-9633B5E4EF2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07807" y="1659982"/>
                  <a:ext cx="1360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DCBC449-9D90-AD38-750A-13E87B10DA1B}"/>
                    </a:ext>
                  </a:extLst>
                </p14:cNvPr>
                <p14:cNvContentPartPr/>
                <p14:nvPr/>
              </p14:nvContentPartPr>
              <p14:xfrm>
                <a:off x="5561447" y="1747102"/>
                <a:ext cx="170640" cy="33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DCBC449-9D90-AD38-750A-13E87B10DA1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43447" y="1729462"/>
                  <a:ext cx="206280" cy="6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0191EC4-F2CA-AA83-931F-1FE3616655D4}"/>
                  </a:ext>
                </a:extLst>
              </p14:cNvPr>
              <p14:cNvContentPartPr/>
              <p14:nvPr/>
            </p14:nvContentPartPr>
            <p14:xfrm>
              <a:off x="5987687" y="1510222"/>
              <a:ext cx="219600" cy="2923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0191EC4-F2CA-AA83-931F-1FE3616655D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970047" y="1492222"/>
                <a:ext cx="25524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72B7757-AC2A-28A9-DC60-C88241BE557B}"/>
                  </a:ext>
                </a:extLst>
              </p14:cNvPr>
              <p14:cNvContentPartPr/>
              <p14:nvPr/>
            </p14:nvContentPartPr>
            <p14:xfrm>
              <a:off x="6767087" y="1746742"/>
              <a:ext cx="20880" cy="295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72B7757-AC2A-28A9-DC60-C88241BE557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749087" y="1728742"/>
                <a:ext cx="5652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BAE4EC9-40EA-DF0B-C89A-B9027CBB69E8}"/>
                  </a:ext>
                </a:extLst>
              </p14:cNvPr>
              <p14:cNvContentPartPr/>
              <p14:nvPr/>
            </p14:nvContentPartPr>
            <p14:xfrm>
              <a:off x="231287" y="394942"/>
              <a:ext cx="252360" cy="1771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BAE4EC9-40EA-DF0B-C89A-B9027CBB69E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13287" y="377302"/>
                <a:ext cx="288000" cy="21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5617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B3EDD06-A00C-DF5D-85D1-FDC6B5288694}"/>
                  </a:ext>
                </a:extLst>
              </p14:cNvPr>
              <p14:cNvContentPartPr/>
              <p14:nvPr/>
            </p14:nvContentPartPr>
            <p14:xfrm>
              <a:off x="163247" y="304942"/>
              <a:ext cx="181800" cy="317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B3EDD06-A00C-DF5D-85D1-FDC6B52886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607" y="286942"/>
                <a:ext cx="21744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BCB1817-B2E3-648B-0F56-A2546B52D536}"/>
                  </a:ext>
                </a:extLst>
              </p14:cNvPr>
              <p14:cNvContentPartPr/>
              <p14:nvPr/>
            </p14:nvContentPartPr>
            <p14:xfrm>
              <a:off x="449807" y="523822"/>
              <a:ext cx="1080" cy="22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BCB1817-B2E3-648B-0F56-A2546B52D53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1807" y="505822"/>
                <a:ext cx="36720" cy="5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AD89AF84-410B-EC95-0377-7FC0D98B851B}"/>
              </a:ext>
            </a:extLst>
          </p:cNvPr>
          <p:cNvGrpSpPr/>
          <p:nvPr/>
        </p:nvGrpSpPr>
        <p:grpSpPr>
          <a:xfrm>
            <a:off x="759047" y="277582"/>
            <a:ext cx="1013400" cy="634680"/>
            <a:chOff x="759047" y="277582"/>
            <a:chExt cx="1013400" cy="63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172F457-9000-8AE3-202B-527D79C80DC7}"/>
                    </a:ext>
                  </a:extLst>
                </p14:cNvPr>
                <p14:cNvContentPartPr/>
                <p14:nvPr/>
              </p14:nvContentPartPr>
              <p14:xfrm>
                <a:off x="759047" y="277582"/>
                <a:ext cx="198360" cy="234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172F457-9000-8AE3-202B-527D79C80DC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1047" y="259582"/>
                  <a:ext cx="2340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5A7CCA4-7186-E48B-3C4F-1B2E83CB44BA}"/>
                    </a:ext>
                  </a:extLst>
                </p14:cNvPr>
                <p14:cNvContentPartPr/>
                <p14:nvPr/>
              </p14:nvContentPartPr>
              <p14:xfrm>
                <a:off x="1015007" y="394942"/>
                <a:ext cx="376560" cy="15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5A7CCA4-7186-E48B-3C4F-1B2E83CB44B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97367" y="377302"/>
                  <a:ext cx="4122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49D27DE-4FE7-72E0-A5DB-9B52A9CE789F}"/>
                    </a:ext>
                  </a:extLst>
                </p14:cNvPr>
                <p14:cNvContentPartPr/>
                <p14:nvPr/>
              </p14:nvContentPartPr>
              <p14:xfrm>
                <a:off x="1384727" y="288022"/>
                <a:ext cx="22680" cy="39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49D27DE-4FE7-72E0-A5DB-9B52A9CE789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67087" y="270382"/>
                  <a:ext cx="583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D8242D3-8515-1971-B3B9-484CB4844967}"/>
                    </a:ext>
                  </a:extLst>
                </p14:cNvPr>
                <p14:cNvContentPartPr/>
                <p14:nvPr/>
              </p14:nvContentPartPr>
              <p14:xfrm>
                <a:off x="1401647" y="290542"/>
                <a:ext cx="146880" cy="487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D8242D3-8515-1971-B3B9-484CB484496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83647" y="272902"/>
                  <a:ext cx="18252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71975BC-3411-3EDA-D5B9-3AF7D4D255D1}"/>
                    </a:ext>
                  </a:extLst>
                </p14:cNvPr>
                <p14:cNvContentPartPr/>
                <p14:nvPr/>
              </p14:nvContentPartPr>
              <p14:xfrm>
                <a:off x="1385447" y="424822"/>
                <a:ext cx="387000" cy="487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71975BC-3411-3EDA-D5B9-3AF7D4D255D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67807" y="407182"/>
                  <a:ext cx="422640" cy="52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237711C-FC74-4FC6-4756-98329D588080}"/>
              </a:ext>
            </a:extLst>
          </p:cNvPr>
          <p:cNvGrpSpPr/>
          <p:nvPr/>
        </p:nvGrpSpPr>
        <p:grpSpPr>
          <a:xfrm>
            <a:off x="2321447" y="297382"/>
            <a:ext cx="652320" cy="335880"/>
            <a:chOff x="2321447" y="297382"/>
            <a:chExt cx="652320" cy="3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42CDFDB-7A58-30CF-982E-1EDF7C57FC33}"/>
                    </a:ext>
                  </a:extLst>
                </p14:cNvPr>
                <p14:cNvContentPartPr/>
                <p14:nvPr/>
              </p14:nvContentPartPr>
              <p14:xfrm>
                <a:off x="2321447" y="297382"/>
                <a:ext cx="237240" cy="313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42CDFDB-7A58-30CF-982E-1EDF7C57FC3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03447" y="279742"/>
                  <a:ext cx="27288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434EEF7-6675-DD3F-5327-9263020F5B6D}"/>
                    </a:ext>
                  </a:extLst>
                </p14:cNvPr>
                <p14:cNvContentPartPr/>
                <p14:nvPr/>
              </p14:nvContentPartPr>
              <p14:xfrm>
                <a:off x="2461847" y="311782"/>
                <a:ext cx="511920" cy="321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434EEF7-6675-DD3F-5327-9263020F5B6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43847" y="293782"/>
                  <a:ext cx="547560" cy="35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E14DDAD-847A-AA5C-0266-53C23E3956F1}"/>
              </a:ext>
            </a:extLst>
          </p:cNvPr>
          <p:cNvGrpSpPr/>
          <p:nvPr/>
        </p:nvGrpSpPr>
        <p:grpSpPr>
          <a:xfrm>
            <a:off x="3311807" y="303502"/>
            <a:ext cx="984240" cy="300960"/>
            <a:chOff x="3311807" y="303502"/>
            <a:chExt cx="984240" cy="30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E02A4AE-CDF2-96FE-8EBB-E5F277C14747}"/>
                    </a:ext>
                  </a:extLst>
                </p14:cNvPr>
                <p14:cNvContentPartPr/>
                <p14:nvPr/>
              </p14:nvContentPartPr>
              <p14:xfrm>
                <a:off x="3311807" y="473062"/>
                <a:ext cx="283320" cy="131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E02A4AE-CDF2-96FE-8EBB-E5F277C1474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93807" y="455422"/>
                  <a:ext cx="3189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23521B0-875A-1199-ADF9-1074E6B0452C}"/>
                    </a:ext>
                  </a:extLst>
                </p14:cNvPr>
                <p14:cNvContentPartPr/>
                <p14:nvPr/>
              </p14:nvContentPartPr>
              <p14:xfrm>
                <a:off x="3579647" y="461902"/>
                <a:ext cx="152640" cy="120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23521B0-875A-1199-ADF9-1074E6B0452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61647" y="443902"/>
                  <a:ext cx="1882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1DDE058-D718-A882-D183-5CB66ACF1BFB}"/>
                    </a:ext>
                  </a:extLst>
                </p14:cNvPr>
                <p14:cNvContentPartPr/>
                <p14:nvPr/>
              </p14:nvContentPartPr>
              <p14:xfrm>
                <a:off x="3805007" y="443902"/>
                <a:ext cx="195840" cy="141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1DDE058-D718-A882-D183-5CB66ACF1BF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87367" y="425902"/>
                  <a:ext cx="2314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435B4E6-64BB-8D52-FC8D-7B099880C179}"/>
                    </a:ext>
                  </a:extLst>
                </p14:cNvPr>
                <p14:cNvContentPartPr/>
                <p14:nvPr/>
              </p14:nvContentPartPr>
              <p14:xfrm>
                <a:off x="4091567" y="303502"/>
                <a:ext cx="204480" cy="281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435B4E6-64BB-8D52-FC8D-7B099880C17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73567" y="285862"/>
                  <a:ext cx="240120" cy="31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7463F0E-4FE1-2C7C-B391-0ACBB3C2E3F3}"/>
                  </a:ext>
                </a:extLst>
              </p14:cNvPr>
              <p14:cNvContentPartPr/>
              <p14:nvPr/>
            </p14:nvContentPartPr>
            <p14:xfrm>
              <a:off x="4815167" y="431662"/>
              <a:ext cx="448200" cy="1846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7463F0E-4FE1-2C7C-B391-0ACBB3C2E3F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797527" y="413662"/>
                <a:ext cx="48384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971A134-76DA-C8C2-0C3C-2AE16D71BF65}"/>
                  </a:ext>
                </a:extLst>
              </p14:cNvPr>
              <p14:cNvContentPartPr/>
              <p14:nvPr/>
            </p14:nvContentPartPr>
            <p14:xfrm>
              <a:off x="5304047" y="312142"/>
              <a:ext cx="174240" cy="3412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971A134-76DA-C8C2-0C3C-2AE16D71BF6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286047" y="294502"/>
                <a:ext cx="209880" cy="37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2A2E0F54-7738-4E7C-B053-DF010446B050}"/>
              </a:ext>
            </a:extLst>
          </p:cNvPr>
          <p:cNvGrpSpPr/>
          <p:nvPr/>
        </p:nvGrpSpPr>
        <p:grpSpPr>
          <a:xfrm>
            <a:off x="5808047" y="343102"/>
            <a:ext cx="4622040" cy="672840"/>
            <a:chOff x="5808047" y="343102"/>
            <a:chExt cx="4622040" cy="67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5C7BA4C-B286-3A00-362B-5B3AE7CE6D9D}"/>
                    </a:ext>
                  </a:extLst>
                </p14:cNvPr>
                <p14:cNvContentPartPr/>
                <p14:nvPr/>
              </p14:nvContentPartPr>
              <p14:xfrm>
                <a:off x="5808047" y="348142"/>
                <a:ext cx="993240" cy="345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5C7BA4C-B286-3A00-362B-5B3AE7CE6D9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90407" y="330502"/>
                  <a:ext cx="102888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74E3BFF-EF47-A23B-DFF0-7B5D90797104}"/>
                    </a:ext>
                  </a:extLst>
                </p14:cNvPr>
                <p14:cNvContentPartPr/>
                <p14:nvPr/>
              </p14:nvContentPartPr>
              <p14:xfrm>
                <a:off x="6789047" y="405742"/>
                <a:ext cx="30960" cy="16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74E3BFF-EF47-A23B-DFF0-7B5D9079710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71407" y="388102"/>
                  <a:ext cx="666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667C990-FCDD-356E-C605-54B644658782}"/>
                    </a:ext>
                  </a:extLst>
                </p14:cNvPr>
                <p14:cNvContentPartPr/>
                <p14:nvPr/>
              </p14:nvContentPartPr>
              <p14:xfrm>
                <a:off x="6880847" y="414742"/>
                <a:ext cx="84240" cy="269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667C990-FCDD-356E-C605-54B64465878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62847" y="396742"/>
                  <a:ext cx="1198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3F3C8A0-2A7A-7320-B8EE-228539EB0074}"/>
                    </a:ext>
                  </a:extLst>
                </p14:cNvPr>
                <p14:cNvContentPartPr/>
                <p14:nvPr/>
              </p14:nvContentPartPr>
              <p14:xfrm>
                <a:off x="6824687" y="518782"/>
                <a:ext cx="311760" cy="490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3F3C8A0-2A7A-7320-B8EE-228539EB007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807047" y="500782"/>
                  <a:ext cx="34740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A96E8D5-EB53-8F66-60EE-B8A326B16695}"/>
                    </a:ext>
                  </a:extLst>
                </p14:cNvPr>
                <p14:cNvContentPartPr/>
                <p14:nvPr/>
              </p14:nvContentPartPr>
              <p14:xfrm>
                <a:off x="7456127" y="437782"/>
                <a:ext cx="164880" cy="258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A96E8D5-EB53-8F66-60EE-B8A326B1669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438127" y="420142"/>
                  <a:ext cx="2005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2BD93AB-AE5B-ED4A-DACC-B90D9CE715FB}"/>
                    </a:ext>
                  </a:extLst>
                </p14:cNvPr>
                <p14:cNvContentPartPr/>
                <p14:nvPr/>
              </p14:nvContentPartPr>
              <p14:xfrm>
                <a:off x="7665287" y="393862"/>
                <a:ext cx="181080" cy="336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2BD93AB-AE5B-ED4A-DACC-B90D9CE715F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47287" y="376222"/>
                  <a:ext cx="2167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3A515F6-AE28-CDE5-7820-E8B3B2698580}"/>
                    </a:ext>
                  </a:extLst>
                </p14:cNvPr>
                <p14:cNvContentPartPr/>
                <p14:nvPr/>
              </p14:nvContentPartPr>
              <p14:xfrm>
                <a:off x="7523447" y="516982"/>
                <a:ext cx="88920" cy="10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3A515F6-AE28-CDE5-7820-E8B3B269858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05807" y="499342"/>
                  <a:ext cx="124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BBA499E-D103-F563-F917-F42ED8929964}"/>
                    </a:ext>
                  </a:extLst>
                </p14:cNvPr>
                <p14:cNvContentPartPr/>
                <p14:nvPr/>
              </p14:nvContentPartPr>
              <p14:xfrm>
                <a:off x="7862207" y="538222"/>
                <a:ext cx="154800" cy="161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BBA499E-D103-F563-F917-F42ED892996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844207" y="520582"/>
                  <a:ext cx="1904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1AB88EE-4020-3FDB-9489-7EF70FC431E3}"/>
                    </a:ext>
                  </a:extLst>
                </p14:cNvPr>
                <p14:cNvContentPartPr/>
                <p14:nvPr/>
              </p14:nvContentPartPr>
              <p14:xfrm>
                <a:off x="8081807" y="530302"/>
                <a:ext cx="150840" cy="161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1AB88EE-4020-3FDB-9489-7EF70FC431E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64167" y="512662"/>
                  <a:ext cx="1864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D4544AC-C487-DC4E-5045-42CF95C83749}"/>
                    </a:ext>
                  </a:extLst>
                </p14:cNvPr>
                <p14:cNvContentPartPr/>
                <p14:nvPr/>
              </p14:nvContentPartPr>
              <p14:xfrm>
                <a:off x="8285567" y="514462"/>
                <a:ext cx="249120" cy="160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D4544AC-C487-DC4E-5045-42CF95C8374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67567" y="496462"/>
                  <a:ext cx="2847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284074E-938F-692B-10A8-C51BE6034FA4}"/>
                    </a:ext>
                  </a:extLst>
                </p14:cNvPr>
                <p14:cNvContentPartPr/>
                <p14:nvPr/>
              </p14:nvContentPartPr>
              <p14:xfrm>
                <a:off x="8601287" y="512662"/>
                <a:ext cx="336600" cy="148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284074E-938F-692B-10A8-C51BE6034FA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583287" y="495022"/>
                  <a:ext cx="3722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789030F-CEA9-6EC1-673C-29C7F90D1853}"/>
                    </a:ext>
                  </a:extLst>
                </p14:cNvPr>
                <p14:cNvContentPartPr/>
                <p14:nvPr/>
              </p14:nvContentPartPr>
              <p14:xfrm>
                <a:off x="9178367" y="343102"/>
                <a:ext cx="400320" cy="672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789030F-CEA9-6EC1-673C-29C7F90D185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160727" y="325462"/>
                  <a:ext cx="435960" cy="70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6AF88B5-DAC7-6F49-E71C-9020C72ED63E}"/>
                    </a:ext>
                  </a:extLst>
                </p14:cNvPr>
                <p14:cNvContentPartPr/>
                <p14:nvPr/>
              </p14:nvContentPartPr>
              <p14:xfrm>
                <a:off x="9882527" y="347062"/>
                <a:ext cx="547560" cy="303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6AF88B5-DAC7-6F49-E71C-9020C72ED63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864527" y="329422"/>
                  <a:ext cx="5832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8CF6BA7-DA0A-A7F9-BBE9-88DB56EF643D}"/>
                    </a:ext>
                  </a:extLst>
                </p14:cNvPr>
                <p14:cNvContentPartPr/>
                <p14:nvPr/>
              </p14:nvContentPartPr>
              <p14:xfrm>
                <a:off x="9922847" y="430942"/>
                <a:ext cx="142920" cy="23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8CF6BA7-DA0A-A7F9-BBE9-88DB56EF643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04847" y="413302"/>
                  <a:ext cx="17856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EA39588-6811-1F87-5DCF-35D0601A0B94}"/>
              </a:ext>
            </a:extLst>
          </p:cNvPr>
          <p:cNvGrpSpPr/>
          <p:nvPr/>
        </p:nvGrpSpPr>
        <p:grpSpPr>
          <a:xfrm>
            <a:off x="10814567" y="161302"/>
            <a:ext cx="1218240" cy="442800"/>
            <a:chOff x="10814567" y="161302"/>
            <a:chExt cx="1218240" cy="44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7154D11-BBF0-5527-C916-DFD791B44700}"/>
                    </a:ext>
                  </a:extLst>
                </p14:cNvPr>
                <p14:cNvContentPartPr/>
                <p14:nvPr/>
              </p14:nvContentPartPr>
              <p14:xfrm>
                <a:off x="10814567" y="420502"/>
                <a:ext cx="311040" cy="152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7154D11-BBF0-5527-C916-DFD791B4470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796927" y="402862"/>
                  <a:ext cx="3466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3AC4181-C71A-B6DB-81A3-B3F0B7196404}"/>
                    </a:ext>
                  </a:extLst>
                </p14:cNvPr>
                <p14:cNvContentPartPr/>
                <p14:nvPr/>
              </p14:nvContentPartPr>
              <p14:xfrm>
                <a:off x="11154767" y="161302"/>
                <a:ext cx="603360" cy="442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3AC4181-C71A-B6DB-81A3-B3F0B719640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136767" y="143662"/>
                  <a:ext cx="63900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C1DABAB-6C4B-8905-6C84-11164AD0F74F}"/>
                    </a:ext>
                  </a:extLst>
                </p14:cNvPr>
                <p14:cNvContentPartPr/>
                <p14:nvPr/>
              </p14:nvContentPartPr>
              <p14:xfrm>
                <a:off x="11842007" y="391702"/>
                <a:ext cx="190800" cy="165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C1DABAB-6C4B-8905-6C84-11164AD0F74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824007" y="374062"/>
                  <a:ext cx="2264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F7DD0E3-767D-AEE3-FBF3-19E42FA5FD89}"/>
                    </a:ext>
                  </a:extLst>
                </p14:cNvPr>
                <p14:cNvContentPartPr/>
                <p14:nvPr/>
              </p14:nvContentPartPr>
              <p14:xfrm>
                <a:off x="11866127" y="182542"/>
                <a:ext cx="67680" cy="30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F7DD0E3-767D-AEE3-FBF3-19E42FA5FD8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848487" y="164902"/>
                  <a:ext cx="1033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EA3AF5E-F13E-8F77-3746-0F86E32690B1}"/>
                    </a:ext>
                  </a:extLst>
                </p14:cNvPr>
                <p14:cNvContentPartPr/>
                <p14:nvPr/>
              </p14:nvContentPartPr>
              <p14:xfrm>
                <a:off x="11249447" y="202702"/>
                <a:ext cx="251640" cy="6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EA3AF5E-F13E-8F77-3746-0F86E32690B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231447" y="185062"/>
                  <a:ext cx="28728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1F1C5A2-ED54-CE5F-8009-A1EA72916BC9}"/>
              </a:ext>
            </a:extLst>
          </p:cNvPr>
          <p:cNvGrpSpPr/>
          <p:nvPr/>
        </p:nvGrpSpPr>
        <p:grpSpPr>
          <a:xfrm>
            <a:off x="2709887" y="1134022"/>
            <a:ext cx="1541160" cy="1561680"/>
            <a:chOff x="2709887" y="1134022"/>
            <a:chExt cx="1541160" cy="156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3268AB7-7778-ADB6-A937-97625CB7056A}"/>
                    </a:ext>
                  </a:extLst>
                </p14:cNvPr>
                <p14:cNvContentPartPr/>
                <p14:nvPr/>
              </p14:nvContentPartPr>
              <p14:xfrm>
                <a:off x="2709887" y="1372342"/>
                <a:ext cx="304200" cy="335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3268AB7-7778-ADB6-A937-97625CB7056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91887" y="1354702"/>
                  <a:ext cx="339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3E0E6B2-7341-8048-231F-B288AAE6DBA8}"/>
                    </a:ext>
                  </a:extLst>
                </p14:cNvPr>
                <p14:cNvContentPartPr/>
                <p14:nvPr/>
              </p14:nvContentPartPr>
              <p14:xfrm>
                <a:off x="3255287" y="1500862"/>
                <a:ext cx="127800" cy="21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3E0E6B2-7341-8048-231F-B288AAE6DBA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237647" y="1483222"/>
                  <a:ext cx="1634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5BE795E-D1F6-F926-E4FA-8D1CC2503268}"/>
                    </a:ext>
                  </a:extLst>
                </p14:cNvPr>
                <p14:cNvContentPartPr/>
                <p14:nvPr/>
              </p14:nvContentPartPr>
              <p14:xfrm>
                <a:off x="3249527" y="1590142"/>
                <a:ext cx="208800" cy="47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5BE795E-D1F6-F926-E4FA-8D1CC250326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231887" y="1572142"/>
                  <a:ext cx="2444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14FD003-166A-3FDC-3B8C-551EF2C3D466}"/>
                    </a:ext>
                  </a:extLst>
                </p14:cNvPr>
                <p14:cNvContentPartPr/>
                <p14:nvPr/>
              </p14:nvContentPartPr>
              <p14:xfrm>
                <a:off x="3408287" y="1134022"/>
                <a:ext cx="654480" cy="1561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14FD003-166A-3FDC-3B8C-551EF2C3D46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390287" y="1116382"/>
                  <a:ext cx="690120" cy="15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3A71405-FD3D-3214-E6FA-728F9EFBAA7A}"/>
                    </a:ext>
                  </a:extLst>
                </p14:cNvPr>
                <p14:cNvContentPartPr/>
                <p14:nvPr/>
              </p14:nvContentPartPr>
              <p14:xfrm>
                <a:off x="4190927" y="1361182"/>
                <a:ext cx="60120" cy="249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3A71405-FD3D-3214-E6FA-728F9EFBAA7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73287" y="1343182"/>
                  <a:ext cx="95760" cy="28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72283EC5-B5A2-8E61-CD4B-2DCEFC08F33B}"/>
                  </a:ext>
                </a:extLst>
              </p14:cNvPr>
              <p14:cNvContentPartPr/>
              <p14:nvPr/>
            </p14:nvContentPartPr>
            <p14:xfrm>
              <a:off x="4750727" y="1395022"/>
              <a:ext cx="53640" cy="2185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72283EC5-B5A2-8E61-CD4B-2DCEFC08F33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733087" y="1377022"/>
                <a:ext cx="892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3F79E6A-60B3-4E2A-A74E-AD44A24880D3}"/>
                  </a:ext>
                </a:extLst>
              </p14:cNvPr>
              <p14:cNvContentPartPr/>
              <p14:nvPr/>
            </p14:nvContentPartPr>
            <p14:xfrm>
              <a:off x="5353367" y="1402222"/>
              <a:ext cx="264240" cy="189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3F79E6A-60B3-4E2A-A74E-AD44A24880D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335727" y="1384582"/>
                <a:ext cx="2998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B3C2A5D-5AF1-4C6C-B1D9-E72A91BC796A}"/>
                  </a:ext>
                </a:extLst>
              </p14:cNvPr>
              <p14:cNvContentPartPr/>
              <p14:nvPr/>
            </p14:nvContentPartPr>
            <p14:xfrm>
              <a:off x="6029807" y="1343542"/>
              <a:ext cx="250560" cy="2617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B3C2A5D-5AF1-4C6C-B1D9-E72A91BC796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012167" y="1325902"/>
                <a:ext cx="28620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8794F75-B6FE-6613-620A-5FC3596BB058}"/>
                  </a:ext>
                </a:extLst>
              </p14:cNvPr>
              <p14:cNvContentPartPr/>
              <p14:nvPr/>
            </p14:nvContentPartPr>
            <p14:xfrm>
              <a:off x="4028567" y="1834222"/>
              <a:ext cx="197280" cy="2329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8794F75-B6FE-6613-620A-5FC3596BB05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010567" y="1816582"/>
                <a:ext cx="23292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4315FD22-B0BC-B0DA-3E83-1BD8DE66E7AB}"/>
                  </a:ext>
                </a:extLst>
              </p14:cNvPr>
              <p14:cNvContentPartPr/>
              <p14:nvPr/>
            </p14:nvContentPartPr>
            <p14:xfrm>
              <a:off x="4613207" y="1858342"/>
              <a:ext cx="110520" cy="1908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4315FD22-B0BC-B0DA-3E83-1BD8DE66E7A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595207" y="1840702"/>
                <a:ext cx="146160" cy="22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55EFF22B-A0EC-6992-06AA-BA067CF1DCFD}"/>
              </a:ext>
            </a:extLst>
          </p:cNvPr>
          <p:cNvGrpSpPr/>
          <p:nvPr/>
        </p:nvGrpSpPr>
        <p:grpSpPr>
          <a:xfrm>
            <a:off x="5175527" y="1831342"/>
            <a:ext cx="311760" cy="217800"/>
            <a:chOff x="5175527" y="1831342"/>
            <a:chExt cx="311760" cy="21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36B0002-107F-0958-493D-DE8AF8A02DC5}"/>
                    </a:ext>
                  </a:extLst>
                </p14:cNvPr>
                <p14:cNvContentPartPr/>
                <p14:nvPr/>
              </p14:nvContentPartPr>
              <p14:xfrm>
                <a:off x="5175527" y="1933942"/>
                <a:ext cx="131760" cy="34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36B0002-107F-0958-493D-DE8AF8A02DC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157887" y="1916302"/>
                  <a:ext cx="1674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938A6F1-6D35-B414-5EF2-3CB39603E06F}"/>
                    </a:ext>
                  </a:extLst>
                </p14:cNvPr>
                <p14:cNvContentPartPr/>
                <p14:nvPr/>
              </p14:nvContentPartPr>
              <p14:xfrm>
                <a:off x="5423207" y="1831342"/>
                <a:ext cx="64080" cy="217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938A6F1-6D35-B414-5EF2-3CB39603E06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05567" y="1813702"/>
                  <a:ext cx="99720" cy="25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5B5C80C-3FF7-C833-3D0C-80A99CD34E66}"/>
                  </a:ext>
                </a:extLst>
              </p14:cNvPr>
              <p14:cNvContentPartPr/>
              <p14:nvPr/>
            </p14:nvContentPartPr>
            <p14:xfrm>
              <a:off x="5923247" y="1900822"/>
              <a:ext cx="328320" cy="2091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5B5C80C-3FF7-C833-3D0C-80A99CD34E6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905247" y="1883182"/>
                <a:ext cx="363960" cy="24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2B1F64B4-E316-2391-583B-22CAB7027142}"/>
              </a:ext>
            </a:extLst>
          </p:cNvPr>
          <p:cNvGrpSpPr/>
          <p:nvPr/>
        </p:nvGrpSpPr>
        <p:grpSpPr>
          <a:xfrm>
            <a:off x="3882407" y="2249302"/>
            <a:ext cx="902880" cy="246600"/>
            <a:chOff x="3882407" y="2249302"/>
            <a:chExt cx="902880" cy="2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01F9684-355B-05BF-6263-AC53635F4DE6}"/>
                    </a:ext>
                  </a:extLst>
                </p14:cNvPr>
                <p14:cNvContentPartPr/>
                <p14:nvPr/>
              </p14:nvContentPartPr>
              <p14:xfrm>
                <a:off x="3882407" y="2311222"/>
                <a:ext cx="216000" cy="29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01F9684-355B-05BF-6263-AC53635F4DE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864407" y="2293582"/>
                  <a:ext cx="2516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33BFCBD-4D49-2BBB-DDFE-DFF2EF5770FA}"/>
                    </a:ext>
                  </a:extLst>
                </p14:cNvPr>
                <p14:cNvContentPartPr/>
                <p14:nvPr/>
              </p14:nvContentPartPr>
              <p14:xfrm>
                <a:off x="4105607" y="2249302"/>
                <a:ext cx="61560" cy="232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33BFCBD-4D49-2BBB-DDFE-DFF2EF5770F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087607" y="2231302"/>
                  <a:ext cx="972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A48BC54-8FEF-E4C4-544E-FB73D3A7B313}"/>
                    </a:ext>
                  </a:extLst>
                </p14:cNvPr>
                <p14:cNvContentPartPr/>
                <p14:nvPr/>
              </p14:nvContentPartPr>
              <p14:xfrm>
                <a:off x="4393247" y="2396182"/>
                <a:ext cx="107640" cy="23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A48BC54-8FEF-E4C4-544E-FB73D3A7B31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375607" y="2378182"/>
                  <a:ext cx="1432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95A7F2D-6C86-33C6-570A-D202AEB64C97}"/>
                    </a:ext>
                  </a:extLst>
                </p14:cNvPr>
                <p14:cNvContentPartPr/>
                <p14:nvPr/>
              </p14:nvContentPartPr>
              <p14:xfrm>
                <a:off x="4597367" y="2309422"/>
                <a:ext cx="187920" cy="186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95A7F2D-6C86-33C6-570A-D202AEB64C9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579727" y="2291422"/>
                  <a:ext cx="223560" cy="22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C8555BD-2729-B10C-5F1F-69F7E4DA2B83}"/>
              </a:ext>
            </a:extLst>
          </p:cNvPr>
          <p:cNvGrpSpPr/>
          <p:nvPr/>
        </p:nvGrpSpPr>
        <p:grpSpPr>
          <a:xfrm>
            <a:off x="5194247" y="2277742"/>
            <a:ext cx="308880" cy="217080"/>
            <a:chOff x="5194247" y="2277742"/>
            <a:chExt cx="308880" cy="21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E4AD622-52A5-E2C1-F8D3-C37387B38F28}"/>
                    </a:ext>
                  </a:extLst>
                </p14:cNvPr>
                <p14:cNvContentPartPr/>
                <p14:nvPr/>
              </p14:nvContentPartPr>
              <p14:xfrm>
                <a:off x="5194247" y="2277742"/>
                <a:ext cx="174960" cy="217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E4AD622-52A5-E2C1-F8D3-C37387B38F2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76607" y="2260102"/>
                  <a:ext cx="2106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B347D63-4914-6572-CEF1-D6159E57FDA1}"/>
                    </a:ext>
                  </a:extLst>
                </p14:cNvPr>
                <p14:cNvContentPartPr/>
                <p14:nvPr/>
              </p14:nvContentPartPr>
              <p14:xfrm>
                <a:off x="5320967" y="2280982"/>
                <a:ext cx="182160" cy="59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B347D63-4914-6572-CEF1-D6159E57FDA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303327" y="2262982"/>
                  <a:ext cx="21780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7DF42D8-4173-FD31-A274-667C34DAA3E3}"/>
              </a:ext>
            </a:extLst>
          </p:cNvPr>
          <p:cNvGrpSpPr/>
          <p:nvPr/>
        </p:nvGrpSpPr>
        <p:grpSpPr>
          <a:xfrm>
            <a:off x="6042047" y="1105582"/>
            <a:ext cx="785880" cy="1684440"/>
            <a:chOff x="6042047" y="1105582"/>
            <a:chExt cx="785880" cy="168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E110530-2988-235D-A061-B6CE6095ED2E}"/>
                    </a:ext>
                  </a:extLst>
                </p14:cNvPr>
                <p14:cNvContentPartPr/>
                <p14:nvPr/>
              </p14:nvContentPartPr>
              <p14:xfrm>
                <a:off x="6042047" y="2281702"/>
                <a:ext cx="131040" cy="239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E110530-2988-235D-A061-B6CE6095ED2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024407" y="2264062"/>
                  <a:ext cx="1666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5856D13-BC9C-1A2A-9DD9-E84DBAA98C69}"/>
                    </a:ext>
                  </a:extLst>
                </p14:cNvPr>
                <p14:cNvContentPartPr/>
                <p14:nvPr/>
              </p14:nvContentPartPr>
              <p14:xfrm>
                <a:off x="6048527" y="1105582"/>
                <a:ext cx="779400" cy="1684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5856D13-BC9C-1A2A-9DD9-E84DBAA98C6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30527" y="1087582"/>
                  <a:ext cx="815040" cy="172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83A95A3-3885-0574-4DB2-45B4890AF0B7}"/>
              </a:ext>
            </a:extLst>
          </p:cNvPr>
          <p:cNvGrpSpPr/>
          <p:nvPr/>
        </p:nvGrpSpPr>
        <p:grpSpPr>
          <a:xfrm>
            <a:off x="1067567" y="3281422"/>
            <a:ext cx="735840" cy="432000"/>
            <a:chOff x="1067567" y="3281422"/>
            <a:chExt cx="735840" cy="43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72B7D44-3CA1-12CF-53F1-7269CCA19E21}"/>
                    </a:ext>
                  </a:extLst>
                </p14:cNvPr>
                <p14:cNvContentPartPr/>
                <p14:nvPr/>
              </p14:nvContentPartPr>
              <p14:xfrm>
                <a:off x="1067567" y="3281422"/>
                <a:ext cx="214560" cy="3484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72B7D44-3CA1-12CF-53F1-7269CCA19E2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49927" y="3263782"/>
                  <a:ext cx="25020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812DBDA-393C-1360-74C9-D2047D33F9BD}"/>
                    </a:ext>
                  </a:extLst>
                </p14:cNvPr>
                <p14:cNvContentPartPr/>
                <p14:nvPr/>
              </p14:nvContentPartPr>
              <p14:xfrm>
                <a:off x="1330007" y="3556462"/>
                <a:ext cx="145080" cy="156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812DBDA-393C-1360-74C9-D2047D33F9B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12007" y="3538822"/>
                  <a:ext cx="1807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E051798-9E6D-D717-D1E3-BACC25D67823}"/>
                    </a:ext>
                  </a:extLst>
                </p14:cNvPr>
                <p14:cNvContentPartPr/>
                <p14:nvPr/>
              </p14:nvContentPartPr>
              <p14:xfrm>
                <a:off x="1620887" y="3446302"/>
                <a:ext cx="182520" cy="1738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E051798-9E6D-D717-D1E3-BACC25D6782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602887" y="3428302"/>
                  <a:ext cx="218160" cy="20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4CD2A93-A94C-A9E2-B9AA-FD04409AEAB0}"/>
              </a:ext>
            </a:extLst>
          </p:cNvPr>
          <p:cNvGrpSpPr/>
          <p:nvPr/>
        </p:nvGrpSpPr>
        <p:grpSpPr>
          <a:xfrm>
            <a:off x="2101127" y="3277822"/>
            <a:ext cx="1351080" cy="544320"/>
            <a:chOff x="2101127" y="3277822"/>
            <a:chExt cx="1351080" cy="54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D2CA811-4045-AA57-FAB9-36FD42BA6163}"/>
                    </a:ext>
                  </a:extLst>
                </p14:cNvPr>
                <p14:cNvContentPartPr/>
                <p14:nvPr/>
              </p14:nvContentPartPr>
              <p14:xfrm>
                <a:off x="2101127" y="3277822"/>
                <a:ext cx="208800" cy="4100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D2CA811-4045-AA57-FAB9-36FD42BA616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083127" y="3259822"/>
                  <a:ext cx="24444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342A8CF-5767-5F2B-4E7F-E2EF603902F9}"/>
                    </a:ext>
                  </a:extLst>
                </p14:cNvPr>
                <p14:cNvContentPartPr/>
                <p14:nvPr/>
              </p14:nvContentPartPr>
              <p14:xfrm>
                <a:off x="2317847" y="3646462"/>
                <a:ext cx="198720" cy="175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342A8CF-5767-5F2B-4E7F-E2EF603902F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300207" y="3628822"/>
                  <a:ext cx="2343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C2B0BFB-FFFE-4C52-FA63-A519DCFDFFD8}"/>
                    </a:ext>
                  </a:extLst>
                </p14:cNvPr>
                <p14:cNvContentPartPr/>
                <p14:nvPr/>
              </p14:nvContentPartPr>
              <p14:xfrm>
                <a:off x="2572007" y="3549622"/>
                <a:ext cx="191880" cy="684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C2B0BFB-FFFE-4C52-FA63-A519DCFDFFD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554007" y="3531622"/>
                  <a:ext cx="227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B30E763-12BF-66BB-D8CE-F05A7DC934F2}"/>
                    </a:ext>
                  </a:extLst>
                </p14:cNvPr>
                <p14:cNvContentPartPr/>
                <p14:nvPr/>
              </p14:nvContentPartPr>
              <p14:xfrm>
                <a:off x="2837687" y="3354142"/>
                <a:ext cx="149040" cy="261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B30E763-12BF-66BB-D8CE-F05A7DC934F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19687" y="3336502"/>
                  <a:ext cx="1846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07801D2-1B05-AA06-DB4B-A496D41C8B2C}"/>
                    </a:ext>
                  </a:extLst>
                </p14:cNvPr>
                <p14:cNvContentPartPr/>
                <p14:nvPr/>
              </p14:nvContentPartPr>
              <p14:xfrm>
                <a:off x="3083927" y="3306262"/>
                <a:ext cx="222120" cy="3272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07801D2-1B05-AA06-DB4B-A496D41C8B2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065927" y="3288622"/>
                  <a:ext cx="25776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8061680-CD0D-F136-2F46-ECC2731FC510}"/>
                    </a:ext>
                  </a:extLst>
                </p14:cNvPr>
                <p14:cNvContentPartPr/>
                <p14:nvPr/>
              </p14:nvContentPartPr>
              <p14:xfrm>
                <a:off x="3419087" y="3597862"/>
                <a:ext cx="33120" cy="182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8061680-CD0D-F136-2F46-ECC2731FC51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01447" y="3579862"/>
                  <a:ext cx="6876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62BCBE6-0FC9-732C-A549-64292F8E8A13}"/>
              </a:ext>
            </a:extLst>
          </p:cNvPr>
          <p:cNvGrpSpPr/>
          <p:nvPr/>
        </p:nvGrpSpPr>
        <p:grpSpPr>
          <a:xfrm>
            <a:off x="1080527" y="4004302"/>
            <a:ext cx="780480" cy="497520"/>
            <a:chOff x="1080527" y="4004302"/>
            <a:chExt cx="780480" cy="49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7C1093B-5311-A303-5563-9A43731D6BE4}"/>
                    </a:ext>
                  </a:extLst>
                </p14:cNvPr>
                <p14:cNvContentPartPr/>
                <p14:nvPr/>
              </p14:nvContentPartPr>
              <p14:xfrm>
                <a:off x="1080527" y="4004302"/>
                <a:ext cx="219240" cy="315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7C1093B-5311-A303-5563-9A43731D6BE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62887" y="3986302"/>
                  <a:ext cx="2548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978C03B-27F4-AAB4-0223-31A804EC178F}"/>
                    </a:ext>
                  </a:extLst>
                </p14:cNvPr>
                <p14:cNvContentPartPr/>
                <p14:nvPr/>
              </p14:nvContentPartPr>
              <p14:xfrm>
                <a:off x="1308407" y="4278982"/>
                <a:ext cx="182160" cy="222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978C03B-27F4-AAB4-0223-31A804EC178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290767" y="4261342"/>
                  <a:ext cx="2178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3DE32A6-6C3E-8B62-4D08-787B8D98D217}"/>
                    </a:ext>
                  </a:extLst>
                </p14:cNvPr>
                <p14:cNvContentPartPr/>
                <p14:nvPr/>
              </p14:nvContentPartPr>
              <p14:xfrm>
                <a:off x="1634207" y="4202302"/>
                <a:ext cx="226800" cy="1890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3DE32A6-6C3E-8B62-4D08-787B8D98D21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616207" y="4184662"/>
                  <a:ext cx="26244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60992AC-AFF5-BB51-5358-50E7F7B7A1C7}"/>
              </a:ext>
            </a:extLst>
          </p:cNvPr>
          <p:cNvGrpSpPr/>
          <p:nvPr/>
        </p:nvGrpSpPr>
        <p:grpSpPr>
          <a:xfrm>
            <a:off x="2149727" y="4107262"/>
            <a:ext cx="1206720" cy="482040"/>
            <a:chOff x="2149727" y="4107262"/>
            <a:chExt cx="1206720" cy="48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5B2FCFD-6125-1E29-9E8B-0652D3C4FDF5}"/>
                    </a:ext>
                  </a:extLst>
                </p14:cNvPr>
                <p14:cNvContentPartPr/>
                <p14:nvPr/>
              </p14:nvContentPartPr>
              <p14:xfrm>
                <a:off x="2149727" y="4107262"/>
                <a:ext cx="214560" cy="3283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5B2FCFD-6125-1E29-9E8B-0652D3C4FDF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132087" y="4089622"/>
                  <a:ext cx="25020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C08008C-F857-96A7-6545-5C4EA3275519}"/>
                    </a:ext>
                  </a:extLst>
                </p14:cNvPr>
                <p14:cNvContentPartPr/>
                <p14:nvPr/>
              </p14:nvContentPartPr>
              <p14:xfrm>
                <a:off x="2404607" y="4341622"/>
                <a:ext cx="163800" cy="247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C08008C-F857-96A7-6545-5C4EA327551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386607" y="4323622"/>
                  <a:ext cx="1994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844D528-2DD5-68A3-2C9E-A70872974D3D}"/>
                    </a:ext>
                  </a:extLst>
                </p14:cNvPr>
                <p14:cNvContentPartPr/>
                <p14:nvPr/>
              </p14:nvContentPartPr>
              <p14:xfrm>
                <a:off x="2721407" y="4262062"/>
                <a:ext cx="154440" cy="36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844D528-2DD5-68A3-2C9E-A70872974D3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703767" y="4244062"/>
                  <a:ext cx="1900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462E93F-BDA1-0610-B482-F81C7839A93C}"/>
                    </a:ext>
                  </a:extLst>
                </p14:cNvPr>
                <p14:cNvContentPartPr/>
                <p14:nvPr/>
              </p14:nvContentPartPr>
              <p14:xfrm>
                <a:off x="2821127" y="4151182"/>
                <a:ext cx="16920" cy="263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462E93F-BDA1-0610-B482-F81C7839A93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803127" y="4133182"/>
                  <a:ext cx="525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EF2B21E-2168-0B49-D7FE-33194D701D35}"/>
                    </a:ext>
                  </a:extLst>
                </p14:cNvPr>
                <p14:cNvContentPartPr/>
                <p14:nvPr/>
              </p14:nvContentPartPr>
              <p14:xfrm>
                <a:off x="3085367" y="4192222"/>
                <a:ext cx="63000" cy="221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EF2B21E-2168-0B49-D7FE-33194D701D3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067727" y="4174222"/>
                  <a:ext cx="986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6EC3E8A-CD17-41A7-4931-52CC58031014}"/>
                    </a:ext>
                  </a:extLst>
                </p14:cNvPr>
                <p14:cNvContentPartPr/>
                <p14:nvPr/>
              </p14:nvContentPartPr>
              <p14:xfrm>
                <a:off x="3067007" y="4152262"/>
                <a:ext cx="125640" cy="289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6EC3E8A-CD17-41A7-4931-52CC5803101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049367" y="4134262"/>
                  <a:ext cx="1612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5BFC815-4CE0-DF11-8E33-711D2809D1F8}"/>
                    </a:ext>
                  </a:extLst>
                </p14:cNvPr>
                <p14:cNvContentPartPr/>
                <p14:nvPr/>
              </p14:nvContentPartPr>
              <p14:xfrm>
                <a:off x="3337007" y="4400302"/>
                <a:ext cx="19440" cy="171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5BFC815-4CE0-DF11-8E33-711D2809D1F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19007" y="4382662"/>
                  <a:ext cx="55080" cy="20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69934C1-E658-A5DE-07A8-14E8A75F5CC4}"/>
              </a:ext>
            </a:extLst>
          </p:cNvPr>
          <p:cNvGrpSpPr/>
          <p:nvPr/>
        </p:nvGrpSpPr>
        <p:grpSpPr>
          <a:xfrm>
            <a:off x="4033247" y="3074782"/>
            <a:ext cx="686160" cy="1814040"/>
            <a:chOff x="4033247" y="3074782"/>
            <a:chExt cx="686160" cy="181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DF3619E-B4EC-BA07-C421-11788C909E86}"/>
                    </a:ext>
                  </a:extLst>
                </p14:cNvPr>
                <p14:cNvContentPartPr/>
                <p14:nvPr/>
              </p14:nvContentPartPr>
              <p14:xfrm>
                <a:off x="4033247" y="3074782"/>
                <a:ext cx="460800" cy="18140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DF3619E-B4EC-BA07-C421-11788C909E8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015607" y="3056782"/>
                  <a:ext cx="496440" cy="18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6D91F07-857C-FD06-F3DD-4ADCB6902B54}"/>
                    </a:ext>
                  </a:extLst>
                </p14:cNvPr>
                <p14:cNvContentPartPr/>
                <p14:nvPr/>
              </p14:nvContentPartPr>
              <p14:xfrm>
                <a:off x="4622567" y="3279262"/>
                <a:ext cx="63000" cy="2206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6D91F07-857C-FD06-F3DD-4ADCB6902B5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604927" y="3261262"/>
                  <a:ext cx="986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D4AEE59-BB98-7474-C3F7-16CDE1124874}"/>
                    </a:ext>
                  </a:extLst>
                </p14:cNvPr>
                <p14:cNvContentPartPr/>
                <p14:nvPr/>
              </p14:nvContentPartPr>
              <p14:xfrm>
                <a:off x="4533647" y="3792262"/>
                <a:ext cx="185760" cy="178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D4AEE59-BB98-7474-C3F7-16CDE112487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16007" y="3774622"/>
                  <a:ext cx="2214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78CC34D-33C6-AA25-B82B-050DAF84EBA0}"/>
                    </a:ext>
                  </a:extLst>
                </p14:cNvPr>
                <p14:cNvContentPartPr/>
                <p14:nvPr/>
              </p14:nvContentPartPr>
              <p14:xfrm>
                <a:off x="4352927" y="4327582"/>
                <a:ext cx="178920" cy="199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78CC34D-33C6-AA25-B82B-050DAF84EBA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335287" y="4309582"/>
                  <a:ext cx="21456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B18D2675-A352-79A0-1E99-FCBFDBDE2894}"/>
              </a:ext>
            </a:extLst>
          </p:cNvPr>
          <p:cNvGrpSpPr/>
          <p:nvPr/>
        </p:nvGrpSpPr>
        <p:grpSpPr>
          <a:xfrm>
            <a:off x="4930007" y="3296542"/>
            <a:ext cx="110520" cy="224640"/>
            <a:chOff x="4930007" y="3296542"/>
            <a:chExt cx="11052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86E6DB7-0120-65D3-BE75-390B0B9C8EDA}"/>
                    </a:ext>
                  </a:extLst>
                </p14:cNvPr>
                <p14:cNvContentPartPr/>
                <p14:nvPr/>
              </p14:nvContentPartPr>
              <p14:xfrm>
                <a:off x="4930007" y="3303382"/>
                <a:ext cx="65520" cy="63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86E6DB7-0120-65D3-BE75-390B0B9C8ED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912367" y="3285382"/>
                  <a:ext cx="101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02C2BF8-53C7-F533-FB7A-37526AE31EED}"/>
                    </a:ext>
                  </a:extLst>
                </p14:cNvPr>
                <p14:cNvContentPartPr/>
                <p14:nvPr/>
              </p14:nvContentPartPr>
              <p14:xfrm>
                <a:off x="4986527" y="3296542"/>
                <a:ext cx="54000" cy="2246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02C2BF8-53C7-F533-FB7A-37526AE31EE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68887" y="3278542"/>
                  <a:ext cx="89640" cy="26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57BE19E2-15F0-4118-5253-416AD7C03185}"/>
                  </a:ext>
                </a:extLst>
              </p14:cNvPr>
              <p14:cNvContentPartPr/>
              <p14:nvPr/>
            </p14:nvContentPartPr>
            <p14:xfrm>
              <a:off x="5052047" y="3825022"/>
              <a:ext cx="16200" cy="2120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57BE19E2-15F0-4118-5253-416AD7C03185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034047" y="3807022"/>
                <a:ext cx="51840" cy="24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1AC2390-444B-83C3-3F7D-9DAE1015EC9E}"/>
              </a:ext>
            </a:extLst>
          </p:cNvPr>
          <p:cNvGrpSpPr/>
          <p:nvPr/>
        </p:nvGrpSpPr>
        <p:grpSpPr>
          <a:xfrm>
            <a:off x="5392607" y="3166942"/>
            <a:ext cx="1452600" cy="1661400"/>
            <a:chOff x="5392607" y="3166942"/>
            <a:chExt cx="1452600" cy="166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716B86C-7FA6-B9C6-B49F-FDFC5244473A}"/>
                    </a:ext>
                  </a:extLst>
                </p14:cNvPr>
                <p14:cNvContentPartPr/>
                <p14:nvPr/>
              </p14:nvContentPartPr>
              <p14:xfrm>
                <a:off x="5540207" y="3310222"/>
                <a:ext cx="163800" cy="2152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716B86C-7FA6-B9C6-B49F-FDFC5244473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522567" y="3292582"/>
                  <a:ext cx="1994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1188210-F2DF-6C48-56E5-D654E3C52214}"/>
                    </a:ext>
                  </a:extLst>
                </p14:cNvPr>
                <p14:cNvContentPartPr/>
                <p14:nvPr/>
              </p14:nvContentPartPr>
              <p14:xfrm>
                <a:off x="5877167" y="3329302"/>
                <a:ext cx="268560" cy="2458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1188210-F2DF-6C48-56E5-D654E3C5221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859167" y="3311302"/>
                  <a:ext cx="3042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28A4270-AABB-4095-060B-2D92E4FC0814}"/>
                    </a:ext>
                  </a:extLst>
                </p14:cNvPr>
                <p14:cNvContentPartPr/>
                <p14:nvPr/>
              </p14:nvContentPartPr>
              <p14:xfrm>
                <a:off x="5392607" y="3921862"/>
                <a:ext cx="109080" cy="9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28A4270-AABB-4095-060B-2D92E4FC081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374967" y="3903862"/>
                  <a:ext cx="144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FBBC2BC-D715-592E-74C3-B25E57C1FDDA}"/>
                    </a:ext>
                  </a:extLst>
                </p14:cNvPr>
                <p14:cNvContentPartPr/>
                <p14:nvPr/>
              </p14:nvContentPartPr>
              <p14:xfrm>
                <a:off x="5587727" y="3815662"/>
                <a:ext cx="139320" cy="256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FBBC2BC-D715-592E-74C3-B25E57C1FDD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570087" y="3798022"/>
                  <a:ext cx="1749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BB75F10-851D-B26F-E903-CEA9D67E4006}"/>
                    </a:ext>
                  </a:extLst>
                </p14:cNvPr>
                <p14:cNvContentPartPr/>
                <p14:nvPr/>
              </p14:nvContentPartPr>
              <p14:xfrm>
                <a:off x="5931887" y="3975502"/>
                <a:ext cx="117000" cy="165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BB75F10-851D-B26F-E903-CEA9D67E400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914247" y="3957502"/>
                  <a:ext cx="1526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BA23FF5-BD50-6677-8998-8CEE65FAF8A7}"/>
                    </a:ext>
                  </a:extLst>
                </p14:cNvPr>
                <p14:cNvContentPartPr/>
                <p14:nvPr/>
              </p14:nvContentPartPr>
              <p14:xfrm>
                <a:off x="6186767" y="3809182"/>
                <a:ext cx="175680" cy="344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BA23FF5-BD50-6677-8998-8CEE65FAF8A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168767" y="3791542"/>
                  <a:ext cx="2113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3DB1C6B-3737-5C7C-8F0D-358E1BE7F27A}"/>
                    </a:ext>
                  </a:extLst>
                </p14:cNvPr>
                <p14:cNvContentPartPr/>
                <p14:nvPr/>
              </p14:nvContentPartPr>
              <p14:xfrm>
                <a:off x="5454167" y="4132822"/>
                <a:ext cx="2880" cy="1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3DB1C6B-3737-5C7C-8F0D-358E1BE7F27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436167" y="4114822"/>
                  <a:ext cx="38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38D25EA-022F-0A31-CFFA-5A6B14A22AE3}"/>
                    </a:ext>
                  </a:extLst>
                </p14:cNvPr>
                <p14:cNvContentPartPr/>
                <p14:nvPr/>
              </p14:nvContentPartPr>
              <p14:xfrm>
                <a:off x="5488007" y="4245862"/>
                <a:ext cx="205200" cy="4017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38D25EA-022F-0A31-CFFA-5A6B14A22AE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470367" y="4228222"/>
                  <a:ext cx="2408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7ED06B7-F309-0D6C-A50C-EEC71D73D431}"/>
                    </a:ext>
                  </a:extLst>
                </p14:cNvPr>
                <p14:cNvContentPartPr/>
                <p14:nvPr/>
              </p14:nvContentPartPr>
              <p14:xfrm>
                <a:off x="6108647" y="4345582"/>
                <a:ext cx="176400" cy="294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7ED06B7-F309-0D6C-A50C-EEC71D73D43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090647" y="4327942"/>
                  <a:ext cx="2120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7AB0514-20F1-E33C-1CF1-CB0E65164018}"/>
                    </a:ext>
                  </a:extLst>
                </p14:cNvPr>
                <p14:cNvContentPartPr/>
                <p14:nvPr/>
              </p14:nvContentPartPr>
              <p14:xfrm>
                <a:off x="6304487" y="3166942"/>
                <a:ext cx="540720" cy="1661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7AB0514-20F1-E33C-1CF1-CB0E6516401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286487" y="3149302"/>
                  <a:ext cx="576360" cy="169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BC80F8B-45DC-73FD-77CE-4BB3B15AAEFF}"/>
              </a:ext>
            </a:extLst>
          </p:cNvPr>
          <p:cNvGrpSpPr/>
          <p:nvPr/>
        </p:nvGrpSpPr>
        <p:grpSpPr>
          <a:xfrm>
            <a:off x="4887527" y="4341982"/>
            <a:ext cx="250560" cy="194040"/>
            <a:chOff x="4887527" y="4341982"/>
            <a:chExt cx="250560" cy="19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C42088A-950B-8316-C207-775357B8E37E}"/>
                    </a:ext>
                  </a:extLst>
                </p14:cNvPr>
                <p14:cNvContentPartPr/>
                <p14:nvPr/>
              </p14:nvContentPartPr>
              <p14:xfrm>
                <a:off x="4887527" y="4436302"/>
                <a:ext cx="150120" cy="169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C42088A-950B-8316-C207-775357B8E37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869527" y="4418662"/>
                  <a:ext cx="1857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952CA8C-E081-7099-A857-CA56EA84572D}"/>
                    </a:ext>
                  </a:extLst>
                </p14:cNvPr>
                <p14:cNvContentPartPr/>
                <p14:nvPr/>
              </p14:nvContentPartPr>
              <p14:xfrm>
                <a:off x="5121887" y="4341982"/>
                <a:ext cx="16200" cy="194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952CA8C-E081-7099-A857-CA56EA84572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103887" y="4324342"/>
                  <a:ext cx="518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CDC43B7-050B-873C-414B-A00A2E0EEBB1}"/>
                    </a:ext>
                  </a:extLst>
                </p14:cNvPr>
                <p14:cNvContentPartPr/>
                <p14:nvPr/>
              </p14:nvContentPartPr>
              <p14:xfrm>
                <a:off x="5053847" y="4438102"/>
                <a:ext cx="2880" cy="10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CDC43B7-050B-873C-414B-A00A2E0EEBB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035847" y="4420462"/>
                  <a:ext cx="3852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6E170A4-C926-D707-3B6E-B5933DB8CC7B}"/>
              </a:ext>
            </a:extLst>
          </p:cNvPr>
          <p:cNvGrpSpPr/>
          <p:nvPr/>
        </p:nvGrpSpPr>
        <p:grpSpPr>
          <a:xfrm>
            <a:off x="5020367" y="3880462"/>
            <a:ext cx="119160" cy="66960"/>
            <a:chOff x="5020367" y="3880462"/>
            <a:chExt cx="119160" cy="6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B355AAD-9EC0-690B-9047-1BB6BF881A29}"/>
                    </a:ext>
                  </a:extLst>
                </p14:cNvPr>
                <p14:cNvContentPartPr/>
                <p14:nvPr/>
              </p14:nvContentPartPr>
              <p14:xfrm>
                <a:off x="5020367" y="3939142"/>
                <a:ext cx="7920" cy="82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B355AAD-9EC0-690B-9047-1BB6BF881A2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002727" y="3921142"/>
                  <a:ext cx="435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01F78D0-2CB3-3341-28DF-1D6877D8E9C3}"/>
                    </a:ext>
                  </a:extLst>
                </p14:cNvPr>
                <p14:cNvContentPartPr/>
                <p14:nvPr/>
              </p14:nvContentPartPr>
              <p14:xfrm>
                <a:off x="5126207" y="3880462"/>
                <a:ext cx="13320" cy="82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01F78D0-2CB3-3341-28DF-1D6877D8E9C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108207" y="3862462"/>
                  <a:ext cx="48960" cy="4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BF18D0B5-2768-377D-E90E-BAC78B7378FE}"/>
                  </a:ext>
                </a:extLst>
              </p14:cNvPr>
              <p14:cNvContentPartPr/>
              <p14:nvPr/>
            </p14:nvContentPartPr>
            <p14:xfrm>
              <a:off x="5366327" y="4753102"/>
              <a:ext cx="2880" cy="82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BF18D0B5-2768-377D-E90E-BAC78B7378FE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348327" y="4735102"/>
                <a:ext cx="3852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A12EDF9F-8A26-6480-0BDA-6CE3D7B34821}"/>
              </a:ext>
            </a:extLst>
          </p:cNvPr>
          <p:cNvGrpSpPr/>
          <p:nvPr/>
        </p:nvGrpSpPr>
        <p:grpSpPr>
          <a:xfrm>
            <a:off x="901607" y="5178982"/>
            <a:ext cx="2528280" cy="1537920"/>
            <a:chOff x="901607" y="5178982"/>
            <a:chExt cx="2528280" cy="153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3A71B0A-4D45-6602-A65A-0ECACE2F5603}"/>
                    </a:ext>
                  </a:extLst>
                </p14:cNvPr>
                <p14:cNvContentPartPr/>
                <p14:nvPr/>
              </p14:nvContentPartPr>
              <p14:xfrm>
                <a:off x="901607" y="5271862"/>
                <a:ext cx="177120" cy="3866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3A71B0A-4D45-6602-A65A-0ECACE2F560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83607" y="5253862"/>
                  <a:ext cx="21276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30456C6-6BD4-FEDB-E525-BF383C7DD145}"/>
                    </a:ext>
                  </a:extLst>
                </p14:cNvPr>
                <p14:cNvContentPartPr/>
                <p14:nvPr/>
              </p14:nvContentPartPr>
              <p14:xfrm>
                <a:off x="1062887" y="5600542"/>
                <a:ext cx="180000" cy="2484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30456C6-6BD4-FEDB-E525-BF383C7DD14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44887" y="5582542"/>
                  <a:ext cx="2156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FC0064C-1390-8F55-638C-91CDA10E2305}"/>
                    </a:ext>
                  </a:extLst>
                </p14:cNvPr>
                <p14:cNvContentPartPr/>
                <p14:nvPr/>
              </p14:nvContentPartPr>
              <p14:xfrm>
                <a:off x="1290407" y="5588662"/>
                <a:ext cx="192960" cy="146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FC0064C-1390-8F55-638C-91CDA10E230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272767" y="5570662"/>
                  <a:ext cx="2286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48502C9-A117-0C78-AA17-5FC6886DD676}"/>
                    </a:ext>
                  </a:extLst>
                </p14:cNvPr>
                <p14:cNvContentPartPr/>
                <p14:nvPr/>
              </p14:nvContentPartPr>
              <p14:xfrm>
                <a:off x="1632407" y="5418742"/>
                <a:ext cx="149400" cy="3193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48502C9-A117-0C78-AA17-5FC6886DD67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614407" y="5401102"/>
                  <a:ext cx="1850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591A4A0-F31B-AD04-85DD-4A2D56785326}"/>
                    </a:ext>
                  </a:extLst>
                </p14:cNvPr>
                <p14:cNvContentPartPr/>
                <p14:nvPr/>
              </p14:nvContentPartPr>
              <p14:xfrm>
                <a:off x="1755887" y="5623582"/>
                <a:ext cx="126720" cy="2034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591A4A0-F31B-AD04-85DD-4A2D5678532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738247" y="5605942"/>
                  <a:ext cx="1623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ABAFA59-5B68-E5ED-585D-051D9EA39FD1}"/>
                    </a:ext>
                  </a:extLst>
                </p14:cNvPr>
                <p14:cNvContentPartPr/>
                <p14:nvPr/>
              </p14:nvContentPartPr>
              <p14:xfrm>
                <a:off x="1960727" y="5621422"/>
                <a:ext cx="108360" cy="21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ABAFA59-5B68-E5ED-585D-051D9EA39FD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942727" y="5603422"/>
                  <a:ext cx="1440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4D9889B-FF97-B5D7-70C4-C35F33FC2E1D}"/>
                    </a:ext>
                  </a:extLst>
                </p14:cNvPr>
                <p14:cNvContentPartPr/>
                <p14:nvPr/>
              </p14:nvContentPartPr>
              <p14:xfrm>
                <a:off x="1968287" y="5563102"/>
                <a:ext cx="41040" cy="1612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4D9889B-FF97-B5D7-70C4-C35F33FC2E1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950287" y="5545462"/>
                  <a:ext cx="766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846219E-D755-9D3C-EC1D-EC8790BAD12A}"/>
                    </a:ext>
                  </a:extLst>
                </p14:cNvPr>
                <p14:cNvContentPartPr/>
                <p14:nvPr/>
              </p14:nvContentPartPr>
              <p14:xfrm>
                <a:off x="2172047" y="5416582"/>
                <a:ext cx="179640" cy="304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846219E-D755-9D3C-EC1D-EC8790BAD12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154407" y="5398942"/>
                  <a:ext cx="2152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70648FC-D265-2337-60A4-76041073A584}"/>
                    </a:ext>
                  </a:extLst>
                </p14:cNvPr>
                <p14:cNvContentPartPr/>
                <p14:nvPr/>
              </p14:nvContentPartPr>
              <p14:xfrm>
                <a:off x="2423327" y="5638342"/>
                <a:ext cx="215640" cy="162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70648FC-D265-2337-60A4-76041073A58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405687" y="5620702"/>
                  <a:ext cx="2512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95DF350-27DD-7803-A6BD-681258B0B583}"/>
                    </a:ext>
                  </a:extLst>
                </p14:cNvPr>
                <p14:cNvContentPartPr/>
                <p14:nvPr/>
              </p14:nvContentPartPr>
              <p14:xfrm>
                <a:off x="2827607" y="5178982"/>
                <a:ext cx="258120" cy="15379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95DF350-27DD-7803-A6BD-681258B0B58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809607" y="5160982"/>
                  <a:ext cx="293760" cy="157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64476A7-566E-421B-C90F-D7C5D6C54E03}"/>
                    </a:ext>
                  </a:extLst>
                </p14:cNvPr>
                <p14:cNvContentPartPr/>
                <p14:nvPr/>
              </p14:nvContentPartPr>
              <p14:xfrm>
                <a:off x="3364727" y="5396062"/>
                <a:ext cx="9000" cy="2070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64476A7-566E-421B-C90F-D7C5D6C54E0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346727" y="5378422"/>
                  <a:ext cx="446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CE78A7B-16D6-E0A2-B0AE-F08D93A81628}"/>
                    </a:ext>
                  </a:extLst>
                </p14:cNvPr>
                <p14:cNvContentPartPr/>
                <p14:nvPr/>
              </p14:nvContentPartPr>
              <p14:xfrm>
                <a:off x="3261767" y="5909062"/>
                <a:ext cx="155520" cy="1807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CE78A7B-16D6-E0A2-B0AE-F08D93A8162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243767" y="5891422"/>
                  <a:ext cx="1911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3C75026-370C-C37D-8B9C-76E72E87EAED}"/>
                    </a:ext>
                  </a:extLst>
                </p14:cNvPr>
                <p14:cNvContentPartPr/>
                <p14:nvPr/>
              </p14:nvContentPartPr>
              <p14:xfrm>
                <a:off x="3243767" y="6282382"/>
                <a:ext cx="186120" cy="2340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3C75026-370C-C37D-8B9C-76E72E87EAE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226127" y="6264742"/>
                  <a:ext cx="221760" cy="26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C5B925ED-A887-7384-AA3C-81F86E4CD96D}"/>
                  </a:ext>
                </a:extLst>
              </p14:cNvPr>
              <p14:cNvContentPartPr/>
              <p14:nvPr/>
            </p14:nvContentPartPr>
            <p14:xfrm>
              <a:off x="3920567" y="5218582"/>
              <a:ext cx="15840" cy="2667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C5B925ED-A887-7384-AA3C-81F86E4CD96D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902927" y="5200942"/>
                <a:ext cx="5148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6595F3FC-169C-C885-2BD5-5BAA43D41AFC}"/>
                  </a:ext>
                </a:extLst>
              </p14:cNvPr>
              <p14:cNvContentPartPr/>
              <p14:nvPr/>
            </p14:nvContentPartPr>
            <p14:xfrm>
              <a:off x="3963407" y="5759302"/>
              <a:ext cx="6480" cy="2026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6595F3FC-169C-C885-2BD5-5BAA43D41AFC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945767" y="5741302"/>
                <a:ext cx="4212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19732A2C-FD8C-283E-6BE0-3EE861D0975F}"/>
                  </a:ext>
                </a:extLst>
              </p14:cNvPr>
              <p14:cNvContentPartPr/>
              <p14:nvPr/>
            </p14:nvContentPartPr>
            <p14:xfrm>
              <a:off x="3844967" y="6221542"/>
              <a:ext cx="236520" cy="2484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19732A2C-FD8C-283E-6BE0-3EE861D0975F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827327" y="6203542"/>
                <a:ext cx="272160" cy="28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6A004CA-E855-AB7A-5156-FB54CBEFE554}"/>
              </a:ext>
            </a:extLst>
          </p:cNvPr>
          <p:cNvGrpSpPr/>
          <p:nvPr/>
        </p:nvGrpSpPr>
        <p:grpSpPr>
          <a:xfrm>
            <a:off x="4315847" y="5083222"/>
            <a:ext cx="1391400" cy="1669680"/>
            <a:chOff x="4315847" y="5083222"/>
            <a:chExt cx="1391400" cy="166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15D6E62-59A4-CA68-5870-BDBF525439A5}"/>
                    </a:ext>
                  </a:extLst>
                </p14:cNvPr>
                <p14:cNvContentPartPr/>
                <p14:nvPr/>
              </p14:nvContentPartPr>
              <p14:xfrm>
                <a:off x="4440767" y="5360062"/>
                <a:ext cx="243720" cy="1735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15D6E62-59A4-CA68-5870-BDBF525439A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422767" y="5342062"/>
                  <a:ext cx="2793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78C3906-FED0-DD97-9AE6-9564F824B5D7}"/>
                    </a:ext>
                  </a:extLst>
                </p14:cNvPr>
                <p14:cNvContentPartPr/>
                <p14:nvPr/>
              </p14:nvContentPartPr>
              <p14:xfrm>
                <a:off x="4315847" y="5956222"/>
                <a:ext cx="130320" cy="133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78C3906-FED0-DD97-9AE6-9564F824B5D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298207" y="5938222"/>
                  <a:ext cx="1659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02E3ED4-33C7-7BF9-C56F-6C9CC2BDD2CD}"/>
                    </a:ext>
                  </a:extLst>
                </p14:cNvPr>
                <p14:cNvContentPartPr/>
                <p14:nvPr/>
              </p14:nvContentPartPr>
              <p14:xfrm>
                <a:off x="4539407" y="5806822"/>
                <a:ext cx="163080" cy="2602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02E3ED4-33C7-7BF9-C56F-6C9CC2BDD2C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521767" y="5789182"/>
                  <a:ext cx="1987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A7E9451-8989-3D78-5189-CE81833E810E}"/>
                    </a:ext>
                  </a:extLst>
                </p14:cNvPr>
                <p14:cNvContentPartPr/>
                <p14:nvPr/>
              </p14:nvContentPartPr>
              <p14:xfrm>
                <a:off x="4553447" y="6235222"/>
                <a:ext cx="122760" cy="2008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A7E9451-8989-3D78-5189-CE81833E810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535447" y="6217582"/>
                  <a:ext cx="1584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CCA78A8-71C0-C527-80E5-A439FD158FBE}"/>
                    </a:ext>
                  </a:extLst>
                </p14:cNvPr>
                <p14:cNvContentPartPr/>
                <p14:nvPr/>
              </p14:nvContentPartPr>
              <p14:xfrm>
                <a:off x="5004887" y="5306782"/>
                <a:ext cx="129600" cy="3067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CCA78A8-71C0-C527-80E5-A439FD158FB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986887" y="5288782"/>
                  <a:ext cx="1652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A3A430D-2C91-D7DD-CFB0-7818F5D896D5}"/>
                    </a:ext>
                  </a:extLst>
                </p14:cNvPr>
                <p14:cNvContentPartPr/>
                <p14:nvPr/>
              </p14:nvContentPartPr>
              <p14:xfrm>
                <a:off x="4930007" y="5957662"/>
                <a:ext cx="120960" cy="298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A3A430D-2C91-D7DD-CFB0-7818F5D896D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912367" y="5940022"/>
                  <a:ext cx="1566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98EB5EC-62E2-126A-1A67-9A40D779EC0D}"/>
                    </a:ext>
                  </a:extLst>
                </p14:cNvPr>
                <p14:cNvContentPartPr/>
                <p14:nvPr/>
              </p14:nvContentPartPr>
              <p14:xfrm>
                <a:off x="5139527" y="5771902"/>
                <a:ext cx="158040" cy="2556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98EB5EC-62E2-126A-1A67-9A40D779EC0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121527" y="5754262"/>
                  <a:ext cx="1936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F73F38D-A0F7-32BB-BC3B-D8BAAEAC5265}"/>
                    </a:ext>
                  </a:extLst>
                </p14:cNvPr>
                <p14:cNvContentPartPr/>
                <p14:nvPr/>
              </p14:nvContentPartPr>
              <p14:xfrm>
                <a:off x="5081567" y="6225502"/>
                <a:ext cx="186840" cy="2235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F73F38D-A0F7-32BB-BC3B-D8BAAEAC526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063927" y="6207862"/>
                  <a:ext cx="2224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F0C6413-33EB-315A-0BB0-88A50C9FEA0D}"/>
                    </a:ext>
                  </a:extLst>
                </p14:cNvPr>
                <p14:cNvContentPartPr/>
                <p14:nvPr/>
              </p14:nvContentPartPr>
              <p14:xfrm>
                <a:off x="5356247" y="5083222"/>
                <a:ext cx="351000" cy="16696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F0C6413-33EB-315A-0BB0-88A50C9FEA0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338607" y="5065222"/>
                  <a:ext cx="386640" cy="170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399AC21-8E10-DD92-4BC5-2E5EC56A25E1}"/>
                    </a:ext>
                  </a:extLst>
                </p14:cNvPr>
                <p14:cNvContentPartPr/>
                <p14:nvPr/>
              </p14:nvContentPartPr>
              <p14:xfrm>
                <a:off x="5131247" y="5540422"/>
                <a:ext cx="3960" cy="36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399AC21-8E10-DD92-4BC5-2E5EC56A25E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113247" y="5522422"/>
                  <a:ext cx="39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4C57847-4923-B377-9863-083DC846C425}"/>
                    </a:ext>
                  </a:extLst>
                </p14:cNvPr>
                <p14:cNvContentPartPr/>
                <p14:nvPr/>
              </p14:nvContentPartPr>
              <p14:xfrm>
                <a:off x="4756847" y="6009862"/>
                <a:ext cx="5400" cy="28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4C57847-4923-B377-9863-083DC846C42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739207" y="5991862"/>
                  <a:ext cx="410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12D85F0-8BCD-2545-53CC-7E373ECDD5B7}"/>
                    </a:ext>
                  </a:extLst>
                </p14:cNvPr>
                <p14:cNvContentPartPr/>
                <p14:nvPr/>
              </p14:nvContentPartPr>
              <p14:xfrm>
                <a:off x="5283887" y="6018862"/>
                <a:ext cx="12960" cy="262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12D85F0-8BCD-2545-53CC-7E373ECDD5B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266247" y="6001222"/>
                  <a:ext cx="48600" cy="6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49722DB7-528E-34A2-ADD5-1EA6DF5EED29}"/>
                  </a:ext>
                </a:extLst>
              </p14:cNvPr>
              <p14:cNvContentPartPr/>
              <p14:nvPr/>
            </p14:nvContentPartPr>
            <p14:xfrm>
              <a:off x="3296687" y="5617102"/>
              <a:ext cx="10800" cy="144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49722DB7-528E-34A2-ADD5-1EA6DF5EED29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3278687" y="5599102"/>
                <a:ext cx="464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5B400B36-3420-85AB-8E8B-9F071E9147F4}"/>
                  </a:ext>
                </a:extLst>
              </p14:cNvPr>
              <p14:cNvContentPartPr/>
              <p14:nvPr/>
            </p14:nvContentPartPr>
            <p14:xfrm>
              <a:off x="4004087" y="5352862"/>
              <a:ext cx="13320" cy="28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5B400B36-3420-85AB-8E8B-9F071E9147F4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3986447" y="5334862"/>
                <a:ext cx="489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2C936AC0-8EFC-BB73-0172-488A3D080BB5}"/>
                  </a:ext>
                </a:extLst>
              </p14:cNvPr>
              <p14:cNvContentPartPr/>
              <p14:nvPr/>
            </p14:nvContentPartPr>
            <p14:xfrm>
              <a:off x="3406847" y="5513062"/>
              <a:ext cx="360" cy="36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2C936AC0-8EFC-BB73-0172-488A3D080BB5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3388847" y="549542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EE20F5DA-3C37-2972-1ADA-8E681A89AF5C}"/>
                  </a:ext>
                </a:extLst>
              </p14:cNvPr>
              <p14:cNvContentPartPr/>
              <p14:nvPr/>
            </p14:nvContentPartPr>
            <p14:xfrm>
              <a:off x="7985687" y="1361182"/>
              <a:ext cx="203400" cy="27432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EE20F5DA-3C37-2972-1ADA-8E681A89AF5C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7968047" y="1343182"/>
                <a:ext cx="23904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B0E73E9D-F5FC-7BD6-9076-A58AEC4687C6}"/>
                  </a:ext>
                </a:extLst>
              </p14:cNvPr>
              <p14:cNvContentPartPr/>
              <p14:nvPr/>
            </p14:nvContentPartPr>
            <p14:xfrm>
              <a:off x="8215007" y="1533982"/>
              <a:ext cx="169920" cy="20016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B0E73E9D-F5FC-7BD6-9076-A58AEC4687C6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8197007" y="1515982"/>
                <a:ext cx="20556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4ED68861-9DDC-3E6F-37DD-0094F58506C2}"/>
                  </a:ext>
                </a:extLst>
              </p14:cNvPr>
              <p14:cNvContentPartPr/>
              <p14:nvPr/>
            </p14:nvContentPartPr>
            <p14:xfrm>
              <a:off x="8414087" y="1410502"/>
              <a:ext cx="140400" cy="19368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4ED68861-9DDC-3E6F-37DD-0094F58506C2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8396447" y="1392862"/>
                <a:ext cx="17604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2C1CFD8E-CA2E-A327-5271-032106E6953E}"/>
                  </a:ext>
                </a:extLst>
              </p14:cNvPr>
              <p14:cNvContentPartPr/>
              <p14:nvPr/>
            </p14:nvContentPartPr>
            <p14:xfrm>
              <a:off x="8678687" y="1343902"/>
              <a:ext cx="100440" cy="21816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2C1CFD8E-CA2E-A327-5271-032106E6953E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8661047" y="1325902"/>
                <a:ext cx="13608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EB5CCBA5-0383-573C-595C-536E8B3E4181}"/>
                  </a:ext>
                </a:extLst>
              </p14:cNvPr>
              <p14:cNvContentPartPr/>
              <p14:nvPr/>
            </p14:nvContentPartPr>
            <p14:xfrm>
              <a:off x="8773007" y="1459102"/>
              <a:ext cx="132480" cy="22860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EB5CCBA5-0383-573C-595C-536E8B3E4181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8755007" y="1441102"/>
                <a:ext cx="16812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51754225-3BF3-665C-F15A-C6FB1ACE5B09}"/>
                  </a:ext>
                </a:extLst>
              </p14:cNvPr>
              <p14:cNvContentPartPr/>
              <p14:nvPr/>
            </p14:nvContentPartPr>
            <p14:xfrm>
              <a:off x="9015287" y="1451542"/>
              <a:ext cx="92880" cy="3780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51754225-3BF3-665C-F15A-C6FB1ACE5B09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8997287" y="1433902"/>
                <a:ext cx="12852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37ED8C18-3256-C5A7-9966-61FDDE36DB7A}"/>
                  </a:ext>
                </a:extLst>
              </p14:cNvPr>
              <p14:cNvContentPartPr/>
              <p14:nvPr/>
            </p14:nvContentPartPr>
            <p14:xfrm>
              <a:off x="9193127" y="1303582"/>
              <a:ext cx="113400" cy="21672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37ED8C18-3256-C5A7-9966-61FDDE36DB7A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9175127" y="1285942"/>
                <a:ext cx="14904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0128E343-7592-D3D4-DD4F-5ABA212F5235}"/>
                  </a:ext>
                </a:extLst>
              </p14:cNvPr>
              <p14:cNvContentPartPr/>
              <p14:nvPr/>
            </p14:nvContentPartPr>
            <p14:xfrm>
              <a:off x="9382847" y="1414462"/>
              <a:ext cx="18720" cy="20700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0128E343-7592-D3D4-DD4F-5ABA212F5235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9364847" y="1396462"/>
                <a:ext cx="5436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AE606553-69E5-C747-BC76-6F6E61CF8385}"/>
                  </a:ext>
                </a:extLst>
              </p14:cNvPr>
              <p14:cNvContentPartPr/>
              <p14:nvPr/>
            </p14:nvContentPartPr>
            <p14:xfrm>
              <a:off x="8216807" y="1971022"/>
              <a:ext cx="106920" cy="19548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AE606553-69E5-C747-BC76-6F6E61CF8385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8199167" y="1953382"/>
                <a:ext cx="14256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43C887B2-D7BF-6C21-725F-2472A4992526}"/>
                  </a:ext>
                </a:extLst>
              </p14:cNvPr>
              <p14:cNvContentPartPr/>
              <p14:nvPr/>
            </p14:nvContentPartPr>
            <p14:xfrm>
              <a:off x="8401847" y="2053102"/>
              <a:ext cx="101880" cy="18540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43C887B2-D7BF-6C21-725F-2472A4992526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8383847" y="2035462"/>
                <a:ext cx="13752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BA6B9FF9-123A-4D79-7DEF-217DB42664EA}"/>
                  </a:ext>
                </a:extLst>
              </p14:cNvPr>
              <p14:cNvContentPartPr/>
              <p14:nvPr/>
            </p14:nvContentPartPr>
            <p14:xfrm>
              <a:off x="8599487" y="2045182"/>
              <a:ext cx="89640" cy="4500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BA6B9FF9-123A-4D79-7DEF-217DB42664EA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8581487" y="2027542"/>
                <a:ext cx="12528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418C1D44-52B8-82BB-8801-09D9C16D50F1}"/>
                  </a:ext>
                </a:extLst>
              </p14:cNvPr>
              <p14:cNvContentPartPr/>
              <p14:nvPr/>
            </p14:nvContentPartPr>
            <p14:xfrm>
              <a:off x="8662127" y="1994422"/>
              <a:ext cx="64080" cy="16560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418C1D44-52B8-82BB-8801-09D9C16D50F1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8644487" y="1976782"/>
                <a:ext cx="9972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F38E306D-62E8-90E9-E71B-2EC8925D6457}"/>
                  </a:ext>
                </a:extLst>
              </p14:cNvPr>
              <p14:cNvContentPartPr/>
              <p14:nvPr/>
            </p14:nvContentPartPr>
            <p14:xfrm>
              <a:off x="8814767" y="1909822"/>
              <a:ext cx="83520" cy="20916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F38E306D-62E8-90E9-E71B-2EC8925D6457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8796767" y="1892182"/>
                <a:ext cx="11916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D65F0F52-32EA-D3B3-7266-65FC06DF96DE}"/>
                  </a:ext>
                </a:extLst>
              </p14:cNvPr>
              <p14:cNvContentPartPr/>
              <p14:nvPr/>
            </p14:nvContentPartPr>
            <p14:xfrm>
              <a:off x="8908367" y="2025382"/>
              <a:ext cx="114480" cy="21096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D65F0F52-32EA-D3B3-7266-65FC06DF96DE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8890367" y="2007382"/>
                <a:ext cx="1501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91E086BF-F750-0F34-114B-D39DAC380BD2}"/>
                  </a:ext>
                </a:extLst>
              </p14:cNvPr>
              <p14:cNvContentPartPr/>
              <p14:nvPr/>
            </p14:nvContentPartPr>
            <p14:xfrm>
              <a:off x="9098807" y="2018542"/>
              <a:ext cx="88920" cy="3564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91E086BF-F750-0F34-114B-D39DAC380BD2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9080807" y="2000902"/>
                <a:ext cx="12456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1F47D1AA-E67E-87B0-A09A-733A260E0428}"/>
                  </a:ext>
                </a:extLst>
              </p14:cNvPr>
              <p14:cNvContentPartPr/>
              <p14:nvPr/>
            </p14:nvContentPartPr>
            <p14:xfrm>
              <a:off x="9323447" y="1882462"/>
              <a:ext cx="105480" cy="19116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1F47D1AA-E67E-87B0-A09A-733A260E0428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9305447" y="1864462"/>
                <a:ext cx="14112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B57CFAF1-524D-78BD-AF95-BDA97249A51F}"/>
                  </a:ext>
                </a:extLst>
              </p14:cNvPr>
              <p14:cNvContentPartPr/>
              <p14:nvPr/>
            </p14:nvContentPartPr>
            <p14:xfrm>
              <a:off x="9516407" y="1854742"/>
              <a:ext cx="100440" cy="20952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B57CFAF1-524D-78BD-AF95-BDA97249A51F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498407" y="1837102"/>
                <a:ext cx="13608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961A431B-7808-D484-9D02-D6D1F85DDE48}"/>
                  </a:ext>
                </a:extLst>
              </p14:cNvPr>
              <p14:cNvContentPartPr/>
              <p14:nvPr/>
            </p14:nvContentPartPr>
            <p14:xfrm>
              <a:off x="9718367" y="2007742"/>
              <a:ext cx="24480" cy="18828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961A431B-7808-D484-9D02-D6D1F85DDE48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9700727" y="1989742"/>
                <a:ext cx="6012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F3B8E516-8F11-B0C9-BC68-6369EE2F69F9}"/>
                  </a:ext>
                </a:extLst>
              </p14:cNvPr>
              <p14:cNvContentPartPr/>
              <p14:nvPr/>
            </p14:nvContentPartPr>
            <p14:xfrm>
              <a:off x="8177207" y="2536222"/>
              <a:ext cx="121680" cy="2210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F3B8E516-8F11-B0C9-BC68-6369EE2F69F9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8159207" y="2518582"/>
                <a:ext cx="15732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5BBA7719-2639-3C94-4F03-C003B87B92BB}"/>
                  </a:ext>
                </a:extLst>
              </p14:cNvPr>
              <p14:cNvContentPartPr/>
              <p14:nvPr/>
            </p14:nvContentPartPr>
            <p14:xfrm>
              <a:off x="8373767" y="2627662"/>
              <a:ext cx="97200" cy="18684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5BBA7719-2639-3C94-4F03-C003B87B92BB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8356127" y="2609662"/>
                <a:ext cx="1328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DB33F505-3B99-DA33-672E-9E96825F5150}"/>
                  </a:ext>
                </a:extLst>
              </p14:cNvPr>
              <p14:cNvContentPartPr/>
              <p14:nvPr/>
            </p14:nvContentPartPr>
            <p14:xfrm>
              <a:off x="8622527" y="2542702"/>
              <a:ext cx="156240" cy="14832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DB33F505-3B99-DA33-672E-9E96825F5150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8604887" y="2524702"/>
                <a:ext cx="19188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971DC029-9EC1-F589-EE40-802A7E0FDDDE}"/>
                  </a:ext>
                </a:extLst>
              </p14:cNvPr>
              <p14:cNvContentPartPr/>
              <p14:nvPr/>
            </p14:nvContentPartPr>
            <p14:xfrm>
              <a:off x="8848247" y="2481502"/>
              <a:ext cx="133560" cy="22464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971DC029-9EC1-F589-EE40-802A7E0FDDDE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8830247" y="2463502"/>
                <a:ext cx="16920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780DC473-1AEF-1481-9E62-D470286F5D25}"/>
                  </a:ext>
                </a:extLst>
              </p14:cNvPr>
              <p14:cNvContentPartPr/>
              <p14:nvPr/>
            </p14:nvContentPartPr>
            <p14:xfrm>
              <a:off x="8996567" y="2603902"/>
              <a:ext cx="82440" cy="2325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780DC473-1AEF-1481-9E62-D470286F5D25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8978567" y="2585902"/>
                <a:ext cx="11808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61937C54-0E0C-E11B-690C-94D746DD6635}"/>
                  </a:ext>
                </a:extLst>
              </p14:cNvPr>
              <p14:cNvContentPartPr/>
              <p14:nvPr/>
            </p14:nvContentPartPr>
            <p14:xfrm>
              <a:off x="9174767" y="2595982"/>
              <a:ext cx="73080" cy="478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61937C54-0E0C-E11B-690C-94D746DD6635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9157127" y="2578342"/>
                <a:ext cx="10872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5CD32064-75AA-3A32-65A6-ECC11945F972}"/>
                  </a:ext>
                </a:extLst>
              </p14:cNvPr>
              <p14:cNvContentPartPr/>
              <p14:nvPr/>
            </p14:nvContentPartPr>
            <p14:xfrm>
              <a:off x="9355127" y="2451262"/>
              <a:ext cx="102240" cy="25128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5CD32064-75AA-3A32-65A6-ECC11945F972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9337127" y="2433622"/>
                <a:ext cx="13788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12566EBB-68F9-308E-EFF2-D5D27A989556}"/>
                  </a:ext>
                </a:extLst>
              </p14:cNvPr>
              <p14:cNvContentPartPr/>
              <p14:nvPr/>
            </p14:nvContentPartPr>
            <p14:xfrm>
              <a:off x="9567887" y="2452702"/>
              <a:ext cx="88560" cy="17280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12566EBB-68F9-308E-EFF2-D5D27A989556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9550247" y="2435062"/>
                <a:ext cx="12420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59998017-83EC-A4D7-E03D-D5C912C22D2B}"/>
                  </a:ext>
                </a:extLst>
              </p14:cNvPr>
              <p14:cNvContentPartPr/>
              <p14:nvPr/>
            </p14:nvContentPartPr>
            <p14:xfrm>
              <a:off x="9713687" y="2585902"/>
              <a:ext cx="53280" cy="19800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59998017-83EC-A4D7-E03D-D5C912C22D2B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9696047" y="2568262"/>
                <a:ext cx="88920" cy="23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5" name="Group 204">
            <a:extLst>
              <a:ext uri="{FF2B5EF4-FFF2-40B4-BE49-F238E27FC236}">
                <a16:creationId xmlns:a16="http://schemas.microsoft.com/office/drawing/2014/main" id="{C8594797-9503-CA1C-EBBB-F445F84B65EB}"/>
              </a:ext>
            </a:extLst>
          </p:cNvPr>
          <p:cNvGrpSpPr/>
          <p:nvPr/>
        </p:nvGrpSpPr>
        <p:grpSpPr>
          <a:xfrm>
            <a:off x="9981527" y="1193782"/>
            <a:ext cx="335520" cy="1666080"/>
            <a:chOff x="9981527" y="1193782"/>
            <a:chExt cx="335520" cy="166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D949581-AAF6-7144-DE64-F071F14140F3}"/>
                    </a:ext>
                  </a:extLst>
                </p14:cNvPr>
                <p14:cNvContentPartPr/>
                <p14:nvPr/>
              </p14:nvContentPartPr>
              <p14:xfrm>
                <a:off x="9981527" y="1193782"/>
                <a:ext cx="323640" cy="16660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D949581-AAF6-7144-DE64-F071F14140F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963887" y="1176142"/>
                  <a:ext cx="359280" cy="170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C2532F6-5E8A-2A1A-19EE-21A6DF709A86}"/>
                    </a:ext>
                  </a:extLst>
                </p14:cNvPr>
                <p14:cNvContentPartPr/>
                <p14:nvPr/>
              </p14:nvContentPartPr>
              <p14:xfrm>
                <a:off x="10225247" y="1346422"/>
                <a:ext cx="11880" cy="1659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C2532F6-5E8A-2A1A-19EE-21A6DF709A8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207607" y="1328782"/>
                  <a:ext cx="475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D498F43-83E1-09FD-5713-BDDE75A1CCA5}"/>
                    </a:ext>
                  </a:extLst>
                </p14:cNvPr>
                <p14:cNvContentPartPr/>
                <p14:nvPr/>
              </p14:nvContentPartPr>
              <p14:xfrm>
                <a:off x="10143167" y="1797142"/>
                <a:ext cx="103680" cy="2016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D498F43-83E1-09FD-5713-BDDE75A1CCA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125167" y="1779502"/>
                  <a:ext cx="1393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156E4A2-4203-855C-2E7D-B557B4F37EB4}"/>
                    </a:ext>
                  </a:extLst>
                </p14:cNvPr>
                <p14:cNvContentPartPr/>
                <p14:nvPr/>
              </p14:nvContentPartPr>
              <p14:xfrm>
                <a:off x="10105727" y="2331382"/>
                <a:ext cx="211320" cy="2037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156E4A2-4203-855C-2E7D-B557B4F37EB4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087727" y="2313382"/>
                  <a:ext cx="246960" cy="23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4DA10C11-207C-3901-5BF5-08952EC4AE64}"/>
                  </a:ext>
                </a:extLst>
              </p14:cNvPr>
              <p14:cNvContentPartPr/>
              <p14:nvPr/>
            </p14:nvContentPartPr>
            <p14:xfrm>
              <a:off x="10540607" y="1315102"/>
              <a:ext cx="185760" cy="29700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4DA10C11-207C-3901-5BF5-08952EC4AE64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0522967" y="1297462"/>
                <a:ext cx="22140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221ADFDB-01FA-4ABC-06E7-6EC0EBEB2C37}"/>
                  </a:ext>
                </a:extLst>
              </p14:cNvPr>
              <p14:cNvContentPartPr/>
              <p14:nvPr/>
            </p14:nvContentPartPr>
            <p14:xfrm>
              <a:off x="10656167" y="1822342"/>
              <a:ext cx="22680" cy="22788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221ADFDB-01FA-4ABC-06E7-6EC0EBEB2C37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0638527" y="1804702"/>
                <a:ext cx="5832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64296A50-A91B-2CEB-8640-D912A15837DE}"/>
                  </a:ext>
                </a:extLst>
              </p14:cNvPr>
              <p14:cNvContentPartPr/>
              <p14:nvPr/>
            </p14:nvContentPartPr>
            <p14:xfrm>
              <a:off x="10629887" y="2267302"/>
              <a:ext cx="86040" cy="17208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64296A50-A91B-2CEB-8640-D912A15837DE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0612247" y="2249302"/>
                <a:ext cx="121680" cy="20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1" name="Group 220">
            <a:extLst>
              <a:ext uri="{FF2B5EF4-FFF2-40B4-BE49-F238E27FC236}">
                <a16:creationId xmlns:a16="http://schemas.microsoft.com/office/drawing/2014/main" id="{23E0F1A3-F43A-0BB0-2F7D-8DCC784A730B}"/>
              </a:ext>
            </a:extLst>
          </p:cNvPr>
          <p:cNvGrpSpPr/>
          <p:nvPr/>
        </p:nvGrpSpPr>
        <p:grpSpPr>
          <a:xfrm>
            <a:off x="11056847" y="1137622"/>
            <a:ext cx="1037520" cy="1571040"/>
            <a:chOff x="11056847" y="1137622"/>
            <a:chExt cx="1037520" cy="157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A03FBC5-39FF-B2D5-BDAB-8FE569B60038}"/>
                    </a:ext>
                  </a:extLst>
                </p14:cNvPr>
                <p14:cNvContentPartPr/>
                <p14:nvPr/>
              </p14:nvContentPartPr>
              <p14:xfrm>
                <a:off x="11058287" y="1262902"/>
                <a:ext cx="333360" cy="2584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A03FBC5-39FF-B2D5-BDAB-8FE569B6003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040647" y="1244902"/>
                  <a:ext cx="3690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E543744-5E81-3882-F1BD-D23AC72D374B}"/>
                    </a:ext>
                  </a:extLst>
                </p14:cNvPr>
                <p14:cNvContentPartPr/>
                <p14:nvPr/>
              </p14:nvContentPartPr>
              <p14:xfrm>
                <a:off x="11599367" y="1226902"/>
                <a:ext cx="292680" cy="2480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E543744-5E81-3882-F1BD-D23AC72D374B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581727" y="1209262"/>
                  <a:ext cx="3283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224E897-5B53-6DD4-CEE6-F0108CDB4238}"/>
                    </a:ext>
                  </a:extLst>
                </p14:cNvPr>
                <p14:cNvContentPartPr/>
                <p14:nvPr/>
              </p14:nvContentPartPr>
              <p14:xfrm>
                <a:off x="11056847" y="1911622"/>
                <a:ext cx="93240" cy="158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224E897-5B53-6DD4-CEE6-F0108CDB423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039207" y="1893982"/>
                  <a:ext cx="128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B551DE7-EF2C-8A66-9A06-C74CC6D4D155}"/>
                    </a:ext>
                  </a:extLst>
                </p14:cNvPr>
                <p14:cNvContentPartPr/>
                <p14:nvPr/>
              </p14:nvContentPartPr>
              <p14:xfrm>
                <a:off x="11249087" y="1800022"/>
                <a:ext cx="108720" cy="2649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B551DE7-EF2C-8A66-9A06-C74CC6D4D15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1231087" y="1782022"/>
                  <a:ext cx="1443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64346B4-834A-9F21-D2AC-8B39C5C98BBF}"/>
                    </a:ext>
                  </a:extLst>
                </p14:cNvPr>
                <p14:cNvContentPartPr/>
                <p14:nvPr/>
              </p14:nvContentPartPr>
              <p14:xfrm>
                <a:off x="11598647" y="1904062"/>
                <a:ext cx="95400" cy="144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64346B4-834A-9F21-D2AC-8B39C5C98BBF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581007" y="1886062"/>
                  <a:ext cx="1310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A366359-5F90-5202-D9E5-E9DB2FD04DCA}"/>
                    </a:ext>
                  </a:extLst>
                </p14:cNvPr>
                <p14:cNvContentPartPr/>
                <p14:nvPr/>
              </p14:nvContentPartPr>
              <p14:xfrm>
                <a:off x="11747327" y="1778062"/>
                <a:ext cx="127440" cy="2984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A366359-5F90-5202-D9E5-E9DB2FD04DC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729327" y="1760422"/>
                  <a:ext cx="16308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D329291-7AD0-B47B-1918-A0AF330FDC0B}"/>
                    </a:ext>
                  </a:extLst>
                </p14:cNvPr>
                <p14:cNvContentPartPr/>
                <p14:nvPr/>
              </p14:nvContentPartPr>
              <p14:xfrm>
                <a:off x="11186087" y="2338582"/>
                <a:ext cx="140400" cy="1483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D329291-7AD0-B47B-1918-A0AF330FDC0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1168447" y="2320582"/>
                  <a:ext cx="1760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9621625-9EDC-79F1-83AF-5FDCAC7EE087}"/>
                    </a:ext>
                  </a:extLst>
                </p14:cNvPr>
                <p14:cNvContentPartPr/>
                <p14:nvPr/>
              </p14:nvContentPartPr>
              <p14:xfrm>
                <a:off x="11634647" y="2288542"/>
                <a:ext cx="114480" cy="1627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9621625-9EDC-79F1-83AF-5FDCAC7EE087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617007" y="2270902"/>
                  <a:ext cx="1501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8B1CA33-755F-99D3-9ABB-F3797EFB5C8F}"/>
                    </a:ext>
                  </a:extLst>
                </p14:cNvPr>
                <p14:cNvContentPartPr/>
                <p14:nvPr/>
              </p14:nvContentPartPr>
              <p14:xfrm>
                <a:off x="11775767" y="1137622"/>
                <a:ext cx="318600" cy="15710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8B1CA33-755F-99D3-9ABB-F3797EFB5C8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757767" y="1119982"/>
                  <a:ext cx="354240" cy="160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68ED4C45-C50B-1502-AA89-82BA8193C2AF}"/>
              </a:ext>
            </a:extLst>
          </p:cNvPr>
          <p:cNvGrpSpPr/>
          <p:nvPr/>
        </p:nvGrpSpPr>
        <p:grpSpPr>
          <a:xfrm>
            <a:off x="7787327" y="3474742"/>
            <a:ext cx="1445040" cy="375840"/>
            <a:chOff x="7787327" y="3474742"/>
            <a:chExt cx="1445040" cy="37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D4EF0B2-F4B9-17B8-033C-A97396D59135}"/>
                    </a:ext>
                  </a:extLst>
                </p14:cNvPr>
                <p14:cNvContentPartPr/>
                <p14:nvPr/>
              </p14:nvContentPartPr>
              <p14:xfrm>
                <a:off x="7787327" y="3550702"/>
                <a:ext cx="132120" cy="2192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D4EF0B2-F4B9-17B8-033C-A97396D5913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769327" y="3533062"/>
                  <a:ext cx="1677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81EE3FB-F778-997A-897A-65484B58E9CA}"/>
                    </a:ext>
                  </a:extLst>
                </p14:cNvPr>
                <p14:cNvContentPartPr/>
                <p14:nvPr/>
              </p14:nvContentPartPr>
              <p14:xfrm>
                <a:off x="7952567" y="3675622"/>
                <a:ext cx="128520" cy="1749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81EE3FB-F778-997A-897A-65484B58E9C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934567" y="3657982"/>
                  <a:ext cx="1641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24DB330C-3481-4AEE-42BC-22FB1FE170F7}"/>
                    </a:ext>
                  </a:extLst>
                </p14:cNvPr>
                <p14:cNvContentPartPr/>
                <p14:nvPr/>
              </p14:nvContentPartPr>
              <p14:xfrm>
                <a:off x="8166047" y="3685342"/>
                <a:ext cx="99000" cy="190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24DB330C-3481-4AEE-42BC-22FB1FE170F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148047" y="3667702"/>
                  <a:ext cx="1346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D51A73D-50B8-3C32-C002-DAE9E5D107EB}"/>
                    </a:ext>
                  </a:extLst>
                </p14:cNvPr>
                <p14:cNvContentPartPr/>
                <p14:nvPr/>
              </p14:nvContentPartPr>
              <p14:xfrm>
                <a:off x="8240927" y="3627022"/>
                <a:ext cx="31680" cy="1515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D51A73D-50B8-3C32-C002-DAE9E5D107E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223287" y="3609382"/>
                  <a:ext cx="673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827D67D-19C5-53CE-067E-50527B74F6B2}"/>
                    </a:ext>
                  </a:extLst>
                </p14:cNvPr>
                <p14:cNvContentPartPr/>
                <p14:nvPr/>
              </p14:nvContentPartPr>
              <p14:xfrm>
                <a:off x="8405087" y="3544222"/>
                <a:ext cx="87480" cy="1904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827D67D-19C5-53CE-067E-50527B74F6B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387087" y="3526582"/>
                  <a:ext cx="1231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B973D91C-E206-7F4C-69D3-0390C6B1868D}"/>
                    </a:ext>
                  </a:extLst>
                </p14:cNvPr>
                <p14:cNvContentPartPr/>
                <p14:nvPr/>
              </p14:nvContentPartPr>
              <p14:xfrm>
                <a:off x="8492927" y="3679582"/>
                <a:ext cx="101520" cy="1548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B973D91C-E206-7F4C-69D3-0390C6B1868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474927" y="3661942"/>
                  <a:ext cx="1371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DE16514-BEBD-F9B7-B8C5-262A23C4859E}"/>
                    </a:ext>
                  </a:extLst>
                </p14:cNvPr>
                <p14:cNvContentPartPr/>
                <p14:nvPr/>
              </p14:nvContentPartPr>
              <p14:xfrm>
                <a:off x="8688047" y="3650782"/>
                <a:ext cx="81000" cy="244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DE16514-BEBD-F9B7-B8C5-262A23C4859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670047" y="3633142"/>
                  <a:ext cx="1166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AF374A7-B457-6B26-91E5-12011F9265C8}"/>
                    </a:ext>
                  </a:extLst>
                </p14:cNvPr>
                <p14:cNvContentPartPr/>
                <p14:nvPr/>
              </p14:nvContentPartPr>
              <p14:xfrm>
                <a:off x="8742767" y="3583822"/>
                <a:ext cx="13680" cy="1386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AF374A7-B457-6B26-91E5-12011F9265C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725127" y="3565822"/>
                  <a:ext cx="493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2FE14D34-D430-25B4-0C2A-3CF95582216B}"/>
                    </a:ext>
                  </a:extLst>
                </p14:cNvPr>
                <p14:cNvContentPartPr/>
                <p14:nvPr/>
              </p14:nvContentPartPr>
              <p14:xfrm>
                <a:off x="8841767" y="3530902"/>
                <a:ext cx="130680" cy="2066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2FE14D34-D430-25B4-0C2A-3CF95582216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823767" y="3513262"/>
                  <a:ext cx="1663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77C34FD-AEF3-8689-136A-668AF7324996}"/>
                    </a:ext>
                  </a:extLst>
                </p14:cNvPr>
                <p14:cNvContentPartPr/>
                <p14:nvPr/>
              </p14:nvContentPartPr>
              <p14:xfrm>
                <a:off x="9072527" y="3474742"/>
                <a:ext cx="159840" cy="2541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77C34FD-AEF3-8689-136A-668AF732499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054887" y="3456742"/>
                  <a:ext cx="195480" cy="28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331C395F-BD6F-7C32-11F8-30E6E5B15A6F}"/>
                  </a:ext>
                </a:extLst>
              </p14:cNvPr>
              <p14:cNvContentPartPr/>
              <p14:nvPr/>
            </p14:nvContentPartPr>
            <p14:xfrm>
              <a:off x="9272687" y="3674542"/>
              <a:ext cx="162360" cy="18648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331C395F-BD6F-7C32-11F8-30E6E5B15A6F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9255047" y="3656542"/>
                <a:ext cx="198000" cy="22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47476BEB-1934-31F5-6D72-2EC95FA90C6E}"/>
              </a:ext>
            </a:extLst>
          </p:cNvPr>
          <p:cNvGrpSpPr/>
          <p:nvPr/>
        </p:nvGrpSpPr>
        <p:grpSpPr>
          <a:xfrm>
            <a:off x="7710287" y="4159102"/>
            <a:ext cx="1762560" cy="378000"/>
            <a:chOff x="7710287" y="4159102"/>
            <a:chExt cx="1762560" cy="37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BAC85E1-4BE5-3A73-A3C6-F1B23D62764F}"/>
                    </a:ext>
                  </a:extLst>
                </p14:cNvPr>
                <p14:cNvContentPartPr/>
                <p14:nvPr/>
              </p14:nvContentPartPr>
              <p14:xfrm>
                <a:off x="7710287" y="4210942"/>
                <a:ext cx="134280" cy="2361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BAC85E1-4BE5-3A73-A3C6-F1B23D62764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692647" y="4193302"/>
                  <a:ext cx="1699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7F703B2-B7E6-2743-578B-B2AE65DB922C}"/>
                    </a:ext>
                  </a:extLst>
                </p14:cNvPr>
                <p14:cNvContentPartPr/>
                <p14:nvPr/>
              </p14:nvContentPartPr>
              <p14:xfrm>
                <a:off x="7932767" y="4355302"/>
                <a:ext cx="93240" cy="1731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7F703B2-B7E6-2743-578B-B2AE65DB922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915127" y="4337302"/>
                  <a:ext cx="1288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F8229FDF-0CEB-762B-43BF-05106B88E0E3}"/>
                    </a:ext>
                  </a:extLst>
                </p14:cNvPr>
                <p14:cNvContentPartPr/>
                <p14:nvPr/>
              </p14:nvContentPartPr>
              <p14:xfrm>
                <a:off x="8095487" y="4289422"/>
                <a:ext cx="110880" cy="1735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F8229FDF-0CEB-762B-43BF-05106B88E0E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077847" y="4271422"/>
                  <a:ext cx="1465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DE6763DA-DB3D-4223-F196-F3AD58C3DAFB}"/>
                    </a:ext>
                  </a:extLst>
                </p14:cNvPr>
                <p14:cNvContentPartPr/>
                <p14:nvPr/>
              </p14:nvContentPartPr>
              <p14:xfrm>
                <a:off x="8320127" y="4179622"/>
                <a:ext cx="92520" cy="2300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DE6763DA-DB3D-4223-F196-F3AD58C3DAF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302127" y="4161982"/>
                  <a:ext cx="1281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D6442BF-5EC6-1D32-1F01-6C5ABA7CA161}"/>
                    </a:ext>
                  </a:extLst>
                </p14:cNvPr>
                <p14:cNvContentPartPr/>
                <p14:nvPr/>
              </p14:nvContentPartPr>
              <p14:xfrm>
                <a:off x="8559167" y="4374382"/>
                <a:ext cx="114120" cy="1627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D6442BF-5EC6-1D32-1F01-6C5ABA7CA16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541527" y="4356742"/>
                  <a:ext cx="1497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68A9B278-8115-198E-279B-1E636CF336AA}"/>
                    </a:ext>
                  </a:extLst>
                </p14:cNvPr>
                <p14:cNvContentPartPr/>
                <p14:nvPr/>
              </p14:nvContentPartPr>
              <p14:xfrm>
                <a:off x="8760767" y="4327222"/>
                <a:ext cx="140040" cy="766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68A9B278-8115-198E-279B-1E636CF336AA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743127" y="4309222"/>
                  <a:ext cx="1756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E9EC7AB-F2F4-D3EC-DB75-A1D843AB7D34}"/>
                    </a:ext>
                  </a:extLst>
                </p14:cNvPr>
                <p14:cNvContentPartPr/>
                <p14:nvPr/>
              </p14:nvContentPartPr>
              <p14:xfrm>
                <a:off x="8861567" y="4262782"/>
                <a:ext cx="43920" cy="1504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E9EC7AB-F2F4-D3EC-DB75-A1D843AB7D34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843927" y="4245142"/>
                  <a:ext cx="795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86BEC92-15E9-4852-89C0-CEE0A059B358}"/>
                    </a:ext>
                  </a:extLst>
                </p14:cNvPr>
                <p14:cNvContentPartPr/>
                <p14:nvPr/>
              </p14:nvContentPartPr>
              <p14:xfrm>
                <a:off x="8992607" y="4159102"/>
                <a:ext cx="139320" cy="2613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86BEC92-15E9-4852-89C0-CEE0A059B358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974607" y="4141462"/>
                  <a:ext cx="1749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4A3D3FF4-5040-733E-207C-2B28F5B43CF8}"/>
                    </a:ext>
                  </a:extLst>
                </p14:cNvPr>
                <p14:cNvContentPartPr/>
                <p14:nvPr/>
              </p14:nvContentPartPr>
              <p14:xfrm>
                <a:off x="9206807" y="4159462"/>
                <a:ext cx="97560" cy="2109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4A3D3FF4-5040-733E-207C-2B28F5B43CF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189167" y="4141462"/>
                  <a:ext cx="133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D90FB94-E708-FE95-9B8A-383154EF5044}"/>
                    </a:ext>
                  </a:extLst>
                </p14:cNvPr>
                <p14:cNvContentPartPr/>
                <p14:nvPr/>
              </p14:nvContentPartPr>
              <p14:xfrm>
                <a:off x="9279167" y="4306702"/>
                <a:ext cx="193680" cy="2037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D90FB94-E708-FE95-9B8A-383154EF5044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261167" y="4288702"/>
                  <a:ext cx="229320" cy="23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E51B6464-5B8A-472A-EF0A-02649CDF52FA}"/>
              </a:ext>
            </a:extLst>
          </p:cNvPr>
          <p:cNvGrpSpPr/>
          <p:nvPr/>
        </p:nvGrpSpPr>
        <p:grpSpPr>
          <a:xfrm>
            <a:off x="9721967" y="3232822"/>
            <a:ext cx="2137680" cy="1816920"/>
            <a:chOff x="9721967" y="3232822"/>
            <a:chExt cx="2137680" cy="181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DA42B00-E77A-28CC-CDC8-BBC9C2DCA71E}"/>
                    </a:ext>
                  </a:extLst>
                </p14:cNvPr>
                <p14:cNvContentPartPr/>
                <p14:nvPr/>
              </p14:nvContentPartPr>
              <p14:xfrm>
                <a:off x="10384727" y="3573742"/>
                <a:ext cx="120600" cy="1213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DA42B00-E77A-28CC-CDC8-BBC9C2DCA71E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366727" y="3556102"/>
                  <a:ext cx="1562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EF576B93-AA3F-DABF-DFC7-099B43BEC03C}"/>
                    </a:ext>
                  </a:extLst>
                </p14:cNvPr>
                <p14:cNvContentPartPr/>
                <p14:nvPr/>
              </p14:nvContentPartPr>
              <p14:xfrm>
                <a:off x="9721967" y="3390142"/>
                <a:ext cx="438480" cy="16596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EF576B93-AA3F-DABF-DFC7-099B43BEC03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704327" y="3372502"/>
                  <a:ext cx="474120" cy="169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14A6FC44-A60C-0ACF-420C-ADEBD4292E2E}"/>
                    </a:ext>
                  </a:extLst>
                </p14:cNvPr>
                <p14:cNvContentPartPr/>
                <p14:nvPr/>
              </p14:nvContentPartPr>
              <p14:xfrm>
                <a:off x="9991607" y="3566182"/>
                <a:ext cx="11880" cy="1555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14A6FC44-A60C-0ACF-420C-ADEBD4292E2E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973607" y="3548542"/>
                  <a:ext cx="475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601EE31-3CD2-CD9C-16E5-AC0BD853D59B}"/>
                    </a:ext>
                  </a:extLst>
                </p14:cNvPr>
                <p14:cNvContentPartPr/>
                <p14:nvPr/>
              </p14:nvContentPartPr>
              <p14:xfrm>
                <a:off x="10007087" y="4173142"/>
                <a:ext cx="122760" cy="2264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601EE31-3CD2-CD9C-16E5-AC0BD853D59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989087" y="4155142"/>
                  <a:ext cx="1584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6CE06A3-DA1C-D425-B75C-664B4D29B4D5}"/>
                    </a:ext>
                  </a:extLst>
                </p14:cNvPr>
                <p14:cNvContentPartPr/>
                <p14:nvPr/>
              </p14:nvContentPartPr>
              <p14:xfrm>
                <a:off x="10454567" y="4159822"/>
                <a:ext cx="16560" cy="1681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6CE06A3-DA1C-D425-B75C-664B4D29B4D5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436567" y="4142182"/>
                  <a:ext cx="52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524E902B-6854-314D-415C-DE529CC8F229}"/>
                    </a:ext>
                  </a:extLst>
                </p14:cNvPr>
                <p14:cNvContentPartPr/>
                <p14:nvPr/>
              </p14:nvContentPartPr>
              <p14:xfrm>
                <a:off x="10788287" y="3541342"/>
                <a:ext cx="196920" cy="1886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524E902B-6854-314D-415C-DE529CC8F22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770287" y="3523702"/>
                  <a:ext cx="232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940890A-486E-D441-F959-7F1F4ED2D508}"/>
                    </a:ext>
                  </a:extLst>
                </p14:cNvPr>
                <p14:cNvContentPartPr/>
                <p14:nvPr/>
              </p14:nvContentPartPr>
              <p14:xfrm>
                <a:off x="11198687" y="3503542"/>
                <a:ext cx="203760" cy="1764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940890A-486E-D441-F959-7F1F4ED2D508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1180687" y="3485902"/>
                  <a:ext cx="2394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09B063A-CED8-1F5F-6624-7C30EE209FE9}"/>
                    </a:ext>
                  </a:extLst>
                </p14:cNvPr>
                <p14:cNvContentPartPr/>
                <p14:nvPr/>
              </p14:nvContentPartPr>
              <p14:xfrm>
                <a:off x="10900967" y="4124182"/>
                <a:ext cx="144360" cy="1706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09B063A-CED8-1F5F-6624-7C30EE209FE9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0883327" y="4106542"/>
                  <a:ext cx="1800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81FBC2FA-2954-70F6-83BF-585BCB1AFFAD}"/>
                    </a:ext>
                  </a:extLst>
                </p14:cNvPr>
                <p14:cNvContentPartPr/>
                <p14:nvPr/>
              </p14:nvContentPartPr>
              <p14:xfrm>
                <a:off x="11216687" y="4101502"/>
                <a:ext cx="243720" cy="1486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81FBC2FA-2954-70F6-83BF-585BCB1AFFAD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1198687" y="4083862"/>
                  <a:ext cx="2793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2619FFF6-690E-C161-0CB4-A42EB83B05D7}"/>
                    </a:ext>
                  </a:extLst>
                </p14:cNvPr>
                <p14:cNvContentPartPr/>
                <p14:nvPr/>
              </p14:nvContentPartPr>
              <p14:xfrm>
                <a:off x="10027607" y="4727542"/>
                <a:ext cx="201960" cy="1785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2619FFF6-690E-C161-0CB4-A42EB83B05D7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009967" y="4709542"/>
                  <a:ext cx="2376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928B5B96-0648-423C-0AB3-FB8A6F64968B}"/>
                    </a:ext>
                  </a:extLst>
                </p14:cNvPr>
                <p14:cNvContentPartPr/>
                <p14:nvPr/>
              </p14:nvContentPartPr>
              <p14:xfrm>
                <a:off x="10470767" y="4639342"/>
                <a:ext cx="145800" cy="2109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928B5B96-0648-423C-0AB3-FB8A6F64968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453127" y="4621342"/>
                  <a:ext cx="1814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1291613-2920-B4B2-5EF2-7B5EC529F896}"/>
                    </a:ext>
                  </a:extLst>
                </p14:cNvPr>
                <p14:cNvContentPartPr/>
                <p14:nvPr/>
              </p14:nvContentPartPr>
              <p14:xfrm>
                <a:off x="10937327" y="4606942"/>
                <a:ext cx="140760" cy="1998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1291613-2920-B4B2-5EF2-7B5EC529F896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919687" y="4588942"/>
                  <a:ext cx="1764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5CB5B47E-5426-1129-A4CF-E02ACA423927}"/>
                    </a:ext>
                  </a:extLst>
                </p14:cNvPr>
                <p14:cNvContentPartPr/>
                <p14:nvPr/>
              </p14:nvContentPartPr>
              <p14:xfrm>
                <a:off x="11365367" y="4513702"/>
                <a:ext cx="117000" cy="2635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5CB5B47E-5426-1129-A4CF-E02ACA42392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1347727" y="4495702"/>
                  <a:ext cx="1526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B6FC44EB-3AE7-E3BD-FEEE-DAFAC5AEB740}"/>
                    </a:ext>
                  </a:extLst>
                </p14:cNvPr>
                <p14:cNvContentPartPr/>
                <p14:nvPr/>
              </p14:nvContentPartPr>
              <p14:xfrm>
                <a:off x="11432327" y="3232822"/>
                <a:ext cx="427320" cy="16056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B6FC44EB-3AE7-E3BD-FEEE-DAFAC5AEB740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1414687" y="3214822"/>
                  <a:ext cx="462960" cy="164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D9F229C3-725F-0ED9-D526-585B682B2EBF}"/>
              </a:ext>
            </a:extLst>
          </p:cNvPr>
          <p:cNvGrpSpPr/>
          <p:nvPr/>
        </p:nvGrpSpPr>
        <p:grpSpPr>
          <a:xfrm>
            <a:off x="7672487" y="5261422"/>
            <a:ext cx="1730880" cy="300240"/>
            <a:chOff x="7672487" y="5261422"/>
            <a:chExt cx="1730880" cy="30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E502B43D-C3D1-A0E3-509F-B8DEE0B8F971}"/>
                    </a:ext>
                  </a:extLst>
                </p14:cNvPr>
                <p14:cNvContentPartPr/>
                <p14:nvPr/>
              </p14:nvContentPartPr>
              <p14:xfrm>
                <a:off x="7672487" y="5432782"/>
                <a:ext cx="228600" cy="1288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E502B43D-C3D1-A0E3-509F-B8DEE0B8F971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7654487" y="5414782"/>
                  <a:ext cx="264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E972CA4-590F-A2E2-71CB-2178A7EAB4E8}"/>
                    </a:ext>
                  </a:extLst>
                </p14:cNvPr>
                <p14:cNvContentPartPr/>
                <p14:nvPr/>
              </p14:nvContentPartPr>
              <p14:xfrm>
                <a:off x="7968407" y="5275102"/>
                <a:ext cx="673920" cy="2833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E972CA4-590F-A2E2-71CB-2178A7EAB4E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950407" y="5257462"/>
                  <a:ext cx="7095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6B0F12C-FBE9-D2AF-88E9-CA3861F30AFF}"/>
                    </a:ext>
                  </a:extLst>
                </p14:cNvPr>
                <p14:cNvContentPartPr/>
                <p14:nvPr/>
              </p14:nvContentPartPr>
              <p14:xfrm>
                <a:off x="8775887" y="5376982"/>
                <a:ext cx="73080" cy="298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6B0F12C-FBE9-D2AF-88E9-CA3861F30AFF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757887" y="5359342"/>
                  <a:ext cx="1087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55F0E4E-8878-0D94-3410-3A18AD977D86}"/>
                    </a:ext>
                  </a:extLst>
                </p14:cNvPr>
                <p14:cNvContentPartPr/>
                <p14:nvPr/>
              </p14:nvContentPartPr>
              <p14:xfrm>
                <a:off x="8739527" y="5442142"/>
                <a:ext cx="253440" cy="658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55F0E4E-8878-0D94-3410-3A18AD977D8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721527" y="5424142"/>
                  <a:ext cx="2890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79A5E3B-0A6F-141A-34FC-5CF20200A420}"/>
                    </a:ext>
                  </a:extLst>
                </p14:cNvPr>
                <p14:cNvContentPartPr/>
                <p14:nvPr/>
              </p14:nvContentPartPr>
              <p14:xfrm>
                <a:off x="8726927" y="5374102"/>
                <a:ext cx="203760" cy="608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79A5E3B-0A6F-141A-34FC-5CF20200A42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709287" y="5356102"/>
                  <a:ext cx="2394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5845572-2A58-6E09-2E50-A2874586C5A7}"/>
                    </a:ext>
                  </a:extLst>
                </p14:cNvPr>
                <p14:cNvContentPartPr/>
                <p14:nvPr/>
              </p14:nvContentPartPr>
              <p14:xfrm>
                <a:off x="9105287" y="5261422"/>
                <a:ext cx="298080" cy="2242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5845572-2A58-6E09-2E50-A2874586C5A7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087647" y="5243782"/>
                  <a:ext cx="333720" cy="25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E82C99CA-7BA1-1F45-8DA0-5594DC7B419C}"/>
                  </a:ext>
                </a:extLst>
              </p14:cNvPr>
              <p14:cNvContentPartPr/>
              <p14:nvPr/>
            </p14:nvContentPartPr>
            <p14:xfrm>
              <a:off x="9726647" y="5433502"/>
              <a:ext cx="144000" cy="22284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E82C99CA-7BA1-1F45-8DA0-5594DC7B419C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9708647" y="5415862"/>
                <a:ext cx="179640" cy="25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8" name="Group 277">
            <a:extLst>
              <a:ext uri="{FF2B5EF4-FFF2-40B4-BE49-F238E27FC236}">
                <a16:creationId xmlns:a16="http://schemas.microsoft.com/office/drawing/2014/main" id="{FEB72302-6BBF-8621-894E-96067C1A65B9}"/>
              </a:ext>
            </a:extLst>
          </p:cNvPr>
          <p:cNvGrpSpPr/>
          <p:nvPr/>
        </p:nvGrpSpPr>
        <p:grpSpPr>
          <a:xfrm>
            <a:off x="10315967" y="5254222"/>
            <a:ext cx="884880" cy="366120"/>
            <a:chOff x="10315967" y="5254222"/>
            <a:chExt cx="884880" cy="36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3FA392C-2FC5-B41D-017D-FDFA1C383AFF}"/>
                    </a:ext>
                  </a:extLst>
                </p14:cNvPr>
                <p14:cNvContentPartPr/>
                <p14:nvPr/>
              </p14:nvContentPartPr>
              <p14:xfrm>
                <a:off x="10315967" y="5285542"/>
                <a:ext cx="281160" cy="2959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3FA392C-2FC5-B41D-017D-FDFA1C383AFF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298327" y="5267542"/>
                  <a:ext cx="3168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3A9226A5-2519-D090-C6A6-8069718067CE}"/>
                    </a:ext>
                  </a:extLst>
                </p14:cNvPr>
                <p14:cNvContentPartPr/>
                <p14:nvPr/>
              </p14:nvContentPartPr>
              <p14:xfrm>
                <a:off x="10664807" y="5262502"/>
                <a:ext cx="87480" cy="3578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3A9226A5-2519-D090-C6A6-8069718067CE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646807" y="5244502"/>
                  <a:ext cx="12312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FB78B646-3125-20AB-E64E-9D031C84EE27}"/>
                    </a:ext>
                  </a:extLst>
                </p14:cNvPr>
                <p14:cNvContentPartPr/>
                <p14:nvPr/>
              </p14:nvContentPartPr>
              <p14:xfrm>
                <a:off x="10783607" y="5328742"/>
                <a:ext cx="117000" cy="2091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FB78B646-3125-20AB-E64E-9D031C84EE27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765967" y="5311102"/>
                  <a:ext cx="1526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1D1202F9-4E83-B89F-0DDC-4B3F4E890E92}"/>
                    </a:ext>
                  </a:extLst>
                </p14:cNvPr>
                <p14:cNvContentPartPr/>
                <p14:nvPr/>
              </p14:nvContentPartPr>
              <p14:xfrm>
                <a:off x="10793327" y="5434582"/>
                <a:ext cx="86040" cy="676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1D1202F9-4E83-B89F-0DDC-4B3F4E890E92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775687" y="5416942"/>
                  <a:ext cx="1216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1BF6F51-9A8E-2936-49D3-F19175817207}"/>
                    </a:ext>
                  </a:extLst>
                </p14:cNvPr>
                <p14:cNvContentPartPr/>
                <p14:nvPr/>
              </p14:nvContentPartPr>
              <p14:xfrm>
                <a:off x="10945247" y="5254222"/>
                <a:ext cx="87480" cy="3088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1BF6F51-9A8E-2936-49D3-F1917581720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927247" y="5236582"/>
                  <a:ext cx="12312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CA9EE763-0178-4C89-8471-93DDDA0F7F80}"/>
                    </a:ext>
                  </a:extLst>
                </p14:cNvPr>
                <p14:cNvContentPartPr/>
                <p14:nvPr/>
              </p14:nvContentPartPr>
              <p14:xfrm>
                <a:off x="11099327" y="5400022"/>
                <a:ext cx="72000" cy="486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CA9EE763-0178-4C89-8471-93DDDA0F7F80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1081327" y="5382382"/>
                  <a:ext cx="1076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930C92E5-FAFF-630A-4DFF-5789DB9D045C}"/>
                    </a:ext>
                  </a:extLst>
                </p14:cNvPr>
                <p14:cNvContentPartPr/>
                <p14:nvPr/>
              </p14:nvContentPartPr>
              <p14:xfrm>
                <a:off x="11097887" y="5475982"/>
                <a:ext cx="102960" cy="414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930C92E5-FAFF-630A-4DFF-5789DB9D045C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1079887" y="5458342"/>
                  <a:ext cx="13860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54C5F594-D4CF-C16F-A000-940BB72F4483}"/>
                  </a:ext>
                </a:extLst>
              </p14:cNvPr>
              <p14:cNvContentPartPr/>
              <p14:nvPr/>
            </p14:nvContentPartPr>
            <p14:xfrm>
              <a:off x="11408567" y="5265382"/>
              <a:ext cx="280080" cy="27720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54C5F594-D4CF-C16F-A000-940BB72F4483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11390927" y="5247382"/>
                <a:ext cx="315720" cy="31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9" name="Group 298">
            <a:extLst>
              <a:ext uri="{FF2B5EF4-FFF2-40B4-BE49-F238E27FC236}">
                <a16:creationId xmlns:a16="http://schemas.microsoft.com/office/drawing/2014/main" id="{C4C2D89D-8898-02B1-3047-7818ECF91D82}"/>
              </a:ext>
            </a:extLst>
          </p:cNvPr>
          <p:cNvGrpSpPr/>
          <p:nvPr/>
        </p:nvGrpSpPr>
        <p:grpSpPr>
          <a:xfrm>
            <a:off x="7304207" y="6064942"/>
            <a:ext cx="672480" cy="309600"/>
            <a:chOff x="7304207" y="6064942"/>
            <a:chExt cx="67248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908DCC3A-70EE-A39D-3684-C3578FAB806C}"/>
                    </a:ext>
                  </a:extLst>
                </p14:cNvPr>
                <p14:cNvContentPartPr/>
                <p14:nvPr/>
              </p14:nvContentPartPr>
              <p14:xfrm>
                <a:off x="7304207" y="6153862"/>
                <a:ext cx="118440" cy="2206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908DCC3A-70EE-A39D-3684-C3578FAB806C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286207" y="6135862"/>
                  <a:ext cx="1540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BFC67A5-1569-D71A-5C33-C255AEE1C89F}"/>
                    </a:ext>
                  </a:extLst>
                </p14:cNvPr>
                <p14:cNvContentPartPr/>
                <p14:nvPr/>
              </p14:nvContentPartPr>
              <p14:xfrm>
                <a:off x="7464407" y="6199942"/>
                <a:ext cx="246600" cy="1353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BFC67A5-1569-D71A-5C33-C255AEE1C89F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7446767" y="6182302"/>
                  <a:ext cx="2822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0461EF1-F472-05E5-2A74-B9D867E649CC}"/>
                    </a:ext>
                  </a:extLst>
                </p14:cNvPr>
                <p14:cNvContentPartPr/>
                <p14:nvPr/>
              </p14:nvContentPartPr>
              <p14:xfrm>
                <a:off x="7812167" y="6064942"/>
                <a:ext cx="20880" cy="2710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0461EF1-F472-05E5-2A74-B9D867E649CC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794527" y="6047302"/>
                  <a:ext cx="565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6485993-99C8-20F3-9092-573842FCABF6}"/>
                    </a:ext>
                  </a:extLst>
                </p14:cNvPr>
                <p14:cNvContentPartPr/>
                <p14:nvPr/>
              </p14:nvContentPartPr>
              <p14:xfrm>
                <a:off x="7860047" y="6140542"/>
                <a:ext cx="116640" cy="1749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6485993-99C8-20F3-9092-573842FCABF6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842047" y="6122902"/>
                  <a:ext cx="15228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E0FF2B0F-0CC8-85AC-97DC-CB7B8FF785C8}"/>
              </a:ext>
            </a:extLst>
          </p:cNvPr>
          <p:cNvGrpSpPr/>
          <p:nvPr/>
        </p:nvGrpSpPr>
        <p:grpSpPr>
          <a:xfrm>
            <a:off x="8200607" y="5946142"/>
            <a:ext cx="1464480" cy="595800"/>
            <a:chOff x="8200607" y="5946142"/>
            <a:chExt cx="1464480" cy="59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1BB815C3-537A-D3C8-F405-3D597BE0BF70}"/>
                    </a:ext>
                  </a:extLst>
                </p14:cNvPr>
                <p14:cNvContentPartPr/>
                <p14:nvPr/>
              </p14:nvContentPartPr>
              <p14:xfrm>
                <a:off x="8200607" y="6226222"/>
                <a:ext cx="99360" cy="356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1BB815C3-537A-D3C8-F405-3D597BE0BF70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8182607" y="6208582"/>
                  <a:ext cx="1350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8ECD9F9-0980-DE44-91AB-B95D3C3476AA}"/>
                    </a:ext>
                  </a:extLst>
                </p14:cNvPr>
                <p14:cNvContentPartPr/>
                <p14:nvPr/>
              </p14:nvContentPartPr>
              <p14:xfrm>
                <a:off x="8276927" y="6164302"/>
                <a:ext cx="24840" cy="1641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68ECD9F9-0980-DE44-91AB-B95D3C3476AA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259287" y="6146662"/>
                  <a:ext cx="604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468E5366-7566-5EC0-4FBF-A1764A9CEA6A}"/>
                    </a:ext>
                  </a:extLst>
                </p14:cNvPr>
                <p14:cNvContentPartPr/>
                <p14:nvPr/>
              </p14:nvContentPartPr>
              <p14:xfrm>
                <a:off x="8440007" y="5978182"/>
                <a:ext cx="693720" cy="3380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468E5366-7566-5EC0-4FBF-A1764A9CEA6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422367" y="5960542"/>
                  <a:ext cx="7293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33179678-1536-A584-C367-5AC772C04C22}"/>
                    </a:ext>
                  </a:extLst>
                </p14:cNvPr>
                <p14:cNvContentPartPr/>
                <p14:nvPr/>
              </p14:nvContentPartPr>
              <p14:xfrm>
                <a:off x="9124727" y="6006622"/>
                <a:ext cx="25560" cy="46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33179678-1536-A584-C367-5AC772C04C22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107087" y="5988982"/>
                  <a:ext cx="612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58BF79CE-C264-357A-0A04-054788D3FDAE}"/>
                    </a:ext>
                  </a:extLst>
                </p14:cNvPr>
                <p14:cNvContentPartPr/>
                <p14:nvPr/>
              </p14:nvContentPartPr>
              <p14:xfrm>
                <a:off x="9065327" y="5972062"/>
                <a:ext cx="225000" cy="2736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58BF79CE-C264-357A-0A04-054788D3FDAE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047687" y="5954062"/>
                  <a:ext cx="2606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D92345F1-F33C-AF18-EA1D-732999B122F7}"/>
                    </a:ext>
                  </a:extLst>
                </p14:cNvPr>
                <p14:cNvContentPartPr/>
                <p14:nvPr/>
              </p14:nvContentPartPr>
              <p14:xfrm>
                <a:off x="9312647" y="5989342"/>
                <a:ext cx="16920" cy="237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D92345F1-F33C-AF18-EA1D-732999B122F7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295007" y="5971702"/>
                  <a:ext cx="525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D416CE7B-56B5-0DA6-A73B-6F2D3EF49371}"/>
                    </a:ext>
                  </a:extLst>
                </p14:cNvPr>
                <p14:cNvContentPartPr/>
                <p14:nvPr/>
              </p14:nvContentPartPr>
              <p14:xfrm>
                <a:off x="9404087" y="5946142"/>
                <a:ext cx="37800" cy="2613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D416CE7B-56B5-0DA6-A73B-6F2D3EF49371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386447" y="5928502"/>
                  <a:ext cx="734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1AFBAB95-94DD-E3A7-3C6D-56EEF4340BD7}"/>
                    </a:ext>
                  </a:extLst>
                </p14:cNvPr>
                <p14:cNvContentPartPr/>
                <p14:nvPr/>
              </p14:nvContentPartPr>
              <p14:xfrm>
                <a:off x="9393287" y="6051262"/>
                <a:ext cx="271800" cy="4906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1AFBAB95-94DD-E3A7-3C6D-56EEF4340BD7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375287" y="6033262"/>
                  <a:ext cx="307440" cy="52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1F70A26A-9A20-93AB-5EAE-32EBF3BB3DFB}"/>
              </a:ext>
            </a:extLst>
          </p:cNvPr>
          <p:cNvGrpSpPr/>
          <p:nvPr/>
        </p:nvGrpSpPr>
        <p:grpSpPr>
          <a:xfrm>
            <a:off x="10056407" y="6114262"/>
            <a:ext cx="92880" cy="97560"/>
            <a:chOff x="10056407" y="6114262"/>
            <a:chExt cx="92880" cy="9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24D05A13-0856-1939-8F24-9298514A1E0D}"/>
                    </a:ext>
                  </a:extLst>
                </p14:cNvPr>
                <p14:cNvContentPartPr/>
                <p14:nvPr/>
              </p14:nvContentPartPr>
              <p14:xfrm>
                <a:off x="10081247" y="6114262"/>
                <a:ext cx="68040" cy="324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24D05A13-0856-1939-8F24-9298514A1E0D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0063607" y="6096622"/>
                  <a:ext cx="1036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A09FC62-2169-F16C-2D34-B0F511A41110}"/>
                    </a:ext>
                  </a:extLst>
                </p14:cNvPr>
                <p14:cNvContentPartPr/>
                <p14:nvPr/>
              </p14:nvContentPartPr>
              <p14:xfrm>
                <a:off x="10056407" y="6189142"/>
                <a:ext cx="90000" cy="226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A09FC62-2169-F16C-2D34-B0F511A41110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0038407" y="6171502"/>
                  <a:ext cx="12564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6ED32C90-6C19-F480-6CAD-EBB33174D9A3}"/>
              </a:ext>
            </a:extLst>
          </p:cNvPr>
          <p:cNvGrpSpPr/>
          <p:nvPr/>
        </p:nvGrpSpPr>
        <p:grpSpPr>
          <a:xfrm>
            <a:off x="10549607" y="5889262"/>
            <a:ext cx="1254600" cy="513720"/>
            <a:chOff x="10549607" y="5889262"/>
            <a:chExt cx="1254600" cy="51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5A79105-61C3-B348-E974-22117D30132D}"/>
                    </a:ext>
                  </a:extLst>
                </p14:cNvPr>
                <p14:cNvContentPartPr/>
                <p14:nvPr/>
              </p14:nvContentPartPr>
              <p14:xfrm>
                <a:off x="10549607" y="6028582"/>
                <a:ext cx="132840" cy="1598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5A79105-61C3-B348-E974-22117D30132D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531607" y="6010942"/>
                  <a:ext cx="1684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2CC00973-AF21-AE75-49CE-830685F3B510}"/>
                    </a:ext>
                  </a:extLst>
                </p14:cNvPr>
                <p14:cNvContentPartPr/>
                <p14:nvPr/>
              </p14:nvContentPartPr>
              <p14:xfrm>
                <a:off x="10756967" y="6080782"/>
                <a:ext cx="105840" cy="972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2CC00973-AF21-AE75-49CE-830685F3B510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738967" y="6063142"/>
                  <a:ext cx="1414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384ED8B4-4DDB-953A-4E82-779B7C5C8201}"/>
                    </a:ext>
                  </a:extLst>
                </p14:cNvPr>
                <p14:cNvContentPartPr/>
                <p14:nvPr/>
              </p14:nvContentPartPr>
              <p14:xfrm>
                <a:off x="10968287" y="5889262"/>
                <a:ext cx="389160" cy="51372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384ED8B4-4DDB-953A-4E82-779B7C5C8201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950287" y="5871262"/>
                  <a:ext cx="42480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B96933A6-7195-B4AC-1735-00CF05B0D659}"/>
                    </a:ext>
                  </a:extLst>
                </p14:cNvPr>
                <p14:cNvContentPartPr/>
                <p14:nvPr/>
              </p14:nvContentPartPr>
              <p14:xfrm>
                <a:off x="11402447" y="5896462"/>
                <a:ext cx="401760" cy="2253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B96933A6-7195-B4AC-1735-00CF05B0D659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1384807" y="5878822"/>
                  <a:ext cx="437400" cy="26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EB939064-DA28-5D81-4CB8-1E23FDAA2EEC}"/>
              </a:ext>
            </a:extLst>
          </p:cNvPr>
          <p:cNvGrpSpPr/>
          <p:nvPr/>
        </p:nvGrpSpPr>
        <p:grpSpPr>
          <a:xfrm>
            <a:off x="9978287" y="6523582"/>
            <a:ext cx="105840" cy="123120"/>
            <a:chOff x="9978287" y="6523582"/>
            <a:chExt cx="105840" cy="1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14E56132-99F9-1982-FBF0-1342985C00EC}"/>
                    </a:ext>
                  </a:extLst>
                </p14:cNvPr>
                <p14:cNvContentPartPr/>
                <p14:nvPr/>
              </p14:nvContentPartPr>
              <p14:xfrm>
                <a:off x="9986207" y="6523582"/>
                <a:ext cx="97920" cy="194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14E56132-99F9-1982-FBF0-1342985C00EC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968207" y="6505942"/>
                  <a:ext cx="1335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4BBF8CA5-7F44-6245-51EC-8B655162DF61}"/>
                    </a:ext>
                  </a:extLst>
                </p14:cNvPr>
                <p14:cNvContentPartPr/>
                <p14:nvPr/>
              </p14:nvContentPartPr>
              <p14:xfrm>
                <a:off x="9978287" y="6623302"/>
                <a:ext cx="84600" cy="234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4BBF8CA5-7F44-6245-51EC-8B655162DF61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960647" y="6605662"/>
                  <a:ext cx="120240" cy="5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4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3AE608A8-BC66-A351-7AE7-3389BD587A35}"/>
                  </a:ext>
                </a:extLst>
              </p14:cNvPr>
              <p14:cNvContentPartPr/>
              <p14:nvPr/>
            </p14:nvContentPartPr>
            <p14:xfrm>
              <a:off x="7610207" y="6571462"/>
              <a:ext cx="139320" cy="25524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3AE608A8-BC66-A351-7AE7-3389BD587A35}"/>
                  </a:ext>
                </a:extLst>
              </p:cNvPr>
              <p:cNvPicPr/>
              <p:nvPr/>
            </p:nvPicPr>
            <p:blipFill>
              <a:blip r:embed="rId485"/>
              <a:stretch>
                <a:fillRect/>
              </a:stretch>
            </p:blipFill>
            <p:spPr>
              <a:xfrm>
                <a:off x="7592207" y="6553462"/>
                <a:ext cx="174960" cy="29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1" name="Group 310">
            <a:extLst>
              <a:ext uri="{FF2B5EF4-FFF2-40B4-BE49-F238E27FC236}">
                <a16:creationId xmlns:a16="http://schemas.microsoft.com/office/drawing/2014/main" id="{5AB327BC-F43B-AFB3-3006-D622D048F093}"/>
              </a:ext>
            </a:extLst>
          </p:cNvPr>
          <p:cNvGrpSpPr/>
          <p:nvPr/>
        </p:nvGrpSpPr>
        <p:grpSpPr>
          <a:xfrm>
            <a:off x="8096927" y="6501982"/>
            <a:ext cx="613440" cy="240480"/>
            <a:chOff x="8096927" y="6501982"/>
            <a:chExt cx="61344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1AD6E6D4-8B36-8960-0979-249955082080}"/>
                    </a:ext>
                  </a:extLst>
                </p14:cNvPr>
                <p14:cNvContentPartPr/>
                <p14:nvPr/>
              </p14:nvContentPartPr>
              <p14:xfrm>
                <a:off x="8096927" y="6605662"/>
                <a:ext cx="150840" cy="486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1AD6E6D4-8B36-8960-0979-249955082080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078927" y="6587662"/>
                  <a:ext cx="1864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25E4C522-527F-2CD3-25C2-090B670450C7}"/>
                    </a:ext>
                  </a:extLst>
                </p14:cNvPr>
                <p14:cNvContentPartPr/>
                <p14:nvPr/>
              </p14:nvContentPartPr>
              <p14:xfrm>
                <a:off x="8202047" y="6512782"/>
                <a:ext cx="19080" cy="2001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25E4C522-527F-2CD3-25C2-090B670450C7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184047" y="6494782"/>
                  <a:ext cx="54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65C72DB0-7362-A0B3-316A-3E9403107942}"/>
                    </a:ext>
                  </a:extLst>
                </p14:cNvPr>
                <p14:cNvContentPartPr/>
                <p14:nvPr/>
              </p14:nvContentPartPr>
              <p14:xfrm>
                <a:off x="8399687" y="6501982"/>
                <a:ext cx="310680" cy="2404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65C72DB0-7362-A0B3-316A-3E9403107942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381687" y="6484342"/>
                  <a:ext cx="346320" cy="27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2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1632C54A-5F81-272B-36EE-A5CDACBAFF98}"/>
                  </a:ext>
                </a:extLst>
              </p14:cNvPr>
              <p14:cNvContentPartPr/>
              <p14:nvPr/>
            </p14:nvContentPartPr>
            <p14:xfrm>
              <a:off x="10418927" y="6382822"/>
              <a:ext cx="114480" cy="27540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1632C54A-5F81-272B-36EE-A5CDACBAFF98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10401287" y="6365182"/>
                <a:ext cx="15012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8DD27FB8-55EC-40E4-32B5-0C59650CB2D0}"/>
                  </a:ext>
                </a:extLst>
              </p14:cNvPr>
              <p14:cNvContentPartPr/>
              <p14:nvPr/>
            </p14:nvContentPartPr>
            <p14:xfrm>
              <a:off x="11082407" y="6017782"/>
              <a:ext cx="3600" cy="720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8DD27FB8-55EC-40E4-32B5-0C59650CB2D0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11064407" y="6000142"/>
                <a:ext cx="392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1848A4E-F3A2-C594-E3DD-04C3B9CA810F}"/>
                  </a:ext>
                </a:extLst>
              </p14:cNvPr>
              <p14:cNvContentPartPr/>
              <p14:nvPr/>
            </p14:nvContentPartPr>
            <p14:xfrm>
              <a:off x="803327" y="768622"/>
              <a:ext cx="2160" cy="2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1848A4E-F3A2-C594-E3DD-04C3B9CA810F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785687" y="750982"/>
                <a:ext cx="378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D1A6FAE-97B1-E446-EBE6-B5E33102F7CA}"/>
                  </a:ext>
                </a:extLst>
              </p14:cNvPr>
              <p14:cNvContentPartPr/>
              <p14:nvPr/>
            </p14:nvContentPartPr>
            <p14:xfrm>
              <a:off x="817007" y="711022"/>
              <a:ext cx="11009160" cy="141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D1A6FAE-97B1-E446-EBE6-B5E33102F7CA}"/>
                  </a:ext>
                </a:extLst>
              </p:cNvPr>
              <p:cNvPicPr/>
              <p:nvPr/>
            </p:nvPicPr>
            <p:blipFill>
              <a:blip r:embed="rId499"/>
              <a:stretch>
                <a:fillRect/>
              </a:stretch>
            </p:blipFill>
            <p:spPr>
              <a:xfrm>
                <a:off x="799367" y="693382"/>
                <a:ext cx="1104480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28A71FD-FA07-E8C7-3EDD-0242F86A7B45}"/>
                  </a:ext>
                </a:extLst>
              </p14:cNvPr>
              <p14:cNvContentPartPr/>
              <p14:nvPr/>
            </p14:nvContentPartPr>
            <p14:xfrm>
              <a:off x="2425847" y="4495702"/>
              <a:ext cx="2880" cy="2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28A71FD-FA07-E8C7-3EDD-0242F86A7B45}"/>
                  </a:ext>
                </a:extLst>
              </p:cNvPr>
              <p:cNvPicPr/>
              <p:nvPr/>
            </p:nvPicPr>
            <p:blipFill>
              <a:blip r:embed="rId501"/>
              <a:stretch>
                <a:fillRect/>
              </a:stretch>
            </p:blipFill>
            <p:spPr>
              <a:xfrm>
                <a:off x="2407847" y="4477702"/>
                <a:ext cx="38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8DDABC6-1D8F-08D0-39C7-65D4B31D2D3A}"/>
                  </a:ext>
                </a:extLst>
              </p14:cNvPr>
              <p14:cNvContentPartPr/>
              <p14:nvPr/>
            </p14:nvContentPartPr>
            <p14:xfrm>
              <a:off x="3463007" y="4579942"/>
              <a:ext cx="5400" cy="5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8DDABC6-1D8F-08D0-39C7-65D4B31D2D3A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3445367" y="4561942"/>
                <a:ext cx="4104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25B52A8-269C-D71E-8ADA-EA60FF8936C1}"/>
                  </a:ext>
                </a:extLst>
              </p14:cNvPr>
              <p14:cNvContentPartPr/>
              <p14:nvPr/>
            </p14:nvContentPartPr>
            <p14:xfrm>
              <a:off x="9172247" y="1665382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25B52A8-269C-D71E-8ADA-EA60FF8936C1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9154607" y="164774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4620F52-15ED-4088-249A-44A64675DE9F}"/>
                  </a:ext>
                </a:extLst>
              </p14:cNvPr>
              <p14:cNvContentPartPr/>
              <p14:nvPr/>
            </p14:nvContentPartPr>
            <p14:xfrm>
              <a:off x="9490487" y="2257942"/>
              <a:ext cx="5760" cy="46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4620F52-15ED-4088-249A-44A64675DE9F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9472487" y="2240302"/>
                <a:ext cx="414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1D6225-F37C-1D2E-01B4-EE9B7EAA7C11}"/>
                  </a:ext>
                </a:extLst>
              </p14:cNvPr>
              <p14:cNvContentPartPr/>
              <p14:nvPr/>
            </p14:nvContentPartPr>
            <p14:xfrm>
              <a:off x="8413007" y="2968582"/>
              <a:ext cx="6480" cy="2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1D6225-F37C-1D2E-01B4-EE9B7EAA7C11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8395007" y="2950942"/>
                <a:ext cx="421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181C652-0DB3-A645-A0E9-259DF0B44DBB}"/>
                  </a:ext>
                </a:extLst>
              </p14:cNvPr>
              <p14:cNvContentPartPr/>
              <p14:nvPr/>
            </p14:nvContentPartPr>
            <p14:xfrm>
              <a:off x="9187367" y="2754022"/>
              <a:ext cx="360" cy="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181C652-0DB3-A645-A0E9-259DF0B44DBB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9169367" y="273638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C68B36F-D142-EA0E-9B7E-5BF7B12E6F46}"/>
                  </a:ext>
                </a:extLst>
              </p14:cNvPr>
              <p14:cNvContentPartPr/>
              <p14:nvPr/>
            </p14:nvContentPartPr>
            <p14:xfrm>
              <a:off x="7777247" y="5852182"/>
              <a:ext cx="2160" cy="28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C68B36F-D142-EA0E-9B7E-5BF7B12E6F46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7759247" y="5834182"/>
                <a:ext cx="378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2CD16BD-B7BC-09DA-E227-ED2E2006E923}"/>
                  </a:ext>
                </a:extLst>
              </p14:cNvPr>
              <p14:cNvContentPartPr/>
              <p14:nvPr/>
            </p14:nvContentPartPr>
            <p14:xfrm>
              <a:off x="9103847" y="5562742"/>
              <a:ext cx="315000" cy="1735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2CD16BD-B7BC-09DA-E227-ED2E2006E923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9086207" y="5544742"/>
                <a:ext cx="35064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A16A12AD-51A6-9361-F033-98767375AAE8}"/>
                  </a:ext>
                </a:extLst>
              </p14:cNvPr>
              <p14:cNvContentPartPr/>
              <p14:nvPr/>
            </p14:nvContentPartPr>
            <p14:xfrm>
              <a:off x="11424767" y="5714302"/>
              <a:ext cx="1800" cy="1008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A16A12AD-51A6-9361-F033-98767375AAE8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11407127" y="5696302"/>
                <a:ext cx="374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3C75FA5-F0CF-B82C-C195-5DD0671CDDB3}"/>
                  </a:ext>
                </a:extLst>
              </p14:cNvPr>
              <p14:cNvContentPartPr/>
              <p14:nvPr/>
            </p14:nvContentPartPr>
            <p14:xfrm>
              <a:off x="8052287" y="6314782"/>
              <a:ext cx="11520" cy="21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3C75FA5-F0CF-B82C-C195-5DD0671CDDB3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8034647" y="6296782"/>
                <a:ext cx="471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59D9E2A4-DC2B-EE9F-84C1-DBF8081F3C4A}"/>
                  </a:ext>
                </a:extLst>
              </p14:cNvPr>
              <p14:cNvContentPartPr/>
              <p14:nvPr/>
            </p14:nvContentPartPr>
            <p14:xfrm>
              <a:off x="9038327" y="6247822"/>
              <a:ext cx="5400" cy="21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59D9E2A4-DC2B-EE9F-84C1-DBF8081F3C4A}"/>
                  </a:ext>
                </a:extLst>
              </p:cNvPr>
              <p:cNvPicPr/>
              <p:nvPr/>
            </p:nvPicPr>
            <p:blipFill>
              <a:blip r:embed="rId519"/>
              <a:stretch>
                <a:fillRect/>
              </a:stretch>
            </p:blipFill>
            <p:spPr>
              <a:xfrm>
                <a:off x="9020327" y="6230182"/>
                <a:ext cx="410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F715F49E-A20D-7DA1-05AB-7CD9094BAEF9}"/>
                  </a:ext>
                </a:extLst>
              </p14:cNvPr>
              <p14:cNvContentPartPr/>
              <p14:nvPr/>
            </p14:nvContentPartPr>
            <p14:xfrm>
              <a:off x="8495807" y="6879262"/>
              <a:ext cx="9000" cy="1008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F715F49E-A20D-7DA1-05AB-7CD9094BAEF9}"/>
                  </a:ext>
                </a:extLst>
              </p:cNvPr>
              <p:cNvPicPr/>
              <p:nvPr/>
            </p:nvPicPr>
            <p:blipFill>
              <a:blip r:embed="rId521"/>
              <a:stretch>
                <a:fillRect/>
              </a:stretch>
            </p:blipFill>
            <p:spPr>
              <a:xfrm>
                <a:off x="8477807" y="6861622"/>
                <a:ext cx="446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D9736434-BA3A-E001-D61D-B6619504640B}"/>
                  </a:ext>
                </a:extLst>
              </p14:cNvPr>
              <p14:cNvContentPartPr/>
              <p14:nvPr/>
            </p14:nvContentPartPr>
            <p14:xfrm>
              <a:off x="11023007" y="6012500"/>
              <a:ext cx="5400" cy="36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D9736434-BA3A-E001-D61D-B6619504640B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11005007" y="5994500"/>
                <a:ext cx="4104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7940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02228F2-6415-A2D6-AC8F-DA38634D4829}"/>
              </a:ext>
            </a:extLst>
          </p:cNvPr>
          <p:cNvGrpSpPr/>
          <p:nvPr/>
        </p:nvGrpSpPr>
        <p:grpSpPr>
          <a:xfrm>
            <a:off x="103847" y="273622"/>
            <a:ext cx="1933200" cy="576360"/>
            <a:chOff x="103847" y="273622"/>
            <a:chExt cx="1933200" cy="57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5D60428-E066-2CF4-99FF-39EEAFBF71EE}"/>
                    </a:ext>
                  </a:extLst>
                </p14:cNvPr>
                <p14:cNvContentPartPr/>
                <p14:nvPr/>
              </p14:nvContentPartPr>
              <p14:xfrm>
                <a:off x="441887" y="273622"/>
                <a:ext cx="109440" cy="358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5D60428-E066-2CF4-99FF-39EEAFBF71E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4247" y="255982"/>
                  <a:ext cx="14508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BE35ED9-A09F-8D2F-D142-47C20CF1A706}"/>
                    </a:ext>
                  </a:extLst>
                </p14:cNvPr>
                <p14:cNvContentPartPr/>
                <p14:nvPr/>
              </p14:nvContentPartPr>
              <p14:xfrm>
                <a:off x="410927" y="281542"/>
                <a:ext cx="224640" cy="3445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BE35ED9-A09F-8D2F-D142-47C20CF1A70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2927" y="263902"/>
                  <a:ext cx="26028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01CEAF9-5952-8DA6-AA1E-7E52106C4563}"/>
                    </a:ext>
                  </a:extLst>
                </p14:cNvPr>
                <p14:cNvContentPartPr/>
                <p14:nvPr/>
              </p14:nvContentPartPr>
              <p14:xfrm>
                <a:off x="706487" y="447862"/>
                <a:ext cx="306000" cy="189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01CEAF9-5952-8DA6-AA1E-7E52106C456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8847" y="430222"/>
                  <a:ext cx="3416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2762143-5054-5C3E-3A0A-63E3306A7FBB}"/>
                    </a:ext>
                  </a:extLst>
                </p14:cNvPr>
                <p14:cNvContentPartPr/>
                <p14:nvPr/>
              </p14:nvContentPartPr>
              <p14:xfrm>
                <a:off x="1108967" y="461182"/>
                <a:ext cx="32040" cy="133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2762143-5054-5C3E-3A0A-63E3306A7FB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1327" y="443542"/>
                  <a:ext cx="676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3E27B3D-3A0A-217F-C0F0-AD0925BE6E29}"/>
                    </a:ext>
                  </a:extLst>
                </p14:cNvPr>
                <p14:cNvContentPartPr/>
                <p14:nvPr/>
              </p14:nvContentPartPr>
              <p14:xfrm>
                <a:off x="1152167" y="450382"/>
                <a:ext cx="109800" cy="135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3E27B3D-3A0A-217F-C0F0-AD0925BE6E2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34527" y="432742"/>
                  <a:ext cx="1454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205E59C-E99B-1E1B-B3AE-AAB12285B190}"/>
                    </a:ext>
                  </a:extLst>
                </p14:cNvPr>
                <p14:cNvContentPartPr/>
                <p14:nvPr/>
              </p14:nvContentPartPr>
              <p14:xfrm>
                <a:off x="1184567" y="324022"/>
                <a:ext cx="12960" cy="30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205E59C-E99B-1E1B-B3AE-AAB12285B19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66567" y="306022"/>
                  <a:ext cx="48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067318B-9E83-26EF-B8FF-7F64632F080E}"/>
                    </a:ext>
                  </a:extLst>
                </p14:cNvPr>
                <p14:cNvContentPartPr/>
                <p14:nvPr/>
              </p14:nvContentPartPr>
              <p14:xfrm>
                <a:off x="103847" y="744502"/>
                <a:ext cx="1324440" cy="105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067318B-9E83-26EF-B8FF-7F64632F080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207" y="726862"/>
                  <a:ext cx="13600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CC798AC-4267-4053-1A63-EDD5CFE35812}"/>
                    </a:ext>
                  </a:extLst>
                </p14:cNvPr>
                <p14:cNvContentPartPr/>
                <p14:nvPr/>
              </p14:nvContentPartPr>
              <p14:xfrm>
                <a:off x="1692887" y="473782"/>
                <a:ext cx="180000" cy="19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CC798AC-4267-4053-1A63-EDD5CFE358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74887" y="455782"/>
                  <a:ext cx="2156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1430472-A8F0-5CF6-E7AD-AE960AE926E2}"/>
                    </a:ext>
                  </a:extLst>
                </p14:cNvPr>
                <p14:cNvContentPartPr/>
                <p14:nvPr/>
              </p14:nvContentPartPr>
              <p14:xfrm>
                <a:off x="2036687" y="745942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1430472-A8F0-5CF6-E7AD-AE960AE926E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19047" y="7279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3A52249-BA65-88BD-EE5D-EDC503B1185C}"/>
                  </a:ext>
                </a:extLst>
              </p14:cNvPr>
              <p14:cNvContentPartPr/>
              <p14:nvPr/>
            </p14:nvContentPartPr>
            <p14:xfrm>
              <a:off x="2420087" y="327622"/>
              <a:ext cx="357480" cy="290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3A52249-BA65-88BD-EE5D-EDC503B1185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02087" y="309622"/>
                <a:ext cx="393120" cy="32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0AB72DF8-4768-BDCD-B0EA-5E4FBF3557C8}"/>
              </a:ext>
            </a:extLst>
          </p:cNvPr>
          <p:cNvGrpSpPr/>
          <p:nvPr/>
        </p:nvGrpSpPr>
        <p:grpSpPr>
          <a:xfrm>
            <a:off x="3284807" y="328342"/>
            <a:ext cx="804240" cy="280440"/>
            <a:chOff x="3284807" y="328342"/>
            <a:chExt cx="8042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33F7C3C-AE3E-5930-B930-0EF5B40C6A26}"/>
                    </a:ext>
                  </a:extLst>
                </p14:cNvPr>
                <p14:cNvContentPartPr/>
                <p14:nvPr/>
              </p14:nvContentPartPr>
              <p14:xfrm>
                <a:off x="3284807" y="357502"/>
                <a:ext cx="160560" cy="239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33F7C3C-AE3E-5930-B930-0EF5B40C6A2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67167" y="339862"/>
                  <a:ext cx="1962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8BBFECC-A67B-0DFA-9951-F32F1E1D3ECD}"/>
                    </a:ext>
                  </a:extLst>
                </p14:cNvPr>
                <p14:cNvContentPartPr/>
                <p14:nvPr/>
              </p14:nvContentPartPr>
              <p14:xfrm>
                <a:off x="3529967" y="453982"/>
                <a:ext cx="559080" cy="154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8BBFECC-A67B-0DFA-9951-F32F1E1D3EC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11967" y="435982"/>
                  <a:ext cx="5947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6C939BD-6AB8-FEB7-EB92-6767BAF4B5B9}"/>
                    </a:ext>
                  </a:extLst>
                </p14:cNvPr>
                <p14:cNvContentPartPr/>
                <p14:nvPr/>
              </p14:nvContentPartPr>
              <p14:xfrm>
                <a:off x="3898607" y="328342"/>
                <a:ext cx="10080" cy="20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6C939BD-6AB8-FEB7-EB92-6767BAF4B5B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80607" y="310702"/>
                  <a:ext cx="4572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0243DE0-E44E-027A-AEA3-C2A6B73061B9}"/>
                  </a:ext>
                </a:extLst>
              </p14:cNvPr>
              <p14:cNvContentPartPr/>
              <p14:nvPr/>
            </p14:nvContentPartPr>
            <p14:xfrm>
              <a:off x="4456607" y="438502"/>
              <a:ext cx="319680" cy="624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0243DE0-E44E-027A-AEA3-C2A6B73061B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438607" y="420502"/>
                <a:ext cx="355320" cy="65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3B89257-2EEF-E6B8-E393-ACB3F16DD3F8}"/>
                  </a:ext>
                </a:extLst>
              </p14:cNvPr>
              <p14:cNvContentPartPr/>
              <p14:nvPr/>
            </p14:nvContentPartPr>
            <p14:xfrm>
              <a:off x="5251847" y="493582"/>
              <a:ext cx="235800" cy="1558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3B89257-2EEF-E6B8-E393-ACB3F16DD3F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234207" y="475942"/>
                <a:ext cx="271440" cy="19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EBDE9926-B0B7-60A0-1AF5-9EEF043D8E74}"/>
              </a:ext>
            </a:extLst>
          </p:cNvPr>
          <p:cNvGrpSpPr/>
          <p:nvPr/>
        </p:nvGrpSpPr>
        <p:grpSpPr>
          <a:xfrm>
            <a:off x="5833247" y="293782"/>
            <a:ext cx="1011600" cy="356400"/>
            <a:chOff x="5833247" y="293782"/>
            <a:chExt cx="1011600" cy="3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18F5141-85C9-4007-AA85-3C31169A1D5C}"/>
                    </a:ext>
                  </a:extLst>
                </p14:cNvPr>
                <p14:cNvContentPartPr/>
                <p14:nvPr/>
              </p14:nvContentPartPr>
              <p14:xfrm>
                <a:off x="5833247" y="511942"/>
                <a:ext cx="259560" cy="138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18F5141-85C9-4007-AA85-3C31169A1D5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15247" y="493942"/>
                  <a:ext cx="2952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8A240F7-B73E-DE2F-ADC8-3BDAAD49DCAA}"/>
                    </a:ext>
                  </a:extLst>
                </p14:cNvPr>
                <p14:cNvContentPartPr/>
                <p14:nvPr/>
              </p14:nvContentPartPr>
              <p14:xfrm>
                <a:off x="6148967" y="506182"/>
                <a:ext cx="154800" cy="142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8A240F7-B73E-DE2F-ADC8-3BDAAD49DCA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30967" y="488542"/>
                  <a:ext cx="1904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D560D54-C52F-BFCE-FB66-98CC3B20CCE5}"/>
                    </a:ext>
                  </a:extLst>
                </p14:cNvPr>
                <p14:cNvContentPartPr/>
                <p14:nvPr/>
              </p14:nvContentPartPr>
              <p14:xfrm>
                <a:off x="6354167" y="293782"/>
                <a:ext cx="490680" cy="334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D560D54-C52F-BFCE-FB66-98CC3B20CCE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36167" y="275782"/>
                  <a:ext cx="52632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25EBEC4-13E2-6705-41C8-ED030348E58A}"/>
                    </a:ext>
                  </a:extLst>
                </p14:cNvPr>
                <p14:cNvContentPartPr/>
                <p14:nvPr/>
              </p14:nvContentPartPr>
              <p14:xfrm>
                <a:off x="6327527" y="367942"/>
                <a:ext cx="120240" cy="16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25EBEC4-13E2-6705-41C8-ED030348E58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309527" y="350302"/>
                  <a:ext cx="15588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0C53BC-284F-E090-8984-45C31F5C0316}"/>
              </a:ext>
            </a:extLst>
          </p:cNvPr>
          <p:cNvGrpSpPr/>
          <p:nvPr/>
        </p:nvGrpSpPr>
        <p:grpSpPr>
          <a:xfrm>
            <a:off x="7174247" y="380902"/>
            <a:ext cx="1161360" cy="586440"/>
            <a:chOff x="7174247" y="380902"/>
            <a:chExt cx="1161360" cy="58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AE5B5A5-AB6D-29B0-034B-C533563DBDED}"/>
                    </a:ext>
                  </a:extLst>
                </p14:cNvPr>
                <p14:cNvContentPartPr/>
                <p14:nvPr/>
              </p14:nvContentPartPr>
              <p14:xfrm>
                <a:off x="7174247" y="380902"/>
                <a:ext cx="494640" cy="586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AE5B5A5-AB6D-29B0-034B-C533563DBDE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156247" y="363262"/>
                  <a:ext cx="53028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4A33B10-0CA8-F387-B8BB-35799B7A8DDD}"/>
                    </a:ext>
                  </a:extLst>
                </p14:cNvPr>
                <p14:cNvContentPartPr/>
                <p14:nvPr/>
              </p14:nvContentPartPr>
              <p14:xfrm>
                <a:off x="7748447" y="528142"/>
                <a:ext cx="199080" cy="133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4A33B10-0CA8-F387-B8BB-35799B7A8DD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30447" y="510502"/>
                  <a:ext cx="2347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C8928EE-B4FF-EBA1-9496-1BCD68E17AA4}"/>
                    </a:ext>
                  </a:extLst>
                </p14:cNvPr>
                <p14:cNvContentPartPr/>
                <p14:nvPr/>
              </p14:nvContentPartPr>
              <p14:xfrm>
                <a:off x="8009447" y="503302"/>
                <a:ext cx="108360" cy="145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C8928EE-B4FF-EBA1-9496-1BCD68E17AA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991447" y="485302"/>
                  <a:ext cx="1440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99FD7D4-965E-FD74-2AF0-4135443B42BC}"/>
                    </a:ext>
                  </a:extLst>
                </p14:cNvPr>
                <p14:cNvContentPartPr/>
                <p14:nvPr/>
              </p14:nvContentPartPr>
              <p14:xfrm>
                <a:off x="8157407" y="505102"/>
                <a:ext cx="178200" cy="149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99FD7D4-965E-FD74-2AF0-4135443B42B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39767" y="487462"/>
                  <a:ext cx="21384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B5A6494-DAF2-7125-28C5-5E034C2EAF9B}"/>
              </a:ext>
            </a:extLst>
          </p:cNvPr>
          <p:cNvGrpSpPr/>
          <p:nvPr/>
        </p:nvGrpSpPr>
        <p:grpSpPr>
          <a:xfrm>
            <a:off x="8821607" y="358582"/>
            <a:ext cx="196920" cy="277920"/>
            <a:chOff x="8821607" y="358582"/>
            <a:chExt cx="19692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E52E737-3B6B-7020-B17A-5AE55D78BB46}"/>
                    </a:ext>
                  </a:extLst>
                </p14:cNvPr>
                <p14:cNvContentPartPr/>
                <p14:nvPr/>
              </p14:nvContentPartPr>
              <p14:xfrm>
                <a:off x="8904047" y="630742"/>
                <a:ext cx="12240" cy="5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E52E737-3B6B-7020-B17A-5AE55D78BB4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86047" y="613102"/>
                  <a:ext cx="47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9F7D89D-CB07-3013-D00D-98B793F9A68D}"/>
                    </a:ext>
                  </a:extLst>
                </p14:cNvPr>
                <p14:cNvContentPartPr/>
                <p14:nvPr/>
              </p14:nvContentPartPr>
              <p14:xfrm>
                <a:off x="8821607" y="358582"/>
                <a:ext cx="196920" cy="246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9F7D89D-CB07-3013-D00D-98B793F9A68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803967" y="340942"/>
                  <a:ext cx="23256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381706D-0A10-53F0-1088-46D64C881C10}"/>
              </a:ext>
            </a:extLst>
          </p:cNvPr>
          <p:cNvGrpSpPr/>
          <p:nvPr/>
        </p:nvGrpSpPr>
        <p:grpSpPr>
          <a:xfrm>
            <a:off x="9368447" y="471982"/>
            <a:ext cx="186840" cy="182520"/>
            <a:chOff x="9368447" y="471982"/>
            <a:chExt cx="186840" cy="18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307D055-FC43-E3EC-A9C4-777E97EC3247}"/>
                    </a:ext>
                  </a:extLst>
                </p14:cNvPr>
                <p14:cNvContentPartPr/>
                <p14:nvPr/>
              </p14:nvContentPartPr>
              <p14:xfrm>
                <a:off x="9368447" y="471982"/>
                <a:ext cx="16920" cy="182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307D055-FC43-E3EC-A9C4-777E97EC324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350807" y="453982"/>
                  <a:ext cx="525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8861244-971C-581E-48FE-23001FF9592A}"/>
                    </a:ext>
                  </a:extLst>
                </p14:cNvPr>
                <p14:cNvContentPartPr/>
                <p14:nvPr/>
              </p14:nvContentPartPr>
              <p14:xfrm>
                <a:off x="9448727" y="495382"/>
                <a:ext cx="106560" cy="123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8861244-971C-581E-48FE-23001FF9592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431087" y="477382"/>
                  <a:ext cx="142200" cy="15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5BD6BB0-BA2E-96BE-1A18-6B5DDC1B9FA5}"/>
                  </a:ext>
                </a:extLst>
              </p14:cNvPr>
              <p14:cNvContentPartPr/>
              <p14:nvPr/>
            </p14:nvContentPartPr>
            <p14:xfrm>
              <a:off x="9401927" y="329062"/>
              <a:ext cx="2880" cy="255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5BD6BB0-BA2E-96BE-1A18-6B5DDC1B9FA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383927" y="311062"/>
                <a:ext cx="3852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3A216BF-4AF1-6B13-CE10-F1609972B155}"/>
                  </a:ext>
                </a:extLst>
              </p14:cNvPr>
              <p14:cNvContentPartPr/>
              <p14:nvPr/>
            </p14:nvContentPartPr>
            <p14:xfrm>
              <a:off x="10016087" y="488542"/>
              <a:ext cx="136440" cy="1501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3A216BF-4AF1-6B13-CE10-F1609972B15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998447" y="470542"/>
                <a:ext cx="172080" cy="18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4CA76330-B6DE-BA00-1745-F4EF6C8BBD68}"/>
              </a:ext>
            </a:extLst>
          </p:cNvPr>
          <p:cNvGrpSpPr/>
          <p:nvPr/>
        </p:nvGrpSpPr>
        <p:grpSpPr>
          <a:xfrm>
            <a:off x="10452047" y="318622"/>
            <a:ext cx="584640" cy="304560"/>
            <a:chOff x="10452047" y="318622"/>
            <a:chExt cx="58464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3E437B1-7681-B708-2010-C133D6B29B5F}"/>
                    </a:ext>
                  </a:extLst>
                </p14:cNvPr>
                <p14:cNvContentPartPr/>
                <p14:nvPr/>
              </p14:nvContentPartPr>
              <p14:xfrm>
                <a:off x="10452047" y="482062"/>
                <a:ext cx="156600" cy="141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3E437B1-7681-B708-2010-C133D6B29B5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434407" y="464422"/>
                  <a:ext cx="1922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A4FD852-FC4A-78D9-9E8F-9078F5AC5B6A}"/>
                    </a:ext>
                  </a:extLst>
                </p14:cNvPr>
                <p14:cNvContentPartPr/>
                <p14:nvPr/>
              </p14:nvContentPartPr>
              <p14:xfrm>
                <a:off x="10675607" y="485302"/>
                <a:ext cx="202320" cy="131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A4FD852-FC4A-78D9-9E8F-9078F5AC5B6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657607" y="467302"/>
                  <a:ext cx="2379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E3B8D2B-43CC-B60A-4658-DCEF1118DC73}"/>
                    </a:ext>
                  </a:extLst>
                </p14:cNvPr>
                <p14:cNvContentPartPr/>
                <p14:nvPr/>
              </p14:nvContentPartPr>
              <p14:xfrm>
                <a:off x="10895567" y="318622"/>
                <a:ext cx="64800" cy="279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E3B8D2B-43CC-B60A-4658-DCEF1118DC7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877567" y="300622"/>
                  <a:ext cx="1004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2A44737-F3EA-633C-7D3B-A957159C1E4E}"/>
                    </a:ext>
                  </a:extLst>
                </p14:cNvPr>
                <p14:cNvContentPartPr/>
                <p14:nvPr/>
              </p14:nvContentPartPr>
              <p14:xfrm>
                <a:off x="10859567" y="354982"/>
                <a:ext cx="177120" cy="26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2A44737-F3EA-633C-7D3B-A957159C1E4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841927" y="337342"/>
                  <a:ext cx="212760" cy="6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23258A3-9184-03F3-C056-39F5EABD1F24}"/>
                  </a:ext>
                </a:extLst>
              </p14:cNvPr>
              <p14:cNvContentPartPr/>
              <p14:nvPr/>
            </p14:nvContentPartPr>
            <p14:xfrm>
              <a:off x="11410727" y="346342"/>
              <a:ext cx="398160" cy="558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23258A3-9184-03F3-C056-39F5EABD1F2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393087" y="328342"/>
                <a:ext cx="433800" cy="59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952ED555-697A-1C1E-AFBF-06142362F316}"/>
              </a:ext>
            </a:extLst>
          </p:cNvPr>
          <p:cNvGrpSpPr/>
          <p:nvPr/>
        </p:nvGrpSpPr>
        <p:grpSpPr>
          <a:xfrm>
            <a:off x="396527" y="1044742"/>
            <a:ext cx="1037880" cy="347760"/>
            <a:chOff x="396527" y="1044742"/>
            <a:chExt cx="103788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50847D9-9027-86FC-31A4-D77910E28C22}"/>
                    </a:ext>
                  </a:extLst>
                </p14:cNvPr>
                <p14:cNvContentPartPr/>
                <p14:nvPr/>
              </p14:nvContentPartPr>
              <p14:xfrm>
                <a:off x="396527" y="1186942"/>
                <a:ext cx="240480" cy="193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50847D9-9027-86FC-31A4-D77910E28C2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78527" y="1169302"/>
                  <a:ext cx="2761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AFDFA43-EDC1-CA4D-61C0-4BDE28BAD556}"/>
                    </a:ext>
                  </a:extLst>
                </p14:cNvPr>
                <p14:cNvContentPartPr/>
                <p14:nvPr/>
              </p14:nvContentPartPr>
              <p14:xfrm>
                <a:off x="708287" y="1216102"/>
                <a:ext cx="113040" cy="158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AFDFA43-EDC1-CA4D-61C0-4BDE28BAD55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0287" y="1198462"/>
                  <a:ext cx="1486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83C46BD-EB36-D307-6831-D3BB5263C370}"/>
                    </a:ext>
                  </a:extLst>
                </p14:cNvPr>
                <p14:cNvContentPartPr/>
                <p14:nvPr/>
              </p14:nvContentPartPr>
              <p14:xfrm>
                <a:off x="851207" y="1044742"/>
                <a:ext cx="231840" cy="347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83C46BD-EB36-D307-6831-D3BB5263C37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3207" y="1027102"/>
                  <a:ext cx="26748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AA53884-F2F3-0A36-5427-819FE36995BA}"/>
                    </a:ext>
                  </a:extLst>
                </p14:cNvPr>
                <p14:cNvContentPartPr/>
                <p14:nvPr/>
              </p14:nvContentPartPr>
              <p14:xfrm>
                <a:off x="1161167" y="1195582"/>
                <a:ext cx="273240" cy="140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AA53884-F2F3-0A36-5427-819FE36995B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43167" y="1177582"/>
                  <a:ext cx="3088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919BAAB-9E51-3C2F-4BE3-1DDF4AB8B950}"/>
                    </a:ext>
                  </a:extLst>
                </p14:cNvPr>
                <p14:cNvContentPartPr/>
                <p14:nvPr/>
              </p14:nvContentPartPr>
              <p14:xfrm>
                <a:off x="926447" y="1093342"/>
                <a:ext cx="194760" cy="46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919BAAB-9E51-3C2F-4BE3-1DDF4AB8B95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08807" y="1075702"/>
                  <a:ext cx="23040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C55C0D2-8E28-7BD4-F192-85363E37267E}"/>
              </a:ext>
            </a:extLst>
          </p:cNvPr>
          <p:cNvGrpSpPr/>
          <p:nvPr/>
        </p:nvGrpSpPr>
        <p:grpSpPr>
          <a:xfrm>
            <a:off x="296447" y="1538662"/>
            <a:ext cx="178200" cy="537120"/>
            <a:chOff x="296447" y="1538662"/>
            <a:chExt cx="178200" cy="53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53A0D01-7DF7-E256-D4BD-C686B192D4A3}"/>
                    </a:ext>
                  </a:extLst>
                </p14:cNvPr>
                <p14:cNvContentPartPr/>
                <p14:nvPr/>
              </p14:nvContentPartPr>
              <p14:xfrm>
                <a:off x="296447" y="1715782"/>
                <a:ext cx="33840" cy="157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53A0D01-7DF7-E256-D4BD-C686B192D4A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78447" y="1697782"/>
                  <a:ext cx="694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3558E2C-558E-93FB-B207-7AED98E724C3}"/>
                    </a:ext>
                  </a:extLst>
                </p14:cNvPr>
                <p14:cNvContentPartPr/>
                <p14:nvPr/>
              </p14:nvContentPartPr>
              <p14:xfrm>
                <a:off x="329207" y="1538662"/>
                <a:ext cx="145440" cy="537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3558E2C-558E-93FB-B207-7AED98E724C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11207" y="1521022"/>
                  <a:ext cx="181080" cy="57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3A9EE94-2FDD-ACA0-D8F1-7B99CD9CF9CA}"/>
                  </a:ext>
                </a:extLst>
              </p14:cNvPr>
              <p14:cNvContentPartPr/>
              <p14:nvPr/>
            </p14:nvContentPartPr>
            <p14:xfrm>
              <a:off x="978647" y="1784542"/>
              <a:ext cx="556920" cy="2134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3A9EE94-2FDD-ACA0-D8F1-7B99CD9CF9C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60647" y="1766902"/>
                <a:ext cx="592560" cy="24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E2465901-FC7B-28B9-EF62-EE50EEA690D6}"/>
              </a:ext>
            </a:extLst>
          </p:cNvPr>
          <p:cNvGrpSpPr/>
          <p:nvPr/>
        </p:nvGrpSpPr>
        <p:grpSpPr>
          <a:xfrm>
            <a:off x="1975127" y="1699942"/>
            <a:ext cx="2167920" cy="431280"/>
            <a:chOff x="1975127" y="1699942"/>
            <a:chExt cx="2167920" cy="43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83D0EDE-0270-AB23-EB95-B341431752C0}"/>
                    </a:ext>
                  </a:extLst>
                </p14:cNvPr>
                <p14:cNvContentPartPr/>
                <p14:nvPr/>
              </p14:nvContentPartPr>
              <p14:xfrm>
                <a:off x="1975127" y="1778062"/>
                <a:ext cx="173160" cy="279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83D0EDE-0270-AB23-EB95-B341431752C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57487" y="1760062"/>
                  <a:ext cx="2088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3B14A9C-B05B-0D5B-8095-170518F600D5}"/>
                    </a:ext>
                  </a:extLst>
                </p14:cNvPr>
                <p14:cNvContentPartPr/>
                <p14:nvPr/>
              </p14:nvContentPartPr>
              <p14:xfrm>
                <a:off x="2254127" y="1833142"/>
                <a:ext cx="134640" cy="47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3B14A9C-B05B-0D5B-8095-170518F600D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236127" y="1815502"/>
                  <a:ext cx="1702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B6B2355-5013-3EF8-3D53-73155ACB76DD}"/>
                    </a:ext>
                  </a:extLst>
                </p14:cNvPr>
                <p14:cNvContentPartPr/>
                <p14:nvPr/>
              </p14:nvContentPartPr>
              <p14:xfrm>
                <a:off x="2312807" y="1826302"/>
                <a:ext cx="59400" cy="225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B6B2355-5013-3EF8-3D53-73155ACB76D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295167" y="1808662"/>
                  <a:ext cx="950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914B235-BBC6-2463-352A-EB3EA62DCC35}"/>
                    </a:ext>
                  </a:extLst>
                </p14:cNvPr>
                <p14:cNvContentPartPr/>
                <p14:nvPr/>
              </p14:nvContentPartPr>
              <p14:xfrm>
                <a:off x="2230367" y="2073262"/>
                <a:ext cx="200880" cy="19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914B235-BBC6-2463-352A-EB3EA62DCC3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212727" y="2055262"/>
                  <a:ext cx="2365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A9DF7C4-A56E-A41D-2D4D-AD12C3B9A668}"/>
                    </a:ext>
                  </a:extLst>
                </p14:cNvPr>
                <p14:cNvContentPartPr/>
                <p14:nvPr/>
              </p14:nvContentPartPr>
              <p14:xfrm>
                <a:off x="2705927" y="1959142"/>
                <a:ext cx="362880" cy="143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A9DF7C4-A56E-A41D-2D4D-AD12C3B9A66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88287" y="1941502"/>
                  <a:ext cx="3985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96A436D-22F0-92E8-5806-4848BE90D4B6}"/>
                    </a:ext>
                  </a:extLst>
                </p14:cNvPr>
                <p14:cNvContentPartPr/>
                <p14:nvPr/>
              </p14:nvContentPartPr>
              <p14:xfrm>
                <a:off x="3194807" y="1949422"/>
                <a:ext cx="198000" cy="158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96A436D-22F0-92E8-5806-4848BE90D4B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77167" y="1931422"/>
                  <a:ext cx="2336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8BA7ECA-2B58-B5C8-7168-63A131757942}"/>
                    </a:ext>
                  </a:extLst>
                </p14:cNvPr>
                <p14:cNvContentPartPr/>
                <p14:nvPr/>
              </p14:nvContentPartPr>
              <p14:xfrm>
                <a:off x="3455087" y="1699942"/>
                <a:ext cx="687960" cy="431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8BA7ECA-2B58-B5C8-7168-63A13175794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437447" y="1682302"/>
                  <a:ext cx="72360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D7F3749-E368-1D00-DD40-A62E239267B9}"/>
                    </a:ext>
                  </a:extLst>
                </p14:cNvPr>
                <p14:cNvContentPartPr/>
                <p14:nvPr/>
              </p14:nvContentPartPr>
              <p14:xfrm>
                <a:off x="3486047" y="1791022"/>
                <a:ext cx="229320" cy="8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D7F3749-E368-1D00-DD40-A62E239267B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68047" y="1773382"/>
                  <a:ext cx="264960" cy="4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DFEEF36-89CA-4F34-4C20-3A87E7210339}"/>
                  </a:ext>
                </a:extLst>
              </p14:cNvPr>
              <p14:cNvContentPartPr/>
              <p14:nvPr/>
            </p14:nvContentPartPr>
            <p14:xfrm>
              <a:off x="4363007" y="897502"/>
              <a:ext cx="5400" cy="176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DFEEF36-89CA-4F34-4C20-3A87E7210339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345007" y="879502"/>
                <a:ext cx="4104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75DBC68-995B-E725-B7A4-50F36C5D9E3E}"/>
                  </a:ext>
                </a:extLst>
              </p14:cNvPr>
              <p14:cNvContentPartPr/>
              <p14:nvPr/>
            </p14:nvContentPartPr>
            <p14:xfrm>
              <a:off x="487967" y="5317222"/>
              <a:ext cx="3960" cy="21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75DBC68-995B-E725-B7A4-50F36C5D9E3E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70327" y="5299222"/>
                <a:ext cx="396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6924AE77-9C23-6A0A-63F1-D5AEB7B969AA}"/>
                  </a:ext>
                </a:extLst>
              </p14:cNvPr>
              <p14:cNvContentPartPr/>
              <p14:nvPr/>
            </p14:nvContentPartPr>
            <p14:xfrm>
              <a:off x="2718887" y="2156782"/>
              <a:ext cx="10800" cy="28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6924AE77-9C23-6A0A-63F1-D5AEB7B969A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701247" y="2138782"/>
                <a:ext cx="4644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9E83B6AA-CE37-16C7-952C-320B62DD7A27}"/>
              </a:ext>
            </a:extLst>
          </p:cNvPr>
          <p:cNvGrpSpPr/>
          <p:nvPr/>
        </p:nvGrpSpPr>
        <p:grpSpPr>
          <a:xfrm>
            <a:off x="2056487" y="1057702"/>
            <a:ext cx="1256040" cy="317520"/>
            <a:chOff x="2056487" y="1057702"/>
            <a:chExt cx="1256040" cy="31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CCAC015-743D-6039-BD67-BBFF4646DDDB}"/>
                    </a:ext>
                  </a:extLst>
                </p14:cNvPr>
                <p14:cNvContentPartPr/>
                <p14:nvPr/>
              </p14:nvContentPartPr>
              <p14:xfrm>
                <a:off x="2208767" y="1098382"/>
                <a:ext cx="303480" cy="271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CCAC015-743D-6039-BD67-BBFF4646DDD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191127" y="1080742"/>
                  <a:ext cx="3391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9950FE0-64E1-7EAE-C5D1-0EA8DC0016F0}"/>
                    </a:ext>
                  </a:extLst>
                </p14:cNvPr>
                <p14:cNvContentPartPr/>
                <p14:nvPr/>
              </p14:nvContentPartPr>
              <p14:xfrm>
                <a:off x="2337287" y="1078222"/>
                <a:ext cx="412560" cy="294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9950FE0-64E1-7EAE-C5D1-0EA8DC0016F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319647" y="1060222"/>
                  <a:ext cx="4482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7ADCFBA-CB3D-AB40-F4AB-A945AE11A9F8}"/>
                    </a:ext>
                  </a:extLst>
                </p14:cNvPr>
                <p14:cNvContentPartPr/>
                <p14:nvPr/>
              </p14:nvContentPartPr>
              <p14:xfrm>
                <a:off x="2835167" y="1057702"/>
                <a:ext cx="402840" cy="317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7ADCFBA-CB3D-AB40-F4AB-A945AE11A9F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817527" y="1039702"/>
                  <a:ext cx="43848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D379D18-68F2-7706-3F71-20643A88E4A2}"/>
                    </a:ext>
                  </a:extLst>
                </p14:cNvPr>
                <p14:cNvContentPartPr/>
                <p14:nvPr/>
              </p14:nvContentPartPr>
              <p14:xfrm>
                <a:off x="3077447" y="1176862"/>
                <a:ext cx="235080" cy="31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D379D18-68F2-7706-3F71-20643A88E4A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059807" y="1159222"/>
                  <a:ext cx="2707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5BD512F-9CDB-C35B-C07A-50E9BFEFC753}"/>
                    </a:ext>
                  </a:extLst>
                </p14:cNvPr>
                <p14:cNvContentPartPr/>
                <p14:nvPr/>
              </p14:nvContentPartPr>
              <p14:xfrm>
                <a:off x="2056487" y="1188742"/>
                <a:ext cx="14040" cy="234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5BD512F-9CDB-C35B-C07A-50E9BFEFC75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038847" y="1170742"/>
                  <a:ext cx="4968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81048F1-54FF-9D19-D110-446C641B2EB6}"/>
              </a:ext>
            </a:extLst>
          </p:cNvPr>
          <p:cNvGrpSpPr/>
          <p:nvPr/>
        </p:nvGrpSpPr>
        <p:grpSpPr>
          <a:xfrm>
            <a:off x="254327" y="2379982"/>
            <a:ext cx="331200" cy="441360"/>
            <a:chOff x="254327" y="2379982"/>
            <a:chExt cx="331200" cy="44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BFE7B3F-542F-EE39-A99C-21ACF3164F52}"/>
                    </a:ext>
                  </a:extLst>
                </p14:cNvPr>
                <p14:cNvContentPartPr/>
                <p14:nvPr/>
              </p14:nvContentPartPr>
              <p14:xfrm>
                <a:off x="254327" y="2507782"/>
                <a:ext cx="47160" cy="1868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BFE7B3F-542F-EE39-A99C-21ACF3164F5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36687" y="2489782"/>
                  <a:ext cx="828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EB47465-89DA-B11E-1ECE-9DAE3EAEFB58}"/>
                    </a:ext>
                  </a:extLst>
                </p14:cNvPr>
                <p14:cNvContentPartPr/>
                <p14:nvPr/>
              </p14:nvContentPartPr>
              <p14:xfrm>
                <a:off x="368807" y="2548822"/>
                <a:ext cx="16560" cy="170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EB47465-89DA-B11E-1ECE-9DAE3EAEFB5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50807" y="2530822"/>
                  <a:ext cx="522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84FA1D7-FF84-993B-AAE9-A3CFF1090625}"/>
                    </a:ext>
                  </a:extLst>
                </p14:cNvPr>
                <p14:cNvContentPartPr/>
                <p14:nvPr/>
              </p14:nvContentPartPr>
              <p14:xfrm>
                <a:off x="461327" y="2379982"/>
                <a:ext cx="124200" cy="441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84FA1D7-FF84-993B-AAE9-A3CFF109062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43687" y="2361982"/>
                  <a:ext cx="159840" cy="47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69E32173-E383-6B47-2AFF-A55FFEEA64B9}"/>
              </a:ext>
            </a:extLst>
          </p:cNvPr>
          <p:cNvGrpSpPr/>
          <p:nvPr/>
        </p:nvGrpSpPr>
        <p:grpSpPr>
          <a:xfrm>
            <a:off x="1062167" y="2495542"/>
            <a:ext cx="1112400" cy="532800"/>
            <a:chOff x="1062167" y="2495542"/>
            <a:chExt cx="1112400" cy="53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9ACECA5-1F47-5F6D-C279-999FE1E9E9A3}"/>
                    </a:ext>
                  </a:extLst>
                </p14:cNvPr>
                <p14:cNvContentPartPr/>
                <p14:nvPr/>
              </p14:nvContentPartPr>
              <p14:xfrm>
                <a:off x="1062167" y="2515702"/>
                <a:ext cx="172080" cy="224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9ACECA5-1F47-5F6D-C279-999FE1E9E9A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44167" y="2497702"/>
                  <a:ext cx="2077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14475D0-1399-696D-F64B-E334587E09B4}"/>
                    </a:ext>
                  </a:extLst>
                </p14:cNvPr>
                <p14:cNvContentPartPr/>
                <p14:nvPr/>
              </p14:nvContentPartPr>
              <p14:xfrm>
                <a:off x="1395887" y="2534422"/>
                <a:ext cx="96480" cy="493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14475D0-1399-696D-F64B-E334587E09B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377887" y="2516782"/>
                  <a:ext cx="13212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E186FBC-92AB-05EA-3813-065E945102DC}"/>
                    </a:ext>
                  </a:extLst>
                </p14:cNvPr>
                <p14:cNvContentPartPr/>
                <p14:nvPr/>
              </p14:nvContentPartPr>
              <p14:xfrm>
                <a:off x="1449167" y="2535142"/>
                <a:ext cx="140040" cy="122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E186FBC-92AB-05EA-3813-065E945102D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431527" y="2517502"/>
                  <a:ext cx="175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E2A4638-D157-3B07-B462-EE42E11C1380}"/>
                    </a:ext>
                  </a:extLst>
                </p14:cNvPr>
                <p14:cNvContentPartPr/>
                <p14:nvPr/>
              </p14:nvContentPartPr>
              <p14:xfrm>
                <a:off x="1735007" y="2495542"/>
                <a:ext cx="152640" cy="162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E2A4638-D157-3B07-B462-EE42E11C138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717007" y="2477902"/>
                  <a:ext cx="1882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A9311B6-EBC5-1389-45FB-28B528CF9055}"/>
                    </a:ext>
                  </a:extLst>
                </p14:cNvPr>
                <p14:cNvContentPartPr/>
                <p14:nvPr/>
              </p14:nvContentPartPr>
              <p14:xfrm>
                <a:off x="1958927" y="2529022"/>
                <a:ext cx="215640" cy="1339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A9311B6-EBC5-1389-45FB-28B528CF905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940927" y="2511382"/>
                  <a:ext cx="25128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6354949-3D5C-6B43-895D-A557847D88F3}"/>
              </a:ext>
            </a:extLst>
          </p:cNvPr>
          <p:cNvGrpSpPr/>
          <p:nvPr/>
        </p:nvGrpSpPr>
        <p:grpSpPr>
          <a:xfrm>
            <a:off x="2737607" y="2478982"/>
            <a:ext cx="749160" cy="294840"/>
            <a:chOff x="2737607" y="2478982"/>
            <a:chExt cx="74916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7D0D844-80AB-6A79-FC23-AE178C22EFC7}"/>
                    </a:ext>
                  </a:extLst>
                </p14:cNvPr>
                <p14:cNvContentPartPr/>
                <p14:nvPr/>
              </p14:nvContentPartPr>
              <p14:xfrm>
                <a:off x="2753807" y="2478982"/>
                <a:ext cx="732960" cy="294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7D0D844-80AB-6A79-FC23-AE178C22EFC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735807" y="2460982"/>
                  <a:ext cx="7686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03FE399-2E21-B788-2380-D164AD3FD921}"/>
                    </a:ext>
                  </a:extLst>
                </p14:cNvPr>
                <p14:cNvContentPartPr/>
                <p14:nvPr/>
              </p14:nvContentPartPr>
              <p14:xfrm>
                <a:off x="2915087" y="2566822"/>
                <a:ext cx="74520" cy="13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03FE399-2E21-B788-2380-D164AD3FD92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897087" y="2548822"/>
                  <a:ext cx="110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59CB53E-E60C-E6EA-7599-592E8F3B5F11}"/>
                    </a:ext>
                  </a:extLst>
                </p14:cNvPr>
                <p14:cNvContentPartPr/>
                <p14:nvPr/>
              </p14:nvContentPartPr>
              <p14:xfrm>
                <a:off x="2737607" y="2511022"/>
                <a:ext cx="121680" cy="38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9CB53E-E60C-E6EA-7599-592E8F3B5F1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719607" y="2493022"/>
                  <a:ext cx="15732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D2F7357-DBF1-3AF5-FC19-2CF3AA859E09}"/>
              </a:ext>
            </a:extLst>
          </p:cNvPr>
          <p:cNvGrpSpPr/>
          <p:nvPr/>
        </p:nvGrpSpPr>
        <p:grpSpPr>
          <a:xfrm>
            <a:off x="4093367" y="1978942"/>
            <a:ext cx="3248280" cy="1226520"/>
            <a:chOff x="4093367" y="1978942"/>
            <a:chExt cx="3248280" cy="12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E782B85-7904-9967-BD4C-FA43D8A4545A}"/>
                    </a:ext>
                  </a:extLst>
                </p14:cNvPr>
                <p14:cNvContentPartPr/>
                <p14:nvPr/>
              </p14:nvContentPartPr>
              <p14:xfrm>
                <a:off x="4093367" y="2389342"/>
                <a:ext cx="675000" cy="407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E782B85-7904-9967-BD4C-FA43D8A4545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075727" y="2371342"/>
                  <a:ext cx="71064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E218BB8-886E-05DE-E652-F629FAE216C7}"/>
                    </a:ext>
                  </a:extLst>
                </p14:cNvPr>
                <p14:cNvContentPartPr/>
                <p14:nvPr/>
              </p14:nvContentPartPr>
              <p14:xfrm>
                <a:off x="4856927" y="2572222"/>
                <a:ext cx="350640" cy="167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E218BB8-886E-05DE-E652-F629FAE216C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838927" y="2554582"/>
                  <a:ext cx="3862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45B025D-E897-A722-4696-354FF87D44D3}"/>
                    </a:ext>
                  </a:extLst>
                </p14:cNvPr>
                <p14:cNvContentPartPr/>
                <p14:nvPr/>
              </p14:nvContentPartPr>
              <p14:xfrm>
                <a:off x="4897247" y="2422102"/>
                <a:ext cx="95040" cy="17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45B025D-E897-A722-4696-354FF87D44D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879607" y="2404462"/>
                  <a:ext cx="1306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D057BF0-312D-7662-55B9-DF192EE89F15}"/>
                    </a:ext>
                  </a:extLst>
                </p14:cNvPr>
                <p14:cNvContentPartPr/>
                <p14:nvPr/>
              </p14:nvContentPartPr>
              <p14:xfrm>
                <a:off x="4457687" y="2465302"/>
                <a:ext cx="273960" cy="165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D057BF0-312D-7662-55B9-DF192EE89F1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440047" y="2447302"/>
                  <a:ext cx="3096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7CEF103-B752-143F-1E2C-064B97149DA3}"/>
                    </a:ext>
                  </a:extLst>
                </p14:cNvPr>
                <p14:cNvContentPartPr/>
                <p14:nvPr/>
              </p14:nvContentPartPr>
              <p14:xfrm>
                <a:off x="5837567" y="2392582"/>
                <a:ext cx="546120" cy="812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7CEF103-B752-143F-1E2C-064B97149DA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19567" y="2374942"/>
                  <a:ext cx="581760" cy="84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51D6577-7BC1-47DD-4B87-8A811230CC6D}"/>
                    </a:ext>
                  </a:extLst>
                </p14:cNvPr>
                <p14:cNvContentPartPr/>
                <p14:nvPr/>
              </p14:nvContentPartPr>
              <p14:xfrm>
                <a:off x="6446327" y="2600302"/>
                <a:ext cx="162000" cy="149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51D6577-7BC1-47DD-4B87-8A811230CC6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428687" y="2582662"/>
                  <a:ext cx="1976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84F3D83-51A1-BCE3-CAA3-511B5C1E06C6}"/>
                    </a:ext>
                  </a:extLst>
                </p14:cNvPr>
                <p14:cNvContentPartPr/>
                <p14:nvPr/>
              </p14:nvContentPartPr>
              <p14:xfrm>
                <a:off x="6712367" y="2574022"/>
                <a:ext cx="405720" cy="163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84F3D83-51A1-BCE3-CAA3-511B5C1E06C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694367" y="2556022"/>
                  <a:ext cx="4413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B3F89B0-753E-F815-7DB0-4E889E52921F}"/>
                    </a:ext>
                  </a:extLst>
                </p14:cNvPr>
                <p14:cNvContentPartPr/>
                <p14:nvPr/>
              </p14:nvContentPartPr>
              <p14:xfrm>
                <a:off x="7319687" y="2625502"/>
                <a:ext cx="21960" cy="7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B3F89B0-753E-F815-7DB0-4E889E52921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301687" y="2607502"/>
                  <a:ext cx="576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9E0C1C3-E9D8-0EE9-78CB-D90B2B0F917E}"/>
                    </a:ext>
                  </a:extLst>
                </p14:cNvPr>
                <p14:cNvContentPartPr/>
                <p14:nvPr/>
              </p14:nvContentPartPr>
              <p14:xfrm>
                <a:off x="5551367" y="2765542"/>
                <a:ext cx="92160" cy="1378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9E0C1C3-E9D8-0EE9-78CB-D90B2B0F917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33727" y="2747902"/>
                  <a:ext cx="1278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49BF163-FD44-9411-1DEC-E754DF59CD2C}"/>
                    </a:ext>
                  </a:extLst>
                </p14:cNvPr>
                <p14:cNvContentPartPr/>
                <p14:nvPr/>
              </p14:nvContentPartPr>
              <p14:xfrm>
                <a:off x="5572247" y="2780662"/>
                <a:ext cx="126360" cy="70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49BF163-FD44-9411-1DEC-E754DF59CD2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4247" y="2762662"/>
                  <a:ext cx="1620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D4FA65D-115A-AF58-DB26-AFD4170CDEC4}"/>
                    </a:ext>
                  </a:extLst>
                </p14:cNvPr>
                <p14:cNvContentPartPr/>
                <p14:nvPr/>
              </p14:nvContentPartPr>
              <p14:xfrm>
                <a:off x="5483687" y="2273062"/>
                <a:ext cx="318960" cy="2023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D4FA65D-115A-AF58-DB26-AFD4170CDEC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466047" y="2255062"/>
                  <a:ext cx="3546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0334894-0526-A012-948F-1E819D5D1A79}"/>
                    </a:ext>
                  </a:extLst>
                </p14:cNvPr>
                <p14:cNvContentPartPr/>
                <p14:nvPr/>
              </p14:nvContentPartPr>
              <p14:xfrm>
                <a:off x="5877167" y="2227702"/>
                <a:ext cx="112320" cy="1483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0334894-0526-A012-948F-1E819D5D1A7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59527" y="2209702"/>
                  <a:ext cx="1479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010F1F3-5DC9-4E15-A80E-DED255CE83C7}"/>
                    </a:ext>
                  </a:extLst>
                </p14:cNvPr>
                <p14:cNvContentPartPr/>
                <p14:nvPr/>
              </p14:nvContentPartPr>
              <p14:xfrm>
                <a:off x="6085967" y="1978942"/>
                <a:ext cx="541440" cy="3380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010F1F3-5DC9-4E15-A80E-DED255CE83C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068327" y="1961302"/>
                  <a:ext cx="57708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DDAEAE0-FB09-030F-8357-CF4BC8DEBB29}"/>
                    </a:ext>
                  </a:extLst>
                </p14:cNvPr>
                <p14:cNvContentPartPr/>
                <p14:nvPr/>
              </p14:nvContentPartPr>
              <p14:xfrm>
                <a:off x="6121247" y="1998382"/>
                <a:ext cx="129240" cy="16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DDAEAE0-FB09-030F-8357-CF4BC8DEBB2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103607" y="1980382"/>
                  <a:ext cx="164880" cy="5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A203F7A3-F241-153F-605E-0F4A419335DC}"/>
                  </a:ext>
                </a:extLst>
              </p14:cNvPr>
              <p14:cNvContentPartPr/>
              <p14:nvPr/>
            </p14:nvContentPartPr>
            <p14:xfrm>
              <a:off x="7310687" y="2220142"/>
              <a:ext cx="401760" cy="4921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A203F7A3-F241-153F-605E-0F4A419335DC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293047" y="2202142"/>
                <a:ext cx="437400" cy="52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E3AB4979-FFA6-5D79-C168-9C01B7D97410}"/>
                  </a:ext>
                </a:extLst>
              </p14:cNvPr>
              <p14:cNvContentPartPr/>
              <p14:nvPr/>
            </p14:nvContentPartPr>
            <p14:xfrm>
              <a:off x="976487" y="3390142"/>
              <a:ext cx="610200" cy="2836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E3AB4979-FFA6-5D79-C168-9C01B7D97410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58847" y="3372142"/>
                <a:ext cx="64584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60A5C59C-627B-5B7A-51FB-34DAF89551B3}"/>
                  </a:ext>
                </a:extLst>
              </p14:cNvPr>
              <p14:cNvContentPartPr/>
              <p14:nvPr/>
            </p14:nvContentPartPr>
            <p14:xfrm>
              <a:off x="301127" y="4123102"/>
              <a:ext cx="268560" cy="37404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60A5C59C-627B-5B7A-51FB-34DAF89551B3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83127" y="4105102"/>
                <a:ext cx="304200" cy="40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B112C534-AA5C-D17E-8AFB-E866306469AF}"/>
              </a:ext>
            </a:extLst>
          </p:cNvPr>
          <p:cNvGrpSpPr/>
          <p:nvPr/>
        </p:nvGrpSpPr>
        <p:grpSpPr>
          <a:xfrm>
            <a:off x="1030847" y="4107262"/>
            <a:ext cx="771840" cy="282960"/>
            <a:chOff x="1030847" y="4107262"/>
            <a:chExt cx="771840" cy="28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E92225B-AFB4-8DC1-EB93-516A1067E14A}"/>
                    </a:ext>
                  </a:extLst>
                </p14:cNvPr>
                <p14:cNvContentPartPr/>
                <p14:nvPr/>
              </p14:nvContentPartPr>
              <p14:xfrm>
                <a:off x="1030847" y="4148302"/>
                <a:ext cx="127440" cy="236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E92225B-AFB4-8DC1-EB93-516A1067E14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13207" y="4130302"/>
                  <a:ext cx="1630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CD6006F-27E7-5610-2971-3DD6EAE78404}"/>
                    </a:ext>
                  </a:extLst>
                </p14:cNvPr>
                <p14:cNvContentPartPr/>
                <p14:nvPr/>
              </p14:nvContentPartPr>
              <p14:xfrm>
                <a:off x="1259807" y="4228942"/>
                <a:ext cx="542880" cy="1612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CD6006F-27E7-5610-2971-3DD6EAE7840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242167" y="4211302"/>
                  <a:ext cx="5785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F9E11FA-2098-AABF-E41E-85CE76A76353}"/>
                    </a:ext>
                  </a:extLst>
                </p14:cNvPr>
                <p14:cNvContentPartPr/>
                <p14:nvPr/>
              </p14:nvContentPartPr>
              <p14:xfrm>
                <a:off x="1668047" y="4107262"/>
                <a:ext cx="9000" cy="34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F9E11FA-2098-AABF-E41E-85CE76A7635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650407" y="4089622"/>
                  <a:ext cx="44640" cy="7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9CB1DC6D-59FB-4E5D-FA40-D522C1EFAF56}"/>
                  </a:ext>
                </a:extLst>
              </p14:cNvPr>
              <p14:cNvContentPartPr/>
              <p14:nvPr/>
            </p14:nvContentPartPr>
            <p14:xfrm>
              <a:off x="2396327" y="4264582"/>
              <a:ext cx="244080" cy="1454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9CB1DC6D-59FB-4E5D-FA40-D522C1EFAF56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378327" y="4246582"/>
                <a:ext cx="27972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7AB6C0E8-AA8E-9148-411A-662EDC2B5890}"/>
                  </a:ext>
                </a:extLst>
              </p14:cNvPr>
              <p14:cNvContentPartPr/>
              <p14:nvPr/>
            </p14:nvContentPartPr>
            <p14:xfrm>
              <a:off x="2483807" y="4115542"/>
              <a:ext cx="28080" cy="248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7AB6C0E8-AA8E-9148-411A-662EDC2B5890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2466167" y="4097902"/>
                <a:ext cx="63720" cy="6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7B0874EC-6B6C-7D18-D4D4-ACD50D8A7E2F}"/>
              </a:ext>
            </a:extLst>
          </p:cNvPr>
          <p:cNvGrpSpPr/>
          <p:nvPr/>
        </p:nvGrpSpPr>
        <p:grpSpPr>
          <a:xfrm>
            <a:off x="3089687" y="4147582"/>
            <a:ext cx="691560" cy="304920"/>
            <a:chOff x="3089687" y="4147582"/>
            <a:chExt cx="69156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F348AA5-CD90-2F3D-E6A6-8C92CEA35162}"/>
                    </a:ext>
                  </a:extLst>
                </p14:cNvPr>
                <p14:cNvContentPartPr/>
                <p14:nvPr/>
              </p14:nvContentPartPr>
              <p14:xfrm>
                <a:off x="3089687" y="4147582"/>
                <a:ext cx="691560" cy="3049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F348AA5-CD90-2F3D-E6A6-8C92CEA3516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71687" y="4129942"/>
                  <a:ext cx="7272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5723BAB-7D70-18DF-C719-351B5D1E1DE1}"/>
                    </a:ext>
                  </a:extLst>
                </p14:cNvPr>
                <p14:cNvContentPartPr/>
                <p14:nvPr/>
              </p14:nvContentPartPr>
              <p14:xfrm>
                <a:off x="3166007" y="4219942"/>
                <a:ext cx="191520" cy="381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5723BAB-7D70-18DF-C719-351B5D1E1DE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148367" y="4201942"/>
                  <a:ext cx="22716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2934FA7-7F2C-811F-6100-91D423CBB33F}"/>
              </a:ext>
            </a:extLst>
          </p:cNvPr>
          <p:cNvGrpSpPr/>
          <p:nvPr/>
        </p:nvGrpSpPr>
        <p:grpSpPr>
          <a:xfrm>
            <a:off x="4123607" y="3999262"/>
            <a:ext cx="2799000" cy="395280"/>
            <a:chOff x="4123607" y="3999262"/>
            <a:chExt cx="2799000" cy="39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D23AAE3-74DF-F74B-4EB5-9914131CB1B4}"/>
                    </a:ext>
                  </a:extLst>
                </p14:cNvPr>
                <p14:cNvContentPartPr/>
                <p14:nvPr/>
              </p14:nvContentPartPr>
              <p14:xfrm>
                <a:off x="4123607" y="4260982"/>
                <a:ext cx="434520" cy="123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D23AAE3-74DF-F74B-4EB5-9914131CB1B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105607" y="4243342"/>
                  <a:ext cx="470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533658C-B3F4-E774-C499-230520CF98C4}"/>
                    </a:ext>
                  </a:extLst>
                </p14:cNvPr>
                <p14:cNvContentPartPr/>
                <p14:nvPr/>
              </p14:nvContentPartPr>
              <p14:xfrm>
                <a:off x="4488287" y="4133542"/>
                <a:ext cx="53280" cy="16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533658C-B3F4-E774-C499-230520CF98C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470647" y="4115902"/>
                  <a:ext cx="889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E551FE4-319A-DB33-A6CE-22E7C37A8D93}"/>
                    </a:ext>
                  </a:extLst>
                </p14:cNvPr>
                <p14:cNvContentPartPr/>
                <p14:nvPr/>
              </p14:nvContentPartPr>
              <p14:xfrm>
                <a:off x="4558847" y="4266382"/>
                <a:ext cx="313200" cy="1191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E551FE4-319A-DB33-A6CE-22E7C37A8D9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541207" y="4248382"/>
                  <a:ext cx="3488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C63F89A-4567-17B5-2891-3CA3E3BFE1B6}"/>
                    </a:ext>
                  </a:extLst>
                </p14:cNvPr>
                <p14:cNvContentPartPr/>
                <p14:nvPr/>
              </p14:nvContentPartPr>
              <p14:xfrm>
                <a:off x="4835327" y="4141462"/>
                <a:ext cx="42480" cy="169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C63F89A-4567-17B5-2891-3CA3E3BFE1B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817687" y="4123462"/>
                  <a:ext cx="78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2BBF25C-0F46-8B45-E3CC-BCCEE8A76FB6}"/>
                    </a:ext>
                  </a:extLst>
                </p14:cNvPr>
                <p14:cNvContentPartPr/>
                <p14:nvPr/>
              </p14:nvContentPartPr>
              <p14:xfrm>
                <a:off x="4891127" y="4225702"/>
                <a:ext cx="1010520" cy="1688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2BBF25C-0F46-8B45-E3CC-BCCEE8A76FB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873127" y="4208062"/>
                  <a:ext cx="10461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09AFFAC-287E-DB36-C906-554C1CE3720D}"/>
                    </a:ext>
                  </a:extLst>
                </p14:cNvPr>
                <p14:cNvContentPartPr/>
                <p14:nvPr/>
              </p14:nvContentPartPr>
              <p14:xfrm>
                <a:off x="6199727" y="3999262"/>
                <a:ext cx="633960" cy="3394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09AFFAC-287E-DB36-C906-554C1CE3720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181727" y="3981622"/>
                  <a:ext cx="6696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DF18CFD-9FA7-229B-C679-450D3F0F2C88}"/>
                    </a:ext>
                  </a:extLst>
                </p14:cNvPr>
                <p14:cNvContentPartPr/>
                <p14:nvPr/>
              </p14:nvContentPartPr>
              <p14:xfrm>
                <a:off x="6720647" y="4080262"/>
                <a:ext cx="201960" cy="295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DF18CFD-9FA7-229B-C679-450D3F0F2C8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703007" y="4062262"/>
                  <a:ext cx="23760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22730992-2A69-C177-A564-596B6EDA939F}"/>
                  </a:ext>
                </a:extLst>
              </p14:cNvPr>
              <p14:cNvContentPartPr/>
              <p14:nvPr/>
            </p14:nvContentPartPr>
            <p14:xfrm>
              <a:off x="7429127" y="4032022"/>
              <a:ext cx="389160" cy="6706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22730992-2A69-C177-A564-596B6EDA939F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7411487" y="4014022"/>
                <a:ext cx="424800" cy="70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B6D9727D-BDB3-2970-36C0-F8FED0839341}"/>
              </a:ext>
            </a:extLst>
          </p:cNvPr>
          <p:cNvGrpSpPr/>
          <p:nvPr/>
        </p:nvGrpSpPr>
        <p:grpSpPr>
          <a:xfrm>
            <a:off x="8425247" y="3908902"/>
            <a:ext cx="1638720" cy="630360"/>
            <a:chOff x="8425247" y="3908902"/>
            <a:chExt cx="1638720" cy="63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B6C5865-2C72-9F67-1572-1633C472A2D5}"/>
                    </a:ext>
                  </a:extLst>
                </p14:cNvPr>
                <p14:cNvContentPartPr/>
                <p14:nvPr/>
              </p14:nvContentPartPr>
              <p14:xfrm>
                <a:off x="8425247" y="3912502"/>
                <a:ext cx="184320" cy="3391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B6C5865-2C72-9F67-1572-1633C472A2D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407607" y="3894862"/>
                  <a:ext cx="2199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F7CE841-89E6-55E2-0FF5-69AC620083F6}"/>
                    </a:ext>
                  </a:extLst>
                </p14:cNvPr>
                <p14:cNvContentPartPr/>
                <p14:nvPr/>
              </p14:nvContentPartPr>
              <p14:xfrm>
                <a:off x="8667167" y="4082062"/>
                <a:ext cx="335520" cy="165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F7CE841-89E6-55E2-0FF5-69AC620083F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649167" y="4064062"/>
                  <a:ext cx="3711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639FAC8-D701-2F3C-2A32-FE3233B756AB}"/>
                    </a:ext>
                  </a:extLst>
                </p14:cNvPr>
                <p14:cNvContentPartPr/>
                <p14:nvPr/>
              </p14:nvContentPartPr>
              <p14:xfrm>
                <a:off x="8960207" y="3955702"/>
                <a:ext cx="38160" cy="226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639FAC8-D701-2F3C-2A32-FE3233B756A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942207" y="3938062"/>
                  <a:ext cx="738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29EA9DF-DDF3-A008-4C00-84545250EF44}"/>
                    </a:ext>
                  </a:extLst>
                </p14:cNvPr>
                <p14:cNvContentPartPr/>
                <p14:nvPr/>
              </p14:nvContentPartPr>
              <p14:xfrm>
                <a:off x="9062087" y="3958942"/>
                <a:ext cx="25200" cy="2858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29EA9DF-DDF3-A008-4C00-84545250EF4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044447" y="3940942"/>
                  <a:ext cx="608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8F75448-87F8-BA81-EED4-E0BA748FCB45}"/>
                    </a:ext>
                  </a:extLst>
                </p14:cNvPr>
                <p14:cNvContentPartPr/>
                <p14:nvPr/>
              </p14:nvContentPartPr>
              <p14:xfrm>
                <a:off x="9136967" y="3921142"/>
                <a:ext cx="421200" cy="2872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8F75448-87F8-BA81-EED4-E0BA748FCB4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119327" y="3903502"/>
                  <a:ext cx="4568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C118DAF-98C7-45A9-AAC6-771DB5EE6459}"/>
                    </a:ext>
                  </a:extLst>
                </p14:cNvPr>
                <p14:cNvContentPartPr/>
                <p14:nvPr/>
              </p14:nvContentPartPr>
              <p14:xfrm>
                <a:off x="9516407" y="3908902"/>
                <a:ext cx="54720" cy="39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C118DAF-98C7-45A9-AAC6-771DB5EE645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498407" y="3890902"/>
                  <a:ext cx="90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E447221-AF6D-680F-787C-BE5F13FF137E}"/>
                    </a:ext>
                  </a:extLst>
                </p14:cNvPr>
                <p14:cNvContentPartPr/>
                <p14:nvPr/>
              </p14:nvContentPartPr>
              <p14:xfrm>
                <a:off x="9590567" y="4064782"/>
                <a:ext cx="175320" cy="126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E447221-AF6D-680F-787C-BE5F13FF137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572567" y="4046782"/>
                  <a:ext cx="2109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A346EC1-3BE4-8ADF-A426-9DAD1D6C68B9}"/>
                    </a:ext>
                  </a:extLst>
                </p14:cNvPr>
                <p14:cNvContentPartPr/>
                <p14:nvPr/>
              </p14:nvContentPartPr>
              <p14:xfrm>
                <a:off x="9730247" y="4028422"/>
                <a:ext cx="333720" cy="5108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A346EC1-3BE4-8ADF-A426-9DAD1D6C68B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712607" y="4010422"/>
                  <a:ext cx="369360" cy="54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D7CA3B0F-EC29-8EAA-4AE2-86F3AE9E9E62}"/>
              </a:ext>
            </a:extLst>
          </p:cNvPr>
          <p:cNvGrpSpPr/>
          <p:nvPr/>
        </p:nvGrpSpPr>
        <p:grpSpPr>
          <a:xfrm>
            <a:off x="10599647" y="3808462"/>
            <a:ext cx="1228320" cy="372600"/>
            <a:chOff x="10599647" y="3808462"/>
            <a:chExt cx="1228320" cy="3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6304B87-8CC6-0B21-DC46-A24DD18C6B07}"/>
                    </a:ext>
                  </a:extLst>
                </p14:cNvPr>
                <p14:cNvContentPartPr/>
                <p14:nvPr/>
              </p14:nvContentPartPr>
              <p14:xfrm>
                <a:off x="10599647" y="3906742"/>
                <a:ext cx="154800" cy="2743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6304B87-8CC6-0B21-DC46-A24DD18C6B0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582007" y="3888742"/>
                  <a:ext cx="1904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9B56FA0-4566-D149-9F47-68C7CEF10C8E}"/>
                    </a:ext>
                  </a:extLst>
                </p14:cNvPr>
                <p14:cNvContentPartPr/>
                <p14:nvPr/>
              </p14:nvContentPartPr>
              <p14:xfrm>
                <a:off x="10882247" y="3890902"/>
                <a:ext cx="61560" cy="267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9B56FA0-4566-D149-9F47-68C7CEF10C8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864607" y="3872902"/>
                  <a:ext cx="972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A7550C4-F23A-0D5B-9D6F-389BEE6299B7}"/>
                    </a:ext>
                  </a:extLst>
                </p14:cNvPr>
                <p14:cNvContentPartPr/>
                <p14:nvPr/>
              </p14:nvContentPartPr>
              <p14:xfrm>
                <a:off x="11020487" y="4008982"/>
                <a:ext cx="156240" cy="1555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A7550C4-F23A-0D5B-9D6F-389BEE6299B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002487" y="3991342"/>
                  <a:ext cx="1918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7BE4EBF-56E8-7B02-40BC-7695E89E9707}"/>
                    </a:ext>
                  </a:extLst>
                </p14:cNvPr>
                <p14:cNvContentPartPr/>
                <p14:nvPr/>
              </p14:nvContentPartPr>
              <p14:xfrm>
                <a:off x="11237927" y="3980182"/>
                <a:ext cx="149040" cy="1652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7BE4EBF-56E8-7B02-40BC-7695E89E970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219927" y="3962542"/>
                  <a:ext cx="184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DC72A64-2BDE-28AA-B25A-9DF7BDCDFEA8}"/>
                    </a:ext>
                  </a:extLst>
                </p14:cNvPr>
                <p14:cNvContentPartPr/>
                <p14:nvPr/>
              </p14:nvContentPartPr>
              <p14:xfrm>
                <a:off x="11419367" y="3808462"/>
                <a:ext cx="173160" cy="3502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DC72A64-2BDE-28AA-B25A-9DF7BDCDFEA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401367" y="3790822"/>
                  <a:ext cx="20880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4BCF836-C9DA-08C8-4453-A0F4707884A1}"/>
                    </a:ext>
                  </a:extLst>
                </p14:cNvPr>
                <p14:cNvContentPartPr/>
                <p14:nvPr/>
              </p14:nvContentPartPr>
              <p14:xfrm>
                <a:off x="11541407" y="3975502"/>
                <a:ext cx="286560" cy="1814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4BCF836-C9DA-08C8-4453-A0F4707884A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523407" y="3957862"/>
                  <a:ext cx="322200" cy="21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9A79CBB9-F023-4766-AA00-AAE447FB6CF1}"/>
              </a:ext>
            </a:extLst>
          </p:cNvPr>
          <p:cNvGrpSpPr/>
          <p:nvPr/>
        </p:nvGrpSpPr>
        <p:grpSpPr>
          <a:xfrm>
            <a:off x="156407" y="4831582"/>
            <a:ext cx="1288440" cy="373680"/>
            <a:chOff x="156407" y="4831582"/>
            <a:chExt cx="1288440" cy="37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8EC3313-07CB-0E2D-A000-8644F73B0DB5}"/>
                    </a:ext>
                  </a:extLst>
                </p14:cNvPr>
                <p14:cNvContentPartPr/>
                <p14:nvPr/>
              </p14:nvContentPartPr>
              <p14:xfrm>
                <a:off x="1203647" y="5016982"/>
                <a:ext cx="360" cy="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8EC3313-07CB-0E2D-A000-8644F73B0DB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86007" y="49993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D61EFFF-9CED-5E7C-09B4-1232F10A23B2}"/>
                    </a:ext>
                  </a:extLst>
                </p14:cNvPr>
                <p14:cNvContentPartPr/>
                <p14:nvPr/>
              </p14:nvContentPartPr>
              <p14:xfrm>
                <a:off x="1338647" y="5049382"/>
                <a:ext cx="360" cy="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D61EFFF-9CED-5E7C-09B4-1232F10A23B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20647" y="503138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52D69B3-B678-D5E3-06A5-A41C999C0A78}"/>
                    </a:ext>
                  </a:extLst>
                </p14:cNvPr>
                <p14:cNvContentPartPr/>
                <p14:nvPr/>
              </p14:nvContentPartPr>
              <p14:xfrm>
                <a:off x="1315607" y="5067382"/>
                <a:ext cx="360" cy="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52D69B3-B678-D5E3-06A5-A41C999C0A7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97967" y="504938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E69390A-273E-3206-D2EA-F70979D5D5B6}"/>
                    </a:ext>
                  </a:extLst>
                </p14:cNvPr>
                <p14:cNvContentPartPr/>
                <p14:nvPr/>
              </p14:nvContentPartPr>
              <p14:xfrm>
                <a:off x="863447" y="5062342"/>
                <a:ext cx="3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E69390A-273E-3206-D2EA-F70979D5D5B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5807" y="50443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12CC49A-5B1D-6485-695B-9633AA516D87}"/>
                    </a:ext>
                  </a:extLst>
                </p14:cNvPr>
                <p14:cNvContentPartPr/>
                <p14:nvPr/>
              </p14:nvContentPartPr>
              <p14:xfrm>
                <a:off x="858407" y="5082502"/>
                <a:ext cx="360" cy="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12CC49A-5B1D-6485-695B-9633AA516D8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0767" y="50648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2D7B165-E97C-EA16-5A60-E2660F8AA5B4}"/>
                    </a:ext>
                  </a:extLst>
                </p14:cNvPr>
                <p14:cNvContentPartPr/>
                <p14:nvPr/>
              </p14:nvContentPartPr>
              <p14:xfrm>
                <a:off x="156407" y="4991062"/>
                <a:ext cx="541080" cy="2142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2D7B165-E97C-EA16-5A60-E2660F8AA5B4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38767" y="4973062"/>
                  <a:ext cx="5767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4536B66-B27A-3C91-C7EF-EF8223BD7E02}"/>
                    </a:ext>
                  </a:extLst>
                </p14:cNvPr>
                <p14:cNvContentPartPr/>
                <p14:nvPr/>
              </p14:nvContentPartPr>
              <p14:xfrm>
                <a:off x="774887" y="4831582"/>
                <a:ext cx="270000" cy="3430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4536B66-B27A-3C91-C7EF-EF8223BD7E0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56887" y="4813582"/>
                  <a:ext cx="30564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A7B2BE1-EE83-D044-99E4-8A175742FC27}"/>
                    </a:ext>
                  </a:extLst>
                </p14:cNvPr>
                <p14:cNvContentPartPr/>
                <p14:nvPr/>
              </p14:nvContentPartPr>
              <p14:xfrm>
                <a:off x="612527" y="4994662"/>
                <a:ext cx="134640" cy="162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A7B2BE1-EE83-D044-99E4-8A175742FC27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94527" y="4977022"/>
                  <a:ext cx="1702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6821A87-E134-11BA-9836-5136336E2E30}"/>
                    </a:ext>
                  </a:extLst>
                </p14:cNvPr>
                <p14:cNvContentPartPr/>
                <p14:nvPr/>
              </p14:nvContentPartPr>
              <p14:xfrm>
                <a:off x="1044887" y="4970902"/>
                <a:ext cx="184320" cy="1832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6821A87-E134-11BA-9836-5136336E2E3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26887" y="4952902"/>
                  <a:ext cx="2199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5EDC500-0633-7C94-A57D-DE77210A6240}"/>
                    </a:ext>
                  </a:extLst>
                </p14:cNvPr>
                <p14:cNvContentPartPr/>
                <p14:nvPr/>
              </p14:nvContentPartPr>
              <p14:xfrm>
                <a:off x="1260887" y="4854262"/>
                <a:ext cx="183960" cy="2689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5EDC500-0633-7C94-A57D-DE77210A6240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243247" y="4836622"/>
                  <a:ext cx="21960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8684DD0E-D05C-9BD5-8DB4-FD5C74B1D444}"/>
              </a:ext>
            </a:extLst>
          </p:cNvPr>
          <p:cNvGrpSpPr/>
          <p:nvPr/>
        </p:nvGrpSpPr>
        <p:grpSpPr>
          <a:xfrm>
            <a:off x="1842287" y="4793422"/>
            <a:ext cx="383040" cy="396000"/>
            <a:chOff x="1842287" y="4793422"/>
            <a:chExt cx="38304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7B1EBE6-6F58-F7D6-DF67-A23322A8C77F}"/>
                    </a:ext>
                  </a:extLst>
                </p14:cNvPr>
                <p14:cNvContentPartPr/>
                <p14:nvPr/>
              </p14:nvContentPartPr>
              <p14:xfrm>
                <a:off x="1842287" y="4793422"/>
                <a:ext cx="383040" cy="3960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7B1EBE6-6F58-F7D6-DF67-A23322A8C77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824287" y="4775782"/>
                  <a:ext cx="41868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AD416DB-B8DB-7AC6-FE5A-C85A90ACF5F2}"/>
                    </a:ext>
                  </a:extLst>
                </p14:cNvPr>
                <p14:cNvContentPartPr/>
                <p14:nvPr/>
              </p14:nvContentPartPr>
              <p14:xfrm>
                <a:off x="1939487" y="4897102"/>
                <a:ext cx="195480" cy="475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AD416DB-B8DB-7AC6-FE5A-C85A90ACF5F2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921847" y="4879462"/>
                  <a:ext cx="23112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2A3F86D9-D13A-69B2-367B-46E35A0BDFC8}"/>
              </a:ext>
            </a:extLst>
          </p:cNvPr>
          <p:cNvGrpSpPr/>
          <p:nvPr/>
        </p:nvGrpSpPr>
        <p:grpSpPr>
          <a:xfrm>
            <a:off x="2641847" y="4817182"/>
            <a:ext cx="1861200" cy="741240"/>
            <a:chOff x="2641847" y="4817182"/>
            <a:chExt cx="1861200" cy="74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10098DE-2F03-15B1-574D-E49A86179BE3}"/>
                    </a:ext>
                  </a:extLst>
                </p14:cNvPr>
                <p14:cNvContentPartPr/>
                <p14:nvPr/>
              </p14:nvContentPartPr>
              <p14:xfrm>
                <a:off x="2641847" y="4817182"/>
                <a:ext cx="1861200" cy="7412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10098DE-2F03-15B1-574D-E49A86179BE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624207" y="4799542"/>
                  <a:ext cx="1896840" cy="77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8F9ED07-9D7E-B24B-6080-78A53567CF83}"/>
                    </a:ext>
                  </a:extLst>
                </p14:cNvPr>
                <p14:cNvContentPartPr/>
                <p14:nvPr/>
              </p14:nvContentPartPr>
              <p14:xfrm>
                <a:off x="4043327" y="4943542"/>
                <a:ext cx="239400" cy="176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8F9ED07-9D7E-B24B-6080-78A53567CF83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025687" y="4925542"/>
                  <a:ext cx="275040" cy="5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9CAC8AA3-2EFB-C705-AF7F-FC554377889A}"/>
                  </a:ext>
                </a:extLst>
              </p14:cNvPr>
              <p14:cNvContentPartPr/>
              <p14:nvPr/>
            </p14:nvContentPartPr>
            <p14:xfrm>
              <a:off x="5246447" y="4944622"/>
              <a:ext cx="1217520" cy="6458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9CAC8AA3-2EFB-C705-AF7F-FC554377889A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5228447" y="4926622"/>
                <a:ext cx="1253160" cy="68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oup 185">
            <a:extLst>
              <a:ext uri="{FF2B5EF4-FFF2-40B4-BE49-F238E27FC236}">
                <a16:creationId xmlns:a16="http://schemas.microsoft.com/office/drawing/2014/main" id="{068F102B-A82B-5549-CAED-9E1C1220F48E}"/>
              </a:ext>
            </a:extLst>
          </p:cNvPr>
          <p:cNvGrpSpPr/>
          <p:nvPr/>
        </p:nvGrpSpPr>
        <p:grpSpPr>
          <a:xfrm>
            <a:off x="6945647" y="4755622"/>
            <a:ext cx="1214640" cy="421920"/>
            <a:chOff x="6945647" y="4755622"/>
            <a:chExt cx="1214640" cy="42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7BD763F-F743-C561-9BF4-3DAC5F17B084}"/>
                    </a:ext>
                  </a:extLst>
                </p14:cNvPr>
                <p14:cNvContentPartPr/>
                <p14:nvPr/>
              </p14:nvContentPartPr>
              <p14:xfrm>
                <a:off x="6945647" y="4963342"/>
                <a:ext cx="298440" cy="1652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7BD763F-F743-C561-9BF4-3DAC5F17B084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928007" y="4945342"/>
                  <a:ext cx="3340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C553A3F-2468-8593-F9E2-18600187EC9F}"/>
                    </a:ext>
                  </a:extLst>
                </p14:cNvPr>
                <p14:cNvContentPartPr/>
                <p14:nvPr/>
              </p14:nvContentPartPr>
              <p14:xfrm>
                <a:off x="7276487" y="4755622"/>
                <a:ext cx="883800" cy="4219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C553A3F-2468-8593-F9E2-18600187EC9F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258847" y="4737622"/>
                  <a:ext cx="91944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21FDCBC-7C41-32A4-66D8-83B9AE8A8D64}"/>
                    </a:ext>
                  </a:extLst>
                </p14:cNvPr>
                <p14:cNvContentPartPr/>
                <p14:nvPr/>
              </p14:nvContentPartPr>
              <p14:xfrm>
                <a:off x="7567727" y="4867582"/>
                <a:ext cx="91440" cy="147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21FDCBC-7C41-32A4-66D8-83B9AE8A8D6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550087" y="4849582"/>
                  <a:ext cx="12708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12E109A8-6FF8-174A-0799-1A36713268B1}"/>
                  </a:ext>
                </a:extLst>
              </p14:cNvPr>
              <p14:cNvContentPartPr/>
              <p14:nvPr/>
            </p14:nvContentPartPr>
            <p14:xfrm>
              <a:off x="8623967" y="4857862"/>
              <a:ext cx="531000" cy="23112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12E109A8-6FF8-174A-0799-1A36713268B1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8606327" y="4840222"/>
                <a:ext cx="56664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63070E22-D1B7-465E-BDF7-06D0DBA110CF}"/>
                  </a:ext>
                </a:extLst>
              </p14:cNvPr>
              <p14:cNvContentPartPr/>
              <p14:nvPr/>
            </p14:nvContentPartPr>
            <p14:xfrm>
              <a:off x="9011687" y="4686142"/>
              <a:ext cx="41040" cy="1692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63070E22-D1B7-465E-BDF7-06D0DBA110CF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8993687" y="4668502"/>
                <a:ext cx="7668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43B946A7-0691-3E24-B26C-E8F871F07238}"/>
                  </a:ext>
                </a:extLst>
              </p14:cNvPr>
              <p14:cNvContentPartPr/>
              <p14:nvPr/>
            </p14:nvContentPartPr>
            <p14:xfrm>
              <a:off x="9737087" y="4750222"/>
              <a:ext cx="704880" cy="32220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43B946A7-0691-3E24-B26C-E8F871F07238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9719447" y="4732582"/>
                <a:ext cx="74052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90934C1C-4226-1ED4-2CF3-E07A0A8FB8C9}"/>
                  </a:ext>
                </a:extLst>
              </p14:cNvPr>
              <p14:cNvContentPartPr/>
              <p14:nvPr/>
            </p14:nvContentPartPr>
            <p14:xfrm>
              <a:off x="9782087" y="4807462"/>
              <a:ext cx="248040" cy="5328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90934C1C-4226-1ED4-2CF3-E07A0A8FB8C9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9764087" y="4789462"/>
                <a:ext cx="28368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732C09D9-B44B-E827-117E-C4D3AF3153EF}"/>
                  </a:ext>
                </a:extLst>
              </p14:cNvPr>
              <p14:cNvContentPartPr/>
              <p14:nvPr/>
            </p14:nvContentPartPr>
            <p14:xfrm>
              <a:off x="9892247" y="4691902"/>
              <a:ext cx="82800" cy="20232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732C09D9-B44B-E827-117E-C4D3AF3153EF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9874607" y="4674262"/>
                <a:ext cx="11844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E7B7CFD0-9652-9096-1AFF-CD7B95CE324B}"/>
                  </a:ext>
                </a:extLst>
              </p14:cNvPr>
              <p14:cNvContentPartPr/>
              <p14:nvPr/>
            </p14:nvContentPartPr>
            <p14:xfrm>
              <a:off x="255407" y="5661382"/>
              <a:ext cx="269280" cy="24012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E7B7CFD0-9652-9096-1AFF-CD7B95CE324B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237767" y="5643382"/>
                <a:ext cx="30492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60861EDC-0BA7-461A-6AEE-F67400CC6A8E}"/>
                  </a:ext>
                </a:extLst>
              </p14:cNvPr>
              <p14:cNvContentPartPr/>
              <p14:nvPr/>
            </p14:nvContentPartPr>
            <p14:xfrm>
              <a:off x="573287" y="5679382"/>
              <a:ext cx="122040" cy="57708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60861EDC-0BA7-461A-6AEE-F67400CC6A8E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555647" y="5661382"/>
                <a:ext cx="157680" cy="61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101BB6D4-7F41-8384-93D1-F757755B170D}"/>
                  </a:ext>
                </a:extLst>
              </p14:cNvPr>
              <p14:cNvContentPartPr/>
              <p14:nvPr/>
            </p14:nvContentPartPr>
            <p14:xfrm>
              <a:off x="643847" y="5725822"/>
              <a:ext cx="141480" cy="15732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101BB6D4-7F41-8384-93D1-F757755B170D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626207" y="5708182"/>
                <a:ext cx="17712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0ABEE50B-59CC-3C76-C563-827993EEF955}"/>
                  </a:ext>
                </a:extLst>
              </p14:cNvPr>
              <p14:cNvContentPartPr/>
              <p14:nvPr/>
            </p14:nvContentPartPr>
            <p14:xfrm>
              <a:off x="865967" y="5696302"/>
              <a:ext cx="137160" cy="1468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0ABEE50B-59CC-3C76-C563-827993EEF955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847967" y="5678302"/>
                <a:ext cx="17280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25B5F873-3424-EDA1-3E45-ADB1A31FFAF9}"/>
                  </a:ext>
                </a:extLst>
              </p14:cNvPr>
              <p14:cNvContentPartPr/>
              <p14:nvPr/>
            </p14:nvContentPartPr>
            <p14:xfrm>
              <a:off x="1097807" y="5667862"/>
              <a:ext cx="124560" cy="21168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25B5F873-3424-EDA1-3E45-ADB1A31FFAF9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1079807" y="5650222"/>
                <a:ext cx="16020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85B1EAEE-1E50-8505-F34E-0D681A7E73C7}"/>
                  </a:ext>
                </a:extLst>
              </p14:cNvPr>
              <p14:cNvContentPartPr/>
              <p14:nvPr/>
            </p14:nvContentPartPr>
            <p14:xfrm>
              <a:off x="1332887" y="5688382"/>
              <a:ext cx="223560" cy="16632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85B1EAEE-1E50-8505-F34E-0D681A7E73C7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1315247" y="5670382"/>
                <a:ext cx="25920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AE0A5699-B8F9-A1B3-BC43-CC17CC785BE6}"/>
                  </a:ext>
                </a:extLst>
              </p14:cNvPr>
              <p14:cNvContentPartPr/>
              <p14:nvPr/>
            </p14:nvContentPartPr>
            <p14:xfrm>
              <a:off x="2100407" y="5724382"/>
              <a:ext cx="654120" cy="19836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AE0A5699-B8F9-A1B3-BC43-CC17CC785BE6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2082767" y="5706382"/>
                <a:ext cx="68976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68E3E210-BDA1-AE6F-3691-D0B92E856C69}"/>
                  </a:ext>
                </a:extLst>
              </p14:cNvPr>
              <p14:cNvContentPartPr/>
              <p14:nvPr/>
            </p14:nvContentPartPr>
            <p14:xfrm>
              <a:off x="2753087" y="5583622"/>
              <a:ext cx="41760" cy="2268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68E3E210-BDA1-AE6F-3691-D0B92E856C69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2735087" y="5565982"/>
                <a:ext cx="7740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39CD3780-6407-6D8A-AAF7-177C60254DA0}"/>
                  </a:ext>
                </a:extLst>
              </p14:cNvPr>
              <p14:cNvContentPartPr/>
              <p14:nvPr/>
            </p14:nvContentPartPr>
            <p14:xfrm>
              <a:off x="2824007" y="5690902"/>
              <a:ext cx="138960" cy="40356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39CD3780-6407-6D8A-AAF7-177C60254DA0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2806367" y="5672902"/>
                <a:ext cx="174600" cy="43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DF012CF7-FA21-4B92-8B98-750C867C8F42}"/>
                  </a:ext>
                </a:extLst>
              </p14:cNvPr>
              <p14:cNvContentPartPr/>
              <p14:nvPr/>
            </p14:nvContentPartPr>
            <p14:xfrm>
              <a:off x="3150527" y="5668582"/>
              <a:ext cx="137160" cy="13320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DF012CF7-FA21-4B92-8B98-750C867C8F42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3132887" y="5650582"/>
                <a:ext cx="17280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042818FD-0BAF-3E81-7202-8CD1697179B8}"/>
                  </a:ext>
                </a:extLst>
              </p14:cNvPr>
              <p14:cNvContentPartPr/>
              <p14:nvPr/>
            </p14:nvContentPartPr>
            <p14:xfrm>
              <a:off x="3422327" y="5362582"/>
              <a:ext cx="667800" cy="106776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042818FD-0BAF-3E81-7202-8CD1697179B8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3404327" y="5344582"/>
                <a:ext cx="703440" cy="11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57F2B35D-E534-C7DF-1882-0804E2270E73}"/>
                  </a:ext>
                </a:extLst>
              </p14:cNvPr>
              <p14:cNvContentPartPr/>
              <p14:nvPr/>
            </p14:nvContentPartPr>
            <p14:xfrm>
              <a:off x="4731647" y="5759302"/>
              <a:ext cx="3600" cy="540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57F2B35D-E534-C7DF-1882-0804E2270E73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4713647" y="5741302"/>
                <a:ext cx="392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29F8DDBA-F085-5E14-9A3F-C8FB9ACBD2DB}"/>
                  </a:ext>
                </a:extLst>
              </p14:cNvPr>
              <p14:cNvContentPartPr/>
              <p14:nvPr/>
            </p14:nvContentPartPr>
            <p14:xfrm>
              <a:off x="11523767" y="1883902"/>
              <a:ext cx="2160" cy="648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29F8DDBA-F085-5E14-9A3F-C8FB9ACBD2DB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11506127" y="1865902"/>
                <a:ext cx="378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91D0D597-AA81-869B-8FF8-C4F554E01B16}"/>
                  </a:ext>
                </a:extLst>
              </p14:cNvPr>
              <p14:cNvContentPartPr/>
              <p14:nvPr/>
            </p14:nvContentPartPr>
            <p14:xfrm>
              <a:off x="11894927" y="2592742"/>
              <a:ext cx="4680" cy="648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91D0D597-AA81-869B-8FF8-C4F554E01B16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11877287" y="2574742"/>
                <a:ext cx="4032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4" name="Group 243">
            <a:extLst>
              <a:ext uri="{FF2B5EF4-FFF2-40B4-BE49-F238E27FC236}">
                <a16:creationId xmlns:a16="http://schemas.microsoft.com/office/drawing/2014/main" id="{FFA0CAC8-0269-7D3C-E6A8-558C18BC1CD5}"/>
              </a:ext>
            </a:extLst>
          </p:cNvPr>
          <p:cNvGrpSpPr/>
          <p:nvPr/>
        </p:nvGrpSpPr>
        <p:grpSpPr>
          <a:xfrm>
            <a:off x="9775607" y="1215742"/>
            <a:ext cx="1666440" cy="1658520"/>
            <a:chOff x="9775607" y="1215742"/>
            <a:chExt cx="1666440" cy="165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2DDE7FA-FCEB-70F4-A5D1-B37E5F2F98F6}"/>
                    </a:ext>
                  </a:extLst>
                </p14:cNvPr>
                <p14:cNvContentPartPr/>
                <p14:nvPr/>
              </p14:nvContentPartPr>
              <p14:xfrm>
                <a:off x="10594247" y="2527222"/>
                <a:ext cx="3600" cy="21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2DDE7FA-FCEB-70F4-A5D1-B37E5F2F98F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576607" y="2509222"/>
                  <a:ext cx="39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A72EA01-3DDA-FABB-B322-400905876BDE}"/>
                    </a:ext>
                  </a:extLst>
                </p14:cNvPr>
                <p14:cNvContentPartPr/>
                <p14:nvPr/>
              </p14:nvContentPartPr>
              <p14:xfrm>
                <a:off x="11431247" y="2871022"/>
                <a:ext cx="10800" cy="32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A72EA01-3DDA-FABB-B322-400905876BDE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1413247" y="2853382"/>
                  <a:ext cx="464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20A4DF9-C7D5-4164-6303-01FACD5D4581}"/>
                    </a:ext>
                  </a:extLst>
                </p14:cNvPr>
                <p14:cNvContentPartPr/>
                <p14:nvPr/>
              </p14:nvContentPartPr>
              <p14:xfrm>
                <a:off x="10137767" y="1366942"/>
                <a:ext cx="9000" cy="28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20A4DF9-C7D5-4164-6303-01FACD5D4581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120127" y="1348942"/>
                  <a:ext cx="446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8440E2F-5A14-9643-C22E-9FB71B59961D}"/>
                    </a:ext>
                  </a:extLst>
                </p14:cNvPr>
                <p14:cNvContentPartPr/>
                <p14:nvPr/>
              </p14:nvContentPartPr>
              <p14:xfrm>
                <a:off x="9775607" y="1900462"/>
                <a:ext cx="360" cy="86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8440E2F-5A14-9643-C22E-9FB71B59961D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757607" y="1882822"/>
                  <a:ext cx="360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93DCD6C-BFC6-D719-CF82-648C4727CEB0}"/>
                    </a:ext>
                  </a:extLst>
                </p14:cNvPr>
                <p14:cNvContentPartPr/>
                <p14:nvPr/>
              </p14:nvContentPartPr>
              <p14:xfrm>
                <a:off x="10206887" y="1805422"/>
                <a:ext cx="7920" cy="50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93DCD6C-BFC6-D719-CF82-648C4727CEB0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0188887" y="1787422"/>
                  <a:ext cx="43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0FCAA58-0DE5-F066-7703-2E045C629AF9}"/>
                    </a:ext>
                  </a:extLst>
                </p14:cNvPr>
                <p14:cNvContentPartPr/>
                <p14:nvPr/>
              </p14:nvContentPartPr>
              <p14:xfrm>
                <a:off x="9823127" y="2476822"/>
                <a:ext cx="16920" cy="97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D0FCAA58-0DE5-F066-7703-2E045C629AF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805127" y="2459182"/>
                  <a:ext cx="525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B5E2F63B-CDF6-F075-42A3-093323550318}"/>
                    </a:ext>
                  </a:extLst>
                </p14:cNvPr>
                <p14:cNvContentPartPr/>
                <p14:nvPr/>
              </p14:nvContentPartPr>
              <p14:xfrm>
                <a:off x="10740767" y="1215742"/>
                <a:ext cx="5400" cy="10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B5E2F63B-CDF6-F075-42A3-093323550318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0723127" y="1198102"/>
                  <a:ext cx="41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44232DA-C0D7-1D8A-A1A9-DFF75DA7EAE2}"/>
                    </a:ext>
                  </a:extLst>
                </p14:cNvPr>
                <p14:cNvContentPartPr/>
                <p14:nvPr/>
              </p14:nvContentPartPr>
              <p14:xfrm>
                <a:off x="10682087" y="1254982"/>
                <a:ext cx="7200" cy="82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44232DA-C0D7-1D8A-A1A9-DFF75DA7EAE2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0664447" y="1236982"/>
                  <a:ext cx="4284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5C4FC51A-2791-0B00-1D58-EC38A526CED9}"/>
              </a:ext>
            </a:extLst>
          </p:cNvPr>
          <p:cNvGrpSpPr/>
          <p:nvPr/>
        </p:nvGrpSpPr>
        <p:grpSpPr>
          <a:xfrm>
            <a:off x="4319447" y="2005222"/>
            <a:ext cx="405000" cy="175320"/>
            <a:chOff x="4319447" y="2005222"/>
            <a:chExt cx="405000" cy="17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5DBD6E0-788B-2F70-FDD2-A8719830A3AE}"/>
                    </a:ext>
                  </a:extLst>
                </p14:cNvPr>
                <p14:cNvContentPartPr/>
                <p14:nvPr/>
              </p14:nvContentPartPr>
              <p14:xfrm>
                <a:off x="4339607" y="2011702"/>
                <a:ext cx="236160" cy="1130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5DBD6E0-788B-2F70-FDD2-A8719830A3AE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321607" y="1994062"/>
                  <a:ext cx="2718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9BB1315-59DB-23D2-848A-87CF8559FBBB}"/>
                    </a:ext>
                  </a:extLst>
                </p14:cNvPr>
                <p14:cNvContentPartPr/>
                <p14:nvPr/>
              </p14:nvContentPartPr>
              <p14:xfrm>
                <a:off x="4319447" y="2005222"/>
                <a:ext cx="405000" cy="1753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9BB1315-59DB-23D2-848A-87CF8559FBBB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301807" y="1987222"/>
                  <a:ext cx="44064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BBA88861-CC79-0468-C205-8B637B07F6E6}"/>
              </a:ext>
            </a:extLst>
          </p:cNvPr>
          <p:cNvGrpSpPr/>
          <p:nvPr/>
        </p:nvGrpSpPr>
        <p:grpSpPr>
          <a:xfrm>
            <a:off x="3678287" y="506542"/>
            <a:ext cx="94320" cy="67680"/>
            <a:chOff x="3678287" y="506542"/>
            <a:chExt cx="94320" cy="6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9C7436F-7DDB-6A29-2AA5-810CE7E42439}"/>
                    </a:ext>
                  </a:extLst>
                </p14:cNvPr>
                <p14:cNvContentPartPr/>
                <p14:nvPr/>
              </p14:nvContentPartPr>
              <p14:xfrm>
                <a:off x="3678287" y="506542"/>
                <a:ext cx="7200" cy="36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9C7436F-7DDB-6A29-2AA5-810CE7E42439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660287" y="488542"/>
                  <a:ext cx="428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DCCF989-6641-AFB3-BF37-E4FE082E0127}"/>
                    </a:ext>
                  </a:extLst>
                </p14:cNvPr>
                <p14:cNvContentPartPr/>
                <p14:nvPr/>
              </p14:nvContentPartPr>
              <p14:xfrm>
                <a:off x="3730847" y="534262"/>
                <a:ext cx="1080" cy="82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DCCF989-6641-AFB3-BF37-E4FE082E012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713207" y="516622"/>
                  <a:ext cx="367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D53548AB-020A-27B8-FB97-18EA41497301}"/>
                    </a:ext>
                  </a:extLst>
                </p14:cNvPr>
                <p14:cNvContentPartPr/>
                <p14:nvPr/>
              </p14:nvContentPartPr>
              <p14:xfrm>
                <a:off x="3742007" y="562702"/>
                <a:ext cx="360" cy="3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D53548AB-020A-27B8-FB97-18EA4149730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724007" y="5450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BE9F248-C6ED-CC98-F81B-1B42BA8AAAE9}"/>
                    </a:ext>
                  </a:extLst>
                </p14:cNvPr>
                <p14:cNvContentPartPr/>
                <p14:nvPr/>
              </p14:nvContentPartPr>
              <p14:xfrm>
                <a:off x="3772247" y="573862"/>
                <a:ext cx="360" cy="3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BE9F248-C6ED-CC98-F81B-1B42BA8AAAE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754607" y="55622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17577A7A-3FF4-E123-C8F0-6C651237B621}"/>
                  </a:ext>
                </a:extLst>
              </p14:cNvPr>
              <p14:cNvContentPartPr/>
              <p14:nvPr/>
            </p14:nvContentPartPr>
            <p14:xfrm>
              <a:off x="3122807" y="859702"/>
              <a:ext cx="2880" cy="288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17577A7A-3FF4-E123-C8F0-6C651237B621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3105167" y="841702"/>
                <a:ext cx="385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4F2BBB6E-797E-DFC6-B61F-44D582AA1EB2}"/>
                  </a:ext>
                </a:extLst>
              </p14:cNvPr>
              <p14:cNvContentPartPr/>
              <p14:nvPr/>
            </p14:nvContentPartPr>
            <p14:xfrm>
              <a:off x="2420087" y="2941582"/>
              <a:ext cx="5760" cy="468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4F2BBB6E-797E-DFC6-B61F-44D582AA1EB2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2402447" y="2923582"/>
                <a:ext cx="414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A55CB622-651A-EA96-38E4-3F65B4BF2D9E}"/>
                  </a:ext>
                </a:extLst>
              </p14:cNvPr>
              <p14:cNvContentPartPr/>
              <p14:nvPr/>
            </p14:nvContentPartPr>
            <p14:xfrm>
              <a:off x="4053767" y="2882182"/>
              <a:ext cx="9000" cy="720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A55CB622-651A-EA96-38E4-3F65B4BF2D9E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4035767" y="2864182"/>
                <a:ext cx="446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00EE2D99-4AB4-9B55-D484-0E5C7A04AB19}"/>
                  </a:ext>
                </a:extLst>
              </p14:cNvPr>
              <p14:cNvContentPartPr/>
              <p14:nvPr/>
            </p14:nvContentPartPr>
            <p14:xfrm>
              <a:off x="9925007" y="2568982"/>
              <a:ext cx="5760" cy="468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00EE2D99-4AB4-9B55-D484-0E5C7A04AB19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9907367" y="2551342"/>
                <a:ext cx="414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4A196AC3-E2F7-2E57-BE4A-4585A2A057D9}"/>
                  </a:ext>
                </a:extLst>
              </p14:cNvPr>
              <p14:cNvContentPartPr/>
              <p14:nvPr/>
            </p14:nvContentPartPr>
            <p14:xfrm>
              <a:off x="2675327" y="5665342"/>
              <a:ext cx="33120" cy="4932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4A196AC3-E2F7-2E57-BE4A-4585A2A057D9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2657687" y="5647342"/>
                <a:ext cx="68760" cy="8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4779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D554A0D-4E54-DBD6-21A0-FAA24AE9F2A9}"/>
              </a:ext>
            </a:extLst>
          </p:cNvPr>
          <p:cNvGrpSpPr/>
          <p:nvPr/>
        </p:nvGrpSpPr>
        <p:grpSpPr>
          <a:xfrm>
            <a:off x="149927" y="296302"/>
            <a:ext cx="729360" cy="199440"/>
            <a:chOff x="149927" y="296302"/>
            <a:chExt cx="729360" cy="19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D476743-682C-029C-A8B7-196C42C2CB3E}"/>
                    </a:ext>
                  </a:extLst>
                </p14:cNvPr>
                <p14:cNvContentPartPr/>
                <p14:nvPr/>
              </p14:nvContentPartPr>
              <p14:xfrm>
                <a:off x="149927" y="296302"/>
                <a:ext cx="154080" cy="190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D476743-682C-029C-A8B7-196C42C2CB3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2287" y="278302"/>
                  <a:ext cx="189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57C31F6-81B9-F16C-F1B4-FCB7FF2A9986}"/>
                    </a:ext>
                  </a:extLst>
                </p14:cNvPr>
                <p14:cNvContentPartPr/>
                <p14:nvPr/>
              </p14:nvContentPartPr>
              <p14:xfrm>
                <a:off x="366647" y="311062"/>
                <a:ext cx="175680" cy="184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57C31F6-81B9-F16C-F1B4-FCB7FF2A998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8647" y="293422"/>
                  <a:ext cx="211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DF28C62-37F5-3B76-4288-BC0914FD4C95}"/>
                    </a:ext>
                  </a:extLst>
                </p14:cNvPr>
                <p14:cNvContentPartPr/>
                <p14:nvPr/>
              </p14:nvContentPartPr>
              <p14:xfrm>
                <a:off x="742127" y="382342"/>
                <a:ext cx="137160" cy="23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DF28C62-37F5-3B76-4288-BC0914FD4C9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4127" y="364342"/>
                  <a:ext cx="172800" cy="5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57F8F92-0AB3-ACEC-E35D-7AFB5F8CF4C0}"/>
                  </a:ext>
                </a:extLst>
              </p14:cNvPr>
              <p14:cNvContentPartPr/>
              <p14:nvPr/>
            </p14:nvContentPartPr>
            <p14:xfrm>
              <a:off x="2883047" y="92542"/>
              <a:ext cx="221040" cy="838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57F8F92-0AB3-ACEC-E35D-7AFB5F8CF4C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65047" y="74542"/>
                <a:ext cx="256680" cy="87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7F9C913-C8F4-D335-4FA5-2B80E54EEE69}"/>
                  </a:ext>
                </a:extLst>
              </p14:cNvPr>
              <p14:cNvContentPartPr/>
              <p14:nvPr/>
            </p14:nvContentPartPr>
            <p14:xfrm>
              <a:off x="4469207" y="935662"/>
              <a:ext cx="4680" cy="169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7F9C913-C8F4-D335-4FA5-2B80E54EEE6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51567" y="918022"/>
                <a:ext cx="4032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788FD5AC-F74A-DC20-71DB-2382B4B1846D}"/>
              </a:ext>
            </a:extLst>
          </p:cNvPr>
          <p:cNvGrpSpPr/>
          <p:nvPr/>
        </p:nvGrpSpPr>
        <p:grpSpPr>
          <a:xfrm>
            <a:off x="3302807" y="120622"/>
            <a:ext cx="2432160" cy="672120"/>
            <a:chOff x="3302807" y="120622"/>
            <a:chExt cx="2432160" cy="67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FA75EA5-F752-4496-ECF1-905CB129A842}"/>
                    </a:ext>
                  </a:extLst>
                </p14:cNvPr>
                <p14:cNvContentPartPr/>
                <p14:nvPr/>
              </p14:nvContentPartPr>
              <p14:xfrm>
                <a:off x="3302807" y="274702"/>
                <a:ext cx="134640" cy="412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FA75EA5-F752-4496-ECF1-905CB129A84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85167" y="256702"/>
                  <a:ext cx="17028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F83943E-59EE-4E2B-CDE2-A1DE4EBD9D39}"/>
                    </a:ext>
                  </a:extLst>
                </p14:cNvPr>
                <p14:cNvContentPartPr/>
                <p14:nvPr/>
              </p14:nvContentPartPr>
              <p14:xfrm>
                <a:off x="3586487" y="470182"/>
                <a:ext cx="149040" cy="153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83943E-59EE-4E2B-CDE2-A1DE4EBD9D3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68847" y="452182"/>
                  <a:ext cx="1846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ADFEFEF-DCD0-C8EA-DB39-77F66F00B848}"/>
                    </a:ext>
                  </a:extLst>
                </p14:cNvPr>
                <p14:cNvContentPartPr/>
                <p14:nvPr/>
              </p14:nvContentPartPr>
              <p14:xfrm>
                <a:off x="3834527" y="603742"/>
                <a:ext cx="37800" cy="84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ADFEFEF-DCD0-C8EA-DB39-77F66F00B84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16887" y="586102"/>
                  <a:ext cx="73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449C0A9-62B6-6D84-1C73-A7E128B37D15}"/>
                    </a:ext>
                  </a:extLst>
                </p14:cNvPr>
                <p14:cNvContentPartPr/>
                <p14:nvPr/>
              </p14:nvContentPartPr>
              <p14:xfrm>
                <a:off x="3956207" y="467662"/>
                <a:ext cx="194760" cy="316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449C0A9-62B6-6D84-1C73-A7E128B37D1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38567" y="450022"/>
                  <a:ext cx="2304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5A20C8D-FBE1-49D2-5776-5CB55F7A54CE}"/>
                    </a:ext>
                  </a:extLst>
                </p14:cNvPr>
                <p14:cNvContentPartPr/>
                <p14:nvPr/>
              </p14:nvContentPartPr>
              <p14:xfrm>
                <a:off x="4180847" y="578182"/>
                <a:ext cx="52920" cy="138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5A20C8D-FBE1-49D2-5776-5CB55F7A54C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62847" y="560542"/>
                  <a:ext cx="885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9AC137E-5020-1C4D-CC0C-52CFD592927E}"/>
                    </a:ext>
                  </a:extLst>
                </p14:cNvPr>
                <p14:cNvContentPartPr/>
                <p14:nvPr/>
              </p14:nvContentPartPr>
              <p14:xfrm>
                <a:off x="4334927" y="475222"/>
                <a:ext cx="198720" cy="139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9AC137E-5020-1C4D-CC0C-52CFD592927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16927" y="457582"/>
                  <a:ext cx="2343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BC21847-B02A-9304-7A9F-6E8CB13A693C}"/>
                    </a:ext>
                  </a:extLst>
                </p14:cNvPr>
                <p14:cNvContentPartPr/>
                <p14:nvPr/>
              </p14:nvContentPartPr>
              <p14:xfrm>
                <a:off x="4583687" y="199822"/>
                <a:ext cx="173880" cy="592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BC21847-B02A-9304-7A9F-6E8CB13A693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66047" y="182182"/>
                  <a:ext cx="209520" cy="62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5400611-42F5-8C0C-0857-1F53C8509648}"/>
                    </a:ext>
                  </a:extLst>
                </p14:cNvPr>
                <p14:cNvContentPartPr/>
                <p14:nvPr/>
              </p14:nvContentPartPr>
              <p14:xfrm>
                <a:off x="4940447" y="350662"/>
                <a:ext cx="181800" cy="258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5400611-42F5-8C0C-0857-1F53C850964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22447" y="332662"/>
                  <a:ext cx="2174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3F101EC-6767-6EAB-A7D2-9936DFC2143D}"/>
                    </a:ext>
                  </a:extLst>
                </p14:cNvPr>
                <p14:cNvContentPartPr/>
                <p14:nvPr/>
              </p14:nvContentPartPr>
              <p14:xfrm>
                <a:off x="4946927" y="504022"/>
                <a:ext cx="146160" cy="20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3F101EC-6767-6EAB-A7D2-9936DFC2143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28927" y="486382"/>
                  <a:ext cx="1818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2160969-FD56-C16D-CA20-094248ACF776}"/>
                    </a:ext>
                  </a:extLst>
                </p14:cNvPr>
                <p14:cNvContentPartPr/>
                <p14:nvPr/>
              </p14:nvContentPartPr>
              <p14:xfrm>
                <a:off x="5258687" y="293062"/>
                <a:ext cx="265320" cy="316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2160969-FD56-C16D-CA20-094248ACF77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40687" y="275422"/>
                  <a:ext cx="30096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62DEC66-FAAB-36A1-FA27-9033C0A1D075}"/>
                    </a:ext>
                  </a:extLst>
                </p14:cNvPr>
                <p14:cNvContentPartPr/>
                <p14:nvPr/>
              </p14:nvContentPartPr>
              <p14:xfrm>
                <a:off x="5620847" y="120622"/>
                <a:ext cx="114120" cy="177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62DEC66-FAAB-36A1-FA27-9033C0A1D07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602847" y="102622"/>
                  <a:ext cx="149760" cy="21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3A1B59C-5B69-C245-DC35-0B119AE9BEDF}"/>
                  </a:ext>
                </a:extLst>
              </p14:cNvPr>
              <p14:cNvContentPartPr/>
              <p14:nvPr/>
            </p14:nvContentPartPr>
            <p14:xfrm>
              <a:off x="6020447" y="168142"/>
              <a:ext cx="93960" cy="7408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3A1B59C-5B69-C245-DC35-0B119AE9BED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002447" y="150502"/>
                <a:ext cx="129600" cy="77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C0A81189-15E6-4264-7C22-15041802DBEE}"/>
              </a:ext>
            </a:extLst>
          </p:cNvPr>
          <p:cNvGrpSpPr/>
          <p:nvPr/>
        </p:nvGrpSpPr>
        <p:grpSpPr>
          <a:xfrm>
            <a:off x="6705167" y="289462"/>
            <a:ext cx="1791000" cy="519840"/>
            <a:chOff x="6705167" y="289462"/>
            <a:chExt cx="1791000" cy="51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09C9A8B-6A69-04C0-B8A1-F37B31885184}"/>
                    </a:ext>
                  </a:extLst>
                </p14:cNvPr>
                <p14:cNvContentPartPr/>
                <p14:nvPr/>
              </p14:nvContentPartPr>
              <p14:xfrm>
                <a:off x="6705167" y="318262"/>
                <a:ext cx="340200" cy="213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09C9A8B-6A69-04C0-B8A1-F37B3188518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87167" y="300622"/>
                  <a:ext cx="3758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636F51E-9594-4BE0-C682-6EE665D92139}"/>
                    </a:ext>
                  </a:extLst>
                </p14:cNvPr>
                <p14:cNvContentPartPr/>
                <p14:nvPr/>
              </p14:nvContentPartPr>
              <p14:xfrm>
                <a:off x="7056527" y="371902"/>
                <a:ext cx="155880" cy="44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636F51E-9594-4BE0-C682-6EE665D9213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038527" y="354262"/>
                  <a:ext cx="1915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765C7D-AB86-5F63-37E3-FF5275586644}"/>
                    </a:ext>
                  </a:extLst>
                </p14:cNvPr>
                <p14:cNvContentPartPr/>
                <p14:nvPr/>
              </p14:nvContentPartPr>
              <p14:xfrm>
                <a:off x="7090007" y="328702"/>
                <a:ext cx="21600" cy="183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765C7D-AB86-5F63-37E3-FF527558664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072367" y="310702"/>
                  <a:ext cx="572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FBE3D35-A8BD-702A-6452-6132BEAA27A3}"/>
                    </a:ext>
                  </a:extLst>
                </p14:cNvPr>
                <p14:cNvContentPartPr/>
                <p14:nvPr/>
              </p14:nvContentPartPr>
              <p14:xfrm>
                <a:off x="7161647" y="289462"/>
                <a:ext cx="265320" cy="519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FBE3D35-A8BD-702A-6452-6132BEAA27A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44007" y="271462"/>
                  <a:ext cx="30096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1305A5C-A89C-56F0-7822-4F6C12FC08FE}"/>
                    </a:ext>
                  </a:extLst>
                </p14:cNvPr>
                <p14:cNvContentPartPr/>
                <p14:nvPr/>
              </p14:nvContentPartPr>
              <p14:xfrm>
                <a:off x="7581047" y="385942"/>
                <a:ext cx="157320" cy="47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1305A5C-A89C-56F0-7822-4F6C12FC08F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63047" y="368302"/>
                  <a:ext cx="1929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6F651DD-C3CC-562F-9880-101020C8EFAE}"/>
                    </a:ext>
                  </a:extLst>
                </p14:cNvPr>
                <p14:cNvContentPartPr/>
                <p14:nvPr/>
              </p14:nvContentPartPr>
              <p14:xfrm>
                <a:off x="7602287" y="318262"/>
                <a:ext cx="67680" cy="248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6F651DD-C3CC-562F-9880-101020C8EFA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584287" y="300262"/>
                  <a:ext cx="1033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182247B-DF82-64CB-D243-E45591EA86A9}"/>
                    </a:ext>
                  </a:extLst>
                </p14:cNvPr>
                <p14:cNvContentPartPr/>
                <p14:nvPr/>
              </p14:nvContentPartPr>
              <p14:xfrm>
                <a:off x="7819727" y="312142"/>
                <a:ext cx="240120" cy="210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182247B-DF82-64CB-D243-E45591EA86A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802087" y="294502"/>
                  <a:ext cx="2757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CA2F478-DDCD-B6B2-C965-B68184CAF8B6}"/>
                    </a:ext>
                  </a:extLst>
                </p14:cNvPr>
                <p14:cNvContentPartPr/>
                <p14:nvPr/>
              </p14:nvContentPartPr>
              <p14:xfrm>
                <a:off x="8290967" y="330502"/>
                <a:ext cx="162360" cy="44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CA2F478-DDCD-B6B2-C965-B68184CAF8B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73327" y="312502"/>
                  <a:ext cx="1980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640C11B-7F45-75E2-EA37-C854DFE97EA3}"/>
                    </a:ext>
                  </a:extLst>
                </p14:cNvPr>
                <p14:cNvContentPartPr/>
                <p14:nvPr/>
              </p14:nvContentPartPr>
              <p14:xfrm>
                <a:off x="8294927" y="412582"/>
                <a:ext cx="201240" cy="33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640C11B-7F45-75E2-EA37-C854DFE97EA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76927" y="394582"/>
                  <a:ext cx="23688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FD968A7-6F76-40E6-3C6E-E05FBF99AA8D}"/>
              </a:ext>
            </a:extLst>
          </p:cNvPr>
          <p:cNvGrpSpPr/>
          <p:nvPr/>
        </p:nvGrpSpPr>
        <p:grpSpPr>
          <a:xfrm>
            <a:off x="8804327" y="19822"/>
            <a:ext cx="682200" cy="916560"/>
            <a:chOff x="8804327" y="19822"/>
            <a:chExt cx="682200" cy="91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81F3568-FA09-98CE-5DBB-02001407F501}"/>
                    </a:ext>
                  </a:extLst>
                </p14:cNvPr>
                <p14:cNvContentPartPr/>
                <p14:nvPr/>
              </p14:nvContentPartPr>
              <p14:xfrm>
                <a:off x="8804327" y="193342"/>
                <a:ext cx="171360" cy="224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81F3568-FA09-98CE-5DBB-02001407F50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86327" y="175342"/>
                  <a:ext cx="2070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BD49F26-0418-C453-87B2-35668972C350}"/>
                    </a:ext>
                  </a:extLst>
                </p14:cNvPr>
                <p14:cNvContentPartPr/>
                <p14:nvPr/>
              </p14:nvContentPartPr>
              <p14:xfrm>
                <a:off x="8961647" y="19822"/>
                <a:ext cx="524880" cy="916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BD49F26-0418-C453-87B2-35668972C35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43647" y="1822"/>
                  <a:ext cx="560520" cy="9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5DEE302-84D3-5F9D-317F-419318544128}"/>
              </a:ext>
            </a:extLst>
          </p:cNvPr>
          <p:cNvGrpSpPr/>
          <p:nvPr/>
        </p:nvGrpSpPr>
        <p:grpSpPr>
          <a:xfrm>
            <a:off x="412727" y="1239502"/>
            <a:ext cx="752400" cy="401760"/>
            <a:chOff x="412727" y="1239502"/>
            <a:chExt cx="752400" cy="40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6F3DD92-09F9-E1EF-5451-9C8309B9B9D7}"/>
                    </a:ext>
                  </a:extLst>
                </p14:cNvPr>
                <p14:cNvContentPartPr/>
                <p14:nvPr/>
              </p14:nvContentPartPr>
              <p14:xfrm>
                <a:off x="458447" y="1294582"/>
                <a:ext cx="54720" cy="346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6F3DD92-09F9-E1EF-5451-9C8309B9B9D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0447" y="1276582"/>
                  <a:ext cx="903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6443283-8CDF-18A2-93E2-02760690E39D}"/>
                    </a:ext>
                  </a:extLst>
                </p14:cNvPr>
                <p14:cNvContentPartPr/>
                <p14:nvPr/>
              </p14:nvContentPartPr>
              <p14:xfrm>
                <a:off x="460247" y="1239502"/>
                <a:ext cx="250560" cy="94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6443283-8CDF-18A2-93E2-02760690E39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2247" y="1221502"/>
                  <a:ext cx="2862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6E050ED-72D1-7E38-B73D-6556EF0A4AEB}"/>
                    </a:ext>
                  </a:extLst>
                </p14:cNvPr>
                <p14:cNvContentPartPr/>
                <p14:nvPr/>
              </p14:nvContentPartPr>
              <p14:xfrm>
                <a:off x="412727" y="1434982"/>
                <a:ext cx="177120" cy="69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6E050ED-72D1-7E38-B73D-6556EF0A4AE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4727" y="1416982"/>
                  <a:ext cx="212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9B0A844-A79E-0A21-8B29-3B600227CFE3}"/>
                    </a:ext>
                  </a:extLst>
                </p14:cNvPr>
                <p14:cNvContentPartPr/>
                <p14:nvPr/>
              </p14:nvContentPartPr>
              <p14:xfrm>
                <a:off x="681647" y="1466302"/>
                <a:ext cx="25200" cy="128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9B0A844-A79E-0A21-8B29-3B600227CFE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3647" y="1448662"/>
                  <a:ext cx="608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4EFDB54-FF58-144A-19E6-49B95198EC34}"/>
                    </a:ext>
                  </a:extLst>
                </p14:cNvPr>
                <p14:cNvContentPartPr/>
                <p14:nvPr/>
              </p14:nvContentPartPr>
              <p14:xfrm>
                <a:off x="737087" y="1322662"/>
                <a:ext cx="11880" cy="26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4EFDB54-FF58-144A-19E6-49B95198EC3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19087" y="1305022"/>
                  <a:ext cx="475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DDB7CFA-00AB-3F38-E719-580D5941FE34}"/>
                    </a:ext>
                  </a:extLst>
                </p14:cNvPr>
                <p14:cNvContentPartPr/>
                <p14:nvPr/>
              </p14:nvContentPartPr>
              <p14:xfrm>
                <a:off x="770207" y="1445422"/>
                <a:ext cx="161640" cy="129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DDB7CFA-00AB-3F38-E719-580D5941FE3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2207" y="1427782"/>
                  <a:ext cx="1972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9FFCBA4-4871-5BDC-CBE8-B6F48468B354}"/>
                    </a:ext>
                  </a:extLst>
                </p14:cNvPr>
                <p14:cNvContentPartPr/>
                <p14:nvPr/>
              </p14:nvContentPartPr>
              <p14:xfrm>
                <a:off x="997727" y="1262182"/>
                <a:ext cx="167400" cy="337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9FFCBA4-4871-5BDC-CBE8-B6F48468B35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80087" y="1244542"/>
                  <a:ext cx="203040" cy="37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FBB280B-D2ED-AA66-285D-C539F6F29AA2}"/>
              </a:ext>
            </a:extLst>
          </p:cNvPr>
          <p:cNvGrpSpPr/>
          <p:nvPr/>
        </p:nvGrpSpPr>
        <p:grpSpPr>
          <a:xfrm>
            <a:off x="1634207" y="1338502"/>
            <a:ext cx="689760" cy="312480"/>
            <a:chOff x="1634207" y="1338502"/>
            <a:chExt cx="689760" cy="31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E234268-422C-F0BD-EA65-7CD4B6D2E2D1}"/>
                    </a:ext>
                  </a:extLst>
                </p14:cNvPr>
                <p14:cNvContentPartPr/>
                <p14:nvPr/>
              </p14:nvContentPartPr>
              <p14:xfrm>
                <a:off x="1662647" y="1338502"/>
                <a:ext cx="661320" cy="312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E234268-422C-F0BD-EA65-7CD4B6D2E2D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645007" y="1320502"/>
                  <a:ext cx="6969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450E221-BEF2-9C6A-BB21-D9F9F81DE7B1}"/>
                    </a:ext>
                  </a:extLst>
                </p14:cNvPr>
                <p14:cNvContentPartPr/>
                <p14:nvPr/>
              </p14:nvContentPartPr>
              <p14:xfrm>
                <a:off x="1634207" y="1447942"/>
                <a:ext cx="201600" cy="23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450E221-BEF2-9C6A-BB21-D9F9F81DE7B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16567" y="1429942"/>
                  <a:ext cx="23724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E63A329-148B-A2E8-2D6F-83997C94B2A3}"/>
              </a:ext>
            </a:extLst>
          </p:cNvPr>
          <p:cNvGrpSpPr/>
          <p:nvPr/>
        </p:nvGrpSpPr>
        <p:grpSpPr>
          <a:xfrm>
            <a:off x="2965127" y="1248142"/>
            <a:ext cx="1044360" cy="391320"/>
            <a:chOff x="2965127" y="1248142"/>
            <a:chExt cx="1044360" cy="39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8011204-2C2A-3B8F-2AB9-BD8723F1C126}"/>
                    </a:ext>
                  </a:extLst>
                </p14:cNvPr>
                <p14:cNvContentPartPr/>
                <p14:nvPr/>
              </p14:nvContentPartPr>
              <p14:xfrm>
                <a:off x="2965127" y="1320142"/>
                <a:ext cx="187200" cy="319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8011204-2C2A-3B8F-2AB9-BD8723F1C12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947487" y="1302142"/>
                  <a:ext cx="2228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83D5152-775A-E48B-DC99-8F16B23DA3DA}"/>
                    </a:ext>
                  </a:extLst>
                </p14:cNvPr>
                <p14:cNvContentPartPr/>
                <p14:nvPr/>
              </p14:nvContentPartPr>
              <p14:xfrm>
                <a:off x="3270407" y="1427422"/>
                <a:ext cx="541440" cy="140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83D5152-775A-E48B-DC99-8F16B23DA3D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252407" y="1409782"/>
                  <a:ext cx="5770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8CBE681-024A-0D9C-19A4-40C229FA4CEA}"/>
                    </a:ext>
                  </a:extLst>
                </p14:cNvPr>
                <p14:cNvContentPartPr/>
                <p14:nvPr/>
              </p14:nvContentPartPr>
              <p14:xfrm>
                <a:off x="3834887" y="1248142"/>
                <a:ext cx="54000" cy="28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8CBE681-024A-0D9C-19A4-40C229FA4CE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816887" y="1230142"/>
                  <a:ext cx="896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34DA996-C454-36A7-AD95-251DD9ED5FF7}"/>
                    </a:ext>
                  </a:extLst>
                </p14:cNvPr>
                <p14:cNvContentPartPr/>
                <p14:nvPr/>
              </p14:nvContentPartPr>
              <p14:xfrm>
                <a:off x="3862247" y="1389262"/>
                <a:ext cx="147240" cy="175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34DA996-C454-36A7-AD95-251DD9ED5FF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844247" y="1371622"/>
                  <a:ext cx="182880" cy="21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1A6C1D9-684C-DC13-1F9B-605D34A99956}"/>
                  </a:ext>
                </a:extLst>
              </p14:cNvPr>
              <p14:cNvContentPartPr/>
              <p14:nvPr/>
            </p14:nvContentPartPr>
            <p14:xfrm>
              <a:off x="4829927" y="1378462"/>
              <a:ext cx="445680" cy="6951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1A6C1D9-684C-DC13-1F9B-605D34A9995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811927" y="1360822"/>
                <a:ext cx="481320" cy="73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968E08E-F851-7973-F37C-C37D6FE521FF}"/>
                  </a:ext>
                </a:extLst>
              </p14:cNvPr>
              <p14:cNvContentPartPr/>
              <p14:nvPr/>
            </p14:nvContentPartPr>
            <p14:xfrm>
              <a:off x="5624087" y="1321942"/>
              <a:ext cx="257040" cy="279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968E08E-F851-7973-F37C-C37D6FE521F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606087" y="1304302"/>
                <a:ext cx="29268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48B53D5-18C7-EF6A-4EB9-796AFBAB1792}"/>
                  </a:ext>
                </a:extLst>
              </p14:cNvPr>
              <p14:cNvContentPartPr/>
              <p14:nvPr/>
            </p14:nvContentPartPr>
            <p14:xfrm>
              <a:off x="6190727" y="1573222"/>
              <a:ext cx="34920" cy="201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48B53D5-18C7-EF6A-4EB9-796AFBAB179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172727" y="1555582"/>
                <a:ext cx="70560" cy="5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29490C27-AAD5-3A92-D4FD-E6BD28DD4CF3}"/>
              </a:ext>
            </a:extLst>
          </p:cNvPr>
          <p:cNvGrpSpPr/>
          <p:nvPr/>
        </p:nvGrpSpPr>
        <p:grpSpPr>
          <a:xfrm>
            <a:off x="1908527" y="195862"/>
            <a:ext cx="384840" cy="244800"/>
            <a:chOff x="1908527" y="195862"/>
            <a:chExt cx="384840" cy="24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E7B5CF3-6070-4AAA-7780-712ED05E1AA4}"/>
                    </a:ext>
                  </a:extLst>
                </p14:cNvPr>
                <p14:cNvContentPartPr/>
                <p14:nvPr/>
              </p14:nvContentPartPr>
              <p14:xfrm>
                <a:off x="1908527" y="195862"/>
                <a:ext cx="225720" cy="244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E7B5CF3-6070-4AAA-7780-712ED05E1AA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890527" y="178222"/>
                  <a:ext cx="2613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26438D3-EA8D-E4BA-FA0B-73F03312523E}"/>
                    </a:ext>
                  </a:extLst>
                </p14:cNvPr>
                <p14:cNvContentPartPr/>
                <p14:nvPr/>
              </p14:nvContentPartPr>
              <p14:xfrm>
                <a:off x="2213807" y="307822"/>
                <a:ext cx="73800" cy="8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26438D3-EA8D-E4BA-FA0B-73F03312523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196167" y="290182"/>
                  <a:ext cx="1094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4314335-AD57-160E-4A8E-EA9277AD07A2}"/>
                    </a:ext>
                  </a:extLst>
                </p14:cNvPr>
                <p14:cNvContentPartPr/>
                <p14:nvPr/>
              </p14:nvContentPartPr>
              <p14:xfrm>
                <a:off x="2158007" y="410782"/>
                <a:ext cx="135360" cy="21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4314335-AD57-160E-4A8E-EA9277AD07A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140367" y="392782"/>
                  <a:ext cx="1710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7E70366-D1AD-3310-5206-27D7E3C91F09}"/>
                    </a:ext>
                  </a:extLst>
                </p14:cNvPr>
                <p14:cNvContentPartPr/>
                <p14:nvPr/>
              </p14:nvContentPartPr>
              <p14:xfrm>
                <a:off x="1978727" y="327622"/>
                <a:ext cx="13320" cy="7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7E70366-D1AD-3310-5206-27D7E3C91F0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960727" y="309982"/>
                  <a:ext cx="4896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E4CA7EE-75EE-FF81-C8CF-29CA63C47287}"/>
              </a:ext>
            </a:extLst>
          </p:cNvPr>
          <p:cNvGrpSpPr/>
          <p:nvPr/>
        </p:nvGrpSpPr>
        <p:grpSpPr>
          <a:xfrm>
            <a:off x="2360327" y="2319502"/>
            <a:ext cx="1426320" cy="535680"/>
            <a:chOff x="2360327" y="2319502"/>
            <a:chExt cx="1426320" cy="53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5A65C7A-100B-6156-A114-BEDDF65257C8}"/>
                    </a:ext>
                  </a:extLst>
                </p14:cNvPr>
                <p14:cNvContentPartPr/>
                <p14:nvPr/>
              </p14:nvContentPartPr>
              <p14:xfrm>
                <a:off x="2360327" y="2377822"/>
                <a:ext cx="185760" cy="159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5A65C7A-100B-6156-A114-BEDDF65257C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342327" y="2360182"/>
                  <a:ext cx="2214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28F5092-806B-A6CD-EEF9-3FBDE181BF39}"/>
                    </a:ext>
                  </a:extLst>
                </p14:cNvPr>
                <p14:cNvContentPartPr/>
                <p14:nvPr/>
              </p14:nvContentPartPr>
              <p14:xfrm>
                <a:off x="2710247" y="2416342"/>
                <a:ext cx="133200" cy="26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28F5092-806B-A6CD-EEF9-3FBDE181BF3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692607" y="2398702"/>
                  <a:ext cx="1688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F6214D9-EAB3-1298-A197-B4B9B5F9014B}"/>
                    </a:ext>
                  </a:extLst>
                </p14:cNvPr>
                <p14:cNvContentPartPr/>
                <p14:nvPr/>
              </p14:nvContentPartPr>
              <p14:xfrm>
                <a:off x="2748767" y="2341462"/>
                <a:ext cx="14040" cy="181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F6214D9-EAB3-1298-A197-B4B9B5F9014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730767" y="2323462"/>
                  <a:ext cx="496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690DDBA-D0FF-3F8B-A846-1B537F39460C}"/>
                    </a:ext>
                  </a:extLst>
                </p14:cNvPr>
                <p14:cNvContentPartPr/>
                <p14:nvPr/>
              </p14:nvContentPartPr>
              <p14:xfrm>
                <a:off x="2834087" y="2366302"/>
                <a:ext cx="249840" cy="488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690DDBA-D0FF-3F8B-A846-1B537F39460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816087" y="2348302"/>
                  <a:ext cx="28548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9040EA8-03EB-79F8-2AF1-83F4098D2EDB}"/>
                    </a:ext>
                  </a:extLst>
                </p14:cNvPr>
                <p14:cNvContentPartPr/>
                <p14:nvPr/>
              </p14:nvContentPartPr>
              <p14:xfrm>
                <a:off x="3223967" y="2452342"/>
                <a:ext cx="138240" cy="31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9040EA8-03EB-79F8-2AF1-83F4098D2ED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206327" y="2434702"/>
                  <a:ext cx="1738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A908F88-A234-0309-5C04-E7E8AC3D4DAF}"/>
                    </a:ext>
                  </a:extLst>
                </p14:cNvPr>
                <p14:cNvContentPartPr/>
                <p14:nvPr/>
              </p14:nvContentPartPr>
              <p14:xfrm>
                <a:off x="3279407" y="2385022"/>
                <a:ext cx="24840" cy="1828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A908F88-A234-0309-5C04-E7E8AC3D4DA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261767" y="2367382"/>
                  <a:ext cx="604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CE50A73-2961-C2DD-7C90-BCA48C506408}"/>
                    </a:ext>
                  </a:extLst>
                </p14:cNvPr>
                <p14:cNvContentPartPr/>
                <p14:nvPr/>
              </p14:nvContentPartPr>
              <p14:xfrm>
                <a:off x="3572447" y="2319502"/>
                <a:ext cx="214200" cy="212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CE50A73-2961-C2DD-7C90-BCA48C50640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54807" y="2301502"/>
                  <a:ext cx="24984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4D6B8CF-A481-2003-281C-5D12B0185671}"/>
              </a:ext>
            </a:extLst>
          </p:cNvPr>
          <p:cNvGrpSpPr/>
          <p:nvPr/>
        </p:nvGrpSpPr>
        <p:grpSpPr>
          <a:xfrm>
            <a:off x="4051247" y="2354782"/>
            <a:ext cx="213480" cy="111240"/>
            <a:chOff x="4051247" y="2354782"/>
            <a:chExt cx="213480" cy="11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5752B50-C812-B2A4-A791-860A817F8243}"/>
                    </a:ext>
                  </a:extLst>
                </p14:cNvPr>
                <p14:cNvContentPartPr/>
                <p14:nvPr/>
              </p14:nvContentPartPr>
              <p14:xfrm>
                <a:off x="4061687" y="2354782"/>
                <a:ext cx="127080" cy="25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5752B50-C812-B2A4-A791-860A817F824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044047" y="2336782"/>
                  <a:ext cx="1627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68765F3-6430-BF9A-D071-DE3E6A64C167}"/>
                    </a:ext>
                  </a:extLst>
                </p14:cNvPr>
                <p14:cNvContentPartPr/>
                <p14:nvPr/>
              </p14:nvContentPartPr>
              <p14:xfrm>
                <a:off x="4051247" y="2427502"/>
                <a:ext cx="213480" cy="38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68765F3-6430-BF9A-D071-DE3E6A64C16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33607" y="2409862"/>
                  <a:ext cx="249120" cy="7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C064A10A-310D-3880-ADB3-D8F8010FFDDE}"/>
                  </a:ext>
                </a:extLst>
              </p14:cNvPr>
              <p14:cNvContentPartPr/>
              <p14:nvPr/>
            </p14:nvContentPartPr>
            <p14:xfrm>
              <a:off x="4580807" y="2226622"/>
              <a:ext cx="274680" cy="2473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C064A10A-310D-3880-ADB3-D8F8010FFDD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563167" y="2208622"/>
                <a:ext cx="31032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20DEAE0-5679-B54A-9FD4-312CDE8809DA}"/>
                  </a:ext>
                </a:extLst>
              </p14:cNvPr>
              <p14:cNvContentPartPr/>
              <p14:nvPr/>
            </p14:nvContentPartPr>
            <p14:xfrm>
              <a:off x="2212007" y="3138502"/>
              <a:ext cx="289800" cy="2008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20DEAE0-5679-B54A-9FD4-312CDE8809D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194367" y="3120502"/>
                <a:ext cx="3254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7E12B18-7220-1A44-6901-908DADA969EA}"/>
                  </a:ext>
                </a:extLst>
              </p14:cNvPr>
              <p14:cNvContentPartPr/>
              <p14:nvPr/>
            </p14:nvContentPartPr>
            <p14:xfrm>
              <a:off x="2443847" y="2748622"/>
              <a:ext cx="360" cy="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7E12B18-7220-1A44-6901-908DADA969E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425847" y="273062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B38756E0-9EA1-6A5A-4CA6-4CC846697477}"/>
              </a:ext>
            </a:extLst>
          </p:cNvPr>
          <p:cNvGrpSpPr/>
          <p:nvPr/>
        </p:nvGrpSpPr>
        <p:grpSpPr>
          <a:xfrm>
            <a:off x="2751287" y="3212302"/>
            <a:ext cx="196920" cy="96840"/>
            <a:chOff x="2751287" y="3212302"/>
            <a:chExt cx="196920" cy="9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C5A59AC-DE39-7EF8-E40F-A9C34837B1DB}"/>
                    </a:ext>
                  </a:extLst>
                </p14:cNvPr>
                <p14:cNvContentPartPr/>
                <p14:nvPr/>
              </p14:nvContentPartPr>
              <p14:xfrm>
                <a:off x="2769647" y="3212302"/>
                <a:ext cx="106920" cy="11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C5A59AC-DE39-7EF8-E40F-A9C34837B1D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752007" y="3194302"/>
                  <a:ext cx="1425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E725C5B-3CBD-0346-F2A8-A7FC2B03C413}"/>
                    </a:ext>
                  </a:extLst>
                </p14:cNvPr>
                <p14:cNvContentPartPr/>
                <p14:nvPr/>
              </p14:nvContentPartPr>
              <p14:xfrm>
                <a:off x="2751287" y="3283582"/>
                <a:ext cx="196920" cy="25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E725C5B-3CBD-0346-F2A8-A7FC2B03C41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733287" y="3265582"/>
                  <a:ext cx="23256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F121E0A-27AB-A70B-7554-8A3E0CF77B82}"/>
              </a:ext>
            </a:extLst>
          </p:cNvPr>
          <p:cNvGrpSpPr/>
          <p:nvPr/>
        </p:nvGrpSpPr>
        <p:grpSpPr>
          <a:xfrm>
            <a:off x="3182927" y="3009982"/>
            <a:ext cx="1270800" cy="535680"/>
            <a:chOff x="3182927" y="3009982"/>
            <a:chExt cx="1270800" cy="53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CAD2EEF-1D82-6E1B-8034-D0515BE2559D}"/>
                    </a:ext>
                  </a:extLst>
                </p14:cNvPr>
                <p14:cNvContentPartPr/>
                <p14:nvPr/>
              </p14:nvContentPartPr>
              <p14:xfrm>
                <a:off x="3182927" y="3171622"/>
                <a:ext cx="187560" cy="12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CAD2EEF-1D82-6E1B-8034-D0515BE2559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165287" y="3153622"/>
                  <a:ext cx="2232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4A350E9-AC14-1D4E-57F4-438731F4B18F}"/>
                    </a:ext>
                  </a:extLst>
                </p14:cNvPr>
                <p14:cNvContentPartPr/>
                <p14:nvPr/>
              </p14:nvContentPartPr>
              <p14:xfrm>
                <a:off x="3552647" y="3067582"/>
                <a:ext cx="152640" cy="478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4A350E9-AC14-1D4E-57F4-438731F4B18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534647" y="3049942"/>
                  <a:ext cx="18828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E4BD904-D2F5-6747-F9BF-9EAE3B8141CC}"/>
                    </a:ext>
                  </a:extLst>
                </p14:cNvPr>
                <p14:cNvContentPartPr/>
                <p14:nvPr/>
              </p14:nvContentPartPr>
              <p14:xfrm>
                <a:off x="3902207" y="3142822"/>
                <a:ext cx="118440" cy="18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E4BD904-D2F5-6747-F9BF-9EAE3B8141C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884567" y="3125182"/>
                  <a:ext cx="1540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A9755AC-38D3-C5C4-72EF-787B474E77D3}"/>
                    </a:ext>
                  </a:extLst>
                </p14:cNvPr>
                <p14:cNvContentPartPr/>
                <p14:nvPr/>
              </p14:nvContentPartPr>
              <p14:xfrm>
                <a:off x="4154567" y="3009982"/>
                <a:ext cx="212760" cy="241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A9755AC-38D3-C5C4-72EF-787B474E77D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36927" y="2992342"/>
                  <a:ext cx="2484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BBF64CC-95B7-C423-EF5A-E89B22A51879}"/>
                    </a:ext>
                  </a:extLst>
                </p14:cNvPr>
                <p14:cNvContentPartPr/>
                <p14:nvPr/>
              </p14:nvContentPartPr>
              <p14:xfrm>
                <a:off x="4246727" y="3255142"/>
                <a:ext cx="207000" cy="12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BBF64CC-95B7-C423-EF5A-E89B22A5187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228727" y="3237142"/>
                  <a:ext cx="24264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F273E42-6E11-2C06-E667-5FB86EC57967}"/>
              </a:ext>
            </a:extLst>
          </p:cNvPr>
          <p:cNvGrpSpPr/>
          <p:nvPr/>
        </p:nvGrpSpPr>
        <p:grpSpPr>
          <a:xfrm>
            <a:off x="186287" y="3413902"/>
            <a:ext cx="837000" cy="876600"/>
            <a:chOff x="186287" y="3413902"/>
            <a:chExt cx="837000" cy="87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086FC4D-1E85-9071-E0A8-8EE7B8552EFD}"/>
                    </a:ext>
                  </a:extLst>
                </p14:cNvPr>
                <p14:cNvContentPartPr/>
                <p14:nvPr/>
              </p14:nvContentPartPr>
              <p14:xfrm>
                <a:off x="528287" y="3785422"/>
                <a:ext cx="198360" cy="505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086FC4D-1E85-9071-E0A8-8EE7B8552EF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10647" y="3767422"/>
                  <a:ext cx="23400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42597CB-6666-817A-C910-94A3832FD910}"/>
                    </a:ext>
                  </a:extLst>
                </p14:cNvPr>
                <p14:cNvContentPartPr/>
                <p14:nvPr/>
              </p14:nvContentPartPr>
              <p14:xfrm>
                <a:off x="186287" y="3451342"/>
                <a:ext cx="183240" cy="892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42597CB-6666-817A-C910-94A3832FD91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68287" y="3433702"/>
                  <a:ext cx="2188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6FEA4C3-FDBA-3B7D-18FE-59C82C0B7A0A}"/>
                    </a:ext>
                  </a:extLst>
                </p14:cNvPr>
                <p14:cNvContentPartPr/>
                <p14:nvPr/>
              </p14:nvContentPartPr>
              <p14:xfrm>
                <a:off x="286007" y="3474022"/>
                <a:ext cx="46080" cy="236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6FEA4C3-FDBA-3B7D-18FE-59C82C0B7A0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68007" y="3456022"/>
                  <a:ext cx="817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1A137E4-B6BC-E515-5CCB-68AB3604130F}"/>
                    </a:ext>
                  </a:extLst>
                </p14:cNvPr>
                <p14:cNvContentPartPr/>
                <p14:nvPr/>
              </p14:nvContentPartPr>
              <p14:xfrm>
                <a:off x="363407" y="3413902"/>
                <a:ext cx="645120" cy="264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1A137E4-B6BC-E515-5CCB-68AB3604130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45767" y="3396262"/>
                  <a:ext cx="6807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4A64D6B-6A3B-7658-FDD0-69BB64E0D503}"/>
                    </a:ext>
                  </a:extLst>
                </p14:cNvPr>
                <p14:cNvContentPartPr/>
                <p14:nvPr/>
              </p14:nvContentPartPr>
              <p14:xfrm>
                <a:off x="920327" y="3840502"/>
                <a:ext cx="79200" cy="190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4A64D6B-6A3B-7658-FDD0-69BB64E0D50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02687" y="3822502"/>
                  <a:ext cx="1148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43A8FE5-D096-F1A8-30BB-4BD61A93580A}"/>
                    </a:ext>
                  </a:extLst>
                </p14:cNvPr>
                <p14:cNvContentPartPr/>
                <p14:nvPr/>
              </p14:nvContentPartPr>
              <p14:xfrm>
                <a:off x="891887" y="3914302"/>
                <a:ext cx="131400" cy="30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43A8FE5-D096-F1A8-30BB-4BD61A93580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74247" y="3896662"/>
                  <a:ext cx="16704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6181F43-9EBE-A9E5-C6C0-CBACF47C9518}"/>
              </a:ext>
            </a:extLst>
          </p:cNvPr>
          <p:cNvGrpSpPr/>
          <p:nvPr/>
        </p:nvGrpSpPr>
        <p:grpSpPr>
          <a:xfrm>
            <a:off x="1261247" y="3724582"/>
            <a:ext cx="464400" cy="387360"/>
            <a:chOff x="1261247" y="3724582"/>
            <a:chExt cx="46440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1848B2A-EDA7-2037-8C80-D0BA0F293A63}"/>
                    </a:ext>
                  </a:extLst>
                </p14:cNvPr>
                <p14:cNvContentPartPr/>
                <p14:nvPr/>
              </p14:nvContentPartPr>
              <p14:xfrm>
                <a:off x="1261247" y="3724582"/>
                <a:ext cx="127440" cy="253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1848B2A-EDA7-2037-8C80-D0BA0F293A6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243607" y="3706942"/>
                  <a:ext cx="1630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4C895D4-FAF4-1FB0-5212-BEFE2E931A40}"/>
                    </a:ext>
                  </a:extLst>
                </p14:cNvPr>
                <p14:cNvContentPartPr/>
                <p14:nvPr/>
              </p14:nvContentPartPr>
              <p14:xfrm>
                <a:off x="1593887" y="3915022"/>
                <a:ext cx="131760" cy="1969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4C895D4-FAF4-1FB0-5212-BEFE2E931A4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576247" y="3897382"/>
                  <a:ext cx="16740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BA0F905-6C24-8085-9FE4-72C61A69FA16}"/>
              </a:ext>
            </a:extLst>
          </p:cNvPr>
          <p:cNvGrpSpPr/>
          <p:nvPr/>
        </p:nvGrpSpPr>
        <p:grpSpPr>
          <a:xfrm>
            <a:off x="2140367" y="3629542"/>
            <a:ext cx="1018080" cy="359280"/>
            <a:chOff x="2140367" y="3629542"/>
            <a:chExt cx="101808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F042F49-56B4-6192-F8C7-B26806E5CA88}"/>
                    </a:ext>
                  </a:extLst>
                </p14:cNvPr>
                <p14:cNvContentPartPr/>
                <p14:nvPr/>
              </p14:nvContentPartPr>
              <p14:xfrm>
                <a:off x="2140367" y="3800902"/>
                <a:ext cx="228240" cy="1879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F042F49-56B4-6192-F8C7-B26806E5CA8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22367" y="3783262"/>
                  <a:ext cx="2638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79A666E-B9F2-E7EA-9CBB-245A54AE62D6}"/>
                    </a:ext>
                  </a:extLst>
                </p14:cNvPr>
                <p14:cNvContentPartPr/>
                <p14:nvPr/>
              </p14:nvContentPartPr>
              <p14:xfrm>
                <a:off x="2574887" y="3811342"/>
                <a:ext cx="107640" cy="40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79A666E-B9F2-E7EA-9CBB-245A54AE62D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557247" y="3793342"/>
                  <a:ext cx="1432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10977D3-EAFD-6ACC-333C-EF90C50BE499}"/>
                    </a:ext>
                  </a:extLst>
                </p14:cNvPr>
                <p14:cNvContentPartPr/>
                <p14:nvPr/>
              </p14:nvContentPartPr>
              <p14:xfrm>
                <a:off x="2563007" y="3879742"/>
                <a:ext cx="196560" cy="52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10977D3-EAFD-6ACC-333C-EF90C50BE49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545367" y="3861742"/>
                  <a:ext cx="2322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99D2EC5-C69C-02C8-2550-9D5C420777BC}"/>
                    </a:ext>
                  </a:extLst>
                </p14:cNvPr>
                <p14:cNvContentPartPr/>
                <p14:nvPr/>
              </p14:nvContentPartPr>
              <p14:xfrm>
                <a:off x="3028847" y="3629542"/>
                <a:ext cx="129600" cy="298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99D2EC5-C69C-02C8-2550-9D5C420777B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010847" y="3611542"/>
                  <a:ext cx="1652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945BA76-2BAE-1377-7ECE-1676CD5666CD}"/>
                    </a:ext>
                  </a:extLst>
                </p14:cNvPr>
                <p14:cNvContentPartPr/>
                <p14:nvPr/>
              </p14:nvContentPartPr>
              <p14:xfrm>
                <a:off x="2965847" y="3731782"/>
                <a:ext cx="169200" cy="20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945BA76-2BAE-1377-7ECE-1676CD5666C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947847" y="3714142"/>
                  <a:ext cx="20484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268B027-490A-E9CF-D2CB-37EFCABB0C54}"/>
              </a:ext>
            </a:extLst>
          </p:cNvPr>
          <p:cNvGrpSpPr/>
          <p:nvPr/>
        </p:nvGrpSpPr>
        <p:grpSpPr>
          <a:xfrm>
            <a:off x="1845887" y="4515502"/>
            <a:ext cx="706320" cy="224280"/>
            <a:chOff x="1845887" y="4515502"/>
            <a:chExt cx="70632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D8B404C-1394-3353-7024-6A6E4C1B5329}"/>
                    </a:ext>
                  </a:extLst>
                </p14:cNvPr>
                <p14:cNvContentPartPr/>
                <p14:nvPr/>
              </p14:nvContentPartPr>
              <p14:xfrm>
                <a:off x="1845887" y="4515502"/>
                <a:ext cx="320400" cy="224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D8B404C-1394-3353-7024-6A6E4C1B532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828247" y="4497502"/>
                  <a:ext cx="3560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51432DD-50EF-984D-5A6E-D5949BFF26A8}"/>
                    </a:ext>
                  </a:extLst>
                </p14:cNvPr>
                <p14:cNvContentPartPr/>
                <p14:nvPr/>
              </p14:nvContentPartPr>
              <p14:xfrm>
                <a:off x="2406047" y="4552222"/>
                <a:ext cx="75960" cy="20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51432DD-50EF-984D-5A6E-D5949BFF26A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388047" y="4534222"/>
                  <a:ext cx="111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15A41E6-5DBC-F5A7-AF6E-DC17C6A1C416}"/>
                    </a:ext>
                  </a:extLst>
                </p14:cNvPr>
                <p14:cNvContentPartPr/>
                <p14:nvPr/>
              </p14:nvContentPartPr>
              <p14:xfrm>
                <a:off x="2370047" y="4636822"/>
                <a:ext cx="182160" cy="32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15A41E6-5DBC-F5A7-AF6E-DC17C6A1C41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352407" y="4618822"/>
                  <a:ext cx="21780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47403A5-149B-4E8D-52A2-64EB0002DE6A}"/>
              </a:ext>
            </a:extLst>
          </p:cNvPr>
          <p:cNvGrpSpPr/>
          <p:nvPr/>
        </p:nvGrpSpPr>
        <p:grpSpPr>
          <a:xfrm>
            <a:off x="2860727" y="4247302"/>
            <a:ext cx="1231920" cy="387360"/>
            <a:chOff x="2860727" y="4247302"/>
            <a:chExt cx="123192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13C7B6A-0BE1-5A30-B18E-D9861FAC9120}"/>
                    </a:ext>
                  </a:extLst>
                </p14:cNvPr>
                <p14:cNvContentPartPr/>
                <p14:nvPr/>
              </p14:nvContentPartPr>
              <p14:xfrm>
                <a:off x="2860727" y="4521262"/>
                <a:ext cx="155520" cy="277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13C7B6A-0BE1-5A30-B18E-D9861FAC912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843087" y="4503262"/>
                  <a:ext cx="191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96E8E6D-49DE-B3B5-4267-0807C17BF5BF}"/>
                    </a:ext>
                  </a:extLst>
                </p14:cNvPr>
                <p14:cNvContentPartPr/>
                <p14:nvPr/>
              </p14:nvContentPartPr>
              <p14:xfrm>
                <a:off x="3132167" y="4409302"/>
                <a:ext cx="142920" cy="223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96E8E6D-49DE-B3B5-4267-0807C17BF5B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114527" y="4391302"/>
                  <a:ext cx="1785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E0D119E-435F-576E-FF31-54379596B066}"/>
                    </a:ext>
                  </a:extLst>
                </p14:cNvPr>
                <p14:cNvContentPartPr/>
                <p14:nvPr/>
              </p14:nvContentPartPr>
              <p14:xfrm>
                <a:off x="3448967" y="4481302"/>
                <a:ext cx="143280" cy="24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E0D119E-435F-576E-FF31-54379596B06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431327" y="4463302"/>
                  <a:ext cx="178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6A5414B-4973-68E2-FEF9-EE7D4764F08B}"/>
                    </a:ext>
                  </a:extLst>
                </p14:cNvPr>
                <p14:cNvContentPartPr/>
                <p14:nvPr/>
              </p14:nvContentPartPr>
              <p14:xfrm>
                <a:off x="3861167" y="4247302"/>
                <a:ext cx="181080" cy="387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6A5414B-4973-68E2-FEF9-EE7D4764F08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843527" y="4229662"/>
                  <a:ext cx="21672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289651F-4BD2-BD13-2EEA-8437BDCD0C51}"/>
                    </a:ext>
                  </a:extLst>
                </p14:cNvPr>
                <p14:cNvContentPartPr/>
                <p14:nvPr/>
              </p14:nvContentPartPr>
              <p14:xfrm>
                <a:off x="3808967" y="4393822"/>
                <a:ext cx="283680" cy="46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289651F-4BD2-BD13-2EEA-8437BDCD0C5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790967" y="4375822"/>
                  <a:ext cx="31932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A57A10B-6382-E938-2159-B2F6C6D85C7F}"/>
              </a:ext>
            </a:extLst>
          </p:cNvPr>
          <p:cNvGrpSpPr/>
          <p:nvPr/>
        </p:nvGrpSpPr>
        <p:grpSpPr>
          <a:xfrm>
            <a:off x="572567" y="4941022"/>
            <a:ext cx="1868760" cy="641880"/>
            <a:chOff x="572567" y="4941022"/>
            <a:chExt cx="1868760" cy="64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67F712C-2C3A-7404-5F87-3A65061DA645}"/>
                    </a:ext>
                  </a:extLst>
                </p14:cNvPr>
                <p14:cNvContentPartPr/>
                <p14:nvPr/>
              </p14:nvContentPartPr>
              <p14:xfrm>
                <a:off x="572567" y="4952182"/>
                <a:ext cx="210240" cy="487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67F712C-2C3A-7404-5F87-3A65061DA64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54927" y="4934542"/>
                  <a:ext cx="24588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4BB6F8B-01C6-BC8C-AA9A-2253D4B1E7AB}"/>
                    </a:ext>
                  </a:extLst>
                </p14:cNvPr>
                <p14:cNvContentPartPr/>
                <p14:nvPr/>
              </p14:nvContentPartPr>
              <p14:xfrm>
                <a:off x="921047" y="5182942"/>
                <a:ext cx="195480" cy="120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4BB6F8B-01C6-BC8C-AA9A-2253D4B1E7A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03407" y="5164942"/>
                  <a:ext cx="2311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6407F4A-E05A-8002-BCBD-8F430F0BA8B1}"/>
                    </a:ext>
                  </a:extLst>
                </p14:cNvPr>
                <p14:cNvContentPartPr/>
                <p14:nvPr/>
              </p14:nvContentPartPr>
              <p14:xfrm>
                <a:off x="1161527" y="5262862"/>
                <a:ext cx="157320" cy="167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6407F4A-E05A-8002-BCBD-8F430F0BA8B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43887" y="5245222"/>
                  <a:ext cx="1929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62C154E-8EC4-2854-B80A-4A4EB644459F}"/>
                    </a:ext>
                  </a:extLst>
                </p14:cNvPr>
                <p14:cNvContentPartPr/>
                <p14:nvPr/>
              </p14:nvContentPartPr>
              <p14:xfrm>
                <a:off x="1492007" y="5139022"/>
                <a:ext cx="152280" cy="4438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62C154E-8EC4-2854-B80A-4A4EB644459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474007" y="5121022"/>
                  <a:ext cx="18792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AA8E468-7C02-3FFF-5455-2D6567791545}"/>
                    </a:ext>
                  </a:extLst>
                </p14:cNvPr>
                <p14:cNvContentPartPr/>
                <p14:nvPr/>
              </p14:nvContentPartPr>
              <p14:xfrm>
                <a:off x="1809887" y="5274382"/>
                <a:ext cx="57240" cy="166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AA8E468-7C02-3FFF-5455-2D656779154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791887" y="5256742"/>
                  <a:ext cx="928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E278406-2210-53F1-DE1E-3AA1A5E486F4}"/>
                    </a:ext>
                  </a:extLst>
                </p14:cNvPr>
                <p14:cNvContentPartPr/>
                <p14:nvPr/>
              </p14:nvContentPartPr>
              <p14:xfrm>
                <a:off x="1976927" y="5172142"/>
                <a:ext cx="310320" cy="153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E278406-2210-53F1-DE1E-3AA1A5E486F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958927" y="5154502"/>
                  <a:ext cx="3459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4B833DF-F2BB-9487-352A-522F62A78360}"/>
                    </a:ext>
                  </a:extLst>
                </p14:cNvPr>
                <p14:cNvContentPartPr/>
                <p14:nvPr/>
              </p14:nvContentPartPr>
              <p14:xfrm>
                <a:off x="2311367" y="4941022"/>
                <a:ext cx="129960" cy="571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4B833DF-F2BB-9487-352A-522F62A7836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293727" y="4923382"/>
                  <a:ext cx="165600" cy="60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963BC10-5298-42BA-5A6C-9D016272F537}"/>
              </a:ext>
            </a:extLst>
          </p:cNvPr>
          <p:cNvGrpSpPr/>
          <p:nvPr/>
        </p:nvGrpSpPr>
        <p:grpSpPr>
          <a:xfrm>
            <a:off x="2910047" y="5206342"/>
            <a:ext cx="216360" cy="137160"/>
            <a:chOff x="2910047" y="5206342"/>
            <a:chExt cx="216360" cy="13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FE3F19A-B151-4432-5CB3-E6D7EB4F159C}"/>
                    </a:ext>
                  </a:extLst>
                </p14:cNvPr>
                <p14:cNvContentPartPr/>
                <p14:nvPr/>
              </p14:nvContentPartPr>
              <p14:xfrm>
                <a:off x="2938127" y="5206342"/>
                <a:ext cx="102240" cy="54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FE3F19A-B151-4432-5CB3-E6D7EB4F159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920487" y="5188702"/>
                  <a:ext cx="137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22B6731-0B78-BDD4-ED52-D36FDCCD335F}"/>
                    </a:ext>
                  </a:extLst>
                </p14:cNvPr>
                <p14:cNvContentPartPr/>
                <p14:nvPr/>
              </p14:nvContentPartPr>
              <p14:xfrm>
                <a:off x="2910047" y="5295982"/>
                <a:ext cx="216360" cy="47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22B6731-0B78-BDD4-ED52-D36FDCCD335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892407" y="5278342"/>
                  <a:ext cx="25200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028C1263-06DA-9A87-6F8F-3A07A30E52FA}"/>
              </a:ext>
            </a:extLst>
          </p:cNvPr>
          <p:cNvGrpSpPr/>
          <p:nvPr/>
        </p:nvGrpSpPr>
        <p:grpSpPr>
          <a:xfrm>
            <a:off x="3895007" y="4933462"/>
            <a:ext cx="1050480" cy="336240"/>
            <a:chOff x="3895007" y="4933462"/>
            <a:chExt cx="105048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72BABB2-8BF3-0AB3-852E-85D22F0A678E}"/>
                    </a:ext>
                  </a:extLst>
                </p14:cNvPr>
                <p14:cNvContentPartPr/>
                <p14:nvPr/>
              </p14:nvContentPartPr>
              <p14:xfrm>
                <a:off x="3895007" y="5179342"/>
                <a:ext cx="185760" cy="136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72BABB2-8BF3-0AB3-852E-85D22F0A678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877007" y="5161702"/>
                  <a:ext cx="221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992EA15-EA3F-7994-FF01-BE568BAFF64E}"/>
                    </a:ext>
                  </a:extLst>
                </p14:cNvPr>
                <p14:cNvContentPartPr/>
                <p14:nvPr/>
              </p14:nvContentPartPr>
              <p14:xfrm>
                <a:off x="4207127" y="5059102"/>
                <a:ext cx="106200" cy="210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992EA15-EA3F-7994-FF01-BE568BAFF64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189487" y="5041462"/>
                  <a:ext cx="1418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9A94081-68B5-F890-DDD7-47842B0A122C}"/>
                    </a:ext>
                  </a:extLst>
                </p14:cNvPr>
                <p14:cNvContentPartPr/>
                <p14:nvPr/>
              </p14:nvContentPartPr>
              <p14:xfrm>
                <a:off x="4499807" y="5137222"/>
                <a:ext cx="105120" cy="14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9A94081-68B5-F890-DDD7-47842B0A122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481807" y="5119222"/>
                  <a:ext cx="1407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4FE0B8A-3A73-8A58-8A93-3788A1D56FFF}"/>
                    </a:ext>
                  </a:extLst>
                </p14:cNvPr>
                <p14:cNvContentPartPr/>
                <p14:nvPr/>
              </p14:nvContentPartPr>
              <p14:xfrm>
                <a:off x="4831367" y="4933462"/>
                <a:ext cx="104040" cy="286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4FE0B8A-3A73-8A58-8A93-3788A1D56FF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813367" y="4915822"/>
                  <a:ext cx="1396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C93042F-88FB-10D2-A953-DAFC11E97D2B}"/>
                    </a:ext>
                  </a:extLst>
                </p14:cNvPr>
                <p14:cNvContentPartPr/>
                <p14:nvPr/>
              </p14:nvContentPartPr>
              <p14:xfrm>
                <a:off x="4753967" y="5022742"/>
                <a:ext cx="191520" cy="39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C93042F-88FB-10D2-A953-DAFC11E97D2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735967" y="5004742"/>
                  <a:ext cx="22716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EC10ED5D-7FC8-8238-6F23-E39FC069AD5A}"/>
                  </a:ext>
                </a:extLst>
              </p14:cNvPr>
              <p14:cNvContentPartPr/>
              <p14:nvPr/>
            </p14:nvContentPartPr>
            <p14:xfrm>
              <a:off x="5300447" y="5214982"/>
              <a:ext cx="51120" cy="1278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EC10ED5D-7FC8-8238-6F23-E39FC069AD5A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5282807" y="5197342"/>
                <a:ext cx="86760" cy="16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ABAEE23-0571-6045-7D51-20924072A49E}"/>
              </a:ext>
            </a:extLst>
          </p:cNvPr>
          <p:cNvGrpSpPr/>
          <p:nvPr/>
        </p:nvGrpSpPr>
        <p:grpSpPr>
          <a:xfrm>
            <a:off x="6288287" y="4713502"/>
            <a:ext cx="712080" cy="783360"/>
            <a:chOff x="6288287" y="4713502"/>
            <a:chExt cx="712080" cy="78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285A48D-D567-6116-CEDB-B5FD97DC2C4B}"/>
                    </a:ext>
                  </a:extLst>
                </p14:cNvPr>
                <p14:cNvContentPartPr/>
                <p14:nvPr/>
              </p14:nvContentPartPr>
              <p14:xfrm>
                <a:off x="6355607" y="4823662"/>
                <a:ext cx="116280" cy="3268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285A48D-D567-6116-CEDB-B5FD97DC2C4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337967" y="4805662"/>
                  <a:ext cx="1519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93DD16E-4C85-181F-8D96-5E2074B21244}"/>
                    </a:ext>
                  </a:extLst>
                </p14:cNvPr>
                <p14:cNvContentPartPr/>
                <p14:nvPr/>
              </p14:nvContentPartPr>
              <p14:xfrm>
                <a:off x="6288287" y="4951462"/>
                <a:ext cx="232920" cy="435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93DD16E-4C85-181F-8D96-5E2074B2124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270647" y="4933822"/>
                  <a:ext cx="2685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D015BD9-A136-C70C-1E1E-987DAF220B56}"/>
                    </a:ext>
                  </a:extLst>
                </p14:cNvPr>
                <p14:cNvContentPartPr/>
                <p14:nvPr/>
              </p14:nvContentPartPr>
              <p14:xfrm>
                <a:off x="6629927" y="4713502"/>
                <a:ext cx="370440" cy="783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D015BD9-A136-C70C-1E1E-987DAF220B5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611927" y="4695502"/>
                  <a:ext cx="406080" cy="81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C3799358-F853-01BB-A0CC-596BF9AD5196}"/>
                  </a:ext>
                </a:extLst>
              </p14:cNvPr>
              <p14:cNvContentPartPr/>
              <p14:nvPr/>
            </p14:nvContentPartPr>
            <p14:xfrm>
              <a:off x="3275447" y="4949302"/>
              <a:ext cx="327960" cy="5853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C3799358-F853-01BB-A0CC-596BF9AD5196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257447" y="4931302"/>
                <a:ext cx="363600" cy="62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AFAF608-A87D-6D69-CD0F-D3556389B002}"/>
              </a:ext>
            </a:extLst>
          </p:cNvPr>
          <p:cNvGrpSpPr/>
          <p:nvPr/>
        </p:nvGrpSpPr>
        <p:grpSpPr>
          <a:xfrm>
            <a:off x="2727527" y="6008422"/>
            <a:ext cx="144360" cy="115200"/>
            <a:chOff x="2727527" y="6008422"/>
            <a:chExt cx="144360" cy="11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3564D61-9C7F-1775-C3EC-E7756F1A155C}"/>
                    </a:ext>
                  </a:extLst>
                </p14:cNvPr>
                <p14:cNvContentPartPr/>
                <p14:nvPr/>
              </p14:nvContentPartPr>
              <p14:xfrm>
                <a:off x="2728247" y="6008422"/>
                <a:ext cx="97920" cy="169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3564D61-9C7F-1775-C3EC-E7756F1A155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10247" y="5990422"/>
                  <a:ext cx="1335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F978B12-5EDA-37F0-9C3A-BD8CAC3DCE50}"/>
                    </a:ext>
                  </a:extLst>
                </p14:cNvPr>
                <p14:cNvContentPartPr/>
                <p14:nvPr/>
              </p14:nvContentPartPr>
              <p14:xfrm>
                <a:off x="2727527" y="6098062"/>
                <a:ext cx="144360" cy="255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F978B12-5EDA-37F0-9C3A-BD8CAC3DCE5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709887" y="6080422"/>
                  <a:ext cx="180000" cy="6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DB5B1D65-2757-A4EB-8FBC-30DAD85F45D5}"/>
                  </a:ext>
                </a:extLst>
              </p14:cNvPr>
              <p14:cNvContentPartPr/>
              <p14:nvPr/>
            </p14:nvContentPartPr>
            <p14:xfrm>
              <a:off x="3378407" y="5888542"/>
              <a:ext cx="151560" cy="2228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DB5B1D65-2757-A4EB-8FBC-30DAD85F45D5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360407" y="5870902"/>
                <a:ext cx="18720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7F79E8D2-A332-8E03-FDB8-162016DAD680}"/>
                  </a:ext>
                </a:extLst>
              </p14:cNvPr>
              <p14:cNvContentPartPr/>
              <p14:nvPr/>
            </p14:nvContentPartPr>
            <p14:xfrm>
              <a:off x="3980687" y="5188342"/>
              <a:ext cx="2160" cy="28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7F79E8D2-A332-8E03-FDB8-162016DAD680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963047" y="5170702"/>
                <a:ext cx="3780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C2B02BEC-3B34-2C55-BDB5-A488D8F69D06}"/>
              </a:ext>
            </a:extLst>
          </p:cNvPr>
          <p:cNvGrpSpPr/>
          <p:nvPr/>
        </p:nvGrpSpPr>
        <p:grpSpPr>
          <a:xfrm>
            <a:off x="5644247" y="5039302"/>
            <a:ext cx="290520" cy="263520"/>
            <a:chOff x="5644247" y="5039302"/>
            <a:chExt cx="290520" cy="26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2CDB4F9-D644-A29A-5C8B-3A600AE304B2}"/>
                    </a:ext>
                  </a:extLst>
                </p14:cNvPr>
                <p14:cNvContentPartPr/>
                <p14:nvPr/>
              </p14:nvContentPartPr>
              <p14:xfrm>
                <a:off x="5644247" y="5039302"/>
                <a:ext cx="112680" cy="1882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2CDB4F9-D644-A29A-5C8B-3A600AE304B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626607" y="5021662"/>
                  <a:ext cx="1483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5E72BDB-AB7F-43C7-3C88-55D2F3164C95}"/>
                    </a:ext>
                  </a:extLst>
                </p14:cNvPr>
                <p14:cNvContentPartPr/>
                <p14:nvPr/>
              </p14:nvContentPartPr>
              <p14:xfrm>
                <a:off x="5845127" y="5167102"/>
                <a:ext cx="89640" cy="1357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5E72BDB-AB7F-43C7-3C88-55D2F3164C9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827487" y="5149102"/>
                  <a:ext cx="1252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7382CBF-447A-E99F-01FC-1F86EB5E3DFD}"/>
                    </a:ext>
                  </a:extLst>
                </p14:cNvPr>
                <p14:cNvContentPartPr/>
                <p14:nvPr/>
              </p14:nvContentPartPr>
              <p14:xfrm>
                <a:off x="5739287" y="5212102"/>
                <a:ext cx="360" cy="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7382CBF-447A-E99F-01FC-1F86EB5E3DF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721287" y="51941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7A057FA1-7EBD-DD89-C040-6801CF3AF90C}"/>
              </a:ext>
            </a:extLst>
          </p:cNvPr>
          <p:cNvGrpSpPr/>
          <p:nvPr/>
        </p:nvGrpSpPr>
        <p:grpSpPr>
          <a:xfrm>
            <a:off x="5956007" y="5891422"/>
            <a:ext cx="245520" cy="202320"/>
            <a:chOff x="5956007" y="5891422"/>
            <a:chExt cx="245520" cy="20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3B87F51-2067-2435-DD09-109483977AB8}"/>
                    </a:ext>
                  </a:extLst>
                </p14:cNvPr>
                <p14:cNvContentPartPr/>
                <p14:nvPr/>
              </p14:nvContentPartPr>
              <p14:xfrm>
                <a:off x="5956007" y="5947942"/>
                <a:ext cx="245520" cy="450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3B87F51-2067-2435-DD09-109483977AB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938007" y="5929942"/>
                  <a:ext cx="2811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28681AA-0C13-03EA-EA55-D8AE57EDF174}"/>
                    </a:ext>
                  </a:extLst>
                </p14:cNvPr>
                <p14:cNvContentPartPr/>
                <p14:nvPr/>
              </p14:nvContentPartPr>
              <p14:xfrm>
                <a:off x="6059327" y="5891422"/>
                <a:ext cx="35280" cy="2023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28681AA-0C13-03EA-EA55-D8AE57EDF17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041687" y="5873422"/>
                  <a:ext cx="7092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DE0EEA28-4B26-3399-7691-99656FD86865}"/>
              </a:ext>
            </a:extLst>
          </p:cNvPr>
          <p:cNvGrpSpPr/>
          <p:nvPr/>
        </p:nvGrpSpPr>
        <p:grpSpPr>
          <a:xfrm>
            <a:off x="6397367" y="5569222"/>
            <a:ext cx="547920" cy="551160"/>
            <a:chOff x="6397367" y="5569222"/>
            <a:chExt cx="547920" cy="55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0C73E27-B970-907E-165F-0E86ED0E216F}"/>
                    </a:ext>
                  </a:extLst>
                </p14:cNvPr>
                <p14:cNvContentPartPr/>
                <p14:nvPr/>
              </p14:nvContentPartPr>
              <p14:xfrm>
                <a:off x="6458927" y="5730502"/>
                <a:ext cx="104400" cy="3096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0C73E27-B970-907E-165F-0E86ED0E216F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441287" y="5712502"/>
                  <a:ext cx="14004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CED5476-A48B-3826-DE60-893F8E21CC1C}"/>
                    </a:ext>
                  </a:extLst>
                </p14:cNvPr>
                <p14:cNvContentPartPr/>
                <p14:nvPr/>
              </p14:nvContentPartPr>
              <p14:xfrm>
                <a:off x="6397367" y="5785942"/>
                <a:ext cx="246600" cy="57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CED5476-A48B-3826-DE60-893F8E21CC1C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379367" y="5767942"/>
                  <a:ext cx="2822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4F66752-74E0-8333-7D6B-AFEDC294416A}"/>
                    </a:ext>
                  </a:extLst>
                </p14:cNvPr>
                <p14:cNvContentPartPr/>
                <p14:nvPr/>
              </p14:nvContentPartPr>
              <p14:xfrm>
                <a:off x="6761327" y="5569222"/>
                <a:ext cx="183960" cy="551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4F66752-74E0-8333-7D6B-AFEDC294416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743687" y="5551222"/>
                  <a:ext cx="219600" cy="58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56500F18-4933-4AF7-776A-D9CB9ECFECD6}"/>
              </a:ext>
            </a:extLst>
          </p:cNvPr>
          <p:cNvGrpSpPr/>
          <p:nvPr/>
        </p:nvGrpSpPr>
        <p:grpSpPr>
          <a:xfrm>
            <a:off x="6875087" y="5516302"/>
            <a:ext cx="1506960" cy="737640"/>
            <a:chOff x="6875087" y="5516302"/>
            <a:chExt cx="1506960" cy="73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058D88E-27F2-B4B3-BC79-86E5AC743B78}"/>
                    </a:ext>
                  </a:extLst>
                </p14:cNvPr>
                <p14:cNvContentPartPr/>
                <p14:nvPr/>
              </p14:nvContentPartPr>
              <p14:xfrm>
                <a:off x="6875087" y="5885662"/>
                <a:ext cx="138240" cy="26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058D88E-27F2-B4B3-BC79-86E5AC743B7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857447" y="5868022"/>
                  <a:ext cx="1738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E54B49C-6890-343D-0147-C22EDC033C7B}"/>
                    </a:ext>
                  </a:extLst>
                </p14:cNvPr>
                <p14:cNvContentPartPr/>
                <p14:nvPr/>
              </p14:nvContentPartPr>
              <p14:xfrm>
                <a:off x="7167407" y="5734822"/>
                <a:ext cx="26640" cy="234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E54B49C-6890-343D-0147-C22EDC033C7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149407" y="5717182"/>
                  <a:ext cx="622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635F237-4A97-447B-4973-44B5B8016EE1}"/>
                    </a:ext>
                  </a:extLst>
                </p14:cNvPr>
                <p14:cNvContentPartPr/>
                <p14:nvPr/>
              </p14:nvContentPartPr>
              <p14:xfrm>
                <a:off x="7184687" y="5924542"/>
                <a:ext cx="108360" cy="1854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635F237-4A97-447B-4973-44B5B8016EE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167047" y="5906542"/>
                  <a:ext cx="1440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8FF3F0F-FB86-DB4D-7814-E0ED6C58F377}"/>
                    </a:ext>
                  </a:extLst>
                </p14:cNvPr>
                <p14:cNvContentPartPr/>
                <p14:nvPr/>
              </p14:nvContentPartPr>
              <p14:xfrm>
                <a:off x="7527047" y="5747782"/>
                <a:ext cx="175320" cy="1875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8FF3F0F-FB86-DB4D-7814-E0ED6C58F377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509407" y="5729782"/>
                  <a:ext cx="2109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EA2BE80-FB0D-451B-5FA1-D1EB8E5F7224}"/>
                    </a:ext>
                  </a:extLst>
                </p14:cNvPr>
                <p14:cNvContentPartPr/>
                <p14:nvPr/>
              </p14:nvContentPartPr>
              <p14:xfrm>
                <a:off x="7808927" y="5962702"/>
                <a:ext cx="88920" cy="1512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EA2BE80-FB0D-451B-5FA1-D1EB8E5F7224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791287" y="5945062"/>
                  <a:ext cx="1245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6F3336B-519B-C60E-BF22-0C41CC8A137B}"/>
                    </a:ext>
                  </a:extLst>
                </p14:cNvPr>
                <p14:cNvContentPartPr/>
                <p14:nvPr/>
              </p14:nvContentPartPr>
              <p14:xfrm>
                <a:off x="8112767" y="5695942"/>
                <a:ext cx="9000" cy="254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6F3336B-519B-C60E-BF22-0C41CC8A137B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095127" y="5678302"/>
                  <a:ext cx="446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35ABAA6-A8B3-C9BF-9C0B-FEA9E134C792}"/>
                    </a:ext>
                  </a:extLst>
                </p14:cNvPr>
                <p14:cNvContentPartPr/>
                <p14:nvPr/>
              </p14:nvContentPartPr>
              <p14:xfrm>
                <a:off x="7961567" y="5516302"/>
                <a:ext cx="420480" cy="7376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35ABAA6-A8B3-C9BF-9C0B-FEA9E134C792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943567" y="5498662"/>
                  <a:ext cx="456120" cy="77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0B4C702-86BE-6678-684E-4A3B9E3BB229}"/>
                    </a:ext>
                  </a:extLst>
                </p14:cNvPr>
                <p14:cNvContentPartPr/>
                <p14:nvPr/>
              </p14:nvContentPartPr>
              <p14:xfrm>
                <a:off x="6983087" y="6063142"/>
                <a:ext cx="1173960" cy="1191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0B4C702-86BE-6678-684E-4A3B9E3BB22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965447" y="6045502"/>
                  <a:ext cx="120960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C365BF4B-5937-F6B2-F0FD-2007095AAFD6}"/>
              </a:ext>
            </a:extLst>
          </p:cNvPr>
          <p:cNvGrpSpPr/>
          <p:nvPr/>
        </p:nvGrpSpPr>
        <p:grpSpPr>
          <a:xfrm>
            <a:off x="3800687" y="5599822"/>
            <a:ext cx="1745280" cy="783360"/>
            <a:chOff x="3800687" y="5599822"/>
            <a:chExt cx="1745280" cy="78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3F5D9DB-8488-E5A3-BA40-48118BFA0BA7}"/>
                    </a:ext>
                  </a:extLst>
                </p14:cNvPr>
                <p14:cNvContentPartPr/>
                <p14:nvPr/>
              </p14:nvContentPartPr>
              <p14:xfrm>
                <a:off x="3800687" y="5599822"/>
                <a:ext cx="231840" cy="697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3F5D9DB-8488-E5A3-BA40-48118BFA0BA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782687" y="5581822"/>
                  <a:ext cx="267480" cy="73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FFF46A7-A221-8B88-23A3-28DFECF0EB09}"/>
                    </a:ext>
                  </a:extLst>
                </p14:cNvPr>
                <p14:cNvContentPartPr/>
                <p14:nvPr/>
              </p14:nvContentPartPr>
              <p14:xfrm>
                <a:off x="4062047" y="5972782"/>
                <a:ext cx="117720" cy="75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FFF46A7-A221-8B88-23A3-28DFECF0EB09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044047" y="5955142"/>
                  <a:ext cx="1533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EBDC3C9-515C-2C32-C019-E89D24CFB8BD}"/>
                    </a:ext>
                  </a:extLst>
                </p14:cNvPr>
                <p14:cNvContentPartPr/>
                <p14:nvPr/>
              </p14:nvContentPartPr>
              <p14:xfrm>
                <a:off x="4310447" y="5825542"/>
                <a:ext cx="20520" cy="2098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EBDC3C9-515C-2C32-C019-E89D24CFB8B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292807" y="5807542"/>
                  <a:ext cx="561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DDA96EF-8EF8-C02D-BF47-F7A4F62E7063}"/>
                    </a:ext>
                  </a:extLst>
                </p14:cNvPr>
                <p14:cNvContentPartPr/>
                <p14:nvPr/>
              </p14:nvContentPartPr>
              <p14:xfrm>
                <a:off x="4434647" y="5981782"/>
                <a:ext cx="30960" cy="802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DDA96EF-8EF8-C02D-BF47-F7A4F62E706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416647" y="5964142"/>
                  <a:ext cx="666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F4ACF0F-C29D-43C1-C90A-E36CFBEEED06}"/>
                    </a:ext>
                  </a:extLst>
                </p14:cNvPr>
                <p14:cNvContentPartPr/>
                <p14:nvPr/>
              </p14:nvContentPartPr>
              <p14:xfrm>
                <a:off x="4676567" y="5752462"/>
                <a:ext cx="21240" cy="2066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F4ACF0F-C29D-43C1-C90A-E36CFBEEED06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658567" y="5734462"/>
                  <a:ext cx="568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F8013DA-A057-E741-443E-22A63C36472A}"/>
                    </a:ext>
                  </a:extLst>
                </p14:cNvPr>
                <p14:cNvContentPartPr/>
                <p14:nvPr/>
              </p14:nvContentPartPr>
              <p14:xfrm>
                <a:off x="4883207" y="5999062"/>
                <a:ext cx="71640" cy="939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F8013DA-A057-E741-443E-22A63C36472A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865207" y="5981062"/>
                  <a:ext cx="1072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039CB2E-FB54-D980-7B08-D0DA866EA966}"/>
                    </a:ext>
                  </a:extLst>
                </p14:cNvPr>
                <p14:cNvContentPartPr/>
                <p14:nvPr/>
              </p14:nvContentPartPr>
              <p14:xfrm>
                <a:off x="5183447" y="5808262"/>
                <a:ext cx="111240" cy="150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039CB2E-FB54-D980-7B08-D0DA866EA96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165807" y="5790262"/>
                  <a:ext cx="1468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4865941-56D1-3399-8B82-7A904E349985}"/>
                    </a:ext>
                  </a:extLst>
                </p14:cNvPr>
                <p14:cNvContentPartPr/>
                <p14:nvPr/>
              </p14:nvContentPartPr>
              <p14:xfrm>
                <a:off x="5185607" y="5617822"/>
                <a:ext cx="360360" cy="765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4865941-56D1-3399-8B82-7A904E349985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167607" y="5599822"/>
                  <a:ext cx="396000" cy="80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4C107C9-17E4-04A5-6B68-BF0C42013153}"/>
                    </a:ext>
                  </a:extLst>
                </p14:cNvPr>
                <p14:cNvContentPartPr/>
                <p14:nvPr/>
              </p14:nvContentPartPr>
              <p14:xfrm>
                <a:off x="4233767" y="6175822"/>
                <a:ext cx="991440" cy="990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4C107C9-17E4-04A5-6B68-BF0C4201315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216127" y="6157822"/>
                  <a:ext cx="10270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8192F84-76C4-EE6E-CE2A-9FD0E1088580}"/>
                    </a:ext>
                  </a:extLst>
                </p14:cNvPr>
                <p14:cNvContentPartPr/>
                <p14:nvPr/>
              </p14:nvContentPartPr>
              <p14:xfrm>
                <a:off x="4248527" y="6306142"/>
                <a:ext cx="20880" cy="4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8192F84-76C4-EE6E-CE2A-9FD0E108858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230887" y="6288142"/>
                  <a:ext cx="5652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8A2AE182-231F-DEAA-0E17-28F40CF6A2DA}"/>
                  </a:ext>
                </a:extLst>
              </p14:cNvPr>
              <p14:cNvContentPartPr/>
              <p14:nvPr/>
            </p14:nvContentPartPr>
            <p14:xfrm>
              <a:off x="8426327" y="6139822"/>
              <a:ext cx="5400" cy="540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8A2AE182-231F-DEAA-0E17-28F40CF6A2DA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8408687" y="6121822"/>
                <a:ext cx="4104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38098CE6-31DF-C44D-040D-74419B949B25}"/>
              </a:ext>
            </a:extLst>
          </p:cNvPr>
          <p:cNvGrpSpPr/>
          <p:nvPr/>
        </p:nvGrpSpPr>
        <p:grpSpPr>
          <a:xfrm>
            <a:off x="778127" y="6517822"/>
            <a:ext cx="835200" cy="360360"/>
            <a:chOff x="778127" y="6517822"/>
            <a:chExt cx="835200" cy="36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299D9EB-24CA-A8C7-B14C-6CE77ED813AC}"/>
                    </a:ext>
                  </a:extLst>
                </p14:cNvPr>
                <p14:cNvContentPartPr/>
                <p14:nvPr/>
              </p14:nvContentPartPr>
              <p14:xfrm>
                <a:off x="778127" y="6575062"/>
                <a:ext cx="44280" cy="2570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299D9EB-24CA-A8C7-B14C-6CE77ED813AC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60487" y="6557062"/>
                  <a:ext cx="799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5985512-BF15-BE51-3DDC-8449CBB8CEDC}"/>
                    </a:ext>
                  </a:extLst>
                </p14:cNvPr>
                <p14:cNvContentPartPr/>
                <p14:nvPr/>
              </p14:nvContentPartPr>
              <p14:xfrm>
                <a:off x="781367" y="6543742"/>
                <a:ext cx="166320" cy="3344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5985512-BF15-BE51-3DDC-8449CBB8CEDC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63367" y="6525742"/>
                  <a:ext cx="20196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559CEEE-B395-730B-27DF-6DD75E05312F}"/>
                    </a:ext>
                  </a:extLst>
                </p14:cNvPr>
                <p14:cNvContentPartPr/>
                <p14:nvPr/>
              </p14:nvContentPartPr>
              <p14:xfrm>
                <a:off x="1023287" y="6648862"/>
                <a:ext cx="590040" cy="1983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559CEEE-B395-730B-27DF-6DD75E05312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05647" y="6631222"/>
                  <a:ext cx="6256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D75852C-9C3C-6737-91B7-6B59540781AE}"/>
                    </a:ext>
                  </a:extLst>
                </p14:cNvPr>
                <p14:cNvContentPartPr/>
                <p14:nvPr/>
              </p14:nvContentPartPr>
              <p14:xfrm>
                <a:off x="1457447" y="6517822"/>
                <a:ext cx="8280" cy="237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D75852C-9C3C-6737-91B7-6B59540781AE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439447" y="6499822"/>
                  <a:ext cx="4392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007FC45B-4935-AC16-8B29-E925C70AE4D9}"/>
              </a:ext>
            </a:extLst>
          </p:cNvPr>
          <p:cNvGrpSpPr/>
          <p:nvPr/>
        </p:nvGrpSpPr>
        <p:grpSpPr>
          <a:xfrm>
            <a:off x="2272487" y="6705022"/>
            <a:ext cx="138240" cy="120960"/>
            <a:chOff x="2272487" y="6705022"/>
            <a:chExt cx="138240" cy="1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3A81237-94D2-05F0-8E70-BDB06A3FEDB5}"/>
                    </a:ext>
                  </a:extLst>
                </p14:cNvPr>
                <p14:cNvContentPartPr/>
                <p14:nvPr/>
              </p14:nvContentPartPr>
              <p14:xfrm>
                <a:off x="2272487" y="6705022"/>
                <a:ext cx="55080" cy="64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3A81237-94D2-05F0-8E70-BDB06A3FEDB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254487" y="6687022"/>
                  <a:ext cx="907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2D0A94F-90B7-5044-5E7A-651A527755D1}"/>
                    </a:ext>
                  </a:extLst>
                </p14:cNvPr>
                <p14:cNvContentPartPr/>
                <p14:nvPr/>
              </p14:nvContentPartPr>
              <p14:xfrm>
                <a:off x="2294807" y="6789622"/>
                <a:ext cx="115920" cy="363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2D0A94F-90B7-5044-5E7A-651A527755D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277167" y="6771982"/>
                  <a:ext cx="15156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F292BB89-F4F1-2C91-05CF-76F6B42DF002}"/>
              </a:ext>
            </a:extLst>
          </p:cNvPr>
          <p:cNvGrpSpPr/>
          <p:nvPr/>
        </p:nvGrpSpPr>
        <p:grpSpPr>
          <a:xfrm>
            <a:off x="3281927" y="6417382"/>
            <a:ext cx="1559520" cy="534240"/>
            <a:chOff x="3281927" y="6417382"/>
            <a:chExt cx="1559520" cy="53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6637A6B-A524-0921-B180-A2DAA097A78B}"/>
                    </a:ext>
                  </a:extLst>
                </p14:cNvPr>
                <p14:cNvContentPartPr/>
                <p14:nvPr/>
              </p14:nvContentPartPr>
              <p14:xfrm>
                <a:off x="3281927" y="6535462"/>
                <a:ext cx="94680" cy="3337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6637A6B-A524-0921-B180-A2DAA097A78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264287" y="6517822"/>
                  <a:ext cx="13032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7B09515-028F-E601-8399-8672B34ABB8A}"/>
                    </a:ext>
                  </a:extLst>
                </p14:cNvPr>
                <p14:cNvContentPartPr/>
                <p14:nvPr/>
              </p14:nvContentPartPr>
              <p14:xfrm>
                <a:off x="3548327" y="6651022"/>
                <a:ext cx="129600" cy="388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7B09515-028F-E601-8399-8672B34ABB8A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530687" y="6633022"/>
                  <a:ext cx="1652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014B081-D374-620E-94F5-271611C224A5}"/>
                    </a:ext>
                  </a:extLst>
                </p14:cNvPr>
                <p14:cNvContentPartPr/>
                <p14:nvPr/>
              </p14:nvContentPartPr>
              <p14:xfrm>
                <a:off x="3795647" y="6506302"/>
                <a:ext cx="11520" cy="2160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014B081-D374-620E-94F5-271611C224A5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3778007" y="6488302"/>
                  <a:ext cx="471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2F4EDD4-D4EE-F512-0A74-567A30FE554C}"/>
                    </a:ext>
                  </a:extLst>
                </p14:cNvPr>
                <p14:cNvContentPartPr/>
                <p14:nvPr/>
              </p14:nvContentPartPr>
              <p14:xfrm>
                <a:off x="3937127" y="6682702"/>
                <a:ext cx="71640" cy="1256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2F4EDD4-D4EE-F512-0A74-567A30FE554C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919127" y="6664702"/>
                  <a:ext cx="1072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5C41B7A-F542-9C3D-1138-08D3A41B26EA}"/>
                    </a:ext>
                  </a:extLst>
                </p14:cNvPr>
                <p14:cNvContentPartPr/>
                <p14:nvPr/>
              </p14:nvContentPartPr>
              <p14:xfrm>
                <a:off x="4108127" y="6507022"/>
                <a:ext cx="16560" cy="2235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5C41B7A-F542-9C3D-1138-08D3A41B26E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090127" y="6489382"/>
                  <a:ext cx="522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223F8AD-20CB-5ED2-00C9-EB896A87CE06}"/>
                    </a:ext>
                  </a:extLst>
                </p14:cNvPr>
                <p14:cNvContentPartPr/>
                <p14:nvPr/>
              </p14:nvContentPartPr>
              <p14:xfrm>
                <a:off x="4245647" y="6694582"/>
                <a:ext cx="64440" cy="1263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223F8AD-20CB-5ED2-00C9-EB896A87CE0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228007" y="6676582"/>
                  <a:ext cx="1000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C780BAA-6B02-7423-3820-E2BB1573EC47}"/>
                    </a:ext>
                  </a:extLst>
                </p14:cNvPr>
                <p14:cNvContentPartPr/>
                <p14:nvPr/>
              </p14:nvContentPartPr>
              <p14:xfrm>
                <a:off x="4484687" y="6546982"/>
                <a:ext cx="118800" cy="1980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C780BAA-6B02-7423-3820-E2BB1573EC47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467047" y="6529342"/>
                  <a:ext cx="154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EEBA481-121D-446C-B9D6-F982B60C22C0}"/>
                    </a:ext>
                  </a:extLst>
                </p14:cNvPr>
                <p14:cNvContentPartPr/>
                <p14:nvPr/>
              </p14:nvContentPartPr>
              <p14:xfrm>
                <a:off x="4569647" y="6417382"/>
                <a:ext cx="271800" cy="5342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EEBA481-121D-446C-B9D6-F982B60C22C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551647" y="6399382"/>
                  <a:ext cx="307440" cy="56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199C2B7C-9C5F-A368-EB80-CE06709F1162}"/>
                  </a:ext>
                </a:extLst>
              </p14:cNvPr>
              <p14:cNvContentPartPr/>
              <p14:nvPr/>
            </p14:nvContentPartPr>
            <p14:xfrm>
              <a:off x="5116847" y="6706822"/>
              <a:ext cx="142560" cy="19872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199C2B7C-9C5F-A368-EB80-CE06709F1162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5099207" y="6688822"/>
                <a:ext cx="178200" cy="23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6" name="Group 205">
            <a:extLst>
              <a:ext uri="{FF2B5EF4-FFF2-40B4-BE49-F238E27FC236}">
                <a16:creationId xmlns:a16="http://schemas.microsoft.com/office/drawing/2014/main" id="{7B9C049C-318E-CA21-C725-C0F9D2238B95}"/>
              </a:ext>
            </a:extLst>
          </p:cNvPr>
          <p:cNvGrpSpPr/>
          <p:nvPr/>
        </p:nvGrpSpPr>
        <p:grpSpPr>
          <a:xfrm>
            <a:off x="5664767" y="6361582"/>
            <a:ext cx="1788120" cy="617040"/>
            <a:chOff x="5664767" y="6361582"/>
            <a:chExt cx="1788120" cy="61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30A008A-C19A-A42F-5EF7-AE4C0C0E8F6F}"/>
                    </a:ext>
                  </a:extLst>
                </p14:cNvPr>
                <p14:cNvContentPartPr/>
                <p14:nvPr/>
              </p14:nvContentPartPr>
              <p14:xfrm>
                <a:off x="5664767" y="6487942"/>
                <a:ext cx="105480" cy="3398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30A008A-C19A-A42F-5EF7-AE4C0C0E8F6F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5646767" y="6470302"/>
                  <a:ext cx="14112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048E556-C0C1-2B8C-A155-C3FC1312ADC1}"/>
                    </a:ext>
                  </a:extLst>
                </p14:cNvPr>
                <p14:cNvContentPartPr/>
                <p14:nvPr/>
              </p14:nvContentPartPr>
              <p14:xfrm>
                <a:off x="5913167" y="6624022"/>
                <a:ext cx="124920" cy="31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048E556-C0C1-2B8C-A155-C3FC1312ADC1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895167" y="6606022"/>
                  <a:ext cx="1605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BAA5F10-FB22-60C8-4057-9158B7A65E20}"/>
                    </a:ext>
                  </a:extLst>
                </p14:cNvPr>
                <p14:cNvContentPartPr/>
                <p14:nvPr/>
              </p14:nvContentPartPr>
              <p14:xfrm>
                <a:off x="6169127" y="6495142"/>
                <a:ext cx="24840" cy="2185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BAA5F10-FB22-60C8-4057-9158B7A65E20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151487" y="6477142"/>
                  <a:ext cx="604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5F92DB3-DD3D-4E4B-72A3-A6314F3EC300}"/>
                    </a:ext>
                  </a:extLst>
                </p14:cNvPr>
                <p14:cNvContentPartPr/>
                <p14:nvPr/>
              </p14:nvContentPartPr>
              <p14:xfrm>
                <a:off x="6322127" y="6660742"/>
                <a:ext cx="93240" cy="1321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5F92DB3-DD3D-4E4B-72A3-A6314F3EC30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304487" y="6642742"/>
                  <a:ext cx="128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F1C3EFF-7D41-D2BC-3940-EAEDF0E3ECEE}"/>
                    </a:ext>
                  </a:extLst>
                </p14:cNvPr>
                <p14:cNvContentPartPr/>
                <p14:nvPr/>
              </p14:nvContentPartPr>
              <p14:xfrm>
                <a:off x="6542447" y="6525022"/>
                <a:ext cx="182880" cy="1958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F1C3EFF-7D41-D2BC-3940-EAEDF0E3ECEE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524807" y="6507022"/>
                  <a:ext cx="2185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FB4CAB5-4EFF-50D9-83F7-EA62AF419574}"/>
                    </a:ext>
                  </a:extLst>
                </p14:cNvPr>
                <p14:cNvContentPartPr/>
                <p14:nvPr/>
              </p14:nvContentPartPr>
              <p14:xfrm>
                <a:off x="6840887" y="6662902"/>
                <a:ext cx="101520" cy="1677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FB4CAB5-4EFF-50D9-83F7-EA62AF41957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822887" y="6645262"/>
                  <a:ext cx="1371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3311F67-0B83-7B35-8773-A8E4CF3DF9FF}"/>
                    </a:ext>
                  </a:extLst>
                </p14:cNvPr>
                <p14:cNvContentPartPr/>
                <p14:nvPr/>
              </p14:nvContentPartPr>
              <p14:xfrm>
                <a:off x="7153367" y="6489382"/>
                <a:ext cx="65520" cy="2376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3311F67-0B83-7B35-8773-A8E4CF3DF9FF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7135367" y="6471742"/>
                  <a:ext cx="101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C61BC1D-3667-54C0-5809-FE2EFAAAD75A}"/>
                    </a:ext>
                  </a:extLst>
                </p14:cNvPr>
                <p14:cNvContentPartPr/>
                <p14:nvPr/>
              </p14:nvContentPartPr>
              <p14:xfrm>
                <a:off x="7133927" y="6361582"/>
                <a:ext cx="318960" cy="6170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C61BC1D-3667-54C0-5809-FE2EFAAAD75A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7115927" y="6343942"/>
                  <a:ext cx="354600" cy="65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3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642D7711-1B2B-9BEA-7E3B-5CAD51E10D5D}"/>
                  </a:ext>
                </a:extLst>
              </p14:cNvPr>
              <p14:cNvContentPartPr/>
              <p14:nvPr/>
            </p14:nvContentPartPr>
            <p14:xfrm>
              <a:off x="9619007" y="3626662"/>
              <a:ext cx="1080" cy="828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642D7711-1B2B-9BEA-7E3B-5CAD51E10D5D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9601007" y="3609022"/>
                <a:ext cx="3672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5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FA1FAF68-EEA6-A63A-DA25-7EEA2FFD9E32}"/>
                  </a:ext>
                </a:extLst>
              </p14:cNvPr>
              <p14:cNvContentPartPr/>
              <p14:nvPr/>
            </p14:nvContentPartPr>
            <p14:xfrm>
              <a:off x="10384727" y="4622422"/>
              <a:ext cx="3960" cy="3636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FA1FAF68-EEA6-A63A-DA25-7EEA2FFD9E32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10366727" y="4604782"/>
                <a:ext cx="396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5" name="Group 264">
            <a:extLst>
              <a:ext uri="{FF2B5EF4-FFF2-40B4-BE49-F238E27FC236}">
                <a16:creationId xmlns:a16="http://schemas.microsoft.com/office/drawing/2014/main" id="{52BA1332-0817-E2C9-110F-8447B4651646}"/>
              </a:ext>
            </a:extLst>
          </p:cNvPr>
          <p:cNvGrpSpPr/>
          <p:nvPr/>
        </p:nvGrpSpPr>
        <p:grpSpPr>
          <a:xfrm>
            <a:off x="8967047" y="1666462"/>
            <a:ext cx="3175200" cy="770400"/>
            <a:chOff x="8967047" y="1666462"/>
            <a:chExt cx="3175200" cy="77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5049EE1-90D3-1E3D-6524-7DB9FA45F779}"/>
                    </a:ext>
                  </a:extLst>
                </p14:cNvPr>
                <p14:cNvContentPartPr/>
                <p14:nvPr/>
              </p14:nvContentPartPr>
              <p14:xfrm>
                <a:off x="9144527" y="2179822"/>
                <a:ext cx="92880" cy="360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5049EE1-90D3-1E3D-6524-7DB9FA45F77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126887" y="2161822"/>
                  <a:ext cx="1285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4D935A9-7824-A107-11D8-52B91C82385C}"/>
                    </a:ext>
                  </a:extLst>
                </p14:cNvPr>
                <p14:cNvContentPartPr/>
                <p14:nvPr/>
              </p14:nvContentPartPr>
              <p14:xfrm>
                <a:off x="9979367" y="2239582"/>
                <a:ext cx="33480" cy="1371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4D935A9-7824-A107-11D8-52B91C82385C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9961727" y="2221582"/>
                  <a:ext cx="691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FCD75A3-DFE4-2177-072E-95D72E75FE6B}"/>
                    </a:ext>
                  </a:extLst>
                </p14:cNvPr>
                <p14:cNvContentPartPr/>
                <p14:nvPr/>
              </p14:nvContentPartPr>
              <p14:xfrm>
                <a:off x="8967047" y="1728382"/>
                <a:ext cx="249480" cy="3621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FCD75A3-DFE4-2177-072E-95D72E75FE6B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949407" y="1710742"/>
                  <a:ext cx="28512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A1C69C8-EBA3-88A3-E58D-9D3D3E58F0C2}"/>
                    </a:ext>
                  </a:extLst>
                </p14:cNvPr>
                <p14:cNvContentPartPr/>
                <p14:nvPr/>
              </p14:nvContentPartPr>
              <p14:xfrm>
                <a:off x="9334247" y="1855462"/>
                <a:ext cx="60120" cy="137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A1C69C8-EBA3-88A3-E58D-9D3D3E58F0C2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316247" y="1837462"/>
                  <a:ext cx="957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AE314259-F627-E437-E483-D9F966026976}"/>
                    </a:ext>
                  </a:extLst>
                </p14:cNvPr>
                <p14:cNvContentPartPr/>
                <p14:nvPr/>
              </p14:nvContentPartPr>
              <p14:xfrm>
                <a:off x="9333527" y="1718662"/>
                <a:ext cx="42120" cy="262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AE314259-F627-E437-E483-D9F966026976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315527" y="1701022"/>
                  <a:ext cx="777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FD75B0E3-DCD1-37F5-E2C3-863A3E362205}"/>
                    </a:ext>
                  </a:extLst>
                </p14:cNvPr>
                <p14:cNvContentPartPr/>
                <p14:nvPr/>
              </p14:nvContentPartPr>
              <p14:xfrm>
                <a:off x="9440087" y="1818742"/>
                <a:ext cx="208080" cy="1404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FD75B0E3-DCD1-37F5-E2C3-863A3E362205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422447" y="1801102"/>
                  <a:ext cx="2437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4FF3EF7E-A6B7-CC9C-366F-C7E1CEE8C049}"/>
                    </a:ext>
                  </a:extLst>
                </p14:cNvPr>
                <p14:cNvContentPartPr/>
                <p14:nvPr/>
              </p14:nvContentPartPr>
              <p14:xfrm>
                <a:off x="9682727" y="1785622"/>
                <a:ext cx="441000" cy="2088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4FF3EF7E-A6B7-CC9C-366F-C7E1CEE8C049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665087" y="1767982"/>
                  <a:ext cx="4766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B9A642F-4C19-056C-E3CA-33EC8DB5479D}"/>
                    </a:ext>
                  </a:extLst>
                </p14:cNvPr>
                <p14:cNvContentPartPr/>
                <p14:nvPr/>
              </p14:nvContentPartPr>
              <p14:xfrm>
                <a:off x="10177367" y="1835662"/>
                <a:ext cx="65160" cy="1753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B9A642F-4C19-056C-E3CA-33EC8DB5479D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159727" y="1817662"/>
                  <a:ext cx="1008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3E5E3AC-796E-D917-0AE0-DA22463F1F59}"/>
                    </a:ext>
                  </a:extLst>
                </p14:cNvPr>
                <p14:cNvContentPartPr/>
                <p14:nvPr/>
              </p14:nvContentPartPr>
              <p14:xfrm>
                <a:off x="10209407" y="1743502"/>
                <a:ext cx="28800" cy="208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3E5E3AC-796E-D917-0AE0-DA22463F1F59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191767" y="1725502"/>
                  <a:ext cx="644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DBB9FF21-2EF6-2EE0-A672-65826A5533C2}"/>
                    </a:ext>
                  </a:extLst>
                </p14:cNvPr>
                <p14:cNvContentPartPr/>
                <p14:nvPr/>
              </p14:nvContentPartPr>
              <p14:xfrm>
                <a:off x="10268807" y="1830262"/>
                <a:ext cx="375840" cy="1861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DBB9FF21-2EF6-2EE0-A672-65826A5533C2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250807" y="1812262"/>
                  <a:ext cx="4114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333319BB-D9C0-AE9A-BF92-B1D8489D84CD}"/>
                    </a:ext>
                  </a:extLst>
                </p14:cNvPr>
                <p14:cNvContentPartPr/>
                <p14:nvPr/>
              </p14:nvContentPartPr>
              <p14:xfrm>
                <a:off x="10783247" y="1703182"/>
                <a:ext cx="333720" cy="7336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333319BB-D9C0-AE9A-BF92-B1D8489D84CD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765247" y="1685542"/>
                  <a:ext cx="369360" cy="76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8F05F35-B157-7249-703B-6CDBF6BC75E2}"/>
                    </a:ext>
                  </a:extLst>
                </p14:cNvPr>
                <p14:cNvContentPartPr/>
                <p14:nvPr/>
              </p14:nvContentPartPr>
              <p14:xfrm>
                <a:off x="11300927" y="1728382"/>
                <a:ext cx="173520" cy="2458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8F05F35-B157-7249-703B-6CDBF6BC75E2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1283287" y="1710742"/>
                  <a:ext cx="2091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62A659C-575F-7689-328C-54F15EB863B6}"/>
                    </a:ext>
                  </a:extLst>
                </p14:cNvPr>
                <p14:cNvContentPartPr/>
                <p14:nvPr/>
              </p14:nvContentPartPr>
              <p14:xfrm>
                <a:off x="11595047" y="1827022"/>
                <a:ext cx="97200" cy="172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62A659C-575F-7689-328C-54F15EB863B6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1577407" y="1809382"/>
                  <a:ext cx="1328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54D4469A-64B1-0A09-C104-BCAA14B2E1E8}"/>
                    </a:ext>
                  </a:extLst>
                </p14:cNvPr>
                <p14:cNvContentPartPr/>
                <p14:nvPr/>
              </p14:nvContentPartPr>
              <p14:xfrm>
                <a:off x="11575247" y="1894342"/>
                <a:ext cx="121680" cy="237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54D4469A-64B1-0A09-C104-BCAA14B2E1E8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1557607" y="1876702"/>
                  <a:ext cx="157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40A3921-996F-3C6A-CABD-89F8D00569F2}"/>
                    </a:ext>
                  </a:extLst>
                </p14:cNvPr>
                <p14:cNvContentPartPr/>
                <p14:nvPr/>
              </p14:nvContentPartPr>
              <p14:xfrm>
                <a:off x="11868287" y="1666462"/>
                <a:ext cx="273960" cy="2066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40A3921-996F-3C6A-CABD-89F8D00569F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1850647" y="1648462"/>
                  <a:ext cx="309600" cy="24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23F1A840-0556-6B08-44E6-A2255E8EF83A}"/>
                  </a:ext>
                </a:extLst>
              </p14:cNvPr>
              <p14:cNvContentPartPr/>
              <p14:nvPr/>
            </p14:nvContentPartPr>
            <p14:xfrm>
              <a:off x="8110607" y="2672302"/>
              <a:ext cx="239760" cy="29916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23F1A840-0556-6B08-44E6-A2255E8EF83A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8092607" y="2654662"/>
                <a:ext cx="275400" cy="33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0" name="Group 269">
            <a:extLst>
              <a:ext uri="{FF2B5EF4-FFF2-40B4-BE49-F238E27FC236}">
                <a16:creationId xmlns:a16="http://schemas.microsoft.com/office/drawing/2014/main" id="{852526A7-1E81-5444-8E4F-F451C05C852C}"/>
              </a:ext>
            </a:extLst>
          </p:cNvPr>
          <p:cNvGrpSpPr/>
          <p:nvPr/>
        </p:nvGrpSpPr>
        <p:grpSpPr>
          <a:xfrm>
            <a:off x="8618927" y="2689222"/>
            <a:ext cx="176760" cy="282240"/>
            <a:chOff x="8618927" y="2689222"/>
            <a:chExt cx="176760" cy="2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C34E131A-59A1-8613-4207-0F8496E8A8A6}"/>
                    </a:ext>
                  </a:extLst>
                </p14:cNvPr>
                <p14:cNvContentPartPr/>
                <p14:nvPr/>
              </p14:nvContentPartPr>
              <p14:xfrm>
                <a:off x="8618927" y="2822062"/>
                <a:ext cx="30240" cy="1494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C34E131A-59A1-8613-4207-0F8496E8A8A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600927" y="2804062"/>
                  <a:ext cx="658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ABAFEEE2-46BB-5BAA-6D86-6A0898691206}"/>
                    </a:ext>
                  </a:extLst>
                </p14:cNvPr>
                <p14:cNvContentPartPr/>
                <p14:nvPr/>
              </p14:nvContentPartPr>
              <p14:xfrm>
                <a:off x="8714687" y="2783902"/>
                <a:ext cx="81000" cy="1792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ABAFEEE2-46BB-5BAA-6D86-6A0898691206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697047" y="2765902"/>
                  <a:ext cx="1166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DBAD8E4C-8EA8-28EA-8155-8777B30129DC}"/>
                    </a:ext>
                  </a:extLst>
                </p14:cNvPr>
                <p14:cNvContentPartPr/>
                <p14:nvPr/>
              </p14:nvContentPartPr>
              <p14:xfrm>
                <a:off x="8625767" y="2689222"/>
                <a:ext cx="13320" cy="435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DBAD8E4C-8EA8-28EA-8155-8777B30129DC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607767" y="2671222"/>
                  <a:ext cx="4896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5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BA0042BB-FDEF-557E-A8E2-FDA75354E248}"/>
                  </a:ext>
                </a:extLst>
              </p14:cNvPr>
              <p14:cNvContentPartPr/>
              <p14:nvPr/>
            </p14:nvContentPartPr>
            <p14:xfrm>
              <a:off x="9144887" y="2729542"/>
              <a:ext cx="210240" cy="18072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BA0042BB-FDEF-557E-A8E2-FDA75354E248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9127247" y="2711902"/>
                <a:ext cx="245880" cy="21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6" name="Group 275">
            <a:extLst>
              <a:ext uri="{FF2B5EF4-FFF2-40B4-BE49-F238E27FC236}">
                <a16:creationId xmlns:a16="http://schemas.microsoft.com/office/drawing/2014/main" id="{B5529B85-E534-D9A9-E5BF-B5B200EAFF69}"/>
              </a:ext>
            </a:extLst>
          </p:cNvPr>
          <p:cNvGrpSpPr/>
          <p:nvPr/>
        </p:nvGrpSpPr>
        <p:grpSpPr>
          <a:xfrm>
            <a:off x="9716207" y="2563582"/>
            <a:ext cx="1221840" cy="764280"/>
            <a:chOff x="9716207" y="2563582"/>
            <a:chExt cx="1221840" cy="76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34D603C1-2D68-B408-C80C-14EF05ADD511}"/>
                    </a:ext>
                  </a:extLst>
                </p14:cNvPr>
                <p14:cNvContentPartPr/>
                <p14:nvPr/>
              </p14:nvContentPartPr>
              <p14:xfrm>
                <a:off x="9748247" y="2721982"/>
                <a:ext cx="35640" cy="6058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34D603C1-2D68-B408-C80C-14EF05ADD511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730247" y="2704342"/>
                  <a:ext cx="71280" cy="6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5660A682-D4B0-5C28-0155-F18F088C55A6}"/>
                    </a:ext>
                  </a:extLst>
                </p14:cNvPr>
                <p14:cNvContentPartPr/>
                <p14:nvPr/>
              </p14:nvContentPartPr>
              <p14:xfrm>
                <a:off x="9716207" y="2563582"/>
                <a:ext cx="595440" cy="37404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5660A682-D4B0-5C28-0155-F18F088C55A6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9698207" y="2545942"/>
                  <a:ext cx="63108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3F6011E-214C-2BF3-7B85-5432F6DE83E7}"/>
                    </a:ext>
                  </a:extLst>
                </p14:cNvPr>
                <p14:cNvContentPartPr/>
                <p14:nvPr/>
              </p14:nvContentPartPr>
              <p14:xfrm>
                <a:off x="10456367" y="2609662"/>
                <a:ext cx="481680" cy="2073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3F6011E-214C-2BF3-7B85-5432F6DE83E7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438727" y="2591662"/>
                  <a:ext cx="517320" cy="24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21D7D1A0-5820-6BC5-3864-B15CA9878233}"/>
                  </a:ext>
                </a:extLst>
              </p14:cNvPr>
              <p14:cNvContentPartPr/>
              <p14:nvPr/>
            </p14:nvContentPartPr>
            <p14:xfrm>
              <a:off x="11886287" y="2692822"/>
              <a:ext cx="360" cy="36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21D7D1A0-5820-6BC5-3864-B15CA9878233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1868647" y="267518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3" name="Group 292">
            <a:extLst>
              <a:ext uri="{FF2B5EF4-FFF2-40B4-BE49-F238E27FC236}">
                <a16:creationId xmlns:a16="http://schemas.microsoft.com/office/drawing/2014/main" id="{06546683-EB2C-3E93-6CFF-BBC74DC1D906}"/>
              </a:ext>
            </a:extLst>
          </p:cNvPr>
          <p:cNvGrpSpPr/>
          <p:nvPr/>
        </p:nvGrpSpPr>
        <p:grpSpPr>
          <a:xfrm>
            <a:off x="8290247" y="3292582"/>
            <a:ext cx="3298680" cy="1469160"/>
            <a:chOff x="8290247" y="3292582"/>
            <a:chExt cx="3298680" cy="146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4D610E1-06C6-527E-B9FD-718FBF1F1CF1}"/>
                    </a:ext>
                  </a:extLst>
                </p14:cNvPr>
                <p14:cNvContentPartPr/>
                <p14:nvPr/>
              </p14:nvContentPartPr>
              <p14:xfrm>
                <a:off x="8402927" y="3357742"/>
                <a:ext cx="52200" cy="3340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4D610E1-06C6-527E-B9FD-718FBF1F1CF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385287" y="3339742"/>
                  <a:ext cx="8784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8F2375D-94C5-5DBE-B816-E22902B1EF40}"/>
                    </a:ext>
                  </a:extLst>
                </p14:cNvPr>
                <p14:cNvContentPartPr/>
                <p14:nvPr/>
              </p14:nvContentPartPr>
              <p14:xfrm>
                <a:off x="8290247" y="3350542"/>
                <a:ext cx="385560" cy="3045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8F2375D-94C5-5DBE-B816-E22902B1EF40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272247" y="3332542"/>
                  <a:ext cx="4212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1741204-4F49-A95C-4D23-8234152E8379}"/>
                    </a:ext>
                  </a:extLst>
                </p14:cNvPr>
                <p14:cNvContentPartPr/>
                <p14:nvPr/>
              </p14:nvContentPartPr>
              <p14:xfrm>
                <a:off x="8748527" y="3480862"/>
                <a:ext cx="639000" cy="1857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1741204-4F49-A95C-4D23-8234152E837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730887" y="3462862"/>
                  <a:ext cx="6746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686DE5E9-771B-7FA4-2F72-987DC096B430}"/>
                    </a:ext>
                  </a:extLst>
                </p14:cNvPr>
                <p14:cNvContentPartPr/>
                <p14:nvPr/>
              </p14:nvContentPartPr>
              <p14:xfrm>
                <a:off x="9326687" y="3302662"/>
                <a:ext cx="579240" cy="6660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686DE5E9-771B-7FA4-2F72-987DC096B43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308687" y="3285022"/>
                  <a:ext cx="61488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7E0B489E-A752-6CD8-3AA2-70E4E531C9EF}"/>
                    </a:ext>
                  </a:extLst>
                </p14:cNvPr>
                <p14:cNvContentPartPr/>
                <p14:nvPr/>
              </p14:nvContentPartPr>
              <p14:xfrm>
                <a:off x="10429367" y="3292582"/>
                <a:ext cx="695880" cy="2876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7E0B489E-A752-6CD8-3AA2-70E4E531C9EF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411727" y="3274942"/>
                  <a:ext cx="7315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2B4BD22-9344-0A61-48B5-617ECA5EEA4E}"/>
                    </a:ext>
                  </a:extLst>
                </p14:cNvPr>
                <p14:cNvContentPartPr/>
                <p14:nvPr/>
              </p14:nvContentPartPr>
              <p14:xfrm>
                <a:off x="10278167" y="3400942"/>
                <a:ext cx="180360" cy="518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2B4BD22-9344-0A61-48B5-617ECA5EEA4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260527" y="3383302"/>
                  <a:ext cx="216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6FA67F86-E13A-2845-1DB3-D46A72F9F6A4}"/>
                    </a:ext>
                  </a:extLst>
                </p14:cNvPr>
                <p14:cNvContentPartPr/>
                <p14:nvPr/>
              </p14:nvContentPartPr>
              <p14:xfrm>
                <a:off x="9117527" y="4273222"/>
                <a:ext cx="540720" cy="2419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6FA67F86-E13A-2845-1DB3-D46A72F9F6A4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099527" y="4255582"/>
                  <a:ext cx="5763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ECB6E58-8DC4-7123-C9A4-EF17AC0C621E}"/>
                    </a:ext>
                  </a:extLst>
                </p14:cNvPr>
                <p14:cNvContentPartPr/>
                <p14:nvPr/>
              </p14:nvContentPartPr>
              <p14:xfrm>
                <a:off x="9635207" y="4104382"/>
                <a:ext cx="47520" cy="320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ECB6E58-8DC4-7123-C9A4-EF17AC0C621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617207" y="4086382"/>
                  <a:ext cx="831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B1BCC67C-902A-D494-038C-B4E69BA9705A}"/>
                    </a:ext>
                  </a:extLst>
                </p14:cNvPr>
                <p14:cNvContentPartPr/>
                <p14:nvPr/>
              </p14:nvContentPartPr>
              <p14:xfrm>
                <a:off x="9742847" y="4183222"/>
                <a:ext cx="631800" cy="5785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B1BCC67C-902A-D494-038C-B4E69BA9705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724847" y="4165582"/>
                  <a:ext cx="66744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508791F-73AB-C1E2-FFB2-7601EA35C70D}"/>
                    </a:ext>
                  </a:extLst>
                </p14:cNvPr>
                <p14:cNvContentPartPr/>
                <p14:nvPr/>
              </p14:nvContentPartPr>
              <p14:xfrm>
                <a:off x="10066847" y="4080262"/>
                <a:ext cx="60480" cy="165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508791F-73AB-C1E2-FFB2-7601EA35C70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048847" y="4062262"/>
                  <a:ext cx="961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21519D69-DA49-19B3-B7FD-1A3CC264A91F}"/>
                    </a:ext>
                  </a:extLst>
                </p14:cNvPr>
                <p14:cNvContentPartPr/>
                <p14:nvPr/>
              </p14:nvContentPartPr>
              <p14:xfrm>
                <a:off x="10632047" y="4177462"/>
                <a:ext cx="29160" cy="2062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21519D69-DA49-19B3-B7FD-1A3CC264A91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614407" y="4159822"/>
                  <a:ext cx="648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5117250-0EE1-0803-F405-1EF2BB92BD43}"/>
                    </a:ext>
                  </a:extLst>
                </p14:cNvPr>
                <p14:cNvContentPartPr/>
                <p14:nvPr/>
              </p14:nvContentPartPr>
              <p14:xfrm>
                <a:off x="10790447" y="4181782"/>
                <a:ext cx="225000" cy="1674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5117250-0EE1-0803-F405-1EF2BB92BD43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772447" y="4164142"/>
                  <a:ext cx="2606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DAC540D-9C33-9651-72DA-8348C407627E}"/>
                    </a:ext>
                  </a:extLst>
                </p14:cNvPr>
                <p14:cNvContentPartPr/>
                <p14:nvPr/>
              </p14:nvContentPartPr>
              <p14:xfrm>
                <a:off x="10705127" y="3975862"/>
                <a:ext cx="61920" cy="302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DAC540D-9C33-9651-72DA-8348C407627E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0687487" y="3958222"/>
                  <a:ext cx="975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6C42CCA1-63D2-B4ED-9FAB-8CFD7866EDC6}"/>
                    </a:ext>
                  </a:extLst>
                </p14:cNvPr>
                <p14:cNvContentPartPr/>
                <p14:nvPr/>
              </p14:nvContentPartPr>
              <p14:xfrm>
                <a:off x="11144327" y="4073422"/>
                <a:ext cx="270000" cy="3495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6C42CCA1-63D2-B4ED-9FAB-8CFD7866EDC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126327" y="4055782"/>
                  <a:ext cx="30564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3739596C-81B9-9656-763E-52FE52E93D23}"/>
                    </a:ext>
                  </a:extLst>
                </p14:cNvPr>
                <p14:cNvContentPartPr/>
                <p14:nvPr/>
              </p14:nvContentPartPr>
              <p14:xfrm>
                <a:off x="11442407" y="3949222"/>
                <a:ext cx="146520" cy="2919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3739596C-81B9-9656-763E-52FE52E93D2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1424407" y="3931222"/>
                  <a:ext cx="182160" cy="32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8EBB85A6-F40D-C3DB-92F2-02328240FE49}"/>
                  </a:ext>
                </a:extLst>
              </p14:cNvPr>
              <p14:cNvContentPartPr/>
              <p14:nvPr/>
            </p14:nvContentPartPr>
            <p14:xfrm>
              <a:off x="12206327" y="4513702"/>
              <a:ext cx="9000" cy="288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8EBB85A6-F40D-C3DB-92F2-02328240FE49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12188327" y="4495702"/>
                <a:ext cx="446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698FA0D-E09E-D120-D035-9F3D10D5FED9}"/>
                  </a:ext>
                </a:extLst>
              </p14:cNvPr>
              <p14:cNvContentPartPr/>
              <p14:nvPr/>
            </p14:nvContentPartPr>
            <p14:xfrm>
              <a:off x="1894487" y="170662"/>
              <a:ext cx="237960" cy="294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698FA0D-E09E-D120-D035-9F3D10D5FED9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1876487" y="152662"/>
                <a:ext cx="27360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2D591B1-66FB-F471-71FF-CB9E0AED998E}"/>
                  </a:ext>
                </a:extLst>
              </p14:cNvPr>
              <p14:cNvContentPartPr/>
              <p14:nvPr/>
            </p14:nvContentPartPr>
            <p14:xfrm>
              <a:off x="5072207" y="660982"/>
              <a:ext cx="8640" cy="61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2D591B1-66FB-F471-71FF-CB9E0AED998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054567" y="643342"/>
                <a:ext cx="442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9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126334A9-9BDE-CEBE-59C9-5FFD56E9CE6A}"/>
                  </a:ext>
                </a:extLst>
              </p14:cNvPr>
              <p14:cNvContentPartPr/>
              <p14:nvPr/>
            </p14:nvContentPartPr>
            <p14:xfrm>
              <a:off x="5611127" y="440302"/>
              <a:ext cx="3960" cy="21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126334A9-9BDE-CEBE-59C9-5FFD56E9CE6A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5593127" y="422302"/>
                <a:ext cx="396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1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66A6F3C1-339B-424E-33FA-055E1876BD8A}"/>
                  </a:ext>
                </a:extLst>
              </p14:cNvPr>
              <p14:cNvContentPartPr/>
              <p14:nvPr/>
            </p14:nvContentPartPr>
            <p14:xfrm>
              <a:off x="3653087" y="3379342"/>
              <a:ext cx="1080" cy="396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66A6F3C1-339B-424E-33FA-055E1876BD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35087" y="3361342"/>
                <a:ext cx="3672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D56BD0E9-5788-3210-C4D7-7988829826F9}"/>
              </a:ext>
            </a:extLst>
          </p:cNvPr>
          <p:cNvGrpSpPr/>
          <p:nvPr/>
        </p:nvGrpSpPr>
        <p:grpSpPr>
          <a:xfrm>
            <a:off x="6730007" y="651262"/>
            <a:ext cx="2288880" cy="213120"/>
            <a:chOff x="6730007" y="651262"/>
            <a:chExt cx="2288880" cy="21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1834E1F-D79B-B3AB-4F7B-30002578284E}"/>
                    </a:ext>
                  </a:extLst>
                </p14:cNvPr>
                <p14:cNvContentPartPr/>
                <p14:nvPr/>
              </p14:nvContentPartPr>
              <p14:xfrm>
                <a:off x="6730007" y="651262"/>
                <a:ext cx="2186640" cy="104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1834E1F-D79B-B3AB-4F7B-30002578284E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712007" y="633262"/>
                  <a:ext cx="22222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A18B79B-D705-B55C-CB70-7D3AF840EBB6}"/>
                    </a:ext>
                  </a:extLst>
                </p14:cNvPr>
                <p14:cNvContentPartPr/>
                <p14:nvPr/>
              </p14:nvContentPartPr>
              <p14:xfrm>
                <a:off x="6743687" y="687622"/>
                <a:ext cx="2275200" cy="1767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A18B79B-D705-B55C-CB70-7D3AF840EBB6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725687" y="669982"/>
                  <a:ext cx="23108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67561B0-B94B-E96E-3573-6BBFB83EBDD3}"/>
                    </a:ext>
                  </a:extLst>
                </p14:cNvPr>
                <p14:cNvContentPartPr/>
                <p14:nvPr/>
              </p14:nvContentPartPr>
              <p14:xfrm>
                <a:off x="7917647" y="686902"/>
                <a:ext cx="3600" cy="21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67561B0-B94B-E96E-3573-6BBFB83EBDD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899647" y="669262"/>
                  <a:ext cx="3924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7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50783EC8-62C3-F37A-DE2B-D5DA0AB18D66}"/>
                  </a:ext>
                </a:extLst>
              </p14:cNvPr>
              <p14:cNvContentPartPr/>
              <p14:nvPr/>
            </p14:nvContentPartPr>
            <p14:xfrm>
              <a:off x="2146487" y="2845102"/>
              <a:ext cx="720" cy="288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50783EC8-62C3-F37A-DE2B-D5DA0AB18D6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28487" y="2827102"/>
                <a:ext cx="363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8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0FA27C1F-0B58-CBDE-4C64-E0C81D537421}"/>
                  </a:ext>
                </a:extLst>
              </p14:cNvPr>
              <p14:cNvContentPartPr/>
              <p14:nvPr/>
            </p14:nvContentPartPr>
            <p14:xfrm>
              <a:off x="2411087" y="2599582"/>
              <a:ext cx="6480" cy="1224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0FA27C1F-0B58-CBDE-4C64-E0C81D537421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2393087" y="2581582"/>
                <a:ext cx="421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C702135A-56B6-E991-CC17-F7916531D3A0}"/>
                  </a:ext>
                </a:extLst>
              </p14:cNvPr>
              <p14:cNvContentPartPr/>
              <p14:nvPr/>
            </p14:nvContentPartPr>
            <p14:xfrm>
              <a:off x="3757487" y="2570422"/>
              <a:ext cx="20880" cy="288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C702135A-56B6-E991-CC17-F7916531D3A0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3739487" y="2552422"/>
                <a:ext cx="565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E830585E-D852-97E2-E71C-B98CAF9D5E49}"/>
                  </a:ext>
                </a:extLst>
              </p14:cNvPr>
              <p14:cNvContentPartPr/>
              <p14:nvPr/>
            </p14:nvContentPartPr>
            <p14:xfrm>
              <a:off x="3056567" y="2750422"/>
              <a:ext cx="28800" cy="900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E830585E-D852-97E2-E71C-B98CAF9D5E49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3038927" y="2732422"/>
                <a:ext cx="644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4F80311A-26C4-AB6D-EF63-C92D33EE6C2A}"/>
                  </a:ext>
                </a:extLst>
              </p14:cNvPr>
              <p14:cNvContentPartPr/>
              <p14:nvPr/>
            </p14:nvContentPartPr>
            <p14:xfrm>
              <a:off x="3714647" y="3407062"/>
              <a:ext cx="360" cy="36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4F80311A-26C4-AB6D-EF63-C92D33EE6C2A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3697007" y="338942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6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7D299F4E-7B98-DFF2-86A2-121E44EC82C6}"/>
                  </a:ext>
                </a:extLst>
              </p14:cNvPr>
              <p14:cNvContentPartPr/>
              <p14:nvPr/>
            </p14:nvContentPartPr>
            <p14:xfrm>
              <a:off x="1302647" y="3885862"/>
              <a:ext cx="5760" cy="540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7D299F4E-7B98-DFF2-86A2-121E44EC82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4647" y="3867862"/>
                <a:ext cx="4140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0" name="Group 219">
            <a:extLst>
              <a:ext uri="{FF2B5EF4-FFF2-40B4-BE49-F238E27FC236}">
                <a16:creationId xmlns:a16="http://schemas.microsoft.com/office/drawing/2014/main" id="{7149B06C-A793-E3F2-2363-930AB2602A2D}"/>
              </a:ext>
            </a:extLst>
          </p:cNvPr>
          <p:cNvGrpSpPr/>
          <p:nvPr/>
        </p:nvGrpSpPr>
        <p:grpSpPr>
          <a:xfrm>
            <a:off x="1168727" y="4529182"/>
            <a:ext cx="280080" cy="399960"/>
            <a:chOff x="1168727" y="4529182"/>
            <a:chExt cx="280080" cy="39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E6E0E3D-C699-A25F-AEFF-59C9547EABE4}"/>
                    </a:ext>
                  </a:extLst>
                </p14:cNvPr>
                <p14:cNvContentPartPr/>
                <p14:nvPr/>
              </p14:nvContentPartPr>
              <p14:xfrm>
                <a:off x="1168727" y="4627822"/>
                <a:ext cx="164160" cy="385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E6E0E3D-C699-A25F-AEFF-59C9547EABE4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150727" y="4610182"/>
                  <a:ext cx="199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F1ACFFA-61B0-11CF-D890-C4912FF56144}"/>
                    </a:ext>
                  </a:extLst>
                </p14:cNvPr>
                <p14:cNvContentPartPr/>
                <p14:nvPr/>
              </p14:nvContentPartPr>
              <p14:xfrm>
                <a:off x="1202567" y="4723222"/>
                <a:ext cx="143640" cy="727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F1ACFFA-61B0-11CF-D890-C4912FF56144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184927" y="4705582"/>
                  <a:ext cx="1792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376F7E0-E420-97E4-36BD-AB0375918CF4}"/>
                    </a:ext>
                  </a:extLst>
                </p14:cNvPr>
                <p14:cNvContentPartPr/>
                <p14:nvPr/>
              </p14:nvContentPartPr>
              <p14:xfrm>
                <a:off x="1251887" y="4529182"/>
                <a:ext cx="196920" cy="3999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376F7E0-E420-97E4-36BD-AB0375918CF4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233887" y="4511182"/>
                  <a:ext cx="232560" cy="43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E082544B-3B35-31D9-C943-3B641C61036F}"/>
              </a:ext>
            </a:extLst>
          </p:cNvPr>
          <p:cNvGrpSpPr/>
          <p:nvPr/>
        </p:nvGrpSpPr>
        <p:grpSpPr>
          <a:xfrm>
            <a:off x="2527727" y="3383662"/>
            <a:ext cx="26280" cy="12600"/>
            <a:chOff x="2527727" y="3383662"/>
            <a:chExt cx="26280" cy="1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E1DB705-0AEB-4183-D904-9F99A792C971}"/>
                    </a:ext>
                  </a:extLst>
                </p14:cNvPr>
                <p14:cNvContentPartPr/>
                <p14:nvPr/>
              </p14:nvContentPartPr>
              <p14:xfrm>
                <a:off x="2547527" y="3383662"/>
                <a:ext cx="6480" cy="32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E1DB705-0AEB-4183-D904-9F99A792C97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29887" y="3365662"/>
                  <a:ext cx="421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F3921FA-8E65-0F5C-F16C-7D814DBE4D83}"/>
                    </a:ext>
                  </a:extLst>
                </p14:cNvPr>
                <p14:cNvContentPartPr/>
                <p14:nvPr/>
              </p14:nvContentPartPr>
              <p14:xfrm>
                <a:off x="2527727" y="3395902"/>
                <a:ext cx="360" cy="3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F3921FA-8E65-0F5C-F16C-7D814DBE4D83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510087" y="33782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52019F4-E24F-9986-1508-3B0229C6E866}"/>
                    </a:ext>
                  </a:extLst>
                </p14:cNvPr>
                <p14:cNvContentPartPr/>
                <p14:nvPr/>
              </p14:nvContentPartPr>
              <p14:xfrm>
                <a:off x="2533487" y="3385462"/>
                <a:ext cx="9720" cy="14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52019F4-E24F-9986-1508-3B0229C6E86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15487" y="3367822"/>
                  <a:ext cx="4536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6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5813EDF2-DDF5-D705-C509-35B312080242}"/>
                  </a:ext>
                </a:extLst>
              </p14:cNvPr>
              <p14:cNvContentPartPr/>
              <p14:nvPr/>
            </p14:nvContentPartPr>
            <p14:xfrm>
              <a:off x="3529967" y="3326782"/>
              <a:ext cx="5760" cy="396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5813EDF2-DDF5-D705-C509-35B312080242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3511967" y="3308782"/>
                <a:ext cx="414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7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0759045A-4D68-65FC-58BC-F32D0E316952}"/>
                  </a:ext>
                </a:extLst>
              </p14:cNvPr>
              <p14:cNvContentPartPr/>
              <p14:nvPr/>
            </p14:nvContentPartPr>
            <p14:xfrm>
              <a:off x="3458687" y="819382"/>
              <a:ext cx="360" cy="36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0759045A-4D68-65FC-58BC-F32D0E316952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3441047" y="80174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8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3BA2AB76-7152-5D70-CC01-257D52237949}"/>
                  </a:ext>
                </a:extLst>
              </p14:cNvPr>
              <p14:cNvContentPartPr/>
              <p14:nvPr/>
            </p14:nvContentPartPr>
            <p14:xfrm>
              <a:off x="3825527" y="801382"/>
              <a:ext cx="360" cy="36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3BA2AB76-7152-5D70-CC01-257D52237949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3807527" y="78374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9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B58F57CB-9231-A254-3E41-D672FD80B07B}"/>
                  </a:ext>
                </a:extLst>
              </p14:cNvPr>
              <p14:cNvContentPartPr/>
              <p14:nvPr/>
            </p14:nvContentPartPr>
            <p14:xfrm>
              <a:off x="4243487" y="746302"/>
              <a:ext cx="1440" cy="288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B58F57CB-9231-A254-3E41-D672FD80B07B}"/>
                  </a:ext>
                </a:extLst>
              </p:cNvPr>
              <p:cNvPicPr/>
              <p:nvPr/>
            </p:nvPicPr>
            <p:blipFill>
              <a:blip r:embed="rId440"/>
              <a:stretch>
                <a:fillRect/>
              </a:stretch>
            </p:blipFill>
            <p:spPr>
              <a:xfrm>
                <a:off x="4225847" y="728662"/>
                <a:ext cx="370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1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4C42457D-1885-EB40-AFBB-0F658802E610}"/>
                  </a:ext>
                </a:extLst>
              </p14:cNvPr>
              <p14:cNvContentPartPr/>
              <p14:nvPr/>
            </p14:nvContentPartPr>
            <p14:xfrm>
              <a:off x="1245047" y="5286622"/>
              <a:ext cx="5760" cy="828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4C42457D-1885-EB40-AFBB-0F658802E610}"/>
                  </a:ext>
                </a:extLst>
              </p:cNvPr>
              <p:cNvPicPr/>
              <p:nvPr/>
            </p:nvPicPr>
            <p:blipFill>
              <a:blip r:embed="rId442"/>
              <a:stretch>
                <a:fillRect/>
              </a:stretch>
            </p:blipFill>
            <p:spPr>
              <a:xfrm>
                <a:off x="1227407" y="5268982"/>
                <a:ext cx="4140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3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857B5F98-AA07-A31F-4855-EA404D6F2766}"/>
                  </a:ext>
                </a:extLst>
              </p14:cNvPr>
              <p14:cNvContentPartPr/>
              <p14:nvPr/>
            </p14:nvContentPartPr>
            <p14:xfrm>
              <a:off x="1823927" y="5292382"/>
              <a:ext cx="19080" cy="468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857B5F98-AA07-A31F-4855-EA404D6F2766}"/>
                  </a:ext>
                </a:extLst>
              </p:cNvPr>
              <p:cNvPicPr/>
              <p:nvPr/>
            </p:nvPicPr>
            <p:blipFill>
              <a:blip r:embed="rId444"/>
              <a:stretch>
                <a:fillRect/>
              </a:stretch>
            </p:blipFill>
            <p:spPr>
              <a:xfrm>
                <a:off x="1806287" y="5274382"/>
                <a:ext cx="547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5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F90ECB8D-3F29-174A-FF1F-B0AD308164B6}"/>
                  </a:ext>
                </a:extLst>
              </p14:cNvPr>
              <p14:cNvContentPartPr/>
              <p14:nvPr/>
            </p14:nvContentPartPr>
            <p14:xfrm>
              <a:off x="2399927" y="5226142"/>
              <a:ext cx="22680" cy="828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F90ECB8D-3F29-174A-FF1F-B0AD308164B6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2381927" y="5208142"/>
                <a:ext cx="5832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7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F93BD02E-F376-41F6-7116-57DBBACBDEE8}"/>
                  </a:ext>
                </a:extLst>
              </p14:cNvPr>
              <p14:cNvContentPartPr/>
              <p14:nvPr/>
            </p14:nvContentPartPr>
            <p14:xfrm>
              <a:off x="928967" y="5342782"/>
              <a:ext cx="16920" cy="1404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F93BD02E-F376-41F6-7116-57DBBACBDEE8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911327" y="5325142"/>
                <a:ext cx="525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9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4D7DF0C5-D45D-231E-E075-70CA08ED94EE}"/>
                  </a:ext>
                </a:extLst>
              </p14:cNvPr>
              <p14:cNvContentPartPr/>
              <p14:nvPr/>
            </p14:nvContentPartPr>
            <p14:xfrm>
              <a:off x="4205687" y="5315782"/>
              <a:ext cx="2880" cy="288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4D7DF0C5-D45D-231E-E075-70CA08ED94EE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4188047" y="5298142"/>
                <a:ext cx="385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1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F02AA12F-B15E-16A4-BE73-5F50F71555E8}"/>
                  </a:ext>
                </a:extLst>
              </p14:cNvPr>
              <p14:cNvContentPartPr/>
              <p14:nvPr/>
            </p14:nvContentPartPr>
            <p14:xfrm>
              <a:off x="4617887" y="5262142"/>
              <a:ext cx="360" cy="36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F02AA12F-B15E-16A4-BE73-5F50F71555E8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4599887" y="524414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2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B050BCAC-21BE-DF7F-D60B-5141FC72E4D3}"/>
                  </a:ext>
                </a:extLst>
              </p14:cNvPr>
              <p14:cNvContentPartPr/>
              <p14:nvPr/>
            </p14:nvContentPartPr>
            <p14:xfrm>
              <a:off x="5809487" y="5287342"/>
              <a:ext cx="360" cy="36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B050BCAC-21BE-DF7F-D60B-5141FC72E4D3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5791847" y="52697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3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DD181625-B8B7-7F4D-EEBF-3FB31E31C719}"/>
                  </a:ext>
                </a:extLst>
              </p14:cNvPr>
              <p14:cNvContentPartPr/>
              <p14:nvPr/>
            </p14:nvContentPartPr>
            <p14:xfrm>
              <a:off x="5759087" y="5255302"/>
              <a:ext cx="1080" cy="360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DD181625-B8B7-7F4D-EEBF-3FB31E31C719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5741087" y="5237302"/>
                <a:ext cx="367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5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872E4207-098E-2F50-59A4-172FE5E7D0C3}"/>
                  </a:ext>
                </a:extLst>
              </p14:cNvPr>
              <p14:cNvContentPartPr/>
              <p14:nvPr/>
            </p14:nvContentPartPr>
            <p14:xfrm>
              <a:off x="4155287" y="5299582"/>
              <a:ext cx="248400" cy="4284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872E4207-098E-2F50-59A4-172FE5E7D0C3}"/>
                  </a:ext>
                </a:extLst>
              </p:cNvPr>
              <p:cNvPicPr/>
              <p:nvPr/>
            </p:nvPicPr>
            <p:blipFill>
              <a:blip r:embed="rId456"/>
              <a:stretch>
                <a:fillRect/>
              </a:stretch>
            </p:blipFill>
            <p:spPr>
              <a:xfrm>
                <a:off x="4137287" y="5281942"/>
                <a:ext cx="28404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7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5B3F2E77-5B81-9E5A-DC2A-F3173EF86259}"/>
                  </a:ext>
                </a:extLst>
              </p14:cNvPr>
              <p14:cNvContentPartPr/>
              <p14:nvPr/>
            </p14:nvContentPartPr>
            <p14:xfrm>
              <a:off x="4836407" y="5294182"/>
              <a:ext cx="3600" cy="684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5B3F2E77-5B81-9E5A-DC2A-F3173EF86259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4818767" y="5276542"/>
                <a:ext cx="392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9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C2EF385F-EC46-C05F-08EB-E3B40F6E1479}"/>
                  </a:ext>
                </a:extLst>
              </p14:cNvPr>
              <p14:cNvContentPartPr/>
              <p14:nvPr/>
            </p14:nvContentPartPr>
            <p14:xfrm>
              <a:off x="4241687" y="5301742"/>
              <a:ext cx="2880" cy="288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C2EF385F-EC46-C05F-08EB-E3B40F6E1479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4224047" y="5283742"/>
                <a:ext cx="3852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0" name="Group 239">
            <a:extLst>
              <a:ext uri="{FF2B5EF4-FFF2-40B4-BE49-F238E27FC236}">
                <a16:creationId xmlns:a16="http://schemas.microsoft.com/office/drawing/2014/main" id="{5890A036-9B9D-C8B8-AE17-EFB36A085536}"/>
              </a:ext>
            </a:extLst>
          </p:cNvPr>
          <p:cNvGrpSpPr/>
          <p:nvPr/>
        </p:nvGrpSpPr>
        <p:grpSpPr>
          <a:xfrm>
            <a:off x="3361487" y="5891062"/>
            <a:ext cx="191880" cy="216360"/>
            <a:chOff x="3361487" y="5891062"/>
            <a:chExt cx="191880" cy="21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B3858EA-8179-89E6-BB36-1C9CBC4D0DF7}"/>
                    </a:ext>
                  </a:extLst>
                </p14:cNvPr>
                <p14:cNvContentPartPr/>
                <p14:nvPr/>
              </p14:nvContentPartPr>
              <p14:xfrm>
                <a:off x="3361487" y="5892862"/>
                <a:ext cx="191880" cy="2145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B3858EA-8179-89E6-BB36-1C9CBC4D0DF7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3343487" y="5874862"/>
                  <a:ext cx="2275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44D6C11-E7FB-D7DF-3261-D51443D494CE}"/>
                    </a:ext>
                  </a:extLst>
                </p14:cNvPr>
                <p14:cNvContentPartPr/>
                <p14:nvPr/>
              </p14:nvContentPartPr>
              <p14:xfrm>
                <a:off x="3438887" y="5891062"/>
                <a:ext cx="17640" cy="79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44D6C11-E7FB-D7DF-3261-D51443D494CE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3421247" y="5873062"/>
                  <a:ext cx="53280" cy="4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5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6352BE46-4B4E-074F-D443-964E77430890}"/>
                  </a:ext>
                </a:extLst>
              </p14:cNvPr>
              <p14:cNvContentPartPr/>
              <p14:nvPr/>
            </p14:nvContentPartPr>
            <p14:xfrm>
              <a:off x="3378767" y="6159262"/>
              <a:ext cx="9720" cy="576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6352BE46-4B4E-074F-D443-964E77430890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3361127" y="6141622"/>
                <a:ext cx="453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7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3AA14A83-6071-CA2F-44CB-C9D973BCBA48}"/>
                  </a:ext>
                </a:extLst>
              </p14:cNvPr>
              <p14:cNvContentPartPr/>
              <p14:nvPr/>
            </p14:nvContentPartPr>
            <p14:xfrm>
              <a:off x="4189487" y="5261422"/>
              <a:ext cx="833040" cy="8388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3AA14A83-6071-CA2F-44CB-C9D973BCBA48}"/>
                  </a:ext>
                </a:extLst>
              </p:cNvPr>
              <p:cNvPicPr/>
              <p:nvPr/>
            </p:nvPicPr>
            <p:blipFill>
              <a:blip r:embed="rId468"/>
              <a:stretch>
                <a:fillRect/>
              </a:stretch>
            </p:blipFill>
            <p:spPr>
              <a:xfrm>
                <a:off x="4171847" y="5243422"/>
                <a:ext cx="86868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9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2E5FC9A3-CB95-8ED9-B895-A616B7E294C6}"/>
                  </a:ext>
                </a:extLst>
              </p14:cNvPr>
              <p14:cNvContentPartPr/>
              <p14:nvPr/>
            </p14:nvContentPartPr>
            <p14:xfrm>
              <a:off x="4058447" y="5955862"/>
              <a:ext cx="13320" cy="1656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2E5FC9A3-CB95-8ED9-B895-A616B7E294C6}"/>
                  </a:ext>
                </a:extLst>
              </p:cNvPr>
              <p:cNvPicPr/>
              <p:nvPr/>
            </p:nvPicPr>
            <p:blipFill>
              <a:blip r:embed="rId470"/>
              <a:stretch>
                <a:fillRect/>
              </a:stretch>
            </p:blipFill>
            <p:spPr>
              <a:xfrm>
                <a:off x="4040807" y="5938222"/>
                <a:ext cx="4896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1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36BBBEB7-9ABD-E25A-3506-D13AA116827A}"/>
                  </a:ext>
                </a:extLst>
              </p14:cNvPr>
              <p14:cNvContentPartPr/>
              <p14:nvPr/>
            </p14:nvContentPartPr>
            <p14:xfrm>
              <a:off x="4291727" y="6132262"/>
              <a:ext cx="1080" cy="360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36BBBEB7-9ABD-E25A-3506-D13AA116827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74087" y="6114262"/>
                <a:ext cx="367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2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95744835-AA89-5BD8-12CF-F97E55536EA4}"/>
                  </a:ext>
                </a:extLst>
              </p14:cNvPr>
              <p14:cNvContentPartPr/>
              <p14:nvPr/>
            </p14:nvContentPartPr>
            <p14:xfrm>
              <a:off x="5599247" y="5291662"/>
              <a:ext cx="161280" cy="2556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95744835-AA89-5BD8-12CF-F97E55536EA4}"/>
                  </a:ext>
                </a:extLst>
              </p:cNvPr>
              <p:cNvPicPr/>
              <p:nvPr/>
            </p:nvPicPr>
            <p:blipFill>
              <a:blip r:embed="rId473"/>
              <a:stretch>
                <a:fillRect/>
              </a:stretch>
            </p:blipFill>
            <p:spPr>
              <a:xfrm>
                <a:off x="5581607" y="5274022"/>
                <a:ext cx="19692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4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98AD1615-2AC3-54B1-391D-2AD64B7005E2}"/>
                  </a:ext>
                </a:extLst>
              </p14:cNvPr>
              <p14:cNvContentPartPr/>
              <p14:nvPr/>
            </p14:nvContentPartPr>
            <p14:xfrm>
              <a:off x="4714727" y="6038662"/>
              <a:ext cx="7200" cy="324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98AD1615-2AC3-54B1-391D-2AD64B7005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97087" y="6020662"/>
                <a:ext cx="428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5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3A12C3E9-E084-FF4D-E67F-2F8A78586F59}"/>
                  </a:ext>
                </a:extLst>
              </p14:cNvPr>
              <p14:cNvContentPartPr/>
              <p14:nvPr/>
            </p14:nvContentPartPr>
            <p14:xfrm>
              <a:off x="6313127" y="5231182"/>
              <a:ext cx="37440" cy="2268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3A12C3E9-E084-FF4D-E67F-2F8A78586F59}"/>
                  </a:ext>
                </a:extLst>
              </p:cNvPr>
              <p:cNvPicPr/>
              <p:nvPr/>
            </p:nvPicPr>
            <p:blipFill>
              <a:blip r:embed="rId476"/>
              <a:stretch>
                <a:fillRect/>
              </a:stretch>
            </p:blipFill>
            <p:spPr>
              <a:xfrm>
                <a:off x="6295127" y="5213182"/>
                <a:ext cx="7308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7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7F58F606-D150-98D0-09D6-9C3E9C1B9949}"/>
                  </a:ext>
                </a:extLst>
              </p14:cNvPr>
              <p14:cNvContentPartPr/>
              <p14:nvPr/>
            </p14:nvContentPartPr>
            <p14:xfrm>
              <a:off x="5269127" y="6006622"/>
              <a:ext cx="5040" cy="396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7F58F606-D150-98D0-09D6-9C3E9C1B99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1127" y="5988982"/>
                <a:ext cx="406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8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1ADB0BEB-3401-8C5A-A200-CDBDCC00B67C}"/>
                  </a:ext>
                </a:extLst>
              </p14:cNvPr>
              <p14:cNvContentPartPr/>
              <p14:nvPr/>
            </p14:nvContentPartPr>
            <p14:xfrm>
              <a:off x="6629927" y="5805742"/>
              <a:ext cx="2160" cy="288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1ADB0BEB-3401-8C5A-A200-CDBDCC00B67C}"/>
                  </a:ext>
                </a:extLst>
              </p:cNvPr>
              <p:cNvPicPr/>
              <p:nvPr/>
            </p:nvPicPr>
            <p:blipFill>
              <a:blip r:embed="rId479"/>
              <a:stretch>
                <a:fillRect/>
              </a:stretch>
            </p:blipFill>
            <p:spPr>
              <a:xfrm>
                <a:off x="6611927" y="5787742"/>
                <a:ext cx="378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0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C2A64AD9-71F3-5088-D4F2-0F30937CACBC}"/>
                  </a:ext>
                </a:extLst>
              </p14:cNvPr>
              <p14:cNvContentPartPr/>
              <p14:nvPr/>
            </p14:nvContentPartPr>
            <p14:xfrm>
              <a:off x="8066687" y="5932462"/>
              <a:ext cx="1440" cy="360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C2A64AD9-71F3-5088-D4F2-0F30937CACBC}"/>
                  </a:ext>
                </a:extLst>
              </p:cNvPr>
              <p:cNvPicPr/>
              <p:nvPr/>
            </p:nvPicPr>
            <p:blipFill>
              <a:blip r:embed="rId481"/>
              <a:stretch>
                <a:fillRect/>
              </a:stretch>
            </p:blipFill>
            <p:spPr>
              <a:xfrm>
                <a:off x="8048687" y="5914462"/>
                <a:ext cx="370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2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3535E46E-2963-1570-376C-D96BEAC3370E}"/>
                  </a:ext>
                </a:extLst>
              </p14:cNvPr>
              <p14:cNvContentPartPr/>
              <p14:nvPr/>
            </p14:nvContentPartPr>
            <p14:xfrm>
              <a:off x="7877327" y="6037582"/>
              <a:ext cx="9000" cy="576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3535E46E-2963-1570-376C-D96BEAC3370E}"/>
                  </a:ext>
                </a:extLst>
              </p:cNvPr>
              <p:cNvPicPr/>
              <p:nvPr/>
            </p:nvPicPr>
            <p:blipFill>
              <a:blip r:embed="rId483"/>
              <a:stretch>
                <a:fillRect/>
              </a:stretch>
            </p:blipFill>
            <p:spPr>
              <a:xfrm>
                <a:off x="7859327" y="6019582"/>
                <a:ext cx="4464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7" name="Group 296">
            <a:extLst>
              <a:ext uri="{FF2B5EF4-FFF2-40B4-BE49-F238E27FC236}">
                <a16:creationId xmlns:a16="http://schemas.microsoft.com/office/drawing/2014/main" id="{AF819108-C6B8-CA63-0CD3-0CE4DB6E6712}"/>
              </a:ext>
            </a:extLst>
          </p:cNvPr>
          <p:cNvGrpSpPr/>
          <p:nvPr/>
        </p:nvGrpSpPr>
        <p:grpSpPr>
          <a:xfrm>
            <a:off x="3967007" y="6109942"/>
            <a:ext cx="70920" cy="42480"/>
            <a:chOff x="3967007" y="6109942"/>
            <a:chExt cx="70920" cy="4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0ED2963-158B-59D4-6D9A-0BBB41044027}"/>
                    </a:ext>
                  </a:extLst>
                </p14:cNvPr>
                <p14:cNvContentPartPr/>
                <p14:nvPr/>
              </p14:nvContentPartPr>
              <p14:xfrm>
                <a:off x="3967007" y="6109942"/>
                <a:ext cx="10080" cy="216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0ED2963-158B-59D4-6D9A-0BBB4104402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949367" y="6091942"/>
                  <a:ext cx="457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58CB491F-E2DB-6427-F977-2C8771EB498D}"/>
                    </a:ext>
                  </a:extLst>
                </p14:cNvPr>
                <p14:cNvContentPartPr/>
                <p14:nvPr/>
              </p14:nvContentPartPr>
              <p14:xfrm>
                <a:off x="4037567" y="6152062"/>
                <a:ext cx="360" cy="3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58CB491F-E2DB-6427-F977-2C8771EB498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019927" y="61340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7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84CB498F-730B-D2EA-21EF-4D1FABCF235B}"/>
                  </a:ext>
                </a:extLst>
              </p14:cNvPr>
              <p14:cNvContentPartPr/>
              <p14:nvPr/>
            </p14:nvContentPartPr>
            <p14:xfrm>
              <a:off x="3441407" y="6835342"/>
              <a:ext cx="360" cy="36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84CB498F-730B-D2EA-21EF-4D1FABCF235B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3423407" y="68177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8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979810D8-10C7-C074-AE44-620F4B6BE9BB}"/>
                  </a:ext>
                </a:extLst>
              </p14:cNvPr>
              <p14:cNvContentPartPr/>
              <p14:nvPr/>
            </p14:nvContentPartPr>
            <p14:xfrm>
              <a:off x="4065287" y="6257182"/>
              <a:ext cx="1080" cy="396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979810D8-10C7-C074-AE44-620F4B6BE9BB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4047647" y="6239182"/>
                <a:ext cx="3672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2" name="Group 301">
            <a:extLst>
              <a:ext uri="{FF2B5EF4-FFF2-40B4-BE49-F238E27FC236}">
                <a16:creationId xmlns:a16="http://schemas.microsoft.com/office/drawing/2014/main" id="{1C96CC3D-25B1-5DE3-7B4E-8F15509ED8EA}"/>
              </a:ext>
            </a:extLst>
          </p:cNvPr>
          <p:cNvGrpSpPr/>
          <p:nvPr/>
        </p:nvGrpSpPr>
        <p:grpSpPr>
          <a:xfrm>
            <a:off x="3392447" y="6171142"/>
            <a:ext cx="60840" cy="11520"/>
            <a:chOff x="3392447" y="6171142"/>
            <a:chExt cx="60840" cy="1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D8DB2624-54DB-2DD7-3C90-2FBC81FA1B0A}"/>
                    </a:ext>
                  </a:extLst>
                </p14:cNvPr>
                <p14:cNvContentPartPr/>
                <p14:nvPr/>
              </p14:nvContentPartPr>
              <p14:xfrm>
                <a:off x="3392447" y="6178702"/>
                <a:ext cx="360" cy="36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D8DB2624-54DB-2DD7-3C90-2FBC81FA1B0A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3374807" y="61607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FA1372D5-9464-9E33-70C4-633D18A6610E}"/>
                    </a:ext>
                  </a:extLst>
                </p14:cNvPr>
                <p14:cNvContentPartPr/>
                <p14:nvPr/>
              </p14:nvContentPartPr>
              <p14:xfrm>
                <a:off x="3439607" y="6171142"/>
                <a:ext cx="13680" cy="1152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FA1372D5-9464-9E33-70C4-633D18A6610E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421967" y="6153502"/>
                  <a:ext cx="4932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12608BF5-9BBC-6A34-353B-29C2FC59558E}"/>
              </a:ext>
            </a:extLst>
          </p:cNvPr>
          <p:cNvGrpSpPr/>
          <p:nvPr/>
        </p:nvGrpSpPr>
        <p:grpSpPr>
          <a:xfrm>
            <a:off x="6434447" y="6085102"/>
            <a:ext cx="10080" cy="14040"/>
            <a:chOff x="6434447" y="6085102"/>
            <a:chExt cx="10080" cy="1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D1413D94-27FB-7CDB-3D1A-DABB2AF1A98A}"/>
                    </a:ext>
                  </a:extLst>
                </p14:cNvPr>
                <p14:cNvContentPartPr/>
                <p14:nvPr/>
              </p14:nvContentPartPr>
              <p14:xfrm>
                <a:off x="6434447" y="6085102"/>
                <a:ext cx="3960" cy="144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D1413D94-27FB-7CDB-3D1A-DABB2AF1A98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416447" y="6067462"/>
                  <a:ext cx="39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747CF507-A083-A5ED-39F1-0AD482D9AC42}"/>
                    </a:ext>
                  </a:extLst>
                </p14:cNvPr>
                <p14:cNvContentPartPr/>
                <p14:nvPr/>
              </p14:nvContentPartPr>
              <p14:xfrm>
                <a:off x="6441287" y="6092662"/>
                <a:ext cx="360" cy="36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747CF507-A083-A5ED-39F1-0AD482D9AC42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423287" y="60746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7C20E6E9-7565-E60C-B493-8273FBFD9245}"/>
                    </a:ext>
                  </a:extLst>
                </p14:cNvPr>
                <p14:cNvContentPartPr/>
                <p14:nvPr/>
              </p14:nvContentPartPr>
              <p14:xfrm>
                <a:off x="6444167" y="6098782"/>
                <a:ext cx="360" cy="36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7C20E6E9-7565-E60C-B493-8273FBFD924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426527" y="60811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C3A7613-5090-EB3F-589E-C374A459D9B6}"/>
                    </a:ext>
                  </a:extLst>
                </p14:cNvPr>
                <p14:cNvContentPartPr/>
                <p14:nvPr/>
              </p14:nvContentPartPr>
              <p14:xfrm>
                <a:off x="6443087" y="6094102"/>
                <a:ext cx="1440" cy="504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C3A7613-5090-EB3F-589E-C374A459D9B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425447" y="6076462"/>
                  <a:ext cx="37080" cy="4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6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BF8B2121-2388-A52A-2B81-C8EBA7EB3C3B}"/>
                  </a:ext>
                </a:extLst>
              </p14:cNvPr>
              <p14:cNvContentPartPr/>
              <p14:nvPr/>
            </p14:nvContentPartPr>
            <p14:xfrm>
              <a:off x="3164207" y="6788542"/>
              <a:ext cx="360" cy="36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BF8B2121-2388-A52A-2B81-C8EBA7EB3C3B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3146567" y="677054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7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0D7F7A8A-3E46-BDF6-2E58-C291465A0A0D}"/>
                  </a:ext>
                </a:extLst>
              </p14:cNvPr>
              <p14:cNvContentPartPr/>
              <p14:nvPr/>
            </p14:nvContentPartPr>
            <p14:xfrm>
              <a:off x="4231967" y="6075382"/>
              <a:ext cx="2880" cy="216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0D7F7A8A-3E46-BDF6-2E58-C291465A0A0D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4213967" y="6057382"/>
                <a:ext cx="38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8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B16913CD-13FD-1C63-12B7-8112C4955998}"/>
                  </a:ext>
                </a:extLst>
              </p14:cNvPr>
              <p14:cNvContentPartPr/>
              <p14:nvPr/>
            </p14:nvContentPartPr>
            <p14:xfrm>
              <a:off x="4781687" y="5967742"/>
              <a:ext cx="1440" cy="288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B16913CD-13FD-1C63-12B7-8112C4955998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4763687" y="5949742"/>
                <a:ext cx="370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9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70C55E31-DAC3-713D-C72F-40B437A42C6E}"/>
                  </a:ext>
                </a:extLst>
              </p14:cNvPr>
              <p14:cNvContentPartPr/>
              <p14:nvPr/>
            </p14:nvContentPartPr>
            <p14:xfrm>
              <a:off x="5460647" y="6003022"/>
              <a:ext cx="3960" cy="792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70C55E31-DAC3-713D-C72F-40B437A42C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43007" y="5985022"/>
                <a:ext cx="396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0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D5696FFD-8F64-5065-AD71-1DC560715664}"/>
                  </a:ext>
                </a:extLst>
              </p14:cNvPr>
              <p14:cNvContentPartPr/>
              <p14:nvPr/>
            </p14:nvContentPartPr>
            <p14:xfrm>
              <a:off x="7057607" y="5925622"/>
              <a:ext cx="360" cy="360"/>
            </p14:xfrm>
          </p:contentPart>
        </mc:Choice>
        <mc:Fallback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D5696FFD-8F64-5065-AD71-1DC560715664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7039967" y="590798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1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838A8B81-CEA5-F9B8-76CA-0F01BCE25227}"/>
                  </a:ext>
                </a:extLst>
              </p14:cNvPr>
              <p14:cNvContentPartPr/>
              <p14:nvPr/>
            </p14:nvContentPartPr>
            <p14:xfrm>
              <a:off x="7673207" y="5911222"/>
              <a:ext cx="3960" cy="792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838A8B81-CEA5-F9B8-76CA-0F01BCE25227}"/>
                  </a:ext>
                </a:extLst>
              </p:cNvPr>
              <p:cNvPicPr/>
              <p:nvPr/>
            </p:nvPicPr>
            <p:blipFill>
              <a:blip r:embed="rId502"/>
              <a:stretch>
                <a:fillRect/>
              </a:stretch>
            </p:blipFill>
            <p:spPr>
              <a:xfrm>
                <a:off x="7655567" y="5893222"/>
                <a:ext cx="396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3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3460C18E-5E98-57EA-8C80-3A62C3E22231}"/>
                  </a:ext>
                </a:extLst>
              </p14:cNvPr>
              <p14:cNvContentPartPr/>
              <p14:nvPr/>
            </p14:nvContentPartPr>
            <p14:xfrm>
              <a:off x="8128967" y="5851462"/>
              <a:ext cx="4680" cy="540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3460C18E-5E98-57EA-8C80-3A62C3E22231}"/>
                  </a:ext>
                </a:extLst>
              </p:cNvPr>
              <p:cNvPicPr/>
              <p:nvPr/>
            </p:nvPicPr>
            <p:blipFill>
              <a:blip r:embed="rId504"/>
              <a:stretch>
                <a:fillRect/>
              </a:stretch>
            </p:blipFill>
            <p:spPr>
              <a:xfrm>
                <a:off x="8111327" y="5833462"/>
                <a:ext cx="403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5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C30270A2-EED1-B401-47CC-A84BBBE9CA85}"/>
                  </a:ext>
                </a:extLst>
              </p14:cNvPr>
              <p14:cNvContentPartPr/>
              <p14:nvPr/>
            </p14:nvContentPartPr>
            <p14:xfrm>
              <a:off x="1869287" y="1838542"/>
              <a:ext cx="32040" cy="1332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C30270A2-EED1-B401-47CC-A84BBBE9CA85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1851287" y="1820902"/>
                <a:ext cx="676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7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EDE42E36-DEFC-1C18-4EA1-F995EA13FBCD}"/>
                  </a:ext>
                </a:extLst>
              </p14:cNvPr>
              <p14:cNvContentPartPr/>
              <p14:nvPr/>
            </p14:nvContentPartPr>
            <p14:xfrm>
              <a:off x="5680967" y="1594822"/>
              <a:ext cx="5400" cy="1080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EDE42E36-DEFC-1C18-4EA1-F995EA13FBCD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5663327" y="1577182"/>
                <a:ext cx="4104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9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DA1845D6-DC6D-3476-8367-8547E03CF094}"/>
                  </a:ext>
                </a:extLst>
              </p14:cNvPr>
              <p14:cNvContentPartPr/>
              <p14:nvPr/>
            </p14:nvContentPartPr>
            <p14:xfrm>
              <a:off x="2251607" y="527422"/>
              <a:ext cx="7920" cy="1512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DA1845D6-DC6D-3476-8367-8547E03CF094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2233967" y="509782"/>
                <a:ext cx="4356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1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868E7009-DA85-DC7E-F4E1-C9842900856F}"/>
                  </a:ext>
                </a:extLst>
              </p14:cNvPr>
              <p14:cNvContentPartPr/>
              <p14:nvPr/>
            </p14:nvContentPartPr>
            <p14:xfrm>
              <a:off x="2406047" y="554062"/>
              <a:ext cx="14760" cy="288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868E7009-DA85-DC7E-F4E1-C9842900856F}"/>
                  </a:ext>
                </a:extLst>
              </p:cNvPr>
              <p:cNvPicPr/>
              <p:nvPr/>
            </p:nvPicPr>
            <p:blipFill>
              <a:blip r:embed="rId512"/>
              <a:stretch>
                <a:fillRect/>
              </a:stretch>
            </p:blipFill>
            <p:spPr>
              <a:xfrm>
                <a:off x="2388047" y="536422"/>
                <a:ext cx="50400" cy="3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280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191315D-83F0-667F-1182-541C32E2648E}"/>
              </a:ext>
            </a:extLst>
          </p:cNvPr>
          <p:cNvGrpSpPr/>
          <p:nvPr/>
        </p:nvGrpSpPr>
        <p:grpSpPr>
          <a:xfrm>
            <a:off x="610367" y="197662"/>
            <a:ext cx="1088280" cy="687600"/>
            <a:chOff x="610367" y="197662"/>
            <a:chExt cx="1088280" cy="68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DF0D4C0-145D-69EF-CC0B-58381552F783}"/>
                    </a:ext>
                  </a:extLst>
                </p14:cNvPr>
                <p14:cNvContentPartPr/>
                <p14:nvPr/>
              </p14:nvContentPartPr>
              <p14:xfrm>
                <a:off x="610367" y="197662"/>
                <a:ext cx="212760" cy="3020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DF0D4C0-145D-69EF-CC0B-58381552F78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92367" y="179662"/>
                  <a:ext cx="2484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F8BAB9B-89E8-7B01-3D5E-FCB7D0738753}"/>
                    </a:ext>
                  </a:extLst>
                </p14:cNvPr>
                <p14:cNvContentPartPr/>
                <p14:nvPr/>
              </p14:nvContentPartPr>
              <p14:xfrm>
                <a:off x="820967" y="336262"/>
                <a:ext cx="506520" cy="173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F8BAB9B-89E8-7B01-3D5E-FCB7D073875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03327" y="318262"/>
                  <a:ext cx="5421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F450980-556F-70EC-8827-DD3AB8727B0D}"/>
                    </a:ext>
                  </a:extLst>
                </p14:cNvPr>
                <p14:cNvContentPartPr/>
                <p14:nvPr/>
              </p14:nvContentPartPr>
              <p14:xfrm>
                <a:off x="1293287" y="241222"/>
                <a:ext cx="32040" cy="19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F450980-556F-70EC-8827-DD3AB8727B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75647" y="223222"/>
                  <a:ext cx="676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E3E6778-0574-37AB-0456-3E12F6047451}"/>
                    </a:ext>
                  </a:extLst>
                </p14:cNvPr>
                <p14:cNvContentPartPr/>
                <p14:nvPr/>
              </p14:nvContentPartPr>
              <p14:xfrm>
                <a:off x="1287167" y="210622"/>
                <a:ext cx="228600" cy="551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E3E6778-0574-37AB-0456-3E12F604745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69167" y="192622"/>
                  <a:ext cx="264240" cy="58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89B5E03-63BC-BBDF-6DF4-4AA1A5B77177}"/>
                    </a:ext>
                  </a:extLst>
                </p14:cNvPr>
                <p14:cNvContentPartPr/>
                <p14:nvPr/>
              </p14:nvContentPartPr>
              <p14:xfrm>
                <a:off x="1367447" y="399982"/>
                <a:ext cx="148320" cy="77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89B5E03-63BC-BBDF-6DF4-4AA1A5B7717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49807" y="382342"/>
                  <a:ext cx="183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EC72A73-5F86-1C9C-671A-06D55A28544D}"/>
                    </a:ext>
                  </a:extLst>
                </p14:cNvPr>
                <p14:cNvContentPartPr/>
                <p14:nvPr/>
              </p14:nvContentPartPr>
              <p14:xfrm>
                <a:off x="1494167" y="361462"/>
                <a:ext cx="204480" cy="523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EC72A73-5F86-1C9C-671A-06D55A28544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76167" y="343822"/>
                  <a:ext cx="240120" cy="55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1F3567D-F8B8-4A15-EADE-0730E4C6557B}"/>
              </a:ext>
            </a:extLst>
          </p:cNvPr>
          <p:cNvGrpSpPr/>
          <p:nvPr/>
        </p:nvGrpSpPr>
        <p:grpSpPr>
          <a:xfrm>
            <a:off x="2269967" y="226462"/>
            <a:ext cx="1496880" cy="333000"/>
            <a:chOff x="2269967" y="226462"/>
            <a:chExt cx="1496880" cy="3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E661E89-E60F-64EA-864B-E8F3FF0A2EED}"/>
                    </a:ext>
                  </a:extLst>
                </p14:cNvPr>
                <p14:cNvContentPartPr/>
                <p14:nvPr/>
              </p14:nvContentPartPr>
              <p14:xfrm>
                <a:off x="2269967" y="226462"/>
                <a:ext cx="728280" cy="283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E661E89-E60F-64EA-864B-E8F3FF0A2EE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51967" y="208462"/>
                  <a:ext cx="7639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31E34EA-0B0C-2A13-F8C1-C05D3D8129CD}"/>
                    </a:ext>
                  </a:extLst>
                </p14:cNvPr>
                <p14:cNvContentPartPr/>
                <p14:nvPr/>
              </p14:nvContentPartPr>
              <p14:xfrm>
                <a:off x="2957207" y="247342"/>
                <a:ext cx="83880" cy="295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31E34EA-0B0C-2A13-F8C1-C05D3D8129C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39207" y="229702"/>
                  <a:ext cx="1195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9E5BB28-5580-A1E3-7C3F-A1CD0FA1ECC7}"/>
                    </a:ext>
                  </a:extLst>
                </p14:cNvPr>
                <p14:cNvContentPartPr/>
                <p14:nvPr/>
              </p14:nvContentPartPr>
              <p14:xfrm>
                <a:off x="3127127" y="242302"/>
                <a:ext cx="639720" cy="317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9E5BB28-5580-A1E3-7C3F-A1CD0FA1ECC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09487" y="224662"/>
                  <a:ext cx="6753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E37FBB5-F035-3C42-0396-EC6ADCBE465F}"/>
                    </a:ext>
                  </a:extLst>
                </p14:cNvPr>
                <p14:cNvContentPartPr/>
                <p14:nvPr/>
              </p14:nvContentPartPr>
              <p14:xfrm>
                <a:off x="2905007" y="280822"/>
                <a:ext cx="161640" cy="13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E37FBB5-F035-3C42-0396-EC6ADCBE465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87367" y="262822"/>
                  <a:ext cx="19728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9222A22-D695-6488-7FA3-7CEF05057189}"/>
              </a:ext>
            </a:extLst>
          </p:cNvPr>
          <p:cNvGrpSpPr/>
          <p:nvPr/>
        </p:nvGrpSpPr>
        <p:grpSpPr>
          <a:xfrm>
            <a:off x="4469207" y="286222"/>
            <a:ext cx="709920" cy="327600"/>
            <a:chOff x="4469207" y="286222"/>
            <a:chExt cx="709920" cy="32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5EEE88C-3629-89F5-84C6-E51495CDFA55}"/>
                    </a:ext>
                  </a:extLst>
                </p14:cNvPr>
                <p14:cNvContentPartPr/>
                <p14:nvPr/>
              </p14:nvContentPartPr>
              <p14:xfrm>
                <a:off x="4469207" y="286222"/>
                <a:ext cx="709920" cy="327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5EEE88C-3629-89F5-84C6-E51495CDFA5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51207" y="268582"/>
                  <a:ext cx="7455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454C5FB-28B0-469D-EF03-ED2070C0A667}"/>
                    </a:ext>
                  </a:extLst>
                </p14:cNvPr>
                <p14:cNvContentPartPr/>
                <p14:nvPr/>
              </p14:nvContentPartPr>
              <p14:xfrm>
                <a:off x="4485407" y="363622"/>
                <a:ext cx="173520" cy="18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454C5FB-28B0-469D-EF03-ED2070C0A66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67767" y="345982"/>
                  <a:ext cx="20916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4F9684-CBD5-B19B-B3C3-960F423E0D93}"/>
              </a:ext>
            </a:extLst>
          </p:cNvPr>
          <p:cNvGrpSpPr/>
          <p:nvPr/>
        </p:nvGrpSpPr>
        <p:grpSpPr>
          <a:xfrm>
            <a:off x="5703287" y="253462"/>
            <a:ext cx="866160" cy="338040"/>
            <a:chOff x="5703287" y="253462"/>
            <a:chExt cx="86616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FAFD962-904B-64F6-ADB7-B52E4015B0A5}"/>
                    </a:ext>
                  </a:extLst>
                </p14:cNvPr>
                <p14:cNvContentPartPr/>
                <p14:nvPr/>
              </p14:nvContentPartPr>
              <p14:xfrm>
                <a:off x="5703287" y="374062"/>
                <a:ext cx="663480" cy="217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FAFD962-904B-64F6-ADB7-B52E4015B0A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85287" y="356062"/>
                  <a:ext cx="6991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B95655C-FAE0-A8E2-1AA7-AD3DC195D3FF}"/>
                    </a:ext>
                  </a:extLst>
                </p14:cNvPr>
                <p14:cNvContentPartPr/>
                <p14:nvPr/>
              </p14:nvContentPartPr>
              <p14:xfrm>
                <a:off x="6420047" y="253462"/>
                <a:ext cx="149400" cy="314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B95655C-FAE0-A8E2-1AA7-AD3DC195D3F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02407" y="235462"/>
                  <a:ext cx="1850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33D89E6-E10C-A968-1884-1C10DE7848E7}"/>
                    </a:ext>
                  </a:extLst>
                </p14:cNvPr>
                <p14:cNvContentPartPr/>
                <p14:nvPr/>
              </p14:nvContentPartPr>
              <p14:xfrm>
                <a:off x="6334007" y="347062"/>
                <a:ext cx="216360" cy="9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33D89E6-E10C-A968-1884-1C10DE7848E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16367" y="329062"/>
                  <a:ext cx="25200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D9EABDD-900E-D9ED-DC5E-0C89A0B40D34}"/>
              </a:ext>
            </a:extLst>
          </p:cNvPr>
          <p:cNvGrpSpPr/>
          <p:nvPr/>
        </p:nvGrpSpPr>
        <p:grpSpPr>
          <a:xfrm>
            <a:off x="2295887" y="1003702"/>
            <a:ext cx="447840" cy="244440"/>
            <a:chOff x="2295887" y="1003702"/>
            <a:chExt cx="44784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90F020A-CC43-3373-DB2D-EF1DE03D4018}"/>
                    </a:ext>
                  </a:extLst>
                </p14:cNvPr>
                <p14:cNvContentPartPr/>
                <p14:nvPr/>
              </p14:nvContentPartPr>
              <p14:xfrm>
                <a:off x="2295887" y="1003702"/>
                <a:ext cx="234720" cy="244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90F020A-CC43-3373-DB2D-EF1DE03D401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78247" y="986062"/>
                  <a:ext cx="2703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DB6F937-EDC9-A512-F114-7410A13A9737}"/>
                    </a:ext>
                  </a:extLst>
                </p14:cNvPr>
                <p14:cNvContentPartPr/>
                <p14:nvPr/>
              </p14:nvContentPartPr>
              <p14:xfrm>
                <a:off x="2676407" y="1112062"/>
                <a:ext cx="52560" cy="8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DB6F937-EDC9-A512-F114-7410A13A973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58407" y="1094062"/>
                  <a:ext cx="882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3F9A19B-1C9B-9BF9-34B5-4029DBD45099}"/>
                    </a:ext>
                  </a:extLst>
                </p14:cNvPr>
                <p14:cNvContentPartPr/>
                <p14:nvPr/>
              </p14:nvContentPartPr>
              <p14:xfrm>
                <a:off x="2608727" y="1215382"/>
                <a:ext cx="135000" cy="28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3F9A19B-1C9B-9BF9-34B5-4029DBD4509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590727" y="1197382"/>
                  <a:ext cx="17064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918AB5F-22AC-AF74-C15F-23C94E41791C}"/>
              </a:ext>
            </a:extLst>
          </p:cNvPr>
          <p:cNvGrpSpPr/>
          <p:nvPr/>
        </p:nvGrpSpPr>
        <p:grpSpPr>
          <a:xfrm>
            <a:off x="6902087" y="1062382"/>
            <a:ext cx="1715400" cy="479160"/>
            <a:chOff x="6902087" y="1062382"/>
            <a:chExt cx="1715400" cy="47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A5D7A38-0CC1-186A-A3EB-58D3E106E70C}"/>
                    </a:ext>
                  </a:extLst>
                </p14:cNvPr>
                <p14:cNvContentPartPr/>
                <p14:nvPr/>
              </p14:nvContentPartPr>
              <p14:xfrm>
                <a:off x="6902087" y="1067782"/>
                <a:ext cx="287640" cy="159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A5D7A38-0CC1-186A-A3EB-58D3E106E70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884447" y="1049782"/>
                  <a:ext cx="3232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F6CAB76-EA26-6E0A-4531-652ECA86D49B}"/>
                    </a:ext>
                  </a:extLst>
                </p14:cNvPr>
                <p14:cNvContentPartPr/>
                <p14:nvPr/>
              </p14:nvContentPartPr>
              <p14:xfrm>
                <a:off x="7223567" y="1136182"/>
                <a:ext cx="145800" cy="14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F6CAB76-EA26-6E0A-4531-652ECA86D49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05567" y="1118182"/>
                  <a:ext cx="1814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0D5040B-A07E-9427-185D-725866D1F940}"/>
                    </a:ext>
                  </a:extLst>
                </p14:cNvPr>
                <p14:cNvContentPartPr/>
                <p14:nvPr/>
              </p14:nvContentPartPr>
              <p14:xfrm>
                <a:off x="7265687" y="1062382"/>
                <a:ext cx="49680" cy="199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0D5040B-A07E-9427-185D-725866D1F94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48047" y="1044742"/>
                  <a:ext cx="853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B108BD1-1834-DD00-4C91-0F13439B1EC3}"/>
                    </a:ext>
                  </a:extLst>
                </p14:cNvPr>
                <p14:cNvContentPartPr/>
                <p14:nvPr/>
              </p14:nvContentPartPr>
              <p14:xfrm>
                <a:off x="7464047" y="1082902"/>
                <a:ext cx="182880" cy="458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B108BD1-1834-DD00-4C91-0F13439B1EC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46407" y="1065262"/>
                  <a:ext cx="21852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602FC06-8523-12E5-5273-1A0FF3F853CC}"/>
                    </a:ext>
                  </a:extLst>
                </p14:cNvPr>
                <p14:cNvContentPartPr/>
                <p14:nvPr/>
              </p14:nvContentPartPr>
              <p14:xfrm>
                <a:off x="7803527" y="1163542"/>
                <a:ext cx="138960" cy="31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602FC06-8523-12E5-5273-1A0FF3F853C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785527" y="1145542"/>
                  <a:ext cx="1746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ADCF6E0-CFAA-81A0-FAA8-8860E4D860F0}"/>
                    </a:ext>
                  </a:extLst>
                </p14:cNvPr>
                <p14:cNvContentPartPr/>
                <p14:nvPr/>
              </p14:nvContentPartPr>
              <p14:xfrm>
                <a:off x="7872647" y="1080742"/>
                <a:ext cx="41760" cy="205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ADCF6E0-CFAA-81A0-FAA8-8860E4D860F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854647" y="1063102"/>
                  <a:ext cx="774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9149847-EFCD-09FC-4547-67FDE462C73F}"/>
                    </a:ext>
                  </a:extLst>
                </p14:cNvPr>
                <p14:cNvContentPartPr/>
                <p14:nvPr/>
              </p14:nvContentPartPr>
              <p14:xfrm>
                <a:off x="8009087" y="1078582"/>
                <a:ext cx="175320" cy="178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9149847-EFCD-09FC-4547-67FDE462C73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91087" y="1060582"/>
                  <a:ext cx="2109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0CC8CAB-6CCD-1903-FF03-0066B3D85BD7}"/>
                    </a:ext>
                  </a:extLst>
                </p14:cNvPr>
                <p14:cNvContentPartPr/>
                <p14:nvPr/>
              </p14:nvContentPartPr>
              <p14:xfrm>
                <a:off x="8416607" y="1128622"/>
                <a:ext cx="150840" cy="18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0CC8CAB-6CCD-1903-FF03-0066B3D85B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398607" y="1110982"/>
                  <a:ext cx="1864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4BC6871-E9B1-915A-7A9B-CA4C3D2B6C47}"/>
                    </a:ext>
                  </a:extLst>
                </p14:cNvPr>
                <p14:cNvContentPartPr/>
                <p14:nvPr/>
              </p14:nvContentPartPr>
              <p14:xfrm>
                <a:off x="8374127" y="1202422"/>
                <a:ext cx="243360" cy="38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4BC6871-E9B1-915A-7A9B-CA4C3D2B6C4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56127" y="1184422"/>
                  <a:ext cx="27900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922B034-739E-967A-0D05-C2DD1BB00F39}"/>
              </a:ext>
            </a:extLst>
          </p:cNvPr>
          <p:cNvGrpSpPr/>
          <p:nvPr/>
        </p:nvGrpSpPr>
        <p:grpSpPr>
          <a:xfrm>
            <a:off x="8883527" y="799942"/>
            <a:ext cx="764640" cy="854640"/>
            <a:chOff x="8883527" y="799942"/>
            <a:chExt cx="764640" cy="85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EDF0597-6309-5CFE-722F-3A6B3E1470F1}"/>
                    </a:ext>
                  </a:extLst>
                </p14:cNvPr>
                <p14:cNvContentPartPr/>
                <p14:nvPr/>
              </p14:nvContentPartPr>
              <p14:xfrm>
                <a:off x="8883527" y="1060942"/>
                <a:ext cx="208440" cy="227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EDF0597-6309-5CFE-722F-3A6B3E1470F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865527" y="1043302"/>
                  <a:ext cx="2440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F370D3F-DA8E-4FB9-7C31-C37DDEA0F9A4}"/>
                    </a:ext>
                  </a:extLst>
                </p14:cNvPr>
                <p14:cNvContentPartPr/>
                <p14:nvPr/>
              </p14:nvContentPartPr>
              <p14:xfrm>
                <a:off x="9038327" y="799942"/>
                <a:ext cx="609840" cy="854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F370D3F-DA8E-4FB9-7C31-C37DDEA0F9A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020327" y="781942"/>
                  <a:ext cx="645480" cy="89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37B58F2-16AD-EB44-105C-6460B77015A8}"/>
              </a:ext>
            </a:extLst>
          </p:cNvPr>
          <p:cNvGrpSpPr/>
          <p:nvPr/>
        </p:nvGrpSpPr>
        <p:grpSpPr>
          <a:xfrm>
            <a:off x="749327" y="1720822"/>
            <a:ext cx="213120" cy="290520"/>
            <a:chOff x="749327" y="1720822"/>
            <a:chExt cx="213120" cy="29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4DCD438-4EAD-2A49-AE30-091A2F269D23}"/>
                    </a:ext>
                  </a:extLst>
                </p14:cNvPr>
                <p14:cNvContentPartPr/>
                <p14:nvPr/>
              </p14:nvContentPartPr>
              <p14:xfrm>
                <a:off x="749327" y="1853302"/>
                <a:ext cx="21240" cy="154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4DCD438-4EAD-2A49-AE30-091A2F269D2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1687" y="1835302"/>
                  <a:ext cx="568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17C23D3-E950-6053-3C59-92351494ACD4}"/>
                    </a:ext>
                  </a:extLst>
                </p14:cNvPr>
                <p14:cNvContentPartPr/>
                <p14:nvPr/>
              </p14:nvContentPartPr>
              <p14:xfrm>
                <a:off x="830687" y="1857262"/>
                <a:ext cx="131760" cy="154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17C23D3-E950-6053-3C59-92351494ACD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3047" y="1839622"/>
                  <a:ext cx="1674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C774625-C0B9-8D71-30E8-DEFF9EA9C3CC}"/>
                    </a:ext>
                  </a:extLst>
                </p14:cNvPr>
                <p14:cNvContentPartPr/>
                <p14:nvPr/>
              </p14:nvContentPartPr>
              <p14:xfrm>
                <a:off x="756887" y="1720822"/>
                <a:ext cx="10800" cy="46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C774625-C0B9-8D71-30E8-DEFF9EA9C3C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9247" y="1702822"/>
                  <a:ext cx="4644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2A9E86F-8144-96E2-0818-A24DB0A987CD}"/>
              </a:ext>
            </a:extLst>
          </p:cNvPr>
          <p:cNvGrpSpPr/>
          <p:nvPr/>
        </p:nvGrpSpPr>
        <p:grpSpPr>
          <a:xfrm>
            <a:off x="1463927" y="1685902"/>
            <a:ext cx="1501560" cy="412560"/>
            <a:chOff x="1463927" y="1685902"/>
            <a:chExt cx="1501560" cy="41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E3BCBFC-B1F9-0145-14CE-73693B31E606}"/>
                    </a:ext>
                  </a:extLst>
                </p14:cNvPr>
                <p14:cNvContentPartPr/>
                <p14:nvPr/>
              </p14:nvContentPartPr>
              <p14:xfrm>
                <a:off x="1463927" y="1893262"/>
                <a:ext cx="182160" cy="196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E3BCBFC-B1F9-0145-14CE-73693B31E60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446287" y="1875262"/>
                  <a:ext cx="2178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C0B7EB9-E5BD-118F-F081-699190FA12CA}"/>
                    </a:ext>
                  </a:extLst>
                </p14:cNvPr>
                <p14:cNvContentPartPr/>
                <p14:nvPr/>
              </p14:nvContentPartPr>
              <p14:xfrm>
                <a:off x="1786127" y="1937902"/>
                <a:ext cx="359640" cy="144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C0B7EB9-E5BD-118F-F081-699190FA12C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68487" y="1919902"/>
                  <a:ext cx="3952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2B865A1-A5E7-1EC0-8ADD-E73EBB0CFE40}"/>
                    </a:ext>
                  </a:extLst>
                </p14:cNvPr>
                <p14:cNvContentPartPr/>
                <p14:nvPr/>
              </p14:nvContentPartPr>
              <p14:xfrm>
                <a:off x="2209487" y="1945822"/>
                <a:ext cx="156600" cy="147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2B865A1-A5E7-1EC0-8ADD-E73EBB0CFE4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191847" y="1927822"/>
                  <a:ext cx="1922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47D5C7D-4B92-3900-5E39-7AE7F0770862}"/>
                    </a:ext>
                  </a:extLst>
                </p14:cNvPr>
                <p14:cNvContentPartPr/>
                <p14:nvPr/>
              </p14:nvContentPartPr>
              <p14:xfrm>
                <a:off x="2413607" y="1685902"/>
                <a:ext cx="551880" cy="412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47D5C7D-4B92-3900-5E39-7AE7F077086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395607" y="1668262"/>
                  <a:ext cx="58752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AB6BB05-0DCA-7390-2201-D74D39016612}"/>
                    </a:ext>
                  </a:extLst>
                </p14:cNvPr>
                <p14:cNvContentPartPr/>
                <p14:nvPr/>
              </p14:nvContentPartPr>
              <p14:xfrm>
                <a:off x="2332247" y="1819102"/>
                <a:ext cx="342720" cy="24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AB6BB05-0DCA-7390-2201-D74D3901661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14247" y="1801102"/>
                  <a:ext cx="37836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E04D268-4A24-D3FE-444C-A12BFFF98C54}"/>
              </a:ext>
            </a:extLst>
          </p:cNvPr>
          <p:cNvGrpSpPr/>
          <p:nvPr/>
        </p:nvGrpSpPr>
        <p:grpSpPr>
          <a:xfrm>
            <a:off x="3477407" y="1934302"/>
            <a:ext cx="1251720" cy="523800"/>
            <a:chOff x="3477407" y="1934302"/>
            <a:chExt cx="1251720" cy="52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05A0842-B482-B5A8-65D6-B5692CD78EC0}"/>
                    </a:ext>
                  </a:extLst>
                </p14:cNvPr>
                <p14:cNvContentPartPr/>
                <p14:nvPr/>
              </p14:nvContentPartPr>
              <p14:xfrm>
                <a:off x="3477407" y="1934302"/>
                <a:ext cx="194040" cy="186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05A0842-B482-B5A8-65D6-B5692CD78EC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459407" y="1916302"/>
                  <a:ext cx="2296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22204C3-7DD3-C80A-5361-C50B69AD62A2}"/>
                    </a:ext>
                  </a:extLst>
                </p14:cNvPr>
                <p14:cNvContentPartPr/>
                <p14:nvPr/>
              </p14:nvContentPartPr>
              <p14:xfrm>
                <a:off x="3723287" y="1938982"/>
                <a:ext cx="74520" cy="519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22204C3-7DD3-C80A-5361-C50B69AD62A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705647" y="1920982"/>
                  <a:ext cx="11016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550D375-6D72-1D48-F7DC-679F017A9E71}"/>
                    </a:ext>
                  </a:extLst>
                </p14:cNvPr>
                <p14:cNvContentPartPr/>
                <p14:nvPr/>
              </p14:nvContentPartPr>
              <p14:xfrm>
                <a:off x="3838487" y="1938622"/>
                <a:ext cx="149040" cy="147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550D375-6D72-1D48-F7DC-679F017A9E7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820487" y="1920622"/>
                  <a:ext cx="1846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1209C89-063B-EE1A-2065-392885BE2063}"/>
                    </a:ext>
                  </a:extLst>
                </p14:cNvPr>
                <p14:cNvContentPartPr/>
                <p14:nvPr/>
              </p14:nvContentPartPr>
              <p14:xfrm>
                <a:off x="4066007" y="1972822"/>
                <a:ext cx="159480" cy="155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1209C89-063B-EE1A-2065-392885BE206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048007" y="1954822"/>
                  <a:ext cx="1951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D27893C-464E-57E9-4D73-1E5A407CFAE9}"/>
                    </a:ext>
                  </a:extLst>
                </p14:cNvPr>
                <p14:cNvContentPartPr/>
                <p14:nvPr/>
              </p14:nvContentPartPr>
              <p14:xfrm>
                <a:off x="4330607" y="1962382"/>
                <a:ext cx="398520" cy="201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D27893C-464E-57E9-4D73-1E5A407CFAE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312607" y="1944742"/>
                  <a:ext cx="434160" cy="23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D94C0695-F4BA-46F5-ED05-1DDD70CDA05B}"/>
                  </a:ext>
                </a:extLst>
              </p14:cNvPr>
              <p14:cNvContentPartPr/>
              <p14:nvPr/>
            </p14:nvContentPartPr>
            <p14:xfrm>
              <a:off x="5461367" y="2099902"/>
              <a:ext cx="3960" cy="288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D94C0695-F4BA-46F5-ED05-1DDD70CDA05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443727" y="2081902"/>
                <a:ext cx="3960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9E215130-DA9C-F17C-9F60-8167F6AF518A}"/>
                  </a:ext>
                </a:extLst>
              </p14:cNvPr>
              <p14:cNvContentPartPr/>
              <p14:nvPr/>
            </p14:nvContentPartPr>
            <p14:xfrm>
              <a:off x="5979407" y="833422"/>
              <a:ext cx="152280" cy="2127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9E215130-DA9C-F17C-9F60-8167F6AF518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961767" y="815782"/>
                <a:ext cx="187920" cy="24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91BF25BB-2F37-E58B-452E-2B5CEFA370A3}"/>
              </a:ext>
            </a:extLst>
          </p:cNvPr>
          <p:cNvGrpSpPr/>
          <p:nvPr/>
        </p:nvGrpSpPr>
        <p:grpSpPr>
          <a:xfrm>
            <a:off x="3181487" y="837022"/>
            <a:ext cx="1676880" cy="793800"/>
            <a:chOff x="3181487" y="837022"/>
            <a:chExt cx="1676880" cy="79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DED2666-B58C-FB84-E6FA-A3A75C8843A3}"/>
                    </a:ext>
                  </a:extLst>
                </p14:cNvPr>
                <p14:cNvContentPartPr/>
                <p14:nvPr/>
              </p14:nvContentPartPr>
              <p14:xfrm>
                <a:off x="3181487" y="837022"/>
                <a:ext cx="201960" cy="793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DED2666-B58C-FB84-E6FA-A3A75C8843A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63847" y="819022"/>
                  <a:ext cx="237600" cy="82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156311D-1308-51A5-5A0F-94B17AD1A99D}"/>
                    </a:ext>
                  </a:extLst>
                </p14:cNvPr>
                <p14:cNvContentPartPr/>
                <p14:nvPr/>
              </p14:nvContentPartPr>
              <p14:xfrm>
                <a:off x="3531767" y="985702"/>
                <a:ext cx="122040" cy="405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156311D-1308-51A5-5A0F-94B17AD1A99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514127" y="967702"/>
                  <a:ext cx="15768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88C9003-3D93-795A-F528-35A92F4C17DF}"/>
                    </a:ext>
                  </a:extLst>
                </p14:cNvPr>
                <p14:cNvContentPartPr/>
                <p14:nvPr/>
              </p14:nvContentPartPr>
              <p14:xfrm>
                <a:off x="3735887" y="1165702"/>
                <a:ext cx="129240" cy="168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88C9003-3D93-795A-F528-35A92F4C17D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17887" y="1148062"/>
                  <a:ext cx="1648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F24296A-048F-84EF-4B66-35C8B2D6B3C3}"/>
                    </a:ext>
                  </a:extLst>
                </p14:cNvPr>
                <p14:cNvContentPartPr/>
                <p14:nvPr/>
              </p14:nvContentPartPr>
              <p14:xfrm>
                <a:off x="3896447" y="1260022"/>
                <a:ext cx="71640" cy="138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F24296A-048F-84EF-4B66-35C8B2D6B3C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878807" y="1242382"/>
                  <a:ext cx="1072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B275923-FC41-2ED8-2D2A-96CA4101ADC8}"/>
                    </a:ext>
                  </a:extLst>
                </p14:cNvPr>
                <p14:cNvContentPartPr/>
                <p14:nvPr/>
              </p14:nvContentPartPr>
              <p14:xfrm>
                <a:off x="4011647" y="1157422"/>
                <a:ext cx="188280" cy="329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B275923-FC41-2ED8-2D2A-96CA4101ADC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993647" y="1139782"/>
                  <a:ext cx="22392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4A87061-5ADF-5121-A946-E1865E581469}"/>
                    </a:ext>
                  </a:extLst>
                </p14:cNvPr>
                <p14:cNvContentPartPr/>
                <p14:nvPr/>
              </p14:nvContentPartPr>
              <p14:xfrm>
                <a:off x="4253207" y="1254262"/>
                <a:ext cx="47880" cy="127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4A87061-5ADF-5121-A946-E1865E58146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235567" y="1236622"/>
                  <a:ext cx="835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B89190B-958C-C99D-174A-9F8FCE5B9072}"/>
                    </a:ext>
                  </a:extLst>
                </p14:cNvPr>
                <p14:cNvContentPartPr/>
                <p14:nvPr/>
              </p14:nvContentPartPr>
              <p14:xfrm>
                <a:off x="4458767" y="1116382"/>
                <a:ext cx="224280" cy="137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B89190B-958C-C99D-174A-9F8FCE5B907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441127" y="1098742"/>
                  <a:ext cx="2599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9BB84C2-1F77-7782-3DA9-2F3C3A405851}"/>
                    </a:ext>
                  </a:extLst>
                </p14:cNvPr>
                <p14:cNvContentPartPr/>
                <p14:nvPr/>
              </p14:nvContentPartPr>
              <p14:xfrm>
                <a:off x="4650647" y="887782"/>
                <a:ext cx="207720" cy="574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9BB84C2-1F77-7782-3DA9-2F3C3A40585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32647" y="870142"/>
                  <a:ext cx="24336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F950E55-6C07-C124-FB87-70DF1E703E1E}"/>
                    </a:ext>
                  </a:extLst>
                </p14:cNvPr>
                <p14:cNvContentPartPr/>
                <p14:nvPr/>
              </p14:nvContentPartPr>
              <p14:xfrm>
                <a:off x="4355447" y="1369462"/>
                <a:ext cx="5760" cy="4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F950E55-6C07-C124-FB87-70DF1E703E1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337807" y="1351462"/>
                  <a:ext cx="41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5F5FFBF-1F86-E5EC-F31B-BA79ABEFE1FC}"/>
                    </a:ext>
                  </a:extLst>
                </p14:cNvPr>
                <p14:cNvContentPartPr/>
                <p14:nvPr/>
              </p14:nvContentPartPr>
              <p14:xfrm>
                <a:off x="4646327" y="1348222"/>
                <a:ext cx="15120" cy="2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5F5FFBF-1F86-E5EC-F31B-BA79ABEFE1F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628327" y="1330582"/>
                  <a:ext cx="5076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49EAAE8-C51B-C785-5F85-C80E69B861C8}"/>
              </a:ext>
            </a:extLst>
          </p:cNvPr>
          <p:cNvGrpSpPr/>
          <p:nvPr/>
        </p:nvGrpSpPr>
        <p:grpSpPr>
          <a:xfrm>
            <a:off x="5238527" y="830182"/>
            <a:ext cx="1298880" cy="723240"/>
            <a:chOff x="5238527" y="830182"/>
            <a:chExt cx="1298880" cy="72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5D431CE-23D7-B68F-755F-D1021DD8CA25}"/>
                    </a:ext>
                  </a:extLst>
                </p14:cNvPr>
                <p14:cNvContentPartPr/>
                <p14:nvPr/>
              </p14:nvContentPartPr>
              <p14:xfrm>
                <a:off x="5238527" y="950782"/>
                <a:ext cx="213480" cy="312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5D431CE-23D7-B68F-755F-D1021DD8CA2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20527" y="933142"/>
                  <a:ext cx="24912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0741229-2DCA-C36A-8778-2E37E0CC871A}"/>
                    </a:ext>
                  </a:extLst>
                </p14:cNvPr>
                <p14:cNvContentPartPr/>
                <p14:nvPr/>
              </p14:nvContentPartPr>
              <p14:xfrm>
                <a:off x="5308727" y="1132582"/>
                <a:ext cx="157320" cy="23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0741229-2DCA-C36A-8778-2E37E0CC871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290727" y="1114582"/>
                  <a:ext cx="1929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FEE456E-1A1C-B08B-5F84-B076F2D99AE3}"/>
                    </a:ext>
                  </a:extLst>
                </p14:cNvPr>
                <p14:cNvContentPartPr/>
                <p14:nvPr/>
              </p14:nvContentPartPr>
              <p14:xfrm>
                <a:off x="5638487" y="1048702"/>
                <a:ext cx="66240" cy="257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FEE456E-1A1C-B08B-5F84-B076F2D99AE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20487" y="1031062"/>
                  <a:ext cx="1018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348AE4B-D369-73AD-26D9-4F53A1D6F6EE}"/>
                    </a:ext>
                  </a:extLst>
                </p14:cNvPr>
                <p14:cNvContentPartPr/>
                <p14:nvPr/>
              </p14:nvContentPartPr>
              <p14:xfrm>
                <a:off x="5677007" y="996502"/>
                <a:ext cx="209160" cy="306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348AE4B-D369-73AD-26D9-4F53A1D6F6E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59007" y="978502"/>
                  <a:ext cx="2448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2197DF5-7FFE-B118-A846-5E8EA930B58D}"/>
                    </a:ext>
                  </a:extLst>
                </p14:cNvPr>
                <p14:cNvContentPartPr/>
                <p14:nvPr/>
              </p14:nvContentPartPr>
              <p14:xfrm>
                <a:off x="6051047" y="862222"/>
                <a:ext cx="124200" cy="185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2197DF5-7FFE-B118-A846-5E8EA930B58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033047" y="844582"/>
                  <a:ext cx="1598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34B640F-4A74-905C-3134-9C43D9AEAAA3}"/>
                    </a:ext>
                  </a:extLst>
                </p14:cNvPr>
                <p14:cNvContentPartPr/>
                <p14:nvPr/>
              </p14:nvContentPartPr>
              <p14:xfrm>
                <a:off x="6399887" y="830182"/>
                <a:ext cx="137520" cy="723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34B640F-4A74-905C-3134-9C43D9AEAAA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381887" y="812182"/>
                  <a:ext cx="173160" cy="75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9EC43AB-B58A-AFBE-8F3D-F5E001DF0FD0}"/>
                    </a:ext>
                  </a:extLst>
                </p14:cNvPr>
                <p14:cNvContentPartPr/>
                <p14:nvPr/>
              </p14:nvContentPartPr>
              <p14:xfrm>
                <a:off x="5563607" y="1342822"/>
                <a:ext cx="8280" cy="2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9EC43AB-B58A-AFBE-8F3D-F5E001DF0FD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545607" y="1324822"/>
                  <a:ext cx="439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F0CFE6A-CEC3-31B9-7EA4-873F8ABBA5DB}"/>
                    </a:ext>
                  </a:extLst>
                </p14:cNvPr>
                <p14:cNvContentPartPr/>
                <p14:nvPr/>
              </p14:nvContentPartPr>
              <p14:xfrm>
                <a:off x="5930087" y="1269742"/>
                <a:ext cx="3960" cy="14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F0CFE6A-CEC3-31B9-7EA4-873F8ABBA5D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12447" y="1251742"/>
                  <a:ext cx="39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BDB5A8F-A876-53C1-46F4-B307CB3DB24C}"/>
                    </a:ext>
                  </a:extLst>
                </p14:cNvPr>
                <p14:cNvContentPartPr/>
                <p14:nvPr/>
              </p14:nvContentPartPr>
              <p14:xfrm>
                <a:off x="5412047" y="1333462"/>
                <a:ext cx="360" cy="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BDB5A8F-A876-53C1-46F4-B307CB3DB24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394047" y="13154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50F0CEA-A4FB-3DE2-6323-2632E62AC6BD}"/>
                    </a:ext>
                  </a:extLst>
                </p14:cNvPr>
                <p14:cNvContentPartPr/>
                <p14:nvPr/>
              </p14:nvContentPartPr>
              <p14:xfrm>
                <a:off x="5470727" y="1369822"/>
                <a:ext cx="360" cy="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50F0CEA-A4FB-3DE2-6323-2632E62AC6B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452727" y="135218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5AD013D-616D-EDF7-0323-34F6ABF75AE1}"/>
              </a:ext>
            </a:extLst>
          </p:cNvPr>
          <p:cNvGrpSpPr/>
          <p:nvPr/>
        </p:nvGrpSpPr>
        <p:grpSpPr>
          <a:xfrm>
            <a:off x="1178807" y="2623702"/>
            <a:ext cx="762120" cy="361440"/>
            <a:chOff x="1178807" y="2623702"/>
            <a:chExt cx="76212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19A9E4C-9FA7-1824-7845-A925F3B5E1ED}"/>
                    </a:ext>
                  </a:extLst>
                </p14:cNvPr>
                <p14:cNvContentPartPr/>
                <p14:nvPr/>
              </p14:nvContentPartPr>
              <p14:xfrm>
                <a:off x="1178807" y="2623702"/>
                <a:ext cx="229680" cy="361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19A9E4C-9FA7-1824-7845-A925F3B5E1E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61167" y="2606062"/>
                  <a:ext cx="2653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0974CA9-90C8-506B-94BE-81273B8CB43E}"/>
                    </a:ext>
                  </a:extLst>
                </p14:cNvPr>
                <p14:cNvContentPartPr/>
                <p14:nvPr/>
              </p14:nvContentPartPr>
              <p14:xfrm>
                <a:off x="1644647" y="2646742"/>
                <a:ext cx="296280" cy="298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0974CA9-90C8-506B-94BE-81273B8CB43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627007" y="2629102"/>
                  <a:ext cx="33192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E1CDDBD-9D2F-920F-34C3-C09D066FB9D1}"/>
              </a:ext>
            </a:extLst>
          </p:cNvPr>
          <p:cNvGrpSpPr/>
          <p:nvPr/>
        </p:nvGrpSpPr>
        <p:grpSpPr>
          <a:xfrm>
            <a:off x="2289767" y="2471422"/>
            <a:ext cx="659160" cy="885960"/>
            <a:chOff x="2289767" y="2471422"/>
            <a:chExt cx="659160" cy="88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0560804-277E-1E27-88E7-FF1E5C8CD8D5}"/>
                    </a:ext>
                  </a:extLst>
                </p14:cNvPr>
                <p14:cNvContentPartPr/>
                <p14:nvPr/>
              </p14:nvContentPartPr>
              <p14:xfrm>
                <a:off x="2289767" y="2645302"/>
                <a:ext cx="247680" cy="364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0560804-277E-1E27-88E7-FF1E5C8CD8D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271767" y="2627662"/>
                  <a:ext cx="28332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6299957-F697-F01D-E8B4-760FB2B40348}"/>
                    </a:ext>
                  </a:extLst>
                </p14:cNvPr>
                <p14:cNvContentPartPr/>
                <p14:nvPr/>
              </p14:nvContentPartPr>
              <p14:xfrm>
                <a:off x="2641127" y="2471422"/>
                <a:ext cx="178200" cy="241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6299957-F697-F01D-E8B4-760FB2B4034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623127" y="2453422"/>
                  <a:ext cx="2138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6CD5798-02B6-C026-00BB-8B72D2B811E5}"/>
                    </a:ext>
                  </a:extLst>
                </p14:cNvPr>
                <p14:cNvContentPartPr/>
                <p14:nvPr/>
              </p14:nvContentPartPr>
              <p14:xfrm>
                <a:off x="2727167" y="3076222"/>
                <a:ext cx="221760" cy="281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6CD5798-02B6-C026-00BB-8B72D2B811E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709167" y="3058582"/>
                  <a:ext cx="257400" cy="31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0F5F103-56AD-18BA-EB91-85C743DE5188}"/>
              </a:ext>
            </a:extLst>
          </p:cNvPr>
          <p:cNvGrpSpPr/>
          <p:nvPr/>
        </p:nvGrpSpPr>
        <p:grpSpPr>
          <a:xfrm>
            <a:off x="4240607" y="2611102"/>
            <a:ext cx="2032560" cy="763200"/>
            <a:chOff x="4240607" y="2611102"/>
            <a:chExt cx="2032560" cy="76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AC1A8DC-086A-C52F-20A2-432530E5FC03}"/>
                    </a:ext>
                  </a:extLst>
                </p14:cNvPr>
                <p14:cNvContentPartPr/>
                <p14:nvPr/>
              </p14:nvContentPartPr>
              <p14:xfrm>
                <a:off x="4240607" y="2725222"/>
                <a:ext cx="273240" cy="2750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AC1A8DC-086A-C52F-20A2-432530E5FC0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22967" y="2707582"/>
                  <a:ext cx="3088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F42C3B7-80EF-8098-3410-02D083C8579B}"/>
                    </a:ext>
                  </a:extLst>
                </p14:cNvPr>
                <p14:cNvContentPartPr/>
                <p14:nvPr/>
              </p14:nvContentPartPr>
              <p14:xfrm>
                <a:off x="4622567" y="2611102"/>
                <a:ext cx="448920" cy="325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F42C3B7-80EF-8098-3410-02D083C8579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604567" y="2593462"/>
                  <a:ext cx="48456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6B94199-45D6-1DE8-AC01-399B9086928B}"/>
                    </a:ext>
                  </a:extLst>
                </p14:cNvPr>
                <p14:cNvContentPartPr/>
                <p14:nvPr/>
              </p14:nvContentPartPr>
              <p14:xfrm>
                <a:off x="5191367" y="2741782"/>
                <a:ext cx="101160" cy="1854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6B94199-45D6-1DE8-AC01-399B908692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73367" y="2723782"/>
                  <a:ext cx="1368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5697840-0473-308E-BD2C-AC03A4CEC81A}"/>
                    </a:ext>
                  </a:extLst>
                </p14:cNvPr>
                <p14:cNvContentPartPr/>
                <p14:nvPr/>
              </p14:nvContentPartPr>
              <p14:xfrm>
                <a:off x="5351927" y="2740342"/>
                <a:ext cx="101520" cy="6339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5697840-0473-308E-BD2C-AC03A4CEC81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334287" y="2722702"/>
                  <a:ext cx="13716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9D1E9D5-A636-31A8-480C-829E82CA7ACF}"/>
                    </a:ext>
                  </a:extLst>
                </p14:cNvPr>
                <p14:cNvContentPartPr/>
                <p14:nvPr/>
              </p14:nvContentPartPr>
              <p14:xfrm>
                <a:off x="5379647" y="2775262"/>
                <a:ext cx="205920" cy="155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9D1E9D5-A636-31A8-480C-829E82CA7AC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362007" y="2757622"/>
                  <a:ext cx="2415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3B0F364-EF13-5CDE-3936-3512C35D1703}"/>
                    </a:ext>
                  </a:extLst>
                </p14:cNvPr>
                <p14:cNvContentPartPr/>
                <p14:nvPr/>
              </p14:nvContentPartPr>
              <p14:xfrm>
                <a:off x="5651807" y="2743582"/>
                <a:ext cx="184680" cy="175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3B0F364-EF13-5CDE-3936-3512C35D170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633807" y="2725942"/>
                  <a:ext cx="2203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98C27AE-9167-5930-AA73-A0D052EF22AC}"/>
                    </a:ext>
                  </a:extLst>
                </p14:cNvPr>
                <p14:cNvContentPartPr/>
                <p14:nvPr/>
              </p14:nvContentPartPr>
              <p14:xfrm>
                <a:off x="5936567" y="2735302"/>
                <a:ext cx="336600" cy="2120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98C27AE-9167-5930-AA73-A0D052EF22A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918567" y="2717662"/>
                  <a:ext cx="37224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3A84585-DCD2-75A4-E925-1D526E247957}"/>
              </a:ext>
            </a:extLst>
          </p:cNvPr>
          <p:cNvGrpSpPr/>
          <p:nvPr/>
        </p:nvGrpSpPr>
        <p:grpSpPr>
          <a:xfrm>
            <a:off x="6729287" y="2338942"/>
            <a:ext cx="2449800" cy="572040"/>
            <a:chOff x="6729287" y="2338942"/>
            <a:chExt cx="2449800" cy="57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B47B861-A6BB-AA81-D044-816F5FE50851}"/>
                    </a:ext>
                  </a:extLst>
                </p14:cNvPr>
                <p14:cNvContentPartPr/>
                <p14:nvPr/>
              </p14:nvContentPartPr>
              <p14:xfrm>
                <a:off x="6729287" y="2693182"/>
                <a:ext cx="591840" cy="206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B47B861-A6BB-AA81-D044-816F5FE5085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711287" y="2675182"/>
                  <a:ext cx="6274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D59B43E-2B9C-BA1F-1B61-ADB7F880F172}"/>
                    </a:ext>
                  </a:extLst>
                </p14:cNvPr>
                <p14:cNvContentPartPr/>
                <p14:nvPr/>
              </p14:nvContentPartPr>
              <p14:xfrm>
                <a:off x="7434527" y="2479342"/>
                <a:ext cx="570960" cy="4316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D59B43E-2B9C-BA1F-1B61-ADB7F880F17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416887" y="2461342"/>
                  <a:ext cx="60660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DF4CC03-22D0-59B5-87B7-D52C6D3E483B}"/>
                    </a:ext>
                  </a:extLst>
                </p14:cNvPr>
                <p14:cNvContentPartPr/>
                <p14:nvPr/>
              </p14:nvContentPartPr>
              <p14:xfrm>
                <a:off x="8005487" y="2523982"/>
                <a:ext cx="48960" cy="25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DF4CC03-22D0-59B5-87B7-D52C6D3E483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987847" y="2506342"/>
                  <a:ext cx="846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44561CA-1C8F-A41A-B329-A0A77EC15E95}"/>
                    </a:ext>
                  </a:extLst>
                </p14:cNvPr>
                <p14:cNvContentPartPr/>
                <p14:nvPr/>
              </p14:nvContentPartPr>
              <p14:xfrm>
                <a:off x="8200607" y="2471782"/>
                <a:ext cx="127080" cy="433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44561CA-1C8F-A41A-B329-A0A77EC15E9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182967" y="2453782"/>
                  <a:ext cx="16272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17F3EED-D570-B27E-EF04-46D92F774446}"/>
                    </a:ext>
                  </a:extLst>
                </p14:cNvPr>
                <p14:cNvContentPartPr/>
                <p14:nvPr/>
              </p14:nvContentPartPr>
              <p14:xfrm>
                <a:off x="8397527" y="2703982"/>
                <a:ext cx="69840" cy="162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17F3EED-D570-B27E-EF04-46D92F77444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379527" y="2686342"/>
                  <a:ext cx="1054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BABBBE4-9FC5-B900-DEE4-5008F00C5B96}"/>
                    </a:ext>
                  </a:extLst>
                </p14:cNvPr>
                <p14:cNvContentPartPr/>
                <p14:nvPr/>
              </p14:nvContentPartPr>
              <p14:xfrm>
                <a:off x="8557007" y="2619022"/>
                <a:ext cx="451800" cy="213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BABBBE4-9FC5-B900-DEE4-5008F00C5B9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539007" y="2601382"/>
                  <a:ext cx="487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ABAC667-B36D-B3EC-4D3C-BDBA6F340F1B}"/>
                    </a:ext>
                  </a:extLst>
                </p14:cNvPr>
                <p14:cNvContentPartPr/>
                <p14:nvPr/>
              </p14:nvContentPartPr>
              <p14:xfrm>
                <a:off x="9066047" y="2635582"/>
                <a:ext cx="113040" cy="129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ABAC667-B36D-B3EC-4D3C-BDBA6F340F1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048047" y="2617942"/>
                  <a:ext cx="1486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EC18D3D-A6E3-16DD-F1DD-8CF90EAB0455}"/>
                    </a:ext>
                  </a:extLst>
                </p14:cNvPr>
                <p14:cNvContentPartPr/>
                <p14:nvPr/>
              </p14:nvContentPartPr>
              <p14:xfrm>
                <a:off x="8983607" y="2338942"/>
                <a:ext cx="41760" cy="52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EC18D3D-A6E3-16DD-F1DD-8CF90EAB045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965967" y="2321302"/>
                  <a:ext cx="774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884726B-F22A-F950-85DE-D3707B076C68}"/>
                    </a:ext>
                  </a:extLst>
                </p14:cNvPr>
                <p14:cNvContentPartPr/>
                <p14:nvPr/>
              </p14:nvContentPartPr>
              <p14:xfrm>
                <a:off x="8300687" y="2393662"/>
                <a:ext cx="203760" cy="34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884726B-F22A-F950-85DE-D3707B076C6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282687" y="2375662"/>
                  <a:ext cx="23940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D74A814-7660-BE62-AD97-E1EE58E4B2B0}"/>
              </a:ext>
            </a:extLst>
          </p:cNvPr>
          <p:cNvGrpSpPr/>
          <p:nvPr/>
        </p:nvGrpSpPr>
        <p:grpSpPr>
          <a:xfrm>
            <a:off x="212927" y="3339742"/>
            <a:ext cx="257760" cy="853920"/>
            <a:chOff x="212927" y="3339742"/>
            <a:chExt cx="257760" cy="85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5F157AA-54AB-BCE8-889B-5B9695FF2B4D}"/>
                    </a:ext>
                  </a:extLst>
                </p14:cNvPr>
                <p14:cNvContentPartPr/>
                <p14:nvPr/>
              </p14:nvContentPartPr>
              <p14:xfrm>
                <a:off x="344327" y="3585262"/>
                <a:ext cx="40320" cy="2012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5F157AA-54AB-BCE8-889B-5B9695FF2B4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26327" y="3567622"/>
                  <a:ext cx="759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1D4E340-3294-CD3D-F308-81ACE73A34A5}"/>
                    </a:ext>
                  </a:extLst>
                </p14:cNvPr>
                <p14:cNvContentPartPr/>
                <p14:nvPr/>
              </p14:nvContentPartPr>
              <p14:xfrm>
                <a:off x="212927" y="3339742"/>
                <a:ext cx="257760" cy="8539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1D4E340-3294-CD3D-F308-81ACE73A34A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94927" y="3321742"/>
                  <a:ext cx="293400" cy="88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ED2BE8B-7DA0-A69A-B7DD-55F3D66CEAC6}"/>
              </a:ext>
            </a:extLst>
          </p:cNvPr>
          <p:cNvGrpSpPr/>
          <p:nvPr/>
        </p:nvGrpSpPr>
        <p:grpSpPr>
          <a:xfrm>
            <a:off x="1143527" y="3584542"/>
            <a:ext cx="1050480" cy="356040"/>
            <a:chOff x="1143527" y="3584542"/>
            <a:chExt cx="1050480" cy="35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A4AFFC2-663E-A94B-544F-ABBCDE9380B6}"/>
                    </a:ext>
                  </a:extLst>
                </p14:cNvPr>
                <p14:cNvContentPartPr/>
                <p14:nvPr/>
              </p14:nvContentPartPr>
              <p14:xfrm>
                <a:off x="1143527" y="3584542"/>
                <a:ext cx="675360" cy="294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A4AFFC2-663E-A94B-544F-ABBCDE9380B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25527" y="3566902"/>
                  <a:ext cx="71100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B456D41-CA67-6C84-2E28-C33B65616317}"/>
                    </a:ext>
                  </a:extLst>
                </p14:cNvPr>
                <p14:cNvContentPartPr/>
                <p14:nvPr/>
              </p14:nvContentPartPr>
              <p14:xfrm>
                <a:off x="1805567" y="3749422"/>
                <a:ext cx="213840" cy="169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B456D41-CA67-6C84-2E28-C33B6561631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787567" y="3731782"/>
                  <a:ext cx="249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F051BF7-2236-1CF2-3F63-0AA986AFC2D7}"/>
                    </a:ext>
                  </a:extLst>
                </p14:cNvPr>
                <p14:cNvContentPartPr/>
                <p14:nvPr/>
              </p14:nvContentPartPr>
              <p14:xfrm>
                <a:off x="1994567" y="3600022"/>
                <a:ext cx="199440" cy="3405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F051BF7-2236-1CF2-3F63-0AA986AFC2D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976927" y="3582022"/>
                  <a:ext cx="235080" cy="37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9464943D-98C4-6A4F-4728-FBC94FBB8904}"/>
                  </a:ext>
                </a:extLst>
              </p14:cNvPr>
              <p14:cNvContentPartPr/>
              <p14:nvPr/>
            </p14:nvContentPartPr>
            <p14:xfrm>
              <a:off x="2707367" y="3631342"/>
              <a:ext cx="683280" cy="9201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9464943D-98C4-6A4F-4728-FBC94FBB8904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689367" y="3613702"/>
                <a:ext cx="718920" cy="95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B49BB4F-124A-DD9D-9D58-1A472B0DE4A0}"/>
              </a:ext>
            </a:extLst>
          </p:cNvPr>
          <p:cNvGrpSpPr/>
          <p:nvPr/>
        </p:nvGrpSpPr>
        <p:grpSpPr>
          <a:xfrm>
            <a:off x="3824447" y="3504262"/>
            <a:ext cx="2184120" cy="685800"/>
            <a:chOff x="3824447" y="3504262"/>
            <a:chExt cx="2184120" cy="68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C8E1CD4-843F-1D25-4DEE-4DBC444C4BFB}"/>
                    </a:ext>
                  </a:extLst>
                </p14:cNvPr>
                <p14:cNvContentPartPr/>
                <p14:nvPr/>
              </p14:nvContentPartPr>
              <p14:xfrm>
                <a:off x="3824447" y="3768142"/>
                <a:ext cx="879120" cy="4219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C8E1CD4-843F-1D25-4DEE-4DBC444C4BF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806807" y="3750502"/>
                  <a:ext cx="91476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60031BE-5DAE-5C56-FB4B-014806CF533A}"/>
                    </a:ext>
                  </a:extLst>
                </p14:cNvPr>
                <p14:cNvContentPartPr/>
                <p14:nvPr/>
              </p14:nvContentPartPr>
              <p14:xfrm>
                <a:off x="4894367" y="3754462"/>
                <a:ext cx="324000" cy="1645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60031BE-5DAE-5C56-FB4B-014806CF533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876367" y="3736822"/>
                  <a:ext cx="3596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5CB66A3-BF74-E5DC-7002-58BAAE46B848}"/>
                    </a:ext>
                  </a:extLst>
                </p14:cNvPr>
                <p14:cNvContentPartPr/>
                <p14:nvPr/>
              </p14:nvContentPartPr>
              <p14:xfrm>
                <a:off x="5291087" y="3504262"/>
                <a:ext cx="717480" cy="415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5CB66A3-BF74-E5DC-7002-58BAAE46B84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273447" y="3486622"/>
                  <a:ext cx="75312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358DE00-BF6C-5FC4-C62D-089BF56975F2}"/>
                    </a:ext>
                  </a:extLst>
                </p14:cNvPr>
                <p14:cNvContentPartPr/>
                <p14:nvPr/>
              </p14:nvContentPartPr>
              <p14:xfrm>
                <a:off x="5680967" y="3547102"/>
                <a:ext cx="80280" cy="7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358DE00-BF6C-5FC4-C62D-089BF56975F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663327" y="3529102"/>
                  <a:ext cx="11592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E86261A5-BE7C-71F9-BABC-2E8513433C3B}"/>
                  </a:ext>
                </a:extLst>
              </p14:cNvPr>
              <p14:cNvContentPartPr/>
              <p14:nvPr/>
            </p14:nvContentPartPr>
            <p14:xfrm>
              <a:off x="6921527" y="3801622"/>
              <a:ext cx="1080" cy="39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E86261A5-BE7C-71F9-BABC-2E8513433C3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903887" y="3783982"/>
                <a:ext cx="3672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484EC41B-0357-4512-3430-E9BCE29A5867}"/>
              </a:ext>
            </a:extLst>
          </p:cNvPr>
          <p:cNvGrpSpPr/>
          <p:nvPr/>
        </p:nvGrpSpPr>
        <p:grpSpPr>
          <a:xfrm>
            <a:off x="5640647" y="1479262"/>
            <a:ext cx="536400" cy="73080"/>
            <a:chOff x="5640647" y="1479262"/>
            <a:chExt cx="536400" cy="7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3EE0225-E627-56EE-4CBA-B5975D826BA8}"/>
                    </a:ext>
                  </a:extLst>
                </p14:cNvPr>
                <p14:cNvContentPartPr/>
                <p14:nvPr/>
              </p14:nvContentPartPr>
              <p14:xfrm>
                <a:off x="5684567" y="1479262"/>
                <a:ext cx="438120" cy="12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3EE0225-E627-56EE-4CBA-B5975D826BA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666927" y="1461622"/>
                  <a:ext cx="4737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E283453-8423-A09E-46E6-C95B9BE337A0}"/>
                    </a:ext>
                  </a:extLst>
                </p14:cNvPr>
                <p14:cNvContentPartPr/>
                <p14:nvPr/>
              </p14:nvContentPartPr>
              <p14:xfrm>
                <a:off x="5640647" y="1530382"/>
                <a:ext cx="536400" cy="219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E283453-8423-A09E-46E6-C95B9BE337A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622647" y="1512382"/>
                  <a:ext cx="57204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21642A3D-4158-01FB-53C9-E4CA5BB07553}"/>
              </a:ext>
            </a:extLst>
          </p:cNvPr>
          <p:cNvGrpSpPr/>
          <p:nvPr/>
        </p:nvGrpSpPr>
        <p:grpSpPr>
          <a:xfrm>
            <a:off x="1713047" y="4490662"/>
            <a:ext cx="1798560" cy="884880"/>
            <a:chOff x="1713047" y="4490662"/>
            <a:chExt cx="1798560" cy="88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80E41A7-9C84-B4E6-5E2E-0E1D412CDDB1}"/>
                    </a:ext>
                  </a:extLst>
                </p14:cNvPr>
                <p14:cNvContentPartPr/>
                <p14:nvPr/>
              </p14:nvContentPartPr>
              <p14:xfrm>
                <a:off x="1713047" y="4570222"/>
                <a:ext cx="252360" cy="6980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80E41A7-9C84-B4E6-5E2E-0E1D412CDDB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695407" y="4552582"/>
                  <a:ext cx="288000" cy="73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5572A75-F4FB-64D0-7B4E-48553EBE4835}"/>
                    </a:ext>
                  </a:extLst>
                </p14:cNvPr>
                <p14:cNvContentPartPr/>
                <p14:nvPr/>
              </p14:nvContentPartPr>
              <p14:xfrm>
                <a:off x="2166287" y="4773622"/>
                <a:ext cx="178920" cy="2361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5572A75-F4FB-64D0-7B4E-48553EBE483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148287" y="4755622"/>
                  <a:ext cx="2145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F6D3C8B-234C-BF61-F8AA-771C5C2F1AEA}"/>
                    </a:ext>
                  </a:extLst>
                </p14:cNvPr>
                <p14:cNvContentPartPr/>
                <p14:nvPr/>
              </p14:nvContentPartPr>
              <p14:xfrm>
                <a:off x="2453207" y="4956502"/>
                <a:ext cx="78840" cy="155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F6D3C8B-234C-BF61-F8AA-771C5C2F1AE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435207" y="4938862"/>
                  <a:ext cx="1144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91E57B0-DAD5-F20F-486D-6B949337A37E}"/>
                    </a:ext>
                  </a:extLst>
                </p14:cNvPr>
                <p14:cNvContentPartPr/>
                <p14:nvPr/>
              </p14:nvContentPartPr>
              <p14:xfrm>
                <a:off x="2610167" y="4818622"/>
                <a:ext cx="166680" cy="1796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91E57B0-DAD5-F20F-486D-6B949337A37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592527" y="4800982"/>
                  <a:ext cx="2023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9418108-7BA8-1F5B-FE71-CF8952A8663A}"/>
                    </a:ext>
                  </a:extLst>
                </p14:cNvPr>
                <p14:cNvContentPartPr/>
                <p14:nvPr/>
              </p14:nvContentPartPr>
              <p14:xfrm>
                <a:off x="2896007" y="4937422"/>
                <a:ext cx="70560" cy="1468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9418108-7BA8-1F5B-FE71-CF8952A8663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878367" y="4919422"/>
                  <a:ext cx="1062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AD4FFE3-F50B-B926-A659-D812EA51CD3D}"/>
                    </a:ext>
                  </a:extLst>
                </p14:cNvPr>
                <p14:cNvContentPartPr/>
                <p14:nvPr/>
              </p14:nvContentPartPr>
              <p14:xfrm>
                <a:off x="3054767" y="4752382"/>
                <a:ext cx="154440" cy="1875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AD4FFE3-F50B-B926-A659-D812EA51CD3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037127" y="4734382"/>
                  <a:ext cx="1900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F5CD448-D43E-31B4-75FE-CC72CE0767C5}"/>
                    </a:ext>
                  </a:extLst>
                </p14:cNvPr>
                <p14:cNvContentPartPr/>
                <p14:nvPr/>
              </p14:nvContentPartPr>
              <p14:xfrm>
                <a:off x="3167447" y="4490662"/>
                <a:ext cx="344160" cy="884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F5CD448-D43E-31B4-75FE-CC72CE0767C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149447" y="4473022"/>
                  <a:ext cx="379800" cy="9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52D34A9E-053C-8EAA-827C-BE51B3A1A0E5}"/>
                  </a:ext>
                </a:extLst>
              </p14:cNvPr>
              <p14:cNvContentPartPr/>
              <p14:nvPr/>
            </p14:nvContentPartPr>
            <p14:xfrm>
              <a:off x="2620607" y="5631862"/>
              <a:ext cx="6480" cy="3564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52D34A9E-053C-8EAA-827C-BE51B3A1A0E5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2602967" y="5614222"/>
                <a:ext cx="4212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781725DC-98AE-E5F9-E3B0-87203A5FF27B}"/>
                  </a:ext>
                </a:extLst>
              </p14:cNvPr>
              <p14:cNvContentPartPr/>
              <p14:nvPr/>
            </p14:nvContentPartPr>
            <p14:xfrm>
              <a:off x="198167" y="4358182"/>
              <a:ext cx="741240" cy="3528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781725DC-98AE-E5F9-E3B0-87203A5FF27B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80527" y="4340182"/>
                <a:ext cx="776880" cy="38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1265469A-B3DD-27FC-812E-5605290C9A7C}"/>
              </a:ext>
            </a:extLst>
          </p:cNvPr>
          <p:cNvGrpSpPr/>
          <p:nvPr/>
        </p:nvGrpSpPr>
        <p:grpSpPr>
          <a:xfrm>
            <a:off x="1190687" y="4129942"/>
            <a:ext cx="1099080" cy="331920"/>
            <a:chOff x="1190687" y="4129942"/>
            <a:chExt cx="109908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725FAED-08B2-EAE8-B5FF-3636E5931620}"/>
                    </a:ext>
                  </a:extLst>
                </p14:cNvPr>
                <p14:cNvContentPartPr/>
                <p14:nvPr/>
              </p14:nvContentPartPr>
              <p14:xfrm>
                <a:off x="1190687" y="4344502"/>
                <a:ext cx="354600" cy="117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725FAED-08B2-EAE8-B5FF-3636E593162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72687" y="4326862"/>
                  <a:ext cx="3902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649FC4C-15AC-A9FE-7E0C-9223B080A01B}"/>
                    </a:ext>
                  </a:extLst>
                </p14:cNvPr>
                <p14:cNvContentPartPr/>
                <p14:nvPr/>
              </p14:nvContentPartPr>
              <p14:xfrm>
                <a:off x="1603247" y="4129942"/>
                <a:ext cx="250200" cy="3304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649FC4C-15AC-A9FE-7E0C-9223B080A01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585607" y="4112302"/>
                  <a:ext cx="28584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B9C14A1-FAFF-9A1A-D5FE-A5F4ACCB67C4}"/>
                    </a:ext>
                  </a:extLst>
                </p14:cNvPr>
                <p14:cNvContentPartPr/>
                <p14:nvPr/>
              </p14:nvContentPartPr>
              <p14:xfrm>
                <a:off x="1939127" y="4283662"/>
                <a:ext cx="108000" cy="1508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B9C14A1-FAFF-9A1A-D5FE-A5F4ACCB67C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921127" y="4266022"/>
                  <a:ext cx="1436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C4BEE16-110A-AE7F-ECFD-887C22090154}"/>
                    </a:ext>
                  </a:extLst>
                </p14:cNvPr>
                <p14:cNvContentPartPr/>
                <p14:nvPr/>
              </p14:nvContentPartPr>
              <p14:xfrm>
                <a:off x="2155847" y="4266742"/>
                <a:ext cx="133920" cy="1825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C4BEE16-110A-AE7F-ECFD-887C2209015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138207" y="4249102"/>
                  <a:ext cx="1695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3E97C51-A9E1-47A9-3D2D-04ED3E056E32}"/>
                    </a:ext>
                  </a:extLst>
                </p14:cNvPr>
                <p14:cNvContentPartPr/>
                <p14:nvPr/>
              </p14:nvContentPartPr>
              <p14:xfrm>
                <a:off x="1659407" y="4204462"/>
                <a:ext cx="253440" cy="45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3E97C51-A9E1-47A9-3D2D-04ED3E056E3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641767" y="4186462"/>
                  <a:ext cx="28908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1587E7A0-E1A0-9C65-1AE5-E4080102694C}"/>
              </a:ext>
            </a:extLst>
          </p:cNvPr>
          <p:cNvGrpSpPr/>
          <p:nvPr/>
        </p:nvGrpSpPr>
        <p:grpSpPr>
          <a:xfrm>
            <a:off x="3124967" y="4193662"/>
            <a:ext cx="219240" cy="234720"/>
            <a:chOff x="3124967" y="4193662"/>
            <a:chExt cx="219240" cy="23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CB4ED83-D848-AA16-0311-C9C686920BD4}"/>
                    </a:ext>
                  </a:extLst>
                </p14:cNvPr>
                <p14:cNvContentPartPr/>
                <p14:nvPr/>
              </p14:nvContentPartPr>
              <p14:xfrm>
                <a:off x="3124967" y="4312822"/>
                <a:ext cx="24840" cy="1155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CB4ED83-D848-AA16-0311-C9C686920BD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107327" y="4294822"/>
                  <a:ext cx="604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4C62474-96B2-6923-96C7-45C58245016A}"/>
                    </a:ext>
                  </a:extLst>
                </p14:cNvPr>
                <p14:cNvContentPartPr/>
                <p14:nvPr/>
              </p14:nvContentPartPr>
              <p14:xfrm>
                <a:off x="3220727" y="4318942"/>
                <a:ext cx="123480" cy="1022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4C62474-96B2-6923-96C7-45C58245016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202727" y="4301302"/>
                  <a:ext cx="1591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52E6CD4-50B9-3091-AAB2-A28BCD855D88}"/>
                    </a:ext>
                  </a:extLst>
                </p14:cNvPr>
                <p14:cNvContentPartPr/>
                <p14:nvPr/>
              </p14:nvContentPartPr>
              <p14:xfrm>
                <a:off x="3195527" y="4193662"/>
                <a:ext cx="32040" cy="316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52E6CD4-50B9-3091-AAB2-A28BCD855D8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177887" y="4176022"/>
                  <a:ext cx="6768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689D6BD7-9062-C94D-0E73-CDF520EAF634}"/>
              </a:ext>
            </a:extLst>
          </p:cNvPr>
          <p:cNvGrpSpPr/>
          <p:nvPr/>
        </p:nvGrpSpPr>
        <p:grpSpPr>
          <a:xfrm>
            <a:off x="4018487" y="4287262"/>
            <a:ext cx="340560" cy="342360"/>
            <a:chOff x="4018487" y="4287262"/>
            <a:chExt cx="340560" cy="34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512ECCE-7735-8A31-5715-14D137A58B4F}"/>
                    </a:ext>
                  </a:extLst>
                </p14:cNvPr>
                <p14:cNvContentPartPr/>
                <p14:nvPr/>
              </p14:nvContentPartPr>
              <p14:xfrm>
                <a:off x="4018487" y="4422982"/>
                <a:ext cx="27000" cy="1796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512ECCE-7735-8A31-5715-14D137A58B4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000847" y="4405342"/>
                  <a:ext cx="62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D3F539E-B3BD-FE59-6DC2-059CBEFA40CF}"/>
                    </a:ext>
                  </a:extLst>
                </p14:cNvPr>
                <p14:cNvContentPartPr/>
                <p14:nvPr/>
              </p14:nvContentPartPr>
              <p14:xfrm>
                <a:off x="4066007" y="4406062"/>
                <a:ext cx="82080" cy="2228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D3F539E-B3BD-FE59-6DC2-059CBEFA40C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048367" y="4388422"/>
                  <a:ext cx="1177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63D3C84-7F4F-ED93-BDE2-ABE38526D26F}"/>
                    </a:ext>
                  </a:extLst>
                </p14:cNvPr>
                <p14:cNvContentPartPr/>
                <p14:nvPr/>
              </p14:nvContentPartPr>
              <p14:xfrm>
                <a:off x="4024247" y="4287262"/>
                <a:ext cx="334800" cy="342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63D3C84-7F4F-ED93-BDE2-ABE38526D26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006607" y="4269622"/>
                  <a:ext cx="370440" cy="37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9459FD4-0A5B-1203-DC7D-BAA419A16FB1}"/>
              </a:ext>
            </a:extLst>
          </p:cNvPr>
          <p:cNvGrpSpPr/>
          <p:nvPr/>
        </p:nvGrpSpPr>
        <p:grpSpPr>
          <a:xfrm>
            <a:off x="4617887" y="4132822"/>
            <a:ext cx="551880" cy="406800"/>
            <a:chOff x="4617887" y="4132822"/>
            <a:chExt cx="551880" cy="40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B033265-E07B-8595-790D-362AD780E2C8}"/>
                    </a:ext>
                  </a:extLst>
                </p14:cNvPr>
                <p14:cNvContentPartPr/>
                <p14:nvPr/>
              </p14:nvContentPartPr>
              <p14:xfrm>
                <a:off x="4617887" y="4132822"/>
                <a:ext cx="109440" cy="1760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B033265-E07B-8595-790D-362AD780E2C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599887" y="4114822"/>
                  <a:ext cx="1450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27369D1-4DA9-EEC2-D3A3-01D4086317AE}"/>
                    </a:ext>
                  </a:extLst>
                </p14:cNvPr>
                <p14:cNvContentPartPr/>
                <p14:nvPr/>
              </p14:nvContentPartPr>
              <p14:xfrm>
                <a:off x="4908047" y="4380502"/>
                <a:ext cx="261720" cy="1591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27369D1-4DA9-EEC2-D3A3-01D4086317A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890407" y="4362502"/>
                  <a:ext cx="2973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B77A6C2-C625-B3FC-F9C4-12D3E196BE30}"/>
                    </a:ext>
                  </a:extLst>
                </p14:cNvPr>
                <p14:cNvContentPartPr/>
                <p14:nvPr/>
              </p14:nvContentPartPr>
              <p14:xfrm>
                <a:off x="5087327" y="4173862"/>
                <a:ext cx="49680" cy="50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B77A6C2-C625-B3FC-F9C4-12D3E196BE3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069327" y="4155862"/>
                  <a:ext cx="85320" cy="8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AAECEB73-10BE-C6CC-631E-57C1D0CEA1BC}"/>
                  </a:ext>
                </a:extLst>
              </p14:cNvPr>
              <p14:cNvContentPartPr/>
              <p14:nvPr/>
            </p14:nvContentPartPr>
            <p14:xfrm>
              <a:off x="2244767" y="5213182"/>
              <a:ext cx="2880" cy="216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AAECEB73-10BE-C6CC-631E-57C1D0CEA1BC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2226767" y="5195182"/>
                <a:ext cx="38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1068D358-2252-D3C4-5854-BA6AE109236B}"/>
                  </a:ext>
                </a:extLst>
              </p14:cNvPr>
              <p14:cNvContentPartPr/>
              <p14:nvPr/>
            </p14:nvContentPartPr>
            <p14:xfrm>
              <a:off x="3487127" y="5072062"/>
              <a:ext cx="19440" cy="288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1068D358-2252-D3C4-5854-BA6AE109236B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3469487" y="5054422"/>
                <a:ext cx="550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532D646D-6D34-021B-044A-DA273430E8CD}"/>
                  </a:ext>
                </a:extLst>
              </p14:cNvPr>
              <p14:cNvContentPartPr/>
              <p14:nvPr/>
            </p14:nvContentPartPr>
            <p14:xfrm>
              <a:off x="6969767" y="1311862"/>
              <a:ext cx="360" cy="36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532D646D-6D34-021B-044A-DA273430E8CD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6952127" y="129386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0726B010-C8F2-8364-B7FD-B1AF90D95E3F}"/>
              </a:ext>
            </a:extLst>
          </p:cNvPr>
          <p:cNvGrpSpPr/>
          <p:nvPr/>
        </p:nvGrpSpPr>
        <p:grpSpPr>
          <a:xfrm>
            <a:off x="1756607" y="5696302"/>
            <a:ext cx="1690200" cy="409320"/>
            <a:chOff x="1756607" y="5696302"/>
            <a:chExt cx="1690200" cy="40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DD18241-554F-426F-DECB-1618B14270F6}"/>
                    </a:ext>
                  </a:extLst>
                </p14:cNvPr>
                <p14:cNvContentPartPr/>
                <p14:nvPr/>
              </p14:nvContentPartPr>
              <p14:xfrm>
                <a:off x="1756607" y="5696302"/>
                <a:ext cx="218520" cy="2653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DD18241-554F-426F-DECB-1618B14270F6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738967" y="5678302"/>
                  <a:ext cx="2541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D129C71-BC41-7F6C-5F74-90B2E97E96DE}"/>
                    </a:ext>
                  </a:extLst>
                </p14:cNvPr>
                <p14:cNvContentPartPr/>
                <p14:nvPr/>
              </p14:nvContentPartPr>
              <p14:xfrm>
                <a:off x="2162687" y="5808982"/>
                <a:ext cx="208080" cy="57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D129C71-BC41-7F6C-5F74-90B2E97E96DE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144687" y="5791342"/>
                  <a:ext cx="243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D01201C-8938-341E-2326-3377A4AE3AAB}"/>
                    </a:ext>
                  </a:extLst>
                </p14:cNvPr>
                <p14:cNvContentPartPr/>
                <p14:nvPr/>
              </p14:nvContentPartPr>
              <p14:xfrm>
                <a:off x="2257727" y="5723662"/>
                <a:ext cx="69120" cy="2952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D01201C-8938-341E-2326-3377A4AE3AA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239727" y="5705662"/>
                  <a:ext cx="10476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AB81802-BA43-FA0F-C5B7-644EE2A75913}"/>
                    </a:ext>
                  </a:extLst>
                </p14:cNvPr>
                <p14:cNvContentPartPr/>
                <p14:nvPr/>
              </p14:nvContentPartPr>
              <p14:xfrm>
                <a:off x="2580287" y="5704222"/>
                <a:ext cx="209160" cy="271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AB81802-BA43-FA0F-C5B7-644EE2A75913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562287" y="5686582"/>
                  <a:ext cx="2448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21135A5-A271-64E3-EB54-1EFFFA03A710}"/>
                    </a:ext>
                  </a:extLst>
                </p14:cNvPr>
                <p14:cNvContentPartPr/>
                <p14:nvPr/>
              </p14:nvContentPartPr>
              <p14:xfrm>
                <a:off x="2988167" y="5908702"/>
                <a:ext cx="195480" cy="36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21135A5-A271-64E3-EB54-1EFFFA03A710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970167" y="5890702"/>
                  <a:ext cx="2311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99F6D9F-E419-0FB8-7E6D-BADBBEBD1A5B}"/>
                    </a:ext>
                  </a:extLst>
                </p14:cNvPr>
                <p14:cNvContentPartPr/>
                <p14:nvPr/>
              </p14:nvContentPartPr>
              <p14:xfrm>
                <a:off x="3068447" y="5830942"/>
                <a:ext cx="51120" cy="2188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99F6D9F-E419-0FB8-7E6D-BADBBEBD1A5B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050807" y="5813302"/>
                  <a:ext cx="867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48BA244-C93C-0361-0698-DB47723CA28B}"/>
                    </a:ext>
                  </a:extLst>
                </p14:cNvPr>
                <p14:cNvContentPartPr/>
                <p14:nvPr/>
              </p14:nvContentPartPr>
              <p14:xfrm>
                <a:off x="3170327" y="5757502"/>
                <a:ext cx="276480" cy="2606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48BA244-C93C-0361-0698-DB47723CA28B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152687" y="5739862"/>
                  <a:ext cx="3121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431639D-73B7-D13A-1F93-61A5FB1C2E2B}"/>
                    </a:ext>
                  </a:extLst>
                </p14:cNvPr>
                <p14:cNvContentPartPr/>
                <p14:nvPr/>
              </p14:nvContentPartPr>
              <p14:xfrm>
                <a:off x="2042807" y="6102742"/>
                <a:ext cx="21600" cy="28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431639D-73B7-D13A-1F93-61A5FB1C2E2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024807" y="6084742"/>
                  <a:ext cx="572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7B82A69-B9B1-81EF-A533-1ECD923616BC}"/>
                    </a:ext>
                  </a:extLst>
                </p14:cNvPr>
                <p14:cNvContentPartPr/>
                <p14:nvPr/>
              </p14:nvContentPartPr>
              <p14:xfrm>
                <a:off x="2897807" y="6093742"/>
                <a:ext cx="4680" cy="54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7B82A69-B9B1-81EF-A533-1ECD923616BC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879807" y="6076102"/>
                  <a:ext cx="40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4754F63-24CF-D7E4-3EB6-41B42297BFC2}"/>
                    </a:ext>
                  </a:extLst>
                </p14:cNvPr>
                <p14:cNvContentPartPr/>
                <p14:nvPr/>
              </p14:nvContentPartPr>
              <p14:xfrm>
                <a:off x="3419087" y="6064222"/>
                <a:ext cx="1440" cy="36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4754F63-24CF-D7E4-3EB6-41B42297BFC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401447" y="6046222"/>
                  <a:ext cx="3708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3AA9797B-3971-0AB2-8281-A6FE72EEA670}"/>
              </a:ext>
            </a:extLst>
          </p:cNvPr>
          <p:cNvGrpSpPr/>
          <p:nvPr/>
        </p:nvGrpSpPr>
        <p:grpSpPr>
          <a:xfrm>
            <a:off x="3749207" y="5871262"/>
            <a:ext cx="262080" cy="120960"/>
            <a:chOff x="3749207" y="5871262"/>
            <a:chExt cx="262080" cy="1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E87210F-02EA-2655-C420-DC0FEC067470}"/>
                    </a:ext>
                  </a:extLst>
                </p14:cNvPr>
                <p14:cNvContentPartPr/>
                <p14:nvPr/>
              </p14:nvContentPartPr>
              <p14:xfrm>
                <a:off x="3749207" y="5871262"/>
                <a:ext cx="153360" cy="417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E87210F-02EA-2655-C420-DC0FEC067470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731567" y="5853622"/>
                  <a:ext cx="1890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ADF45EA-4D38-C34A-548C-EB3859681D47}"/>
                    </a:ext>
                  </a:extLst>
                </p14:cNvPr>
                <p14:cNvContentPartPr/>
                <p14:nvPr/>
              </p14:nvContentPartPr>
              <p14:xfrm>
                <a:off x="3763607" y="5957662"/>
                <a:ext cx="247680" cy="345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ADF45EA-4D38-C34A-548C-EB3859681D4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745967" y="5940022"/>
                  <a:ext cx="283320" cy="7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D1872AE6-0A89-FD4E-C560-6F95B0300BFD}"/>
                  </a:ext>
                </a:extLst>
              </p14:cNvPr>
              <p14:cNvContentPartPr/>
              <p14:nvPr/>
            </p14:nvContentPartPr>
            <p14:xfrm>
              <a:off x="4312967" y="5695222"/>
              <a:ext cx="334800" cy="32724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D1872AE6-0A89-FD4E-C560-6F95B0300BFD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4294967" y="5677582"/>
                <a:ext cx="370440" cy="36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C1E2FD16-F1BF-8718-6127-B356DEFFFFE9}"/>
              </a:ext>
            </a:extLst>
          </p:cNvPr>
          <p:cNvGrpSpPr/>
          <p:nvPr/>
        </p:nvGrpSpPr>
        <p:grpSpPr>
          <a:xfrm>
            <a:off x="4972847" y="5677942"/>
            <a:ext cx="642960" cy="325080"/>
            <a:chOff x="4972847" y="5677942"/>
            <a:chExt cx="642960" cy="32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2FB327B-5C32-6862-98B6-917CCACCBA93}"/>
                    </a:ext>
                  </a:extLst>
                </p14:cNvPr>
                <p14:cNvContentPartPr/>
                <p14:nvPr/>
              </p14:nvContentPartPr>
              <p14:xfrm>
                <a:off x="4972847" y="5677942"/>
                <a:ext cx="216720" cy="3250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2FB327B-5C32-6862-98B6-917CCACCBA93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955207" y="5660302"/>
                  <a:ext cx="25236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6C1999E-7793-5740-2A14-23B2BF5508F8}"/>
                    </a:ext>
                  </a:extLst>
                </p14:cNvPr>
                <p14:cNvContentPartPr/>
                <p14:nvPr/>
              </p14:nvContentPartPr>
              <p14:xfrm>
                <a:off x="4993727" y="5851462"/>
                <a:ext cx="196920" cy="270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6C1999E-7793-5740-2A14-23B2BF5508F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975727" y="5833822"/>
                  <a:ext cx="2325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8F8D2A0-9030-1A72-E809-77E59A5FD939}"/>
                    </a:ext>
                  </a:extLst>
                </p14:cNvPr>
                <p14:cNvContentPartPr/>
                <p14:nvPr/>
              </p14:nvContentPartPr>
              <p14:xfrm>
                <a:off x="5362007" y="5753902"/>
                <a:ext cx="253800" cy="229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8F8D2A0-9030-1A72-E809-77E59A5FD939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344007" y="5735902"/>
                  <a:ext cx="289440" cy="26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91B72EE-A9E9-7EFB-1A49-01B558DDABEE}"/>
                  </a:ext>
                </a:extLst>
              </p14:cNvPr>
              <p14:cNvContentPartPr/>
              <p14:nvPr/>
            </p14:nvContentPartPr>
            <p14:xfrm>
              <a:off x="3710327" y="730462"/>
              <a:ext cx="36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91B72EE-A9E9-7EFB-1A49-01B558DDABEE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3692687" y="71246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9E58D85-8D8C-9C13-A8EC-140F17E6E51F}"/>
                  </a:ext>
                </a:extLst>
              </p14:cNvPr>
              <p14:cNvContentPartPr/>
              <p14:nvPr/>
            </p14:nvContentPartPr>
            <p14:xfrm>
              <a:off x="5258687" y="722902"/>
              <a:ext cx="5400" cy="57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9E58D85-8D8C-9C13-A8EC-140F17E6E51F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5240687" y="705262"/>
                <a:ext cx="4104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857D91D-80F7-6ACF-A0BB-9F73DB3EEDB5}"/>
                  </a:ext>
                </a:extLst>
              </p14:cNvPr>
              <p14:cNvContentPartPr/>
              <p14:nvPr/>
            </p14:nvContentPartPr>
            <p14:xfrm>
              <a:off x="2531687" y="1364422"/>
              <a:ext cx="5760" cy="39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857D91D-80F7-6ACF-A0BB-9F73DB3EEDB5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2513687" y="1346422"/>
                <a:ext cx="414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2CF45FA6-CCBD-3C16-5C20-DA1CB046DD24}"/>
                  </a:ext>
                </a:extLst>
              </p14:cNvPr>
              <p14:cNvContentPartPr/>
              <p14:nvPr/>
            </p14:nvContentPartPr>
            <p14:xfrm>
              <a:off x="3979607" y="1331662"/>
              <a:ext cx="360" cy="3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2CF45FA6-CCBD-3C16-5C20-DA1CB046DD24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3961607" y="131366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21C3DB2E-A3BD-BB0E-D172-7E255A51572E}"/>
                  </a:ext>
                </a:extLst>
              </p14:cNvPr>
              <p14:cNvContentPartPr/>
              <p14:nvPr/>
            </p14:nvContentPartPr>
            <p14:xfrm>
              <a:off x="4550927" y="1339582"/>
              <a:ext cx="3960" cy="28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21C3DB2E-A3BD-BB0E-D172-7E255A51572E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4533287" y="1321582"/>
                <a:ext cx="396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4D32F209-A09B-DBFB-566B-288362C02B8B}"/>
                  </a:ext>
                </a:extLst>
              </p14:cNvPr>
              <p14:cNvContentPartPr/>
              <p14:nvPr/>
            </p14:nvContentPartPr>
            <p14:xfrm>
              <a:off x="6160487" y="1245622"/>
              <a:ext cx="13320" cy="54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4D32F209-A09B-DBFB-566B-288362C02B8B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6142487" y="1227622"/>
                <a:ext cx="489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B8CDD9DE-C029-6135-4282-7F2F75F4E958}"/>
                  </a:ext>
                </a:extLst>
              </p14:cNvPr>
              <p14:cNvContentPartPr/>
              <p14:nvPr/>
            </p14:nvContentPartPr>
            <p14:xfrm>
              <a:off x="7996127" y="1304302"/>
              <a:ext cx="360" cy="36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B8CDD9DE-C029-6135-4282-7F2F75F4E958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7978127" y="128666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EFCECD9A-FB8A-1EB5-43DF-47854F486A3C}"/>
                  </a:ext>
                </a:extLst>
              </p14:cNvPr>
              <p14:cNvContentPartPr/>
              <p14:nvPr/>
            </p14:nvContentPartPr>
            <p14:xfrm>
              <a:off x="4419527" y="2201062"/>
              <a:ext cx="10800" cy="144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EFCECD9A-FB8A-1EB5-43DF-47854F486A3C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4401527" y="2183422"/>
                <a:ext cx="464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03A07C4E-7902-04BC-161A-B0BE17FD2FEC}"/>
                  </a:ext>
                </a:extLst>
              </p14:cNvPr>
              <p14:cNvContentPartPr/>
              <p14:nvPr/>
            </p14:nvContentPartPr>
            <p14:xfrm>
              <a:off x="2251247" y="1409422"/>
              <a:ext cx="360" cy="36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03A07C4E-7902-04BC-161A-B0BE17FD2FEC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2233607" y="139178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4FD569F7-D3AF-A4B8-5BB9-4E274C94C195}"/>
                  </a:ext>
                </a:extLst>
              </p14:cNvPr>
              <p14:cNvContentPartPr/>
              <p14:nvPr/>
            </p14:nvContentPartPr>
            <p14:xfrm>
              <a:off x="2393807" y="1393942"/>
              <a:ext cx="360" cy="36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4FD569F7-D3AF-A4B8-5BB9-4E274C94C195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2375807" y="13763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060C3857-955C-3806-F630-0343F75A3D2F}"/>
                  </a:ext>
                </a:extLst>
              </p14:cNvPr>
              <p14:cNvContentPartPr/>
              <p14:nvPr/>
            </p14:nvContentPartPr>
            <p14:xfrm>
              <a:off x="1616927" y="2007022"/>
              <a:ext cx="12240" cy="540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060C3857-955C-3806-F630-0343F75A3D2F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1598927" y="1989022"/>
                <a:ext cx="4788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A4078DE5-BC18-62CB-138C-DDC5AB455F14}"/>
                  </a:ext>
                </a:extLst>
              </p14:cNvPr>
              <p14:cNvContentPartPr/>
              <p14:nvPr/>
            </p14:nvContentPartPr>
            <p14:xfrm>
              <a:off x="3924527" y="1920982"/>
              <a:ext cx="30960" cy="1332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A4078DE5-BC18-62CB-138C-DDC5AB455F14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3906527" y="1903342"/>
                <a:ext cx="666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F59CCA9E-121D-F47B-13D8-A6EEA754D5C6}"/>
                  </a:ext>
                </a:extLst>
              </p14:cNvPr>
              <p14:cNvContentPartPr/>
              <p14:nvPr/>
            </p14:nvContentPartPr>
            <p14:xfrm>
              <a:off x="1858487" y="2144182"/>
              <a:ext cx="114120" cy="792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F59CCA9E-121D-F47B-13D8-A6EEA754D5C6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1840847" y="2126542"/>
                <a:ext cx="1497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869E8BB8-C902-EBDD-5937-33884CEDC2EF}"/>
                  </a:ext>
                </a:extLst>
              </p14:cNvPr>
              <p14:cNvContentPartPr/>
              <p14:nvPr/>
            </p14:nvContentPartPr>
            <p14:xfrm>
              <a:off x="4126127" y="2078662"/>
              <a:ext cx="51840" cy="576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869E8BB8-C902-EBDD-5937-33884CEDC2EF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4108127" y="2060662"/>
                <a:ext cx="874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91B2D11B-35D8-70F6-F949-F7223A3D5630}"/>
                  </a:ext>
                </a:extLst>
              </p14:cNvPr>
              <p14:cNvContentPartPr/>
              <p14:nvPr/>
            </p14:nvContentPartPr>
            <p14:xfrm>
              <a:off x="4108127" y="1490422"/>
              <a:ext cx="360" cy="36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91B2D11B-35D8-70F6-F949-F7223A3D5630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4090487" y="147278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32D36C73-A6FD-925B-9B08-7C5E3B20FAB8}"/>
                  </a:ext>
                </a:extLst>
              </p14:cNvPr>
              <p14:cNvContentPartPr/>
              <p14:nvPr/>
            </p14:nvContentPartPr>
            <p14:xfrm>
              <a:off x="4697087" y="1320862"/>
              <a:ext cx="1440" cy="396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32D36C73-A6FD-925B-9B08-7C5E3B20FAB8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4679087" y="1303222"/>
                <a:ext cx="370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9B642F7F-5A4A-0403-3FF3-353707516952}"/>
                  </a:ext>
                </a:extLst>
              </p14:cNvPr>
              <p14:cNvContentPartPr/>
              <p14:nvPr/>
            </p14:nvContentPartPr>
            <p14:xfrm>
              <a:off x="3936047" y="1371622"/>
              <a:ext cx="24480" cy="468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9B642F7F-5A4A-0403-3FF3-353707516952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3918407" y="1353982"/>
                <a:ext cx="601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40158BB1-532C-2A2E-1D23-46B0C8115466}"/>
                  </a:ext>
                </a:extLst>
              </p14:cNvPr>
              <p14:cNvContentPartPr/>
              <p14:nvPr/>
            </p14:nvContentPartPr>
            <p14:xfrm>
              <a:off x="4507727" y="1317982"/>
              <a:ext cx="13320" cy="216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40158BB1-532C-2A2E-1D23-46B0C8115466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4489727" y="1299982"/>
                <a:ext cx="489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D946BC5D-BAE9-9A07-51AB-63E7F2D2F360}"/>
                  </a:ext>
                </a:extLst>
              </p14:cNvPr>
              <p14:cNvContentPartPr/>
              <p14:nvPr/>
            </p14:nvContentPartPr>
            <p14:xfrm>
              <a:off x="4254647" y="1400782"/>
              <a:ext cx="23400" cy="360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D946BC5D-BAE9-9A07-51AB-63E7F2D2F360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4237007" y="1383142"/>
                <a:ext cx="590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3889239A-0CFD-D20A-CB63-E6D92257F7AF}"/>
                  </a:ext>
                </a:extLst>
              </p14:cNvPr>
              <p14:cNvContentPartPr/>
              <p14:nvPr/>
            </p14:nvContentPartPr>
            <p14:xfrm>
              <a:off x="4868447" y="1318702"/>
              <a:ext cx="5040" cy="1152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3889239A-0CFD-D20A-CB63-E6D92257F7AF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4850447" y="1300702"/>
                <a:ext cx="406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9C90AA3C-D422-AF5E-B8C0-812D4123ADD4}"/>
                  </a:ext>
                </a:extLst>
              </p14:cNvPr>
              <p14:cNvContentPartPr/>
              <p14:nvPr/>
            </p14:nvContentPartPr>
            <p14:xfrm>
              <a:off x="5362367" y="1337062"/>
              <a:ext cx="7200" cy="684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9C90AA3C-D422-AF5E-B8C0-812D4123ADD4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5344367" y="1319422"/>
                <a:ext cx="428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FFBBC2A0-A1EC-B125-50B7-BC6576E18C96}"/>
                  </a:ext>
                </a:extLst>
              </p14:cNvPr>
              <p14:cNvContentPartPr/>
              <p14:nvPr/>
            </p14:nvContentPartPr>
            <p14:xfrm>
              <a:off x="6226367" y="1306102"/>
              <a:ext cx="3600" cy="576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FFBBC2A0-A1EC-B125-50B7-BC6576E18C96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6208727" y="1288462"/>
                <a:ext cx="3924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633D6AC-B15D-A645-0005-94E0F211767E}"/>
                  </a:ext>
                </a:extLst>
              </p14:cNvPr>
              <p14:cNvContentPartPr/>
              <p14:nvPr/>
            </p14:nvContentPartPr>
            <p14:xfrm>
              <a:off x="6172007" y="992182"/>
              <a:ext cx="9720" cy="180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633D6AC-B15D-A645-0005-94E0F211767E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6154367" y="974542"/>
                <a:ext cx="4536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0B3AD506-AD11-13F7-072D-E350BD490C29}"/>
                  </a:ext>
                </a:extLst>
              </p14:cNvPr>
              <p14:cNvContentPartPr/>
              <p14:nvPr/>
            </p14:nvContentPartPr>
            <p14:xfrm>
              <a:off x="2451767" y="1274062"/>
              <a:ext cx="360" cy="36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0B3AD506-AD11-13F7-072D-E350BD490C29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2434127" y="125606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3718396E-9D7E-6994-215E-8147CDCB3329}"/>
                  </a:ext>
                </a:extLst>
              </p14:cNvPr>
              <p14:cNvContentPartPr/>
              <p14:nvPr/>
            </p14:nvContentPartPr>
            <p14:xfrm>
              <a:off x="1803767" y="2784982"/>
              <a:ext cx="360" cy="36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3718396E-9D7E-6994-215E-8147CDCB3329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1785767" y="276698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3BA6533A-3EEB-AA84-489A-A4B3C2F086B1}"/>
                  </a:ext>
                </a:extLst>
              </p14:cNvPr>
              <p14:cNvContentPartPr/>
              <p14:nvPr/>
            </p14:nvContentPartPr>
            <p14:xfrm>
              <a:off x="2680727" y="2842582"/>
              <a:ext cx="7560" cy="576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3BA6533A-3EEB-AA84-489A-A4B3C2F086B1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2663087" y="2824582"/>
                <a:ext cx="432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D6D3C1B1-5224-97AD-C65A-0F3A64B722DE}"/>
                  </a:ext>
                </a:extLst>
              </p14:cNvPr>
              <p14:cNvContentPartPr/>
              <p14:nvPr/>
            </p14:nvContentPartPr>
            <p14:xfrm>
              <a:off x="4774127" y="3011422"/>
              <a:ext cx="360" cy="36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D6D3C1B1-5224-97AD-C65A-0F3A64B722DE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4756487" y="299342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55CC67CD-66C0-5845-EC66-1C0F0403DBB3}"/>
              </a:ext>
            </a:extLst>
          </p:cNvPr>
          <p:cNvGrpSpPr/>
          <p:nvPr/>
        </p:nvGrpSpPr>
        <p:grpSpPr>
          <a:xfrm>
            <a:off x="8167847" y="2294662"/>
            <a:ext cx="343440" cy="454320"/>
            <a:chOff x="8167847" y="2294662"/>
            <a:chExt cx="343440" cy="45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60A557E-C501-E15B-8477-B1E9EADE4C8C}"/>
                    </a:ext>
                  </a:extLst>
                </p14:cNvPr>
                <p14:cNvContentPartPr/>
                <p14:nvPr/>
              </p14:nvContentPartPr>
              <p14:xfrm>
                <a:off x="8190887" y="2410582"/>
                <a:ext cx="320400" cy="511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60A557E-C501-E15B-8477-B1E9EADE4C8C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172887" y="2392942"/>
                  <a:ext cx="3560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6D99B55-1809-69A6-9BD7-384D4C060E0A}"/>
                    </a:ext>
                  </a:extLst>
                </p14:cNvPr>
                <p14:cNvContentPartPr/>
                <p14:nvPr/>
              </p14:nvContentPartPr>
              <p14:xfrm>
                <a:off x="8167847" y="2294662"/>
                <a:ext cx="210600" cy="4543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6D99B55-1809-69A6-9BD7-384D4C060E0A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150207" y="2276662"/>
                  <a:ext cx="246240" cy="48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77F06B11-EED4-5208-C563-1413872E8896}"/>
                  </a:ext>
                </a:extLst>
              </p14:cNvPr>
              <p14:cNvContentPartPr/>
              <p14:nvPr/>
            </p14:nvContentPartPr>
            <p14:xfrm>
              <a:off x="8423447" y="3481222"/>
              <a:ext cx="10800" cy="144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77F06B11-EED4-5208-C563-1413872E8896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8405447" y="3463582"/>
                <a:ext cx="4644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003C9A05-571D-B138-809A-29EDA7811F22}"/>
              </a:ext>
            </a:extLst>
          </p:cNvPr>
          <p:cNvGrpSpPr/>
          <p:nvPr/>
        </p:nvGrpSpPr>
        <p:grpSpPr>
          <a:xfrm>
            <a:off x="5439767" y="3418222"/>
            <a:ext cx="399240" cy="361080"/>
            <a:chOff x="5439767" y="3418222"/>
            <a:chExt cx="39924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CB0C216-F509-D934-E10A-44F414F7E445}"/>
                    </a:ext>
                  </a:extLst>
                </p14:cNvPr>
                <p14:cNvContentPartPr/>
                <p14:nvPr/>
              </p14:nvContentPartPr>
              <p14:xfrm>
                <a:off x="5450567" y="3533782"/>
                <a:ext cx="388440" cy="381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CB0C216-F509-D934-E10A-44F414F7E445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5432927" y="3516142"/>
                  <a:ext cx="4240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4DAD7B9-A5CF-5533-BFB2-CC2C6A6F6F6B}"/>
                    </a:ext>
                  </a:extLst>
                </p14:cNvPr>
                <p14:cNvContentPartPr/>
                <p14:nvPr/>
              </p14:nvContentPartPr>
              <p14:xfrm>
                <a:off x="5439767" y="3418222"/>
                <a:ext cx="104400" cy="3610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4DAD7B9-A5CF-5533-BFB2-CC2C6A6F6F6B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5422127" y="3400582"/>
                  <a:ext cx="140040" cy="39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C16A5000-5B44-9D10-FEF4-7BCD55F2E2EC}"/>
                  </a:ext>
                </a:extLst>
              </p14:cNvPr>
              <p14:cNvContentPartPr/>
              <p14:nvPr/>
            </p14:nvContentPartPr>
            <p14:xfrm>
              <a:off x="3904007" y="1461982"/>
              <a:ext cx="2880" cy="288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C16A5000-5B44-9D10-FEF4-7BCD55F2E2EC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3886367" y="1444342"/>
                <a:ext cx="385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52B3BC38-E41D-3AD8-00A2-34C074F04C55}"/>
                  </a:ext>
                </a:extLst>
              </p14:cNvPr>
              <p14:cNvContentPartPr/>
              <p14:nvPr/>
            </p14:nvContentPartPr>
            <p14:xfrm>
              <a:off x="2703407" y="4978822"/>
              <a:ext cx="360" cy="36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52B3BC38-E41D-3AD8-00A2-34C074F04C55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2685767" y="496082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44FCB5CA-ABD9-8A80-8A9A-36251BB2F516}"/>
                  </a:ext>
                </a:extLst>
              </p14:cNvPr>
              <p14:cNvContentPartPr/>
              <p14:nvPr/>
            </p14:nvContentPartPr>
            <p14:xfrm>
              <a:off x="3005447" y="4836622"/>
              <a:ext cx="2880" cy="360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44FCB5CA-ABD9-8A80-8A9A-36251BB2F516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2987447" y="4818622"/>
                <a:ext cx="385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7AF331DC-4696-98CB-5059-05DDDF18180E}"/>
                  </a:ext>
                </a:extLst>
              </p14:cNvPr>
              <p14:cNvContentPartPr/>
              <p14:nvPr/>
            </p14:nvContentPartPr>
            <p14:xfrm>
              <a:off x="7083887" y="1659982"/>
              <a:ext cx="4680" cy="144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7AF331DC-4696-98CB-5059-05DDDF18180E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7065887" y="1641982"/>
                <a:ext cx="403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6941951C-BA84-BB9F-6B9D-433C4B2CE038}"/>
                  </a:ext>
                </a:extLst>
              </p14:cNvPr>
              <p14:cNvContentPartPr/>
              <p14:nvPr/>
            </p14:nvContentPartPr>
            <p14:xfrm>
              <a:off x="9179087" y="1436062"/>
              <a:ext cx="1080" cy="360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6941951C-BA84-BB9F-6B9D-433C4B2CE038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9161447" y="1418062"/>
                <a:ext cx="3672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3" name="Group 222">
            <a:extLst>
              <a:ext uri="{FF2B5EF4-FFF2-40B4-BE49-F238E27FC236}">
                <a16:creationId xmlns:a16="http://schemas.microsoft.com/office/drawing/2014/main" id="{C33C7B87-A593-D809-8562-224A3B7807BD}"/>
              </a:ext>
            </a:extLst>
          </p:cNvPr>
          <p:cNvGrpSpPr/>
          <p:nvPr/>
        </p:nvGrpSpPr>
        <p:grpSpPr>
          <a:xfrm>
            <a:off x="2950007" y="5326942"/>
            <a:ext cx="559440" cy="208800"/>
            <a:chOff x="2950007" y="5326942"/>
            <a:chExt cx="559440" cy="20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89D2172-937A-C848-0153-24785FFFA5FE}"/>
                    </a:ext>
                  </a:extLst>
                </p14:cNvPr>
                <p14:cNvContentPartPr/>
                <p14:nvPr/>
              </p14:nvContentPartPr>
              <p14:xfrm>
                <a:off x="2950007" y="5401102"/>
                <a:ext cx="163080" cy="374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89D2172-937A-C848-0153-24785FFFA5FE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932007" y="5383102"/>
                  <a:ext cx="1987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75B608D-DFF7-4FE3-D7A6-4C4703AA5EEB}"/>
                    </a:ext>
                  </a:extLst>
                </p14:cNvPr>
                <p14:cNvContentPartPr/>
                <p14:nvPr/>
              </p14:nvContentPartPr>
              <p14:xfrm>
                <a:off x="3043247" y="5331982"/>
                <a:ext cx="23040" cy="2037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75B608D-DFF7-4FE3-D7A6-4C4703AA5EEB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025607" y="5313982"/>
                  <a:ext cx="586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ABEB31A-8B8D-3FF9-2A81-61252CCF8E27}"/>
                    </a:ext>
                  </a:extLst>
                </p14:cNvPr>
                <p14:cNvContentPartPr/>
                <p14:nvPr/>
              </p14:nvContentPartPr>
              <p14:xfrm>
                <a:off x="3266807" y="5326942"/>
                <a:ext cx="242640" cy="1897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ABEB31A-8B8D-3FF9-2A81-61252CCF8E27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248807" y="5308942"/>
                  <a:ext cx="27828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3399F6D9-6CDC-8E14-C00B-31D83070CF24}"/>
              </a:ext>
            </a:extLst>
          </p:cNvPr>
          <p:cNvGrpSpPr/>
          <p:nvPr/>
        </p:nvGrpSpPr>
        <p:grpSpPr>
          <a:xfrm>
            <a:off x="3906167" y="5165302"/>
            <a:ext cx="716040" cy="268560"/>
            <a:chOff x="3906167" y="5165302"/>
            <a:chExt cx="716040" cy="26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A5CABCD-4B9F-640F-D444-914087F670BD}"/>
                    </a:ext>
                  </a:extLst>
                </p14:cNvPr>
                <p14:cNvContentPartPr/>
                <p14:nvPr/>
              </p14:nvContentPartPr>
              <p14:xfrm>
                <a:off x="3954047" y="5321902"/>
                <a:ext cx="74520" cy="176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A5CABCD-4B9F-640F-D444-914087F670BD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936407" y="5304262"/>
                  <a:ext cx="1101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DC590FF-728E-3F1D-6FAD-F0E7F3194990}"/>
                    </a:ext>
                  </a:extLst>
                </p14:cNvPr>
                <p14:cNvContentPartPr/>
                <p14:nvPr/>
              </p14:nvContentPartPr>
              <p14:xfrm>
                <a:off x="3906167" y="5381302"/>
                <a:ext cx="216000" cy="525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DC590FF-728E-3F1D-6FAD-F0E7F3194990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888167" y="5363662"/>
                  <a:ext cx="2516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104BD7A-6408-81B4-5181-01B31C5EC804}"/>
                    </a:ext>
                  </a:extLst>
                </p14:cNvPr>
                <p14:cNvContentPartPr/>
                <p14:nvPr/>
              </p14:nvContentPartPr>
              <p14:xfrm>
                <a:off x="4269047" y="5165302"/>
                <a:ext cx="353160" cy="2584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104BD7A-6408-81B4-5181-01B31C5EC804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251047" y="5147302"/>
                  <a:ext cx="388800" cy="29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27AC7EAE-8125-3AE7-C0F6-C224A6CC64DC}"/>
                  </a:ext>
                </a:extLst>
              </p14:cNvPr>
              <p14:cNvContentPartPr/>
              <p14:nvPr/>
            </p14:nvContentPartPr>
            <p14:xfrm>
              <a:off x="4083287" y="5804302"/>
              <a:ext cx="3960" cy="216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27AC7EAE-8125-3AE7-C0F6-C224A6CC64DC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4065647" y="5786662"/>
                <a:ext cx="396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F1F0CD3D-C6FF-EAB5-5BF9-B1DEF41FB36C}"/>
                  </a:ext>
                </a:extLst>
              </p14:cNvPr>
              <p14:cNvContentPartPr/>
              <p14:nvPr/>
            </p14:nvContentPartPr>
            <p14:xfrm>
              <a:off x="2275007" y="5009782"/>
              <a:ext cx="360" cy="36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F1F0CD3D-C6FF-EAB5-5BF9-B1DEF41FB36C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2257007" y="499178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0A589241-DC5F-10A8-A265-D4AE95BB07BA}"/>
                  </a:ext>
                </a:extLst>
              </p14:cNvPr>
              <p14:cNvContentPartPr/>
              <p14:nvPr/>
            </p14:nvContentPartPr>
            <p14:xfrm>
              <a:off x="1833287" y="5797102"/>
              <a:ext cx="7200" cy="972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0A589241-DC5F-10A8-A265-D4AE95BB07BA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1815287" y="5779102"/>
                <a:ext cx="4284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5D4CEEF5-7030-A89C-204B-447D7AF2F3B3}"/>
                  </a:ext>
                </a:extLst>
              </p14:cNvPr>
              <p14:cNvContentPartPr/>
              <p14:nvPr/>
            </p14:nvContentPartPr>
            <p14:xfrm>
              <a:off x="2746247" y="4916182"/>
              <a:ext cx="1800" cy="540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5D4CEEF5-7030-A89C-204B-447D7AF2F3B3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2728247" y="4898542"/>
                <a:ext cx="374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81746C2D-5FB1-3B08-9810-CCD210185756}"/>
                  </a:ext>
                </a:extLst>
              </p14:cNvPr>
              <p14:cNvContentPartPr/>
              <p14:nvPr/>
            </p14:nvContentPartPr>
            <p14:xfrm>
              <a:off x="2659487" y="5918062"/>
              <a:ext cx="11160" cy="324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81746C2D-5FB1-3B08-9810-CCD210185756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2641847" y="5900422"/>
                <a:ext cx="468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98822B0F-6D43-3A6D-2BB1-881B873831D7}"/>
                  </a:ext>
                </a:extLst>
              </p14:cNvPr>
              <p14:cNvContentPartPr/>
              <p14:nvPr/>
            </p14:nvContentPartPr>
            <p14:xfrm>
              <a:off x="3130367" y="4758502"/>
              <a:ext cx="7920" cy="720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98822B0F-6D43-3A6D-2BB1-881B873831D7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3112367" y="4740862"/>
                <a:ext cx="435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70185968-F1DA-3436-FA5B-2D44FB23CE8A}"/>
                  </a:ext>
                </a:extLst>
              </p14:cNvPr>
              <p14:cNvContentPartPr/>
              <p14:nvPr/>
            </p14:nvContentPartPr>
            <p14:xfrm>
              <a:off x="3280127" y="6070342"/>
              <a:ext cx="8640" cy="2556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70185968-F1DA-3436-FA5B-2D44FB23CE8A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3262127" y="6052702"/>
                <a:ext cx="4428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25356609-27A4-7A0C-2A4A-760762BA5853}"/>
                  </a:ext>
                </a:extLst>
              </p14:cNvPr>
              <p14:cNvContentPartPr/>
              <p14:nvPr/>
            </p14:nvContentPartPr>
            <p14:xfrm>
              <a:off x="1837967" y="6154582"/>
              <a:ext cx="4320" cy="36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25356609-27A4-7A0C-2A4A-760762BA5853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1820327" y="6136582"/>
                <a:ext cx="39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FBD9777E-6CA3-5802-3000-79E05FC8A026}"/>
                  </a:ext>
                </a:extLst>
              </p14:cNvPr>
              <p14:cNvContentPartPr/>
              <p14:nvPr/>
            </p14:nvContentPartPr>
            <p14:xfrm>
              <a:off x="2388767" y="6134062"/>
              <a:ext cx="3960" cy="216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FBD9777E-6CA3-5802-3000-79E05FC8A026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2370767" y="6116062"/>
                <a:ext cx="396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EBA0446D-4A76-05ED-87D7-F5CFB9111DC7}"/>
                  </a:ext>
                </a:extLst>
              </p14:cNvPr>
              <p14:cNvContentPartPr/>
              <p14:nvPr/>
            </p14:nvContentPartPr>
            <p14:xfrm>
              <a:off x="3631127" y="6116062"/>
              <a:ext cx="4680" cy="540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EBA0446D-4A76-05ED-87D7-F5CFB9111DC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613487" y="6098422"/>
                <a:ext cx="4032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4" name="Group 243">
            <a:extLst>
              <a:ext uri="{FF2B5EF4-FFF2-40B4-BE49-F238E27FC236}">
                <a16:creationId xmlns:a16="http://schemas.microsoft.com/office/drawing/2014/main" id="{BD939D6D-85FF-6180-9278-93FF4C1AF7D0}"/>
              </a:ext>
            </a:extLst>
          </p:cNvPr>
          <p:cNvGrpSpPr/>
          <p:nvPr/>
        </p:nvGrpSpPr>
        <p:grpSpPr>
          <a:xfrm>
            <a:off x="544847" y="5735542"/>
            <a:ext cx="579240" cy="291600"/>
            <a:chOff x="544847" y="5735542"/>
            <a:chExt cx="57924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39E1AFF-E00D-4A31-307D-265B1D76BA65}"/>
                    </a:ext>
                  </a:extLst>
                </p14:cNvPr>
                <p14:cNvContentPartPr/>
                <p14:nvPr/>
              </p14:nvContentPartPr>
              <p14:xfrm>
                <a:off x="544847" y="5735542"/>
                <a:ext cx="158760" cy="2890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39E1AFF-E00D-4A31-307D-265B1D76BA65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27207" y="5717542"/>
                  <a:ext cx="1944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73BF0B5-5A7E-8FA2-B2A8-F5755B5884EE}"/>
                    </a:ext>
                  </a:extLst>
                </p14:cNvPr>
                <p14:cNvContentPartPr/>
                <p14:nvPr/>
              </p14:nvContentPartPr>
              <p14:xfrm>
                <a:off x="764807" y="5799262"/>
                <a:ext cx="126000" cy="2120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73BF0B5-5A7E-8FA2-B2A8-F5755B5884EE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47167" y="5781622"/>
                  <a:ext cx="1616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07C9BD5-2A63-B4F6-FA01-A9EEE2B77751}"/>
                    </a:ext>
                  </a:extLst>
                </p14:cNvPr>
                <p14:cNvContentPartPr/>
                <p14:nvPr/>
              </p14:nvContentPartPr>
              <p14:xfrm>
                <a:off x="978647" y="5783422"/>
                <a:ext cx="145440" cy="2437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07C9BD5-2A63-B4F6-FA01-A9EEE2B77751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960647" y="5765422"/>
                  <a:ext cx="181080" cy="27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1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72E63FA2-A1FB-6FC8-3EAC-89D560C015A0}"/>
                  </a:ext>
                </a:extLst>
              </p14:cNvPr>
              <p14:cNvContentPartPr/>
              <p14:nvPr/>
            </p14:nvContentPartPr>
            <p14:xfrm>
              <a:off x="1787567" y="5957302"/>
              <a:ext cx="15120" cy="828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72E63FA2-A1FB-6FC8-3EAC-89D560C015A0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1769567" y="5939302"/>
                <a:ext cx="5076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3" name="Group 242">
            <a:extLst>
              <a:ext uri="{FF2B5EF4-FFF2-40B4-BE49-F238E27FC236}">
                <a16:creationId xmlns:a16="http://schemas.microsoft.com/office/drawing/2014/main" id="{0C5EE034-F1C6-B169-BFDB-6C3373E95955}"/>
              </a:ext>
            </a:extLst>
          </p:cNvPr>
          <p:cNvGrpSpPr/>
          <p:nvPr/>
        </p:nvGrpSpPr>
        <p:grpSpPr>
          <a:xfrm>
            <a:off x="2122727" y="5343502"/>
            <a:ext cx="632880" cy="284040"/>
            <a:chOff x="2122727" y="5343502"/>
            <a:chExt cx="632880" cy="28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9712782-51ED-C235-D469-C79A05E1C219}"/>
                    </a:ext>
                  </a:extLst>
                </p14:cNvPr>
                <p14:cNvContentPartPr/>
                <p14:nvPr/>
              </p14:nvContentPartPr>
              <p14:xfrm>
                <a:off x="2122727" y="5370862"/>
                <a:ext cx="226800" cy="1634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9712782-51ED-C235-D469-C79A05E1C219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2104727" y="5353222"/>
                  <a:ext cx="2624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EA8D470-88E6-C63C-EFA2-64F8C6E1E09B}"/>
                    </a:ext>
                  </a:extLst>
                </p14:cNvPr>
                <p14:cNvContentPartPr/>
                <p14:nvPr/>
              </p14:nvContentPartPr>
              <p14:xfrm>
                <a:off x="2397047" y="5402902"/>
                <a:ext cx="104400" cy="104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EA8D470-88E6-C63C-EFA2-64F8C6E1E09B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2379407" y="5385262"/>
                  <a:ext cx="140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F4D560A-124D-8814-A7DE-9C9F3173F1CA}"/>
                    </a:ext>
                  </a:extLst>
                </p14:cNvPr>
                <p14:cNvContentPartPr/>
                <p14:nvPr/>
              </p14:nvContentPartPr>
              <p14:xfrm>
                <a:off x="2435927" y="5343502"/>
                <a:ext cx="21240" cy="1854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F4D560A-124D-8814-A7DE-9C9F3173F1CA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2418287" y="5325862"/>
                  <a:ext cx="568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F201707-B9A6-DC71-4517-7558665818E1}"/>
                    </a:ext>
                  </a:extLst>
                </p14:cNvPr>
                <p14:cNvContentPartPr/>
                <p14:nvPr/>
              </p14:nvContentPartPr>
              <p14:xfrm>
                <a:off x="2647967" y="5353582"/>
                <a:ext cx="107640" cy="2739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F201707-B9A6-DC71-4517-7558665818E1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629967" y="5335582"/>
                  <a:ext cx="1432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D68F1F3-948F-79A2-B1FC-59CA57126B7E}"/>
                    </a:ext>
                  </a:extLst>
                </p14:cNvPr>
                <p14:cNvContentPartPr/>
                <p14:nvPr/>
              </p14:nvContentPartPr>
              <p14:xfrm>
                <a:off x="2307047" y="5619622"/>
                <a:ext cx="360" cy="3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D68F1F3-948F-79A2-B1FC-59CA57126B7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289407" y="560162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564ABE57-76E3-EDEA-CEFC-A2CC51A883C6}"/>
                    </a:ext>
                  </a:extLst>
                </p14:cNvPr>
                <p14:cNvContentPartPr/>
                <p14:nvPr/>
              </p14:nvContentPartPr>
              <p14:xfrm>
                <a:off x="2259887" y="5527462"/>
                <a:ext cx="360" cy="3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564ABE57-76E3-EDEA-CEFC-A2CC51A883C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242247" y="55094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168B08C-908F-6C4B-10FF-BEB629FB1C0D}"/>
                    </a:ext>
                  </a:extLst>
                </p14:cNvPr>
                <p14:cNvContentPartPr/>
                <p14:nvPr/>
              </p14:nvContentPartPr>
              <p14:xfrm>
                <a:off x="2533487" y="5547622"/>
                <a:ext cx="27720" cy="410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168B08C-908F-6C4B-10FF-BEB629FB1C0D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515487" y="5529982"/>
                  <a:ext cx="6336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5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E686496B-1A27-9CE4-D94F-A75184BD3A70}"/>
                  </a:ext>
                </a:extLst>
              </p14:cNvPr>
              <p14:cNvContentPartPr/>
              <p14:nvPr/>
            </p14:nvContentPartPr>
            <p14:xfrm>
              <a:off x="2430167" y="5947222"/>
              <a:ext cx="3960" cy="2808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E686496B-1A27-9CE4-D94F-A75184BD3A70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2412167" y="5929582"/>
                <a:ext cx="3960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7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0292FCDC-92E7-41C4-F7A2-C3DD496922B1}"/>
                  </a:ext>
                </a:extLst>
              </p14:cNvPr>
              <p14:cNvContentPartPr/>
              <p14:nvPr/>
            </p14:nvContentPartPr>
            <p14:xfrm>
              <a:off x="3388127" y="5464822"/>
              <a:ext cx="9720" cy="3420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0292FCDC-92E7-41C4-F7A2-C3DD496922B1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3370487" y="5447182"/>
                <a:ext cx="4536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9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BEEF1D14-75C9-8450-B3E5-DB852C9EBAF1}"/>
                  </a:ext>
                </a:extLst>
              </p14:cNvPr>
              <p14:cNvContentPartPr/>
              <p14:nvPr/>
            </p14:nvContentPartPr>
            <p14:xfrm>
              <a:off x="3256367" y="6117862"/>
              <a:ext cx="15480" cy="684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BEEF1D14-75C9-8450-B3E5-DB852C9EBAF1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3238727" y="6099862"/>
                <a:ext cx="5112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2" name="Group 261">
            <a:extLst>
              <a:ext uri="{FF2B5EF4-FFF2-40B4-BE49-F238E27FC236}">
                <a16:creationId xmlns:a16="http://schemas.microsoft.com/office/drawing/2014/main" id="{0D38C99A-050B-7DA1-FC55-D32BF069636D}"/>
              </a:ext>
            </a:extLst>
          </p:cNvPr>
          <p:cNvGrpSpPr/>
          <p:nvPr/>
        </p:nvGrpSpPr>
        <p:grpSpPr>
          <a:xfrm>
            <a:off x="4700687" y="5432782"/>
            <a:ext cx="16560" cy="20880"/>
            <a:chOff x="4700687" y="5432782"/>
            <a:chExt cx="16560" cy="2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27414A9-C88B-25BE-E59E-CF844793174A}"/>
                    </a:ext>
                  </a:extLst>
                </p14:cNvPr>
                <p14:cNvContentPartPr/>
                <p14:nvPr/>
              </p14:nvContentPartPr>
              <p14:xfrm>
                <a:off x="4713647" y="5433142"/>
                <a:ext cx="3600" cy="57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27414A9-C88B-25BE-E59E-CF844793174A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696007" y="5415502"/>
                  <a:ext cx="39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9FBE57C-3829-DA16-4861-EEC24BDFEE5E}"/>
                    </a:ext>
                  </a:extLst>
                </p14:cNvPr>
                <p14:cNvContentPartPr/>
                <p14:nvPr/>
              </p14:nvContentPartPr>
              <p14:xfrm>
                <a:off x="4701407" y="5432782"/>
                <a:ext cx="2880" cy="21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9FBE57C-3829-DA16-4861-EEC24BDFEE5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683407" y="5414782"/>
                  <a:ext cx="385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BEBDD0F-CE04-E969-49EE-6E3617094E9B}"/>
                    </a:ext>
                  </a:extLst>
                </p14:cNvPr>
                <p14:cNvContentPartPr/>
                <p14:nvPr/>
              </p14:nvContentPartPr>
              <p14:xfrm>
                <a:off x="4700687" y="5448262"/>
                <a:ext cx="5760" cy="54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BEBDD0F-CE04-E969-49EE-6E3617094E9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4682687" y="5430262"/>
                  <a:ext cx="4140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4B9D953A-4A85-D65A-A051-F0F31E480EC3}"/>
              </a:ext>
            </a:extLst>
          </p:cNvPr>
          <p:cNvGrpSpPr/>
          <p:nvPr/>
        </p:nvGrpSpPr>
        <p:grpSpPr>
          <a:xfrm>
            <a:off x="3866207" y="6423502"/>
            <a:ext cx="113040" cy="105840"/>
            <a:chOff x="3866207" y="6423502"/>
            <a:chExt cx="113040" cy="10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D81EE19-9E1F-A688-11FB-61C6D70F3AE1}"/>
                    </a:ext>
                  </a:extLst>
                </p14:cNvPr>
                <p14:cNvContentPartPr/>
                <p14:nvPr/>
              </p14:nvContentPartPr>
              <p14:xfrm>
                <a:off x="3866207" y="6423502"/>
                <a:ext cx="76680" cy="255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D81EE19-9E1F-A688-11FB-61C6D70F3AE1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848207" y="6405862"/>
                  <a:ext cx="1123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2D3C70D3-5858-031D-A92A-148257B76410}"/>
                    </a:ext>
                  </a:extLst>
                </p14:cNvPr>
                <p14:cNvContentPartPr/>
                <p14:nvPr/>
              </p14:nvContentPartPr>
              <p14:xfrm>
                <a:off x="3890687" y="6490822"/>
                <a:ext cx="88560" cy="385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2D3C70D3-5858-031D-A92A-148257B7641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873047" y="6473182"/>
                  <a:ext cx="12420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6D581B3F-EC53-F91F-46F5-BBA66F83CBCE}"/>
              </a:ext>
            </a:extLst>
          </p:cNvPr>
          <p:cNvGrpSpPr/>
          <p:nvPr/>
        </p:nvGrpSpPr>
        <p:grpSpPr>
          <a:xfrm>
            <a:off x="4176167" y="6279862"/>
            <a:ext cx="531360" cy="253440"/>
            <a:chOff x="4176167" y="6279862"/>
            <a:chExt cx="531360" cy="25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51FA4AE-48D7-3760-498C-05295031904F}"/>
                    </a:ext>
                  </a:extLst>
                </p14:cNvPr>
                <p14:cNvContentPartPr/>
                <p14:nvPr/>
              </p14:nvContentPartPr>
              <p14:xfrm>
                <a:off x="4176167" y="6279862"/>
                <a:ext cx="162360" cy="2534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51FA4AE-48D7-3760-498C-05295031904F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4158527" y="6262222"/>
                  <a:ext cx="1980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B49C242-D2AD-B790-BFBA-32DC17C63309}"/>
                    </a:ext>
                  </a:extLst>
                </p14:cNvPr>
                <p14:cNvContentPartPr/>
                <p14:nvPr/>
              </p14:nvContentPartPr>
              <p14:xfrm>
                <a:off x="4413047" y="6326662"/>
                <a:ext cx="134280" cy="1839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B49C242-D2AD-B790-BFBA-32DC17C63309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395407" y="6309022"/>
                  <a:ext cx="169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6FBB33D-4F8D-DF58-1C5B-F61DF5997B23}"/>
                    </a:ext>
                  </a:extLst>
                </p14:cNvPr>
                <p14:cNvContentPartPr/>
                <p14:nvPr/>
              </p14:nvContentPartPr>
              <p14:xfrm>
                <a:off x="4503407" y="6306142"/>
                <a:ext cx="204120" cy="2257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6FBB33D-4F8D-DF58-1C5B-F61DF5997B2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485407" y="6288142"/>
                  <a:ext cx="2397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ED0B72D-7CB8-FCE5-A2C7-2A643258D12D}"/>
                    </a:ext>
                  </a:extLst>
                </p14:cNvPr>
                <p14:cNvContentPartPr/>
                <p14:nvPr/>
              </p14:nvContentPartPr>
              <p14:xfrm>
                <a:off x="4643087" y="6382822"/>
                <a:ext cx="2160" cy="100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ED0B72D-7CB8-FCE5-A2C7-2A643258D12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625447" y="6364822"/>
                  <a:ext cx="378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3858347A-751F-501A-BAA0-1A27F1EB23AE}"/>
              </a:ext>
            </a:extLst>
          </p:cNvPr>
          <p:cNvGrpSpPr/>
          <p:nvPr/>
        </p:nvGrpSpPr>
        <p:grpSpPr>
          <a:xfrm>
            <a:off x="5059247" y="6082582"/>
            <a:ext cx="109800" cy="54000"/>
            <a:chOff x="5059247" y="6082582"/>
            <a:chExt cx="109800" cy="5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65D0D72-220C-4638-0378-385186C1FC3E}"/>
                    </a:ext>
                  </a:extLst>
                </p14:cNvPr>
                <p14:cNvContentPartPr/>
                <p14:nvPr/>
              </p14:nvContentPartPr>
              <p14:xfrm>
                <a:off x="5059247" y="6082582"/>
                <a:ext cx="2160" cy="28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65D0D72-220C-4638-0378-385186C1FC3E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041607" y="6064942"/>
                  <a:ext cx="37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C9E2420D-39E1-61C8-6537-E99712880575}"/>
                    </a:ext>
                  </a:extLst>
                </p14:cNvPr>
                <p14:cNvContentPartPr/>
                <p14:nvPr/>
              </p14:nvContentPartPr>
              <p14:xfrm>
                <a:off x="5087687" y="6107422"/>
                <a:ext cx="3600" cy="28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C9E2420D-39E1-61C8-6537-E9971288057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070047" y="6089782"/>
                  <a:ext cx="392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DE6866A7-A24D-A598-0D78-8DF71BF05DC7}"/>
                    </a:ext>
                  </a:extLst>
                </p14:cNvPr>
                <p14:cNvContentPartPr/>
                <p14:nvPr/>
              </p14:nvContentPartPr>
              <p14:xfrm>
                <a:off x="5144567" y="6109222"/>
                <a:ext cx="3600" cy="28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DE6866A7-A24D-A598-0D78-8DF71BF05DC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126927" y="6091582"/>
                  <a:ext cx="392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93432B61-CB6F-F8C3-3B72-E33267AC411E}"/>
                    </a:ext>
                  </a:extLst>
                </p14:cNvPr>
                <p14:cNvContentPartPr/>
                <p14:nvPr/>
              </p14:nvContentPartPr>
              <p14:xfrm>
                <a:off x="5167607" y="6132982"/>
                <a:ext cx="1440" cy="36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93432B61-CB6F-F8C3-3B72-E33267AC411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49967" y="6114982"/>
                  <a:ext cx="3708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AADE6EA7-67AF-A777-B962-B0EA10AEC0A0}"/>
              </a:ext>
            </a:extLst>
          </p:cNvPr>
          <p:cNvGrpSpPr/>
          <p:nvPr/>
        </p:nvGrpSpPr>
        <p:grpSpPr>
          <a:xfrm>
            <a:off x="5573327" y="6081502"/>
            <a:ext cx="86400" cy="27000"/>
            <a:chOff x="5573327" y="6081502"/>
            <a:chExt cx="86400" cy="2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9577D89-50E6-71FA-3A69-7FAE3C7CC01A}"/>
                    </a:ext>
                  </a:extLst>
                </p14:cNvPr>
                <p14:cNvContentPartPr/>
                <p14:nvPr/>
              </p14:nvContentPartPr>
              <p14:xfrm>
                <a:off x="5573327" y="6081502"/>
                <a:ext cx="9720" cy="28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9577D89-50E6-71FA-3A69-7FAE3C7CC01A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5555687" y="6063502"/>
                  <a:ext cx="453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E2E39924-ABBF-9E40-4BF3-1739E38A225F}"/>
                    </a:ext>
                  </a:extLst>
                </p14:cNvPr>
                <p14:cNvContentPartPr/>
                <p14:nvPr/>
              </p14:nvContentPartPr>
              <p14:xfrm>
                <a:off x="5656127" y="6101302"/>
                <a:ext cx="3600" cy="72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E2E39924-ABBF-9E40-4BF3-1739E38A225F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638487" y="6083302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5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B9831839-DFF3-D8EE-6F09-FD39CB9E47AF}"/>
                  </a:ext>
                </a:extLst>
              </p14:cNvPr>
              <p14:cNvContentPartPr/>
              <p14:nvPr/>
            </p14:nvContentPartPr>
            <p14:xfrm>
              <a:off x="4733447" y="5342422"/>
              <a:ext cx="9360" cy="468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B9831839-DFF3-D8EE-6F09-FD39CB9E47AF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4715447" y="5324422"/>
                <a:ext cx="450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6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FAC7F546-285F-DEA5-44DB-4F834972BA1C}"/>
                  </a:ext>
                </a:extLst>
              </p14:cNvPr>
              <p14:cNvContentPartPr/>
              <p14:nvPr/>
            </p14:nvContentPartPr>
            <p14:xfrm>
              <a:off x="1090607" y="5744542"/>
              <a:ext cx="9720" cy="396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FAC7F546-285F-DEA5-44DB-4F834972BA1C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1072607" y="5726542"/>
                <a:ext cx="453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8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BD9900A8-D100-47C1-7C8B-C9F8DCBB8510}"/>
                  </a:ext>
                </a:extLst>
              </p14:cNvPr>
              <p14:cNvContentPartPr/>
              <p14:nvPr/>
            </p14:nvContentPartPr>
            <p14:xfrm>
              <a:off x="2326127" y="5616742"/>
              <a:ext cx="8640" cy="684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BD9900A8-D100-47C1-7C8B-C9F8DCBB8510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2308487" y="5598742"/>
                <a:ext cx="4428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0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4596C5C4-8C8A-6ECC-EC23-9FB507605E00}"/>
                  </a:ext>
                </a:extLst>
              </p14:cNvPr>
              <p14:cNvContentPartPr/>
              <p14:nvPr/>
            </p14:nvContentPartPr>
            <p14:xfrm>
              <a:off x="4746407" y="5436382"/>
              <a:ext cx="360" cy="36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4596C5C4-8C8A-6ECC-EC23-9FB507605E00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4728767" y="541874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1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DFFF4ABC-39BD-C295-E113-579356456D83}"/>
                  </a:ext>
                </a:extLst>
              </p14:cNvPr>
              <p14:cNvContentPartPr/>
              <p14:nvPr/>
            </p14:nvContentPartPr>
            <p14:xfrm>
              <a:off x="4732727" y="5451142"/>
              <a:ext cx="360" cy="36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DFFF4ABC-39BD-C295-E113-579356456D83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4715087" y="54335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2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6D1D68B3-2D70-649A-BDAD-ACADF80A93F0}"/>
                  </a:ext>
                </a:extLst>
              </p14:cNvPr>
              <p14:cNvContentPartPr/>
              <p14:nvPr/>
            </p14:nvContentPartPr>
            <p14:xfrm>
              <a:off x="4728407" y="5465542"/>
              <a:ext cx="1440" cy="360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6D1D68B3-2D70-649A-BDAD-ACADF80A93F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710767" y="5447542"/>
                <a:ext cx="370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3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1FAE1393-DDEF-2FB4-21B3-45782E0471D4}"/>
                  </a:ext>
                </a:extLst>
              </p14:cNvPr>
              <p14:cNvContentPartPr/>
              <p14:nvPr/>
            </p14:nvContentPartPr>
            <p14:xfrm>
              <a:off x="4703207" y="5483902"/>
              <a:ext cx="3960" cy="648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1FAE1393-DDEF-2FB4-21B3-45782E0471D4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4685207" y="5466262"/>
                <a:ext cx="39600" cy="4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4384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224C8D0-AA66-A2A5-31DE-77B5B1D39271}"/>
              </a:ext>
            </a:extLst>
          </p:cNvPr>
          <p:cNvGrpSpPr/>
          <p:nvPr/>
        </p:nvGrpSpPr>
        <p:grpSpPr>
          <a:xfrm>
            <a:off x="436847" y="72382"/>
            <a:ext cx="324720" cy="681840"/>
            <a:chOff x="436847" y="72382"/>
            <a:chExt cx="324720" cy="68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1C83955-C182-D3D8-4F4F-3EA3DAC70642}"/>
                    </a:ext>
                  </a:extLst>
                </p14:cNvPr>
                <p14:cNvContentPartPr/>
                <p14:nvPr/>
              </p14:nvContentPartPr>
              <p14:xfrm>
                <a:off x="436847" y="289462"/>
                <a:ext cx="28080" cy="173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1C83955-C182-D3D8-4F4F-3EA3DAC7064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8847" y="271462"/>
                  <a:ext cx="637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78510DF-0664-8012-DF6D-0BED4EEC1FBF}"/>
                    </a:ext>
                  </a:extLst>
                </p14:cNvPr>
                <p14:cNvContentPartPr/>
                <p14:nvPr/>
              </p14:nvContentPartPr>
              <p14:xfrm>
                <a:off x="551687" y="298462"/>
                <a:ext cx="33840" cy="1616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78510DF-0664-8012-DF6D-0BED4EEC1FB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3687" y="280462"/>
                  <a:ext cx="694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A11D9EB-47BB-88F4-DDEF-6EED17C6EA23}"/>
                    </a:ext>
                  </a:extLst>
                </p14:cNvPr>
                <p14:cNvContentPartPr/>
                <p14:nvPr/>
              </p14:nvContentPartPr>
              <p14:xfrm>
                <a:off x="608567" y="72382"/>
                <a:ext cx="153000" cy="681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A11D9EB-47BB-88F4-DDEF-6EED17C6EA2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0927" y="54382"/>
                  <a:ext cx="188640" cy="71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798ECBB-8067-77B1-BA8B-CF831CB299DA}"/>
                  </a:ext>
                </a:extLst>
              </p14:cNvPr>
              <p14:cNvContentPartPr/>
              <p14:nvPr/>
            </p14:nvContentPartPr>
            <p14:xfrm>
              <a:off x="499127" y="924502"/>
              <a:ext cx="25200" cy="37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798ECBB-8067-77B1-BA8B-CF831CB299D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1487" y="906862"/>
                <a:ext cx="6084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7B392F8-068C-1065-1233-4042891E8486}"/>
                  </a:ext>
                </a:extLst>
              </p14:cNvPr>
              <p14:cNvContentPartPr/>
              <p14:nvPr/>
            </p14:nvContentPartPr>
            <p14:xfrm>
              <a:off x="1174487" y="291982"/>
              <a:ext cx="147600" cy="265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7B392F8-068C-1065-1233-4042891E848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56847" y="274342"/>
                <a:ext cx="18324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3EAB1F0-1163-2BD2-4DC9-1D3512C5D7D7}"/>
                  </a:ext>
                </a:extLst>
              </p14:cNvPr>
              <p14:cNvContentPartPr/>
              <p14:nvPr/>
            </p14:nvContentPartPr>
            <p14:xfrm>
              <a:off x="1398407" y="222142"/>
              <a:ext cx="69480" cy="349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3EAB1F0-1163-2BD2-4DC9-1D3512C5D7D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80767" y="204142"/>
                <a:ext cx="10512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F08A45E-3F74-85C9-A13C-BD663539B004}"/>
                  </a:ext>
                </a:extLst>
              </p14:cNvPr>
              <p14:cNvContentPartPr/>
              <p14:nvPr/>
            </p14:nvContentPartPr>
            <p14:xfrm>
              <a:off x="1521887" y="356422"/>
              <a:ext cx="134640" cy="152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F08A45E-3F74-85C9-A13C-BD663539B00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03887" y="338422"/>
                <a:ext cx="17028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D3568BC-9CA7-CA4D-0284-EE1A52AA59DF}"/>
                  </a:ext>
                </a:extLst>
              </p14:cNvPr>
              <p14:cNvContentPartPr/>
              <p14:nvPr/>
            </p14:nvContentPartPr>
            <p14:xfrm>
              <a:off x="1681007" y="342742"/>
              <a:ext cx="113760" cy="185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D3568BC-9CA7-CA4D-0284-EE1A52AA59D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63367" y="325102"/>
                <a:ext cx="14940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84624BB-F557-9A68-77E1-3D5BF3F4FB5D}"/>
                  </a:ext>
                </a:extLst>
              </p14:cNvPr>
              <p14:cNvContentPartPr/>
              <p14:nvPr/>
            </p14:nvContentPartPr>
            <p14:xfrm>
              <a:off x="1903127" y="363622"/>
              <a:ext cx="201240" cy="165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84624BB-F557-9A68-77E1-3D5BF3F4FB5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85487" y="345982"/>
                <a:ext cx="2368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65823E1-19E8-428C-CAAC-6D37D2C27BE2}"/>
                  </a:ext>
                </a:extLst>
              </p14:cNvPr>
              <p14:cNvContentPartPr/>
              <p14:nvPr/>
            </p14:nvContentPartPr>
            <p14:xfrm>
              <a:off x="2176007" y="371542"/>
              <a:ext cx="378360" cy="171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65823E1-19E8-428C-CAAC-6D37D2C27BE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58007" y="353542"/>
                <a:ext cx="414000" cy="20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E6343C78-36F8-5A89-E861-732784547CB2}"/>
              </a:ext>
            </a:extLst>
          </p:cNvPr>
          <p:cNvGrpSpPr/>
          <p:nvPr/>
        </p:nvGrpSpPr>
        <p:grpSpPr>
          <a:xfrm>
            <a:off x="2885207" y="178222"/>
            <a:ext cx="3359160" cy="354600"/>
            <a:chOff x="2885207" y="178222"/>
            <a:chExt cx="335916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C712B9E-BE1C-3F3E-47A8-B5F9587EF87B}"/>
                    </a:ext>
                  </a:extLst>
                </p14:cNvPr>
                <p14:cNvContentPartPr/>
                <p14:nvPr/>
              </p14:nvContentPartPr>
              <p14:xfrm>
                <a:off x="2885207" y="379822"/>
                <a:ext cx="451800" cy="146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C712B9E-BE1C-3F3E-47A8-B5F9587EF87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67567" y="361822"/>
                  <a:ext cx="4874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06CA57D-407F-4C9B-BCEC-06F99451E15B}"/>
                    </a:ext>
                  </a:extLst>
                </p14:cNvPr>
                <p14:cNvContentPartPr/>
                <p14:nvPr/>
              </p14:nvContentPartPr>
              <p14:xfrm>
                <a:off x="3351047" y="218182"/>
                <a:ext cx="773640" cy="311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06CA57D-407F-4C9B-BCEC-06F99451E15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33407" y="200182"/>
                  <a:ext cx="8092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081B5EB-3360-637C-F4C9-256ADF7BB920}"/>
                    </a:ext>
                  </a:extLst>
                </p14:cNvPr>
                <p14:cNvContentPartPr/>
                <p14:nvPr/>
              </p14:nvContentPartPr>
              <p14:xfrm>
                <a:off x="4297847" y="223582"/>
                <a:ext cx="404640" cy="309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081B5EB-3360-637C-F4C9-256ADF7BB92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80207" y="205582"/>
                  <a:ext cx="4402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0EFA081-88BD-4F0B-8FFA-7558A3BA5E3D}"/>
                    </a:ext>
                  </a:extLst>
                </p14:cNvPr>
                <p14:cNvContentPartPr/>
                <p14:nvPr/>
              </p14:nvContentPartPr>
              <p14:xfrm>
                <a:off x="4734887" y="178222"/>
                <a:ext cx="334080" cy="351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0EFA081-88BD-4F0B-8FFA-7558A3BA5E3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16887" y="160222"/>
                  <a:ext cx="36972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297B281-BCFC-E55D-FB91-796745841B5C}"/>
                    </a:ext>
                  </a:extLst>
                </p14:cNvPr>
                <p14:cNvContentPartPr/>
                <p14:nvPr/>
              </p14:nvContentPartPr>
              <p14:xfrm>
                <a:off x="5130527" y="425542"/>
                <a:ext cx="102960" cy="106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297B281-BCFC-E55D-FB91-796745841B5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12527" y="407542"/>
                  <a:ext cx="138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4BF0C56-0FED-56E5-3A58-312F846E8692}"/>
                    </a:ext>
                  </a:extLst>
                </p14:cNvPr>
                <p14:cNvContentPartPr/>
                <p14:nvPr/>
              </p14:nvContentPartPr>
              <p14:xfrm>
                <a:off x="5288207" y="209182"/>
                <a:ext cx="26280" cy="37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4BF0C56-0FED-56E5-3A58-312F846E869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70567" y="191182"/>
                  <a:ext cx="619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ECC2978-7706-8A43-FF45-F306319B3738}"/>
                    </a:ext>
                  </a:extLst>
                </p14:cNvPr>
                <p14:cNvContentPartPr/>
                <p14:nvPr/>
              </p14:nvContentPartPr>
              <p14:xfrm>
                <a:off x="5412047" y="195862"/>
                <a:ext cx="63360" cy="284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ECC2978-7706-8A43-FF45-F306319B373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94047" y="178222"/>
                  <a:ext cx="990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BCF1101-19AA-498D-2A42-0A5E1320FA67}"/>
                    </a:ext>
                  </a:extLst>
                </p14:cNvPr>
                <p14:cNvContentPartPr/>
                <p14:nvPr/>
              </p14:nvContentPartPr>
              <p14:xfrm>
                <a:off x="5386847" y="322942"/>
                <a:ext cx="222480" cy="163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BCF1101-19AA-498D-2A42-0A5E1320FA6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69207" y="304942"/>
                  <a:ext cx="2581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5253DF1-9E03-9C0C-6404-AFE0DD67A01A}"/>
                    </a:ext>
                  </a:extLst>
                </p14:cNvPr>
                <p14:cNvContentPartPr/>
                <p14:nvPr/>
              </p14:nvContentPartPr>
              <p14:xfrm>
                <a:off x="5643527" y="196222"/>
                <a:ext cx="55800" cy="21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5253DF1-9E03-9C0C-6404-AFE0DD67A01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25527" y="178222"/>
                  <a:ext cx="914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FCED688-44D4-28E7-A6A5-D13586597CBB}"/>
                    </a:ext>
                  </a:extLst>
                </p14:cNvPr>
                <p14:cNvContentPartPr/>
                <p14:nvPr/>
              </p14:nvContentPartPr>
              <p14:xfrm>
                <a:off x="5845487" y="303502"/>
                <a:ext cx="398880" cy="197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FCED688-44D4-28E7-A6A5-D13586597CB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27847" y="285862"/>
                  <a:ext cx="434520" cy="23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DC4A7FA-0FC5-72B5-A0C6-3C02228F7FE2}"/>
                  </a:ext>
                </a:extLst>
              </p14:cNvPr>
              <p14:cNvContentPartPr/>
              <p14:nvPr/>
            </p14:nvContentPartPr>
            <p14:xfrm>
              <a:off x="6877247" y="559822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DC4A7FA-0FC5-72B5-A0C6-3C02228F7FE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859247" y="54182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8334246-3192-8BA1-46EA-8C0AE32CA21D}"/>
                  </a:ext>
                </a:extLst>
              </p14:cNvPr>
              <p14:cNvContentPartPr/>
              <p14:nvPr/>
            </p14:nvContentPartPr>
            <p14:xfrm>
              <a:off x="1570127" y="1038622"/>
              <a:ext cx="221040" cy="2304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8334246-3192-8BA1-46EA-8C0AE32CA21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552487" y="1020622"/>
                <a:ext cx="25668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7D57D7B-AC7C-7E0D-2810-8AF524C2A3C0}"/>
                  </a:ext>
                </a:extLst>
              </p14:cNvPr>
              <p14:cNvContentPartPr/>
              <p14:nvPr/>
            </p14:nvContentPartPr>
            <p14:xfrm>
              <a:off x="1944167" y="1151662"/>
              <a:ext cx="48240" cy="115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7D57D7B-AC7C-7E0D-2810-8AF524C2A3C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926527" y="1133662"/>
                <a:ext cx="838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13C8F7F-514E-7DE7-F6F6-480B25D2B147}"/>
                  </a:ext>
                </a:extLst>
              </p14:cNvPr>
              <p14:cNvContentPartPr/>
              <p14:nvPr/>
            </p14:nvContentPartPr>
            <p14:xfrm>
              <a:off x="1883327" y="1241302"/>
              <a:ext cx="151560" cy="23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13C8F7F-514E-7DE7-F6F6-480B25D2B14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865327" y="1223302"/>
                <a:ext cx="18720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07FEE8F-D6D8-E69D-7F8C-277E908C3CFC}"/>
                  </a:ext>
                </a:extLst>
              </p14:cNvPr>
              <p14:cNvContentPartPr/>
              <p14:nvPr/>
            </p14:nvContentPartPr>
            <p14:xfrm>
              <a:off x="1913567" y="1167502"/>
              <a:ext cx="144720" cy="97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07FEE8F-D6D8-E69D-7F8C-277E908C3CF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895567" y="1149862"/>
                <a:ext cx="1803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53944A7-26B5-E007-12EB-BB9CE29C641E}"/>
                  </a:ext>
                </a:extLst>
              </p14:cNvPr>
              <p14:cNvContentPartPr/>
              <p14:nvPr/>
            </p14:nvContentPartPr>
            <p14:xfrm>
              <a:off x="4981487" y="1312942"/>
              <a:ext cx="96480" cy="1544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53944A7-26B5-E007-12EB-BB9CE29C641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963487" y="1294942"/>
                <a:ext cx="132120" cy="19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0FF2696E-1399-8083-5082-2B801AC3405B}"/>
              </a:ext>
            </a:extLst>
          </p:cNvPr>
          <p:cNvGrpSpPr/>
          <p:nvPr/>
        </p:nvGrpSpPr>
        <p:grpSpPr>
          <a:xfrm>
            <a:off x="9368807" y="934222"/>
            <a:ext cx="734040" cy="399960"/>
            <a:chOff x="9368807" y="934222"/>
            <a:chExt cx="734040" cy="39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50E802C-F442-E909-266B-C51B772D623D}"/>
                    </a:ext>
                  </a:extLst>
                </p14:cNvPr>
                <p14:cNvContentPartPr/>
                <p14:nvPr/>
              </p14:nvContentPartPr>
              <p14:xfrm>
                <a:off x="9368807" y="1045822"/>
                <a:ext cx="212400" cy="288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50E802C-F442-E909-266B-C51B772D623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50807" y="1027822"/>
                  <a:ext cx="2480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3F87739-FD78-7F0B-CC1F-612E9DDA63A7}"/>
                    </a:ext>
                  </a:extLst>
                </p14:cNvPr>
                <p14:cNvContentPartPr/>
                <p14:nvPr/>
              </p14:nvContentPartPr>
              <p14:xfrm>
                <a:off x="9444767" y="1181902"/>
                <a:ext cx="191880" cy="27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3F87739-FD78-7F0B-CC1F-612E9DDA63A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426767" y="1163902"/>
                  <a:ext cx="2275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2F62356-0F51-C2FF-8804-B97D3D6B4539}"/>
                    </a:ext>
                  </a:extLst>
                </p14:cNvPr>
                <p14:cNvContentPartPr/>
                <p14:nvPr/>
              </p14:nvContentPartPr>
              <p14:xfrm>
                <a:off x="9813767" y="934222"/>
                <a:ext cx="289080" cy="353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2F62356-0F51-C2FF-8804-B97D3D6B453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796127" y="916582"/>
                  <a:ext cx="324720" cy="38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875778F7-0290-4EB3-704C-865881BC00A0}"/>
                  </a:ext>
                </a:extLst>
              </p14:cNvPr>
              <p14:cNvContentPartPr/>
              <p14:nvPr/>
            </p14:nvContentPartPr>
            <p14:xfrm>
              <a:off x="1089887" y="2025022"/>
              <a:ext cx="218160" cy="1958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875778F7-0290-4EB3-704C-865881BC00A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71887" y="2007382"/>
                <a:ext cx="25380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B78FB581-2C03-F792-126F-3C8C93F9354A}"/>
                  </a:ext>
                </a:extLst>
              </p14:cNvPr>
              <p14:cNvContentPartPr/>
              <p14:nvPr/>
            </p14:nvContentPartPr>
            <p14:xfrm>
              <a:off x="1339007" y="2130862"/>
              <a:ext cx="52920" cy="2134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B78FB581-2C03-F792-126F-3C8C93F9354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321367" y="2112862"/>
                <a:ext cx="8856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1374F4F1-9BF2-C3CB-1E4E-B43AD097C44C}"/>
                  </a:ext>
                </a:extLst>
              </p14:cNvPr>
              <p14:cNvContentPartPr/>
              <p14:nvPr/>
            </p14:nvContentPartPr>
            <p14:xfrm>
              <a:off x="1606847" y="2123302"/>
              <a:ext cx="133200" cy="277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1374F4F1-9BF2-C3CB-1E4E-B43AD097C44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589207" y="2105302"/>
                <a:ext cx="16884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3D24C210-D78D-1D8F-5CFB-FB4B5FFECFCA}"/>
                  </a:ext>
                </a:extLst>
              </p14:cNvPr>
              <p14:cNvContentPartPr/>
              <p14:nvPr/>
            </p14:nvContentPartPr>
            <p14:xfrm>
              <a:off x="1620527" y="2039422"/>
              <a:ext cx="48600" cy="1803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3D24C210-D78D-1D8F-5CFB-FB4B5FFECFC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602527" y="2021782"/>
                <a:ext cx="842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7426ABE-7A30-0296-A2A7-9FB1521152B1}"/>
                  </a:ext>
                </a:extLst>
              </p14:cNvPr>
              <p14:cNvContentPartPr/>
              <p14:nvPr/>
            </p14:nvContentPartPr>
            <p14:xfrm>
              <a:off x="1796567" y="2016382"/>
              <a:ext cx="144000" cy="4028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7426ABE-7A30-0296-A2A7-9FB1521152B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778567" y="1998382"/>
                <a:ext cx="179640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FE15D2B-408C-BA2F-1FF4-4D1650B229CB}"/>
                  </a:ext>
                </a:extLst>
              </p14:cNvPr>
              <p14:cNvContentPartPr/>
              <p14:nvPr/>
            </p14:nvContentPartPr>
            <p14:xfrm>
              <a:off x="2043167" y="2143822"/>
              <a:ext cx="42120" cy="1641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FE15D2B-408C-BA2F-1FF4-4D1650B229C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025527" y="2125822"/>
                <a:ext cx="77760" cy="19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2F0E866B-499F-10D4-429B-B18DEBE5D9DB}"/>
              </a:ext>
            </a:extLst>
          </p:cNvPr>
          <p:cNvGrpSpPr/>
          <p:nvPr/>
        </p:nvGrpSpPr>
        <p:grpSpPr>
          <a:xfrm>
            <a:off x="950567" y="2684542"/>
            <a:ext cx="2240280" cy="402120"/>
            <a:chOff x="950567" y="2684542"/>
            <a:chExt cx="2240280" cy="40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B6FD831-AC80-7C2F-E631-EA6258969D03}"/>
                    </a:ext>
                  </a:extLst>
                </p14:cNvPr>
                <p14:cNvContentPartPr/>
                <p14:nvPr/>
              </p14:nvContentPartPr>
              <p14:xfrm>
                <a:off x="950567" y="2684542"/>
                <a:ext cx="196920" cy="166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B6FD831-AC80-7C2F-E631-EA6258969D0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32927" y="2666542"/>
                  <a:ext cx="2325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3EFC222-F6B9-AEC8-4CFE-F3DD186CE5C1}"/>
                    </a:ext>
                  </a:extLst>
                </p14:cNvPr>
                <p14:cNvContentPartPr/>
                <p14:nvPr/>
              </p14:nvContentPartPr>
              <p14:xfrm>
                <a:off x="1144967" y="2799382"/>
                <a:ext cx="142560" cy="170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3EFC222-F6B9-AEC8-4CFE-F3DD186CE5C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27327" y="2781742"/>
                  <a:ext cx="178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63053DC-931D-BD4A-F61A-EF4FE162A3BB}"/>
                    </a:ext>
                  </a:extLst>
                </p14:cNvPr>
                <p14:cNvContentPartPr/>
                <p14:nvPr/>
              </p14:nvContentPartPr>
              <p14:xfrm>
                <a:off x="1427207" y="2813422"/>
                <a:ext cx="137160" cy="20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63053DC-931D-BD4A-F61A-EF4FE162A3B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409567" y="2795782"/>
                  <a:ext cx="172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0FDC0EC-9A80-FBB8-7E1B-8D70125326AC}"/>
                    </a:ext>
                  </a:extLst>
                </p14:cNvPr>
                <p14:cNvContentPartPr/>
                <p14:nvPr/>
              </p14:nvContentPartPr>
              <p14:xfrm>
                <a:off x="1479767" y="2736742"/>
                <a:ext cx="60840" cy="178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0FDC0EC-9A80-FBB8-7E1B-8D70125326A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61767" y="2719102"/>
                  <a:ext cx="964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0E9257F-20D7-87E6-5C59-A6BFCEBA4223}"/>
                    </a:ext>
                  </a:extLst>
                </p14:cNvPr>
                <p14:cNvContentPartPr/>
                <p14:nvPr/>
              </p14:nvContentPartPr>
              <p14:xfrm>
                <a:off x="1629887" y="2718382"/>
                <a:ext cx="159120" cy="368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0E9257F-20D7-87E6-5C59-A6BFCEBA422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612247" y="2700382"/>
                  <a:ext cx="19476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37D5503-6400-4581-73DE-C4D44A7E6F1F}"/>
                    </a:ext>
                  </a:extLst>
                </p14:cNvPr>
                <p14:cNvContentPartPr/>
                <p14:nvPr/>
              </p14:nvContentPartPr>
              <p14:xfrm>
                <a:off x="1869647" y="2872102"/>
                <a:ext cx="181080" cy="129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37D5503-6400-4581-73DE-C4D44A7E6F1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52007" y="2854462"/>
                  <a:ext cx="2167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6F24C89-107F-1444-4887-CF7F7E7C8BF9}"/>
                    </a:ext>
                  </a:extLst>
                </p14:cNvPr>
                <p14:cNvContentPartPr/>
                <p14:nvPr/>
              </p14:nvContentPartPr>
              <p14:xfrm>
                <a:off x="2143247" y="2810542"/>
                <a:ext cx="165600" cy="270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6F24C89-107F-1444-4887-CF7F7E7C8BF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125247" y="2792542"/>
                  <a:ext cx="2012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5F6DE20-EFF9-8791-FF04-3C825ABD2F49}"/>
                    </a:ext>
                  </a:extLst>
                </p14:cNvPr>
                <p14:cNvContentPartPr/>
                <p14:nvPr/>
              </p14:nvContentPartPr>
              <p14:xfrm>
                <a:off x="2254847" y="2732422"/>
                <a:ext cx="19800" cy="1569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5F6DE20-EFF9-8791-FF04-3C825ABD2F4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237207" y="2714782"/>
                  <a:ext cx="554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5A998A7-1EB6-4E15-AB37-0BE0BD7B8E91}"/>
                    </a:ext>
                  </a:extLst>
                </p14:cNvPr>
                <p14:cNvContentPartPr/>
                <p14:nvPr/>
              </p14:nvContentPartPr>
              <p14:xfrm>
                <a:off x="2415047" y="2741062"/>
                <a:ext cx="163440" cy="176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5A998A7-1EB6-4E15-AB37-0BE0BD7B8E9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397407" y="2723062"/>
                  <a:ext cx="1990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34A14B3-AEA0-E739-C8E7-78FE1893AB2F}"/>
                    </a:ext>
                  </a:extLst>
                </p14:cNvPr>
                <p14:cNvContentPartPr/>
                <p14:nvPr/>
              </p14:nvContentPartPr>
              <p14:xfrm>
                <a:off x="2613407" y="2886862"/>
                <a:ext cx="227880" cy="149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34A14B3-AEA0-E739-C8E7-78FE1893AB2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595407" y="2868862"/>
                  <a:ext cx="2635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49CCC0A-479C-829F-E798-3A004F9AC1B9}"/>
                    </a:ext>
                  </a:extLst>
                </p14:cNvPr>
                <p14:cNvContentPartPr/>
                <p14:nvPr/>
              </p14:nvContentPartPr>
              <p14:xfrm>
                <a:off x="2991407" y="2783902"/>
                <a:ext cx="144720" cy="345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49CCC0A-479C-829F-E798-3A004F9AC1B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73407" y="2765902"/>
                  <a:ext cx="1803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CA067AE-4A76-85AA-25AE-E97447DC39FD}"/>
                    </a:ext>
                  </a:extLst>
                </p14:cNvPr>
                <p14:cNvContentPartPr/>
                <p14:nvPr/>
              </p14:nvContentPartPr>
              <p14:xfrm>
                <a:off x="3007247" y="2854102"/>
                <a:ext cx="183600" cy="25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CA067AE-4A76-85AA-25AE-E97447DC39F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989247" y="2836462"/>
                  <a:ext cx="219240" cy="6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774563C8-C69A-3F52-4F76-DFFF8516E2FF}"/>
                  </a:ext>
                </a:extLst>
              </p14:cNvPr>
              <p14:cNvContentPartPr/>
              <p14:nvPr/>
            </p14:nvContentPartPr>
            <p14:xfrm>
              <a:off x="3441407" y="2667262"/>
              <a:ext cx="281520" cy="2401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774563C8-C69A-3F52-4F76-DFFF8516E2F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423407" y="2649622"/>
                <a:ext cx="31716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C3A6F8E7-A24A-80EA-67AE-8D63123719B5}"/>
                  </a:ext>
                </a:extLst>
              </p14:cNvPr>
              <p14:cNvContentPartPr/>
              <p14:nvPr/>
            </p14:nvContentPartPr>
            <p14:xfrm>
              <a:off x="1354127" y="1464142"/>
              <a:ext cx="65160" cy="180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C3A6F8E7-A24A-80EA-67AE-8D63123719B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336127" y="1446502"/>
                <a:ext cx="100800" cy="5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2EECAEF-0E27-FB84-1CCD-3B0557D8EB16}"/>
              </a:ext>
            </a:extLst>
          </p:cNvPr>
          <p:cNvGrpSpPr/>
          <p:nvPr/>
        </p:nvGrpSpPr>
        <p:grpSpPr>
          <a:xfrm>
            <a:off x="5457047" y="1055182"/>
            <a:ext cx="884880" cy="574200"/>
            <a:chOff x="5457047" y="1055182"/>
            <a:chExt cx="884880" cy="57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869EA5F-7F8A-1D3E-ADA3-0AB90FC299CE}"/>
                    </a:ext>
                  </a:extLst>
                </p14:cNvPr>
                <p14:cNvContentPartPr/>
                <p14:nvPr/>
              </p14:nvContentPartPr>
              <p14:xfrm>
                <a:off x="5458847" y="1080382"/>
                <a:ext cx="400320" cy="233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869EA5F-7F8A-1D3E-ADA3-0AB90FC299C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441207" y="1062742"/>
                  <a:ext cx="4359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2AD90BD-5D60-FBF6-B45D-33BCDABF664F}"/>
                    </a:ext>
                  </a:extLst>
                </p14:cNvPr>
                <p14:cNvContentPartPr/>
                <p14:nvPr/>
              </p14:nvContentPartPr>
              <p14:xfrm>
                <a:off x="6074447" y="1497262"/>
                <a:ext cx="9720" cy="3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2AD90BD-5D60-FBF6-B45D-33BCDABF664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056447" y="1479622"/>
                  <a:ext cx="45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19E04D7-FB5D-1ED6-9786-B117CA06061A}"/>
                    </a:ext>
                  </a:extLst>
                </p14:cNvPr>
                <p14:cNvContentPartPr/>
                <p14:nvPr/>
              </p14:nvContentPartPr>
              <p14:xfrm>
                <a:off x="6188207" y="1055182"/>
                <a:ext cx="101520" cy="17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19E04D7-FB5D-1ED6-9786-B117CA06061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170207" y="1037182"/>
                  <a:ext cx="1371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F89F0A6-5582-B35B-CBC8-F67CE4059195}"/>
                    </a:ext>
                  </a:extLst>
                </p14:cNvPr>
                <p14:cNvContentPartPr/>
                <p14:nvPr/>
              </p14:nvContentPartPr>
              <p14:xfrm>
                <a:off x="6138167" y="1197382"/>
                <a:ext cx="203760" cy="27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F89F0A6-5582-B35B-CBC8-F67CE405919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120167" y="1179382"/>
                  <a:ext cx="239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10CDA43-26BC-8DDE-8B8C-B6542080F9AC}"/>
                    </a:ext>
                  </a:extLst>
                </p14:cNvPr>
                <p14:cNvContentPartPr/>
                <p14:nvPr/>
              </p14:nvContentPartPr>
              <p14:xfrm>
                <a:off x="5457047" y="1532542"/>
                <a:ext cx="7920" cy="4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10CDA43-26BC-8DDE-8B8C-B6542080F9A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39407" y="1514902"/>
                  <a:ext cx="43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6BCEE2A-BEC0-842C-21BC-A4E37C8D9649}"/>
                    </a:ext>
                  </a:extLst>
                </p14:cNvPr>
                <p14:cNvContentPartPr/>
                <p14:nvPr/>
              </p14:nvContentPartPr>
              <p14:xfrm>
                <a:off x="5815967" y="1527142"/>
                <a:ext cx="35640" cy="12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6BCEE2A-BEC0-842C-21BC-A4E37C8D964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97967" y="1509142"/>
                  <a:ext cx="71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9898665-BA6A-8B35-7003-8AD49C36F029}"/>
                    </a:ext>
                  </a:extLst>
                </p14:cNvPr>
                <p14:cNvContentPartPr/>
                <p14:nvPr/>
              </p14:nvContentPartPr>
              <p14:xfrm>
                <a:off x="5761967" y="1498702"/>
                <a:ext cx="67320" cy="9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9898665-BA6A-8B35-7003-8AD49C36F02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44327" y="1480702"/>
                  <a:ext cx="102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D80D7B0-253C-4E91-2038-0A965036D92C}"/>
                    </a:ext>
                  </a:extLst>
                </p14:cNvPr>
                <p14:cNvContentPartPr/>
                <p14:nvPr/>
              </p14:nvContentPartPr>
              <p14:xfrm>
                <a:off x="5697167" y="1400062"/>
                <a:ext cx="65880" cy="34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D80D7B0-253C-4E91-2038-0A965036D92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79167" y="1382422"/>
                  <a:ext cx="1015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1E8DCF1-3F22-0732-DDB4-A9555244744B}"/>
                    </a:ext>
                  </a:extLst>
                </p14:cNvPr>
                <p14:cNvContentPartPr/>
                <p14:nvPr/>
              </p14:nvContentPartPr>
              <p14:xfrm>
                <a:off x="6039167" y="1626502"/>
                <a:ext cx="8280" cy="28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1E8DCF1-3F22-0732-DDB4-A9555244744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021167" y="1608862"/>
                  <a:ext cx="4392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45F551C-21AF-A56C-1991-5827EE0C4AF8}"/>
              </a:ext>
            </a:extLst>
          </p:cNvPr>
          <p:cNvGrpSpPr/>
          <p:nvPr/>
        </p:nvGrpSpPr>
        <p:grpSpPr>
          <a:xfrm>
            <a:off x="1793327" y="3549262"/>
            <a:ext cx="183240" cy="120960"/>
            <a:chOff x="1793327" y="3549262"/>
            <a:chExt cx="183240" cy="1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DE00846-16B8-D6CC-B60E-D36BEDD39D7C}"/>
                    </a:ext>
                  </a:extLst>
                </p14:cNvPr>
                <p14:cNvContentPartPr/>
                <p14:nvPr/>
              </p14:nvContentPartPr>
              <p14:xfrm>
                <a:off x="1873607" y="3549262"/>
                <a:ext cx="102960" cy="154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DE00846-16B8-D6CC-B60E-D36BEDD39D7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855607" y="3531622"/>
                  <a:ext cx="1386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4A33756-ABFA-01D6-D68F-8BE43E37A5E9}"/>
                    </a:ext>
                  </a:extLst>
                </p14:cNvPr>
                <p14:cNvContentPartPr/>
                <p14:nvPr/>
              </p14:nvContentPartPr>
              <p14:xfrm>
                <a:off x="1793327" y="3637822"/>
                <a:ext cx="167400" cy="3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4A33756-ABFA-01D6-D68F-8BE43E37A5E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775327" y="3620182"/>
                  <a:ext cx="20304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F28FE3BA-75D8-EC09-DE5E-09739C546719}"/>
              </a:ext>
            </a:extLst>
          </p:cNvPr>
          <p:cNvGrpSpPr/>
          <p:nvPr/>
        </p:nvGrpSpPr>
        <p:grpSpPr>
          <a:xfrm>
            <a:off x="6626687" y="803902"/>
            <a:ext cx="2424240" cy="782280"/>
            <a:chOff x="6626687" y="803902"/>
            <a:chExt cx="2424240" cy="78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A23D1DE-B4E1-54F9-2BA2-810A2BDF552C}"/>
                    </a:ext>
                  </a:extLst>
                </p14:cNvPr>
                <p14:cNvContentPartPr/>
                <p14:nvPr/>
              </p14:nvContentPartPr>
              <p14:xfrm>
                <a:off x="6626687" y="803902"/>
                <a:ext cx="234000" cy="761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A23D1DE-B4E1-54F9-2BA2-810A2BDF552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609047" y="786262"/>
                  <a:ext cx="269640" cy="79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0A14940-15FF-F8D4-A319-70E0E16866DD}"/>
                    </a:ext>
                  </a:extLst>
                </p14:cNvPr>
                <p14:cNvContentPartPr/>
                <p14:nvPr/>
              </p14:nvContentPartPr>
              <p14:xfrm>
                <a:off x="6893087" y="1096222"/>
                <a:ext cx="237960" cy="150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0A14940-15FF-F8D4-A319-70E0E16866D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875447" y="1078582"/>
                  <a:ext cx="2736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7A856ED-5E95-DB9E-B58C-F87A7046DF24}"/>
                    </a:ext>
                  </a:extLst>
                </p14:cNvPr>
                <p14:cNvContentPartPr/>
                <p14:nvPr/>
              </p14:nvContentPartPr>
              <p14:xfrm>
                <a:off x="7173527" y="1205302"/>
                <a:ext cx="171720" cy="141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7A856ED-5E95-DB9E-B58C-F87A7046DF2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155527" y="1187302"/>
                  <a:ext cx="2073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BAB343D-F959-61EF-4807-0F7CD9B6AC98}"/>
                    </a:ext>
                  </a:extLst>
                </p14:cNvPr>
                <p14:cNvContentPartPr/>
                <p14:nvPr/>
              </p14:nvContentPartPr>
              <p14:xfrm>
                <a:off x="7407527" y="1212502"/>
                <a:ext cx="66600" cy="148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BAB343D-F959-61EF-4807-0F7CD9B6AC9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389887" y="1194862"/>
                  <a:ext cx="1022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B6159A1-EB78-22B2-BCCA-A16538378752}"/>
                    </a:ext>
                  </a:extLst>
                </p14:cNvPr>
                <p14:cNvContentPartPr/>
                <p14:nvPr/>
              </p14:nvContentPartPr>
              <p14:xfrm>
                <a:off x="7592207" y="1052662"/>
                <a:ext cx="220320" cy="402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B6159A1-EB78-22B2-BCCA-A1653837875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574567" y="1034662"/>
                  <a:ext cx="25596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88AAD13-099F-A35C-AA8E-8BD5D574AF56}"/>
                    </a:ext>
                  </a:extLst>
                </p14:cNvPr>
                <p14:cNvContentPartPr/>
                <p14:nvPr/>
              </p14:nvContentPartPr>
              <p14:xfrm>
                <a:off x="7858607" y="1260742"/>
                <a:ext cx="122040" cy="180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88AAD13-099F-A35C-AA8E-8BD5D574AF5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840607" y="1243102"/>
                  <a:ext cx="157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AC454ED-90BC-1733-C24F-13B367D708D3}"/>
                    </a:ext>
                  </a:extLst>
                </p14:cNvPr>
                <p14:cNvContentPartPr/>
                <p14:nvPr/>
              </p14:nvContentPartPr>
              <p14:xfrm>
                <a:off x="8029247" y="1200982"/>
                <a:ext cx="14400" cy="29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AC454ED-90BC-1733-C24F-13B367D708D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011247" y="1182982"/>
                  <a:ext cx="500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3D15CF4-EDDD-7310-E90C-D015EDDBCE81}"/>
                    </a:ext>
                  </a:extLst>
                </p14:cNvPr>
                <p14:cNvContentPartPr/>
                <p14:nvPr/>
              </p14:nvContentPartPr>
              <p14:xfrm>
                <a:off x="7868687" y="1257862"/>
                <a:ext cx="145800" cy="198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3D15CF4-EDDD-7310-E90C-D015EDDBCE8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850687" y="1240222"/>
                  <a:ext cx="181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0B50F03-970D-9937-DBC6-D83148A380D3}"/>
                    </a:ext>
                  </a:extLst>
                </p14:cNvPr>
                <p14:cNvContentPartPr/>
                <p14:nvPr/>
              </p14:nvContentPartPr>
              <p14:xfrm>
                <a:off x="8164967" y="1199902"/>
                <a:ext cx="92160" cy="141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0B50F03-970D-9937-DBC6-D83148A380D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47327" y="1181902"/>
                  <a:ext cx="1278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7E7B9F4-8338-47FE-1ABB-325BE9F07997}"/>
                    </a:ext>
                  </a:extLst>
                </p14:cNvPr>
                <p14:cNvContentPartPr/>
                <p14:nvPr/>
              </p14:nvContentPartPr>
              <p14:xfrm>
                <a:off x="8381687" y="1023502"/>
                <a:ext cx="266040" cy="204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7E7B9F4-8338-47FE-1ABB-325BE9F0799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363687" y="1005862"/>
                  <a:ext cx="3016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97714BD-884C-961C-58EC-EDE9A80E230B}"/>
                    </a:ext>
                  </a:extLst>
                </p14:cNvPr>
                <p14:cNvContentPartPr/>
                <p14:nvPr/>
              </p14:nvContentPartPr>
              <p14:xfrm>
                <a:off x="8728007" y="1176142"/>
                <a:ext cx="245160" cy="162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97714BD-884C-961C-58EC-EDE9A80E230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710007" y="1158142"/>
                  <a:ext cx="2808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59D06D5-B571-1FDD-71D7-A04443249965}"/>
                    </a:ext>
                  </a:extLst>
                </p14:cNvPr>
                <p14:cNvContentPartPr/>
                <p14:nvPr/>
              </p14:nvContentPartPr>
              <p14:xfrm>
                <a:off x="8822327" y="821902"/>
                <a:ext cx="228600" cy="764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59D06D5-B571-1FDD-71D7-A0444324996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804687" y="803902"/>
                  <a:ext cx="264240" cy="79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3DAB8A5-7A8A-7AF4-09F7-A81051838860}"/>
                    </a:ext>
                  </a:extLst>
                </p14:cNvPr>
                <p14:cNvContentPartPr/>
                <p14:nvPr/>
              </p14:nvContentPartPr>
              <p14:xfrm>
                <a:off x="7781567" y="1497982"/>
                <a:ext cx="1080" cy="3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3DAB8A5-7A8A-7AF4-09F7-A8105183886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763567" y="1479982"/>
                  <a:ext cx="3672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58CC4EB6-F069-2E54-CC75-BCF001EDBF31}"/>
                  </a:ext>
                </a:extLst>
              </p14:cNvPr>
              <p14:cNvContentPartPr/>
              <p14:nvPr/>
            </p14:nvContentPartPr>
            <p14:xfrm>
              <a:off x="2411447" y="3312022"/>
              <a:ext cx="198000" cy="66204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58CC4EB6-F069-2E54-CC75-BCF001EDBF31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393447" y="3294382"/>
                <a:ext cx="233640" cy="69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BDBDA56-3946-E43D-879B-14AECC42C5DC}"/>
              </a:ext>
            </a:extLst>
          </p:cNvPr>
          <p:cNvGrpSpPr/>
          <p:nvPr/>
        </p:nvGrpSpPr>
        <p:grpSpPr>
          <a:xfrm>
            <a:off x="2856047" y="3592822"/>
            <a:ext cx="1208520" cy="285840"/>
            <a:chOff x="2856047" y="3592822"/>
            <a:chExt cx="1208520" cy="28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EB595FC-C58A-E716-8E32-026CCBD004FC}"/>
                    </a:ext>
                  </a:extLst>
                </p14:cNvPr>
                <p14:cNvContentPartPr/>
                <p14:nvPr/>
              </p14:nvContentPartPr>
              <p14:xfrm>
                <a:off x="2856047" y="3592822"/>
                <a:ext cx="221040" cy="1530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EB595FC-C58A-E716-8E32-026CCBD004F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838047" y="3575182"/>
                  <a:ext cx="2566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C799503-F14F-C779-0356-6A2D39FE7E10}"/>
                    </a:ext>
                  </a:extLst>
                </p14:cNvPr>
                <p14:cNvContentPartPr/>
                <p14:nvPr/>
              </p14:nvContentPartPr>
              <p14:xfrm>
                <a:off x="3161687" y="3662662"/>
                <a:ext cx="15120" cy="157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C799503-F14F-C779-0356-6A2D39FE7E1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144047" y="3644662"/>
                  <a:ext cx="507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9EAD4EE-1DE9-E17C-2DF2-2D0DC96B74E1}"/>
                    </a:ext>
                  </a:extLst>
                </p14:cNvPr>
                <p14:cNvContentPartPr/>
                <p14:nvPr/>
              </p14:nvContentPartPr>
              <p14:xfrm>
                <a:off x="3334847" y="3680662"/>
                <a:ext cx="142920" cy="8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9EAD4EE-1DE9-E17C-2DF2-2D0DC96B74E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317207" y="3662662"/>
                  <a:ext cx="1785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2F7355B-7DDC-452E-7255-6DD240B852E9}"/>
                    </a:ext>
                  </a:extLst>
                </p14:cNvPr>
                <p14:cNvContentPartPr/>
                <p14:nvPr/>
              </p14:nvContentPartPr>
              <p14:xfrm>
                <a:off x="3388487" y="3607582"/>
                <a:ext cx="29880" cy="1843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2F7355B-7DDC-452E-7255-6DD240B852E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370487" y="3589582"/>
                  <a:ext cx="655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D305F16-BDCD-D470-8FD5-FF1311A9D5FD}"/>
                    </a:ext>
                  </a:extLst>
                </p14:cNvPr>
                <p14:cNvContentPartPr/>
                <p14:nvPr/>
              </p14:nvContentPartPr>
              <p14:xfrm>
                <a:off x="3618887" y="3600382"/>
                <a:ext cx="255960" cy="149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D305F16-BDCD-D470-8FD5-FF1311A9D5F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601247" y="3582382"/>
                  <a:ext cx="2916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BDD4B84-5BCD-BACA-0A32-75170D710293}"/>
                    </a:ext>
                  </a:extLst>
                </p14:cNvPr>
                <p14:cNvContentPartPr/>
                <p14:nvPr/>
              </p14:nvContentPartPr>
              <p14:xfrm>
                <a:off x="3832367" y="3688942"/>
                <a:ext cx="232200" cy="1897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BDD4B84-5BCD-BACA-0A32-75170D71029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14727" y="3670942"/>
                  <a:ext cx="26784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4BEA6DC5-F564-BF28-3B9A-5ACF589F3BEB}"/>
              </a:ext>
            </a:extLst>
          </p:cNvPr>
          <p:cNvGrpSpPr/>
          <p:nvPr/>
        </p:nvGrpSpPr>
        <p:grpSpPr>
          <a:xfrm>
            <a:off x="2272847" y="817942"/>
            <a:ext cx="2302560" cy="861480"/>
            <a:chOff x="2272847" y="817942"/>
            <a:chExt cx="2302560" cy="86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00060B6-AAE6-029B-5AFB-73E11A3B619C}"/>
                    </a:ext>
                  </a:extLst>
                </p14:cNvPr>
                <p14:cNvContentPartPr/>
                <p14:nvPr/>
              </p14:nvContentPartPr>
              <p14:xfrm>
                <a:off x="3388847" y="1216462"/>
                <a:ext cx="186480" cy="422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00060B6-AAE6-029B-5AFB-73E11A3B619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371207" y="1198822"/>
                  <a:ext cx="22212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F5F84B7-8F21-45F5-135E-8E6290DE645B}"/>
                    </a:ext>
                  </a:extLst>
                </p14:cNvPr>
                <p14:cNvContentPartPr/>
                <p14:nvPr/>
              </p14:nvContentPartPr>
              <p14:xfrm>
                <a:off x="3699167" y="1331662"/>
                <a:ext cx="22320" cy="127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F5F84B7-8F21-45F5-135E-8E6290DE645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681527" y="1313662"/>
                  <a:ext cx="579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9A924C0-C67B-08FA-F599-7A1A1D0DC887}"/>
                    </a:ext>
                  </a:extLst>
                </p14:cNvPr>
                <p14:cNvContentPartPr/>
                <p14:nvPr/>
              </p14:nvContentPartPr>
              <p14:xfrm>
                <a:off x="3907967" y="1329862"/>
                <a:ext cx="35640" cy="81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9A924C0-C67B-08FA-F599-7A1A1D0DC88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889967" y="1312222"/>
                  <a:ext cx="712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EE6538A-6EFF-46AD-B04F-ADDA0B7128DC}"/>
                    </a:ext>
                  </a:extLst>
                </p14:cNvPr>
                <p14:cNvContentPartPr/>
                <p14:nvPr/>
              </p14:nvContentPartPr>
              <p14:xfrm>
                <a:off x="4085087" y="1137262"/>
                <a:ext cx="189000" cy="171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EE6538A-6EFF-46AD-B04F-ADDA0B7128D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067447" y="1119622"/>
                  <a:ext cx="2246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41AD6B7-718C-73FD-1D22-8831E3EB4A26}"/>
                    </a:ext>
                  </a:extLst>
                </p14:cNvPr>
                <p14:cNvContentPartPr/>
                <p14:nvPr/>
              </p14:nvContentPartPr>
              <p14:xfrm>
                <a:off x="4376687" y="1245982"/>
                <a:ext cx="47520" cy="244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41AD6B7-718C-73FD-1D22-8831E3EB4A2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358687" y="1228342"/>
                  <a:ext cx="831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ACFDCC5-4CA0-69B3-845F-D9F599E7EFCC}"/>
                    </a:ext>
                  </a:extLst>
                </p14:cNvPr>
                <p14:cNvContentPartPr/>
                <p14:nvPr/>
              </p14:nvContentPartPr>
              <p14:xfrm>
                <a:off x="4342487" y="817942"/>
                <a:ext cx="232920" cy="861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ACFDCC5-4CA0-69B3-845F-D9F599E7EFC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324847" y="800302"/>
                  <a:ext cx="268560" cy="89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2A47E3D-74F6-6C3F-086D-B75800785732}"/>
                    </a:ext>
                  </a:extLst>
                </p14:cNvPr>
                <p14:cNvContentPartPr/>
                <p14:nvPr/>
              </p14:nvContentPartPr>
              <p14:xfrm>
                <a:off x="2272847" y="937102"/>
                <a:ext cx="234360" cy="556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2A47E3D-74F6-6C3F-086D-B7580078573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255207" y="919102"/>
                  <a:ext cx="27000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A588E32-1A41-EEBE-C226-65EA28F26846}"/>
                    </a:ext>
                  </a:extLst>
                </p14:cNvPr>
                <p14:cNvContentPartPr/>
                <p14:nvPr/>
              </p14:nvContentPartPr>
              <p14:xfrm>
                <a:off x="2597927" y="1165342"/>
                <a:ext cx="232200" cy="185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A588E32-1A41-EEBE-C226-65EA28F2684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579927" y="1147342"/>
                  <a:ext cx="2678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871ECE8-53D2-7D8A-6AE4-00F7042046D9}"/>
                    </a:ext>
                  </a:extLst>
                </p14:cNvPr>
                <p14:cNvContentPartPr/>
                <p14:nvPr/>
              </p14:nvContentPartPr>
              <p14:xfrm>
                <a:off x="2896727" y="1285942"/>
                <a:ext cx="34200" cy="189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871ECE8-53D2-7D8A-6AE4-00F7042046D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878727" y="1267942"/>
                  <a:ext cx="698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60011B8-CF57-C3C6-A6F2-089CA06E570F}"/>
                    </a:ext>
                  </a:extLst>
                </p14:cNvPr>
                <p14:cNvContentPartPr/>
                <p14:nvPr/>
              </p14:nvContentPartPr>
              <p14:xfrm>
                <a:off x="3118487" y="1290262"/>
                <a:ext cx="69840" cy="163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60011B8-CF57-C3C6-A6F2-089CA06E570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100847" y="1272622"/>
                  <a:ext cx="1054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5121BEE-B8C3-5E5A-5C39-9BE7EC96A32D}"/>
                    </a:ext>
                  </a:extLst>
                </p14:cNvPr>
                <p14:cNvContentPartPr/>
                <p14:nvPr/>
              </p14:nvContentPartPr>
              <p14:xfrm>
                <a:off x="2736887" y="1368022"/>
                <a:ext cx="5400" cy="1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5121BEE-B8C3-5E5A-5C39-9BE7EC96A32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719247" y="1350382"/>
                  <a:ext cx="41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2FBE4C4-BD0F-3A09-39F9-AC3B47476BEF}"/>
                    </a:ext>
                  </a:extLst>
                </p14:cNvPr>
                <p14:cNvContentPartPr/>
                <p14:nvPr/>
              </p14:nvContentPartPr>
              <p14:xfrm>
                <a:off x="3187967" y="1436782"/>
                <a:ext cx="13320" cy="2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2FBE4C4-BD0F-3A09-39F9-AC3B47476BE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169967" y="1419142"/>
                  <a:ext cx="489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1B60141-141E-CA3B-ADBC-39793043457F}"/>
                    </a:ext>
                  </a:extLst>
                </p14:cNvPr>
                <p14:cNvContentPartPr/>
                <p14:nvPr/>
              </p14:nvContentPartPr>
              <p14:xfrm>
                <a:off x="2968367" y="1643782"/>
                <a:ext cx="22680" cy="12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1B60141-141E-CA3B-ADBC-39793043457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950367" y="1626142"/>
                  <a:ext cx="583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7279643-9D3B-B86E-06FD-4ACABF68895A}"/>
                    </a:ext>
                  </a:extLst>
                </p14:cNvPr>
                <p14:cNvContentPartPr/>
                <p14:nvPr/>
              </p14:nvContentPartPr>
              <p14:xfrm>
                <a:off x="2753087" y="1337062"/>
                <a:ext cx="1440" cy="36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7279643-9D3B-B86E-06FD-4ACABF68895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735087" y="1319422"/>
                  <a:ext cx="3708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6C190F87-ECB4-CE58-AE92-C227F6FC9296}"/>
              </a:ext>
            </a:extLst>
          </p:cNvPr>
          <p:cNvGrpSpPr/>
          <p:nvPr/>
        </p:nvGrpSpPr>
        <p:grpSpPr>
          <a:xfrm>
            <a:off x="7364687" y="3303742"/>
            <a:ext cx="828000" cy="898560"/>
            <a:chOff x="7364687" y="3303742"/>
            <a:chExt cx="828000" cy="89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4F7185B-882D-0C28-9A56-89DA1FB292C4}"/>
                    </a:ext>
                  </a:extLst>
                </p14:cNvPr>
                <p14:cNvContentPartPr/>
                <p14:nvPr/>
              </p14:nvContentPartPr>
              <p14:xfrm>
                <a:off x="7364687" y="3531982"/>
                <a:ext cx="153000" cy="1692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4F7185B-882D-0C28-9A56-89DA1FB292C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347047" y="3514342"/>
                  <a:ext cx="1886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AA0665A-EBE2-C7A4-9BFD-632CA568810B}"/>
                    </a:ext>
                  </a:extLst>
                </p14:cNvPr>
                <p14:cNvContentPartPr/>
                <p14:nvPr/>
              </p14:nvContentPartPr>
              <p14:xfrm>
                <a:off x="7601927" y="3647902"/>
                <a:ext cx="183600" cy="1191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AA0665A-EBE2-C7A4-9BFD-632CA568810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584287" y="3629902"/>
                  <a:ext cx="2192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9A67F85-50C8-3710-1401-5F02E1D5EAF4}"/>
                    </a:ext>
                  </a:extLst>
                </p14:cNvPr>
                <p14:cNvContentPartPr/>
                <p14:nvPr/>
              </p14:nvContentPartPr>
              <p14:xfrm>
                <a:off x="7747367" y="3303742"/>
                <a:ext cx="445320" cy="898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9A67F85-50C8-3710-1401-5F02E1D5EAF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729727" y="3285742"/>
                  <a:ext cx="480960" cy="9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39256CEF-C9CA-F064-6259-D88906A08899}"/>
              </a:ext>
            </a:extLst>
          </p:cNvPr>
          <p:cNvGrpSpPr/>
          <p:nvPr/>
        </p:nvGrpSpPr>
        <p:grpSpPr>
          <a:xfrm>
            <a:off x="10152887" y="3587062"/>
            <a:ext cx="1332360" cy="471960"/>
            <a:chOff x="10152887" y="3587062"/>
            <a:chExt cx="1332360" cy="47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DB36657-0BFA-7B84-6473-DA9387C21A46}"/>
                    </a:ext>
                  </a:extLst>
                </p14:cNvPr>
                <p14:cNvContentPartPr/>
                <p14:nvPr/>
              </p14:nvContentPartPr>
              <p14:xfrm>
                <a:off x="10152887" y="3675262"/>
                <a:ext cx="330480" cy="1710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DB36657-0BFA-7B84-6473-DA9387C21A4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134887" y="3657622"/>
                  <a:ext cx="3661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0A48982-51B9-D6E3-EED1-20B4CDEE2CE8}"/>
                    </a:ext>
                  </a:extLst>
                </p14:cNvPr>
                <p14:cNvContentPartPr/>
                <p14:nvPr/>
              </p14:nvContentPartPr>
              <p14:xfrm>
                <a:off x="10522607" y="3678142"/>
                <a:ext cx="141840" cy="151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0A48982-51B9-D6E3-EED1-20B4CDEE2CE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504607" y="3660142"/>
                  <a:ext cx="1774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AF0DA60-3D10-B90E-528F-4AD570CD9D9D}"/>
                    </a:ext>
                  </a:extLst>
                </p14:cNvPr>
                <p14:cNvContentPartPr/>
                <p14:nvPr/>
              </p14:nvContentPartPr>
              <p14:xfrm>
                <a:off x="10570127" y="3619822"/>
                <a:ext cx="56160" cy="1774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AF0DA60-3D10-B90E-528F-4AD570CD9D9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552487" y="3602182"/>
                  <a:ext cx="918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CB30DBB-E9E0-1830-5344-AA46EA5B86D5}"/>
                    </a:ext>
                  </a:extLst>
                </p14:cNvPr>
                <p14:cNvContentPartPr/>
                <p14:nvPr/>
              </p14:nvContentPartPr>
              <p14:xfrm>
                <a:off x="10705487" y="3630982"/>
                <a:ext cx="164160" cy="4280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CB30DBB-E9E0-1830-5344-AA46EA5B86D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687847" y="3613342"/>
                  <a:ext cx="19980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6A808B3-FD13-6A25-10AC-8E32B459A64C}"/>
                    </a:ext>
                  </a:extLst>
                </p14:cNvPr>
                <p14:cNvContentPartPr/>
                <p14:nvPr/>
              </p14:nvContentPartPr>
              <p14:xfrm>
                <a:off x="11008247" y="3677422"/>
                <a:ext cx="179640" cy="313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6A808B3-FD13-6A25-10AC-8E32B459A64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990247" y="3659422"/>
                  <a:ext cx="2152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06F8730-7276-7DA8-F816-1228BBAE2A43}"/>
                    </a:ext>
                  </a:extLst>
                </p14:cNvPr>
                <p14:cNvContentPartPr/>
                <p14:nvPr/>
              </p14:nvContentPartPr>
              <p14:xfrm>
                <a:off x="11094287" y="3622702"/>
                <a:ext cx="24840" cy="1598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06F8730-7276-7DA8-F816-1228BBAE2A4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076647" y="3605062"/>
                  <a:ext cx="604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5BE61D0-3444-1BC7-6933-00DFCD572FF2}"/>
                    </a:ext>
                  </a:extLst>
                </p14:cNvPr>
                <p14:cNvContentPartPr/>
                <p14:nvPr/>
              </p14:nvContentPartPr>
              <p14:xfrm>
                <a:off x="11255927" y="3587062"/>
                <a:ext cx="229320" cy="165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5BE61D0-3444-1BC7-6933-00DFCD572FF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237927" y="3569062"/>
                  <a:ext cx="264960" cy="20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36506BCD-4247-B907-3AA9-A5269FECEDA8}"/>
                  </a:ext>
                </a:extLst>
              </p14:cNvPr>
              <p14:cNvContentPartPr/>
              <p14:nvPr/>
            </p14:nvContentPartPr>
            <p14:xfrm>
              <a:off x="12105887" y="3714142"/>
              <a:ext cx="27000" cy="108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36506BCD-4247-B907-3AA9-A5269FECEDA8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2088247" y="3696142"/>
                <a:ext cx="626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B1CEC8BC-D556-F520-9F85-EC8161DC049D}"/>
                  </a:ext>
                </a:extLst>
              </p14:cNvPr>
              <p14:cNvContentPartPr/>
              <p14:nvPr/>
            </p14:nvContentPartPr>
            <p14:xfrm>
              <a:off x="4897967" y="4109782"/>
              <a:ext cx="705240" cy="3924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B1CEC8BC-D556-F520-9F85-EC8161DC049D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4880327" y="4092142"/>
                <a:ext cx="74088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B79BCFB3-0F62-161D-A372-978E833E0B5C}"/>
                  </a:ext>
                </a:extLst>
              </p14:cNvPr>
              <p14:cNvContentPartPr/>
              <p14:nvPr/>
            </p14:nvContentPartPr>
            <p14:xfrm>
              <a:off x="2273207" y="4618102"/>
              <a:ext cx="159840" cy="49680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B79BCFB3-0F62-161D-A372-978E833E0B5C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2255207" y="4600462"/>
                <a:ext cx="195480" cy="53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A1D05D9A-0A9B-056A-5814-F132FD005C95}"/>
                  </a:ext>
                </a:extLst>
              </p14:cNvPr>
              <p14:cNvContentPartPr/>
              <p14:nvPr/>
            </p14:nvContentPartPr>
            <p14:xfrm>
              <a:off x="6757727" y="4029862"/>
              <a:ext cx="5400" cy="216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A1D05D9A-0A9B-056A-5814-F132FD005C95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6740087" y="4012222"/>
                <a:ext cx="4104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E3C14869-5CD9-DD16-8E30-963F25DF18DE}"/>
              </a:ext>
            </a:extLst>
          </p:cNvPr>
          <p:cNvGrpSpPr/>
          <p:nvPr/>
        </p:nvGrpSpPr>
        <p:grpSpPr>
          <a:xfrm>
            <a:off x="5453447" y="4731502"/>
            <a:ext cx="169200" cy="118800"/>
            <a:chOff x="5453447" y="4731502"/>
            <a:chExt cx="169200" cy="1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2A4BA64-FE01-BADD-B2DE-A3F29DA5675F}"/>
                    </a:ext>
                  </a:extLst>
                </p14:cNvPr>
                <p14:cNvContentPartPr/>
                <p14:nvPr/>
              </p14:nvContentPartPr>
              <p14:xfrm>
                <a:off x="5461367" y="4731502"/>
                <a:ext cx="159120" cy="41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2A4BA64-FE01-BADD-B2DE-A3F29DA5675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443727" y="4713862"/>
                  <a:ext cx="194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727E626-F394-7066-FBE7-2C80532BC223}"/>
                    </a:ext>
                  </a:extLst>
                </p14:cNvPr>
                <p14:cNvContentPartPr/>
                <p14:nvPr/>
              </p14:nvContentPartPr>
              <p14:xfrm>
                <a:off x="5453447" y="4836982"/>
                <a:ext cx="169200" cy="133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727E626-F394-7066-FBE7-2C80532BC22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435447" y="4819342"/>
                  <a:ext cx="204840" cy="4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60F0CA2C-DBFE-0626-A471-77C535F18574}"/>
                  </a:ext>
                </a:extLst>
              </p14:cNvPr>
              <p14:cNvContentPartPr/>
              <p14:nvPr/>
            </p14:nvContentPartPr>
            <p14:xfrm>
              <a:off x="6217727" y="4591822"/>
              <a:ext cx="383040" cy="30348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60F0CA2C-DBFE-0626-A471-77C535F18574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6200087" y="4573822"/>
                <a:ext cx="41868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9D77C8D1-AAE9-86D6-FD76-F58F81CEDDC3}"/>
                  </a:ext>
                </a:extLst>
              </p14:cNvPr>
              <p14:cNvContentPartPr/>
              <p14:nvPr/>
            </p14:nvContentPartPr>
            <p14:xfrm>
              <a:off x="149207" y="5863342"/>
              <a:ext cx="5760" cy="1908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9D77C8D1-AAE9-86D6-FD76-F58F81CEDDC3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31207" y="5845342"/>
                <a:ext cx="4140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236E7348-3897-A01B-8605-568B68E6ADF0}"/>
                  </a:ext>
                </a:extLst>
              </p14:cNvPr>
              <p14:cNvContentPartPr/>
              <p14:nvPr/>
            </p14:nvContentPartPr>
            <p14:xfrm>
              <a:off x="938327" y="5034262"/>
              <a:ext cx="5760" cy="1152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236E7348-3897-A01B-8605-568B68E6ADF0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920687" y="5016622"/>
                <a:ext cx="414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AFCC0085-B148-55BE-EBEF-0B175E2B30BD}"/>
                  </a:ext>
                </a:extLst>
              </p14:cNvPr>
              <p14:cNvContentPartPr/>
              <p14:nvPr/>
            </p14:nvContentPartPr>
            <p14:xfrm>
              <a:off x="2426927" y="4991062"/>
              <a:ext cx="7200" cy="64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AFCC0085-B148-55BE-EBEF-0B175E2B30BD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2409287" y="4973422"/>
                <a:ext cx="4284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465B40CD-34D0-A956-0689-DD6310FF8DC7}"/>
                  </a:ext>
                </a:extLst>
              </p14:cNvPr>
              <p14:cNvContentPartPr/>
              <p14:nvPr/>
            </p14:nvContentPartPr>
            <p14:xfrm>
              <a:off x="4090847" y="4920142"/>
              <a:ext cx="3600" cy="648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465B40CD-34D0-A956-0689-DD6310FF8DC7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4072847" y="4902142"/>
                <a:ext cx="3924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29F4649D-19FE-B33F-48B1-3EE076F54D66}"/>
                  </a:ext>
                </a:extLst>
              </p14:cNvPr>
              <p14:cNvContentPartPr/>
              <p14:nvPr/>
            </p14:nvContentPartPr>
            <p14:xfrm>
              <a:off x="1754447" y="4926982"/>
              <a:ext cx="18360" cy="1152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29F4649D-19FE-B33F-48B1-3EE076F54D66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1736807" y="4908982"/>
                <a:ext cx="540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9C31FA41-80A1-B4BA-10E8-1D68659341E6}"/>
                  </a:ext>
                </a:extLst>
              </p14:cNvPr>
              <p14:cNvContentPartPr/>
              <p14:nvPr/>
            </p14:nvContentPartPr>
            <p14:xfrm>
              <a:off x="5570447" y="6537982"/>
              <a:ext cx="3960" cy="2196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9C31FA41-80A1-B4BA-10E8-1D68659341E6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5552447" y="6519982"/>
                <a:ext cx="3960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FA9533A4-F3C1-27B8-8FAE-57BD9ED54B67}"/>
                  </a:ext>
                </a:extLst>
              </p14:cNvPr>
              <p14:cNvContentPartPr/>
              <p14:nvPr/>
            </p14:nvContentPartPr>
            <p14:xfrm>
              <a:off x="1027247" y="6425662"/>
              <a:ext cx="108000" cy="1800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FA9533A4-F3C1-27B8-8FAE-57BD9ED54B67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1009607" y="6408022"/>
                <a:ext cx="14364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ADDA1F88-1BCF-8071-453E-9E01459EE516}"/>
                  </a:ext>
                </a:extLst>
              </p14:cNvPr>
              <p14:cNvContentPartPr/>
              <p14:nvPr/>
            </p14:nvContentPartPr>
            <p14:xfrm>
              <a:off x="1042367" y="6550222"/>
              <a:ext cx="82800" cy="2124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ADDA1F88-1BCF-8071-453E-9E01459EE516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1024367" y="6532582"/>
                <a:ext cx="11844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8178F7-4563-860C-E753-63DC3A5139AA}"/>
              </a:ext>
            </a:extLst>
          </p:cNvPr>
          <p:cNvGrpSpPr/>
          <p:nvPr/>
        </p:nvGrpSpPr>
        <p:grpSpPr>
          <a:xfrm>
            <a:off x="2379407" y="6309022"/>
            <a:ext cx="376560" cy="300960"/>
            <a:chOff x="2379407" y="6309022"/>
            <a:chExt cx="376560" cy="30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BEAAE5D1-8DBF-FCA6-00CB-F2A7DE39A2E8}"/>
                    </a:ext>
                  </a:extLst>
                </p14:cNvPr>
                <p14:cNvContentPartPr/>
                <p14:nvPr/>
              </p14:nvContentPartPr>
              <p14:xfrm>
                <a:off x="2379407" y="6418462"/>
                <a:ext cx="376560" cy="640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BEAAE5D1-8DBF-FCA6-00CB-F2A7DE39A2E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361767" y="6400822"/>
                  <a:ext cx="4122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FCA9E55-8589-7738-4802-391A0E24520D}"/>
                    </a:ext>
                  </a:extLst>
                </p14:cNvPr>
                <p14:cNvContentPartPr/>
                <p14:nvPr/>
              </p14:nvContentPartPr>
              <p14:xfrm>
                <a:off x="2592167" y="6309022"/>
                <a:ext cx="35640" cy="3009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FCA9E55-8589-7738-4802-391A0E24520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574527" y="6291382"/>
                  <a:ext cx="71280" cy="33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9EEFF473-5BFE-76F0-3FD6-22CA6AC6AD92}"/>
                  </a:ext>
                </a:extLst>
              </p14:cNvPr>
              <p14:cNvContentPartPr/>
              <p14:nvPr/>
            </p14:nvContentPartPr>
            <p14:xfrm>
              <a:off x="3131087" y="6313342"/>
              <a:ext cx="263880" cy="27720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9EEFF473-5BFE-76F0-3FD6-22CA6AC6AD92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3113447" y="6295342"/>
                <a:ext cx="299520" cy="31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" name="Group 245">
            <a:extLst>
              <a:ext uri="{FF2B5EF4-FFF2-40B4-BE49-F238E27FC236}">
                <a16:creationId xmlns:a16="http://schemas.microsoft.com/office/drawing/2014/main" id="{82015FD9-6AE6-F316-C353-9FC90960CC2A}"/>
              </a:ext>
            </a:extLst>
          </p:cNvPr>
          <p:cNvGrpSpPr/>
          <p:nvPr/>
        </p:nvGrpSpPr>
        <p:grpSpPr>
          <a:xfrm>
            <a:off x="5026487" y="6379582"/>
            <a:ext cx="166320" cy="117000"/>
            <a:chOff x="5026487" y="6379582"/>
            <a:chExt cx="166320" cy="11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3FA9D63-A08A-B4D7-F8E3-A0191A60E95B}"/>
                    </a:ext>
                  </a:extLst>
                </p14:cNvPr>
                <p14:cNvContentPartPr/>
                <p14:nvPr/>
              </p14:nvContentPartPr>
              <p14:xfrm>
                <a:off x="5054927" y="6379582"/>
                <a:ext cx="106920" cy="115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3FA9D63-A08A-B4D7-F8E3-A0191A60E95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037287" y="6361582"/>
                  <a:ext cx="1425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CA00349-218C-BD16-3CDD-C7480DF62E82}"/>
                    </a:ext>
                  </a:extLst>
                </p14:cNvPr>
                <p14:cNvContentPartPr/>
                <p14:nvPr/>
              </p14:nvContentPartPr>
              <p14:xfrm>
                <a:off x="5026487" y="6482182"/>
                <a:ext cx="166320" cy="144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CA00349-218C-BD16-3CDD-C7480DF62E8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008847" y="6464542"/>
                  <a:ext cx="201960" cy="5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C65E53D0-9D59-D4F6-3500-89707D2A6518}"/>
                  </a:ext>
                </a:extLst>
              </p14:cNvPr>
              <p14:cNvContentPartPr/>
              <p14:nvPr/>
            </p14:nvContentPartPr>
            <p14:xfrm>
              <a:off x="5610407" y="6232342"/>
              <a:ext cx="361800" cy="28476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C65E53D0-9D59-D4F6-3500-89707D2A6518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5592767" y="6214342"/>
                <a:ext cx="397440" cy="32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5" name="Group 254">
            <a:extLst>
              <a:ext uri="{FF2B5EF4-FFF2-40B4-BE49-F238E27FC236}">
                <a16:creationId xmlns:a16="http://schemas.microsoft.com/office/drawing/2014/main" id="{EE07D744-E3B1-0E74-86E1-713D092FB8BB}"/>
              </a:ext>
            </a:extLst>
          </p:cNvPr>
          <p:cNvGrpSpPr/>
          <p:nvPr/>
        </p:nvGrpSpPr>
        <p:grpSpPr>
          <a:xfrm>
            <a:off x="9257927" y="5589382"/>
            <a:ext cx="791640" cy="240480"/>
            <a:chOff x="9257927" y="5589382"/>
            <a:chExt cx="79164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6AC3DAC-C99D-E01B-0C3D-ADCBD9ED0C16}"/>
                    </a:ext>
                  </a:extLst>
                </p14:cNvPr>
                <p14:cNvContentPartPr/>
                <p14:nvPr/>
              </p14:nvContentPartPr>
              <p14:xfrm>
                <a:off x="9257927" y="5589382"/>
                <a:ext cx="260640" cy="2404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6AC3DAC-C99D-E01B-0C3D-ADCBD9ED0C16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239927" y="5571742"/>
                  <a:ext cx="2962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063C102-63F1-7252-0751-DD72FFE73E03}"/>
                    </a:ext>
                  </a:extLst>
                </p14:cNvPr>
                <p14:cNvContentPartPr/>
                <p14:nvPr/>
              </p14:nvContentPartPr>
              <p14:xfrm>
                <a:off x="9571847" y="5678662"/>
                <a:ext cx="129600" cy="68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063C102-63F1-7252-0751-DD72FFE73E03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553847" y="5661022"/>
                  <a:ext cx="1652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9D06B78A-399F-609A-8DB0-78B4E93B48B1}"/>
                    </a:ext>
                  </a:extLst>
                </p14:cNvPr>
                <p14:cNvContentPartPr/>
                <p14:nvPr/>
              </p14:nvContentPartPr>
              <p14:xfrm>
                <a:off x="9597407" y="5607382"/>
                <a:ext cx="97920" cy="2034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9D06B78A-399F-609A-8DB0-78B4E93B48B1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579767" y="5589742"/>
                  <a:ext cx="1335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3FEC0AC-C8AC-E7D1-3CE9-E90563C0B6FD}"/>
                    </a:ext>
                  </a:extLst>
                </p14:cNvPr>
                <p14:cNvContentPartPr/>
                <p14:nvPr/>
              </p14:nvContentPartPr>
              <p14:xfrm>
                <a:off x="9868127" y="5603422"/>
                <a:ext cx="181440" cy="1443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3FEC0AC-C8AC-E7D1-3CE9-E90563C0B6F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850487" y="5585782"/>
                  <a:ext cx="217080" cy="18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850454F5-6AEE-9AD7-EE9A-34D3A177EBF5}"/>
                  </a:ext>
                </a:extLst>
              </p14:cNvPr>
              <p14:cNvContentPartPr/>
              <p14:nvPr/>
            </p14:nvContentPartPr>
            <p14:xfrm>
              <a:off x="3131447" y="3921142"/>
              <a:ext cx="3600" cy="576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850454F5-6AEE-9AD7-EE9A-34D3A177EBF5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3113807" y="3903502"/>
                <a:ext cx="3924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0694399C-2505-A48C-7AA4-8897BECA01DE}"/>
              </a:ext>
            </a:extLst>
          </p:cNvPr>
          <p:cNvGrpSpPr/>
          <p:nvPr/>
        </p:nvGrpSpPr>
        <p:grpSpPr>
          <a:xfrm>
            <a:off x="2811767" y="4038142"/>
            <a:ext cx="898920" cy="86400"/>
            <a:chOff x="2811767" y="4038142"/>
            <a:chExt cx="898920" cy="8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AF2CD0E-8DC0-2194-3709-510D28863E51}"/>
                    </a:ext>
                  </a:extLst>
                </p14:cNvPr>
                <p14:cNvContentPartPr/>
                <p14:nvPr/>
              </p14:nvContentPartPr>
              <p14:xfrm>
                <a:off x="2904287" y="4038142"/>
                <a:ext cx="11160" cy="14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AF2CD0E-8DC0-2194-3709-510D28863E5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886647" y="4020142"/>
                  <a:ext cx="468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6A4AA24-3653-B11B-7029-DF40A9D78308}"/>
                    </a:ext>
                  </a:extLst>
                </p14:cNvPr>
                <p14:cNvContentPartPr/>
                <p14:nvPr/>
              </p14:nvContentPartPr>
              <p14:xfrm>
                <a:off x="2989247" y="4105462"/>
                <a:ext cx="721440" cy="190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6A4AA24-3653-B11B-7029-DF40A9D7830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971607" y="4087822"/>
                  <a:ext cx="7570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C36E7042-5410-99F8-42F1-F82D10DEE8C3}"/>
                    </a:ext>
                  </a:extLst>
                </p14:cNvPr>
                <p14:cNvContentPartPr/>
                <p14:nvPr/>
              </p14:nvContentPartPr>
              <p14:xfrm>
                <a:off x="2811767" y="4063342"/>
                <a:ext cx="9720" cy="28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C36E7042-5410-99F8-42F1-F82D10DEE8C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793767" y="4045702"/>
                  <a:ext cx="4536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0D5A8E57-0182-442A-D307-235E5160FE41}"/>
                  </a:ext>
                </a:extLst>
              </p14:cNvPr>
              <p14:cNvContentPartPr/>
              <p14:nvPr/>
            </p14:nvContentPartPr>
            <p14:xfrm>
              <a:off x="3828047" y="3871822"/>
              <a:ext cx="9720" cy="792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0D5A8E57-0182-442A-D307-235E5160FE41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3810047" y="3853822"/>
                <a:ext cx="453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0A277CCA-97C1-74DE-4D27-D3A0F72BF417}"/>
                  </a:ext>
                </a:extLst>
              </p14:cNvPr>
              <p14:cNvContentPartPr/>
              <p14:nvPr/>
            </p14:nvContentPartPr>
            <p14:xfrm>
              <a:off x="1102127" y="2111422"/>
              <a:ext cx="12240" cy="252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0A277CCA-97C1-74DE-4D27-D3A0F72BF417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084487" y="2093422"/>
                <a:ext cx="4788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EE7FFFFA-5530-05AC-1EF3-7C66A3250707}"/>
                  </a:ext>
                </a:extLst>
              </p14:cNvPr>
              <p14:cNvContentPartPr/>
              <p14:nvPr/>
            </p14:nvContentPartPr>
            <p14:xfrm>
              <a:off x="6344807" y="4860742"/>
              <a:ext cx="1080" cy="396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EE7FFFFA-5530-05AC-1EF3-7C66A3250707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6326807" y="4842742"/>
                <a:ext cx="36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06122557-3132-73BB-421E-A5A539D537A8}"/>
                  </a:ext>
                </a:extLst>
              </p14:cNvPr>
              <p14:cNvContentPartPr/>
              <p14:nvPr/>
            </p14:nvContentPartPr>
            <p14:xfrm>
              <a:off x="5576927" y="6677662"/>
              <a:ext cx="5400" cy="468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06122557-3132-73BB-421E-A5A539D537A8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5559287" y="6660022"/>
                <a:ext cx="410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02757F7E-1F54-3D07-091B-01B412200C2D}"/>
                  </a:ext>
                </a:extLst>
              </p14:cNvPr>
              <p14:cNvContentPartPr/>
              <p14:nvPr/>
            </p14:nvContentPartPr>
            <p14:xfrm>
              <a:off x="2300207" y="4883422"/>
              <a:ext cx="15480" cy="720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02757F7E-1F54-3D07-091B-01B412200C2D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2282567" y="4865782"/>
                <a:ext cx="511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BBF83CFB-9FE6-D827-A908-DF6E3F490F33}"/>
                  </a:ext>
                </a:extLst>
              </p14:cNvPr>
              <p14:cNvContentPartPr/>
              <p14:nvPr/>
            </p14:nvContentPartPr>
            <p14:xfrm>
              <a:off x="4369847" y="4736542"/>
              <a:ext cx="173880" cy="5940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BBF83CFB-9FE6-D827-A908-DF6E3F490F33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4351847" y="4718902"/>
                <a:ext cx="20952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C3F92EF6-4252-F70C-A9BB-D55696CF7ABB}"/>
                  </a:ext>
                </a:extLst>
              </p14:cNvPr>
              <p14:cNvContentPartPr/>
              <p14:nvPr/>
            </p14:nvContentPartPr>
            <p14:xfrm>
              <a:off x="4449407" y="4646542"/>
              <a:ext cx="48240" cy="22968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C3F92EF6-4252-F70C-A9BB-D55696CF7ABB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4431767" y="4628542"/>
                <a:ext cx="8388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5655BE90-8539-FB1B-2567-02F7BC73CACF}"/>
                  </a:ext>
                </a:extLst>
              </p14:cNvPr>
              <p14:cNvContentPartPr/>
              <p14:nvPr/>
            </p14:nvContentPartPr>
            <p14:xfrm>
              <a:off x="4640207" y="4682542"/>
              <a:ext cx="205200" cy="19080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5655BE90-8539-FB1B-2567-02F7BC73CACF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4622207" y="4664902"/>
                <a:ext cx="24084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11D41BCD-489A-EF81-8553-B97C6A9979CA}"/>
                  </a:ext>
                </a:extLst>
              </p14:cNvPr>
              <p14:cNvContentPartPr/>
              <p14:nvPr/>
            </p14:nvContentPartPr>
            <p14:xfrm>
              <a:off x="4878527" y="4838782"/>
              <a:ext cx="259920" cy="17856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11D41BCD-489A-EF81-8553-B97C6A9979CA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4860887" y="4821142"/>
                <a:ext cx="29556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0F8D5394-313F-9706-4C06-1439FD735EA5}"/>
                  </a:ext>
                </a:extLst>
              </p14:cNvPr>
              <p14:cNvContentPartPr/>
              <p14:nvPr/>
            </p14:nvContentPartPr>
            <p14:xfrm>
              <a:off x="3320087" y="4951102"/>
              <a:ext cx="4680" cy="540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0F8D5394-313F-9706-4C06-1439FD735EA5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3302447" y="4933102"/>
                <a:ext cx="403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0CB503CD-B839-00AF-855B-A8D0CCA697FC}"/>
                  </a:ext>
                </a:extLst>
              </p14:cNvPr>
              <p14:cNvContentPartPr/>
              <p14:nvPr/>
            </p14:nvContentPartPr>
            <p14:xfrm>
              <a:off x="4855127" y="4857502"/>
              <a:ext cx="8280" cy="396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0CB503CD-B839-00AF-855B-A8D0CCA697FC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4837487" y="4839862"/>
                <a:ext cx="439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85E0EA0C-338E-413F-1ED0-297A6D0AE13B}"/>
                  </a:ext>
                </a:extLst>
              </p14:cNvPr>
              <p14:cNvContentPartPr/>
              <p14:nvPr/>
            </p14:nvContentPartPr>
            <p14:xfrm>
              <a:off x="1556807" y="4869742"/>
              <a:ext cx="18360" cy="1332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85E0EA0C-338E-413F-1ED0-297A6D0AE13B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1539167" y="4852102"/>
                <a:ext cx="540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003A80FD-0AA9-4216-A332-509678D8659E}"/>
                  </a:ext>
                </a:extLst>
              </p14:cNvPr>
              <p14:cNvContentPartPr/>
              <p14:nvPr/>
            </p14:nvContentPartPr>
            <p14:xfrm>
              <a:off x="3303527" y="4790902"/>
              <a:ext cx="12960" cy="1332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003A80FD-0AA9-4216-A332-509678D8659E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3285527" y="4772902"/>
                <a:ext cx="486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AA0A550D-B292-99BE-5691-C8683A036FFC}"/>
                  </a:ext>
                </a:extLst>
              </p14:cNvPr>
              <p14:cNvContentPartPr/>
              <p14:nvPr/>
            </p14:nvContentPartPr>
            <p14:xfrm>
              <a:off x="3653087" y="4806742"/>
              <a:ext cx="10800" cy="144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AA0A550D-B292-99BE-5691-C8683A036FFC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3635087" y="4789102"/>
                <a:ext cx="464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9430BEBE-516C-B0BB-0236-39341D54CA58}"/>
                  </a:ext>
                </a:extLst>
              </p14:cNvPr>
              <p14:cNvContentPartPr/>
              <p14:nvPr/>
            </p14:nvContentPartPr>
            <p14:xfrm>
              <a:off x="3205247" y="3993502"/>
              <a:ext cx="42480" cy="1764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9430BEBE-516C-B0BB-0236-39341D54CA58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3187247" y="3975862"/>
                <a:ext cx="7812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0" name="Group 299">
            <a:extLst>
              <a:ext uri="{FF2B5EF4-FFF2-40B4-BE49-F238E27FC236}">
                <a16:creationId xmlns:a16="http://schemas.microsoft.com/office/drawing/2014/main" id="{25230FE2-ABA6-A8E0-6930-0C5B7F84B939}"/>
              </a:ext>
            </a:extLst>
          </p:cNvPr>
          <p:cNvGrpSpPr/>
          <p:nvPr/>
        </p:nvGrpSpPr>
        <p:grpSpPr>
          <a:xfrm>
            <a:off x="4383887" y="3574102"/>
            <a:ext cx="1778040" cy="463320"/>
            <a:chOff x="4383887" y="3574102"/>
            <a:chExt cx="1778040" cy="46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68B7017-3E33-4864-E277-F79550D4684C}"/>
                    </a:ext>
                  </a:extLst>
                </p14:cNvPr>
                <p14:cNvContentPartPr/>
                <p14:nvPr/>
              </p14:nvContentPartPr>
              <p14:xfrm>
                <a:off x="4393247" y="3700462"/>
                <a:ext cx="140040" cy="2095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68B7017-3E33-4864-E277-F79550D4684C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375607" y="3682462"/>
                  <a:ext cx="1756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BA5FFD8-0F3E-7DEE-05E0-8DB21F34C775}"/>
                    </a:ext>
                  </a:extLst>
                </p14:cNvPr>
                <p14:cNvContentPartPr/>
                <p14:nvPr/>
              </p14:nvContentPartPr>
              <p14:xfrm>
                <a:off x="4618967" y="3624142"/>
                <a:ext cx="163080" cy="413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BA5FFD8-0F3E-7DEE-05E0-8DB21F34C77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601327" y="3606502"/>
                  <a:ext cx="19872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39B4882-AA86-BF8C-B220-04C96D59BDA7}"/>
                    </a:ext>
                  </a:extLst>
                </p14:cNvPr>
                <p14:cNvContentPartPr/>
                <p14:nvPr/>
              </p14:nvContentPartPr>
              <p14:xfrm>
                <a:off x="4883207" y="3727462"/>
                <a:ext cx="18000" cy="165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39B4882-AA86-BF8C-B220-04C96D59BDA7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865207" y="3709822"/>
                  <a:ext cx="536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94655BF-ABDB-EFB1-B5B7-43496FD65E8E}"/>
                    </a:ext>
                  </a:extLst>
                </p14:cNvPr>
                <p14:cNvContentPartPr/>
                <p14:nvPr/>
              </p14:nvContentPartPr>
              <p14:xfrm>
                <a:off x="5050607" y="3674902"/>
                <a:ext cx="178560" cy="518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94655BF-ABDB-EFB1-B5B7-43496FD65E8E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032967" y="3656902"/>
                  <a:ext cx="2142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E0E9BA1-E916-AB39-F52C-4CD5F3198C71}"/>
                    </a:ext>
                  </a:extLst>
                </p14:cNvPr>
                <p14:cNvContentPartPr/>
                <p14:nvPr/>
              </p14:nvContentPartPr>
              <p14:xfrm>
                <a:off x="5154287" y="3582022"/>
                <a:ext cx="15120" cy="1900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E0E9BA1-E916-AB39-F52C-4CD5F3198C71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136287" y="3564022"/>
                  <a:ext cx="507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B23905C-6E4E-865B-208E-FA30AF7E81D9}"/>
                    </a:ext>
                  </a:extLst>
                </p14:cNvPr>
                <p14:cNvContentPartPr/>
                <p14:nvPr/>
              </p14:nvContentPartPr>
              <p14:xfrm>
                <a:off x="5336087" y="3574102"/>
                <a:ext cx="180000" cy="3985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B23905C-6E4E-865B-208E-FA30AF7E81D9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318447" y="3556102"/>
                  <a:ext cx="21564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D1F842F-6406-A3A8-7504-9ABF5E5ECD3F}"/>
                    </a:ext>
                  </a:extLst>
                </p14:cNvPr>
                <p14:cNvContentPartPr/>
                <p14:nvPr/>
              </p14:nvContentPartPr>
              <p14:xfrm>
                <a:off x="5605007" y="3745102"/>
                <a:ext cx="182520" cy="149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D1F842F-6406-A3A8-7504-9ABF5E5ECD3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5587007" y="3727102"/>
                  <a:ext cx="2181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42865F9-D3C5-19C8-7282-2E4D121A0798}"/>
                    </a:ext>
                  </a:extLst>
                </p14:cNvPr>
                <p14:cNvContentPartPr/>
                <p14:nvPr/>
              </p14:nvContentPartPr>
              <p14:xfrm>
                <a:off x="6071207" y="3693622"/>
                <a:ext cx="90720" cy="174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42865F9-D3C5-19C8-7282-2E4D121A0798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6053207" y="3675982"/>
                  <a:ext cx="1263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DA839A21-18DF-8514-61D5-484A44E90139}"/>
                    </a:ext>
                  </a:extLst>
                </p14:cNvPr>
                <p14:cNvContentPartPr/>
                <p14:nvPr/>
              </p14:nvContentPartPr>
              <p14:xfrm>
                <a:off x="4383887" y="3782182"/>
                <a:ext cx="10800" cy="21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DA839A21-18DF-8514-61D5-484A44E90139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4366247" y="3764182"/>
                  <a:ext cx="46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E975A892-49F4-3BA5-8FAA-FA1400519ACD}"/>
                    </a:ext>
                  </a:extLst>
                </p14:cNvPr>
                <p14:cNvContentPartPr/>
                <p14:nvPr/>
              </p14:nvContentPartPr>
              <p14:xfrm>
                <a:off x="5236727" y="3845542"/>
                <a:ext cx="4680" cy="97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E975A892-49F4-3BA5-8FAA-FA1400519ACD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219087" y="3827902"/>
                  <a:ext cx="403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903BECC8-832C-4C6B-2DDF-EE949307485A}"/>
                    </a:ext>
                  </a:extLst>
                </p14:cNvPr>
                <p14:cNvContentPartPr/>
                <p14:nvPr/>
              </p14:nvContentPartPr>
              <p14:xfrm>
                <a:off x="5974007" y="3843382"/>
                <a:ext cx="4680" cy="72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903BECC8-832C-4C6B-2DDF-EE949307485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956367" y="3825382"/>
                  <a:ext cx="4032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0F76FB7F-9C06-E560-FD00-E6CEA854423D}"/>
              </a:ext>
            </a:extLst>
          </p:cNvPr>
          <p:cNvGrpSpPr/>
          <p:nvPr/>
        </p:nvGrpSpPr>
        <p:grpSpPr>
          <a:xfrm>
            <a:off x="6378287" y="3543142"/>
            <a:ext cx="759240" cy="301320"/>
            <a:chOff x="6378287" y="3543142"/>
            <a:chExt cx="759240" cy="30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69DAB4F-43C9-7B8B-B0E8-E9818948DB1C}"/>
                    </a:ext>
                  </a:extLst>
                </p14:cNvPr>
                <p14:cNvContentPartPr/>
                <p14:nvPr/>
              </p14:nvContentPartPr>
              <p14:xfrm>
                <a:off x="6378287" y="3598222"/>
                <a:ext cx="237960" cy="1400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69DAB4F-43C9-7B8B-B0E8-E9818948DB1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360287" y="3580222"/>
                  <a:ext cx="2736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55E0A07-F011-F9BE-0000-84B8880C6461}"/>
                    </a:ext>
                  </a:extLst>
                </p14:cNvPr>
                <p14:cNvContentPartPr/>
                <p14:nvPr/>
              </p14:nvContentPartPr>
              <p14:xfrm>
                <a:off x="6785087" y="3681022"/>
                <a:ext cx="29520" cy="1634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55E0A07-F011-F9BE-0000-84B8880C646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767087" y="3663382"/>
                  <a:ext cx="65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E8CE9EA-E254-6311-ACB5-779FF4B06721}"/>
                    </a:ext>
                  </a:extLst>
                </p14:cNvPr>
                <p14:cNvContentPartPr/>
                <p14:nvPr/>
              </p14:nvContentPartPr>
              <p14:xfrm>
                <a:off x="6972287" y="3624862"/>
                <a:ext cx="165240" cy="572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E8CE9EA-E254-6311-ACB5-779FF4B0672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954647" y="3606862"/>
                  <a:ext cx="200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CFEB4AC-C3CF-AB67-34AA-C5BB0AAEEF0A}"/>
                    </a:ext>
                  </a:extLst>
                </p14:cNvPr>
                <p14:cNvContentPartPr/>
                <p14:nvPr/>
              </p14:nvContentPartPr>
              <p14:xfrm>
                <a:off x="7078127" y="3543142"/>
                <a:ext cx="20880" cy="1904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CFEB4AC-C3CF-AB67-34AA-C5BB0AAEEF0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060487" y="3525142"/>
                  <a:ext cx="565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543770C-8485-F2BE-AF3D-2BD221E8CEA7}"/>
                    </a:ext>
                  </a:extLst>
                </p14:cNvPr>
                <p14:cNvContentPartPr/>
                <p14:nvPr/>
              </p14:nvContentPartPr>
              <p14:xfrm>
                <a:off x="6706607" y="3716302"/>
                <a:ext cx="3600" cy="28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543770C-8485-F2BE-AF3D-2BD221E8CEA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688607" y="3698662"/>
                  <a:ext cx="3924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B27122A9-48CE-AD0D-2F74-40F10ACC7A33}"/>
              </a:ext>
            </a:extLst>
          </p:cNvPr>
          <p:cNvGrpSpPr/>
          <p:nvPr/>
        </p:nvGrpSpPr>
        <p:grpSpPr>
          <a:xfrm>
            <a:off x="696047" y="3483742"/>
            <a:ext cx="820800" cy="527760"/>
            <a:chOff x="696047" y="3483742"/>
            <a:chExt cx="820800" cy="52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3110762-9D51-447B-86FF-8160317A39AE}"/>
                    </a:ext>
                  </a:extLst>
                </p14:cNvPr>
                <p14:cNvContentPartPr/>
                <p14:nvPr/>
              </p14:nvContentPartPr>
              <p14:xfrm>
                <a:off x="696047" y="3483742"/>
                <a:ext cx="174240" cy="2242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3110762-9D51-447B-86FF-8160317A39A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78047" y="3465742"/>
                  <a:ext cx="2098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D3EE27E-4878-2120-2A36-DFC401E26A85}"/>
                    </a:ext>
                  </a:extLst>
                </p14:cNvPr>
                <p14:cNvContentPartPr/>
                <p14:nvPr/>
              </p14:nvContentPartPr>
              <p14:xfrm>
                <a:off x="975767" y="3545662"/>
                <a:ext cx="160920" cy="504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D3EE27E-4878-2120-2A36-DFC401E26A8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58127" y="3528022"/>
                  <a:ext cx="1965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C07AC43-9246-6371-DAC8-61A05E050AAC}"/>
                    </a:ext>
                  </a:extLst>
                </p14:cNvPr>
                <p14:cNvContentPartPr/>
                <p14:nvPr/>
              </p14:nvContentPartPr>
              <p14:xfrm>
                <a:off x="1044887" y="3500302"/>
                <a:ext cx="26640" cy="186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C07AC43-9246-6371-DAC8-61A05E050AA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27247" y="3482302"/>
                  <a:ext cx="622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79C2373-801D-9791-69BC-4C5E8CE148AD}"/>
                    </a:ext>
                  </a:extLst>
                </p14:cNvPr>
                <p14:cNvContentPartPr/>
                <p14:nvPr/>
              </p14:nvContentPartPr>
              <p14:xfrm>
                <a:off x="1218407" y="3490222"/>
                <a:ext cx="298440" cy="208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79C2373-801D-9791-69BC-4C5E8CE148A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200767" y="3472222"/>
                  <a:ext cx="3340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4BCD23B4-71C9-C14C-AB0B-F940956E1AEF}"/>
                    </a:ext>
                  </a:extLst>
                </p14:cNvPr>
                <p14:cNvContentPartPr/>
                <p14:nvPr/>
              </p14:nvContentPartPr>
              <p14:xfrm>
                <a:off x="736727" y="3716302"/>
                <a:ext cx="727200" cy="13500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4BCD23B4-71C9-C14C-AB0B-F940956E1AE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18727" y="3698662"/>
                  <a:ext cx="7628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B031ACD-14E2-EC19-6D3D-2CBE66C0307D}"/>
                    </a:ext>
                  </a:extLst>
                </p14:cNvPr>
                <p14:cNvContentPartPr/>
                <p14:nvPr/>
              </p14:nvContentPartPr>
              <p14:xfrm>
                <a:off x="789287" y="3915022"/>
                <a:ext cx="539640" cy="964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B031ACD-14E2-EC19-6D3D-2CBE66C0307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71647" y="3897382"/>
                  <a:ext cx="57528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A463EA7F-9261-EC04-AE96-0F00D344AEAE}"/>
              </a:ext>
            </a:extLst>
          </p:cNvPr>
          <p:cNvGrpSpPr/>
          <p:nvPr/>
        </p:nvGrpSpPr>
        <p:grpSpPr>
          <a:xfrm>
            <a:off x="6879047" y="4761742"/>
            <a:ext cx="613440" cy="348480"/>
            <a:chOff x="6879047" y="4761742"/>
            <a:chExt cx="613440" cy="34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D516C389-185F-4617-F662-D72F1608E3B1}"/>
                    </a:ext>
                  </a:extLst>
                </p14:cNvPr>
                <p14:cNvContentPartPr/>
                <p14:nvPr/>
              </p14:nvContentPartPr>
              <p14:xfrm>
                <a:off x="6943847" y="4827262"/>
                <a:ext cx="5760" cy="46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D516C389-185F-4617-F662-D72F1608E3B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926207" y="4809262"/>
                  <a:ext cx="41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14F78995-FD7C-7F9E-1E13-66DE76B797DC}"/>
                    </a:ext>
                  </a:extLst>
                </p14:cNvPr>
                <p14:cNvContentPartPr/>
                <p14:nvPr/>
              </p14:nvContentPartPr>
              <p14:xfrm>
                <a:off x="7041047" y="4827262"/>
                <a:ext cx="9720" cy="14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14F78995-FD7C-7F9E-1E13-66DE76B797DC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023407" y="4809262"/>
                  <a:ext cx="453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DE1A7EB3-07AB-C506-8A3B-55CFF4986D28}"/>
                    </a:ext>
                  </a:extLst>
                </p14:cNvPr>
                <p14:cNvContentPartPr/>
                <p14:nvPr/>
              </p14:nvContentPartPr>
              <p14:xfrm>
                <a:off x="7024487" y="4761742"/>
                <a:ext cx="4320" cy="28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DE1A7EB3-07AB-C506-8A3B-55CFF4986D2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006487" y="4743742"/>
                  <a:ext cx="399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52BE5FFB-5769-EED2-48D3-61ACFBCABA65}"/>
                    </a:ext>
                  </a:extLst>
                </p14:cNvPr>
                <p14:cNvContentPartPr/>
                <p14:nvPr/>
              </p14:nvContentPartPr>
              <p14:xfrm>
                <a:off x="6907847" y="4808542"/>
                <a:ext cx="430560" cy="2084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52BE5FFB-5769-EED2-48D3-61ACFBCABA65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890207" y="4790902"/>
                  <a:ext cx="4662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40E52BC0-7AC3-8C07-3B19-722696AB5CA5}"/>
                    </a:ext>
                  </a:extLst>
                </p14:cNvPr>
                <p14:cNvContentPartPr/>
                <p14:nvPr/>
              </p14:nvContentPartPr>
              <p14:xfrm>
                <a:off x="6884087" y="4888462"/>
                <a:ext cx="608400" cy="2217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40E52BC0-7AC3-8C07-3B19-722696AB5CA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866087" y="4870822"/>
                  <a:ext cx="6440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39B11118-486B-EE09-FD10-FB0D9ACBD760}"/>
                    </a:ext>
                  </a:extLst>
                </p14:cNvPr>
                <p14:cNvContentPartPr/>
                <p14:nvPr/>
              </p14:nvContentPartPr>
              <p14:xfrm>
                <a:off x="6879047" y="4933462"/>
                <a:ext cx="360" cy="3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39B11118-486B-EE09-FD10-FB0D9ACBD76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61047" y="491582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5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43F6DBF1-FDCE-EC8C-36A9-58D71826FEB1}"/>
                  </a:ext>
                </a:extLst>
              </p14:cNvPr>
              <p14:cNvContentPartPr/>
              <p14:nvPr/>
            </p14:nvContentPartPr>
            <p14:xfrm>
              <a:off x="794327" y="4684342"/>
              <a:ext cx="178920" cy="14832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43F6DBF1-FDCE-EC8C-36A9-58D71826FEB1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776327" y="4666702"/>
                <a:ext cx="21456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7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040C6CA9-A81B-173E-E688-79127ED675C9}"/>
                  </a:ext>
                </a:extLst>
              </p14:cNvPr>
              <p14:cNvContentPartPr/>
              <p14:nvPr/>
            </p14:nvContentPartPr>
            <p14:xfrm>
              <a:off x="1063967" y="4753102"/>
              <a:ext cx="18360" cy="15228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040C6CA9-A81B-173E-E688-79127ED675C9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1045967" y="4735462"/>
                <a:ext cx="5400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9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730F9C86-1A9E-FF12-570E-604DD17801EC}"/>
                  </a:ext>
                </a:extLst>
              </p14:cNvPr>
              <p14:cNvContentPartPr/>
              <p14:nvPr/>
            </p14:nvContentPartPr>
            <p14:xfrm>
              <a:off x="1184567" y="4739782"/>
              <a:ext cx="131400" cy="3888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730F9C86-1A9E-FF12-570E-604DD17801EC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1166567" y="4722142"/>
                <a:ext cx="1670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1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0BBCB84B-8265-47F1-0DF2-25AB4E5226F6}"/>
                  </a:ext>
                </a:extLst>
              </p14:cNvPr>
              <p14:cNvContentPartPr/>
              <p14:nvPr/>
            </p14:nvContentPartPr>
            <p14:xfrm>
              <a:off x="1267727" y="4663462"/>
              <a:ext cx="23400" cy="1677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0BBCB84B-8265-47F1-0DF2-25AB4E5226F6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1250087" y="4645822"/>
                <a:ext cx="5904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3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3A8F2C17-0165-F1FC-A842-EFC873C66C9D}"/>
                  </a:ext>
                </a:extLst>
              </p14:cNvPr>
              <p14:cNvContentPartPr/>
              <p14:nvPr/>
            </p14:nvContentPartPr>
            <p14:xfrm>
              <a:off x="1376807" y="4674622"/>
              <a:ext cx="196920" cy="17604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3A8F2C17-0165-F1FC-A842-EFC873C66C9D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1359167" y="4656622"/>
                <a:ext cx="23256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5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A1573060-4347-2C44-E4E7-239FE3C8B66C}"/>
                  </a:ext>
                </a:extLst>
              </p14:cNvPr>
              <p14:cNvContentPartPr/>
              <p14:nvPr/>
            </p14:nvContentPartPr>
            <p14:xfrm>
              <a:off x="1595327" y="4800982"/>
              <a:ext cx="248400" cy="1731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A1573060-4347-2C44-E4E7-239FE3C8B66C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1577327" y="4783342"/>
                <a:ext cx="28404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375938A3-19A8-2EA9-1E42-193E7986E5A4}"/>
                  </a:ext>
                </a:extLst>
              </p14:cNvPr>
              <p14:cNvContentPartPr/>
              <p14:nvPr/>
            </p14:nvContentPartPr>
            <p14:xfrm>
              <a:off x="1958927" y="4839142"/>
              <a:ext cx="1080" cy="288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375938A3-19A8-2EA9-1E42-193E7986E5A4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1940927" y="4821142"/>
                <a:ext cx="367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10EDF77E-8F2E-D6E3-3DA3-23BB0B1BA3D0}"/>
                  </a:ext>
                </a:extLst>
              </p14:cNvPr>
              <p14:cNvContentPartPr/>
              <p14:nvPr/>
            </p14:nvContentPartPr>
            <p14:xfrm>
              <a:off x="1920407" y="4719622"/>
              <a:ext cx="173520" cy="313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10EDF77E-8F2E-D6E3-3DA3-23BB0B1BA3D0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1902767" y="4701982"/>
                <a:ext cx="20916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9BCEEAD-8C08-81C4-64E5-BB1BA8491931}"/>
                  </a:ext>
                </a:extLst>
              </p14:cNvPr>
              <p14:cNvContentPartPr/>
              <p14:nvPr/>
            </p14:nvContentPartPr>
            <p14:xfrm>
              <a:off x="2029127" y="4641142"/>
              <a:ext cx="20520" cy="21528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9BCEEAD-8C08-81C4-64E5-BB1BA8491931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2011127" y="4623142"/>
                <a:ext cx="5616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3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A18B1565-EEFA-E270-2412-2BC228A3E49A}"/>
                  </a:ext>
                </a:extLst>
              </p14:cNvPr>
              <p14:cNvContentPartPr/>
              <p14:nvPr/>
            </p14:nvContentPartPr>
            <p14:xfrm>
              <a:off x="1157207" y="4889182"/>
              <a:ext cx="4320" cy="468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A18B1565-EEFA-E270-2412-2BC228A3E49A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1139567" y="4871182"/>
                <a:ext cx="399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E2508851-3054-6279-8F7B-02B4B7BE2B43}"/>
                  </a:ext>
                </a:extLst>
              </p14:cNvPr>
              <p14:cNvContentPartPr/>
              <p14:nvPr/>
            </p14:nvContentPartPr>
            <p14:xfrm>
              <a:off x="1189607" y="4960102"/>
              <a:ext cx="2880" cy="288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E2508851-3054-6279-8F7B-02B4B7BE2B43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1171607" y="4942462"/>
                <a:ext cx="385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6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E464599E-855E-672F-08F2-4CDFD9C7900E}"/>
                  </a:ext>
                </a:extLst>
              </p14:cNvPr>
              <p14:cNvContentPartPr/>
              <p14:nvPr/>
            </p14:nvContentPartPr>
            <p14:xfrm>
              <a:off x="853727" y="4993582"/>
              <a:ext cx="360" cy="432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E464599E-855E-672F-08F2-4CDFD9C7900E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835727" y="4975942"/>
                <a:ext cx="360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F9A70784-1066-5517-F6F3-0D26F70673F9}"/>
                  </a:ext>
                </a:extLst>
              </p14:cNvPr>
              <p14:cNvContentPartPr/>
              <p14:nvPr/>
            </p14:nvContentPartPr>
            <p14:xfrm>
              <a:off x="324887" y="5121022"/>
              <a:ext cx="150480" cy="18900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F9A70784-1066-5517-F6F3-0D26F70673F9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306887" y="5103382"/>
                <a:ext cx="18612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3C7DF878-2008-A73E-74F1-93F7FAF9B282}"/>
                  </a:ext>
                </a:extLst>
              </p14:cNvPr>
              <p14:cNvContentPartPr/>
              <p14:nvPr/>
            </p14:nvContentPartPr>
            <p14:xfrm>
              <a:off x="493007" y="5091862"/>
              <a:ext cx="176040" cy="17604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3C7DF878-2008-A73E-74F1-93F7FAF9B282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475007" y="5074222"/>
                <a:ext cx="21168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5AB0D320-4A2A-C5F1-411A-CB70671C0685}"/>
                  </a:ext>
                </a:extLst>
              </p14:cNvPr>
              <p14:cNvContentPartPr/>
              <p14:nvPr/>
            </p14:nvContentPartPr>
            <p14:xfrm>
              <a:off x="756887" y="5032822"/>
              <a:ext cx="113760" cy="21096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5AB0D320-4A2A-C5F1-411A-CB70671C0685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738887" y="5014822"/>
                <a:ext cx="14940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74A434C6-7A1B-CB12-E615-62C33C55649D}"/>
                  </a:ext>
                </a:extLst>
              </p14:cNvPr>
              <p14:cNvContentPartPr/>
              <p14:nvPr/>
            </p14:nvContentPartPr>
            <p14:xfrm>
              <a:off x="981527" y="5250982"/>
              <a:ext cx="7920" cy="1080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74A434C6-7A1B-CB12-E615-62C33C55649D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963887" y="5232982"/>
                <a:ext cx="435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BB0FAD57-5D31-A6D6-26B4-6C4623E96609}"/>
                  </a:ext>
                </a:extLst>
              </p14:cNvPr>
              <p14:cNvContentPartPr/>
              <p14:nvPr/>
            </p14:nvContentPartPr>
            <p14:xfrm>
              <a:off x="1008167" y="4960822"/>
              <a:ext cx="720" cy="468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BB0FAD57-5D31-A6D6-26B4-6C4623E96609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990527" y="4942822"/>
                <a:ext cx="363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EFE99186-6F59-D049-6446-969272B2E591}"/>
                  </a:ext>
                </a:extLst>
              </p14:cNvPr>
              <p14:cNvContentPartPr/>
              <p14:nvPr/>
            </p14:nvContentPartPr>
            <p14:xfrm>
              <a:off x="1449887" y="4928782"/>
              <a:ext cx="6480" cy="396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EFE99186-6F59-D049-6446-969272B2E591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1431887" y="4910782"/>
                <a:ext cx="421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D620F171-755E-9270-E6B9-52FE0A555ADC}"/>
                  </a:ext>
                </a:extLst>
              </p14:cNvPr>
              <p14:cNvContentPartPr/>
              <p14:nvPr/>
            </p14:nvContentPartPr>
            <p14:xfrm>
              <a:off x="945887" y="4871902"/>
              <a:ext cx="7200" cy="1188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D620F171-755E-9270-E6B9-52FE0A555ADC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927887" y="4854262"/>
                <a:ext cx="428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FF9EE64D-CF87-B2A5-C17D-174D36FA9F77}"/>
                  </a:ext>
                </a:extLst>
              </p14:cNvPr>
              <p14:cNvContentPartPr/>
              <p14:nvPr/>
            </p14:nvContentPartPr>
            <p14:xfrm>
              <a:off x="2321447" y="4873702"/>
              <a:ext cx="7200" cy="1512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FF9EE64D-CF87-B2A5-C17D-174D36FA9F77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2303447" y="4855702"/>
                <a:ext cx="4284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3" name="Group 312">
            <a:extLst>
              <a:ext uri="{FF2B5EF4-FFF2-40B4-BE49-F238E27FC236}">
                <a16:creationId xmlns:a16="http://schemas.microsoft.com/office/drawing/2014/main" id="{68CB8930-F811-9FDA-1298-D45EAF2FC26D}"/>
              </a:ext>
            </a:extLst>
          </p:cNvPr>
          <p:cNvGrpSpPr/>
          <p:nvPr/>
        </p:nvGrpSpPr>
        <p:grpSpPr>
          <a:xfrm>
            <a:off x="410927" y="5548702"/>
            <a:ext cx="1384920" cy="681480"/>
            <a:chOff x="410927" y="5548702"/>
            <a:chExt cx="1384920" cy="68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9D1E6F2-822C-3013-C6D2-6613313FDC3B}"/>
                    </a:ext>
                  </a:extLst>
                </p14:cNvPr>
                <p14:cNvContentPartPr/>
                <p14:nvPr/>
              </p14:nvContentPartPr>
              <p14:xfrm>
                <a:off x="730967" y="5604502"/>
                <a:ext cx="169920" cy="1893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9D1E6F2-822C-3013-C6D2-6613313FDC3B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713327" y="5586502"/>
                  <a:ext cx="2055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AD485BB-2FE6-5F44-B4EE-93E408081976}"/>
                    </a:ext>
                  </a:extLst>
                </p14:cNvPr>
                <p14:cNvContentPartPr/>
                <p14:nvPr/>
              </p14:nvContentPartPr>
              <p14:xfrm>
                <a:off x="1024367" y="5666062"/>
                <a:ext cx="61200" cy="2602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AD485BB-2FE6-5F44-B4EE-93E408081976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06727" y="5648422"/>
                  <a:ext cx="968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B72920C-A534-3C1F-337E-A77BF10F013D}"/>
                    </a:ext>
                  </a:extLst>
                </p14:cNvPr>
                <p14:cNvContentPartPr/>
                <p14:nvPr/>
              </p14:nvContentPartPr>
              <p14:xfrm>
                <a:off x="1246487" y="5715382"/>
                <a:ext cx="141480" cy="226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B72920C-A534-3C1F-337E-A77BF10F013D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228847" y="5697382"/>
                  <a:ext cx="1771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0F117AA-5BC3-4EE0-3C1C-F3D4E9E28379}"/>
                    </a:ext>
                  </a:extLst>
                </p14:cNvPr>
                <p14:cNvContentPartPr/>
                <p14:nvPr/>
              </p14:nvContentPartPr>
              <p14:xfrm>
                <a:off x="1330367" y="5633302"/>
                <a:ext cx="38880" cy="1717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0F117AA-5BC3-4EE0-3C1C-F3D4E9E28379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312727" y="5615302"/>
                  <a:ext cx="745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DAB7459-4EBB-DD03-1177-43E25E1C4ACD}"/>
                    </a:ext>
                  </a:extLst>
                </p14:cNvPr>
                <p14:cNvContentPartPr/>
                <p14:nvPr/>
              </p14:nvContentPartPr>
              <p14:xfrm>
                <a:off x="1503527" y="5572462"/>
                <a:ext cx="134280" cy="3438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DAB7459-4EBB-DD03-1177-43E25E1C4ACD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485527" y="5554462"/>
                  <a:ext cx="16992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CA8DE54-3CC1-5407-CFD1-E741F2ED403B}"/>
                    </a:ext>
                  </a:extLst>
                </p14:cNvPr>
                <p14:cNvContentPartPr/>
                <p14:nvPr/>
              </p14:nvContentPartPr>
              <p14:xfrm>
                <a:off x="1770287" y="5697022"/>
                <a:ext cx="25560" cy="2059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CA8DE54-3CC1-5407-CFD1-E741F2ED403B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752647" y="5679382"/>
                  <a:ext cx="612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89CD869-93CA-E6BD-E999-7EE36982932B}"/>
                    </a:ext>
                  </a:extLst>
                </p14:cNvPr>
                <p14:cNvContentPartPr/>
                <p14:nvPr/>
              </p14:nvContentPartPr>
              <p14:xfrm>
                <a:off x="410927" y="5548702"/>
                <a:ext cx="368640" cy="6537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89CD869-93CA-E6BD-E999-7EE36982932B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93287" y="5531062"/>
                  <a:ext cx="404280" cy="6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D9D7355-59B1-C757-3B08-96B53264B175}"/>
                    </a:ext>
                  </a:extLst>
                </p14:cNvPr>
                <p14:cNvContentPartPr/>
                <p14:nvPr/>
              </p14:nvContentPartPr>
              <p14:xfrm>
                <a:off x="1372487" y="6046942"/>
                <a:ext cx="9720" cy="54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D9D7355-59B1-C757-3B08-96B53264B175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354847" y="6028942"/>
                  <a:ext cx="453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69124E2A-730B-CF41-26E2-086055662005}"/>
                    </a:ext>
                  </a:extLst>
                </p14:cNvPr>
                <p14:cNvContentPartPr/>
                <p14:nvPr/>
              </p14:nvContentPartPr>
              <p14:xfrm>
                <a:off x="1308767" y="6224422"/>
                <a:ext cx="3960" cy="57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69124E2A-730B-CF41-26E2-08605566200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291127" y="6206422"/>
                  <a:ext cx="39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2527967C-3091-6374-496E-9B7B6F11805B}"/>
                    </a:ext>
                  </a:extLst>
                </p14:cNvPr>
                <p14:cNvContentPartPr/>
                <p14:nvPr/>
              </p14:nvContentPartPr>
              <p14:xfrm>
                <a:off x="875327" y="5815102"/>
                <a:ext cx="8280" cy="900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2527967C-3091-6374-496E-9B7B6F11805B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57327" y="5797102"/>
                  <a:ext cx="43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58429B1E-9E9F-FA4B-0F84-0B660D679DBF}"/>
                    </a:ext>
                  </a:extLst>
                </p14:cNvPr>
                <p14:cNvContentPartPr/>
                <p14:nvPr/>
              </p14:nvContentPartPr>
              <p14:xfrm>
                <a:off x="1551407" y="5925622"/>
                <a:ext cx="7920" cy="21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58429B1E-9E9F-FA4B-0F84-0B660D679DB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533407" y="5907982"/>
                  <a:ext cx="4356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C61061E2-D7B8-1427-CD2C-5DE710CF80D6}"/>
              </a:ext>
            </a:extLst>
          </p:cNvPr>
          <p:cNvGrpSpPr/>
          <p:nvPr/>
        </p:nvGrpSpPr>
        <p:grpSpPr>
          <a:xfrm>
            <a:off x="2613407" y="4617022"/>
            <a:ext cx="1586520" cy="482400"/>
            <a:chOff x="2613407" y="4617022"/>
            <a:chExt cx="1586520" cy="48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DD47233-F993-494C-80CF-1D8D100389AE}"/>
                    </a:ext>
                  </a:extLst>
                </p14:cNvPr>
                <p14:cNvContentPartPr/>
                <p14:nvPr/>
              </p14:nvContentPartPr>
              <p14:xfrm>
                <a:off x="2613407" y="4847062"/>
                <a:ext cx="17280" cy="1530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DD47233-F993-494C-80CF-1D8D100389AE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595407" y="4829422"/>
                  <a:ext cx="529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D072FB0-225D-FCAE-EFCA-283E1B346B65}"/>
                    </a:ext>
                  </a:extLst>
                </p14:cNvPr>
                <p14:cNvContentPartPr/>
                <p14:nvPr/>
              </p14:nvContentPartPr>
              <p14:xfrm>
                <a:off x="2758487" y="4706662"/>
                <a:ext cx="181080" cy="2023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D072FB0-225D-FCAE-EFCA-283E1B346B65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2740847" y="4689022"/>
                  <a:ext cx="2167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5596BD3-94AF-26B9-63F1-897EDD01BA89}"/>
                    </a:ext>
                  </a:extLst>
                </p14:cNvPr>
                <p14:cNvContentPartPr/>
                <p14:nvPr/>
              </p14:nvContentPartPr>
              <p14:xfrm>
                <a:off x="3038567" y="4681462"/>
                <a:ext cx="155880" cy="4179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5596BD3-94AF-26B9-63F1-897EDD01BA89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3020567" y="4663822"/>
                  <a:ext cx="19152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49A47D2-34D2-33FF-189A-26A0C4913D6F}"/>
                    </a:ext>
                  </a:extLst>
                </p14:cNvPr>
                <p14:cNvContentPartPr/>
                <p14:nvPr/>
              </p14:nvContentPartPr>
              <p14:xfrm>
                <a:off x="3335567" y="4825822"/>
                <a:ext cx="333720" cy="177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49A47D2-34D2-33FF-189A-26A0C4913D6F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3317927" y="4807822"/>
                  <a:ext cx="3693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F9FB747-A649-6BE4-945F-DBC3D6DCD89A}"/>
                    </a:ext>
                  </a:extLst>
                </p14:cNvPr>
                <p14:cNvContentPartPr/>
                <p14:nvPr/>
              </p14:nvContentPartPr>
              <p14:xfrm>
                <a:off x="3610247" y="4698742"/>
                <a:ext cx="176040" cy="248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F9FB747-A649-6BE4-945F-DBC3D6DCD89A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3592607" y="4680742"/>
                  <a:ext cx="2116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F8F5CA1-0BB9-06C0-D4DD-C960B2A51389}"/>
                    </a:ext>
                  </a:extLst>
                </p14:cNvPr>
                <p14:cNvContentPartPr/>
                <p14:nvPr/>
              </p14:nvContentPartPr>
              <p14:xfrm>
                <a:off x="3725087" y="4618822"/>
                <a:ext cx="38880" cy="1666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F8F5CA1-0BB9-06C0-D4DD-C960B2A51389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3707447" y="4600822"/>
                  <a:ext cx="745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843C180-1B9E-7745-76D4-2E5F57E8F87E}"/>
                    </a:ext>
                  </a:extLst>
                </p14:cNvPr>
                <p14:cNvContentPartPr/>
                <p14:nvPr/>
              </p14:nvContentPartPr>
              <p14:xfrm>
                <a:off x="3937487" y="4617022"/>
                <a:ext cx="185760" cy="2048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843C180-1B9E-7745-76D4-2E5F57E8F87E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3919487" y="4599022"/>
                  <a:ext cx="2214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64036DF-93F0-DE24-ADED-A18464B89A93}"/>
                    </a:ext>
                  </a:extLst>
                </p14:cNvPr>
                <p14:cNvContentPartPr/>
                <p14:nvPr/>
              </p14:nvContentPartPr>
              <p14:xfrm>
                <a:off x="4175807" y="4762822"/>
                <a:ext cx="24120" cy="1476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64036DF-93F0-DE24-ADED-A18464B89A93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4157807" y="4744822"/>
                  <a:ext cx="597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F9FE6C0F-F5D1-D98D-B1F7-5F683D4BE320}"/>
                    </a:ext>
                  </a:extLst>
                </p14:cNvPr>
                <p14:cNvContentPartPr/>
                <p14:nvPr/>
              </p14:nvContentPartPr>
              <p14:xfrm>
                <a:off x="3271847" y="5019502"/>
                <a:ext cx="360" cy="3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F9FE6C0F-F5D1-D98D-B1F7-5F683D4BE32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54207" y="50018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23D3FA6B-7A57-A4BF-5D28-8918ED544944}"/>
                    </a:ext>
                  </a:extLst>
                </p14:cNvPr>
                <p14:cNvContentPartPr/>
                <p14:nvPr/>
              </p14:nvContentPartPr>
              <p14:xfrm>
                <a:off x="2613407" y="5019502"/>
                <a:ext cx="12240" cy="82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23D3FA6B-7A57-A4BF-5D28-8918ED54494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2595407" y="5001862"/>
                  <a:ext cx="47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F3599EA1-D4A2-AD08-3423-8BCC731F0A5A}"/>
                    </a:ext>
                  </a:extLst>
                </p14:cNvPr>
                <p14:cNvContentPartPr/>
                <p14:nvPr/>
              </p14:nvContentPartPr>
              <p14:xfrm>
                <a:off x="4134767" y="4833382"/>
                <a:ext cx="15120" cy="39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F3599EA1-D4A2-AD08-3423-8BCC731F0A5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116767" y="4815742"/>
                  <a:ext cx="5076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AE74CD13-ED0B-8CCF-9FFE-A9950E666B3A}"/>
              </a:ext>
            </a:extLst>
          </p:cNvPr>
          <p:cNvGrpSpPr/>
          <p:nvPr/>
        </p:nvGrpSpPr>
        <p:grpSpPr>
          <a:xfrm>
            <a:off x="2044607" y="5391742"/>
            <a:ext cx="807480" cy="729720"/>
            <a:chOff x="2044607" y="5391742"/>
            <a:chExt cx="807480" cy="72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3B0CFB3-AC83-AE38-710F-A2CC2D6A38CB}"/>
                    </a:ext>
                  </a:extLst>
                </p14:cNvPr>
                <p14:cNvContentPartPr/>
                <p14:nvPr/>
              </p14:nvContentPartPr>
              <p14:xfrm>
                <a:off x="2044607" y="5661022"/>
                <a:ext cx="150840" cy="190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3B0CFB3-AC83-AE38-710F-A2CC2D6A38CB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026967" y="5643022"/>
                  <a:ext cx="1864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BE10D4E-2DEA-EE22-8A23-B0C1FD862085}"/>
                    </a:ext>
                  </a:extLst>
                </p14:cNvPr>
                <p14:cNvContentPartPr/>
                <p14:nvPr/>
              </p14:nvContentPartPr>
              <p14:xfrm>
                <a:off x="2125247" y="5584342"/>
                <a:ext cx="21240" cy="2163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BE10D4E-2DEA-EE22-8A23-B0C1FD862085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2107607" y="5566342"/>
                  <a:ext cx="568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13209E7-2DC3-C87B-61E3-92C9E1DC861E}"/>
                    </a:ext>
                  </a:extLst>
                </p14:cNvPr>
                <p14:cNvContentPartPr/>
                <p14:nvPr/>
              </p14:nvContentPartPr>
              <p14:xfrm>
                <a:off x="2284007" y="5598742"/>
                <a:ext cx="161640" cy="1584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13209E7-2DC3-C87B-61E3-92C9E1DC861E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2266367" y="5580742"/>
                  <a:ext cx="1972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E1EEF54-3A43-3DCF-9FE7-BCFF51C3A1E8}"/>
                    </a:ext>
                  </a:extLst>
                </p14:cNvPr>
                <p14:cNvContentPartPr/>
                <p14:nvPr/>
              </p14:nvContentPartPr>
              <p14:xfrm>
                <a:off x="2491367" y="5672182"/>
                <a:ext cx="89280" cy="2552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E1EEF54-3A43-3DCF-9FE7-BCFF51C3A1E8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2473727" y="5654182"/>
                  <a:ext cx="1249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038D0C0-F55A-83EA-B927-3DF37F8DD880}"/>
                    </a:ext>
                  </a:extLst>
                </p14:cNvPr>
                <p14:cNvContentPartPr/>
                <p14:nvPr/>
              </p14:nvContentPartPr>
              <p14:xfrm>
                <a:off x="2541407" y="5391742"/>
                <a:ext cx="310680" cy="7297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038D0C0-F55A-83EA-B927-3DF37F8DD880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2523767" y="5373742"/>
                  <a:ext cx="346320" cy="76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1464084-B465-C153-55A6-D3F2A74F0421}"/>
                    </a:ext>
                  </a:extLst>
                </p14:cNvPr>
                <p14:cNvContentPartPr/>
                <p14:nvPr/>
              </p14:nvContentPartPr>
              <p14:xfrm>
                <a:off x="2490287" y="5983222"/>
                <a:ext cx="5040" cy="43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1464084-B465-C153-55A6-D3F2A74F0421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2472287" y="5965222"/>
                  <a:ext cx="40680" cy="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5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F745A4CD-9A3D-BCF4-4CD8-38B4D7D51B82}"/>
                  </a:ext>
                </a:extLst>
              </p14:cNvPr>
              <p14:cNvContentPartPr/>
              <p14:nvPr/>
            </p14:nvContentPartPr>
            <p14:xfrm>
              <a:off x="3430247" y="4944262"/>
              <a:ext cx="36360" cy="2124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F745A4CD-9A3D-BCF4-4CD8-38B4D7D51B82}"/>
                  </a:ext>
                </a:extLst>
              </p:cNvPr>
              <p:cNvPicPr/>
              <p:nvPr/>
            </p:nvPicPr>
            <p:blipFill>
              <a:blip r:embed="rId436"/>
              <a:stretch>
                <a:fillRect/>
              </a:stretch>
            </p:blipFill>
            <p:spPr>
              <a:xfrm>
                <a:off x="3412607" y="4926262"/>
                <a:ext cx="7200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1" name="Group 330">
            <a:extLst>
              <a:ext uri="{FF2B5EF4-FFF2-40B4-BE49-F238E27FC236}">
                <a16:creationId xmlns:a16="http://schemas.microsoft.com/office/drawing/2014/main" id="{20DB78A8-12C6-2557-6AF2-5BE6F00232F8}"/>
              </a:ext>
            </a:extLst>
          </p:cNvPr>
          <p:cNvGrpSpPr/>
          <p:nvPr/>
        </p:nvGrpSpPr>
        <p:grpSpPr>
          <a:xfrm>
            <a:off x="1693967" y="1419862"/>
            <a:ext cx="298080" cy="98280"/>
            <a:chOff x="1693967" y="1419862"/>
            <a:chExt cx="298080" cy="9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43C5AC1-5D82-B181-9502-976986574208}"/>
                    </a:ext>
                  </a:extLst>
                </p14:cNvPr>
                <p14:cNvContentPartPr/>
                <p14:nvPr/>
              </p14:nvContentPartPr>
              <p14:xfrm>
                <a:off x="1693967" y="1479982"/>
                <a:ext cx="16920" cy="3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43C5AC1-5D82-B181-9502-976986574208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676327" y="1462342"/>
                  <a:ext cx="52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7BB7B39-E0B3-12C4-827A-D7F461657EDC}"/>
                    </a:ext>
                  </a:extLst>
                </p14:cNvPr>
                <p14:cNvContentPartPr/>
                <p14:nvPr/>
              </p14:nvContentPartPr>
              <p14:xfrm>
                <a:off x="1807727" y="1446142"/>
                <a:ext cx="14760" cy="16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7BB7B39-E0B3-12C4-827A-D7F461657EDC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790087" y="1428142"/>
                  <a:ext cx="504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DDAC0C0-5D73-B44E-9E41-AF1F6E075523}"/>
                    </a:ext>
                  </a:extLst>
                </p14:cNvPr>
                <p14:cNvContentPartPr/>
                <p14:nvPr/>
              </p14:nvContentPartPr>
              <p14:xfrm>
                <a:off x="1793687" y="1512742"/>
                <a:ext cx="35640" cy="54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DDAC0C0-5D73-B44E-9E41-AF1F6E075523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776047" y="1495102"/>
                  <a:ext cx="712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55F17039-59B4-C931-5A7C-D66FDA6084E0}"/>
                    </a:ext>
                  </a:extLst>
                </p14:cNvPr>
                <p14:cNvContentPartPr/>
                <p14:nvPr/>
              </p14:nvContentPartPr>
              <p14:xfrm>
                <a:off x="1987367" y="1419862"/>
                <a:ext cx="4680" cy="97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55F17039-59B4-C931-5A7C-D66FDA6084E0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969367" y="1402222"/>
                  <a:ext cx="403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FAE0411F-87B0-388D-B503-2438B739E1D4}"/>
                    </a:ext>
                  </a:extLst>
                </p14:cNvPr>
                <p14:cNvContentPartPr/>
                <p14:nvPr/>
              </p14:nvContentPartPr>
              <p14:xfrm>
                <a:off x="1978007" y="1429942"/>
                <a:ext cx="4680" cy="79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FAE0411F-87B0-388D-B503-2438B739E1D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960367" y="1411942"/>
                  <a:ext cx="4032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582940DD-0051-8679-BD7D-66692B2B09D0}"/>
              </a:ext>
            </a:extLst>
          </p:cNvPr>
          <p:cNvGrpSpPr/>
          <p:nvPr/>
        </p:nvGrpSpPr>
        <p:grpSpPr>
          <a:xfrm>
            <a:off x="6263087" y="1327702"/>
            <a:ext cx="128520" cy="104400"/>
            <a:chOff x="6263087" y="1327702"/>
            <a:chExt cx="128520" cy="10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F23BE3DD-EBDD-D012-8C71-66EC3E6193E2}"/>
                    </a:ext>
                  </a:extLst>
                </p14:cNvPr>
                <p14:cNvContentPartPr/>
                <p14:nvPr/>
              </p14:nvContentPartPr>
              <p14:xfrm>
                <a:off x="6263087" y="1327702"/>
                <a:ext cx="4680" cy="64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F23BE3DD-EBDD-D012-8C71-66EC3E6193E2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245087" y="1310062"/>
                  <a:ext cx="403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9A6BAB93-2DE6-4686-38BA-12A9BAD6ADAD}"/>
                    </a:ext>
                  </a:extLst>
                </p14:cNvPr>
                <p14:cNvContentPartPr/>
                <p14:nvPr/>
              </p14:nvContentPartPr>
              <p14:xfrm>
                <a:off x="6383687" y="1424182"/>
                <a:ext cx="7920" cy="79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9A6BAB93-2DE6-4686-38BA-12A9BAD6ADAD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365687" y="1406542"/>
                  <a:ext cx="43560" cy="4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9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B5433923-892E-4892-8F78-9DD40E974A15}"/>
                  </a:ext>
                </a:extLst>
              </p14:cNvPr>
              <p14:cNvContentPartPr/>
              <p14:nvPr/>
            </p14:nvContentPartPr>
            <p14:xfrm>
              <a:off x="2005727" y="2411302"/>
              <a:ext cx="14760" cy="3960"/>
            </p14:xfrm>
          </p:contentPart>
        </mc:Choice>
        <mc:Fallback xmlns=""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B5433923-892E-4892-8F78-9DD40E974A15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1988087" y="2393662"/>
                <a:ext cx="5040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7" name="Group 336">
            <a:extLst>
              <a:ext uri="{FF2B5EF4-FFF2-40B4-BE49-F238E27FC236}">
                <a16:creationId xmlns:a16="http://schemas.microsoft.com/office/drawing/2014/main" id="{B6BC8455-5D3F-6C6E-42DD-11D9E1437A86}"/>
              </a:ext>
            </a:extLst>
          </p:cNvPr>
          <p:cNvGrpSpPr/>
          <p:nvPr/>
        </p:nvGrpSpPr>
        <p:grpSpPr>
          <a:xfrm>
            <a:off x="2272127" y="1992982"/>
            <a:ext cx="1298520" cy="367200"/>
            <a:chOff x="2272127" y="1992982"/>
            <a:chExt cx="1298520" cy="36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541070C-E48E-4B95-7F5E-F299A1D411D9}"/>
                    </a:ext>
                  </a:extLst>
                </p14:cNvPr>
                <p14:cNvContentPartPr/>
                <p14:nvPr/>
              </p14:nvContentPartPr>
              <p14:xfrm>
                <a:off x="2272127" y="2069302"/>
                <a:ext cx="150120" cy="27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541070C-E48E-4B95-7F5E-F299A1D411D9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2254487" y="2051662"/>
                  <a:ext cx="1857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36F8498-5EDA-75FD-2DF5-6B737B490138}"/>
                    </a:ext>
                  </a:extLst>
                </p14:cNvPr>
                <p14:cNvContentPartPr/>
                <p14:nvPr/>
              </p14:nvContentPartPr>
              <p14:xfrm>
                <a:off x="2312807" y="2006302"/>
                <a:ext cx="62280" cy="221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36F8498-5EDA-75FD-2DF5-6B737B490138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2294807" y="1988662"/>
                  <a:ext cx="979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78A2F9C-CE78-9868-3EFB-C330BAC3A7FB}"/>
                    </a:ext>
                  </a:extLst>
                </p14:cNvPr>
                <p14:cNvContentPartPr/>
                <p14:nvPr/>
              </p14:nvContentPartPr>
              <p14:xfrm>
                <a:off x="2477687" y="2001262"/>
                <a:ext cx="156960" cy="193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78A2F9C-CE78-9868-3EFB-C330BAC3A7FB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2460047" y="1983262"/>
                  <a:ext cx="1926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64578C7-DA81-C1E7-1830-BBFCB30EECBA}"/>
                    </a:ext>
                  </a:extLst>
                </p14:cNvPr>
                <p14:cNvContentPartPr/>
                <p14:nvPr/>
              </p14:nvContentPartPr>
              <p14:xfrm>
                <a:off x="2750207" y="2168662"/>
                <a:ext cx="62280" cy="191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64578C7-DA81-C1E7-1830-BBFCB30EECBA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2732567" y="2150662"/>
                  <a:ext cx="979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6A5098B-7D8E-D6D3-3CEC-FC3FAD43C45D}"/>
                    </a:ext>
                  </a:extLst>
                </p14:cNvPr>
                <p14:cNvContentPartPr/>
                <p14:nvPr/>
              </p14:nvContentPartPr>
              <p14:xfrm>
                <a:off x="3020207" y="2058142"/>
                <a:ext cx="138600" cy="53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6A5098B-7D8E-D6D3-3CEC-FC3FAD43C45D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3002207" y="2040502"/>
                  <a:ext cx="1742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EC2D06A-D0C4-A94E-17F7-3D1DFE983802}"/>
                    </a:ext>
                  </a:extLst>
                </p14:cNvPr>
                <p14:cNvContentPartPr/>
                <p14:nvPr/>
              </p14:nvContentPartPr>
              <p14:xfrm>
                <a:off x="3014447" y="2141662"/>
                <a:ext cx="201240" cy="27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EC2D06A-D0C4-A94E-17F7-3D1DFE983802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2996447" y="2124022"/>
                  <a:ext cx="236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A2265C4-90DF-0330-4ABC-379AC6558281}"/>
                    </a:ext>
                  </a:extLst>
                </p14:cNvPr>
                <p14:cNvContentPartPr/>
                <p14:nvPr/>
              </p14:nvContentPartPr>
              <p14:xfrm>
                <a:off x="3372287" y="1992982"/>
                <a:ext cx="198360" cy="2282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A2265C4-90DF-0330-4ABC-379AC6558281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3354287" y="1975342"/>
                  <a:ext cx="2340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7ECBBCCC-8629-C671-3996-49603132C543}"/>
                    </a:ext>
                  </a:extLst>
                </p14:cNvPr>
                <p14:cNvContentPartPr/>
                <p14:nvPr/>
              </p14:nvContentPartPr>
              <p14:xfrm>
                <a:off x="2829047" y="2246062"/>
                <a:ext cx="27720" cy="36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7ECBBCCC-8629-C671-3996-49603132C543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2811407" y="2228062"/>
                  <a:ext cx="6336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ED9F0362-77D2-7E14-55E4-B6367017842F}"/>
              </a:ext>
            </a:extLst>
          </p:cNvPr>
          <p:cNvGrpSpPr/>
          <p:nvPr/>
        </p:nvGrpSpPr>
        <p:grpSpPr>
          <a:xfrm>
            <a:off x="3900047" y="1857982"/>
            <a:ext cx="601560" cy="334080"/>
            <a:chOff x="3900047" y="1857982"/>
            <a:chExt cx="601560" cy="33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BBFB9B9A-9A3B-4826-B2D8-E560286B0347}"/>
                    </a:ext>
                  </a:extLst>
                </p14:cNvPr>
                <p14:cNvContentPartPr/>
                <p14:nvPr/>
              </p14:nvContentPartPr>
              <p14:xfrm>
                <a:off x="3900047" y="1894702"/>
                <a:ext cx="482400" cy="2973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BBFB9B9A-9A3B-4826-B2D8-E560286B0347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3882047" y="1876702"/>
                  <a:ext cx="5180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B4595E9B-72E5-1F20-CE78-DFD68EAE09EA}"/>
                    </a:ext>
                  </a:extLst>
                </p14:cNvPr>
                <p14:cNvContentPartPr/>
                <p14:nvPr/>
              </p14:nvContentPartPr>
              <p14:xfrm>
                <a:off x="4045487" y="1857982"/>
                <a:ext cx="456120" cy="3304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B4595E9B-72E5-1F20-CE78-DFD68EAE09EA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4027847" y="1839982"/>
                  <a:ext cx="49176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900AB6E1-6B8A-0731-66AB-C1F264383CAA}"/>
                    </a:ext>
                  </a:extLst>
                </p14:cNvPr>
                <p14:cNvContentPartPr/>
                <p14:nvPr/>
              </p14:nvContentPartPr>
              <p14:xfrm>
                <a:off x="3910127" y="2077942"/>
                <a:ext cx="21960" cy="54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900AB6E1-6B8A-0731-66AB-C1F264383CAA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3892487" y="2060302"/>
                  <a:ext cx="5760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5EFCF59F-6F25-8A68-CE5F-67F0EEFC8616}"/>
              </a:ext>
            </a:extLst>
          </p:cNvPr>
          <p:cNvGrpSpPr/>
          <p:nvPr/>
        </p:nvGrpSpPr>
        <p:grpSpPr>
          <a:xfrm>
            <a:off x="1441607" y="6334582"/>
            <a:ext cx="262080" cy="231840"/>
            <a:chOff x="1441607" y="6334582"/>
            <a:chExt cx="26208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90E8E0E-8BFA-4A88-10BA-12470789EEF3}"/>
                    </a:ext>
                  </a:extLst>
                </p14:cNvPr>
                <p14:cNvContentPartPr/>
                <p14:nvPr/>
              </p14:nvContentPartPr>
              <p14:xfrm>
                <a:off x="1441607" y="6334582"/>
                <a:ext cx="262080" cy="2318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90E8E0E-8BFA-4A88-10BA-12470789EEF3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423967" y="6316582"/>
                  <a:ext cx="2977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FCDEB11-0814-582E-F1CF-F3F2AE86ED71}"/>
                    </a:ext>
                  </a:extLst>
                </p14:cNvPr>
                <p14:cNvContentPartPr/>
                <p14:nvPr/>
              </p14:nvContentPartPr>
              <p14:xfrm>
                <a:off x="1502087" y="6376702"/>
                <a:ext cx="150840" cy="1641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FCDEB11-0814-582E-F1CF-F3F2AE86ED71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484447" y="6358702"/>
                  <a:ext cx="1864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314ECAEB-4857-1EA4-2E9E-481AA988AEF7}"/>
                    </a:ext>
                  </a:extLst>
                </p14:cNvPr>
                <p14:cNvContentPartPr/>
                <p14:nvPr/>
              </p14:nvContentPartPr>
              <p14:xfrm>
                <a:off x="1675967" y="6398662"/>
                <a:ext cx="8640" cy="1188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314ECAEB-4857-1EA4-2E9E-481AA988AEF7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657967" y="6381022"/>
                  <a:ext cx="4428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F505B35C-3B76-C6AA-2F95-6B1945708354}"/>
              </a:ext>
            </a:extLst>
          </p:cNvPr>
          <p:cNvGrpSpPr/>
          <p:nvPr/>
        </p:nvGrpSpPr>
        <p:grpSpPr>
          <a:xfrm>
            <a:off x="3257087" y="5414062"/>
            <a:ext cx="2964240" cy="705960"/>
            <a:chOff x="3257087" y="5414062"/>
            <a:chExt cx="2964240" cy="70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355D202-46E7-7788-0419-F6B9F393F1A6}"/>
                    </a:ext>
                  </a:extLst>
                </p14:cNvPr>
                <p14:cNvContentPartPr/>
                <p14:nvPr/>
              </p14:nvContentPartPr>
              <p14:xfrm>
                <a:off x="3257087" y="5635462"/>
                <a:ext cx="154800" cy="147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355D202-46E7-7788-0419-F6B9F393F1A6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3239447" y="5617822"/>
                  <a:ext cx="1904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76025DF-1032-A5AF-8440-0A208C21931E}"/>
                    </a:ext>
                  </a:extLst>
                </p14:cNvPr>
                <p14:cNvContentPartPr/>
                <p14:nvPr/>
              </p14:nvContentPartPr>
              <p14:xfrm>
                <a:off x="3309287" y="5544382"/>
                <a:ext cx="73080" cy="2642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76025DF-1032-A5AF-8440-0A208C21931E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3291287" y="5526742"/>
                  <a:ext cx="1087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96D988F-8E0C-29A4-4658-955EE0DB28A0}"/>
                    </a:ext>
                  </a:extLst>
                </p14:cNvPr>
                <p14:cNvContentPartPr/>
                <p14:nvPr/>
              </p14:nvContentPartPr>
              <p14:xfrm>
                <a:off x="3497567" y="5414062"/>
                <a:ext cx="152640" cy="7059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96D988F-8E0C-29A4-4658-955EE0DB28A0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3479927" y="5396422"/>
                  <a:ext cx="188280" cy="74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E0BC3D0-28E7-F038-821D-A705D10CEB11}"/>
                    </a:ext>
                  </a:extLst>
                </p14:cNvPr>
                <p14:cNvContentPartPr/>
                <p14:nvPr/>
              </p14:nvContentPartPr>
              <p14:xfrm>
                <a:off x="3764327" y="5685142"/>
                <a:ext cx="200160" cy="1483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E0BC3D0-28E7-F038-821D-A705D10CEB11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3746687" y="5667142"/>
                  <a:ext cx="2358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69D874F-1A84-918A-0F12-048F11161C73}"/>
                    </a:ext>
                  </a:extLst>
                </p14:cNvPr>
                <p14:cNvContentPartPr/>
                <p14:nvPr/>
              </p14:nvContentPartPr>
              <p14:xfrm>
                <a:off x="4035047" y="5755702"/>
                <a:ext cx="387720" cy="1530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69D874F-1A84-918A-0F12-048F11161C73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4017407" y="5737702"/>
                  <a:ext cx="4233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BC32A10-27D5-F5EA-1622-8C84EA894607}"/>
                    </a:ext>
                  </a:extLst>
                </p14:cNvPr>
                <p14:cNvContentPartPr/>
                <p14:nvPr/>
              </p14:nvContentPartPr>
              <p14:xfrm>
                <a:off x="4480727" y="5682622"/>
                <a:ext cx="191880" cy="392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BC32A10-27D5-F5EA-1622-8C84EA894607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4462727" y="5664622"/>
                  <a:ext cx="2275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04A75E0-A2A2-B884-CC4C-9753299DE05A}"/>
                    </a:ext>
                  </a:extLst>
                </p14:cNvPr>
                <p14:cNvContentPartPr/>
                <p14:nvPr/>
              </p14:nvContentPartPr>
              <p14:xfrm>
                <a:off x="4617887" y="5608462"/>
                <a:ext cx="29880" cy="1987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04A75E0-A2A2-B884-CC4C-9753299DE05A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4600247" y="5590822"/>
                  <a:ext cx="655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49CC4B3-4A57-3854-41E1-6F1158B7614A}"/>
                    </a:ext>
                  </a:extLst>
                </p14:cNvPr>
                <p14:cNvContentPartPr/>
                <p14:nvPr/>
              </p14:nvContentPartPr>
              <p14:xfrm>
                <a:off x="4756127" y="5602702"/>
                <a:ext cx="170280" cy="3916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49CC4B3-4A57-3854-41E1-6F1158B7614A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4738127" y="5585062"/>
                  <a:ext cx="20592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CB28908-2786-580E-06D9-0E5F3556F2DA}"/>
                    </a:ext>
                  </a:extLst>
                </p14:cNvPr>
                <p14:cNvContentPartPr/>
                <p14:nvPr/>
              </p14:nvContentPartPr>
              <p14:xfrm>
                <a:off x="5023967" y="5753902"/>
                <a:ext cx="238680" cy="1357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CB28908-2786-580E-06D9-0E5F3556F2DA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5006327" y="5735902"/>
                  <a:ext cx="2743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219CA5A-E170-57D1-1C64-A219DB635EBF}"/>
                    </a:ext>
                  </a:extLst>
                </p14:cNvPr>
                <p14:cNvContentPartPr/>
                <p14:nvPr/>
              </p14:nvContentPartPr>
              <p14:xfrm>
                <a:off x="5401247" y="5676142"/>
                <a:ext cx="203400" cy="475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219CA5A-E170-57D1-1C64-A219DB635EBF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5383607" y="5658142"/>
                  <a:ext cx="2390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94F8760-A243-E763-7674-5474D7A37066}"/>
                    </a:ext>
                  </a:extLst>
                </p14:cNvPr>
                <p14:cNvContentPartPr/>
                <p14:nvPr/>
              </p14:nvContentPartPr>
              <p14:xfrm>
                <a:off x="5499167" y="5593702"/>
                <a:ext cx="21960" cy="2052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94F8760-A243-E763-7674-5474D7A37066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5481167" y="5575702"/>
                  <a:ext cx="576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782BB44-72D5-FA09-0CB0-87FD4EA55C9D}"/>
                    </a:ext>
                  </a:extLst>
                </p14:cNvPr>
                <p14:cNvContentPartPr/>
                <p14:nvPr/>
              </p14:nvContentPartPr>
              <p14:xfrm>
                <a:off x="5716247" y="5598022"/>
                <a:ext cx="200880" cy="1713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782BB44-72D5-FA09-0CB0-87FD4EA55C9D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5698247" y="5580022"/>
                  <a:ext cx="236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5A44B64-86E2-C5C7-27F6-AEF143D9D681}"/>
                    </a:ext>
                  </a:extLst>
                </p14:cNvPr>
                <p14:cNvContentPartPr/>
                <p14:nvPr/>
              </p14:nvContentPartPr>
              <p14:xfrm>
                <a:off x="5944487" y="5671102"/>
                <a:ext cx="180360" cy="1634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5A44B64-86E2-C5C7-27F6-AEF143D9D681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5926487" y="5653102"/>
                  <a:ext cx="2160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C2C08DC-6E38-FE9E-A0E0-CECA3FF26026}"/>
                    </a:ext>
                  </a:extLst>
                </p14:cNvPr>
                <p14:cNvContentPartPr/>
                <p14:nvPr/>
              </p14:nvContentPartPr>
              <p14:xfrm>
                <a:off x="5941967" y="5421982"/>
                <a:ext cx="279360" cy="6289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C2C08DC-6E38-FE9E-A0E0-CECA3FF26026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5924327" y="5404342"/>
                  <a:ext cx="315000" cy="66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3BF0FBCC-F3DF-23F0-2F31-ADEA1C00F940}"/>
                    </a:ext>
                  </a:extLst>
                </p14:cNvPr>
                <p14:cNvContentPartPr/>
                <p14:nvPr/>
              </p14:nvContentPartPr>
              <p14:xfrm>
                <a:off x="5058167" y="5940022"/>
                <a:ext cx="14040" cy="288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3BF0FBCC-F3DF-23F0-2F31-ADEA1C00F940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5040167" y="5922022"/>
                  <a:ext cx="496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F1B836EC-1874-FD89-F429-4202A409BAC4}"/>
                    </a:ext>
                  </a:extLst>
                </p14:cNvPr>
                <p14:cNvContentPartPr/>
                <p14:nvPr/>
              </p14:nvContentPartPr>
              <p14:xfrm>
                <a:off x="5844767" y="5622502"/>
                <a:ext cx="1440" cy="396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F1B836EC-1874-FD89-F429-4202A409BAC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827127" y="5604862"/>
                  <a:ext cx="37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BEF20EAC-2DC5-0270-9B88-A98FCA891C8F}"/>
                    </a:ext>
                  </a:extLst>
                </p14:cNvPr>
                <p14:cNvContentPartPr/>
                <p14:nvPr/>
              </p14:nvContentPartPr>
              <p14:xfrm>
                <a:off x="4069967" y="5819782"/>
                <a:ext cx="32400" cy="2268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BEF20EAC-2DC5-0270-9B88-A98FCA891C8F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4051967" y="5802142"/>
                  <a:ext cx="6804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7DA20DE0-1EAA-7520-9B67-EE3869FD30C4}"/>
                  </a:ext>
                </a:extLst>
              </p14:cNvPr>
              <p14:cNvContentPartPr/>
              <p14:nvPr/>
            </p14:nvContentPartPr>
            <p14:xfrm>
              <a:off x="3207047" y="6694582"/>
              <a:ext cx="2880" cy="10080"/>
            </p14:xfrm>
          </p:contentPart>
        </mc:Choice>
        <mc:Fallback xmlns=""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7DA20DE0-1EAA-7520-9B67-EE3869FD30C4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3189047" y="6676582"/>
                <a:ext cx="385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3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1F9F4418-A630-937F-36D6-E60DC8E2E94D}"/>
                  </a:ext>
                </a:extLst>
              </p14:cNvPr>
              <p14:cNvContentPartPr/>
              <p14:nvPr/>
            </p14:nvContentPartPr>
            <p14:xfrm>
              <a:off x="5338247" y="6539062"/>
              <a:ext cx="7920" cy="3600"/>
            </p14:xfrm>
          </p:contentPart>
        </mc:Choice>
        <mc:Fallback xmlns=""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1F9F4418-A630-937F-36D6-E60DC8E2E94D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5320607" y="6521422"/>
                <a:ext cx="435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325515B9-30F7-7A3F-F93D-747C78356EFC}"/>
                  </a:ext>
                </a:extLst>
              </p14:cNvPr>
              <p14:cNvContentPartPr/>
              <p14:nvPr/>
            </p14:nvContentPartPr>
            <p14:xfrm>
              <a:off x="6236447" y="6622222"/>
              <a:ext cx="15840" cy="2160"/>
            </p14:xfrm>
          </p:contentPart>
        </mc:Choice>
        <mc:Fallback xmlns=""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325515B9-30F7-7A3F-F93D-747C78356EFC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6218447" y="6604222"/>
                <a:ext cx="5148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4" name="Group 353">
            <a:extLst>
              <a:ext uri="{FF2B5EF4-FFF2-40B4-BE49-F238E27FC236}">
                <a16:creationId xmlns:a16="http://schemas.microsoft.com/office/drawing/2014/main" id="{A18AECD0-B4CF-80C7-D8B7-2D823F8AA47B}"/>
              </a:ext>
            </a:extLst>
          </p:cNvPr>
          <p:cNvGrpSpPr/>
          <p:nvPr/>
        </p:nvGrpSpPr>
        <p:grpSpPr>
          <a:xfrm>
            <a:off x="6263087" y="6068542"/>
            <a:ext cx="625680" cy="536040"/>
            <a:chOff x="6263087" y="6068542"/>
            <a:chExt cx="625680" cy="53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0A48D782-BF80-1CD6-710C-8BE0F6CBD125}"/>
                    </a:ext>
                  </a:extLst>
                </p14:cNvPr>
                <p14:cNvContentPartPr/>
                <p14:nvPr/>
              </p14:nvContentPartPr>
              <p14:xfrm>
                <a:off x="6263087" y="6284902"/>
                <a:ext cx="164160" cy="3196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0A48D782-BF80-1CD6-710C-8BE0F6CBD125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6245447" y="6267262"/>
                  <a:ext cx="19980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183F2193-A578-045D-3FD9-F159F70AEFCE}"/>
                    </a:ext>
                  </a:extLst>
                </p14:cNvPr>
                <p14:cNvContentPartPr/>
                <p14:nvPr/>
              </p14:nvContentPartPr>
              <p14:xfrm>
                <a:off x="6292967" y="6408022"/>
                <a:ext cx="165240" cy="8388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183F2193-A578-045D-3FD9-F159F70AEFCE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6275327" y="6390382"/>
                  <a:ext cx="2008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3E3E2F9E-A32C-AE09-309E-E787DB087CE3}"/>
                    </a:ext>
                  </a:extLst>
                </p14:cNvPr>
                <p14:cNvContentPartPr/>
                <p14:nvPr/>
              </p14:nvContentPartPr>
              <p14:xfrm>
                <a:off x="6646487" y="6249622"/>
                <a:ext cx="242280" cy="24120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3E3E2F9E-A32C-AE09-309E-E787DB087CE3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6628487" y="6231622"/>
                  <a:ext cx="2779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B798BBFA-F1CB-A1F5-98F1-A95FAA8C593C}"/>
                    </a:ext>
                  </a:extLst>
                </p14:cNvPr>
                <p14:cNvContentPartPr/>
                <p14:nvPr/>
              </p14:nvContentPartPr>
              <p14:xfrm>
                <a:off x="6823967" y="6068542"/>
                <a:ext cx="59760" cy="3373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B798BBFA-F1CB-A1F5-98F1-A95FAA8C593C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6806327" y="6050542"/>
                  <a:ext cx="9540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6A4AFC27-DAF3-B4B2-A539-9E5F24659016}"/>
                    </a:ext>
                  </a:extLst>
                </p14:cNvPr>
                <p14:cNvContentPartPr/>
                <p14:nvPr/>
              </p14:nvContentPartPr>
              <p14:xfrm>
                <a:off x="6570527" y="6219382"/>
                <a:ext cx="277920" cy="3765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6A4AFC27-DAF3-B4B2-A539-9E5F24659016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6552527" y="6201382"/>
                  <a:ext cx="313560" cy="41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3A4CF299-18E5-2143-8B88-38244C6600C8}"/>
              </a:ext>
            </a:extLst>
          </p:cNvPr>
          <p:cNvGrpSpPr/>
          <p:nvPr/>
        </p:nvGrpSpPr>
        <p:grpSpPr>
          <a:xfrm>
            <a:off x="10424687" y="5202022"/>
            <a:ext cx="839160" cy="601920"/>
            <a:chOff x="10424687" y="5202022"/>
            <a:chExt cx="839160" cy="60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D416BC6-D48B-2E6B-B582-C894B709766D}"/>
                    </a:ext>
                  </a:extLst>
                </p14:cNvPr>
                <p14:cNvContentPartPr/>
                <p14:nvPr/>
              </p14:nvContentPartPr>
              <p14:xfrm>
                <a:off x="10424687" y="5428102"/>
                <a:ext cx="182520" cy="3049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D416BC6-D48B-2E6B-B582-C894B709766D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10406687" y="5410102"/>
                  <a:ext cx="21816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F6C2009B-D390-ECE5-2BB0-0D96A35BB7DC}"/>
                    </a:ext>
                  </a:extLst>
                </p14:cNvPr>
                <p14:cNvContentPartPr/>
                <p14:nvPr/>
              </p14:nvContentPartPr>
              <p14:xfrm>
                <a:off x="10463927" y="5585422"/>
                <a:ext cx="183960" cy="320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F6C2009B-D390-ECE5-2BB0-0D96A35BB7DC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10445927" y="5567782"/>
                  <a:ext cx="2196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FE3983E8-5A84-CADD-7F05-48EF03ADB96C}"/>
                    </a:ext>
                  </a:extLst>
                </p14:cNvPr>
                <p14:cNvContentPartPr/>
                <p14:nvPr/>
              </p14:nvContentPartPr>
              <p14:xfrm>
                <a:off x="10859927" y="5202022"/>
                <a:ext cx="331200" cy="4654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FE3983E8-5A84-CADD-7F05-48EF03ADB96C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10841927" y="5184382"/>
                  <a:ext cx="36684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09A09241-C660-F284-51D3-EBFC930A7DA4}"/>
                    </a:ext>
                  </a:extLst>
                </p14:cNvPr>
                <p14:cNvContentPartPr/>
                <p14:nvPr/>
              </p14:nvContentPartPr>
              <p14:xfrm>
                <a:off x="10732847" y="5278342"/>
                <a:ext cx="531000" cy="52560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09A09241-C660-F284-51D3-EBFC930A7DA4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0715207" y="5260702"/>
                  <a:ext cx="566640" cy="56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3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76D21F8D-5523-C428-9125-5281A24FF1C4}"/>
                  </a:ext>
                </a:extLst>
              </p14:cNvPr>
              <p14:cNvContentPartPr/>
              <p14:nvPr/>
            </p14:nvContentPartPr>
            <p14:xfrm>
              <a:off x="10042727" y="5580382"/>
              <a:ext cx="360" cy="36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76D21F8D-5523-C428-9125-5281A24FF1C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024727" y="556274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6" name="Group 355">
            <a:extLst>
              <a:ext uri="{FF2B5EF4-FFF2-40B4-BE49-F238E27FC236}">
                <a16:creationId xmlns:a16="http://schemas.microsoft.com/office/drawing/2014/main" id="{0750E598-D810-2D05-5B10-759265E66BE8}"/>
              </a:ext>
            </a:extLst>
          </p:cNvPr>
          <p:cNvGrpSpPr/>
          <p:nvPr/>
        </p:nvGrpSpPr>
        <p:grpSpPr>
          <a:xfrm>
            <a:off x="268007" y="4836982"/>
            <a:ext cx="120240" cy="33480"/>
            <a:chOff x="268007" y="4836982"/>
            <a:chExt cx="120240" cy="3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4C7100A-E612-2435-5F81-CDA4CE60C7E0}"/>
                    </a:ext>
                  </a:extLst>
                </p14:cNvPr>
                <p14:cNvContentPartPr/>
                <p14:nvPr/>
              </p14:nvContentPartPr>
              <p14:xfrm>
                <a:off x="268007" y="4836982"/>
                <a:ext cx="5400" cy="100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4C7100A-E612-2435-5F81-CDA4CE60C7E0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50007" y="4819342"/>
                  <a:ext cx="41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D8F3D10C-C7B4-0E90-6506-71AB3E881D99}"/>
                    </a:ext>
                  </a:extLst>
                </p14:cNvPr>
                <p14:cNvContentPartPr/>
                <p14:nvPr/>
              </p14:nvContentPartPr>
              <p14:xfrm>
                <a:off x="385367" y="4858942"/>
                <a:ext cx="2880" cy="115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D8F3D10C-C7B4-0E90-6506-71AB3E881D99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367727" y="4840942"/>
                  <a:ext cx="385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880C5BAD-26B9-2916-B6C8-805E0ED7C8DB}"/>
                    </a:ext>
                  </a:extLst>
                </p14:cNvPr>
                <p14:cNvContentPartPr/>
                <p14:nvPr/>
              </p14:nvContentPartPr>
              <p14:xfrm>
                <a:off x="289607" y="4842742"/>
                <a:ext cx="360" cy="36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880C5BAD-26B9-2916-B6C8-805E0ED7C8D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71607" y="48247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E90BC7B9-77B2-7F0E-759B-3DB6F7D94CFD}"/>
              </a:ext>
            </a:extLst>
          </p:cNvPr>
          <p:cNvGrpSpPr/>
          <p:nvPr/>
        </p:nvGrpSpPr>
        <p:grpSpPr>
          <a:xfrm>
            <a:off x="5671607" y="6567142"/>
            <a:ext cx="85320" cy="88200"/>
            <a:chOff x="5671607" y="6567142"/>
            <a:chExt cx="85320" cy="8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3C9E4124-A174-899E-F603-53A4B3490923}"/>
                    </a:ext>
                  </a:extLst>
                </p14:cNvPr>
                <p14:cNvContentPartPr/>
                <p14:nvPr/>
              </p14:nvContentPartPr>
              <p14:xfrm>
                <a:off x="5671607" y="6567142"/>
                <a:ext cx="2160" cy="288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3C9E4124-A174-899E-F603-53A4B3490923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5653967" y="6549142"/>
                  <a:ext cx="37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2D4C6351-2804-4ACF-1A37-4394D4A35160}"/>
                    </a:ext>
                  </a:extLst>
                </p14:cNvPr>
                <p14:cNvContentPartPr/>
                <p14:nvPr/>
              </p14:nvContentPartPr>
              <p14:xfrm>
                <a:off x="5724167" y="6629422"/>
                <a:ext cx="1440" cy="360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2D4C6351-2804-4ACF-1A37-4394D4A3516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706527" y="6611782"/>
                  <a:ext cx="37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82B15F62-7982-13D2-F60D-B5444A49E378}"/>
                    </a:ext>
                  </a:extLst>
                </p14:cNvPr>
                <p14:cNvContentPartPr/>
                <p14:nvPr/>
              </p14:nvContentPartPr>
              <p14:xfrm>
                <a:off x="5753327" y="6653182"/>
                <a:ext cx="3600" cy="216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82B15F62-7982-13D2-F60D-B5444A49E37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735687" y="6635182"/>
                  <a:ext cx="3924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D231887-E9BF-1CED-472B-719D4E513943}"/>
                  </a:ext>
                </a:extLst>
              </p14:cNvPr>
              <p14:cNvContentPartPr/>
              <p14:nvPr/>
            </p14:nvContentPartPr>
            <p14:xfrm>
              <a:off x="5497367" y="1553062"/>
              <a:ext cx="36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D231887-E9BF-1CED-472B-719D4E513943}"/>
                  </a:ext>
                </a:extLst>
              </p:cNvPr>
              <p:cNvPicPr/>
              <p:nvPr/>
            </p:nvPicPr>
            <p:blipFill>
              <a:blip r:embed="rId544"/>
              <a:stretch>
                <a:fillRect/>
              </a:stretch>
            </p:blipFill>
            <p:spPr>
              <a:xfrm>
                <a:off x="5479367" y="153506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66E8C49-638F-2F52-BBD1-83E89EDFF50D}"/>
                  </a:ext>
                </a:extLst>
              </p14:cNvPr>
              <p14:cNvContentPartPr/>
              <p14:nvPr/>
            </p14:nvContentPartPr>
            <p14:xfrm>
              <a:off x="88007" y="901822"/>
              <a:ext cx="22320" cy="309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66E8C49-638F-2F52-BBD1-83E89EDFF50D}"/>
                  </a:ext>
                </a:extLst>
              </p:cNvPr>
              <p:cNvPicPr/>
              <p:nvPr/>
            </p:nvPicPr>
            <p:blipFill>
              <a:blip r:embed="rId546"/>
              <a:stretch>
                <a:fillRect/>
              </a:stretch>
            </p:blipFill>
            <p:spPr>
              <a:xfrm>
                <a:off x="70367" y="884182"/>
                <a:ext cx="579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7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D0D2778-32BA-EF0F-3A5D-77DACC175ABB}"/>
                  </a:ext>
                </a:extLst>
              </p14:cNvPr>
              <p14:cNvContentPartPr/>
              <p14:nvPr/>
            </p14:nvContentPartPr>
            <p14:xfrm>
              <a:off x="9025367" y="155182"/>
              <a:ext cx="325440" cy="1684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D0D2778-32BA-EF0F-3A5D-77DACC175ABB}"/>
                  </a:ext>
                </a:extLst>
              </p:cNvPr>
              <p:cNvPicPr/>
              <p:nvPr/>
            </p:nvPicPr>
            <p:blipFill>
              <a:blip r:embed="rId548"/>
              <a:stretch>
                <a:fillRect/>
              </a:stretch>
            </p:blipFill>
            <p:spPr>
              <a:xfrm>
                <a:off x="9007727" y="137542"/>
                <a:ext cx="361080" cy="20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DA35EA7-A757-CAA4-7BF8-D9C684ACD2C9}"/>
              </a:ext>
            </a:extLst>
          </p:cNvPr>
          <p:cNvGrpSpPr/>
          <p:nvPr/>
        </p:nvGrpSpPr>
        <p:grpSpPr>
          <a:xfrm>
            <a:off x="9620087" y="123502"/>
            <a:ext cx="175680" cy="211680"/>
            <a:chOff x="9620087" y="123502"/>
            <a:chExt cx="175680" cy="21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573EF35-AE67-DE99-BC66-56C878FEC4DE}"/>
                    </a:ext>
                  </a:extLst>
                </p14:cNvPr>
                <p14:cNvContentPartPr/>
                <p14:nvPr/>
              </p14:nvContentPartPr>
              <p14:xfrm>
                <a:off x="9620087" y="123502"/>
                <a:ext cx="175680" cy="211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573EF35-AE67-DE99-BC66-56C878FEC4DE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9602447" y="105502"/>
                  <a:ext cx="2113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AF3B006-1704-CE44-26BE-64E05421176D}"/>
                    </a:ext>
                  </a:extLst>
                </p14:cNvPr>
                <p14:cNvContentPartPr/>
                <p14:nvPr/>
              </p14:nvContentPartPr>
              <p14:xfrm>
                <a:off x="9637367" y="214582"/>
                <a:ext cx="126360" cy="30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AF3B006-1704-CE44-26BE-64E05421176D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9619367" y="196942"/>
                  <a:ext cx="16200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3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CFBC0697-0355-6A4C-AF6F-8980A6B332EE}"/>
                  </a:ext>
                </a:extLst>
              </p14:cNvPr>
              <p14:cNvContentPartPr/>
              <p14:nvPr/>
            </p14:nvContentPartPr>
            <p14:xfrm>
              <a:off x="10023287" y="137902"/>
              <a:ext cx="192240" cy="19764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CFBC0697-0355-6A4C-AF6F-8980A6B332EE}"/>
                  </a:ext>
                </a:extLst>
              </p:cNvPr>
              <p:cNvPicPr/>
              <p:nvPr/>
            </p:nvPicPr>
            <p:blipFill>
              <a:blip r:embed="rId554"/>
              <a:stretch>
                <a:fillRect/>
              </a:stretch>
            </p:blipFill>
            <p:spPr>
              <a:xfrm>
                <a:off x="10005647" y="119902"/>
                <a:ext cx="227880" cy="23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9E5754F7-CAFD-E7B7-6837-874612277C55}"/>
              </a:ext>
            </a:extLst>
          </p:cNvPr>
          <p:cNvGrpSpPr/>
          <p:nvPr/>
        </p:nvGrpSpPr>
        <p:grpSpPr>
          <a:xfrm>
            <a:off x="9262247" y="522382"/>
            <a:ext cx="733680" cy="155160"/>
            <a:chOff x="9262247" y="522382"/>
            <a:chExt cx="733680" cy="15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D745634-94C4-04B9-1D6A-7D05FBEACC5B}"/>
                    </a:ext>
                  </a:extLst>
                </p14:cNvPr>
                <p14:cNvContentPartPr/>
                <p14:nvPr/>
              </p14:nvContentPartPr>
              <p14:xfrm>
                <a:off x="9262247" y="532462"/>
                <a:ext cx="206280" cy="1227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D745634-94C4-04B9-1D6A-7D05FBEACC5B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9244247" y="514822"/>
                  <a:ext cx="2419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0E4F79A-76BE-00BE-50AD-03260C4EB71F}"/>
                    </a:ext>
                  </a:extLst>
                </p14:cNvPr>
                <p14:cNvContentPartPr/>
                <p14:nvPr/>
              </p14:nvContentPartPr>
              <p14:xfrm>
                <a:off x="9532607" y="563422"/>
                <a:ext cx="97200" cy="158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0E4F79A-76BE-00BE-50AD-03260C4EB71F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514607" y="545782"/>
                  <a:ext cx="1328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6181288-60DC-41A3-B4F8-999D1EF30382}"/>
                    </a:ext>
                  </a:extLst>
                </p14:cNvPr>
                <p14:cNvContentPartPr/>
                <p14:nvPr/>
              </p14:nvContentPartPr>
              <p14:xfrm>
                <a:off x="9563567" y="525982"/>
                <a:ext cx="16920" cy="1515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6181288-60DC-41A3-B4F8-999D1EF30382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9545567" y="508342"/>
                  <a:ext cx="52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5D7C5E3-7FFA-7BEF-C84B-4A5D8DFF912F}"/>
                    </a:ext>
                  </a:extLst>
                </p14:cNvPr>
                <p14:cNvContentPartPr/>
                <p14:nvPr/>
              </p14:nvContentPartPr>
              <p14:xfrm>
                <a:off x="9747527" y="522382"/>
                <a:ext cx="248400" cy="1468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5D7C5E3-7FFA-7BEF-C84B-4A5D8DFF912F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9729887" y="504742"/>
                  <a:ext cx="28404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E7E5EF6B-890F-B0BF-BCEB-FAC7C3B6F017}"/>
              </a:ext>
            </a:extLst>
          </p:cNvPr>
          <p:cNvGrpSpPr/>
          <p:nvPr/>
        </p:nvGrpSpPr>
        <p:grpSpPr>
          <a:xfrm>
            <a:off x="10346567" y="425542"/>
            <a:ext cx="529560" cy="227160"/>
            <a:chOff x="10346567" y="425542"/>
            <a:chExt cx="529560" cy="22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E564FDB-2C1C-74F9-B9D6-4420FE92FC69}"/>
                    </a:ext>
                  </a:extLst>
                </p14:cNvPr>
                <p14:cNvContentPartPr/>
                <p14:nvPr/>
              </p14:nvContentPartPr>
              <p14:xfrm>
                <a:off x="10346567" y="425542"/>
                <a:ext cx="146880" cy="2192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E564FDB-2C1C-74F9-B9D6-4420FE92FC69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10328567" y="407902"/>
                  <a:ext cx="1825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163368E-F9A7-2E40-BE2A-D5F5F5DADBF0}"/>
                    </a:ext>
                  </a:extLst>
                </p14:cNvPr>
                <p14:cNvContentPartPr/>
                <p14:nvPr/>
              </p14:nvContentPartPr>
              <p14:xfrm>
                <a:off x="10372127" y="537862"/>
                <a:ext cx="158400" cy="270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163368E-F9A7-2E40-BE2A-D5F5F5DADBF0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10354127" y="519862"/>
                  <a:ext cx="1940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B1416D1-A76C-3064-9952-1F257F6E06B1}"/>
                    </a:ext>
                  </a:extLst>
                </p14:cNvPr>
                <p14:cNvContentPartPr/>
                <p14:nvPr/>
              </p14:nvContentPartPr>
              <p14:xfrm>
                <a:off x="10686047" y="428422"/>
                <a:ext cx="190080" cy="2242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B1416D1-A76C-3064-9952-1F257F6E06B1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10668047" y="410422"/>
                  <a:ext cx="225720" cy="25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14E58CDA-E697-58CF-C28E-4DFC1FAA75AC}"/>
              </a:ext>
            </a:extLst>
          </p:cNvPr>
          <p:cNvGrpSpPr/>
          <p:nvPr/>
        </p:nvGrpSpPr>
        <p:grpSpPr>
          <a:xfrm>
            <a:off x="10996007" y="829462"/>
            <a:ext cx="965160" cy="781560"/>
            <a:chOff x="10996007" y="829462"/>
            <a:chExt cx="965160" cy="78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79C496B-FC86-6F24-BB37-F3E13B04CAFD}"/>
                    </a:ext>
                  </a:extLst>
                </p14:cNvPr>
                <p14:cNvContentPartPr/>
                <p14:nvPr/>
              </p14:nvContentPartPr>
              <p14:xfrm>
                <a:off x="10996007" y="858262"/>
                <a:ext cx="54000" cy="3423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79C496B-FC86-6F24-BB37-F3E13B04CAFD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10978007" y="840262"/>
                  <a:ext cx="8964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B5CB877B-FFE6-3B02-D1D4-DA637A41B942}"/>
                    </a:ext>
                  </a:extLst>
                </p14:cNvPr>
                <p14:cNvContentPartPr/>
                <p14:nvPr/>
              </p14:nvContentPartPr>
              <p14:xfrm>
                <a:off x="11118767" y="959422"/>
                <a:ext cx="96120" cy="1962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B5CB877B-FFE6-3B02-D1D4-DA637A41B942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1101127" y="941422"/>
                  <a:ext cx="1317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655F318-26D6-A5F5-72AA-57AA6D73E1CB}"/>
                    </a:ext>
                  </a:extLst>
                </p14:cNvPr>
                <p14:cNvContentPartPr/>
                <p14:nvPr/>
              </p14:nvContentPartPr>
              <p14:xfrm>
                <a:off x="11262767" y="1100182"/>
                <a:ext cx="27720" cy="1216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655F318-26D6-A5F5-72AA-57AA6D73E1CB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11245127" y="1082182"/>
                  <a:ext cx="633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D9D4AA7-B7B7-224F-9B5D-060981FA6F12}"/>
                    </a:ext>
                  </a:extLst>
                </p14:cNvPr>
                <p14:cNvContentPartPr/>
                <p14:nvPr/>
              </p14:nvContentPartPr>
              <p14:xfrm>
                <a:off x="11353487" y="1021702"/>
                <a:ext cx="126720" cy="3132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D9D4AA7-B7B7-224F-9B5D-060981FA6F12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11335487" y="1003702"/>
                  <a:ext cx="16236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FB70A2AA-D4D3-11FA-45D5-F2046DE7226B}"/>
                    </a:ext>
                  </a:extLst>
                </p14:cNvPr>
                <p14:cNvContentPartPr/>
                <p14:nvPr/>
              </p14:nvContentPartPr>
              <p14:xfrm>
                <a:off x="11519807" y="1112062"/>
                <a:ext cx="52920" cy="2030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FB70A2AA-D4D3-11FA-45D5-F2046DE7226B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11501807" y="1094062"/>
                  <a:ext cx="885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BEAC8F8-E9D4-EEB8-B04F-12EE8B999F8D}"/>
                    </a:ext>
                  </a:extLst>
                </p14:cNvPr>
                <p14:cNvContentPartPr/>
                <p14:nvPr/>
              </p14:nvContentPartPr>
              <p14:xfrm>
                <a:off x="11674967" y="1029262"/>
                <a:ext cx="179640" cy="1796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BEAC8F8-E9D4-EEB8-B04F-12EE8B999F8D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11656967" y="1011262"/>
                  <a:ext cx="2152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7F68AED-A6EA-A8CB-A870-EED9B2C89A6E}"/>
                    </a:ext>
                  </a:extLst>
                </p14:cNvPr>
                <p14:cNvContentPartPr/>
                <p14:nvPr/>
              </p14:nvContentPartPr>
              <p14:xfrm>
                <a:off x="11744807" y="829462"/>
                <a:ext cx="216360" cy="7815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7F68AED-A6EA-A8CB-A870-EED9B2C89A6E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1726807" y="811462"/>
                  <a:ext cx="252000" cy="81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3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44A2EE8C-0CE2-EFB9-E0D0-928BB1E04495}"/>
                  </a:ext>
                </a:extLst>
              </p14:cNvPr>
              <p14:cNvContentPartPr/>
              <p14:nvPr/>
            </p14:nvContentPartPr>
            <p14:xfrm>
              <a:off x="9265847" y="300622"/>
              <a:ext cx="3600" cy="216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44A2EE8C-0CE2-EFB9-E0D0-928BB1E04495}"/>
                  </a:ext>
                </a:extLst>
              </p:cNvPr>
              <p:cNvPicPr/>
              <p:nvPr/>
            </p:nvPicPr>
            <p:blipFill>
              <a:blip r:embed="rId584"/>
              <a:stretch>
                <a:fillRect/>
              </a:stretch>
            </p:blipFill>
            <p:spPr>
              <a:xfrm>
                <a:off x="9247847" y="282622"/>
                <a:ext cx="392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5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734A7024-CB21-9D56-EDF3-9BCD18891BA7}"/>
                  </a:ext>
                </a:extLst>
              </p14:cNvPr>
              <p14:cNvContentPartPr/>
              <p14:nvPr/>
            </p14:nvContentPartPr>
            <p14:xfrm>
              <a:off x="1697927" y="1324102"/>
              <a:ext cx="2160" cy="180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734A7024-CB21-9D56-EDF3-9BCD18891BA7}"/>
                  </a:ext>
                </a:extLst>
              </p:cNvPr>
              <p:cNvPicPr/>
              <p:nvPr/>
            </p:nvPicPr>
            <p:blipFill>
              <a:blip r:embed="rId586"/>
              <a:stretch>
                <a:fillRect/>
              </a:stretch>
            </p:blipFill>
            <p:spPr>
              <a:xfrm>
                <a:off x="1679927" y="1306102"/>
                <a:ext cx="3780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7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AC8FBEE0-9283-9832-94A7-62722B441E25}"/>
                  </a:ext>
                </a:extLst>
              </p14:cNvPr>
              <p14:cNvContentPartPr/>
              <p14:nvPr/>
            </p14:nvContentPartPr>
            <p14:xfrm>
              <a:off x="2449967" y="1530742"/>
              <a:ext cx="10800" cy="972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AC8FBEE0-9283-9832-94A7-62722B441E25}"/>
                  </a:ext>
                </a:extLst>
              </p:cNvPr>
              <p:cNvPicPr/>
              <p:nvPr/>
            </p:nvPicPr>
            <p:blipFill>
              <a:blip r:embed="rId588"/>
              <a:stretch>
                <a:fillRect/>
              </a:stretch>
            </p:blipFill>
            <p:spPr>
              <a:xfrm>
                <a:off x="2431967" y="1512742"/>
                <a:ext cx="4644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9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850D6CF4-69F0-9289-3446-CAEEAF425337}"/>
                  </a:ext>
                </a:extLst>
              </p14:cNvPr>
              <p14:cNvContentPartPr/>
              <p14:nvPr/>
            </p14:nvContentPartPr>
            <p14:xfrm>
              <a:off x="3636167" y="1365502"/>
              <a:ext cx="1080" cy="396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850D6CF4-69F0-9289-3446-CAEEAF425337}"/>
                  </a:ext>
                </a:extLst>
              </p:cNvPr>
              <p:cNvPicPr/>
              <p:nvPr/>
            </p:nvPicPr>
            <p:blipFill>
              <a:blip r:embed="rId590"/>
              <a:stretch>
                <a:fillRect/>
              </a:stretch>
            </p:blipFill>
            <p:spPr>
              <a:xfrm>
                <a:off x="3618527" y="1347862"/>
                <a:ext cx="36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1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52300355-D8B8-99DE-1261-EE5E97E73BFF}"/>
                  </a:ext>
                </a:extLst>
              </p14:cNvPr>
              <p14:cNvContentPartPr/>
              <p14:nvPr/>
            </p14:nvContentPartPr>
            <p14:xfrm>
              <a:off x="4151327" y="1314022"/>
              <a:ext cx="7200" cy="3600"/>
            </p14:xfrm>
          </p:contentPart>
        </mc:Choice>
        <mc:Fallback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52300355-D8B8-99DE-1261-EE5E97E73BFF}"/>
                  </a:ext>
                </a:extLst>
              </p:cNvPr>
              <p:cNvPicPr/>
              <p:nvPr/>
            </p:nvPicPr>
            <p:blipFill>
              <a:blip r:embed="rId592"/>
              <a:stretch>
                <a:fillRect/>
              </a:stretch>
            </p:blipFill>
            <p:spPr>
              <a:xfrm>
                <a:off x="4133687" y="1296382"/>
                <a:ext cx="428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3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2926F1B8-69A3-B7C1-9B0D-C830491BBBF6}"/>
                  </a:ext>
                </a:extLst>
              </p14:cNvPr>
              <p14:cNvContentPartPr/>
              <p14:nvPr/>
            </p14:nvContentPartPr>
            <p14:xfrm>
              <a:off x="5862047" y="1270822"/>
              <a:ext cx="4680" cy="2160"/>
            </p14:xfrm>
          </p:contentPart>
        </mc:Choice>
        <mc:Fallback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2926F1B8-69A3-B7C1-9B0D-C830491BBBF6}"/>
                  </a:ext>
                </a:extLst>
              </p:cNvPr>
              <p:cNvPicPr/>
              <p:nvPr/>
            </p:nvPicPr>
            <p:blipFill>
              <a:blip r:embed="rId594"/>
              <a:stretch>
                <a:fillRect/>
              </a:stretch>
            </p:blipFill>
            <p:spPr>
              <a:xfrm>
                <a:off x="5844407" y="1253182"/>
                <a:ext cx="403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5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9DA9520A-404E-9416-2C78-7CBF54FFEFE5}"/>
                  </a:ext>
                </a:extLst>
              </p14:cNvPr>
              <p14:cNvContentPartPr/>
              <p14:nvPr/>
            </p14:nvContentPartPr>
            <p14:xfrm>
              <a:off x="7176047" y="1337062"/>
              <a:ext cx="3600" cy="3600"/>
            </p14:xfrm>
          </p:contentPart>
        </mc:Choice>
        <mc:Fallback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9DA9520A-404E-9416-2C78-7CBF54FFEFE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158407" y="1319422"/>
                <a:ext cx="3924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2" name="Group 361">
            <a:extLst>
              <a:ext uri="{FF2B5EF4-FFF2-40B4-BE49-F238E27FC236}">
                <a16:creationId xmlns:a16="http://schemas.microsoft.com/office/drawing/2014/main" id="{3C1A94A2-7392-3BF8-0341-81268D81AA97}"/>
              </a:ext>
            </a:extLst>
          </p:cNvPr>
          <p:cNvGrpSpPr/>
          <p:nvPr/>
        </p:nvGrpSpPr>
        <p:grpSpPr>
          <a:xfrm>
            <a:off x="44447" y="1137262"/>
            <a:ext cx="701280" cy="356400"/>
            <a:chOff x="44447" y="1137262"/>
            <a:chExt cx="701280" cy="35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3E2CB477-FB8D-8FD1-A9FA-33416AC9558C}"/>
                    </a:ext>
                  </a:extLst>
                </p14:cNvPr>
                <p14:cNvContentPartPr/>
                <p14:nvPr/>
              </p14:nvContentPartPr>
              <p14:xfrm>
                <a:off x="44447" y="1137262"/>
                <a:ext cx="616320" cy="35640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3E2CB477-FB8D-8FD1-A9FA-33416AC9558C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26807" y="1119262"/>
                  <a:ext cx="6519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8F0ECD81-D1F8-0F8A-277A-37AC98639497}"/>
                    </a:ext>
                  </a:extLst>
                </p14:cNvPr>
                <p14:cNvContentPartPr/>
                <p14:nvPr/>
              </p14:nvContentPartPr>
              <p14:xfrm>
                <a:off x="486167" y="1193422"/>
                <a:ext cx="259560" cy="10116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8F0ECD81-D1F8-0F8A-277A-37AC98639497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468527" y="1175782"/>
                  <a:ext cx="29520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39109D46-2533-D47B-9FA5-AF3A808AF09B}"/>
              </a:ext>
            </a:extLst>
          </p:cNvPr>
          <p:cNvGrpSpPr/>
          <p:nvPr/>
        </p:nvGrpSpPr>
        <p:grpSpPr>
          <a:xfrm>
            <a:off x="11033447" y="1650262"/>
            <a:ext cx="1147680" cy="495000"/>
            <a:chOff x="11033447" y="1650262"/>
            <a:chExt cx="1147680" cy="49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8F672669-B474-80D9-3F34-12AAF71B8229}"/>
                    </a:ext>
                  </a:extLst>
                </p14:cNvPr>
                <p14:cNvContentPartPr/>
                <p14:nvPr/>
              </p14:nvContentPartPr>
              <p14:xfrm>
                <a:off x="11033447" y="1650262"/>
                <a:ext cx="158040" cy="23760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8F672669-B474-80D9-3F34-12AAF71B8229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1015447" y="1632622"/>
                  <a:ext cx="1936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80C61121-4184-FE1F-7F53-01D40C57653F}"/>
                    </a:ext>
                  </a:extLst>
                </p14:cNvPr>
                <p14:cNvContentPartPr/>
                <p14:nvPr/>
              </p14:nvContentPartPr>
              <p14:xfrm>
                <a:off x="11221007" y="1755742"/>
                <a:ext cx="104040" cy="1224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80C61121-4184-FE1F-7F53-01D40C57653F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1203367" y="1738102"/>
                  <a:ext cx="139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0F56B5CF-7313-F661-5EF3-E10C0A5446CE}"/>
                    </a:ext>
                  </a:extLst>
                </p14:cNvPr>
                <p14:cNvContentPartPr/>
                <p14:nvPr/>
              </p14:nvContentPartPr>
              <p14:xfrm>
                <a:off x="11259167" y="1697782"/>
                <a:ext cx="42840" cy="19008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0F56B5CF-7313-F661-5EF3-E10C0A5446CE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1241527" y="1679782"/>
                  <a:ext cx="784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D8F94A32-24C0-3C8C-82DE-937D194AC687}"/>
                    </a:ext>
                  </a:extLst>
                </p14:cNvPr>
                <p14:cNvContentPartPr/>
                <p14:nvPr/>
              </p14:nvContentPartPr>
              <p14:xfrm>
                <a:off x="11315327" y="1730902"/>
                <a:ext cx="143640" cy="41436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D8F94A32-24C0-3C8C-82DE-937D194AC687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1297687" y="1713262"/>
                  <a:ext cx="17928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B2ACCBA3-F40E-10DD-5EFA-2BD31DBD3887}"/>
                    </a:ext>
                  </a:extLst>
                </p14:cNvPr>
                <p14:cNvContentPartPr/>
                <p14:nvPr/>
              </p14:nvContentPartPr>
              <p14:xfrm>
                <a:off x="11469407" y="1870942"/>
                <a:ext cx="141480" cy="2520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B2ACCBA3-F40E-10DD-5EFA-2BD31DBD3887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1451767" y="1852942"/>
                  <a:ext cx="1771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DD82051A-A0F6-2059-ED2D-BA31E5F133AC}"/>
                    </a:ext>
                  </a:extLst>
                </p14:cNvPr>
                <p14:cNvContentPartPr/>
                <p14:nvPr/>
              </p14:nvContentPartPr>
              <p14:xfrm>
                <a:off x="11578487" y="1781662"/>
                <a:ext cx="21960" cy="19404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DD82051A-A0F6-2059-ED2D-BA31E5F133AC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11560487" y="1763662"/>
                  <a:ext cx="576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518D5983-68AE-3A20-74AB-5D3EA96E9084}"/>
                    </a:ext>
                  </a:extLst>
                </p14:cNvPr>
                <p14:cNvContentPartPr/>
                <p14:nvPr/>
              </p14:nvContentPartPr>
              <p14:xfrm>
                <a:off x="11660567" y="1787062"/>
                <a:ext cx="137160" cy="18576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518D5983-68AE-3A20-74AB-5D3EA96E9084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1642927" y="1769422"/>
                  <a:ext cx="1728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61F2210C-43EA-9937-503C-17BC8B8706CA}"/>
                    </a:ext>
                  </a:extLst>
                </p14:cNvPr>
                <p14:cNvContentPartPr/>
                <p14:nvPr/>
              </p14:nvContentPartPr>
              <p14:xfrm>
                <a:off x="11842727" y="1823422"/>
                <a:ext cx="82800" cy="2052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61F2210C-43EA-9937-503C-17BC8B8706CA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1824727" y="1805422"/>
                  <a:ext cx="118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C0C2EAD7-A67A-464C-4FF2-FE14A1396D0C}"/>
                    </a:ext>
                  </a:extLst>
                </p14:cNvPr>
                <p14:cNvContentPartPr/>
                <p14:nvPr/>
              </p14:nvContentPartPr>
              <p14:xfrm>
                <a:off x="11830127" y="1895422"/>
                <a:ext cx="84960" cy="4176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C0C2EAD7-A67A-464C-4FF2-FE14A1396D0C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1812487" y="1877782"/>
                  <a:ext cx="1206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9AE1A0C1-FD8E-40FF-DC79-4B61C227DD1F}"/>
                    </a:ext>
                  </a:extLst>
                </p14:cNvPr>
                <p14:cNvContentPartPr/>
                <p14:nvPr/>
              </p14:nvContentPartPr>
              <p14:xfrm>
                <a:off x="11984567" y="1755742"/>
                <a:ext cx="196560" cy="16920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9AE1A0C1-FD8E-40FF-DC79-4B61C227DD1F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1966927" y="1737742"/>
                  <a:ext cx="232200" cy="20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0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1BBF6EC1-E2B1-829F-D375-72B9473C0003}"/>
                  </a:ext>
                </a:extLst>
              </p14:cNvPr>
              <p14:cNvContentPartPr/>
              <p14:nvPr/>
            </p14:nvContentPartPr>
            <p14:xfrm>
              <a:off x="12436727" y="2303662"/>
              <a:ext cx="32400" cy="15120"/>
            </p14:xfrm>
          </p:contentPart>
        </mc:Choice>
        <mc:Fallback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1BBF6EC1-E2B1-829F-D375-72B9473C0003}"/>
                  </a:ext>
                </a:extLst>
              </p:cNvPr>
              <p:cNvPicPr/>
              <p:nvPr/>
            </p:nvPicPr>
            <p:blipFill>
              <a:blip r:embed="rId621"/>
              <a:stretch>
                <a:fillRect/>
              </a:stretch>
            </p:blipFill>
            <p:spPr>
              <a:xfrm>
                <a:off x="12419087" y="2286022"/>
                <a:ext cx="6804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9" name="Group 378">
            <a:extLst>
              <a:ext uri="{FF2B5EF4-FFF2-40B4-BE49-F238E27FC236}">
                <a16:creationId xmlns:a16="http://schemas.microsoft.com/office/drawing/2014/main" id="{B94AAD92-FD64-743A-7283-B1FB855BCD11}"/>
              </a:ext>
            </a:extLst>
          </p:cNvPr>
          <p:cNvGrpSpPr/>
          <p:nvPr/>
        </p:nvGrpSpPr>
        <p:grpSpPr>
          <a:xfrm>
            <a:off x="1626523" y="1399702"/>
            <a:ext cx="60840" cy="52920"/>
            <a:chOff x="1626523" y="1399702"/>
            <a:chExt cx="60840" cy="5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C3047264-DD94-723C-E6D7-B28BCF743639}"/>
                    </a:ext>
                  </a:extLst>
                </p14:cNvPr>
                <p14:cNvContentPartPr/>
                <p14:nvPr/>
              </p14:nvContentPartPr>
              <p14:xfrm>
                <a:off x="1685923" y="1399702"/>
                <a:ext cx="1440" cy="360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C3047264-DD94-723C-E6D7-B28BCF743639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668283" y="1381702"/>
                  <a:ext cx="37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E7B96F73-6424-1D00-DEB0-F24723525554}"/>
                    </a:ext>
                  </a:extLst>
                </p14:cNvPr>
                <p14:cNvContentPartPr/>
                <p14:nvPr/>
              </p14:nvContentPartPr>
              <p14:xfrm>
                <a:off x="1626523" y="1451542"/>
                <a:ext cx="5400" cy="108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E7B96F73-6424-1D00-DEB0-F24723525554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1608883" y="1433542"/>
                  <a:ext cx="41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804F3B06-7237-9713-4395-89B136575FE8}"/>
                    </a:ext>
                  </a:extLst>
                </p14:cNvPr>
                <p14:cNvContentPartPr/>
                <p14:nvPr/>
              </p14:nvContentPartPr>
              <p14:xfrm>
                <a:off x="1634803" y="1447942"/>
                <a:ext cx="4680" cy="216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804F3B06-7237-9713-4395-89B136575FE8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1616803" y="1429942"/>
                  <a:ext cx="4032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7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43C718ED-71FD-66B7-5A02-815ED5FD8BFB}"/>
                  </a:ext>
                </a:extLst>
              </p14:cNvPr>
              <p14:cNvContentPartPr/>
              <p14:nvPr/>
            </p14:nvContentPartPr>
            <p14:xfrm>
              <a:off x="1626523" y="1527502"/>
              <a:ext cx="5400" cy="3960"/>
            </p14:xfrm>
          </p:contentPart>
        </mc:Choice>
        <mc:Fallback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43C718ED-71FD-66B7-5A02-815ED5FD8BFB}"/>
                  </a:ext>
                </a:extLst>
              </p:cNvPr>
              <p:cNvPicPr/>
              <p:nvPr/>
            </p:nvPicPr>
            <p:blipFill>
              <a:blip r:embed="rId592"/>
              <a:stretch>
                <a:fillRect/>
              </a:stretch>
            </p:blipFill>
            <p:spPr>
              <a:xfrm>
                <a:off x="1608883" y="1509862"/>
                <a:ext cx="410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8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D0704A57-5CA0-D58E-EBBF-89A71DDCE6EE}"/>
                  </a:ext>
                </a:extLst>
              </p14:cNvPr>
              <p14:cNvContentPartPr/>
              <p14:nvPr/>
            </p14:nvContentPartPr>
            <p14:xfrm>
              <a:off x="1182643" y="1981102"/>
              <a:ext cx="119160" cy="196560"/>
            </p14:xfrm>
          </p:contentPart>
        </mc:Choice>
        <mc:Fallback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D0704A57-5CA0-D58E-EBBF-89A71DDCE6EE}"/>
                  </a:ext>
                </a:extLst>
              </p:cNvPr>
              <p:cNvPicPr/>
              <p:nvPr/>
            </p:nvPicPr>
            <p:blipFill>
              <a:blip r:embed="rId629"/>
              <a:stretch>
                <a:fillRect/>
              </a:stretch>
            </p:blipFill>
            <p:spPr>
              <a:xfrm>
                <a:off x="1165003" y="1963102"/>
                <a:ext cx="1548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0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0EE861E8-3CCC-4253-62DC-5F9B1B6F7E29}"/>
                  </a:ext>
                </a:extLst>
              </p14:cNvPr>
              <p14:cNvContentPartPr/>
              <p14:nvPr/>
            </p14:nvContentPartPr>
            <p14:xfrm>
              <a:off x="1449043" y="2306902"/>
              <a:ext cx="1440" cy="2880"/>
            </p14:xfrm>
          </p:contentPart>
        </mc:Choice>
        <mc:Fallback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0EE861E8-3CCC-4253-62DC-5F9B1B6F7E29}"/>
                  </a:ext>
                </a:extLst>
              </p:cNvPr>
              <p:cNvPicPr/>
              <p:nvPr/>
            </p:nvPicPr>
            <p:blipFill>
              <a:blip r:embed="rId631"/>
              <a:stretch>
                <a:fillRect/>
              </a:stretch>
            </p:blipFill>
            <p:spPr>
              <a:xfrm>
                <a:off x="1431403" y="2288902"/>
                <a:ext cx="370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2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B65A2AB1-9164-B8BA-AA65-6753ED78AB39}"/>
                  </a:ext>
                </a:extLst>
              </p14:cNvPr>
              <p14:cNvContentPartPr/>
              <p14:nvPr/>
            </p14:nvContentPartPr>
            <p14:xfrm>
              <a:off x="1863763" y="2313022"/>
              <a:ext cx="1080" cy="2880"/>
            </p14:xfrm>
          </p:contentPart>
        </mc:Choice>
        <mc:Fallback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B65A2AB1-9164-B8BA-AA65-6753ED78AB39}"/>
                  </a:ext>
                </a:extLst>
              </p:cNvPr>
              <p:cNvPicPr/>
              <p:nvPr/>
            </p:nvPicPr>
            <p:blipFill>
              <a:blip r:embed="rId633"/>
              <a:stretch>
                <a:fillRect/>
              </a:stretch>
            </p:blipFill>
            <p:spPr>
              <a:xfrm>
                <a:off x="1845763" y="2295382"/>
                <a:ext cx="367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4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BCCDB082-EC9E-A33D-4288-5726A2B18268}"/>
                  </a:ext>
                </a:extLst>
              </p14:cNvPr>
              <p14:cNvContentPartPr/>
              <p14:nvPr/>
            </p14:nvContentPartPr>
            <p14:xfrm>
              <a:off x="2369563" y="2255422"/>
              <a:ext cx="360" cy="360"/>
            </p14:xfrm>
          </p:contentPart>
        </mc:Choice>
        <mc:Fallback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BCCDB082-EC9E-A33D-4288-5726A2B18268}"/>
                  </a:ext>
                </a:extLst>
              </p:cNvPr>
              <p:cNvPicPr/>
              <p:nvPr/>
            </p:nvPicPr>
            <p:blipFill>
              <a:blip r:embed="rId544"/>
              <a:stretch>
                <a:fillRect/>
              </a:stretch>
            </p:blipFill>
            <p:spPr>
              <a:xfrm>
                <a:off x="2351563" y="223778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7" name="Group 386">
            <a:extLst>
              <a:ext uri="{FF2B5EF4-FFF2-40B4-BE49-F238E27FC236}">
                <a16:creationId xmlns:a16="http://schemas.microsoft.com/office/drawing/2014/main" id="{6BC701BA-3AEB-0EE2-9B08-C3645AB70BD9}"/>
              </a:ext>
            </a:extLst>
          </p:cNvPr>
          <p:cNvGrpSpPr/>
          <p:nvPr/>
        </p:nvGrpSpPr>
        <p:grpSpPr>
          <a:xfrm>
            <a:off x="5926363" y="1536862"/>
            <a:ext cx="184680" cy="9000"/>
            <a:chOff x="5926363" y="1536862"/>
            <a:chExt cx="184680" cy="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D2AE1BE8-B372-74BE-7C76-38B69A22E832}"/>
                    </a:ext>
                  </a:extLst>
                </p14:cNvPr>
                <p14:cNvContentPartPr/>
                <p14:nvPr/>
              </p14:nvContentPartPr>
              <p14:xfrm>
                <a:off x="5926363" y="1545502"/>
                <a:ext cx="360" cy="36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D2AE1BE8-B372-74BE-7C76-38B69A22E832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5908723" y="15278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3E3AACA9-E71D-3AE6-2E29-893D99206658}"/>
                    </a:ext>
                  </a:extLst>
                </p14:cNvPr>
                <p14:cNvContentPartPr/>
                <p14:nvPr/>
              </p14:nvContentPartPr>
              <p14:xfrm>
                <a:off x="6016003" y="1536862"/>
                <a:ext cx="360" cy="36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3E3AACA9-E71D-3AE6-2E29-893D99206658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5998363" y="15188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60E59289-50C3-D75B-DE95-215ED08DD026}"/>
                    </a:ext>
                  </a:extLst>
                </p14:cNvPr>
                <p14:cNvContentPartPr/>
                <p14:nvPr/>
              </p14:nvContentPartPr>
              <p14:xfrm>
                <a:off x="6109603" y="1541902"/>
                <a:ext cx="1440" cy="288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60E59289-50C3-D75B-DE95-215ED08DD026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6091603" y="1523902"/>
                  <a:ext cx="3708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8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754A3BB3-D9F8-1039-9FE8-5A169F421DDB}"/>
                  </a:ext>
                </a:extLst>
              </p14:cNvPr>
              <p14:cNvContentPartPr/>
              <p14:nvPr/>
            </p14:nvContentPartPr>
            <p14:xfrm>
              <a:off x="1032163" y="3057142"/>
              <a:ext cx="3600" cy="2160"/>
            </p14:xfrm>
          </p:contentPart>
        </mc:Choice>
        <mc:Fallback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754A3BB3-D9F8-1039-9FE8-5A169F421DDB}"/>
                  </a:ext>
                </a:extLst>
              </p:cNvPr>
              <p:cNvPicPr/>
              <p:nvPr/>
            </p:nvPicPr>
            <p:blipFill>
              <a:blip r:embed="rId633"/>
              <a:stretch>
                <a:fillRect/>
              </a:stretch>
            </p:blipFill>
            <p:spPr>
              <a:xfrm>
                <a:off x="1014523" y="3039142"/>
                <a:ext cx="392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9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24AC2E91-5595-E98E-4AE9-18B486717397}"/>
                  </a:ext>
                </a:extLst>
              </p14:cNvPr>
              <p14:cNvContentPartPr/>
              <p14:nvPr/>
            </p14:nvContentPartPr>
            <p14:xfrm>
              <a:off x="1163563" y="3057142"/>
              <a:ext cx="5040" cy="720"/>
            </p14:xfrm>
          </p:contentPart>
        </mc:Choice>
        <mc:Fallback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24AC2E91-5595-E98E-4AE9-18B486717397}"/>
                  </a:ext>
                </a:extLst>
              </p:cNvPr>
              <p:cNvPicPr/>
              <p:nvPr/>
            </p:nvPicPr>
            <p:blipFill>
              <a:blip r:embed="rId592"/>
              <a:stretch>
                <a:fillRect/>
              </a:stretch>
            </p:blipFill>
            <p:spPr>
              <a:xfrm>
                <a:off x="1145923" y="3039142"/>
                <a:ext cx="4068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0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552C207D-2474-4675-C730-690F76EE7EB0}"/>
                  </a:ext>
                </a:extLst>
              </p14:cNvPr>
              <p14:cNvContentPartPr/>
              <p14:nvPr/>
            </p14:nvContentPartPr>
            <p14:xfrm>
              <a:off x="1863043" y="2969302"/>
              <a:ext cx="360" cy="360"/>
            </p14:xfrm>
          </p:contentPart>
        </mc:Choice>
        <mc:Fallback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552C207D-2474-4675-C730-690F76EE7EB0}"/>
                  </a:ext>
                </a:extLst>
              </p:cNvPr>
              <p:cNvPicPr/>
              <p:nvPr/>
            </p:nvPicPr>
            <p:blipFill>
              <a:blip r:embed="rId544"/>
              <a:stretch>
                <a:fillRect/>
              </a:stretch>
            </p:blipFill>
            <p:spPr>
              <a:xfrm>
                <a:off x="1845043" y="29513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1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17C91D0C-B92D-88F0-2C88-DC8B7CC4A1B4}"/>
                  </a:ext>
                </a:extLst>
              </p14:cNvPr>
              <p14:cNvContentPartPr/>
              <p14:nvPr/>
            </p14:nvContentPartPr>
            <p14:xfrm>
              <a:off x="2687443" y="2928982"/>
              <a:ext cx="1440" cy="3600"/>
            </p14:xfrm>
          </p:contentPart>
        </mc:Choice>
        <mc:Fallback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17C91D0C-B92D-88F0-2C88-DC8B7CC4A1B4}"/>
                  </a:ext>
                </a:extLst>
              </p:cNvPr>
              <p:cNvPicPr/>
              <p:nvPr/>
            </p:nvPicPr>
            <p:blipFill>
              <a:blip r:embed="rId590"/>
              <a:stretch>
                <a:fillRect/>
              </a:stretch>
            </p:blipFill>
            <p:spPr>
              <a:xfrm>
                <a:off x="2669443" y="2911342"/>
                <a:ext cx="3708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4" name="Group 393">
            <a:extLst>
              <a:ext uri="{FF2B5EF4-FFF2-40B4-BE49-F238E27FC236}">
                <a16:creationId xmlns:a16="http://schemas.microsoft.com/office/drawing/2014/main" id="{F95B9488-DDBC-126F-F402-5854D2F6CB30}"/>
              </a:ext>
            </a:extLst>
          </p:cNvPr>
          <p:cNvGrpSpPr/>
          <p:nvPr/>
        </p:nvGrpSpPr>
        <p:grpSpPr>
          <a:xfrm>
            <a:off x="8530243" y="183262"/>
            <a:ext cx="280924" cy="332280"/>
            <a:chOff x="8530243" y="183262"/>
            <a:chExt cx="280924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F309041-0A49-71A1-A48E-34673C3918C4}"/>
                    </a:ext>
                  </a:extLst>
                </p14:cNvPr>
                <p14:cNvContentPartPr/>
                <p14:nvPr/>
              </p14:nvContentPartPr>
              <p14:xfrm>
                <a:off x="8563847" y="183262"/>
                <a:ext cx="124560" cy="209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F309041-0A49-71A1-A48E-34673C3918C4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8545847" y="165262"/>
                  <a:ext cx="1602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E7E2A6B-770B-A2A7-D987-891BEFB11C49}"/>
                    </a:ext>
                  </a:extLst>
                </p14:cNvPr>
                <p14:cNvContentPartPr/>
                <p14:nvPr/>
              </p14:nvContentPartPr>
              <p14:xfrm>
                <a:off x="8751767" y="349222"/>
                <a:ext cx="59400" cy="109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E7E2A6B-770B-A2A7-D987-891BEFB11C49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8734127" y="331582"/>
                  <a:ext cx="950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32150F7-E055-B599-8E3E-2EEB83D9677F}"/>
                    </a:ext>
                  </a:extLst>
                </p14:cNvPr>
                <p14:cNvContentPartPr/>
                <p14:nvPr/>
              </p14:nvContentPartPr>
              <p14:xfrm>
                <a:off x="8628647" y="386302"/>
                <a:ext cx="7920" cy="72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32150F7-E055-B599-8E3E-2EEB83D9677F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8611007" y="368662"/>
                  <a:ext cx="435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05A87E1C-E886-E6AD-9988-DE6F9468EEB3}"/>
                    </a:ext>
                  </a:extLst>
                </p14:cNvPr>
                <p14:cNvContentPartPr/>
                <p14:nvPr/>
              </p14:nvContentPartPr>
              <p14:xfrm>
                <a:off x="8706767" y="366142"/>
                <a:ext cx="360" cy="3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05A87E1C-E886-E6AD-9988-DE6F9468EEB3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8688767" y="3481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25E617A-DFEA-4B57-7AFC-366CD14105E1}"/>
                    </a:ext>
                  </a:extLst>
                </p14:cNvPr>
                <p14:cNvContentPartPr/>
                <p14:nvPr/>
              </p14:nvContentPartPr>
              <p14:xfrm>
                <a:off x="8674367" y="355702"/>
                <a:ext cx="9720" cy="324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25E617A-DFEA-4B57-7AFC-366CD14105E1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8656727" y="337702"/>
                  <a:ext cx="453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B407CFB7-D736-7D2E-80C1-76FC9D9A2D4C}"/>
                    </a:ext>
                  </a:extLst>
                </p14:cNvPr>
                <p14:cNvContentPartPr/>
                <p14:nvPr/>
              </p14:nvContentPartPr>
              <p14:xfrm>
                <a:off x="8668247" y="347422"/>
                <a:ext cx="15120" cy="216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B407CFB7-D736-7D2E-80C1-76FC9D9A2D4C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8650607" y="329782"/>
                  <a:ext cx="50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9B5E4083-B2F0-68AA-490A-0F32446A9CFF}"/>
                    </a:ext>
                  </a:extLst>
                </p14:cNvPr>
                <p14:cNvContentPartPr/>
                <p14:nvPr/>
              </p14:nvContentPartPr>
              <p14:xfrm>
                <a:off x="8530243" y="460102"/>
                <a:ext cx="145800" cy="5544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9B5E4083-B2F0-68AA-490A-0F32446A9CFF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8512603" y="442102"/>
                  <a:ext cx="181440" cy="9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54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B98BE499-DC6F-F378-81A1-A37D772C6C25}"/>
                  </a:ext>
                </a:extLst>
              </p14:cNvPr>
              <p14:cNvContentPartPr/>
              <p14:nvPr/>
            </p14:nvContentPartPr>
            <p14:xfrm>
              <a:off x="9106963" y="448942"/>
              <a:ext cx="165240" cy="36720"/>
            </p14:xfrm>
          </p:contentPart>
        </mc:Choice>
        <mc:Fallback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B98BE499-DC6F-F378-81A1-A37D772C6C25}"/>
                  </a:ext>
                </a:extLst>
              </p:cNvPr>
              <p:cNvPicPr/>
              <p:nvPr/>
            </p:nvPicPr>
            <p:blipFill>
              <a:blip r:embed="rId655"/>
              <a:stretch>
                <a:fillRect/>
              </a:stretch>
            </p:blipFill>
            <p:spPr>
              <a:xfrm>
                <a:off x="9089323" y="431302"/>
                <a:ext cx="200880" cy="7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7" name="Group 396">
            <a:extLst>
              <a:ext uri="{FF2B5EF4-FFF2-40B4-BE49-F238E27FC236}">
                <a16:creationId xmlns:a16="http://schemas.microsoft.com/office/drawing/2014/main" id="{EF150D77-F080-3463-A16C-4D624CAC91A1}"/>
              </a:ext>
            </a:extLst>
          </p:cNvPr>
          <p:cNvGrpSpPr/>
          <p:nvPr/>
        </p:nvGrpSpPr>
        <p:grpSpPr>
          <a:xfrm>
            <a:off x="9251683" y="802822"/>
            <a:ext cx="672120" cy="88560"/>
            <a:chOff x="9251683" y="802822"/>
            <a:chExt cx="672120" cy="8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B1E118BD-1B16-00E4-A4F6-48D6A2894A73}"/>
                    </a:ext>
                  </a:extLst>
                </p14:cNvPr>
                <p14:cNvContentPartPr/>
                <p14:nvPr/>
              </p14:nvContentPartPr>
              <p14:xfrm>
                <a:off x="9330883" y="846022"/>
                <a:ext cx="584280" cy="4536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B1E118BD-1B16-00E4-A4F6-48D6A2894A73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9312883" y="828022"/>
                  <a:ext cx="6199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6158A299-2C4E-67A9-D19F-0E2992E95866}"/>
                    </a:ext>
                  </a:extLst>
                </p14:cNvPr>
                <p14:cNvContentPartPr/>
                <p14:nvPr/>
              </p14:nvContentPartPr>
              <p14:xfrm>
                <a:off x="9251683" y="802822"/>
                <a:ext cx="672120" cy="5904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6158A299-2C4E-67A9-D19F-0E2992E95866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9233683" y="784822"/>
                  <a:ext cx="707760" cy="9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0">
            <p14:nvContentPartPr>
              <p14:cNvPr id="398" name="Ink 397">
                <a:extLst>
                  <a:ext uri="{FF2B5EF4-FFF2-40B4-BE49-F238E27FC236}">
                    <a16:creationId xmlns:a16="http://schemas.microsoft.com/office/drawing/2014/main" id="{B4501651-A492-6AB6-EC87-538E7A9986A4}"/>
                  </a:ext>
                </a:extLst>
              </p14:cNvPr>
              <p14:cNvContentPartPr/>
              <p14:nvPr/>
            </p14:nvContentPartPr>
            <p14:xfrm>
              <a:off x="728683" y="3781462"/>
              <a:ext cx="18360" cy="3600"/>
            </p14:xfrm>
          </p:contentPart>
        </mc:Choice>
        <mc:Fallback>
          <p:pic>
            <p:nvPicPr>
              <p:cNvPr id="398" name="Ink 397">
                <a:extLst>
                  <a:ext uri="{FF2B5EF4-FFF2-40B4-BE49-F238E27FC236}">
                    <a16:creationId xmlns:a16="http://schemas.microsoft.com/office/drawing/2014/main" id="{B4501651-A492-6AB6-EC87-538E7A9986A4}"/>
                  </a:ext>
                </a:extLst>
              </p:cNvPr>
              <p:cNvPicPr/>
              <p:nvPr/>
            </p:nvPicPr>
            <p:blipFill>
              <a:blip r:embed="rId661"/>
              <a:stretch>
                <a:fillRect/>
              </a:stretch>
            </p:blipFill>
            <p:spPr>
              <a:xfrm>
                <a:off x="710683" y="3763462"/>
                <a:ext cx="540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2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B8B64EBB-219C-E057-47BF-B0705D4047B2}"/>
                  </a:ext>
                </a:extLst>
              </p14:cNvPr>
              <p14:cNvContentPartPr/>
              <p14:nvPr/>
            </p14:nvContentPartPr>
            <p14:xfrm>
              <a:off x="1304323" y="3689302"/>
              <a:ext cx="12240" cy="9000"/>
            </p14:xfrm>
          </p:contentPart>
        </mc:Choice>
        <mc:Fallback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B8B64EBB-219C-E057-47BF-B0705D4047B2}"/>
                  </a:ext>
                </a:extLst>
              </p:cNvPr>
              <p:cNvPicPr/>
              <p:nvPr/>
            </p:nvPicPr>
            <p:blipFill>
              <a:blip r:embed="rId663"/>
              <a:stretch>
                <a:fillRect/>
              </a:stretch>
            </p:blipFill>
            <p:spPr>
              <a:xfrm>
                <a:off x="1286683" y="3671302"/>
                <a:ext cx="4788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6" name="Group 405">
            <a:extLst>
              <a:ext uri="{FF2B5EF4-FFF2-40B4-BE49-F238E27FC236}">
                <a16:creationId xmlns:a16="http://schemas.microsoft.com/office/drawing/2014/main" id="{E081B9E7-EC97-438F-EFD0-1D385977C437}"/>
              </a:ext>
            </a:extLst>
          </p:cNvPr>
          <p:cNvGrpSpPr/>
          <p:nvPr/>
        </p:nvGrpSpPr>
        <p:grpSpPr>
          <a:xfrm>
            <a:off x="2683123" y="1360102"/>
            <a:ext cx="21960" cy="21240"/>
            <a:chOff x="2683123" y="1360102"/>
            <a:chExt cx="21960" cy="2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DE7A11AB-E442-73C5-F2BC-2302CC8AE41B}"/>
                    </a:ext>
                  </a:extLst>
                </p14:cNvPr>
                <p14:cNvContentPartPr/>
                <p14:nvPr/>
              </p14:nvContentPartPr>
              <p14:xfrm>
                <a:off x="2683123" y="1360102"/>
                <a:ext cx="1080" cy="396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DE7A11AB-E442-73C5-F2BC-2302CC8AE41B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2665123" y="1342102"/>
                  <a:ext cx="36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E46220F4-F392-D9A9-0AA9-08F1D61DC8E0}"/>
                    </a:ext>
                  </a:extLst>
                </p14:cNvPr>
                <p14:cNvContentPartPr/>
                <p14:nvPr/>
              </p14:nvContentPartPr>
              <p14:xfrm>
                <a:off x="2701123" y="1375942"/>
                <a:ext cx="3960" cy="540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E46220F4-F392-D9A9-0AA9-08F1D61DC8E0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2683123" y="1358302"/>
                  <a:ext cx="3960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6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BF1E327A-B854-9935-4762-A7FFC61C8357}"/>
                  </a:ext>
                </a:extLst>
              </p14:cNvPr>
              <p14:cNvContentPartPr/>
              <p14:nvPr/>
            </p14:nvContentPartPr>
            <p14:xfrm>
              <a:off x="6886843" y="1399702"/>
              <a:ext cx="360" cy="360"/>
            </p14:xfrm>
          </p:contentPart>
        </mc:Choice>
        <mc:Fallback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BF1E327A-B854-9935-4762-A7FFC61C8357}"/>
                  </a:ext>
                </a:extLst>
              </p:cNvPr>
              <p:cNvPicPr/>
              <p:nvPr/>
            </p:nvPicPr>
            <p:blipFill>
              <a:blip r:embed="rId544"/>
              <a:stretch>
                <a:fillRect/>
              </a:stretch>
            </p:blipFill>
            <p:spPr>
              <a:xfrm>
                <a:off x="6869203" y="13817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7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3747C9D4-B8BB-741F-C4D6-8E0BB90FF3EC}"/>
                  </a:ext>
                </a:extLst>
              </p14:cNvPr>
              <p14:cNvContentPartPr/>
              <p14:nvPr/>
            </p14:nvContentPartPr>
            <p14:xfrm>
              <a:off x="2926123" y="3876502"/>
              <a:ext cx="10800" cy="7200"/>
            </p14:xfrm>
          </p:contentPart>
        </mc:Choice>
        <mc:Fallback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3747C9D4-B8BB-741F-C4D6-8E0BB90FF3EC}"/>
                  </a:ext>
                </a:extLst>
              </p:cNvPr>
              <p:cNvPicPr/>
              <p:nvPr/>
            </p:nvPicPr>
            <p:blipFill>
              <a:blip r:embed="rId668"/>
              <a:stretch>
                <a:fillRect/>
              </a:stretch>
            </p:blipFill>
            <p:spPr>
              <a:xfrm>
                <a:off x="2908483" y="3858862"/>
                <a:ext cx="464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9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446630C8-4EC4-D0F2-125F-CAA3A5E66AC6}"/>
                  </a:ext>
                </a:extLst>
              </p14:cNvPr>
              <p14:cNvContentPartPr/>
              <p14:nvPr/>
            </p14:nvContentPartPr>
            <p14:xfrm>
              <a:off x="4022683" y="3796942"/>
              <a:ext cx="4320" cy="4320"/>
            </p14:xfrm>
          </p:contentPart>
        </mc:Choice>
        <mc:Fallback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446630C8-4EC4-D0F2-125F-CAA3A5E66AC6}"/>
                  </a:ext>
                </a:extLst>
              </p:cNvPr>
              <p:cNvPicPr/>
              <p:nvPr/>
            </p:nvPicPr>
            <p:blipFill>
              <a:blip r:embed="rId592"/>
              <a:stretch>
                <a:fillRect/>
              </a:stretch>
            </p:blipFill>
            <p:spPr>
              <a:xfrm>
                <a:off x="4005043" y="3778942"/>
                <a:ext cx="399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0">
            <p14:nvContentPartPr>
              <p14:cNvPr id="405" name="Ink 404">
                <a:extLst>
                  <a:ext uri="{FF2B5EF4-FFF2-40B4-BE49-F238E27FC236}">
                    <a16:creationId xmlns:a16="http://schemas.microsoft.com/office/drawing/2014/main" id="{D39DD480-34F4-4FD7-7EC9-45CF7382EF65}"/>
                  </a:ext>
                </a:extLst>
              </p14:cNvPr>
              <p14:cNvContentPartPr/>
              <p14:nvPr/>
            </p14:nvContentPartPr>
            <p14:xfrm>
              <a:off x="3690763" y="1433542"/>
              <a:ext cx="10800" cy="10080"/>
            </p14:xfrm>
          </p:contentPart>
        </mc:Choice>
        <mc:Fallback>
          <p:pic>
            <p:nvPicPr>
              <p:cNvPr id="405" name="Ink 404">
                <a:extLst>
                  <a:ext uri="{FF2B5EF4-FFF2-40B4-BE49-F238E27FC236}">
                    <a16:creationId xmlns:a16="http://schemas.microsoft.com/office/drawing/2014/main" id="{D39DD480-34F4-4FD7-7EC9-45CF7382EF65}"/>
                  </a:ext>
                </a:extLst>
              </p:cNvPr>
              <p:cNvPicPr/>
              <p:nvPr/>
            </p:nvPicPr>
            <p:blipFill>
              <a:blip r:embed="rId671"/>
              <a:stretch>
                <a:fillRect/>
              </a:stretch>
            </p:blipFill>
            <p:spPr>
              <a:xfrm>
                <a:off x="3672763" y="1415902"/>
                <a:ext cx="464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2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16A9B4CD-E1A5-29AC-CF92-804F62812E92}"/>
                  </a:ext>
                </a:extLst>
              </p14:cNvPr>
              <p14:cNvContentPartPr/>
              <p14:nvPr/>
            </p14:nvContentPartPr>
            <p14:xfrm>
              <a:off x="7989883" y="1380262"/>
              <a:ext cx="5760" cy="3960"/>
            </p14:xfrm>
          </p:contentPart>
        </mc:Choice>
        <mc:Fallback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16A9B4CD-E1A5-29AC-CF92-804F62812E92}"/>
                  </a:ext>
                </a:extLst>
              </p:cNvPr>
              <p:cNvPicPr/>
              <p:nvPr/>
            </p:nvPicPr>
            <p:blipFill>
              <a:blip r:embed="rId673"/>
              <a:stretch>
                <a:fillRect/>
              </a:stretch>
            </p:blipFill>
            <p:spPr>
              <a:xfrm>
                <a:off x="7971883" y="1362622"/>
                <a:ext cx="414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4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DFF733F6-E8A6-467F-2D34-3C528B1ED899}"/>
                  </a:ext>
                </a:extLst>
              </p14:cNvPr>
              <p14:cNvContentPartPr/>
              <p14:nvPr/>
            </p14:nvContentPartPr>
            <p14:xfrm>
              <a:off x="4615243" y="3919702"/>
              <a:ext cx="5040" cy="5040"/>
            </p14:xfrm>
          </p:contentPart>
        </mc:Choice>
        <mc:Fallback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DFF733F6-E8A6-467F-2D34-3C528B1ED899}"/>
                  </a:ext>
                </a:extLst>
              </p:cNvPr>
              <p:cNvPicPr/>
              <p:nvPr/>
            </p:nvPicPr>
            <p:blipFill>
              <a:blip r:embed="rId675"/>
              <a:stretch>
                <a:fillRect/>
              </a:stretch>
            </p:blipFill>
            <p:spPr>
              <a:xfrm>
                <a:off x="4597603" y="3902062"/>
                <a:ext cx="406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6">
            <p14:nvContentPartPr>
              <p14:cNvPr id="409" name="Ink 408">
                <a:extLst>
                  <a:ext uri="{FF2B5EF4-FFF2-40B4-BE49-F238E27FC236}">
                    <a16:creationId xmlns:a16="http://schemas.microsoft.com/office/drawing/2014/main" id="{AA11EBE9-9A71-08A8-1836-2AF67966BBF5}"/>
                  </a:ext>
                </a:extLst>
              </p14:cNvPr>
              <p14:cNvContentPartPr/>
              <p14:nvPr/>
            </p14:nvContentPartPr>
            <p14:xfrm>
              <a:off x="4176043" y="1371622"/>
              <a:ext cx="19440" cy="3240"/>
            </p14:xfrm>
          </p:contentPart>
        </mc:Choice>
        <mc:Fallback>
          <p:pic>
            <p:nvPicPr>
              <p:cNvPr id="409" name="Ink 408">
                <a:extLst>
                  <a:ext uri="{FF2B5EF4-FFF2-40B4-BE49-F238E27FC236}">
                    <a16:creationId xmlns:a16="http://schemas.microsoft.com/office/drawing/2014/main" id="{AA11EBE9-9A71-08A8-1836-2AF67966BBF5}"/>
                  </a:ext>
                </a:extLst>
              </p:cNvPr>
              <p:cNvPicPr/>
              <p:nvPr/>
            </p:nvPicPr>
            <p:blipFill>
              <a:blip r:embed="rId677"/>
              <a:stretch>
                <a:fillRect/>
              </a:stretch>
            </p:blipFill>
            <p:spPr>
              <a:xfrm>
                <a:off x="4158403" y="1353982"/>
                <a:ext cx="550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8">
            <p14:nvContentPartPr>
              <p14:cNvPr id="410" name="Ink 409">
                <a:extLst>
                  <a:ext uri="{FF2B5EF4-FFF2-40B4-BE49-F238E27FC236}">
                    <a16:creationId xmlns:a16="http://schemas.microsoft.com/office/drawing/2014/main" id="{C847A10E-4E2B-42A5-5F35-BDC85F2BDADB}"/>
                  </a:ext>
                </a:extLst>
              </p14:cNvPr>
              <p14:cNvContentPartPr/>
              <p14:nvPr/>
            </p14:nvContentPartPr>
            <p14:xfrm>
              <a:off x="8929123" y="1340302"/>
              <a:ext cx="9000" cy="2160"/>
            </p14:xfrm>
          </p:contentPart>
        </mc:Choice>
        <mc:Fallback>
          <p:pic>
            <p:nvPicPr>
              <p:cNvPr id="410" name="Ink 409">
                <a:extLst>
                  <a:ext uri="{FF2B5EF4-FFF2-40B4-BE49-F238E27FC236}">
                    <a16:creationId xmlns:a16="http://schemas.microsoft.com/office/drawing/2014/main" id="{C847A10E-4E2B-42A5-5F35-BDC85F2BDADB}"/>
                  </a:ext>
                </a:extLst>
              </p:cNvPr>
              <p:cNvPicPr/>
              <p:nvPr/>
            </p:nvPicPr>
            <p:blipFill>
              <a:blip r:embed="rId679"/>
              <a:stretch>
                <a:fillRect/>
              </a:stretch>
            </p:blipFill>
            <p:spPr>
              <a:xfrm>
                <a:off x="8911483" y="1322302"/>
                <a:ext cx="446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0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671754B7-66CD-6C4C-6676-0F69F1BA18EF}"/>
                  </a:ext>
                </a:extLst>
              </p14:cNvPr>
              <p14:cNvContentPartPr/>
              <p14:nvPr/>
            </p14:nvContentPartPr>
            <p14:xfrm>
              <a:off x="5977843" y="4155502"/>
              <a:ext cx="6480" cy="12240"/>
            </p14:xfrm>
          </p:contentPart>
        </mc:Choice>
        <mc:Fallback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671754B7-66CD-6C4C-6676-0F69F1BA18EF}"/>
                  </a:ext>
                </a:extLst>
              </p:cNvPr>
              <p:cNvPicPr/>
              <p:nvPr/>
            </p:nvPicPr>
            <p:blipFill>
              <a:blip r:embed="rId681"/>
              <a:stretch>
                <a:fillRect/>
              </a:stretch>
            </p:blipFill>
            <p:spPr>
              <a:xfrm>
                <a:off x="5959843" y="4137862"/>
                <a:ext cx="421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2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4026C82F-C34E-4131-4BAB-6B98ADDD9A95}"/>
                  </a:ext>
                </a:extLst>
              </p14:cNvPr>
              <p14:cNvContentPartPr/>
              <p14:nvPr/>
            </p14:nvContentPartPr>
            <p14:xfrm>
              <a:off x="645163" y="3860662"/>
              <a:ext cx="5040" cy="3960"/>
            </p14:xfrm>
          </p:contentPart>
        </mc:Choice>
        <mc:Fallback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4026C82F-C34E-4131-4BAB-6B98ADDD9A95}"/>
                  </a:ext>
                </a:extLst>
              </p:cNvPr>
              <p:cNvPicPr/>
              <p:nvPr/>
            </p:nvPicPr>
            <p:blipFill>
              <a:blip r:embed="rId584"/>
              <a:stretch>
                <a:fillRect/>
              </a:stretch>
            </p:blipFill>
            <p:spPr>
              <a:xfrm>
                <a:off x="627163" y="3842662"/>
                <a:ext cx="406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3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43072DD4-C7D8-B88D-C099-052237B55E94}"/>
                  </a:ext>
                </a:extLst>
              </p14:cNvPr>
              <p14:cNvContentPartPr/>
              <p14:nvPr/>
            </p14:nvContentPartPr>
            <p14:xfrm>
              <a:off x="1115683" y="3755902"/>
              <a:ext cx="5760" cy="3960"/>
            </p14:xfrm>
          </p:contentPart>
        </mc:Choice>
        <mc:Fallback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43072DD4-C7D8-B88D-C099-052237B55E94}"/>
                  </a:ext>
                </a:extLst>
              </p:cNvPr>
              <p:cNvPicPr/>
              <p:nvPr/>
            </p:nvPicPr>
            <p:blipFill>
              <a:blip r:embed="rId592"/>
              <a:stretch>
                <a:fillRect/>
              </a:stretch>
            </p:blipFill>
            <p:spPr>
              <a:xfrm>
                <a:off x="1098043" y="3738262"/>
                <a:ext cx="414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4">
            <p14:nvContentPartPr>
              <p14:cNvPr id="414" name="Ink 413">
                <a:extLst>
                  <a:ext uri="{FF2B5EF4-FFF2-40B4-BE49-F238E27FC236}">
                    <a16:creationId xmlns:a16="http://schemas.microsoft.com/office/drawing/2014/main" id="{34029BB8-86C1-4AC1-FE6B-C75D22F9026B}"/>
                  </a:ext>
                </a:extLst>
              </p14:cNvPr>
              <p14:cNvContentPartPr/>
              <p14:nvPr/>
            </p14:nvContentPartPr>
            <p14:xfrm>
              <a:off x="5657443" y="3723142"/>
              <a:ext cx="3600" cy="1440"/>
            </p14:xfrm>
          </p:contentPart>
        </mc:Choice>
        <mc:Fallback>
          <p:pic>
            <p:nvPicPr>
              <p:cNvPr id="414" name="Ink 413">
                <a:extLst>
                  <a:ext uri="{FF2B5EF4-FFF2-40B4-BE49-F238E27FC236}">
                    <a16:creationId xmlns:a16="http://schemas.microsoft.com/office/drawing/2014/main" id="{34029BB8-86C1-4AC1-FE6B-C75D22F9026B}"/>
                  </a:ext>
                </a:extLst>
              </p:cNvPr>
              <p:cNvPicPr/>
              <p:nvPr/>
            </p:nvPicPr>
            <p:blipFill>
              <a:blip r:embed="rId633"/>
              <a:stretch>
                <a:fillRect/>
              </a:stretch>
            </p:blipFill>
            <p:spPr>
              <a:xfrm>
                <a:off x="5639443" y="3705502"/>
                <a:ext cx="392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5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94F890F6-B3D5-2AE5-ECB4-933499D5EEF0}"/>
                  </a:ext>
                </a:extLst>
              </p14:cNvPr>
              <p14:cNvContentPartPr/>
              <p14:nvPr/>
            </p14:nvContentPartPr>
            <p14:xfrm>
              <a:off x="3653323" y="3881542"/>
              <a:ext cx="360" cy="360"/>
            </p14:xfrm>
          </p:contentPart>
        </mc:Choice>
        <mc:Fallback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94F890F6-B3D5-2AE5-ECB4-933499D5EEF0}"/>
                  </a:ext>
                </a:extLst>
              </p:cNvPr>
              <p:cNvPicPr/>
              <p:nvPr/>
            </p:nvPicPr>
            <p:blipFill>
              <a:blip r:embed="rId544"/>
              <a:stretch>
                <a:fillRect/>
              </a:stretch>
            </p:blipFill>
            <p:spPr>
              <a:xfrm>
                <a:off x="3635683" y="386354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6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EE3D948B-44C2-CFFB-8040-317C74E73206}"/>
                  </a:ext>
                </a:extLst>
              </p14:cNvPr>
              <p14:cNvContentPartPr/>
              <p14:nvPr/>
            </p14:nvContentPartPr>
            <p14:xfrm>
              <a:off x="5343163" y="3749782"/>
              <a:ext cx="3600" cy="1440"/>
            </p14:xfrm>
          </p:contentPart>
        </mc:Choice>
        <mc:Fallback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EE3D948B-44C2-CFFB-8040-317C74E73206}"/>
                  </a:ext>
                </a:extLst>
              </p:cNvPr>
              <p:cNvPicPr/>
              <p:nvPr/>
            </p:nvPicPr>
            <p:blipFill>
              <a:blip r:embed="rId626"/>
              <a:stretch>
                <a:fillRect/>
              </a:stretch>
            </p:blipFill>
            <p:spPr>
              <a:xfrm>
                <a:off x="5325523" y="3732142"/>
                <a:ext cx="392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7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474C55CB-E8DA-F4DE-941A-A44F70CE5E45}"/>
                  </a:ext>
                </a:extLst>
              </p14:cNvPr>
              <p14:cNvContentPartPr/>
              <p14:nvPr/>
            </p14:nvContentPartPr>
            <p14:xfrm>
              <a:off x="6649603" y="3796582"/>
              <a:ext cx="7200" cy="2160"/>
            </p14:xfrm>
          </p:contentPart>
        </mc:Choice>
        <mc:Fallback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474C55CB-E8DA-F4DE-941A-A44F70CE5E45}"/>
                  </a:ext>
                </a:extLst>
              </p:cNvPr>
              <p:cNvPicPr/>
              <p:nvPr/>
            </p:nvPicPr>
            <p:blipFill>
              <a:blip r:embed="rId592"/>
              <a:stretch>
                <a:fillRect/>
              </a:stretch>
            </p:blipFill>
            <p:spPr>
              <a:xfrm>
                <a:off x="6631603" y="3778942"/>
                <a:ext cx="428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8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3325059B-0B79-2560-26E1-985A158E99DC}"/>
                  </a:ext>
                </a:extLst>
              </p14:cNvPr>
              <p14:cNvContentPartPr/>
              <p14:nvPr/>
            </p14:nvContentPartPr>
            <p14:xfrm>
              <a:off x="8250883" y="3772102"/>
              <a:ext cx="4680" cy="1080"/>
            </p14:xfrm>
          </p:contentPart>
        </mc:Choice>
        <mc:Fallback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3325059B-0B79-2560-26E1-985A158E99DC}"/>
                  </a:ext>
                </a:extLst>
              </p:cNvPr>
              <p:cNvPicPr/>
              <p:nvPr/>
            </p:nvPicPr>
            <p:blipFill>
              <a:blip r:embed="rId592"/>
              <a:stretch>
                <a:fillRect/>
              </a:stretch>
            </p:blipFill>
            <p:spPr>
              <a:xfrm>
                <a:off x="8232883" y="3754102"/>
                <a:ext cx="403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9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5D0BBA11-616F-52BC-FE72-511C727DF56F}"/>
                  </a:ext>
                </a:extLst>
              </p14:cNvPr>
              <p14:cNvContentPartPr/>
              <p14:nvPr/>
            </p14:nvContentPartPr>
            <p14:xfrm>
              <a:off x="11197123" y="2100262"/>
              <a:ext cx="199800" cy="8280"/>
            </p14:xfrm>
          </p:contentPart>
        </mc:Choice>
        <mc:Fallback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5D0BBA11-616F-52BC-FE72-511C727DF56F}"/>
                  </a:ext>
                </a:extLst>
              </p:cNvPr>
              <p:cNvPicPr/>
              <p:nvPr/>
            </p:nvPicPr>
            <p:blipFill>
              <a:blip r:embed="rId690"/>
              <a:stretch>
                <a:fillRect/>
              </a:stretch>
            </p:blipFill>
            <p:spPr>
              <a:xfrm>
                <a:off x="11179123" y="2082622"/>
                <a:ext cx="23544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1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D2FC9FF1-2E27-67EB-07B4-1440BF3B9797}"/>
                  </a:ext>
                </a:extLst>
              </p14:cNvPr>
              <p14:cNvContentPartPr/>
              <p14:nvPr/>
            </p14:nvContentPartPr>
            <p14:xfrm>
              <a:off x="11855563" y="2099542"/>
              <a:ext cx="5400" cy="1080"/>
            </p14:xfrm>
          </p:contentPart>
        </mc:Choice>
        <mc:Fallback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D2FC9FF1-2E27-67EB-07B4-1440BF3B9797}"/>
                  </a:ext>
                </a:extLst>
              </p:cNvPr>
              <p:cNvPicPr/>
              <p:nvPr/>
            </p:nvPicPr>
            <p:blipFill>
              <a:blip r:embed="rId592"/>
              <a:stretch>
                <a:fillRect/>
              </a:stretch>
            </p:blipFill>
            <p:spPr>
              <a:xfrm>
                <a:off x="11837563" y="2081902"/>
                <a:ext cx="410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2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C429447E-1232-AF85-34E1-91BA48ADC4B4}"/>
                  </a:ext>
                </a:extLst>
              </p14:cNvPr>
              <p14:cNvContentPartPr/>
              <p14:nvPr/>
            </p14:nvContentPartPr>
            <p14:xfrm>
              <a:off x="3027643" y="3941662"/>
              <a:ext cx="12240" cy="5400"/>
            </p14:xfrm>
          </p:contentPart>
        </mc:Choice>
        <mc:Fallback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C429447E-1232-AF85-34E1-91BA48ADC4B4}"/>
                  </a:ext>
                </a:extLst>
              </p:cNvPr>
              <p:cNvPicPr/>
              <p:nvPr/>
            </p:nvPicPr>
            <p:blipFill>
              <a:blip r:embed="rId668"/>
              <a:stretch>
                <a:fillRect/>
              </a:stretch>
            </p:blipFill>
            <p:spPr>
              <a:xfrm>
                <a:off x="3009643" y="3923662"/>
                <a:ext cx="4788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3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1F8FE08D-48F8-93E5-F015-C6EF363C6015}"/>
                  </a:ext>
                </a:extLst>
              </p14:cNvPr>
              <p14:cNvContentPartPr/>
              <p14:nvPr/>
            </p14:nvContentPartPr>
            <p14:xfrm>
              <a:off x="1716523" y="4955062"/>
              <a:ext cx="14760" cy="5760"/>
            </p14:xfrm>
          </p:contentPart>
        </mc:Choice>
        <mc:Fallback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1F8FE08D-48F8-93E5-F015-C6EF363C6015}"/>
                  </a:ext>
                </a:extLst>
              </p:cNvPr>
              <p:cNvPicPr/>
              <p:nvPr/>
            </p:nvPicPr>
            <p:blipFill>
              <a:blip r:embed="rId694"/>
              <a:stretch>
                <a:fillRect/>
              </a:stretch>
            </p:blipFill>
            <p:spPr>
              <a:xfrm>
                <a:off x="1698523" y="4937422"/>
                <a:ext cx="504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5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1D4E6269-2D1D-B291-8D42-462485256DDB}"/>
                  </a:ext>
                </a:extLst>
              </p14:cNvPr>
              <p14:cNvContentPartPr/>
              <p14:nvPr/>
            </p14:nvContentPartPr>
            <p14:xfrm>
              <a:off x="5039683" y="3869662"/>
              <a:ext cx="25200" cy="12240"/>
            </p14:xfrm>
          </p:contentPart>
        </mc:Choice>
        <mc:Fallback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1D4E6269-2D1D-B291-8D42-462485256DDB}"/>
                  </a:ext>
                </a:extLst>
              </p:cNvPr>
              <p:cNvPicPr/>
              <p:nvPr/>
            </p:nvPicPr>
            <p:blipFill>
              <a:blip r:embed="rId696"/>
              <a:stretch>
                <a:fillRect/>
              </a:stretch>
            </p:blipFill>
            <p:spPr>
              <a:xfrm>
                <a:off x="5021683" y="3852022"/>
                <a:ext cx="608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7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24D3ADCD-4684-6D0E-D94B-1975EB3AD60B}"/>
                  </a:ext>
                </a:extLst>
              </p14:cNvPr>
              <p14:cNvContentPartPr/>
              <p14:nvPr/>
            </p14:nvContentPartPr>
            <p14:xfrm>
              <a:off x="2328163" y="5218222"/>
              <a:ext cx="17640" cy="2520"/>
            </p14:xfrm>
          </p:contentPart>
        </mc:Choice>
        <mc:Fallback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24D3ADCD-4684-6D0E-D94B-1975EB3AD60B}"/>
                  </a:ext>
                </a:extLst>
              </p:cNvPr>
              <p:cNvPicPr/>
              <p:nvPr/>
            </p:nvPicPr>
            <p:blipFill>
              <a:blip r:embed="rId650"/>
              <a:stretch>
                <a:fillRect/>
              </a:stretch>
            </p:blipFill>
            <p:spPr>
              <a:xfrm>
                <a:off x="2310163" y="5200222"/>
                <a:ext cx="5328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8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D8D3A70A-D143-39B1-BA18-CFEBA3FAE86A}"/>
                  </a:ext>
                </a:extLst>
              </p14:cNvPr>
              <p14:cNvContentPartPr/>
              <p14:nvPr/>
            </p14:nvContentPartPr>
            <p14:xfrm>
              <a:off x="3397363" y="5088982"/>
              <a:ext cx="2160" cy="2520"/>
            </p14:xfrm>
          </p:contentPart>
        </mc:Choice>
        <mc:Fallback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D8D3A70A-D143-39B1-BA18-CFEBA3FAE86A}"/>
                  </a:ext>
                </a:extLst>
              </p:cNvPr>
              <p:cNvPicPr/>
              <p:nvPr/>
            </p:nvPicPr>
            <p:blipFill>
              <a:blip r:embed="rId633"/>
              <a:stretch>
                <a:fillRect/>
              </a:stretch>
            </p:blipFill>
            <p:spPr>
              <a:xfrm>
                <a:off x="3379723" y="5071342"/>
                <a:ext cx="378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9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A8699279-8BAB-2D38-A768-8EEF67418C10}"/>
                  </a:ext>
                </a:extLst>
              </p14:cNvPr>
              <p14:cNvContentPartPr/>
              <p14:nvPr/>
            </p14:nvContentPartPr>
            <p14:xfrm>
              <a:off x="6259363" y="3948502"/>
              <a:ext cx="5040" cy="6840"/>
            </p14:xfrm>
          </p:contentPart>
        </mc:Choice>
        <mc:Fallback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A8699279-8BAB-2D38-A768-8EEF67418C10}"/>
                  </a:ext>
                </a:extLst>
              </p:cNvPr>
              <p:cNvPicPr/>
              <p:nvPr/>
            </p:nvPicPr>
            <p:blipFill>
              <a:blip r:embed="rId700"/>
              <a:stretch>
                <a:fillRect/>
              </a:stretch>
            </p:blipFill>
            <p:spPr>
              <a:xfrm>
                <a:off x="6241363" y="3930502"/>
                <a:ext cx="4068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1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B1C90E3B-3912-E7F7-2614-8418714161E2}"/>
                  </a:ext>
                </a:extLst>
              </p14:cNvPr>
              <p14:cNvContentPartPr/>
              <p14:nvPr/>
            </p14:nvContentPartPr>
            <p14:xfrm>
              <a:off x="7588843" y="3742942"/>
              <a:ext cx="16920" cy="720"/>
            </p14:xfrm>
          </p:contentPart>
        </mc:Choice>
        <mc:Fallback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B1C90E3B-3912-E7F7-2614-8418714161E2}"/>
                  </a:ext>
                </a:extLst>
              </p:cNvPr>
              <p:cNvPicPr/>
              <p:nvPr/>
            </p:nvPicPr>
            <p:blipFill>
              <a:blip r:embed="rId702"/>
              <a:stretch>
                <a:fillRect/>
              </a:stretch>
            </p:blipFill>
            <p:spPr>
              <a:xfrm>
                <a:off x="7571203" y="3725302"/>
                <a:ext cx="525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3">
            <p14:nvContentPartPr>
              <p14:cNvPr id="428" name="Ink 427">
                <a:extLst>
                  <a:ext uri="{FF2B5EF4-FFF2-40B4-BE49-F238E27FC236}">
                    <a16:creationId xmlns:a16="http://schemas.microsoft.com/office/drawing/2014/main" id="{492A51B7-6025-CF8A-2CF3-52E45508A739}"/>
                  </a:ext>
                </a:extLst>
              </p14:cNvPr>
              <p14:cNvContentPartPr/>
              <p14:nvPr/>
            </p14:nvContentPartPr>
            <p14:xfrm>
              <a:off x="4731883" y="5029582"/>
              <a:ext cx="35640" cy="25560"/>
            </p14:xfrm>
          </p:contentPart>
        </mc:Choice>
        <mc:Fallback>
          <p:pic>
            <p:nvPicPr>
              <p:cNvPr id="428" name="Ink 427">
                <a:extLst>
                  <a:ext uri="{FF2B5EF4-FFF2-40B4-BE49-F238E27FC236}">
                    <a16:creationId xmlns:a16="http://schemas.microsoft.com/office/drawing/2014/main" id="{492A51B7-6025-CF8A-2CF3-52E45508A739}"/>
                  </a:ext>
                </a:extLst>
              </p:cNvPr>
              <p:cNvPicPr/>
              <p:nvPr/>
            </p:nvPicPr>
            <p:blipFill>
              <a:blip r:embed="rId704"/>
              <a:stretch>
                <a:fillRect/>
              </a:stretch>
            </p:blipFill>
            <p:spPr>
              <a:xfrm>
                <a:off x="4714243" y="5011582"/>
                <a:ext cx="7128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5">
            <p14:nvContentPartPr>
              <p14:cNvPr id="429" name="Ink 428">
                <a:extLst>
                  <a:ext uri="{FF2B5EF4-FFF2-40B4-BE49-F238E27FC236}">
                    <a16:creationId xmlns:a16="http://schemas.microsoft.com/office/drawing/2014/main" id="{FE0EF9E9-7D50-3735-2318-165E3E992F05}"/>
                  </a:ext>
                </a:extLst>
              </p14:cNvPr>
              <p14:cNvContentPartPr/>
              <p14:nvPr/>
            </p14:nvContentPartPr>
            <p14:xfrm>
              <a:off x="6224443" y="4974862"/>
              <a:ext cx="10800" cy="3240"/>
            </p14:xfrm>
          </p:contentPart>
        </mc:Choice>
        <mc:Fallback>
          <p:pic>
            <p:nvPicPr>
              <p:cNvPr id="429" name="Ink 428">
                <a:extLst>
                  <a:ext uri="{FF2B5EF4-FFF2-40B4-BE49-F238E27FC236}">
                    <a16:creationId xmlns:a16="http://schemas.microsoft.com/office/drawing/2014/main" id="{FE0EF9E9-7D50-3735-2318-165E3E992F05}"/>
                  </a:ext>
                </a:extLst>
              </p:cNvPr>
              <p:cNvPicPr/>
              <p:nvPr/>
            </p:nvPicPr>
            <p:blipFill>
              <a:blip r:embed="rId706"/>
              <a:stretch>
                <a:fillRect/>
              </a:stretch>
            </p:blipFill>
            <p:spPr>
              <a:xfrm>
                <a:off x="6206803" y="4957222"/>
                <a:ext cx="4644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2" name="Group 431">
            <a:extLst>
              <a:ext uri="{FF2B5EF4-FFF2-40B4-BE49-F238E27FC236}">
                <a16:creationId xmlns:a16="http://schemas.microsoft.com/office/drawing/2014/main" id="{8B3C9233-15D1-CF47-408D-AB46E053A629}"/>
              </a:ext>
            </a:extLst>
          </p:cNvPr>
          <p:cNvGrpSpPr/>
          <p:nvPr/>
        </p:nvGrpSpPr>
        <p:grpSpPr>
          <a:xfrm>
            <a:off x="6325243" y="4996102"/>
            <a:ext cx="55440" cy="9720"/>
            <a:chOff x="6325243" y="4996102"/>
            <a:chExt cx="55440" cy="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7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5380892F-8B42-AA42-B60F-AC173E471522}"/>
                    </a:ext>
                  </a:extLst>
                </p14:cNvPr>
                <p14:cNvContentPartPr/>
                <p14:nvPr/>
              </p14:nvContentPartPr>
              <p14:xfrm>
                <a:off x="6325243" y="4996102"/>
                <a:ext cx="5760" cy="468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5380892F-8B42-AA42-B60F-AC173E471522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6307603" y="4978102"/>
                  <a:ext cx="41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8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4257CB8F-140F-7B2E-9631-2C8884E5F804}"/>
                    </a:ext>
                  </a:extLst>
                </p14:cNvPr>
                <p14:cNvContentPartPr/>
                <p14:nvPr/>
              </p14:nvContentPartPr>
              <p14:xfrm>
                <a:off x="6380323" y="5005462"/>
                <a:ext cx="360" cy="36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4257CB8F-140F-7B2E-9631-2C8884E5F804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6362683" y="49874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9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A529E4FC-72A5-5605-1001-138F0708B86C}"/>
                  </a:ext>
                </a:extLst>
              </p14:cNvPr>
              <p14:cNvContentPartPr/>
              <p14:nvPr/>
            </p14:nvContentPartPr>
            <p14:xfrm>
              <a:off x="1085443" y="5192662"/>
              <a:ext cx="360" cy="360"/>
            </p14:xfrm>
          </p:contentPart>
        </mc:Choice>
        <mc:Fallback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A529E4FC-72A5-5605-1001-138F0708B86C}"/>
                  </a:ext>
                </a:extLst>
              </p:cNvPr>
              <p:cNvPicPr/>
              <p:nvPr/>
            </p:nvPicPr>
            <p:blipFill>
              <a:blip r:embed="rId544"/>
              <a:stretch>
                <a:fillRect/>
              </a:stretch>
            </p:blipFill>
            <p:spPr>
              <a:xfrm>
                <a:off x="1067803" y="517502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0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92EC679A-8F9A-9FA4-0FE4-33CE9BC4319C}"/>
                  </a:ext>
                </a:extLst>
              </p14:cNvPr>
              <p14:cNvContentPartPr/>
              <p14:nvPr/>
            </p14:nvContentPartPr>
            <p14:xfrm>
              <a:off x="1100923" y="4971982"/>
              <a:ext cx="360" cy="360"/>
            </p14:xfrm>
          </p:contentPart>
        </mc:Choice>
        <mc:Fallback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92EC679A-8F9A-9FA4-0FE4-33CE9BC4319C}"/>
                  </a:ext>
                </a:extLst>
              </p:cNvPr>
              <p:cNvPicPr/>
              <p:nvPr/>
            </p:nvPicPr>
            <p:blipFill>
              <a:blip r:embed="rId544"/>
              <a:stretch>
                <a:fillRect/>
              </a:stretch>
            </p:blipFill>
            <p:spPr>
              <a:xfrm>
                <a:off x="1083283" y="495398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1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8E68E3BC-52C7-98A1-9917-6CAF9DE8F0FA}"/>
                  </a:ext>
                </a:extLst>
              </p14:cNvPr>
              <p14:cNvContentPartPr/>
              <p14:nvPr/>
            </p14:nvContentPartPr>
            <p14:xfrm>
              <a:off x="1051963" y="5044342"/>
              <a:ext cx="360" cy="360"/>
            </p14:xfrm>
          </p:contentPart>
        </mc:Choice>
        <mc:Fallback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8E68E3BC-52C7-98A1-9917-6CAF9DE8F0FA}"/>
                  </a:ext>
                </a:extLst>
              </p:cNvPr>
              <p:cNvPicPr/>
              <p:nvPr/>
            </p:nvPicPr>
            <p:blipFill>
              <a:blip r:embed="rId544"/>
              <a:stretch>
                <a:fillRect/>
              </a:stretch>
            </p:blipFill>
            <p:spPr>
              <a:xfrm>
                <a:off x="1034323" y="502634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67" name="Group 466">
            <a:extLst>
              <a:ext uri="{FF2B5EF4-FFF2-40B4-BE49-F238E27FC236}">
                <a16:creationId xmlns:a16="http://schemas.microsoft.com/office/drawing/2014/main" id="{E6866177-32ED-8077-AF50-3433044960B0}"/>
              </a:ext>
            </a:extLst>
          </p:cNvPr>
          <p:cNvGrpSpPr/>
          <p:nvPr/>
        </p:nvGrpSpPr>
        <p:grpSpPr>
          <a:xfrm>
            <a:off x="1141243" y="5153062"/>
            <a:ext cx="303480" cy="155160"/>
            <a:chOff x="1141243" y="5153062"/>
            <a:chExt cx="303480" cy="15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D4D7A76D-D4A7-384D-7CAA-56E860C514E5}"/>
                    </a:ext>
                  </a:extLst>
                </p14:cNvPr>
                <p14:cNvContentPartPr/>
                <p14:nvPr/>
              </p14:nvContentPartPr>
              <p14:xfrm>
                <a:off x="1141243" y="5153062"/>
                <a:ext cx="197640" cy="15516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D4D7A76D-D4A7-384D-7CAA-56E860C514E5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1123603" y="5135062"/>
                  <a:ext cx="2332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4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99987E66-865F-1791-15ED-568F8CF2FD4B}"/>
                    </a:ext>
                  </a:extLst>
                </p14:cNvPr>
                <p14:cNvContentPartPr/>
                <p14:nvPr/>
              </p14:nvContentPartPr>
              <p14:xfrm>
                <a:off x="1437523" y="5193022"/>
                <a:ext cx="7200" cy="10548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99987E66-865F-1791-15ED-568F8CF2FD4B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1419523" y="5175382"/>
                  <a:ext cx="4284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1FAB0BFF-0FEA-0294-F43D-7F02E8415549}"/>
              </a:ext>
            </a:extLst>
          </p:cNvPr>
          <p:cNvGrpSpPr/>
          <p:nvPr/>
        </p:nvGrpSpPr>
        <p:grpSpPr>
          <a:xfrm>
            <a:off x="3751603" y="5213182"/>
            <a:ext cx="360000" cy="184680"/>
            <a:chOff x="3751603" y="5213182"/>
            <a:chExt cx="360000" cy="18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F264BC91-385B-87FF-36A6-D39B654CA523}"/>
                    </a:ext>
                  </a:extLst>
                </p14:cNvPr>
                <p14:cNvContentPartPr/>
                <p14:nvPr/>
              </p14:nvContentPartPr>
              <p14:xfrm>
                <a:off x="3751603" y="5274382"/>
                <a:ext cx="146520" cy="2880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F264BC91-385B-87FF-36A6-D39B654CA523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3733603" y="5256382"/>
                  <a:ext cx="1821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088EE5E8-FEA4-0F4A-A744-19992331BB37}"/>
                    </a:ext>
                  </a:extLst>
                </p14:cNvPr>
                <p14:cNvContentPartPr/>
                <p14:nvPr/>
              </p14:nvContentPartPr>
              <p14:xfrm>
                <a:off x="3778243" y="5217502"/>
                <a:ext cx="30960" cy="18036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088EE5E8-FEA4-0F4A-A744-19992331BB37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3760243" y="5199502"/>
                  <a:ext cx="666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DD9B5A22-FE03-2BC0-8427-E4102230A53F}"/>
                    </a:ext>
                  </a:extLst>
                </p14:cNvPr>
                <p14:cNvContentPartPr/>
                <p14:nvPr/>
              </p14:nvContentPartPr>
              <p14:xfrm>
                <a:off x="3970843" y="5213182"/>
                <a:ext cx="140760" cy="13068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DD9B5A22-FE03-2BC0-8427-E4102230A53F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3952843" y="5195542"/>
                  <a:ext cx="17640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2">
            <p14:nvContentPartPr>
              <p14:cNvPr id="453" name="Ink 452">
                <a:extLst>
                  <a:ext uri="{FF2B5EF4-FFF2-40B4-BE49-F238E27FC236}">
                    <a16:creationId xmlns:a16="http://schemas.microsoft.com/office/drawing/2014/main" id="{565CF3A4-A522-009E-044A-CE5A203DA74B}"/>
                  </a:ext>
                </a:extLst>
              </p14:cNvPr>
              <p14:cNvContentPartPr/>
              <p14:nvPr/>
            </p14:nvContentPartPr>
            <p14:xfrm>
              <a:off x="4261363" y="5264302"/>
              <a:ext cx="24480" cy="208440"/>
            </p14:xfrm>
          </p:contentPart>
        </mc:Choice>
        <mc:Fallback>
          <p:pic>
            <p:nvPicPr>
              <p:cNvPr id="453" name="Ink 452">
                <a:extLst>
                  <a:ext uri="{FF2B5EF4-FFF2-40B4-BE49-F238E27FC236}">
                    <a16:creationId xmlns:a16="http://schemas.microsoft.com/office/drawing/2014/main" id="{565CF3A4-A522-009E-044A-CE5A203DA74B}"/>
                  </a:ext>
                </a:extLst>
              </p:cNvPr>
              <p:cNvPicPr/>
              <p:nvPr/>
            </p:nvPicPr>
            <p:blipFill>
              <a:blip r:embed="rId723"/>
              <a:stretch>
                <a:fillRect/>
              </a:stretch>
            </p:blipFill>
            <p:spPr>
              <a:xfrm>
                <a:off x="4243723" y="5246662"/>
                <a:ext cx="60120" cy="2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61" name="Group 460">
            <a:extLst>
              <a:ext uri="{FF2B5EF4-FFF2-40B4-BE49-F238E27FC236}">
                <a16:creationId xmlns:a16="http://schemas.microsoft.com/office/drawing/2014/main" id="{49887B97-E3B7-6A5D-1ACE-60E56EE34F6E}"/>
              </a:ext>
            </a:extLst>
          </p:cNvPr>
          <p:cNvGrpSpPr/>
          <p:nvPr/>
        </p:nvGrpSpPr>
        <p:grpSpPr>
          <a:xfrm>
            <a:off x="4414363" y="5187262"/>
            <a:ext cx="889200" cy="273600"/>
            <a:chOff x="4414363" y="5187262"/>
            <a:chExt cx="889200" cy="27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C3BED031-D1B4-48FC-07B6-E740FC7A69D6}"/>
                    </a:ext>
                  </a:extLst>
                </p14:cNvPr>
                <p14:cNvContentPartPr/>
                <p14:nvPr/>
              </p14:nvContentPartPr>
              <p14:xfrm>
                <a:off x="4414363" y="5262862"/>
                <a:ext cx="195840" cy="3744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C3BED031-D1B4-48FC-07B6-E740FC7A69D6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4396723" y="5244862"/>
                  <a:ext cx="2314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B508F4BA-8F7D-F918-0C6C-5CAB71537313}"/>
                    </a:ext>
                  </a:extLst>
                </p14:cNvPr>
                <p14:cNvContentPartPr/>
                <p14:nvPr/>
              </p14:nvContentPartPr>
              <p14:xfrm>
                <a:off x="4519843" y="5201302"/>
                <a:ext cx="24120" cy="17712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B508F4BA-8F7D-F918-0C6C-5CAB71537313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4501843" y="5183302"/>
                  <a:ext cx="597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E66C8B0B-557D-98F6-27BB-9FC2579CBDDF}"/>
                    </a:ext>
                  </a:extLst>
                </p14:cNvPr>
                <p14:cNvContentPartPr/>
                <p14:nvPr/>
              </p14:nvContentPartPr>
              <p14:xfrm>
                <a:off x="4672483" y="5187262"/>
                <a:ext cx="267120" cy="15876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E66C8B0B-557D-98F6-27BB-9FC2579CBDDF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4654483" y="5169262"/>
                  <a:ext cx="3027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0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132DCCD6-A0C5-A550-EA20-DFDF069F8458}"/>
                    </a:ext>
                  </a:extLst>
                </p14:cNvPr>
                <p14:cNvContentPartPr/>
                <p14:nvPr/>
              </p14:nvContentPartPr>
              <p14:xfrm>
                <a:off x="4977763" y="5301022"/>
                <a:ext cx="325800" cy="15984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132DCCD6-A0C5-A550-EA20-DFDF069F8458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4959763" y="5283382"/>
                  <a:ext cx="36144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E7284C82-A33F-29BB-B71C-51C0E1404B17}"/>
              </a:ext>
            </a:extLst>
          </p:cNvPr>
          <p:cNvGrpSpPr/>
          <p:nvPr/>
        </p:nvGrpSpPr>
        <p:grpSpPr>
          <a:xfrm>
            <a:off x="23443" y="5707822"/>
            <a:ext cx="129600" cy="119880"/>
            <a:chOff x="23443" y="5707822"/>
            <a:chExt cx="129600" cy="11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2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6709F99D-93C2-F0BA-C6E1-69EF3CE56F32}"/>
                    </a:ext>
                  </a:extLst>
                </p14:cNvPr>
                <p14:cNvContentPartPr/>
                <p14:nvPr/>
              </p14:nvContentPartPr>
              <p14:xfrm>
                <a:off x="40723" y="5707822"/>
                <a:ext cx="54000" cy="1116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6709F99D-93C2-F0BA-C6E1-69EF3CE56F32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22723" y="5689822"/>
                  <a:ext cx="89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4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AE026AFE-1FBB-4602-8886-F8B39114647E}"/>
                    </a:ext>
                  </a:extLst>
                </p14:cNvPr>
                <p14:cNvContentPartPr/>
                <p14:nvPr/>
              </p14:nvContentPartPr>
              <p14:xfrm>
                <a:off x="23443" y="5766142"/>
                <a:ext cx="129600" cy="6156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AE026AFE-1FBB-4602-8886-F8B39114647E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5803" y="5748142"/>
                  <a:ext cx="165240" cy="9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36">
            <p14:nvContentPartPr>
              <p14:cNvPr id="468" name="Ink 467">
                <a:extLst>
                  <a:ext uri="{FF2B5EF4-FFF2-40B4-BE49-F238E27FC236}">
                    <a16:creationId xmlns:a16="http://schemas.microsoft.com/office/drawing/2014/main" id="{7D2A81B6-7A0B-5403-2AE0-10D3F9BC82C1}"/>
                  </a:ext>
                </a:extLst>
              </p14:cNvPr>
              <p14:cNvContentPartPr/>
              <p14:nvPr/>
            </p14:nvContentPartPr>
            <p14:xfrm>
              <a:off x="1200283" y="5373382"/>
              <a:ext cx="216360" cy="22320"/>
            </p14:xfrm>
          </p:contentPart>
        </mc:Choice>
        <mc:Fallback>
          <p:pic>
            <p:nvPicPr>
              <p:cNvPr id="468" name="Ink 467">
                <a:extLst>
                  <a:ext uri="{FF2B5EF4-FFF2-40B4-BE49-F238E27FC236}">
                    <a16:creationId xmlns:a16="http://schemas.microsoft.com/office/drawing/2014/main" id="{7D2A81B6-7A0B-5403-2AE0-10D3F9BC82C1}"/>
                  </a:ext>
                </a:extLst>
              </p:cNvPr>
              <p:cNvPicPr/>
              <p:nvPr/>
            </p:nvPicPr>
            <p:blipFill>
              <a:blip r:embed="rId737"/>
              <a:stretch>
                <a:fillRect/>
              </a:stretch>
            </p:blipFill>
            <p:spPr>
              <a:xfrm>
                <a:off x="1182643" y="5355742"/>
                <a:ext cx="252000" cy="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1" name="Group 470">
            <a:extLst>
              <a:ext uri="{FF2B5EF4-FFF2-40B4-BE49-F238E27FC236}">
                <a16:creationId xmlns:a16="http://schemas.microsoft.com/office/drawing/2014/main" id="{001C9088-BA1E-8B1D-B088-F9F78842A393}"/>
              </a:ext>
            </a:extLst>
          </p:cNvPr>
          <p:cNvGrpSpPr/>
          <p:nvPr/>
        </p:nvGrpSpPr>
        <p:grpSpPr>
          <a:xfrm>
            <a:off x="2481523" y="5189062"/>
            <a:ext cx="522720" cy="280800"/>
            <a:chOff x="2481523" y="5189062"/>
            <a:chExt cx="522720" cy="28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8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33A48771-787D-EB95-F777-3EA8C06C4A03}"/>
                    </a:ext>
                  </a:extLst>
                </p14:cNvPr>
                <p14:cNvContentPartPr/>
                <p14:nvPr/>
              </p14:nvContentPartPr>
              <p14:xfrm>
                <a:off x="2481523" y="5197702"/>
                <a:ext cx="103680" cy="24912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33A48771-787D-EB95-F777-3EA8C06C4A03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2463523" y="5179702"/>
                  <a:ext cx="1393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A0076FE3-5CA1-1635-3B27-F22F3B4E8CB5}"/>
                    </a:ext>
                  </a:extLst>
                </p14:cNvPr>
                <p14:cNvContentPartPr/>
                <p14:nvPr/>
              </p14:nvContentPartPr>
              <p14:xfrm>
                <a:off x="2726323" y="5271142"/>
                <a:ext cx="33120" cy="12528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A0076FE3-5CA1-1635-3B27-F22F3B4E8CB5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2708683" y="5253142"/>
                  <a:ext cx="687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A819B9F1-1D60-C247-DF3B-46FAAAF28EE7}"/>
                    </a:ext>
                  </a:extLst>
                </p14:cNvPr>
                <p14:cNvContentPartPr/>
                <p14:nvPr/>
              </p14:nvContentPartPr>
              <p14:xfrm>
                <a:off x="2896603" y="5243062"/>
                <a:ext cx="107280" cy="1872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A819B9F1-1D60-C247-DF3B-46FAAAF28EE7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2878603" y="5225062"/>
                  <a:ext cx="1429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4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4DA9AB53-0836-B20D-24D0-EC10982C3A99}"/>
                    </a:ext>
                  </a:extLst>
                </p14:cNvPr>
                <p14:cNvContentPartPr/>
                <p14:nvPr/>
              </p14:nvContentPartPr>
              <p14:xfrm>
                <a:off x="2947003" y="5189062"/>
                <a:ext cx="57240" cy="14544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4DA9AB53-0836-B20D-24D0-EC10982C3A99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2929363" y="5171062"/>
                  <a:ext cx="928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6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3C432D17-30BC-BE34-1F28-5D3825D5077F}"/>
                    </a:ext>
                  </a:extLst>
                </p14:cNvPr>
                <p14:cNvContentPartPr/>
                <p14:nvPr/>
              </p14:nvContentPartPr>
              <p14:xfrm>
                <a:off x="2589163" y="5435662"/>
                <a:ext cx="211680" cy="34200"/>
              </p14:xfrm>
            </p:contentPart>
          </mc:Choice>
          <mc:Fallback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3C432D17-30BC-BE34-1F28-5D3825D5077F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2571163" y="5417662"/>
                  <a:ext cx="247320" cy="6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8">
            <p14:nvContentPartPr>
              <p14:cNvPr id="470" name="Ink 469">
                <a:extLst>
                  <a:ext uri="{FF2B5EF4-FFF2-40B4-BE49-F238E27FC236}">
                    <a16:creationId xmlns:a16="http://schemas.microsoft.com/office/drawing/2014/main" id="{CB1EDB6E-EEBB-927C-E6EC-CF7EB0212FC3}"/>
                  </a:ext>
                </a:extLst>
              </p14:cNvPr>
              <p14:cNvContentPartPr/>
              <p14:nvPr/>
            </p14:nvContentPartPr>
            <p14:xfrm>
              <a:off x="3993523" y="5493982"/>
              <a:ext cx="311040" cy="40320"/>
            </p14:xfrm>
          </p:contentPart>
        </mc:Choice>
        <mc:Fallback>
          <p:pic>
            <p:nvPicPr>
              <p:cNvPr id="470" name="Ink 469">
                <a:extLst>
                  <a:ext uri="{FF2B5EF4-FFF2-40B4-BE49-F238E27FC236}">
                    <a16:creationId xmlns:a16="http://schemas.microsoft.com/office/drawing/2014/main" id="{CB1EDB6E-EEBB-927C-E6EC-CF7EB0212FC3}"/>
                  </a:ext>
                </a:extLst>
              </p:cNvPr>
              <p:cNvPicPr/>
              <p:nvPr/>
            </p:nvPicPr>
            <p:blipFill>
              <a:blip r:embed="rId749"/>
              <a:stretch>
                <a:fillRect/>
              </a:stretch>
            </p:blipFill>
            <p:spPr>
              <a:xfrm>
                <a:off x="3975523" y="5476342"/>
                <a:ext cx="34668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0">
            <p14:nvContentPartPr>
              <p14:cNvPr id="472" name="Ink 471">
                <a:extLst>
                  <a:ext uri="{FF2B5EF4-FFF2-40B4-BE49-F238E27FC236}">
                    <a16:creationId xmlns:a16="http://schemas.microsoft.com/office/drawing/2014/main" id="{F871907A-E6FF-B052-93DC-E7FD831A36AF}"/>
                  </a:ext>
                </a:extLst>
              </p14:cNvPr>
              <p14:cNvContentPartPr/>
              <p14:nvPr/>
            </p14:nvContentPartPr>
            <p14:xfrm>
              <a:off x="841003" y="5936782"/>
              <a:ext cx="8280" cy="2880"/>
            </p14:xfrm>
          </p:contentPart>
        </mc:Choice>
        <mc:Fallback>
          <p:pic>
            <p:nvPicPr>
              <p:cNvPr id="472" name="Ink 471">
                <a:extLst>
                  <a:ext uri="{FF2B5EF4-FFF2-40B4-BE49-F238E27FC236}">
                    <a16:creationId xmlns:a16="http://schemas.microsoft.com/office/drawing/2014/main" id="{F871907A-E6FF-B052-93DC-E7FD831A36A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3363" y="5918782"/>
                <a:ext cx="439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1">
            <p14:nvContentPartPr>
              <p14:cNvPr id="473" name="Ink 472">
                <a:extLst>
                  <a:ext uri="{FF2B5EF4-FFF2-40B4-BE49-F238E27FC236}">
                    <a16:creationId xmlns:a16="http://schemas.microsoft.com/office/drawing/2014/main" id="{84DF9427-7E03-A5E8-9418-C9EB6B3D37AF}"/>
                  </a:ext>
                </a:extLst>
              </p14:cNvPr>
              <p14:cNvContentPartPr/>
              <p14:nvPr/>
            </p14:nvContentPartPr>
            <p14:xfrm>
              <a:off x="1389283" y="5881342"/>
              <a:ext cx="3240" cy="1800"/>
            </p14:xfrm>
          </p:contentPart>
        </mc:Choice>
        <mc:Fallback>
          <p:pic>
            <p:nvPicPr>
              <p:cNvPr id="473" name="Ink 472">
                <a:extLst>
                  <a:ext uri="{FF2B5EF4-FFF2-40B4-BE49-F238E27FC236}">
                    <a16:creationId xmlns:a16="http://schemas.microsoft.com/office/drawing/2014/main" id="{84DF9427-7E03-A5E8-9418-C9EB6B3D37AF}"/>
                  </a:ext>
                </a:extLst>
              </p:cNvPr>
              <p:cNvPicPr/>
              <p:nvPr/>
            </p:nvPicPr>
            <p:blipFill>
              <a:blip r:embed="rId752"/>
              <a:stretch>
                <a:fillRect/>
              </a:stretch>
            </p:blipFill>
            <p:spPr>
              <a:xfrm>
                <a:off x="1371283" y="5863702"/>
                <a:ext cx="388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3">
            <p14:nvContentPartPr>
              <p14:cNvPr id="474" name="Ink 473">
                <a:extLst>
                  <a:ext uri="{FF2B5EF4-FFF2-40B4-BE49-F238E27FC236}">
                    <a16:creationId xmlns:a16="http://schemas.microsoft.com/office/drawing/2014/main" id="{74ACAB16-4A56-98C9-580F-CBE87FFFD181}"/>
                  </a:ext>
                </a:extLst>
              </p14:cNvPr>
              <p14:cNvContentPartPr/>
              <p14:nvPr/>
            </p14:nvContentPartPr>
            <p14:xfrm>
              <a:off x="1977163" y="5770822"/>
              <a:ext cx="4320" cy="3240"/>
            </p14:xfrm>
          </p:contentPart>
        </mc:Choice>
        <mc:Fallback>
          <p:pic>
            <p:nvPicPr>
              <p:cNvPr id="474" name="Ink 473">
                <a:extLst>
                  <a:ext uri="{FF2B5EF4-FFF2-40B4-BE49-F238E27FC236}">
                    <a16:creationId xmlns:a16="http://schemas.microsoft.com/office/drawing/2014/main" id="{74ACAB16-4A56-98C9-580F-CBE87FFFD18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959523" y="5753182"/>
                <a:ext cx="3996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77" name="Group 476">
            <a:extLst>
              <a:ext uri="{FF2B5EF4-FFF2-40B4-BE49-F238E27FC236}">
                <a16:creationId xmlns:a16="http://schemas.microsoft.com/office/drawing/2014/main" id="{A17E683D-03CA-15FD-BEC1-4CB1524C7AA2}"/>
              </a:ext>
            </a:extLst>
          </p:cNvPr>
          <p:cNvGrpSpPr/>
          <p:nvPr/>
        </p:nvGrpSpPr>
        <p:grpSpPr>
          <a:xfrm>
            <a:off x="3264883" y="5578942"/>
            <a:ext cx="190440" cy="332280"/>
            <a:chOff x="3264883" y="5578942"/>
            <a:chExt cx="190440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4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B66BC0A3-47E4-A265-3B9F-AF9105A5493E}"/>
                    </a:ext>
                  </a:extLst>
                </p14:cNvPr>
                <p14:cNvContentPartPr/>
                <p14:nvPr/>
              </p14:nvContentPartPr>
              <p14:xfrm>
                <a:off x="3264883" y="5644102"/>
                <a:ext cx="190440" cy="12960"/>
              </p14:xfrm>
            </p:contentPart>
          </mc:Choice>
          <mc:Fallback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B66BC0A3-47E4-A265-3B9F-AF9105A5493E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3247243" y="5626462"/>
                  <a:ext cx="2260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6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812DF531-DF50-7D16-82B7-1D33050FB947}"/>
                    </a:ext>
                  </a:extLst>
                </p14:cNvPr>
                <p14:cNvContentPartPr/>
                <p14:nvPr/>
              </p14:nvContentPartPr>
              <p14:xfrm>
                <a:off x="3314563" y="5578942"/>
                <a:ext cx="23760" cy="332280"/>
              </p14:xfrm>
            </p:contentPart>
          </mc:Choice>
          <mc:Fallback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812DF531-DF50-7D16-82B7-1D33050FB947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3296563" y="5560942"/>
                  <a:ext cx="59400" cy="36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3" name="Group 482">
            <a:extLst>
              <a:ext uri="{FF2B5EF4-FFF2-40B4-BE49-F238E27FC236}">
                <a16:creationId xmlns:a16="http://schemas.microsoft.com/office/drawing/2014/main" id="{2F2D7579-B92E-A656-4CAC-2E769B21B512}"/>
              </a:ext>
            </a:extLst>
          </p:cNvPr>
          <p:cNvGrpSpPr/>
          <p:nvPr/>
        </p:nvGrpSpPr>
        <p:grpSpPr>
          <a:xfrm>
            <a:off x="1590523" y="5173942"/>
            <a:ext cx="720000" cy="275040"/>
            <a:chOff x="1590523" y="5173942"/>
            <a:chExt cx="720000" cy="27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ADB6700B-1345-8844-4B7E-242118F96907}"/>
                    </a:ext>
                  </a:extLst>
                </p14:cNvPr>
                <p14:cNvContentPartPr/>
                <p14:nvPr/>
              </p14:nvContentPartPr>
              <p14:xfrm>
                <a:off x="1590523" y="5193022"/>
                <a:ext cx="127440" cy="2700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ADB6700B-1345-8844-4B7E-242118F96907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1572883" y="5175382"/>
                  <a:ext cx="163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0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A676D5FC-62DA-CDBA-B5F9-6E0A8169E17C}"/>
                    </a:ext>
                  </a:extLst>
                </p14:cNvPr>
                <p14:cNvContentPartPr/>
                <p14:nvPr/>
              </p14:nvContentPartPr>
              <p14:xfrm>
                <a:off x="1653883" y="5173942"/>
                <a:ext cx="12240" cy="12384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A676D5FC-62DA-CDBA-B5F9-6E0A8169E17C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1635883" y="5155942"/>
                  <a:ext cx="47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2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EB735B2A-3555-D606-6154-43B2213C1B07}"/>
                    </a:ext>
                  </a:extLst>
                </p14:cNvPr>
                <p14:cNvContentPartPr/>
                <p14:nvPr/>
              </p14:nvContentPartPr>
              <p14:xfrm>
                <a:off x="1782403" y="5185102"/>
                <a:ext cx="146880" cy="12132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EB735B2A-3555-D606-6154-43B2213C1B07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1764763" y="5167102"/>
                  <a:ext cx="1825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4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AA64FF06-F460-1CA7-8464-E2DDDB3CE3C8}"/>
                    </a:ext>
                  </a:extLst>
                </p14:cNvPr>
                <p14:cNvContentPartPr/>
                <p14:nvPr/>
              </p14:nvContentPartPr>
              <p14:xfrm>
                <a:off x="2009563" y="5280142"/>
                <a:ext cx="7920" cy="10728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AA64FF06-F460-1CA7-8464-E2DDDB3CE3C8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1991563" y="5262142"/>
                  <a:ext cx="435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6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7F428BBF-E4F2-982E-ABFC-911CD693B25A}"/>
                    </a:ext>
                  </a:extLst>
                </p14:cNvPr>
                <p14:cNvContentPartPr/>
                <p14:nvPr/>
              </p14:nvContentPartPr>
              <p14:xfrm>
                <a:off x="2213683" y="5292022"/>
                <a:ext cx="96840" cy="1728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7F428BBF-E4F2-982E-ABFC-911CD693B25A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2196043" y="5274022"/>
                  <a:ext cx="1324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8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2755289D-60D3-4BF6-B200-3D6F133F34C0}"/>
                    </a:ext>
                  </a:extLst>
                </p14:cNvPr>
                <p14:cNvContentPartPr/>
                <p14:nvPr/>
              </p14:nvContentPartPr>
              <p14:xfrm>
                <a:off x="2243923" y="5242702"/>
                <a:ext cx="53640" cy="11592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2755289D-60D3-4BF6-B200-3D6F133F34C0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2226283" y="5225062"/>
                  <a:ext cx="892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0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E968F648-29B9-7B43-00F9-08C4865C3D82}"/>
                    </a:ext>
                  </a:extLst>
                </p14:cNvPr>
                <p14:cNvContentPartPr/>
                <p14:nvPr/>
              </p14:nvContentPartPr>
              <p14:xfrm>
                <a:off x="1973923" y="5299582"/>
                <a:ext cx="185760" cy="14940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E968F648-29B9-7B43-00F9-08C4865C3D82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1955923" y="5281942"/>
                  <a:ext cx="221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2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D6367F27-D50B-B7F7-DEF9-38935CF70649}"/>
                    </a:ext>
                  </a:extLst>
                </p14:cNvPr>
                <p14:cNvContentPartPr/>
                <p14:nvPr/>
              </p14:nvContentPartPr>
              <p14:xfrm>
                <a:off x="1798603" y="5374102"/>
                <a:ext cx="19080" cy="252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D6367F27-D50B-B7F7-DEF9-38935CF70649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1780963" y="5356462"/>
                  <a:ext cx="5472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BE20D8B1-6263-A7AD-C2A9-E24CAA645878}"/>
              </a:ext>
            </a:extLst>
          </p:cNvPr>
          <p:cNvGrpSpPr/>
          <p:nvPr/>
        </p:nvGrpSpPr>
        <p:grpSpPr>
          <a:xfrm>
            <a:off x="3132043" y="5174662"/>
            <a:ext cx="372240" cy="258480"/>
            <a:chOff x="3132043" y="5174662"/>
            <a:chExt cx="37224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614804B6-A98B-9270-B9EE-FBA61E1BAD28}"/>
                    </a:ext>
                  </a:extLst>
                </p14:cNvPr>
                <p14:cNvContentPartPr/>
                <p14:nvPr/>
              </p14:nvContentPartPr>
              <p14:xfrm>
                <a:off x="3132043" y="5174662"/>
                <a:ext cx="120240" cy="23904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614804B6-A98B-9270-B9EE-FBA61E1BAD28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3114403" y="5157022"/>
                  <a:ext cx="1558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832A65B6-21F9-4BDE-454F-B3567955D0B5}"/>
                    </a:ext>
                  </a:extLst>
                </p14:cNvPr>
                <p14:cNvContentPartPr/>
                <p14:nvPr/>
              </p14:nvContentPartPr>
              <p14:xfrm>
                <a:off x="3291883" y="5301022"/>
                <a:ext cx="212400" cy="13212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832A65B6-21F9-4BDE-454F-B3567955D0B5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3273883" y="5283382"/>
                  <a:ext cx="2480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8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5FF6B891-87C4-7705-AE09-70DF2E18368B}"/>
                    </a:ext>
                  </a:extLst>
                </p14:cNvPr>
                <p14:cNvContentPartPr/>
                <p14:nvPr/>
              </p14:nvContentPartPr>
              <p14:xfrm>
                <a:off x="3272443" y="5387062"/>
                <a:ext cx="28080" cy="6120"/>
              </p14:xfrm>
            </p:contentPart>
          </mc:Choice>
          <mc:Fallback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5FF6B891-87C4-7705-AE09-70DF2E18368B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3254803" y="5369062"/>
                  <a:ext cx="6372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0">
            <p14:nvContentPartPr>
              <p14:cNvPr id="481" name="Ink 480">
                <a:extLst>
                  <a:ext uri="{FF2B5EF4-FFF2-40B4-BE49-F238E27FC236}">
                    <a16:creationId xmlns:a16="http://schemas.microsoft.com/office/drawing/2014/main" id="{5ADFE82B-CAF8-1838-5137-C3C7D36FBB0D}"/>
                  </a:ext>
                </a:extLst>
              </p14:cNvPr>
              <p14:cNvContentPartPr/>
              <p14:nvPr/>
            </p14:nvContentPartPr>
            <p14:xfrm>
              <a:off x="5073523" y="5383822"/>
              <a:ext cx="19440" cy="2880"/>
            </p14:xfrm>
          </p:contentPart>
        </mc:Choice>
        <mc:Fallback>
          <p:pic>
            <p:nvPicPr>
              <p:cNvPr id="481" name="Ink 480">
                <a:extLst>
                  <a:ext uri="{FF2B5EF4-FFF2-40B4-BE49-F238E27FC236}">
                    <a16:creationId xmlns:a16="http://schemas.microsoft.com/office/drawing/2014/main" id="{5ADFE82B-CAF8-1838-5137-C3C7D36FBB0D}"/>
                  </a:ext>
                </a:extLst>
              </p:cNvPr>
              <p:cNvPicPr/>
              <p:nvPr/>
            </p:nvPicPr>
            <p:blipFill>
              <a:blip r:embed="rId781"/>
              <a:stretch>
                <a:fillRect/>
              </a:stretch>
            </p:blipFill>
            <p:spPr>
              <a:xfrm>
                <a:off x="5055883" y="5366182"/>
                <a:ext cx="550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2">
            <p14:nvContentPartPr>
              <p14:cNvPr id="484" name="Ink 483">
                <a:extLst>
                  <a:ext uri="{FF2B5EF4-FFF2-40B4-BE49-F238E27FC236}">
                    <a16:creationId xmlns:a16="http://schemas.microsoft.com/office/drawing/2014/main" id="{2AD19704-20F2-C721-A887-19457AECBBA9}"/>
                  </a:ext>
                </a:extLst>
              </p14:cNvPr>
              <p14:cNvContentPartPr/>
              <p14:nvPr/>
            </p14:nvContentPartPr>
            <p14:xfrm>
              <a:off x="1684123" y="6668302"/>
              <a:ext cx="10800" cy="7920"/>
            </p14:xfrm>
          </p:contentPart>
        </mc:Choice>
        <mc:Fallback>
          <p:pic>
            <p:nvPicPr>
              <p:cNvPr id="484" name="Ink 483">
                <a:extLst>
                  <a:ext uri="{FF2B5EF4-FFF2-40B4-BE49-F238E27FC236}">
                    <a16:creationId xmlns:a16="http://schemas.microsoft.com/office/drawing/2014/main" id="{2AD19704-20F2-C721-A887-19457AECBBA9}"/>
                  </a:ext>
                </a:extLst>
              </p:cNvPr>
              <p:cNvPicPr/>
              <p:nvPr/>
            </p:nvPicPr>
            <p:blipFill>
              <a:blip r:embed="rId706"/>
              <a:stretch>
                <a:fillRect/>
              </a:stretch>
            </p:blipFill>
            <p:spPr>
              <a:xfrm>
                <a:off x="1666483" y="6650662"/>
                <a:ext cx="4644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3">
            <p14:nvContentPartPr>
              <p14:cNvPr id="485" name="Ink 484">
                <a:extLst>
                  <a:ext uri="{FF2B5EF4-FFF2-40B4-BE49-F238E27FC236}">
                    <a16:creationId xmlns:a16="http://schemas.microsoft.com/office/drawing/2014/main" id="{8294FF26-DACB-5A14-0E27-EF37BEB33448}"/>
                  </a:ext>
                </a:extLst>
              </p14:cNvPr>
              <p14:cNvContentPartPr/>
              <p14:nvPr/>
            </p14:nvContentPartPr>
            <p14:xfrm>
              <a:off x="2611843" y="6764422"/>
              <a:ext cx="4680" cy="5400"/>
            </p14:xfrm>
          </p:contentPart>
        </mc:Choice>
        <mc:Fallback>
          <p:pic>
            <p:nvPicPr>
              <p:cNvPr id="485" name="Ink 484">
                <a:extLst>
                  <a:ext uri="{FF2B5EF4-FFF2-40B4-BE49-F238E27FC236}">
                    <a16:creationId xmlns:a16="http://schemas.microsoft.com/office/drawing/2014/main" id="{8294FF26-DACB-5A14-0E27-EF37BEB33448}"/>
                  </a:ext>
                </a:extLst>
              </p:cNvPr>
              <p:cNvPicPr/>
              <p:nvPr/>
            </p:nvPicPr>
            <p:blipFill>
              <a:blip r:embed="rId673"/>
              <a:stretch>
                <a:fillRect/>
              </a:stretch>
            </p:blipFill>
            <p:spPr>
              <a:xfrm>
                <a:off x="2594203" y="6746422"/>
                <a:ext cx="403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4">
            <p14:nvContentPartPr>
              <p14:cNvPr id="486" name="Ink 485">
                <a:extLst>
                  <a:ext uri="{FF2B5EF4-FFF2-40B4-BE49-F238E27FC236}">
                    <a16:creationId xmlns:a16="http://schemas.microsoft.com/office/drawing/2014/main" id="{745E9061-4B48-A90F-7847-191DB33A985B}"/>
                  </a:ext>
                </a:extLst>
              </p14:cNvPr>
              <p14:cNvContentPartPr/>
              <p14:nvPr/>
            </p14:nvContentPartPr>
            <p14:xfrm>
              <a:off x="3599683" y="6720502"/>
              <a:ext cx="360" cy="360"/>
            </p14:xfrm>
          </p:contentPart>
        </mc:Choice>
        <mc:Fallback>
          <p:pic>
            <p:nvPicPr>
              <p:cNvPr id="486" name="Ink 485">
                <a:extLst>
                  <a:ext uri="{FF2B5EF4-FFF2-40B4-BE49-F238E27FC236}">
                    <a16:creationId xmlns:a16="http://schemas.microsoft.com/office/drawing/2014/main" id="{745E9061-4B48-A90F-7847-191DB33A985B}"/>
                  </a:ext>
                </a:extLst>
              </p:cNvPr>
              <p:cNvPicPr/>
              <p:nvPr/>
            </p:nvPicPr>
            <p:blipFill>
              <a:blip r:embed="rId544"/>
              <a:stretch>
                <a:fillRect/>
              </a:stretch>
            </p:blipFill>
            <p:spPr>
              <a:xfrm>
                <a:off x="3581683" y="67025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5">
            <p14:nvContentPartPr>
              <p14:cNvPr id="487" name="Ink 486">
                <a:extLst>
                  <a:ext uri="{FF2B5EF4-FFF2-40B4-BE49-F238E27FC236}">
                    <a16:creationId xmlns:a16="http://schemas.microsoft.com/office/drawing/2014/main" id="{9A8074DC-FDA0-68CF-B8F7-4817EF3B0E2C}"/>
                  </a:ext>
                </a:extLst>
              </p14:cNvPr>
              <p14:cNvContentPartPr/>
              <p14:nvPr/>
            </p14:nvContentPartPr>
            <p14:xfrm>
              <a:off x="6468163" y="6582982"/>
              <a:ext cx="9720" cy="12240"/>
            </p14:xfrm>
          </p:contentPart>
        </mc:Choice>
        <mc:Fallback>
          <p:pic>
            <p:nvPicPr>
              <p:cNvPr id="487" name="Ink 486">
                <a:extLst>
                  <a:ext uri="{FF2B5EF4-FFF2-40B4-BE49-F238E27FC236}">
                    <a16:creationId xmlns:a16="http://schemas.microsoft.com/office/drawing/2014/main" id="{9A8074DC-FDA0-68CF-B8F7-4817EF3B0E2C}"/>
                  </a:ext>
                </a:extLst>
              </p:cNvPr>
              <p:cNvPicPr/>
              <p:nvPr/>
            </p:nvPicPr>
            <p:blipFill>
              <a:blip r:embed="rId786"/>
              <a:stretch>
                <a:fillRect/>
              </a:stretch>
            </p:blipFill>
            <p:spPr>
              <a:xfrm>
                <a:off x="6450523" y="6565342"/>
                <a:ext cx="453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7">
            <p14:nvContentPartPr>
              <p14:cNvPr id="488" name="Ink 487">
                <a:extLst>
                  <a:ext uri="{FF2B5EF4-FFF2-40B4-BE49-F238E27FC236}">
                    <a16:creationId xmlns:a16="http://schemas.microsoft.com/office/drawing/2014/main" id="{E281ADFC-FCAD-1EE4-B6AF-7CE80BD0FBBD}"/>
                  </a:ext>
                </a:extLst>
              </p14:cNvPr>
              <p14:cNvContentPartPr/>
              <p14:nvPr/>
            </p14:nvContentPartPr>
            <p14:xfrm>
              <a:off x="3145003" y="4103302"/>
              <a:ext cx="2880" cy="5400"/>
            </p14:xfrm>
          </p:contentPart>
        </mc:Choice>
        <mc:Fallback>
          <p:pic>
            <p:nvPicPr>
              <p:cNvPr id="488" name="Ink 487">
                <a:extLst>
                  <a:ext uri="{FF2B5EF4-FFF2-40B4-BE49-F238E27FC236}">
                    <a16:creationId xmlns:a16="http://schemas.microsoft.com/office/drawing/2014/main" id="{E281ADFC-FCAD-1EE4-B6AF-7CE80BD0FBBD}"/>
                  </a:ext>
                </a:extLst>
              </p:cNvPr>
              <p:cNvPicPr/>
              <p:nvPr/>
            </p:nvPicPr>
            <p:blipFill>
              <a:blip r:embed="rId592"/>
              <a:stretch>
                <a:fillRect/>
              </a:stretch>
            </p:blipFill>
            <p:spPr>
              <a:xfrm>
                <a:off x="3127363" y="4085662"/>
                <a:ext cx="385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8">
            <p14:nvContentPartPr>
              <p14:cNvPr id="489" name="Ink 488">
                <a:extLst>
                  <a:ext uri="{FF2B5EF4-FFF2-40B4-BE49-F238E27FC236}">
                    <a16:creationId xmlns:a16="http://schemas.microsoft.com/office/drawing/2014/main" id="{D07413C9-7A45-9FF8-5C89-FA5CA17D0C2A}"/>
                  </a:ext>
                </a:extLst>
              </p14:cNvPr>
              <p14:cNvContentPartPr/>
              <p14:nvPr/>
            </p14:nvContentPartPr>
            <p14:xfrm>
              <a:off x="1032163" y="4957222"/>
              <a:ext cx="360" cy="360"/>
            </p14:xfrm>
          </p:contentPart>
        </mc:Choice>
        <mc:Fallback>
          <p:pic>
            <p:nvPicPr>
              <p:cNvPr id="489" name="Ink 488">
                <a:extLst>
                  <a:ext uri="{FF2B5EF4-FFF2-40B4-BE49-F238E27FC236}">
                    <a16:creationId xmlns:a16="http://schemas.microsoft.com/office/drawing/2014/main" id="{D07413C9-7A45-9FF8-5C89-FA5CA17D0C2A}"/>
                  </a:ext>
                </a:extLst>
              </p:cNvPr>
              <p:cNvPicPr/>
              <p:nvPr/>
            </p:nvPicPr>
            <p:blipFill>
              <a:blip r:embed="rId544"/>
              <a:stretch>
                <a:fillRect/>
              </a:stretch>
            </p:blipFill>
            <p:spPr>
              <a:xfrm>
                <a:off x="1014523" y="493922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9">
            <p14:nvContentPartPr>
              <p14:cNvPr id="490" name="Ink 489">
                <a:extLst>
                  <a:ext uri="{FF2B5EF4-FFF2-40B4-BE49-F238E27FC236}">
                    <a16:creationId xmlns:a16="http://schemas.microsoft.com/office/drawing/2014/main" id="{27DE5A87-0804-C75C-A35F-F2AC31B50045}"/>
                  </a:ext>
                </a:extLst>
              </p14:cNvPr>
              <p14:cNvContentPartPr/>
              <p14:nvPr/>
            </p14:nvContentPartPr>
            <p14:xfrm>
              <a:off x="2611843" y="4894582"/>
              <a:ext cx="8280" cy="2880"/>
            </p14:xfrm>
          </p:contentPart>
        </mc:Choice>
        <mc:Fallback>
          <p:pic>
            <p:nvPicPr>
              <p:cNvPr id="490" name="Ink 489">
                <a:extLst>
                  <a:ext uri="{FF2B5EF4-FFF2-40B4-BE49-F238E27FC236}">
                    <a16:creationId xmlns:a16="http://schemas.microsoft.com/office/drawing/2014/main" id="{27DE5A87-0804-C75C-A35F-F2AC31B50045}"/>
                  </a:ext>
                </a:extLst>
              </p:cNvPr>
              <p:cNvPicPr/>
              <p:nvPr/>
            </p:nvPicPr>
            <p:blipFill>
              <a:blip r:embed="rId790"/>
              <a:stretch>
                <a:fillRect/>
              </a:stretch>
            </p:blipFill>
            <p:spPr>
              <a:xfrm>
                <a:off x="2594203" y="4876942"/>
                <a:ext cx="439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1">
            <p14:nvContentPartPr>
              <p14:cNvPr id="491" name="Ink 490">
                <a:extLst>
                  <a:ext uri="{FF2B5EF4-FFF2-40B4-BE49-F238E27FC236}">
                    <a16:creationId xmlns:a16="http://schemas.microsoft.com/office/drawing/2014/main" id="{333FF773-E7B2-CA8F-9995-BBCE68DEF767}"/>
                  </a:ext>
                </a:extLst>
              </p14:cNvPr>
              <p14:cNvContentPartPr/>
              <p14:nvPr/>
            </p14:nvContentPartPr>
            <p14:xfrm>
              <a:off x="3487723" y="4912942"/>
              <a:ext cx="12960" cy="2880"/>
            </p14:xfrm>
          </p:contentPart>
        </mc:Choice>
        <mc:Fallback>
          <p:pic>
            <p:nvPicPr>
              <p:cNvPr id="491" name="Ink 490">
                <a:extLst>
                  <a:ext uri="{FF2B5EF4-FFF2-40B4-BE49-F238E27FC236}">
                    <a16:creationId xmlns:a16="http://schemas.microsoft.com/office/drawing/2014/main" id="{333FF773-E7B2-CA8F-9995-BBCE68DEF76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70083" y="4895302"/>
                <a:ext cx="486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2">
            <p14:nvContentPartPr>
              <p14:cNvPr id="492" name="Ink 491">
                <a:extLst>
                  <a:ext uri="{FF2B5EF4-FFF2-40B4-BE49-F238E27FC236}">
                    <a16:creationId xmlns:a16="http://schemas.microsoft.com/office/drawing/2014/main" id="{2AACADF0-EE2D-EF85-BC2A-95F3A0E38578}"/>
                  </a:ext>
                </a:extLst>
              </p14:cNvPr>
              <p14:cNvContentPartPr/>
              <p14:nvPr/>
            </p14:nvContentPartPr>
            <p14:xfrm>
              <a:off x="4411843" y="4902502"/>
              <a:ext cx="18360" cy="7560"/>
            </p14:xfrm>
          </p:contentPart>
        </mc:Choice>
        <mc:Fallback>
          <p:pic>
            <p:nvPicPr>
              <p:cNvPr id="492" name="Ink 491">
                <a:extLst>
                  <a:ext uri="{FF2B5EF4-FFF2-40B4-BE49-F238E27FC236}">
                    <a16:creationId xmlns:a16="http://schemas.microsoft.com/office/drawing/2014/main" id="{2AACADF0-EE2D-EF85-BC2A-95F3A0E38578}"/>
                  </a:ext>
                </a:extLst>
              </p:cNvPr>
              <p:cNvPicPr/>
              <p:nvPr/>
            </p:nvPicPr>
            <p:blipFill>
              <a:blip r:embed="rId793"/>
              <a:stretch>
                <a:fillRect/>
              </a:stretch>
            </p:blipFill>
            <p:spPr>
              <a:xfrm>
                <a:off x="4393843" y="4884862"/>
                <a:ext cx="540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4">
            <p14:nvContentPartPr>
              <p14:cNvPr id="493" name="Ink 492">
                <a:extLst>
                  <a:ext uri="{FF2B5EF4-FFF2-40B4-BE49-F238E27FC236}">
                    <a16:creationId xmlns:a16="http://schemas.microsoft.com/office/drawing/2014/main" id="{25D28237-2F42-3B0E-19E0-A1A72647711A}"/>
                  </a:ext>
                </a:extLst>
              </p14:cNvPr>
              <p14:cNvContentPartPr/>
              <p14:nvPr/>
            </p14:nvContentPartPr>
            <p14:xfrm>
              <a:off x="5357923" y="4975582"/>
              <a:ext cx="43200" cy="19440"/>
            </p14:xfrm>
          </p:contentPart>
        </mc:Choice>
        <mc:Fallback>
          <p:pic>
            <p:nvPicPr>
              <p:cNvPr id="493" name="Ink 492">
                <a:extLst>
                  <a:ext uri="{FF2B5EF4-FFF2-40B4-BE49-F238E27FC236}">
                    <a16:creationId xmlns:a16="http://schemas.microsoft.com/office/drawing/2014/main" id="{25D28237-2F42-3B0E-19E0-A1A72647711A}"/>
                  </a:ext>
                </a:extLst>
              </p:cNvPr>
              <p:cNvPicPr/>
              <p:nvPr/>
            </p:nvPicPr>
            <p:blipFill>
              <a:blip r:embed="rId795"/>
              <a:stretch>
                <a:fillRect/>
              </a:stretch>
            </p:blipFill>
            <p:spPr>
              <a:xfrm>
                <a:off x="5340283" y="4957942"/>
                <a:ext cx="788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6">
            <p14:nvContentPartPr>
              <p14:cNvPr id="494" name="Ink 493">
                <a:extLst>
                  <a:ext uri="{FF2B5EF4-FFF2-40B4-BE49-F238E27FC236}">
                    <a16:creationId xmlns:a16="http://schemas.microsoft.com/office/drawing/2014/main" id="{2F0B24ED-E5D8-3D24-6C88-1DCAD243ECC6}"/>
                  </a:ext>
                </a:extLst>
              </p14:cNvPr>
              <p14:cNvContentPartPr/>
              <p14:nvPr/>
            </p14:nvContentPartPr>
            <p14:xfrm>
              <a:off x="6597043" y="4956142"/>
              <a:ext cx="11160" cy="11880"/>
            </p14:xfrm>
          </p:contentPart>
        </mc:Choice>
        <mc:Fallback>
          <p:pic>
            <p:nvPicPr>
              <p:cNvPr id="494" name="Ink 493">
                <a:extLst>
                  <a:ext uri="{FF2B5EF4-FFF2-40B4-BE49-F238E27FC236}">
                    <a16:creationId xmlns:a16="http://schemas.microsoft.com/office/drawing/2014/main" id="{2F0B24ED-E5D8-3D24-6C88-1DCAD243ECC6}"/>
                  </a:ext>
                </a:extLst>
              </p:cNvPr>
              <p:cNvPicPr/>
              <p:nvPr/>
            </p:nvPicPr>
            <p:blipFill>
              <a:blip r:embed="rId797"/>
              <a:stretch>
                <a:fillRect/>
              </a:stretch>
            </p:blipFill>
            <p:spPr>
              <a:xfrm>
                <a:off x="6579403" y="4938502"/>
                <a:ext cx="46800" cy="4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0319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6B047C7-9501-8C8E-98B8-0245512C20FF}"/>
              </a:ext>
            </a:extLst>
          </p:cNvPr>
          <p:cNvGrpSpPr/>
          <p:nvPr/>
        </p:nvGrpSpPr>
        <p:grpSpPr>
          <a:xfrm>
            <a:off x="155687" y="62302"/>
            <a:ext cx="410760" cy="649440"/>
            <a:chOff x="155687" y="62302"/>
            <a:chExt cx="410760" cy="64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CA8C58E-DC57-5FC8-3F89-5CE1E5892AB7}"/>
                    </a:ext>
                  </a:extLst>
                </p14:cNvPr>
                <p14:cNvContentPartPr/>
                <p14:nvPr/>
              </p14:nvContentPartPr>
              <p14:xfrm>
                <a:off x="293207" y="198382"/>
                <a:ext cx="18360" cy="1569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CA8C58E-DC57-5FC8-3F89-5CE1E5892AB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5207" y="180382"/>
                  <a:ext cx="540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0EBFC1F-DF68-5E14-90EB-2B904CD9A3FF}"/>
                    </a:ext>
                  </a:extLst>
                </p14:cNvPr>
                <p14:cNvContentPartPr/>
                <p14:nvPr/>
              </p14:nvContentPartPr>
              <p14:xfrm>
                <a:off x="386807" y="228262"/>
                <a:ext cx="19440" cy="166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0EBFC1F-DF68-5E14-90EB-2B904CD9A3F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9167" y="210262"/>
                  <a:ext cx="550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8B5164F-5650-0686-8154-EC54AE00725F}"/>
                    </a:ext>
                  </a:extLst>
                </p14:cNvPr>
                <p14:cNvContentPartPr/>
                <p14:nvPr/>
              </p14:nvContentPartPr>
              <p14:xfrm>
                <a:off x="421007" y="62302"/>
                <a:ext cx="145440" cy="649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8B5164F-5650-0686-8154-EC54AE00725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3367" y="44302"/>
                  <a:ext cx="181080" cy="68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BE25188-3123-9401-04E1-FD7B098303FD}"/>
                    </a:ext>
                  </a:extLst>
                </p14:cNvPr>
                <p14:cNvContentPartPr/>
                <p14:nvPr/>
              </p14:nvContentPartPr>
              <p14:xfrm>
                <a:off x="155687" y="159502"/>
                <a:ext cx="14040" cy="325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BE25188-3123-9401-04E1-FD7B098303F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8047" y="141862"/>
                  <a:ext cx="49680" cy="36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60E749B-1553-49F5-F65B-58486D6372BA}"/>
              </a:ext>
            </a:extLst>
          </p:cNvPr>
          <p:cNvGrpSpPr/>
          <p:nvPr/>
        </p:nvGrpSpPr>
        <p:grpSpPr>
          <a:xfrm>
            <a:off x="1183847" y="117742"/>
            <a:ext cx="1263960" cy="342000"/>
            <a:chOff x="1183847" y="117742"/>
            <a:chExt cx="126396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519A723-B93F-4075-D0B7-BB56D8246609}"/>
                    </a:ext>
                  </a:extLst>
                </p14:cNvPr>
                <p14:cNvContentPartPr/>
                <p14:nvPr/>
              </p14:nvContentPartPr>
              <p14:xfrm>
                <a:off x="1183847" y="197302"/>
                <a:ext cx="202680" cy="262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519A723-B93F-4075-D0B7-BB56D824660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65847" y="179662"/>
                  <a:ext cx="2383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651DD5A-56A3-13E1-7287-D5F8C83DC79C}"/>
                    </a:ext>
                  </a:extLst>
                </p14:cNvPr>
                <p14:cNvContentPartPr/>
                <p14:nvPr/>
              </p14:nvContentPartPr>
              <p14:xfrm>
                <a:off x="1441967" y="117742"/>
                <a:ext cx="267120" cy="304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651DD5A-56A3-13E1-7287-D5F8C83DC79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24327" y="99742"/>
                  <a:ext cx="3027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1CCE834-A44B-D03B-CC74-415F9B948155}"/>
                    </a:ext>
                  </a:extLst>
                </p14:cNvPr>
                <p14:cNvContentPartPr/>
                <p14:nvPr/>
              </p14:nvContentPartPr>
              <p14:xfrm>
                <a:off x="1747247" y="250942"/>
                <a:ext cx="131400" cy="177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1CCE834-A44B-D03B-CC74-415F9B94815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29607" y="233302"/>
                  <a:ext cx="167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5ED6AFC-0F19-E578-4A4A-8FF8A32CCF3B}"/>
                    </a:ext>
                  </a:extLst>
                </p14:cNvPr>
                <p14:cNvContentPartPr/>
                <p14:nvPr/>
              </p14:nvContentPartPr>
              <p14:xfrm>
                <a:off x="1916087" y="263902"/>
                <a:ext cx="150480" cy="172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5ED6AFC-0F19-E578-4A4A-8FF8A32CCF3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98447" y="246262"/>
                  <a:ext cx="1861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C707EB4-346B-09E2-548C-62FDD53CD74F}"/>
                    </a:ext>
                  </a:extLst>
                </p14:cNvPr>
                <p14:cNvContentPartPr/>
                <p14:nvPr/>
              </p14:nvContentPartPr>
              <p14:xfrm>
                <a:off x="2119127" y="278662"/>
                <a:ext cx="328680" cy="174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C707EB4-346B-09E2-548C-62FDD53CD74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01127" y="260662"/>
                  <a:ext cx="36432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37FA64A-3F3E-0F4F-622E-45785E020794}"/>
              </a:ext>
            </a:extLst>
          </p:cNvPr>
          <p:cNvGrpSpPr/>
          <p:nvPr/>
        </p:nvGrpSpPr>
        <p:grpSpPr>
          <a:xfrm>
            <a:off x="3036767" y="123502"/>
            <a:ext cx="1080000" cy="347400"/>
            <a:chOff x="3036767" y="123502"/>
            <a:chExt cx="1080000" cy="34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9516BC3-406F-717D-0C4E-AA45552B2D6C}"/>
                    </a:ext>
                  </a:extLst>
                </p14:cNvPr>
                <p14:cNvContentPartPr/>
                <p14:nvPr/>
              </p14:nvContentPartPr>
              <p14:xfrm>
                <a:off x="3036767" y="289462"/>
                <a:ext cx="235440" cy="181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9516BC3-406F-717D-0C4E-AA45552B2D6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19127" y="271822"/>
                  <a:ext cx="2710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F5ACFB2-FF2A-E405-3184-69A8588AEDAC}"/>
                    </a:ext>
                  </a:extLst>
                </p14:cNvPr>
                <p14:cNvContentPartPr/>
                <p14:nvPr/>
              </p14:nvContentPartPr>
              <p14:xfrm>
                <a:off x="3296687" y="306022"/>
                <a:ext cx="183240" cy="161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F5ACFB2-FF2A-E405-3184-69A8588AEDA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78687" y="288022"/>
                  <a:ext cx="2188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7271DB1-DBFF-A720-BDD0-20C203A29113}"/>
                    </a:ext>
                  </a:extLst>
                </p14:cNvPr>
                <p14:cNvContentPartPr/>
                <p14:nvPr/>
              </p14:nvContentPartPr>
              <p14:xfrm>
                <a:off x="3526727" y="123502"/>
                <a:ext cx="590040" cy="340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7271DB1-DBFF-A720-BDD0-20C203A2911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08727" y="105862"/>
                  <a:ext cx="625680" cy="37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15CAE4E-E042-051E-9D50-0E0FCD33EA38}"/>
                  </a:ext>
                </a:extLst>
              </p14:cNvPr>
              <p14:cNvContentPartPr/>
              <p14:nvPr/>
            </p14:nvContentPartPr>
            <p14:xfrm>
              <a:off x="4770167" y="277222"/>
              <a:ext cx="175680" cy="1886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15CAE4E-E042-051E-9D50-0E0FCD33EA3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752527" y="259222"/>
                <a:ext cx="2113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B9E2A02-3C65-743D-9475-42DB51EE43BF}"/>
                  </a:ext>
                </a:extLst>
              </p14:cNvPr>
              <p14:cNvContentPartPr/>
              <p14:nvPr/>
            </p14:nvContentPartPr>
            <p14:xfrm>
              <a:off x="5009927" y="95062"/>
              <a:ext cx="733320" cy="378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B9E2A02-3C65-743D-9475-42DB51EE43B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992287" y="77062"/>
                <a:ext cx="768960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86ED068-8245-F917-9446-CD352C9D4116}"/>
                  </a:ext>
                </a:extLst>
              </p14:cNvPr>
              <p14:cNvContentPartPr/>
              <p14:nvPr/>
            </p14:nvContentPartPr>
            <p14:xfrm>
              <a:off x="5818127" y="290542"/>
              <a:ext cx="192240" cy="201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86ED068-8245-F917-9446-CD352C9D411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800487" y="272902"/>
                <a:ext cx="227880" cy="23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9BB4DB60-4AF6-3488-32A5-007E3EFD8C63}"/>
              </a:ext>
            </a:extLst>
          </p:cNvPr>
          <p:cNvGrpSpPr/>
          <p:nvPr/>
        </p:nvGrpSpPr>
        <p:grpSpPr>
          <a:xfrm>
            <a:off x="6368207" y="165622"/>
            <a:ext cx="2167560" cy="729000"/>
            <a:chOff x="6368207" y="165622"/>
            <a:chExt cx="2167560" cy="72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AD7DCE6-5001-B96B-9697-B26F2F8AA775}"/>
                    </a:ext>
                  </a:extLst>
                </p14:cNvPr>
                <p14:cNvContentPartPr/>
                <p14:nvPr/>
              </p14:nvContentPartPr>
              <p14:xfrm>
                <a:off x="6368207" y="379822"/>
                <a:ext cx="337320" cy="178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AD7DCE6-5001-B96B-9697-B26F2F8AA77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350207" y="361822"/>
                  <a:ext cx="3729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AF3DD05-0888-CFC7-A71B-3B867536D173}"/>
                    </a:ext>
                  </a:extLst>
                </p14:cNvPr>
                <p14:cNvContentPartPr/>
                <p14:nvPr/>
              </p14:nvContentPartPr>
              <p14:xfrm>
                <a:off x="6761327" y="192262"/>
                <a:ext cx="615240" cy="385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AF3DD05-0888-CFC7-A71B-3B867536D17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43687" y="174622"/>
                  <a:ext cx="65088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8B894C7-D35E-8C67-B934-2BBBE5DBC22F}"/>
                    </a:ext>
                  </a:extLst>
                </p14:cNvPr>
                <p14:cNvContentPartPr/>
                <p14:nvPr/>
              </p14:nvContentPartPr>
              <p14:xfrm>
                <a:off x="7217087" y="352102"/>
                <a:ext cx="204120" cy="33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8B894C7-D35E-8C67-B934-2BBBE5DBC22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99087" y="334102"/>
                  <a:ext cx="2397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4537EEB-F875-15A2-6E5C-A649B97DFACC}"/>
                    </a:ext>
                  </a:extLst>
                </p14:cNvPr>
                <p14:cNvContentPartPr/>
                <p14:nvPr/>
              </p14:nvContentPartPr>
              <p14:xfrm>
                <a:off x="7431287" y="354982"/>
                <a:ext cx="60840" cy="151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4537EEB-F875-15A2-6E5C-A649B97DFAC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413647" y="336982"/>
                  <a:ext cx="964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D21AE5F-7928-EE93-52C0-45CEBC3BC08F}"/>
                    </a:ext>
                  </a:extLst>
                </p14:cNvPr>
                <p14:cNvContentPartPr/>
                <p14:nvPr/>
              </p14:nvContentPartPr>
              <p14:xfrm>
                <a:off x="7480247" y="174622"/>
                <a:ext cx="61560" cy="58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D21AE5F-7928-EE93-52C0-45CEBC3BC08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462247" y="156982"/>
                  <a:ext cx="972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9F6CE22-8958-A488-7272-0AFC0421F39E}"/>
                    </a:ext>
                  </a:extLst>
                </p14:cNvPr>
                <p14:cNvContentPartPr/>
                <p14:nvPr/>
              </p14:nvContentPartPr>
              <p14:xfrm>
                <a:off x="7510487" y="395662"/>
                <a:ext cx="106200" cy="498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9F6CE22-8958-A488-7272-0AFC0421F39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92847" y="378022"/>
                  <a:ext cx="14184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0412A5E-A2BA-A80F-3A88-2E8E5016600F}"/>
                    </a:ext>
                  </a:extLst>
                </p14:cNvPr>
                <p14:cNvContentPartPr/>
                <p14:nvPr/>
              </p14:nvContentPartPr>
              <p14:xfrm>
                <a:off x="7488887" y="191902"/>
                <a:ext cx="567000" cy="362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0412A5E-A2BA-A80F-3A88-2E8E5016600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70887" y="173902"/>
                  <a:ext cx="60264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B3C7532-A575-1C1E-FC54-B5F0B82152F4}"/>
                    </a:ext>
                  </a:extLst>
                </p14:cNvPr>
                <p14:cNvContentPartPr/>
                <p14:nvPr/>
              </p14:nvContentPartPr>
              <p14:xfrm>
                <a:off x="8068847" y="165622"/>
                <a:ext cx="40680" cy="40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B3C7532-A575-1C1E-FC54-B5F0B82152F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51207" y="147982"/>
                  <a:ext cx="763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A7D3D40-5B16-D1A4-DCC0-50055DC5ECEE}"/>
                    </a:ext>
                  </a:extLst>
                </p14:cNvPr>
                <p14:cNvContentPartPr/>
                <p14:nvPr/>
              </p14:nvContentPartPr>
              <p14:xfrm>
                <a:off x="8072807" y="358222"/>
                <a:ext cx="158400" cy="141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A7D3D40-5B16-D1A4-DCC0-50055DC5ECE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55167" y="340222"/>
                  <a:ext cx="1940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C32C699-3FFC-7360-0F00-B43E57072C65}"/>
                    </a:ext>
                  </a:extLst>
                </p14:cNvPr>
                <p14:cNvContentPartPr/>
                <p14:nvPr/>
              </p14:nvContentPartPr>
              <p14:xfrm>
                <a:off x="8294567" y="335182"/>
                <a:ext cx="241200" cy="156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C32C699-3FFC-7360-0F00-B43E57072C6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76927" y="317542"/>
                  <a:ext cx="276840" cy="19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02EB4CC-E8FB-294D-2786-EAA3CE07005A}"/>
                  </a:ext>
                </a:extLst>
              </p14:cNvPr>
              <p14:cNvContentPartPr/>
              <p14:nvPr/>
            </p14:nvContentPartPr>
            <p14:xfrm>
              <a:off x="8634407" y="-136452"/>
              <a:ext cx="111240" cy="190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02EB4CC-E8FB-294D-2786-EAA3CE07005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616407" y="-154452"/>
                <a:ext cx="14688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18392D8-8EF5-42CD-5CD2-E882999D4643}"/>
                  </a:ext>
                </a:extLst>
              </p14:cNvPr>
              <p14:cNvContentPartPr/>
              <p14:nvPr/>
            </p14:nvContentPartPr>
            <p14:xfrm>
              <a:off x="9833567" y="70823"/>
              <a:ext cx="71640" cy="36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18392D8-8EF5-42CD-5CD2-E882999D464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815927" y="52823"/>
                <a:ext cx="1072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CF6647F-F2B5-2F61-5E24-373A0BDB0A2B}"/>
                  </a:ext>
                </a:extLst>
              </p14:cNvPr>
              <p14:cNvContentPartPr/>
              <p14:nvPr/>
            </p14:nvContentPartPr>
            <p14:xfrm>
              <a:off x="7791287" y="1054343"/>
              <a:ext cx="213840" cy="3938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CF6647F-F2B5-2F61-5E24-373A0BDB0A2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773647" y="1036703"/>
                <a:ext cx="24948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768076B-D30F-7F88-F02D-50B9DD9BB247}"/>
                  </a:ext>
                </a:extLst>
              </p14:cNvPr>
              <p14:cNvContentPartPr/>
              <p14:nvPr/>
            </p14:nvContentPartPr>
            <p14:xfrm>
              <a:off x="5282087" y="2566343"/>
              <a:ext cx="3960" cy="21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768076B-D30F-7F88-F02D-50B9DD9BB24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264087" y="2548703"/>
                <a:ext cx="3960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69EFE9F-A662-DCBF-36DB-C7EC27205181}"/>
              </a:ext>
            </a:extLst>
          </p:cNvPr>
          <p:cNvGrpSpPr/>
          <p:nvPr/>
        </p:nvGrpSpPr>
        <p:grpSpPr>
          <a:xfrm>
            <a:off x="6934127" y="903503"/>
            <a:ext cx="566640" cy="676080"/>
            <a:chOff x="6934127" y="903503"/>
            <a:chExt cx="566640" cy="67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3EC57B9-A591-5D3F-1629-F6BC0968D703}"/>
                    </a:ext>
                  </a:extLst>
                </p14:cNvPr>
                <p14:cNvContentPartPr/>
                <p14:nvPr/>
              </p14:nvContentPartPr>
              <p14:xfrm>
                <a:off x="6954647" y="1087103"/>
                <a:ext cx="73800" cy="336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3EC57B9-A591-5D3F-1629-F6BC0968D70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37007" y="1069103"/>
                  <a:ext cx="10944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13AE7C3-E77C-2060-B6E5-B8A339BA2D24}"/>
                    </a:ext>
                  </a:extLst>
                </p14:cNvPr>
                <p14:cNvContentPartPr/>
                <p14:nvPr/>
              </p14:nvContentPartPr>
              <p14:xfrm>
                <a:off x="7007567" y="1220663"/>
                <a:ext cx="179280" cy="221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13AE7C3-E77C-2060-B6E5-B8A339BA2D2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989567" y="1203023"/>
                  <a:ext cx="2149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F2BAA9D-FFF2-56A6-F8D7-7FDFD8905F39}"/>
                    </a:ext>
                  </a:extLst>
                </p14:cNvPr>
                <p14:cNvContentPartPr/>
                <p14:nvPr/>
              </p14:nvContentPartPr>
              <p14:xfrm>
                <a:off x="7278647" y="1186823"/>
                <a:ext cx="207000" cy="244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F2BAA9D-FFF2-56A6-F8D7-7FDFD8905F3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261007" y="1169183"/>
                  <a:ext cx="2426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247EE43-87F3-8070-B575-5A86229A6BDD}"/>
                    </a:ext>
                  </a:extLst>
                </p14:cNvPr>
                <p14:cNvContentPartPr/>
                <p14:nvPr/>
              </p14:nvContentPartPr>
              <p14:xfrm>
                <a:off x="7345247" y="1309583"/>
                <a:ext cx="155520" cy="46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247EE43-87F3-8070-B575-5A86229A6BD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327607" y="1291943"/>
                  <a:ext cx="191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055E52E-4DE9-8AFB-93D4-11454F91F72E}"/>
                    </a:ext>
                  </a:extLst>
                </p14:cNvPr>
                <p14:cNvContentPartPr/>
                <p14:nvPr/>
              </p14:nvContentPartPr>
              <p14:xfrm>
                <a:off x="6934127" y="903503"/>
                <a:ext cx="240480" cy="676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055E52E-4DE9-8AFB-93D4-11454F91F72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16127" y="885503"/>
                  <a:ext cx="276120" cy="71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D94EB83-7B6D-886F-4B24-9A856E698016}"/>
              </a:ext>
            </a:extLst>
          </p:cNvPr>
          <p:cNvGrpSpPr/>
          <p:nvPr/>
        </p:nvGrpSpPr>
        <p:grpSpPr>
          <a:xfrm>
            <a:off x="818447" y="3739943"/>
            <a:ext cx="1702080" cy="1014120"/>
            <a:chOff x="818447" y="3739943"/>
            <a:chExt cx="1702080" cy="101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62CC74B-7A09-E312-0DA2-FEB2C0F24C91}"/>
                    </a:ext>
                  </a:extLst>
                </p14:cNvPr>
                <p14:cNvContentPartPr/>
                <p14:nvPr/>
              </p14:nvContentPartPr>
              <p14:xfrm>
                <a:off x="818447" y="3739943"/>
                <a:ext cx="267120" cy="6440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62CC74B-7A09-E312-0DA2-FEB2C0F24C9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00447" y="3722303"/>
                  <a:ext cx="302760" cy="67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E43C1F7-0BC3-020F-90DB-BF31873A4DE5}"/>
                    </a:ext>
                  </a:extLst>
                </p14:cNvPr>
                <p14:cNvContentPartPr/>
                <p14:nvPr/>
              </p14:nvContentPartPr>
              <p14:xfrm>
                <a:off x="1112927" y="4095263"/>
                <a:ext cx="226440" cy="168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E43C1F7-0BC3-020F-90DB-BF31873A4DE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94927" y="4077623"/>
                  <a:ext cx="2620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4B34436-009C-59CA-002B-FEB4216AD03E}"/>
                    </a:ext>
                  </a:extLst>
                </p14:cNvPr>
                <p14:cNvContentPartPr/>
                <p14:nvPr/>
              </p14:nvContentPartPr>
              <p14:xfrm>
                <a:off x="1415687" y="4170143"/>
                <a:ext cx="137520" cy="115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4B34436-009C-59CA-002B-FEB4216AD03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398047" y="4152143"/>
                  <a:ext cx="173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9B8CEB5-36C9-69A7-F926-133640807985}"/>
                    </a:ext>
                  </a:extLst>
                </p14:cNvPr>
                <p14:cNvContentPartPr/>
                <p14:nvPr/>
              </p14:nvContentPartPr>
              <p14:xfrm>
                <a:off x="1472567" y="4085903"/>
                <a:ext cx="56160" cy="2721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9B8CEB5-36C9-69A7-F926-13364080798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454567" y="4068263"/>
                  <a:ext cx="918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BD8F40F-0195-2801-B49A-6964046FC7D9}"/>
                    </a:ext>
                  </a:extLst>
                </p14:cNvPr>
                <p14:cNvContentPartPr/>
                <p14:nvPr/>
              </p14:nvContentPartPr>
              <p14:xfrm>
                <a:off x="1769927" y="3893663"/>
                <a:ext cx="217800" cy="495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BD8F40F-0195-2801-B49A-6964046FC7D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752287" y="3876023"/>
                  <a:ext cx="25344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AAD2D08-6B6D-CD3A-8EEF-7D9ABFFBE320}"/>
                    </a:ext>
                  </a:extLst>
                </p14:cNvPr>
                <p14:cNvContentPartPr/>
                <p14:nvPr/>
              </p14:nvContentPartPr>
              <p14:xfrm>
                <a:off x="1927967" y="4167623"/>
                <a:ext cx="335520" cy="5864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AAD2D08-6B6D-CD3A-8EEF-7D9ABFFBE32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910327" y="4149623"/>
                  <a:ext cx="37116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FC1C3AB-B6B1-4E4D-56BA-523AAD0F0C6C}"/>
                    </a:ext>
                  </a:extLst>
                </p14:cNvPr>
                <p14:cNvContentPartPr/>
                <p14:nvPr/>
              </p14:nvContentPartPr>
              <p14:xfrm>
                <a:off x="2362487" y="4275983"/>
                <a:ext cx="158040" cy="65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FC1C3AB-B6B1-4E4D-56BA-523AAD0F0C6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344847" y="4257983"/>
                  <a:ext cx="1936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2EAEEEB-FDAF-88B6-A9F0-EB46CC2534FE}"/>
                    </a:ext>
                  </a:extLst>
                </p14:cNvPr>
                <p14:cNvContentPartPr/>
                <p14:nvPr/>
              </p14:nvContentPartPr>
              <p14:xfrm>
                <a:off x="2375087" y="4196783"/>
                <a:ext cx="98640" cy="276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2EAEEEB-FDAF-88B6-A9F0-EB46CC2534F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357447" y="4178783"/>
                  <a:ext cx="134280" cy="31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7749279-EF12-D568-ABA7-6B280C2CE27B}"/>
              </a:ext>
            </a:extLst>
          </p:cNvPr>
          <p:cNvGrpSpPr/>
          <p:nvPr/>
        </p:nvGrpSpPr>
        <p:grpSpPr>
          <a:xfrm>
            <a:off x="2789087" y="3993743"/>
            <a:ext cx="628560" cy="470520"/>
            <a:chOff x="2789087" y="3993743"/>
            <a:chExt cx="628560" cy="47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14F855B-2E8A-4842-A68C-7D53036B77F8}"/>
                    </a:ext>
                  </a:extLst>
                </p14:cNvPr>
                <p14:cNvContentPartPr/>
                <p14:nvPr/>
              </p14:nvContentPartPr>
              <p14:xfrm>
                <a:off x="2789087" y="3993743"/>
                <a:ext cx="255960" cy="4705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14F855B-2E8A-4842-A68C-7D53036B77F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71087" y="3975743"/>
                  <a:ext cx="29160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240DA5F-0D9A-9BF2-68DA-7D292E7E1D1E}"/>
                    </a:ext>
                  </a:extLst>
                </p14:cNvPr>
                <p14:cNvContentPartPr/>
                <p14:nvPr/>
              </p14:nvContentPartPr>
              <p14:xfrm>
                <a:off x="3119927" y="4237463"/>
                <a:ext cx="297720" cy="2095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240DA5F-0D9A-9BF2-68DA-7D292E7E1D1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102287" y="4219823"/>
                  <a:ext cx="33336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D177C8BF-5E9B-D190-9968-A9DC3689ED48}"/>
              </a:ext>
            </a:extLst>
          </p:cNvPr>
          <p:cNvGrpSpPr/>
          <p:nvPr/>
        </p:nvGrpSpPr>
        <p:grpSpPr>
          <a:xfrm>
            <a:off x="3775487" y="4248983"/>
            <a:ext cx="219240" cy="114480"/>
            <a:chOff x="3775487" y="4248983"/>
            <a:chExt cx="219240" cy="11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F47DDA1-9B99-104B-8C55-8B831A6C44F7}"/>
                    </a:ext>
                  </a:extLst>
                </p14:cNvPr>
                <p14:cNvContentPartPr/>
                <p14:nvPr/>
              </p14:nvContentPartPr>
              <p14:xfrm>
                <a:off x="3775487" y="4248983"/>
                <a:ext cx="154440" cy="14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F47DDA1-9B99-104B-8C55-8B831A6C44F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57487" y="4230983"/>
                  <a:ext cx="1900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0185CE2-3C1A-5A06-E219-959EE4E9B218}"/>
                    </a:ext>
                  </a:extLst>
                </p14:cNvPr>
                <p14:cNvContentPartPr/>
                <p14:nvPr/>
              </p14:nvContentPartPr>
              <p14:xfrm>
                <a:off x="3778367" y="4342223"/>
                <a:ext cx="216360" cy="21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0185CE2-3C1A-5A06-E219-959EE4E9B21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760727" y="4324223"/>
                  <a:ext cx="25200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F380AD5B-DFD9-753E-4B4F-C15259DEBE0E}"/>
              </a:ext>
            </a:extLst>
          </p:cNvPr>
          <p:cNvGrpSpPr/>
          <p:nvPr/>
        </p:nvGrpSpPr>
        <p:grpSpPr>
          <a:xfrm>
            <a:off x="7427687" y="4159703"/>
            <a:ext cx="427680" cy="162720"/>
            <a:chOff x="7427687" y="4159703"/>
            <a:chExt cx="427680" cy="16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26DDFE1-8673-9BFF-69CF-CCF25E705146}"/>
                    </a:ext>
                  </a:extLst>
                </p14:cNvPr>
                <p14:cNvContentPartPr/>
                <p14:nvPr/>
              </p14:nvContentPartPr>
              <p14:xfrm>
                <a:off x="7474847" y="4159703"/>
                <a:ext cx="168480" cy="118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26DDFE1-8673-9BFF-69CF-CCF25E70514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457207" y="4142063"/>
                  <a:ext cx="2041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190EA90-798D-6FBA-4458-EE03E20FF3C1}"/>
                    </a:ext>
                  </a:extLst>
                </p14:cNvPr>
                <p14:cNvContentPartPr/>
                <p14:nvPr/>
              </p14:nvContentPartPr>
              <p14:xfrm>
                <a:off x="7427687" y="4270223"/>
                <a:ext cx="427680" cy="52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190EA90-798D-6FBA-4458-EE03E20FF3C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409687" y="4252583"/>
                  <a:ext cx="46332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5ED9A803-E700-049F-4336-60751B1823E6}"/>
              </a:ext>
            </a:extLst>
          </p:cNvPr>
          <p:cNvGrpSpPr/>
          <p:nvPr/>
        </p:nvGrpSpPr>
        <p:grpSpPr>
          <a:xfrm>
            <a:off x="934367" y="4967903"/>
            <a:ext cx="1598040" cy="644040"/>
            <a:chOff x="934367" y="4967903"/>
            <a:chExt cx="1598040" cy="64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A5BFCF3-587F-94BE-072C-6B6BC7D7D2F1}"/>
                    </a:ext>
                  </a:extLst>
                </p14:cNvPr>
                <p14:cNvContentPartPr/>
                <p14:nvPr/>
              </p14:nvContentPartPr>
              <p14:xfrm>
                <a:off x="934367" y="4967903"/>
                <a:ext cx="304560" cy="6163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A5BFCF3-587F-94BE-072C-6B6BC7D7D2F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16727" y="4950263"/>
                  <a:ext cx="34020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3DE5D3F-0878-3546-EAA2-836B1E05E8BC}"/>
                    </a:ext>
                  </a:extLst>
                </p14:cNvPr>
                <p14:cNvContentPartPr/>
                <p14:nvPr/>
              </p14:nvContentPartPr>
              <p14:xfrm>
                <a:off x="1324607" y="5303063"/>
                <a:ext cx="232200" cy="2638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3DE5D3F-0878-3546-EAA2-836B1E05E8B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306607" y="5285423"/>
                  <a:ext cx="2678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29BA7BB-5419-7671-99B7-06F09853D2BA}"/>
                    </a:ext>
                  </a:extLst>
                </p14:cNvPr>
                <p14:cNvContentPartPr/>
                <p14:nvPr/>
              </p14:nvContentPartPr>
              <p14:xfrm>
                <a:off x="1718087" y="5292983"/>
                <a:ext cx="210960" cy="3189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29BA7BB-5419-7671-99B7-06F09853D2B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700447" y="5275343"/>
                  <a:ext cx="2466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B902B95-51D1-4D62-3EB5-133DD9A0DB71}"/>
                    </a:ext>
                  </a:extLst>
                </p14:cNvPr>
                <p14:cNvContentPartPr/>
                <p14:nvPr/>
              </p14:nvContentPartPr>
              <p14:xfrm>
                <a:off x="1757687" y="5452103"/>
                <a:ext cx="169200" cy="49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B902B95-51D1-4D62-3EB5-133DD9A0DB7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740047" y="5434463"/>
                  <a:ext cx="2048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4F1A8E0-D343-237A-2941-CDB7BF4910F9}"/>
                    </a:ext>
                  </a:extLst>
                </p14:cNvPr>
                <p14:cNvContentPartPr/>
                <p14:nvPr/>
              </p14:nvContentPartPr>
              <p14:xfrm>
                <a:off x="2157647" y="5220623"/>
                <a:ext cx="145440" cy="3394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4F1A8E0-D343-237A-2941-CDB7BF4910F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140007" y="5202983"/>
                  <a:ext cx="18108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79D47E3-B17F-4BEF-1117-10E04177EEE3}"/>
                    </a:ext>
                  </a:extLst>
                </p14:cNvPr>
                <p14:cNvContentPartPr/>
                <p14:nvPr/>
              </p14:nvContentPartPr>
              <p14:xfrm>
                <a:off x="2329007" y="5110103"/>
                <a:ext cx="203400" cy="4248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79D47E3-B17F-4BEF-1117-10E04177EEE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311367" y="5092463"/>
                  <a:ext cx="239040" cy="46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F27C1506-6977-84D5-E765-277DA8A05CE8}"/>
              </a:ext>
            </a:extLst>
          </p:cNvPr>
          <p:cNvGrpSpPr/>
          <p:nvPr/>
        </p:nvGrpSpPr>
        <p:grpSpPr>
          <a:xfrm>
            <a:off x="690647" y="5897423"/>
            <a:ext cx="1511640" cy="338040"/>
            <a:chOff x="690647" y="5897423"/>
            <a:chExt cx="151164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3F7FC38-E541-FD57-E5AA-0C767041C732}"/>
                    </a:ext>
                  </a:extLst>
                </p14:cNvPr>
                <p14:cNvContentPartPr/>
                <p14:nvPr/>
              </p14:nvContentPartPr>
              <p14:xfrm>
                <a:off x="690647" y="6020183"/>
                <a:ext cx="252360" cy="2152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3F7FC38-E541-FD57-E5AA-0C767041C73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72647" y="6002183"/>
                  <a:ext cx="2880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D9DAF9A-4F2A-9FAE-05AB-A633C722371F}"/>
                    </a:ext>
                  </a:extLst>
                </p14:cNvPr>
                <p14:cNvContentPartPr/>
                <p14:nvPr/>
              </p14:nvContentPartPr>
              <p14:xfrm>
                <a:off x="1067207" y="5897423"/>
                <a:ext cx="373680" cy="2980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D9DAF9A-4F2A-9FAE-05AB-A633C722371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49567" y="5879783"/>
                  <a:ext cx="4093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3AC7D45-62EE-23B6-6840-55EA01B0BBD1}"/>
                    </a:ext>
                  </a:extLst>
                </p14:cNvPr>
                <p14:cNvContentPartPr/>
                <p14:nvPr/>
              </p14:nvContentPartPr>
              <p14:xfrm>
                <a:off x="1655447" y="6051863"/>
                <a:ext cx="200520" cy="1634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3AC7D45-62EE-23B6-6840-55EA01B0BBD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637447" y="6033863"/>
                  <a:ext cx="236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7957F5B-AE00-5531-3772-DB83A57DBC71}"/>
                    </a:ext>
                  </a:extLst>
                </p14:cNvPr>
                <p14:cNvContentPartPr/>
                <p14:nvPr/>
              </p14:nvContentPartPr>
              <p14:xfrm>
                <a:off x="1939847" y="5922983"/>
                <a:ext cx="262440" cy="2901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7957F5B-AE00-5531-3772-DB83A57DBC7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921847" y="5905343"/>
                  <a:ext cx="298080" cy="32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634BC224-8036-91FB-FBB7-B24E0F312A33}"/>
              </a:ext>
            </a:extLst>
          </p:cNvPr>
          <p:cNvGrpSpPr/>
          <p:nvPr/>
        </p:nvGrpSpPr>
        <p:grpSpPr>
          <a:xfrm>
            <a:off x="2545367" y="5989223"/>
            <a:ext cx="1417320" cy="344160"/>
            <a:chOff x="2545367" y="5989223"/>
            <a:chExt cx="141732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4EA40F9-C735-329C-7B09-42A25904616D}"/>
                    </a:ext>
                  </a:extLst>
                </p14:cNvPr>
                <p14:cNvContentPartPr/>
                <p14:nvPr/>
              </p14:nvContentPartPr>
              <p14:xfrm>
                <a:off x="2545367" y="6136463"/>
                <a:ext cx="560160" cy="1749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4EA40F9-C735-329C-7B09-42A25904616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527367" y="6118823"/>
                  <a:ext cx="5958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E1CE367-237B-CB9E-EFA9-3A041C1FC103}"/>
                    </a:ext>
                  </a:extLst>
                </p14:cNvPr>
                <p14:cNvContentPartPr/>
                <p14:nvPr/>
              </p14:nvContentPartPr>
              <p14:xfrm>
                <a:off x="3192647" y="5989223"/>
                <a:ext cx="770040" cy="3441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E1CE367-237B-CB9E-EFA9-3A041C1FC10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74647" y="5971223"/>
                  <a:ext cx="805680" cy="37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F0C7AE1A-EB24-D830-E297-4FEFABECF416}"/>
              </a:ext>
            </a:extLst>
          </p:cNvPr>
          <p:cNvGrpSpPr/>
          <p:nvPr/>
        </p:nvGrpSpPr>
        <p:grpSpPr>
          <a:xfrm>
            <a:off x="4481807" y="5934503"/>
            <a:ext cx="1500120" cy="352800"/>
            <a:chOff x="4481807" y="5934503"/>
            <a:chExt cx="1500120" cy="35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B6AB8B0-4063-434A-A7E0-2E2F5FE3E44F}"/>
                    </a:ext>
                  </a:extLst>
                </p14:cNvPr>
                <p14:cNvContentPartPr/>
                <p14:nvPr/>
              </p14:nvContentPartPr>
              <p14:xfrm>
                <a:off x="4481807" y="6106223"/>
                <a:ext cx="140040" cy="162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B6AB8B0-4063-434A-A7E0-2E2F5FE3E44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464167" y="6088223"/>
                  <a:ext cx="1756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499CD0F-768C-151D-2456-4E2B28D04AB4}"/>
                    </a:ext>
                  </a:extLst>
                </p14:cNvPr>
                <p14:cNvContentPartPr/>
                <p14:nvPr/>
              </p14:nvContentPartPr>
              <p14:xfrm>
                <a:off x="4737767" y="5934503"/>
                <a:ext cx="1244160" cy="352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499CD0F-768C-151D-2456-4E2B28D04AB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719767" y="5916863"/>
                  <a:ext cx="1279800" cy="38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FE1B6B13-B827-FE46-5CFD-B89DB9197BAE}"/>
              </a:ext>
            </a:extLst>
          </p:cNvPr>
          <p:cNvGrpSpPr/>
          <p:nvPr/>
        </p:nvGrpSpPr>
        <p:grpSpPr>
          <a:xfrm>
            <a:off x="6370727" y="5744783"/>
            <a:ext cx="2976840" cy="933840"/>
            <a:chOff x="6370727" y="5744783"/>
            <a:chExt cx="2976840" cy="93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0BABF5D-E43E-8E97-092E-07ABE13A9FA4}"/>
                    </a:ext>
                  </a:extLst>
                </p14:cNvPr>
                <p14:cNvContentPartPr/>
                <p14:nvPr/>
              </p14:nvContentPartPr>
              <p14:xfrm>
                <a:off x="6370727" y="5887703"/>
                <a:ext cx="943560" cy="3686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0BABF5D-E43E-8E97-092E-07ABE13A9FA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53087" y="5870063"/>
                  <a:ext cx="97920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E69438A-2274-8055-F8BC-6E610ED954C0}"/>
                    </a:ext>
                  </a:extLst>
                </p14:cNvPr>
                <p14:cNvContentPartPr/>
                <p14:nvPr/>
              </p14:nvContentPartPr>
              <p14:xfrm>
                <a:off x="7169207" y="6029903"/>
                <a:ext cx="129600" cy="28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E69438A-2274-8055-F8BC-6E610ED954C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151207" y="6012263"/>
                  <a:ext cx="1652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492492D-2B1A-0A4F-86CC-65FB00AEFE8A}"/>
                    </a:ext>
                  </a:extLst>
                </p14:cNvPr>
                <p14:cNvContentPartPr/>
                <p14:nvPr/>
              </p14:nvContentPartPr>
              <p14:xfrm>
                <a:off x="7414727" y="6098303"/>
                <a:ext cx="65160" cy="1170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492492D-2B1A-0A4F-86CC-65FB00AEFE8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396727" y="6080303"/>
                  <a:ext cx="1008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9AD0B80-93BF-A8F1-F79A-46DF0950309C}"/>
                    </a:ext>
                  </a:extLst>
                </p14:cNvPr>
                <p14:cNvContentPartPr/>
                <p14:nvPr/>
              </p14:nvContentPartPr>
              <p14:xfrm>
                <a:off x="7480967" y="5928023"/>
                <a:ext cx="48960" cy="550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9AD0B80-93BF-A8F1-F79A-46DF0950309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63327" y="5910383"/>
                  <a:ext cx="846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CC38BB4-170B-5332-F2EF-80D2B499A45A}"/>
                    </a:ext>
                  </a:extLst>
                </p14:cNvPr>
                <p14:cNvContentPartPr/>
                <p14:nvPr/>
              </p14:nvContentPartPr>
              <p14:xfrm>
                <a:off x="7470887" y="6190103"/>
                <a:ext cx="193320" cy="4885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CC38BB4-170B-5332-F2EF-80D2B499A45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453247" y="6172103"/>
                  <a:ext cx="2289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5664042-660B-37D4-8FC6-6912FA72CD3B}"/>
                    </a:ext>
                  </a:extLst>
                </p14:cNvPr>
                <p14:cNvContentPartPr/>
                <p14:nvPr/>
              </p14:nvContentPartPr>
              <p14:xfrm>
                <a:off x="7474127" y="5928383"/>
                <a:ext cx="677520" cy="385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5664042-660B-37D4-8FC6-6912FA72CD3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456127" y="5910383"/>
                  <a:ext cx="71316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3B06FC9-CAA2-894B-D3C7-8A55063C4F96}"/>
                    </a:ext>
                  </a:extLst>
                </p14:cNvPr>
                <p14:cNvContentPartPr/>
                <p14:nvPr/>
              </p14:nvContentPartPr>
              <p14:xfrm>
                <a:off x="8072807" y="5936663"/>
                <a:ext cx="55080" cy="288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3B06FC9-CAA2-894B-D3C7-8A55063C4F9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055167" y="5919023"/>
                  <a:ext cx="907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AB27ECB-9D1A-5588-118D-D06FD10BD715}"/>
                    </a:ext>
                  </a:extLst>
                </p14:cNvPr>
                <p14:cNvContentPartPr/>
                <p14:nvPr/>
              </p14:nvContentPartPr>
              <p14:xfrm>
                <a:off x="8170727" y="6099023"/>
                <a:ext cx="153000" cy="1828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AB27ECB-9D1A-5588-118D-D06FD10BD71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153087" y="6081023"/>
                  <a:ext cx="1886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63CE4DA-49CC-3B40-493B-4CB663A45D37}"/>
                    </a:ext>
                  </a:extLst>
                </p14:cNvPr>
                <p14:cNvContentPartPr/>
                <p14:nvPr/>
              </p14:nvContentPartPr>
              <p14:xfrm>
                <a:off x="8317607" y="5771783"/>
                <a:ext cx="428040" cy="4852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63CE4DA-49CC-3B40-493B-4CB663A45D3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299607" y="5754143"/>
                  <a:ext cx="46368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08683DE-ABFB-8EFD-8C0B-E9D1C604A12B}"/>
                    </a:ext>
                  </a:extLst>
                </p14:cNvPr>
                <p14:cNvContentPartPr/>
                <p14:nvPr/>
              </p14:nvContentPartPr>
              <p14:xfrm>
                <a:off x="8845367" y="6023783"/>
                <a:ext cx="43560" cy="1454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08683DE-ABFB-8EFD-8C0B-E9D1C604A12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827367" y="6005783"/>
                  <a:ext cx="792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593B7EC-BED6-7058-5048-F335946957B9}"/>
                    </a:ext>
                  </a:extLst>
                </p14:cNvPr>
                <p14:cNvContentPartPr/>
                <p14:nvPr/>
              </p14:nvContentPartPr>
              <p14:xfrm>
                <a:off x="8987567" y="5962583"/>
                <a:ext cx="360000" cy="1918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593B7EC-BED6-7058-5048-F335946957B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969927" y="5944943"/>
                  <a:ext cx="395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CA24B21-0F16-E466-F17C-222FCCCB3CDB}"/>
                    </a:ext>
                  </a:extLst>
                </p14:cNvPr>
                <p14:cNvContentPartPr/>
                <p14:nvPr/>
              </p14:nvContentPartPr>
              <p14:xfrm>
                <a:off x="8737007" y="5744783"/>
                <a:ext cx="246600" cy="824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CA24B21-0F16-E466-F17C-222FCCCB3CD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719007" y="5727143"/>
                  <a:ext cx="2822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0362DFE-BD4A-5CE0-AF84-744AA40874C4}"/>
                    </a:ext>
                  </a:extLst>
                </p14:cNvPr>
                <p14:cNvContentPartPr/>
                <p14:nvPr/>
              </p14:nvContentPartPr>
              <p14:xfrm>
                <a:off x="8423807" y="5760263"/>
                <a:ext cx="327240" cy="608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0362DFE-BD4A-5CE0-AF84-744AA40874C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405807" y="5742263"/>
                  <a:ext cx="36288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4AA8CBA0-C684-E06D-6386-6B66AEA79CAC}"/>
              </a:ext>
            </a:extLst>
          </p:cNvPr>
          <p:cNvGrpSpPr/>
          <p:nvPr/>
        </p:nvGrpSpPr>
        <p:grpSpPr>
          <a:xfrm>
            <a:off x="421367" y="847703"/>
            <a:ext cx="6057360" cy="2783160"/>
            <a:chOff x="421367" y="847703"/>
            <a:chExt cx="6057360" cy="278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A863F3A-DE0C-0472-F3A1-1317B45B8DB7}"/>
                    </a:ext>
                  </a:extLst>
                </p14:cNvPr>
                <p14:cNvContentPartPr/>
                <p14:nvPr/>
              </p14:nvContentPartPr>
              <p14:xfrm>
                <a:off x="421367" y="847703"/>
                <a:ext cx="785520" cy="606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A863F3A-DE0C-0472-F3A1-1317B45B8DB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03727" y="830063"/>
                  <a:ext cx="82116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52AD800-1E96-57CE-581D-5E373362ACE1}"/>
                    </a:ext>
                  </a:extLst>
                </p14:cNvPr>
                <p14:cNvContentPartPr/>
                <p14:nvPr/>
              </p14:nvContentPartPr>
              <p14:xfrm>
                <a:off x="1065407" y="1135343"/>
                <a:ext cx="275400" cy="58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52AD800-1E96-57CE-581D-5E373362ACE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47407" y="1117343"/>
                  <a:ext cx="3110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B21AD62-ED14-6563-7810-B68C12555D82}"/>
                    </a:ext>
                  </a:extLst>
                </p14:cNvPr>
                <p14:cNvContentPartPr/>
                <p14:nvPr/>
              </p14:nvContentPartPr>
              <p14:xfrm>
                <a:off x="5626607" y="1195103"/>
                <a:ext cx="219600" cy="270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B21AD62-ED14-6563-7810-B68C12555D8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608607" y="1177103"/>
                  <a:ext cx="2552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01296CE-3263-6501-95FA-FFBB3843DE9D}"/>
                    </a:ext>
                  </a:extLst>
                </p14:cNvPr>
                <p14:cNvContentPartPr/>
                <p14:nvPr/>
              </p14:nvContentPartPr>
              <p14:xfrm>
                <a:off x="5923967" y="1249463"/>
                <a:ext cx="178200" cy="165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01296CE-3263-6501-95FA-FFBB3843DE9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906327" y="1231463"/>
                  <a:ext cx="2138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59CEA28-37B1-4BB2-D42B-0C53F561DF45}"/>
                    </a:ext>
                  </a:extLst>
                </p14:cNvPr>
                <p14:cNvContentPartPr/>
                <p14:nvPr/>
              </p14:nvContentPartPr>
              <p14:xfrm>
                <a:off x="6209807" y="900983"/>
                <a:ext cx="268920" cy="519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59CEA28-37B1-4BB2-D42B-0C53F561DF4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192167" y="882983"/>
                  <a:ext cx="30456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4384D95-24B4-46C2-8422-1EC4F3B477F3}"/>
                    </a:ext>
                  </a:extLst>
                </p14:cNvPr>
                <p14:cNvContentPartPr/>
                <p14:nvPr/>
              </p14:nvContentPartPr>
              <p14:xfrm>
                <a:off x="2454287" y="2217503"/>
                <a:ext cx="258120" cy="212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4384D95-24B4-46C2-8422-1EC4F3B477F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436287" y="2199503"/>
                  <a:ext cx="2937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EA631C5-C9B7-1BE9-4B34-0B5617AB0425}"/>
                    </a:ext>
                  </a:extLst>
                </p14:cNvPr>
                <p14:cNvContentPartPr/>
                <p14:nvPr/>
              </p14:nvContentPartPr>
              <p14:xfrm>
                <a:off x="2793047" y="2299943"/>
                <a:ext cx="142560" cy="10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EA631C5-C9B7-1BE9-4B34-0B5617AB042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775407" y="2281943"/>
                  <a:ext cx="1782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8C3C38E-43BA-111D-DFC4-149A3304DA5E}"/>
                    </a:ext>
                  </a:extLst>
                </p14:cNvPr>
                <p14:cNvContentPartPr/>
                <p14:nvPr/>
              </p14:nvContentPartPr>
              <p14:xfrm>
                <a:off x="2831927" y="2212463"/>
                <a:ext cx="34560" cy="2239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8C3C38E-43BA-111D-DFC4-149A3304DA5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814287" y="2194823"/>
                  <a:ext cx="702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E8A6BC8-EECC-911D-CFE9-3726ECB81767}"/>
                    </a:ext>
                  </a:extLst>
                </p14:cNvPr>
                <p14:cNvContentPartPr/>
                <p14:nvPr/>
              </p14:nvContentPartPr>
              <p14:xfrm>
                <a:off x="2966207" y="2194103"/>
                <a:ext cx="217080" cy="572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E8A6BC8-EECC-911D-CFE9-3726ECB8176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948207" y="2176103"/>
                  <a:ext cx="252720" cy="60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EB3BCA2-1A52-6F3C-C653-DE45B9BE2D41}"/>
                    </a:ext>
                  </a:extLst>
                </p14:cNvPr>
                <p14:cNvContentPartPr/>
                <p14:nvPr/>
              </p14:nvContentPartPr>
              <p14:xfrm>
                <a:off x="3410447" y="2316503"/>
                <a:ext cx="151920" cy="23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EB3BCA2-1A52-6F3C-C653-DE45B9BE2D4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392807" y="2298863"/>
                  <a:ext cx="1875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45E6F0B-13F2-1F2E-1F68-19E1F57B6D79}"/>
                    </a:ext>
                  </a:extLst>
                </p14:cNvPr>
                <p14:cNvContentPartPr/>
                <p14:nvPr/>
              </p14:nvContentPartPr>
              <p14:xfrm>
                <a:off x="3458687" y="2197703"/>
                <a:ext cx="42840" cy="238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45E6F0B-13F2-1F2E-1F68-19E1F57B6D7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441047" y="2180063"/>
                  <a:ext cx="784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285AC29-1F5E-AD4F-7849-67BF4FAAC2A2}"/>
                    </a:ext>
                  </a:extLst>
                </p14:cNvPr>
                <p14:cNvContentPartPr/>
                <p14:nvPr/>
              </p14:nvContentPartPr>
              <p14:xfrm>
                <a:off x="3641567" y="2196263"/>
                <a:ext cx="213480" cy="234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285AC29-1F5E-AD4F-7849-67BF4FAAC2A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623927" y="2178263"/>
                  <a:ext cx="2491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5605651-5C85-5BBD-FA57-85714CD13E3B}"/>
                    </a:ext>
                  </a:extLst>
                </p14:cNvPr>
                <p14:cNvContentPartPr/>
                <p14:nvPr/>
              </p14:nvContentPartPr>
              <p14:xfrm>
                <a:off x="4158887" y="2202743"/>
                <a:ext cx="175680" cy="42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5605651-5C85-5BBD-FA57-85714CD13E3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140887" y="2184743"/>
                  <a:ext cx="2113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4B43BFF-AD53-53D5-A2DD-7881F922D367}"/>
                    </a:ext>
                  </a:extLst>
                </p14:cNvPr>
                <p14:cNvContentPartPr/>
                <p14:nvPr/>
              </p14:nvContentPartPr>
              <p14:xfrm>
                <a:off x="4141607" y="2296703"/>
                <a:ext cx="226080" cy="45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4B43BFF-AD53-53D5-A2DD-7881F922D36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123967" y="2279063"/>
                  <a:ext cx="2617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6ACCAD6-3F07-0569-E238-07D0818E77BB}"/>
                    </a:ext>
                  </a:extLst>
                </p14:cNvPr>
                <p14:cNvContentPartPr/>
                <p14:nvPr/>
              </p14:nvContentPartPr>
              <p14:xfrm>
                <a:off x="4727687" y="1865423"/>
                <a:ext cx="377640" cy="440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6ACCAD6-3F07-0569-E238-07D0818E77B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710047" y="1847783"/>
                  <a:ext cx="41328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894F186-E190-7CA7-1941-29805C0B4CDC}"/>
                    </a:ext>
                  </a:extLst>
                </p14:cNvPr>
                <p14:cNvContentPartPr/>
                <p14:nvPr/>
              </p14:nvContentPartPr>
              <p14:xfrm>
                <a:off x="1974407" y="1161263"/>
                <a:ext cx="191880" cy="198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894F186-E190-7CA7-1941-29805C0B4CD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956407" y="1143623"/>
                  <a:ext cx="2275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C491DA7-4D8A-390A-79B6-A9B4E2333F8D}"/>
                    </a:ext>
                  </a:extLst>
                </p14:cNvPr>
                <p14:cNvContentPartPr/>
                <p14:nvPr/>
              </p14:nvContentPartPr>
              <p14:xfrm>
                <a:off x="2325767" y="1188623"/>
                <a:ext cx="108360" cy="46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C491DA7-4D8A-390A-79B6-A9B4E2333F8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307767" y="1170623"/>
                  <a:ext cx="1440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EF14CDD-4325-3605-2A36-FB3B5FBE06B2}"/>
                    </a:ext>
                  </a:extLst>
                </p14:cNvPr>
                <p14:cNvContentPartPr/>
                <p14:nvPr/>
              </p14:nvContentPartPr>
              <p14:xfrm>
                <a:off x="2278607" y="1291223"/>
                <a:ext cx="182160" cy="50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EF14CDD-4325-3605-2A36-FB3B5FBE06B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260967" y="1273223"/>
                  <a:ext cx="2178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61DE0C5-8464-C6DD-9658-68AF103972B4}"/>
                    </a:ext>
                  </a:extLst>
                </p14:cNvPr>
                <p14:cNvContentPartPr/>
                <p14:nvPr/>
              </p14:nvContentPartPr>
              <p14:xfrm>
                <a:off x="2681447" y="911063"/>
                <a:ext cx="216000" cy="595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61DE0C5-8464-C6DD-9658-68AF103972B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663447" y="893063"/>
                  <a:ext cx="25164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C6E2EB4-6DD3-CEC5-B7DB-492215BE9413}"/>
                    </a:ext>
                  </a:extLst>
                </p14:cNvPr>
                <p14:cNvContentPartPr/>
                <p14:nvPr/>
              </p14:nvContentPartPr>
              <p14:xfrm>
                <a:off x="2837327" y="1240823"/>
                <a:ext cx="187560" cy="194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C6E2EB4-6DD3-CEC5-B7DB-492215BE941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819327" y="1223183"/>
                  <a:ext cx="2232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3713A6C-F91B-366C-96E2-E93D07DA8034}"/>
                    </a:ext>
                  </a:extLst>
                </p14:cNvPr>
                <p14:cNvContentPartPr/>
                <p14:nvPr/>
              </p14:nvContentPartPr>
              <p14:xfrm>
                <a:off x="3119207" y="1415423"/>
                <a:ext cx="51120" cy="139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3713A6C-F91B-366C-96E2-E93D07DA803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101207" y="1397783"/>
                  <a:ext cx="867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E231957-455E-B4AC-4629-A4260CA112E8}"/>
                    </a:ext>
                  </a:extLst>
                </p14:cNvPr>
                <p14:cNvContentPartPr/>
                <p14:nvPr/>
              </p14:nvContentPartPr>
              <p14:xfrm>
                <a:off x="3285527" y="1254503"/>
                <a:ext cx="138960" cy="146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E231957-455E-B4AC-4629-A4260CA112E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267887" y="1236503"/>
                  <a:ext cx="1746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C9CAD9A-BD86-E6D8-4CD7-DCFABEC74D8D}"/>
                    </a:ext>
                  </a:extLst>
                </p14:cNvPr>
                <p14:cNvContentPartPr/>
                <p14:nvPr/>
              </p14:nvContentPartPr>
              <p14:xfrm>
                <a:off x="3274727" y="1277183"/>
                <a:ext cx="183960" cy="505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C9CAD9A-BD86-E6D8-4CD7-DCFABEC74D8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257087" y="1259543"/>
                  <a:ext cx="21960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2C20660-280F-B42A-96D9-148DBE73A206}"/>
                    </a:ext>
                  </a:extLst>
                </p14:cNvPr>
                <p14:cNvContentPartPr/>
                <p14:nvPr/>
              </p14:nvContentPartPr>
              <p14:xfrm>
                <a:off x="3573887" y="1488143"/>
                <a:ext cx="58320" cy="138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2C20660-280F-B42A-96D9-148DBE73A20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555887" y="1470143"/>
                  <a:ext cx="939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9035526-AB7C-758B-FC2F-DE3CE608509F}"/>
                    </a:ext>
                  </a:extLst>
                </p14:cNvPr>
                <p14:cNvContentPartPr/>
                <p14:nvPr/>
              </p14:nvContentPartPr>
              <p14:xfrm>
                <a:off x="3697367" y="1318223"/>
                <a:ext cx="238320" cy="174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9035526-AB7C-758B-FC2F-DE3CE608509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679727" y="1300583"/>
                  <a:ext cx="2739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E36E7F0-06D7-52AF-9A5E-2D141E13F44A}"/>
                    </a:ext>
                  </a:extLst>
                </p14:cNvPr>
                <p14:cNvContentPartPr/>
                <p14:nvPr/>
              </p14:nvContentPartPr>
              <p14:xfrm>
                <a:off x="3800687" y="1055423"/>
                <a:ext cx="216360" cy="767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E36E7F0-06D7-52AF-9A5E-2D141E13F44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783047" y="1037783"/>
                  <a:ext cx="252000" cy="80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0FDDF80-D6BA-CF3F-8117-44BABF370011}"/>
                    </a:ext>
                  </a:extLst>
                </p14:cNvPr>
                <p14:cNvContentPartPr/>
                <p14:nvPr/>
              </p14:nvContentPartPr>
              <p14:xfrm>
                <a:off x="4241687" y="1171703"/>
                <a:ext cx="204120" cy="330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0FDDF80-D6BA-CF3F-8117-44BABF37001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223687" y="1154063"/>
                  <a:ext cx="2397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E452E2E-F860-7777-1D99-149CD4B8CD14}"/>
                    </a:ext>
                  </a:extLst>
                </p14:cNvPr>
                <p14:cNvContentPartPr/>
                <p14:nvPr/>
              </p14:nvContentPartPr>
              <p14:xfrm>
                <a:off x="4315847" y="1336943"/>
                <a:ext cx="111240" cy="34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E452E2E-F860-7777-1D99-149CD4B8CD1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298207" y="1318943"/>
                  <a:ext cx="1468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95C02B2-A344-679C-FB24-1A7C0C3E860C}"/>
                    </a:ext>
                  </a:extLst>
                </p14:cNvPr>
                <p14:cNvContentPartPr/>
                <p14:nvPr/>
              </p14:nvContentPartPr>
              <p14:xfrm>
                <a:off x="4620767" y="1035263"/>
                <a:ext cx="285840" cy="361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95C02B2-A344-679C-FB24-1A7C0C3E860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603127" y="1017623"/>
                  <a:ext cx="32148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FFCE84F-955B-986A-7F75-63AB1951B222}"/>
                    </a:ext>
                  </a:extLst>
                </p14:cNvPr>
                <p14:cNvContentPartPr/>
                <p14:nvPr/>
              </p14:nvContentPartPr>
              <p14:xfrm>
                <a:off x="3061247" y="1662383"/>
                <a:ext cx="9720" cy="6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FFCE84F-955B-986A-7F75-63AB1951B22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043607" y="1644743"/>
                  <a:ext cx="453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EC0F28A-8F90-E87C-59AC-D38DE2DA2EE8}"/>
                    </a:ext>
                  </a:extLst>
                </p14:cNvPr>
                <p14:cNvContentPartPr/>
                <p14:nvPr/>
              </p14:nvContentPartPr>
              <p14:xfrm>
                <a:off x="3321527" y="2892863"/>
                <a:ext cx="248400" cy="373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EC0F28A-8F90-E87C-59AC-D38DE2DA2EE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303527" y="2875223"/>
                  <a:ext cx="28404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C67477F-6375-1E16-B1CC-D6BDDC5BB9D9}"/>
                    </a:ext>
                  </a:extLst>
                </p14:cNvPr>
                <p14:cNvContentPartPr/>
                <p14:nvPr/>
              </p14:nvContentPartPr>
              <p14:xfrm>
                <a:off x="3688727" y="3108863"/>
                <a:ext cx="239760" cy="194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C67477F-6375-1E16-B1CC-D6BDDC5BB9D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671087" y="3090863"/>
                  <a:ext cx="2754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CB5F3A0-2D37-2F6B-C29F-BEFCB1ADB218}"/>
                    </a:ext>
                  </a:extLst>
                </p14:cNvPr>
                <p14:cNvContentPartPr/>
                <p14:nvPr/>
              </p14:nvContentPartPr>
              <p14:xfrm>
                <a:off x="3977087" y="3245303"/>
                <a:ext cx="89640" cy="1249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CB5F3A0-2D37-2F6B-C29F-BEFCB1ADB21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959087" y="3227303"/>
                  <a:ext cx="1252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E7408B1-62D4-835C-62C5-2B25E6E8B844}"/>
                    </a:ext>
                  </a:extLst>
                </p14:cNvPr>
                <p14:cNvContentPartPr/>
                <p14:nvPr/>
              </p14:nvContentPartPr>
              <p14:xfrm>
                <a:off x="1970447" y="3345023"/>
                <a:ext cx="4680" cy="3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E7408B1-62D4-835C-62C5-2B25E6E8B84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952807" y="3327383"/>
                  <a:ext cx="403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E769113-93EE-A310-C17E-E86CE8D1E1EB}"/>
                    </a:ext>
                  </a:extLst>
                </p14:cNvPr>
                <p14:cNvContentPartPr/>
                <p14:nvPr/>
              </p14:nvContentPartPr>
              <p14:xfrm>
                <a:off x="5381087" y="2745983"/>
                <a:ext cx="303840" cy="451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E769113-93EE-A310-C17E-E86CE8D1E1E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363087" y="2727983"/>
                  <a:ext cx="33948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DF40D8F-2714-C317-F0D8-CEEC1B468048}"/>
                    </a:ext>
                  </a:extLst>
                </p14:cNvPr>
                <p14:cNvContentPartPr/>
                <p14:nvPr/>
              </p14:nvContentPartPr>
              <p14:xfrm>
                <a:off x="4326647" y="2748863"/>
                <a:ext cx="244080" cy="487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DF40D8F-2714-C317-F0D8-CEEC1B46804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308647" y="2731223"/>
                  <a:ext cx="27972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147C128-7B2B-73B7-4F03-695EF01DC763}"/>
                    </a:ext>
                  </a:extLst>
                </p14:cNvPr>
                <p14:cNvContentPartPr/>
                <p14:nvPr/>
              </p14:nvContentPartPr>
              <p14:xfrm>
                <a:off x="4694927" y="3018503"/>
                <a:ext cx="259200" cy="204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147C128-7B2B-73B7-4F03-695EF01DC76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676927" y="3000503"/>
                  <a:ext cx="2948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CE916F9-3288-5BC8-19A6-23DDFB170DF9}"/>
                    </a:ext>
                  </a:extLst>
                </p14:cNvPr>
                <p14:cNvContentPartPr/>
                <p14:nvPr/>
              </p14:nvContentPartPr>
              <p14:xfrm>
                <a:off x="4993367" y="3210383"/>
                <a:ext cx="131040" cy="1630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CE916F9-3288-5BC8-19A6-23DDFB170DF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975367" y="3192383"/>
                  <a:ext cx="1666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5B0BBCF-B664-980D-C8F1-2A3917737E24}"/>
                    </a:ext>
                  </a:extLst>
                </p14:cNvPr>
                <p14:cNvContentPartPr/>
                <p14:nvPr/>
              </p14:nvContentPartPr>
              <p14:xfrm>
                <a:off x="4701767" y="2984303"/>
                <a:ext cx="42120" cy="255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5B0BBCF-B664-980D-C8F1-2A3917737E2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684127" y="2966303"/>
                  <a:ext cx="777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2A4F49A-A7BB-E1A4-5EA5-C09886516391}"/>
                    </a:ext>
                  </a:extLst>
                </p14:cNvPr>
                <p14:cNvContentPartPr/>
                <p14:nvPr/>
              </p14:nvContentPartPr>
              <p14:xfrm>
                <a:off x="4554887" y="2984663"/>
                <a:ext cx="393840" cy="6462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2A4F49A-A7BB-E1A4-5EA5-C0988651639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536887" y="2966663"/>
                  <a:ext cx="429480" cy="68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B03F89F-BE2C-1E09-7ED1-24575E3ECE8D}"/>
                    </a:ext>
                  </a:extLst>
                </p14:cNvPr>
                <p14:cNvContentPartPr/>
                <p14:nvPr/>
              </p14:nvContentPartPr>
              <p14:xfrm>
                <a:off x="3025247" y="2788463"/>
                <a:ext cx="246960" cy="760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B03F89F-BE2C-1E09-7ED1-24575E3ECE8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007247" y="2770463"/>
                  <a:ext cx="282600" cy="79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819FCB6-EE10-368C-980B-CD504C4B9D9B}"/>
                    </a:ext>
                  </a:extLst>
                </p14:cNvPr>
                <p14:cNvContentPartPr/>
                <p14:nvPr/>
              </p14:nvContentPartPr>
              <p14:xfrm>
                <a:off x="5309087" y="2004743"/>
                <a:ext cx="9360" cy="136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819FCB6-EE10-368C-980B-CD504C4B9D9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291087" y="1987103"/>
                  <a:ext cx="450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8C5C504-F792-F9E4-9A97-E3C2E5431EC7}"/>
                    </a:ext>
                  </a:extLst>
                </p14:cNvPr>
                <p14:cNvContentPartPr/>
                <p14:nvPr/>
              </p14:nvContentPartPr>
              <p14:xfrm>
                <a:off x="5427887" y="2077823"/>
                <a:ext cx="298080" cy="907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8C5C504-F792-F9E4-9A97-E3C2E5431EC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409887" y="2059823"/>
                  <a:ext cx="3337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DE32A12-9838-E821-B13E-4CDBD355F22B}"/>
                    </a:ext>
                  </a:extLst>
                </p14:cNvPr>
                <p14:cNvContentPartPr/>
                <p14:nvPr/>
              </p14:nvContentPartPr>
              <p14:xfrm>
                <a:off x="5765567" y="2056943"/>
                <a:ext cx="54720" cy="597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DE32A12-9838-E821-B13E-4CDBD355F22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747927" y="2038943"/>
                  <a:ext cx="903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51BA280-F238-F08C-B95C-CF179142D289}"/>
                    </a:ext>
                  </a:extLst>
                </p14:cNvPr>
                <p14:cNvContentPartPr/>
                <p14:nvPr/>
              </p14:nvContentPartPr>
              <p14:xfrm>
                <a:off x="1474367" y="2660663"/>
                <a:ext cx="270360" cy="655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51BA280-F238-F08C-B95C-CF179142D28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456367" y="2642663"/>
                  <a:ext cx="306000" cy="6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5336994-8E9F-9CA8-22C2-695FC10F2628}"/>
                    </a:ext>
                  </a:extLst>
                </p14:cNvPr>
                <p14:cNvContentPartPr/>
                <p14:nvPr/>
              </p14:nvContentPartPr>
              <p14:xfrm>
                <a:off x="1890167" y="3040823"/>
                <a:ext cx="135720" cy="277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5336994-8E9F-9CA8-22C2-695FC10F262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872527" y="3022823"/>
                  <a:ext cx="1713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9EFF5D4-BF14-FCEE-D4FA-0D4BFE6B94E4}"/>
                    </a:ext>
                  </a:extLst>
                </p14:cNvPr>
                <p14:cNvContentPartPr/>
                <p14:nvPr/>
              </p14:nvContentPartPr>
              <p14:xfrm>
                <a:off x="2219207" y="3120023"/>
                <a:ext cx="102960" cy="36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9EFF5D4-BF14-FCEE-D4FA-0D4BFE6B94E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201207" y="3102023"/>
                  <a:ext cx="1386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EC49B8E-B826-E028-024A-38E71B3D0AAB}"/>
                    </a:ext>
                  </a:extLst>
                </p14:cNvPr>
                <p14:cNvContentPartPr/>
                <p14:nvPr/>
              </p14:nvContentPartPr>
              <p14:xfrm>
                <a:off x="2196167" y="3195983"/>
                <a:ext cx="150840" cy="45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EC49B8E-B826-E028-024A-38E71B3D0AA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178527" y="3178343"/>
                  <a:ext cx="1864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84E8932-2B52-F9B8-3945-44A86B630821}"/>
                    </a:ext>
                  </a:extLst>
                </p14:cNvPr>
                <p14:cNvContentPartPr/>
                <p14:nvPr/>
              </p14:nvContentPartPr>
              <p14:xfrm>
                <a:off x="1664447" y="3260423"/>
                <a:ext cx="5760" cy="3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84E8932-2B52-F9B8-3945-44A86B63082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646807" y="3242423"/>
                  <a:ext cx="41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C6B16F6-2177-7ABF-16EC-924FF0CE3D78}"/>
                    </a:ext>
                  </a:extLst>
                </p14:cNvPr>
                <p14:cNvContentPartPr/>
                <p14:nvPr/>
              </p14:nvContentPartPr>
              <p14:xfrm>
                <a:off x="1759127" y="3284543"/>
                <a:ext cx="5760" cy="10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C6B16F6-2177-7ABF-16EC-924FF0CE3D7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741127" y="3266543"/>
                  <a:ext cx="41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D21AFBB-F43B-DC0F-5E4D-E07D95574305}"/>
                    </a:ext>
                  </a:extLst>
                </p14:cNvPr>
                <p14:cNvContentPartPr/>
                <p14:nvPr/>
              </p14:nvContentPartPr>
              <p14:xfrm>
                <a:off x="3895367" y="3328463"/>
                <a:ext cx="1440" cy="36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D21AFBB-F43B-DC0F-5E4D-E07D9557430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877727" y="3310463"/>
                  <a:ext cx="37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E44B600-0F90-A028-B978-083FA6F064E0}"/>
                    </a:ext>
                  </a:extLst>
                </p14:cNvPr>
                <p14:cNvContentPartPr/>
                <p14:nvPr/>
              </p14:nvContentPartPr>
              <p14:xfrm>
                <a:off x="4850447" y="3170063"/>
                <a:ext cx="2160" cy="28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E44B600-0F90-A028-B978-083FA6F064E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832447" y="3152063"/>
                  <a:ext cx="37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7DFCE5E-4A3A-C51A-16CD-41646A37B149}"/>
                    </a:ext>
                  </a:extLst>
                </p14:cNvPr>
                <p14:cNvContentPartPr/>
                <p14:nvPr/>
              </p14:nvContentPartPr>
              <p14:xfrm>
                <a:off x="5468927" y="2918063"/>
                <a:ext cx="204120" cy="291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7DFCE5E-4A3A-C51A-16CD-41646A37B149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450927" y="2900063"/>
                  <a:ext cx="2397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3DDE068-5F2D-39A6-91F4-6057BBCC1125}"/>
                    </a:ext>
                  </a:extLst>
                </p14:cNvPr>
                <p14:cNvContentPartPr/>
                <p14:nvPr/>
              </p14:nvContentPartPr>
              <p14:xfrm>
                <a:off x="5733167" y="3006983"/>
                <a:ext cx="295200" cy="183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3DDE068-5F2D-39A6-91F4-6057BBCC1125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715527" y="2989343"/>
                  <a:ext cx="3308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2381348-F8F9-6C89-5CBC-D913079F1CBA}"/>
                    </a:ext>
                  </a:extLst>
                </p14:cNvPr>
                <p14:cNvContentPartPr/>
                <p14:nvPr/>
              </p14:nvContentPartPr>
              <p14:xfrm>
                <a:off x="5986967" y="2554463"/>
                <a:ext cx="452880" cy="893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2381348-F8F9-6C89-5CBC-D913079F1CB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969327" y="2536463"/>
                  <a:ext cx="488520" cy="9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5ADE57B-2009-D978-2AB0-517F3D080506}"/>
                    </a:ext>
                  </a:extLst>
                </p14:cNvPr>
                <p14:cNvContentPartPr/>
                <p14:nvPr/>
              </p14:nvContentPartPr>
              <p14:xfrm>
                <a:off x="6077327" y="3144143"/>
                <a:ext cx="10800" cy="108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5ADE57B-2009-D978-2AB0-517F3D080506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059687" y="3126143"/>
                  <a:ext cx="4644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424BBB6F-059E-6D93-48DF-71902438B2CA}"/>
              </a:ext>
            </a:extLst>
          </p:cNvPr>
          <p:cNvGrpSpPr/>
          <p:nvPr/>
        </p:nvGrpSpPr>
        <p:grpSpPr>
          <a:xfrm>
            <a:off x="2644007" y="2675783"/>
            <a:ext cx="205200" cy="137520"/>
            <a:chOff x="2644007" y="2675783"/>
            <a:chExt cx="205200" cy="1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B897ABD-12C3-4C86-629C-D3D7C8D61344}"/>
                    </a:ext>
                  </a:extLst>
                </p14:cNvPr>
                <p14:cNvContentPartPr/>
                <p14:nvPr/>
              </p14:nvContentPartPr>
              <p14:xfrm>
                <a:off x="2644007" y="2678303"/>
                <a:ext cx="360" cy="3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B897ABD-12C3-4C86-629C-D3D7C8D6134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626367" y="266066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54A89EC-E9C6-1D3C-CC25-08E4F1249408}"/>
                    </a:ext>
                  </a:extLst>
                </p14:cNvPr>
                <p14:cNvContentPartPr/>
                <p14:nvPr/>
              </p14:nvContentPartPr>
              <p14:xfrm>
                <a:off x="2662007" y="2675783"/>
                <a:ext cx="360" cy="3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54A89EC-E9C6-1D3C-CC25-08E4F1249408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644367" y="26581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1165B2E-AF82-DBCF-99A7-A117362A1042}"/>
                    </a:ext>
                  </a:extLst>
                </p14:cNvPr>
                <p14:cNvContentPartPr/>
                <p14:nvPr/>
              </p14:nvContentPartPr>
              <p14:xfrm>
                <a:off x="2668127" y="2681543"/>
                <a:ext cx="360" cy="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1165B2E-AF82-DBCF-99A7-A117362A104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650487" y="26635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676DF64-0978-1DD8-1587-9FF0C206EC43}"/>
                    </a:ext>
                  </a:extLst>
                </p14:cNvPr>
                <p14:cNvContentPartPr/>
                <p14:nvPr/>
              </p14:nvContentPartPr>
              <p14:xfrm>
                <a:off x="2846327" y="2811143"/>
                <a:ext cx="2880" cy="21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676DF64-0978-1DD8-1587-9FF0C206EC4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828687" y="2793503"/>
                  <a:ext cx="3852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62854D47-D27A-370B-1D4D-F9B3ED54ABF3}"/>
                  </a:ext>
                </a:extLst>
              </p14:cNvPr>
              <p14:cNvContentPartPr/>
              <p14:nvPr/>
            </p14:nvContentPartPr>
            <p14:xfrm>
              <a:off x="3184727" y="2493983"/>
              <a:ext cx="3600" cy="144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62854D47-D27A-370B-1D4D-F9B3ED54ABF3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3166727" y="2476343"/>
                <a:ext cx="392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7475EE03-C63E-4606-6B9C-A3752FE0BFD5}"/>
                  </a:ext>
                </a:extLst>
              </p14:cNvPr>
              <p14:cNvContentPartPr/>
              <p14:nvPr/>
            </p14:nvContentPartPr>
            <p14:xfrm>
              <a:off x="3812567" y="2467343"/>
              <a:ext cx="360" cy="36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7475EE03-C63E-4606-6B9C-A3752FE0BFD5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3794567" y="244970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03A4142-7A19-454E-4F36-953A2A1163F0}"/>
              </a:ext>
            </a:extLst>
          </p:cNvPr>
          <p:cNvGrpSpPr/>
          <p:nvPr/>
        </p:nvGrpSpPr>
        <p:grpSpPr>
          <a:xfrm>
            <a:off x="5000567" y="2376983"/>
            <a:ext cx="34560" cy="15840"/>
            <a:chOff x="5000567" y="2376983"/>
            <a:chExt cx="34560" cy="1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D0488CB-4B7C-4159-63C3-69C8F1A2DB81}"/>
                    </a:ext>
                  </a:extLst>
                </p14:cNvPr>
                <p14:cNvContentPartPr/>
                <p14:nvPr/>
              </p14:nvContentPartPr>
              <p14:xfrm>
                <a:off x="5000567" y="2376983"/>
                <a:ext cx="1440" cy="57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D0488CB-4B7C-4159-63C3-69C8F1A2DB8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982927" y="2359343"/>
                  <a:ext cx="370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07D9D45-F6F8-D9B0-0799-BE4E70161BBF}"/>
                    </a:ext>
                  </a:extLst>
                </p14:cNvPr>
                <p14:cNvContentPartPr/>
                <p14:nvPr/>
              </p14:nvContentPartPr>
              <p14:xfrm>
                <a:off x="5032247" y="2390663"/>
                <a:ext cx="2880" cy="2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07D9D45-F6F8-D9B0-0799-BE4E70161BB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014247" y="2373023"/>
                  <a:ext cx="3852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67ECB268-AB26-21B0-E21F-E4A7CDE857A0}"/>
              </a:ext>
            </a:extLst>
          </p:cNvPr>
          <p:cNvGrpSpPr/>
          <p:nvPr/>
        </p:nvGrpSpPr>
        <p:grpSpPr>
          <a:xfrm>
            <a:off x="4725527" y="3788903"/>
            <a:ext cx="2378520" cy="1099800"/>
            <a:chOff x="4725527" y="3788903"/>
            <a:chExt cx="2378520" cy="109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9FF4E76-12D9-04B9-FFD8-94D406F71EAD}"/>
                    </a:ext>
                  </a:extLst>
                </p14:cNvPr>
                <p14:cNvContentPartPr/>
                <p14:nvPr/>
              </p14:nvContentPartPr>
              <p14:xfrm>
                <a:off x="4725527" y="3978263"/>
                <a:ext cx="317880" cy="4809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9FF4E76-12D9-04B9-FFD8-94D406F71EA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707887" y="3960263"/>
                  <a:ext cx="35352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80F7F7C-4E42-32CC-B33A-4418AB9F5F2C}"/>
                    </a:ext>
                  </a:extLst>
                </p14:cNvPr>
                <p14:cNvContentPartPr/>
                <p14:nvPr/>
              </p14:nvContentPartPr>
              <p14:xfrm>
                <a:off x="5247887" y="3842903"/>
                <a:ext cx="328680" cy="838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80F7F7C-4E42-32CC-B33A-4418AB9F5F2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230247" y="3824903"/>
                  <a:ext cx="364320" cy="87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6CEF442-D71E-39CB-425C-6F5B43B2AF47}"/>
                    </a:ext>
                  </a:extLst>
                </p14:cNvPr>
                <p14:cNvContentPartPr/>
                <p14:nvPr/>
              </p14:nvContentPartPr>
              <p14:xfrm>
                <a:off x="5501327" y="4265903"/>
                <a:ext cx="307440" cy="1713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6CEF442-D71E-39CB-425C-6F5B43B2AF4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483687" y="4248263"/>
                  <a:ext cx="3430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6A87DD2-9F1E-3921-D457-BC10D539DD7E}"/>
                    </a:ext>
                  </a:extLst>
                </p14:cNvPr>
                <p14:cNvContentPartPr/>
                <p14:nvPr/>
              </p14:nvContentPartPr>
              <p14:xfrm>
                <a:off x="5879327" y="4256183"/>
                <a:ext cx="124920" cy="277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6A87DD2-9F1E-3921-D457-BC10D539DD7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861327" y="4238183"/>
                  <a:ext cx="1605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46BFB04-BB86-E3A2-68DC-81E0CF1AD65E}"/>
                    </a:ext>
                  </a:extLst>
                </p14:cNvPr>
                <p14:cNvContentPartPr/>
                <p14:nvPr/>
              </p14:nvContentPartPr>
              <p14:xfrm>
                <a:off x="5943407" y="4173383"/>
                <a:ext cx="51120" cy="225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46BFB04-BB86-E3A2-68DC-81E0CF1AD65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925407" y="4155383"/>
                  <a:ext cx="867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D650039-6654-021E-65FC-7176A2F2FEEA}"/>
                    </a:ext>
                  </a:extLst>
                </p14:cNvPr>
                <p14:cNvContentPartPr/>
                <p14:nvPr/>
              </p14:nvContentPartPr>
              <p14:xfrm>
                <a:off x="6054287" y="4205423"/>
                <a:ext cx="255960" cy="5529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D650039-6654-021E-65FC-7176A2F2FEE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036647" y="4187423"/>
                  <a:ext cx="29160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C171806-AADC-E1B5-B859-6AC016511A58}"/>
                    </a:ext>
                  </a:extLst>
                </p14:cNvPr>
                <p14:cNvContentPartPr/>
                <p14:nvPr/>
              </p14:nvContentPartPr>
              <p14:xfrm>
                <a:off x="6448487" y="4307303"/>
                <a:ext cx="165600" cy="298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C171806-AADC-E1B5-B859-6AC016511A5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430847" y="4289663"/>
                  <a:ext cx="2012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A6C74D6-C16C-6913-4DDE-3929763F2AB6}"/>
                    </a:ext>
                  </a:extLst>
                </p14:cNvPr>
                <p14:cNvContentPartPr/>
                <p14:nvPr/>
              </p14:nvContentPartPr>
              <p14:xfrm>
                <a:off x="6511847" y="4221983"/>
                <a:ext cx="77400" cy="232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A6C74D6-C16C-6913-4DDE-3929763F2AB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493847" y="4204343"/>
                  <a:ext cx="1130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3CFA63C-F90B-966E-5EFF-05CFBCB3018C}"/>
                    </a:ext>
                  </a:extLst>
                </p14:cNvPr>
                <p14:cNvContentPartPr/>
                <p14:nvPr/>
              </p14:nvContentPartPr>
              <p14:xfrm>
                <a:off x="6723167" y="4202903"/>
                <a:ext cx="223200" cy="2012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3CFA63C-F90B-966E-5EFF-05CFBCB3018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705167" y="4185263"/>
                  <a:ext cx="2588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2D390DC-0939-7E2C-1A2E-9646F4869664}"/>
                    </a:ext>
                  </a:extLst>
                </p14:cNvPr>
                <p14:cNvContentPartPr/>
                <p14:nvPr/>
              </p14:nvContentPartPr>
              <p14:xfrm>
                <a:off x="6796247" y="3788903"/>
                <a:ext cx="307800" cy="10998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2D390DC-0939-7E2C-1A2E-9646F486966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778247" y="3770903"/>
                  <a:ext cx="343440" cy="11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58DE457-75AE-9EB5-23C6-529E4E13511B}"/>
                    </a:ext>
                  </a:extLst>
                </p14:cNvPr>
                <p14:cNvContentPartPr/>
                <p14:nvPr/>
              </p14:nvContentPartPr>
              <p14:xfrm>
                <a:off x="5110007" y="4558583"/>
                <a:ext cx="20160" cy="133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58DE457-75AE-9EB5-23C6-529E4E13511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092367" y="4540583"/>
                  <a:ext cx="558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E8379D9-6009-8663-581A-959538859B00}"/>
                    </a:ext>
                  </a:extLst>
                </p14:cNvPr>
                <p14:cNvContentPartPr/>
                <p14:nvPr/>
              </p14:nvContentPartPr>
              <p14:xfrm>
                <a:off x="6880847" y="4658663"/>
                <a:ext cx="16920" cy="57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E8379D9-6009-8663-581A-959538859B0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863207" y="4641023"/>
                  <a:ext cx="5256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ACC85118-950F-843D-012C-850BDACD5378}"/>
              </a:ext>
            </a:extLst>
          </p:cNvPr>
          <p:cNvGrpSpPr/>
          <p:nvPr/>
        </p:nvGrpSpPr>
        <p:grpSpPr>
          <a:xfrm>
            <a:off x="8349647" y="3973943"/>
            <a:ext cx="2072160" cy="734760"/>
            <a:chOff x="8349647" y="3973943"/>
            <a:chExt cx="2072160" cy="73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D313154-074B-8406-FF7C-CB3FB1198AB0}"/>
                    </a:ext>
                  </a:extLst>
                </p14:cNvPr>
                <p14:cNvContentPartPr/>
                <p14:nvPr/>
              </p14:nvContentPartPr>
              <p14:xfrm>
                <a:off x="8349647" y="4052063"/>
                <a:ext cx="269640" cy="4759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D313154-074B-8406-FF7C-CB3FB1198AB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331647" y="4034063"/>
                  <a:ext cx="30528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7B95E3C-1BA1-25D0-C65E-E4ADD48633DC}"/>
                    </a:ext>
                  </a:extLst>
                </p14:cNvPr>
                <p14:cNvContentPartPr/>
                <p14:nvPr/>
              </p14:nvContentPartPr>
              <p14:xfrm>
                <a:off x="8746007" y="4053143"/>
                <a:ext cx="176400" cy="5583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7B95E3C-1BA1-25D0-C65E-E4ADD48633D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728367" y="4035143"/>
                  <a:ext cx="21204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F025B51-6E4E-D3E4-4716-1D75BE90C24D}"/>
                    </a:ext>
                  </a:extLst>
                </p14:cNvPr>
                <p14:cNvContentPartPr/>
                <p14:nvPr/>
              </p14:nvContentPartPr>
              <p14:xfrm>
                <a:off x="8951207" y="4239623"/>
                <a:ext cx="186840" cy="2624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F025B51-6E4E-D3E4-4716-1D75BE90C24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933207" y="4221983"/>
                  <a:ext cx="2224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F82E0DF-546F-BF0A-3C7B-DD0E1F8BEB5D}"/>
                    </a:ext>
                  </a:extLst>
                </p14:cNvPr>
                <p14:cNvContentPartPr/>
                <p14:nvPr/>
              </p14:nvContentPartPr>
              <p14:xfrm>
                <a:off x="9195647" y="3973943"/>
                <a:ext cx="156600" cy="734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F82E0DF-546F-BF0A-3C7B-DD0E1F8BEB5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178007" y="3956303"/>
                  <a:ext cx="192240" cy="77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7CA2DF0-A4B5-25DE-1061-31873180D504}"/>
                    </a:ext>
                  </a:extLst>
                </p14:cNvPr>
                <p14:cNvContentPartPr/>
                <p14:nvPr/>
              </p14:nvContentPartPr>
              <p14:xfrm>
                <a:off x="9601007" y="4261583"/>
                <a:ext cx="154800" cy="763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7CA2DF0-A4B5-25DE-1061-31873180D50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583367" y="4243943"/>
                  <a:ext cx="190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61C2F83-9CD8-BE13-C081-C62D5E2CFD32}"/>
                    </a:ext>
                  </a:extLst>
                </p14:cNvPr>
                <p14:cNvContentPartPr/>
                <p14:nvPr/>
              </p14:nvContentPartPr>
              <p14:xfrm>
                <a:off x="9566447" y="4313783"/>
                <a:ext cx="236520" cy="694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61C2F83-9CD8-BE13-C081-C62D5E2CFD3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548447" y="4295783"/>
                  <a:ext cx="2721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0840687-7EF4-1DD9-AC7D-2A3FB9951757}"/>
                    </a:ext>
                  </a:extLst>
                </p14:cNvPr>
                <p14:cNvContentPartPr/>
                <p14:nvPr/>
              </p14:nvContentPartPr>
              <p14:xfrm>
                <a:off x="9937607" y="4010303"/>
                <a:ext cx="484200" cy="3981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0840687-7EF4-1DD9-AC7D-2A3FB995175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919607" y="3992663"/>
                  <a:ext cx="51984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C6F7C92-E04D-0756-9464-5AD5F7BA065D}"/>
                    </a:ext>
                  </a:extLst>
                </p14:cNvPr>
                <p14:cNvContentPartPr/>
                <p14:nvPr/>
              </p14:nvContentPartPr>
              <p14:xfrm>
                <a:off x="8581127" y="4539503"/>
                <a:ext cx="21240" cy="28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C6F7C92-E04D-0756-9464-5AD5F7BA065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563127" y="4521503"/>
                  <a:ext cx="568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CE2B318-5677-F955-883C-DDA8264DA62D}"/>
                    </a:ext>
                  </a:extLst>
                </p14:cNvPr>
                <p14:cNvContentPartPr/>
                <p14:nvPr/>
              </p14:nvContentPartPr>
              <p14:xfrm>
                <a:off x="10074767" y="4473983"/>
                <a:ext cx="8280" cy="64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CE2B318-5677-F955-883C-DDA8264DA62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057127" y="4455983"/>
                  <a:ext cx="4392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5ABCD5CA-BB3F-E099-F19D-46458B218125}"/>
                  </a:ext>
                </a:extLst>
              </p14:cNvPr>
              <p14:cNvContentPartPr/>
              <p14:nvPr/>
            </p14:nvContentPartPr>
            <p14:xfrm>
              <a:off x="10845527" y="4335743"/>
              <a:ext cx="2880" cy="180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5ABCD5CA-BB3F-E099-F19D-46458B218125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0827527" y="4317743"/>
                <a:ext cx="385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3D6F04A-D2B6-D077-725F-F89D561C3C93}"/>
                  </a:ext>
                </a:extLst>
              </p14:cNvPr>
              <p14:cNvContentPartPr/>
              <p14:nvPr/>
            </p14:nvContentPartPr>
            <p14:xfrm>
              <a:off x="5945207" y="724566"/>
              <a:ext cx="3600" cy="2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3D6F04A-D2B6-D077-725F-F89D561C3C93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5927207" y="706566"/>
                <a:ext cx="3924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08E0C708-7313-7BB3-0002-8CCA7D8D18FC}"/>
              </a:ext>
            </a:extLst>
          </p:cNvPr>
          <p:cNvGrpSpPr/>
          <p:nvPr/>
        </p:nvGrpSpPr>
        <p:grpSpPr>
          <a:xfrm>
            <a:off x="8431367" y="128766"/>
            <a:ext cx="694800" cy="370800"/>
            <a:chOff x="8431367" y="128766"/>
            <a:chExt cx="694800" cy="37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B11B3CB-2B21-077A-DC51-6EAE111D2141}"/>
                    </a:ext>
                  </a:extLst>
                </p14:cNvPr>
                <p14:cNvContentPartPr/>
                <p14:nvPr/>
              </p14:nvContentPartPr>
              <p14:xfrm>
                <a:off x="8609207" y="128766"/>
                <a:ext cx="516960" cy="370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B11B3CB-2B21-077A-DC51-6EAE111D214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591567" y="110766"/>
                  <a:ext cx="5526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EB92753-298C-1C98-B82A-424702EC76FA}"/>
                    </a:ext>
                  </a:extLst>
                </p14:cNvPr>
                <p14:cNvContentPartPr/>
                <p14:nvPr/>
              </p14:nvContentPartPr>
              <p14:xfrm>
                <a:off x="8667167" y="263046"/>
                <a:ext cx="98640" cy="1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EB92753-298C-1C98-B82A-424702EC76F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649167" y="245406"/>
                  <a:ext cx="1342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8E4B660-2659-B439-8624-A1745F5D3501}"/>
                    </a:ext>
                  </a:extLst>
                </p14:cNvPr>
                <p14:cNvContentPartPr/>
                <p14:nvPr/>
              </p14:nvContentPartPr>
              <p14:xfrm>
                <a:off x="8431367" y="328566"/>
                <a:ext cx="120240" cy="16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8E4B660-2659-B439-8624-A1745F5D350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413727" y="310926"/>
                  <a:ext cx="155880" cy="5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E22BFE2-1BC8-1235-F9E7-B28B3298A328}"/>
                  </a:ext>
                </a:extLst>
              </p14:cNvPr>
              <p14:cNvContentPartPr/>
              <p14:nvPr/>
            </p14:nvContentPartPr>
            <p14:xfrm>
              <a:off x="9763007" y="592086"/>
              <a:ext cx="360" cy="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E22BFE2-1BC8-1235-F9E7-B28B3298A328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9745367" y="57444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D4CBB20-D053-4B68-F346-64BD759EB4B5}"/>
                  </a:ext>
                </a:extLst>
              </p14:cNvPr>
              <p14:cNvContentPartPr/>
              <p14:nvPr/>
            </p14:nvContentPartPr>
            <p14:xfrm>
              <a:off x="7464767" y="1610166"/>
              <a:ext cx="360" cy="3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D4CBB20-D053-4B68-F346-64BD759EB4B5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7446767" y="159252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2720189-DFBE-C418-24EA-A9B2FA4B196A}"/>
                  </a:ext>
                </a:extLst>
              </p14:cNvPr>
              <p14:cNvContentPartPr/>
              <p14:nvPr/>
            </p14:nvContentPartPr>
            <p14:xfrm>
              <a:off x="3068447" y="2437086"/>
              <a:ext cx="360" cy="36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2720189-DFBE-C418-24EA-A9B2FA4B196A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3050447" y="2419446"/>
                <a:ext cx="360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EE9F4EB-48CE-24D6-3CAD-008224B03388}"/>
                  </a:ext>
                </a:extLst>
              </p14:cNvPr>
              <p14:cNvContentPartPr/>
              <p14:nvPr/>
            </p14:nvContentPartPr>
            <p14:xfrm>
              <a:off x="3524207" y="2271486"/>
              <a:ext cx="31320" cy="514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EE9F4EB-48CE-24D6-3CAD-008224B03388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3506207" y="2253846"/>
                <a:ext cx="669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D52CE26C-064C-7640-223D-B7C3836831E9}"/>
                  </a:ext>
                </a:extLst>
              </p14:cNvPr>
              <p14:cNvContentPartPr/>
              <p14:nvPr/>
            </p14:nvContentPartPr>
            <p14:xfrm>
              <a:off x="4580807" y="3174366"/>
              <a:ext cx="3960" cy="46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D52CE26C-064C-7640-223D-B7C3836831E9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4562807" y="3156726"/>
                <a:ext cx="396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F626236D-0D18-2D36-5138-B35ACF32F8A8}"/>
                  </a:ext>
                </a:extLst>
              </p14:cNvPr>
              <p14:cNvContentPartPr/>
              <p14:nvPr/>
            </p14:nvContentPartPr>
            <p14:xfrm>
              <a:off x="5718047" y="3231246"/>
              <a:ext cx="1440" cy="288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F626236D-0D18-2D36-5138-B35ACF32F8A8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5700407" y="3213606"/>
                <a:ext cx="3708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2" name="Group 211">
            <a:extLst>
              <a:ext uri="{FF2B5EF4-FFF2-40B4-BE49-F238E27FC236}">
                <a16:creationId xmlns:a16="http://schemas.microsoft.com/office/drawing/2014/main" id="{1F585F9E-841B-7753-EFE7-B7F2EE2C4540}"/>
              </a:ext>
            </a:extLst>
          </p:cNvPr>
          <p:cNvGrpSpPr/>
          <p:nvPr/>
        </p:nvGrpSpPr>
        <p:grpSpPr>
          <a:xfrm>
            <a:off x="7452887" y="3121806"/>
            <a:ext cx="1139760" cy="733320"/>
            <a:chOff x="7452887" y="3121806"/>
            <a:chExt cx="1139760" cy="73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10496B4-1489-EAA9-2160-4BA8D4A2F95B}"/>
                    </a:ext>
                  </a:extLst>
                </p14:cNvPr>
                <p14:cNvContentPartPr/>
                <p14:nvPr/>
              </p14:nvContentPartPr>
              <p14:xfrm>
                <a:off x="7452887" y="3237006"/>
                <a:ext cx="181440" cy="396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10496B4-1489-EAA9-2160-4BA8D4A2F95B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435247" y="3219006"/>
                  <a:ext cx="21708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26CFBFD-679D-AA1B-7340-5AAA1E1CFBCB}"/>
                    </a:ext>
                  </a:extLst>
                </p14:cNvPr>
                <p14:cNvContentPartPr/>
                <p14:nvPr/>
              </p14:nvContentPartPr>
              <p14:xfrm>
                <a:off x="7703447" y="3369846"/>
                <a:ext cx="188280" cy="169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26CFBFD-679D-AA1B-7340-5AAA1E1CFBCB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7685807" y="3351846"/>
                  <a:ext cx="2239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B41E1FC-F552-D87B-C800-A36F902E06C1}"/>
                    </a:ext>
                  </a:extLst>
                </p14:cNvPr>
                <p14:cNvContentPartPr/>
                <p14:nvPr/>
              </p14:nvContentPartPr>
              <p14:xfrm>
                <a:off x="7968047" y="3385686"/>
                <a:ext cx="100080" cy="223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B41E1FC-F552-D87B-C800-A36F902E06C1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7950407" y="3368046"/>
                  <a:ext cx="1357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1DFA8BE-A968-AC0F-3D0B-A2FC7BCE57D1}"/>
                    </a:ext>
                  </a:extLst>
                </p14:cNvPr>
                <p14:cNvContentPartPr/>
                <p14:nvPr/>
              </p14:nvContentPartPr>
              <p14:xfrm>
                <a:off x="7969847" y="3324486"/>
                <a:ext cx="33840" cy="2030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1DFA8BE-A968-AC0F-3D0B-A2FC7BCE57D1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7952207" y="3306486"/>
                  <a:ext cx="694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3032BCE-85B3-85C8-0974-14D1DB3AA8AF}"/>
                    </a:ext>
                  </a:extLst>
                </p14:cNvPr>
                <p14:cNvContentPartPr/>
                <p14:nvPr/>
              </p14:nvContentPartPr>
              <p14:xfrm>
                <a:off x="8166047" y="3121806"/>
                <a:ext cx="245880" cy="4489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3032BCE-85B3-85C8-0974-14D1DB3AA8A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148407" y="3104166"/>
                  <a:ext cx="28152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405DB4D-4BC0-FAA5-743F-5145360B35F9}"/>
                    </a:ext>
                  </a:extLst>
                </p14:cNvPr>
                <p14:cNvContentPartPr/>
                <p14:nvPr/>
              </p14:nvContentPartPr>
              <p14:xfrm>
                <a:off x="8427767" y="3396846"/>
                <a:ext cx="164880" cy="4582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405DB4D-4BC0-FAA5-743F-5145360B35F9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8410127" y="3379206"/>
                  <a:ext cx="200520" cy="49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684CC721-62B6-6A8E-5CC0-4DE4C9BC39E7}"/>
              </a:ext>
            </a:extLst>
          </p:cNvPr>
          <p:cNvGrpSpPr/>
          <p:nvPr/>
        </p:nvGrpSpPr>
        <p:grpSpPr>
          <a:xfrm>
            <a:off x="8856527" y="3154206"/>
            <a:ext cx="1389960" cy="396720"/>
            <a:chOff x="8856527" y="3154206"/>
            <a:chExt cx="1389960" cy="39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698D6C7-7BD7-E988-3028-21524D9D5551}"/>
                    </a:ext>
                  </a:extLst>
                </p14:cNvPr>
                <p14:cNvContentPartPr/>
                <p14:nvPr/>
              </p14:nvContentPartPr>
              <p14:xfrm>
                <a:off x="8856527" y="3348246"/>
                <a:ext cx="168840" cy="84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698D6C7-7BD7-E988-3028-21524D9D5551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8838887" y="3330246"/>
                  <a:ext cx="2044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BA32F5C-62B3-7AD3-D2D0-C737AC390602}"/>
                    </a:ext>
                  </a:extLst>
                </p14:cNvPr>
                <p14:cNvContentPartPr/>
                <p14:nvPr/>
              </p14:nvContentPartPr>
              <p14:xfrm>
                <a:off x="8896127" y="3279486"/>
                <a:ext cx="34560" cy="271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BA32F5C-62B3-7AD3-D2D0-C737AC39060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8878487" y="3261486"/>
                  <a:ext cx="702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C206AA7-102B-540C-B24B-2BD4508FED75}"/>
                    </a:ext>
                  </a:extLst>
                </p14:cNvPr>
                <p14:cNvContentPartPr/>
                <p14:nvPr/>
              </p14:nvContentPartPr>
              <p14:xfrm>
                <a:off x="9100247" y="3154206"/>
                <a:ext cx="235440" cy="379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C206AA7-102B-540C-B24B-2BD4508FED75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082247" y="3136206"/>
                  <a:ext cx="27108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162A316-350B-A214-3BCA-7E77F186CFE8}"/>
                    </a:ext>
                  </a:extLst>
                </p14:cNvPr>
                <p14:cNvContentPartPr/>
                <p14:nvPr/>
              </p14:nvContentPartPr>
              <p14:xfrm>
                <a:off x="9434687" y="3322686"/>
                <a:ext cx="309600" cy="1674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162A316-350B-A214-3BCA-7E77F186CFE8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416687" y="3305046"/>
                  <a:ext cx="3452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06C09A7-759E-8737-5B60-6690929874E4}"/>
                    </a:ext>
                  </a:extLst>
                </p14:cNvPr>
                <p14:cNvContentPartPr/>
                <p14:nvPr/>
              </p14:nvContentPartPr>
              <p14:xfrm>
                <a:off x="9922127" y="3298926"/>
                <a:ext cx="207720" cy="198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06C09A7-759E-8737-5B60-6690929874E4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9904127" y="3280926"/>
                  <a:ext cx="2433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425B0C2-F7CB-0505-E0AA-794993151CCF}"/>
                    </a:ext>
                  </a:extLst>
                </p14:cNvPr>
                <p14:cNvContentPartPr/>
                <p14:nvPr/>
              </p14:nvContentPartPr>
              <p14:xfrm>
                <a:off x="10002047" y="3371646"/>
                <a:ext cx="244440" cy="392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425B0C2-F7CB-0505-E0AA-794993151CCF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9984047" y="3354006"/>
                  <a:ext cx="28008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201D34D3-35F0-A068-6E37-4063E2762EEC}"/>
                  </a:ext>
                </a:extLst>
              </p14:cNvPr>
              <p14:cNvContentPartPr/>
              <p14:nvPr/>
            </p14:nvContentPartPr>
            <p14:xfrm>
              <a:off x="10477607" y="3121806"/>
              <a:ext cx="252720" cy="23148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201D34D3-35F0-A068-6E37-4063E2762EEC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10459607" y="3104166"/>
                <a:ext cx="28836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0D50C2AD-13A7-98C7-0DA9-A667C90F240A}"/>
                  </a:ext>
                </a:extLst>
              </p14:cNvPr>
              <p14:cNvContentPartPr/>
              <p14:nvPr/>
            </p14:nvContentPartPr>
            <p14:xfrm>
              <a:off x="11388047" y="3627606"/>
              <a:ext cx="3960" cy="216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0D50C2AD-13A7-98C7-0DA9-A667C90F240A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11370047" y="3609966"/>
                <a:ext cx="3960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7" name="Group 216">
            <a:extLst>
              <a:ext uri="{FF2B5EF4-FFF2-40B4-BE49-F238E27FC236}">
                <a16:creationId xmlns:a16="http://schemas.microsoft.com/office/drawing/2014/main" id="{0E6B23B9-171E-5262-4568-E2A201EA29E6}"/>
              </a:ext>
            </a:extLst>
          </p:cNvPr>
          <p:cNvGrpSpPr/>
          <p:nvPr/>
        </p:nvGrpSpPr>
        <p:grpSpPr>
          <a:xfrm>
            <a:off x="114647" y="3870606"/>
            <a:ext cx="484560" cy="367200"/>
            <a:chOff x="114647" y="3870606"/>
            <a:chExt cx="484560" cy="3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2C31207-C44D-F378-0388-D16BBDF74C0B}"/>
                    </a:ext>
                  </a:extLst>
                </p14:cNvPr>
                <p14:cNvContentPartPr/>
                <p14:nvPr/>
              </p14:nvContentPartPr>
              <p14:xfrm>
                <a:off x="114647" y="3937566"/>
                <a:ext cx="130320" cy="3002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2C31207-C44D-F378-0388-D16BBDF74C0B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96647" y="3919926"/>
                  <a:ext cx="16596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F770894-9F5B-CC3E-B8F6-FE434C538BE1}"/>
                    </a:ext>
                  </a:extLst>
                </p14:cNvPr>
                <p14:cNvContentPartPr/>
                <p14:nvPr/>
              </p14:nvContentPartPr>
              <p14:xfrm>
                <a:off x="240647" y="3943686"/>
                <a:ext cx="161640" cy="2149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F770894-9F5B-CC3E-B8F6-FE434C538BE1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222647" y="3926046"/>
                  <a:ext cx="1972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2AE2F78-A11A-FEB5-B4BA-013A9ECA7A49}"/>
                    </a:ext>
                  </a:extLst>
                </p14:cNvPr>
                <p14:cNvContentPartPr/>
                <p14:nvPr/>
              </p14:nvContentPartPr>
              <p14:xfrm>
                <a:off x="442607" y="3870606"/>
                <a:ext cx="156600" cy="2260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2AE2F78-A11A-FEB5-B4BA-013A9ECA7A49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24967" y="3852966"/>
                  <a:ext cx="192240" cy="26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5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8271F6EE-661A-46FE-9E8E-1C14303610C6}"/>
                  </a:ext>
                </a:extLst>
              </p14:cNvPr>
              <p14:cNvContentPartPr/>
              <p14:nvPr/>
            </p14:nvContentPartPr>
            <p14:xfrm>
              <a:off x="963167" y="4530126"/>
              <a:ext cx="10080" cy="1404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8271F6EE-661A-46FE-9E8E-1C14303610C6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945167" y="4512126"/>
                <a:ext cx="4572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7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D2657425-4B31-80D2-26CC-31D002180E01}"/>
                  </a:ext>
                </a:extLst>
              </p14:cNvPr>
              <p14:cNvContentPartPr/>
              <p14:nvPr/>
            </p14:nvContentPartPr>
            <p14:xfrm>
              <a:off x="10778207" y="3203886"/>
              <a:ext cx="5400" cy="648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D2657425-4B31-80D2-26CC-31D002180E01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10760207" y="3186246"/>
                <a:ext cx="4104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6" name="Group 225">
            <a:extLst>
              <a:ext uri="{FF2B5EF4-FFF2-40B4-BE49-F238E27FC236}">
                <a16:creationId xmlns:a16="http://schemas.microsoft.com/office/drawing/2014/main" id="{0A652B7B-9B32-2D8A-D0C9-07AB27869BB7}"/>
              </a:ext>
            </a:extLst>
          </p:cNvPr>
          <p:cNvGrpSpPr/>
          <p:nvPr/>
        </p:nvGrpSpPr>
        <p:grpSpPr>
          <a:xfrm>
            <a:off x="10447007" y="4170126"/>
            <a:ext cx="282240" cy="204120"/>
            <a:chOff x="10447007" y="4170126"/>
            <a:chExt cx="282240" cy="20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FB68B08-57E5-BC73-AC3C-0496F6DE0820}"/>
                    </a:ext>
                  </a:extLst>
                </p14:cNvPr>
                <p14:cNvContentPartPr/>
                <p14:nvPr/>
              </p14:nvContentPartPr>
              <p14:xfrm>
                <a:off x="10532327" y="4239966"/>
                <a:ext cx="6480" cy="3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FB68B08-57E5-BC73-AC3C-0496F6DE0820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514687" y="4222326"/>
                  <a:ext cx="42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1581514-B175-CD61-A1F0-EEF5497CCC6A}"/>
                    </a:ext>
                  </a:extLst>
                </p14:cNvPr>
                <p14:cNvContentPartPr/>
                <p14:nvPr/>
              </p14:nvContentPartPr>
              <p14:xfrm>
                <a:off x="10598567" y="4170126"/>
                <a:ext cx="360" cy="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1581514-B175-CD61-A1F0-EEF5497CCC6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580927" y="415248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EAE4878-1CE6-CBBF-178F-FE4E5F198C3F}"/>
                    </a:ext>
                  </a:extLst>
                </p14:cNvPr>
                <p14:cNvContentPartPr/>
                <p14:nvPr/>
              </p14:nvContentPartPr>
              <p14:xfrm>
                <a:off x="10447007" y="4293966"/>
                <a:ext cx="16200" cy="802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EAE4878-1CE6-CBBF-178F-FE4E5F198C3F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429007" y="4275966"/>
                  <a:ext cx="518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915B40A-AF46-90A7-756A-85DA62CE6A9D}"/>
                    </a:ext>
                  </a:extLst>
                </p14:cNvPr>
                <p14:cNvContentPartPr/>
                <p14:nvPr/>
              </p14:nvContentPartPr>
              <p14:xfrm>
                <a:off x="10662287" y="4194966"/>
                <a:ext cx="66960" cy="219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915B40A-AF46-90A7-756A-85DA62CE6A9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644647" y="4176966"/>
                  <a:ext cx="1026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79BC8CA-27C1-E068-47AC-B6FB05B0CB08}"/>
                    </a:ext>
                  </a:extLst>
                </p14:cNvPr>
                <p14:cNvContentPartPr/>
                <p14:nvPr/>
              </p14:nvContentPartPr>
              <p14:xfrm>
                <a:off x="10604687" y="4306206"/>
                <a:ext cx="92520" cy="219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79BC8CA-27C1-E068-47AC-B6FB05B0CB0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587047" y="4288206"/>
                  <a:ext cx="12816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3EAE5434-0EC9-ED76-B218-8D4634092BDA}"/>
              </a:ext>
            </a:extLst>
          </p:cNvPr>
          <p:cNvGrpSpPr/>
          <p:nvPr/>
        </p:nvGrpSpPr>
        <p:grpSpPr>
          <a:xfrm>
            <a:off x="10980167" y="4001646"/>
            <a:ext cx="773640" cy="375480"/>
            <a:chOff x="10980167" y="4001646"/>
            <a:chExt cx="773640" cy="37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BDA1C70-B1A8-FF3F-29A1-63521E80038B}"/>
                    </a:ext>
                  </a:extLst>
                </p14:cNvPr>
                <p14:cNvContentPartPr/>
                <p14:nvPr/>
              </p14:nvContentPartPr>
              <p14:xfrm>
                <a:off x="10980167" y="4001646"/>
                <a:ext cx="230040" cy="3578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BDA1C70-B1A8-FF3F-29A1-63521E80038B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962167" y="3984006"/>
                  <a:ext cx="2656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69A3813-E866-5D18-88D3-18B0246B512C}"/>
                    </a:ext>
                  </a:extLst>
                </p14:cNvPr>
                <p14:cNvContentPartPr/>
                <p14:nvPr/>
              </p14:nvContentPartPr>
              <p14:xfrm>
                <a:off x="11329007" y="4077246"/>
                <a:ext cx="205560" cy="2588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69A3813-E866-5D18-88D3-18B0246B512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1311367" y="4059606"/>
                  <a:ext cx="2412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E760351-025B-2A39-BD96-FFD12FF6B144}"/>
                    </a:ext>
                  </a:extLst>
                </p14:cNvPr>
                <p14:cNvContentPartPr/>
                <p14:nvPr/>
              </p14:nvContentPartPr>
              <p14:xfrm>
                <a:off x="11412527" y="4147086"/>
                <a:ext cx="341280" cy="2300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E760351-025B-2A39-BD96-FFD12FF6B14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1394887" y="4129446"/>
                  <a:ext cx="376920" cy="26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4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F6696DAB-971A-EDCE-8994-451A1956DD7D}"/>
                  </a:ext>
                </a:extLst>
              </p14:cNvPr>
              <p14:cNvContentPartPr/>
              <p14:nvPr/>
            </p14:nvContentPartPr>
            <p14:xfrm>
              <a:off x="8100167" y="899526"/>
              <a:ext cx="137520" cy="19836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F6696DAB-971A-EDCE-8994-451A1956DD7D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8082167" y="881886"/>
                <a:ext cx="173160" cy="23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0147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31C6ABA-D781-8E5F-BA80-008F9175F882}"/>
              </a:ext>
            </a:extLst>
          </p:cNvPr>
          <p:cNvGrpSpPr/>
          <p:nvPr/>
        </p:nvGrpSpPr>
        <p:grpSpPr>
          <a:xfrm>
            <a:off x="226607" y="220702"/>
            <a:ext cx="1014840" cy="367200"/>
            <a:chOff x="226607" y="220702"/>
            <a:chExt cx="1014840" cy="36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15AA88B-50FB-7A2F-4400-C39B026B6107}"/>
                    </a:ext>
                  </a:extLst>
                </p14:cNvPr>
                <p14:cNvContentPartPr/>
                <p14:nvPr/>
              </p14:nvContentPartPr>
              <p14:xfrm>
                <a:off x="226607" y="220702"/>
                <a:ext cx="249840" cy="3211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15AA88B-50FB-7A2F-4400-C39B026B610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8607" y="202702"/>
                  <a:ext cx="2854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50D9A18-7713-5CBB-17A0-628237974094}"/>
                    </a:ext>
                  </a:extLst>
                </p14:cNvPr>
                <p14:cNvContentPartPr/>
                <p14:nvPr/>
              </p14:nvContentPartPr>
              <p14:xfrm>
                <a:off x="464567" y="408622"/>
                <a:ext cx="52920" cy="155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50D9A18-7713-5CBB-17A0-62823797409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6927" y="390982"/>
                  <a:ext cx="88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0C84DA5-53A8-53D6-7F01-5703E7F8DE27}"/>
                    </a:ext>
                  </a:extLst>
                </p14:cNvPr>
                <p14:cNvContentPartPr/>
                <p14:nvPr/>
              </p14:nvContentPartPr>
              <p14:xfrm>
                <a:off x="592007" y="417622"/>
                <a:ext cx="207360" cy="131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0C84DA5-53A8-53D6-7F01-5703E7F8DE2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74007" y="399622"/>
                  <a:ext cx="2430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CD81065-97DF-C8E1-0EA1-47AE7BF71EE8}"/>
                    </a:ext>
                  </a:extLst>
                </p14:cNvPr>
                <p14:cNvContentPartPr/>
                <p14:nvPr/>
              </p14:nvContentPartPr>
              <p14:xfrm>
                <a:off x="652127" y="304222"/>
                <a:ext cx="52200" cy="9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CD81065-97DF-C8E1-0EA1-47AE7BF71EE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34127" y="286582"/>
                  <a:ext cx="878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85533BF-9C79-B1BC-F52F-982FFD57CFB1}"/>
                    </a:ext>
                  </a:extLst>
                </p14:cNvPr>
                <p14:cNvContentPartPr/>
                <p14:nvPr/>
              </p14:nvContentPartPr>
              <p14:xfrm>
                <a:off x="854447" y="383062"/>
                <a:ext cx="135000" cy="165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85533BF-9C79-B1BC-F52F-982FFD57CF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6807" y="365062"/>
                  <a:ext cx="1706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D6DF6CA-6164-E775-57C1-FD04002D3C3C}"/>
                    </a:ext>
                  </a:extLst>
                </p14:cNvPr>
                <p14:cNvContentPartPr/>
                <p14:nvPr/>
              </p14:nvContentPartPr>
              <p14:xfrm>
                <a:off x="1084847" y="398542"/>
                <a:ext cx="156600" cy="189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D6DF6CA-6164-E775-57C1-FD04002D3C3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66847" y="380542"/>
                  <a:ext cx="192240" cy="22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7410841-A0A7-C346-50E7-2617F9C3913D}"/>
                  </a:ext>
                </a:extLst>
              </p14:cNvPr>
              <p14:cNvContentPartPr/>
              <p14:nvPr/>
            </p14:nvContentPartPr>
            <p14:xfrm>
              <a:off x="1899527" y="316462"/>
              <a:ext cx="288360" cy="268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7410841-A0A7-C346-50E7-2617F9C3913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81887" y="298822"/>
                <a:ext cx="324000" cy="30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9702F0F7-5416-D60B-BED2-0F3DF8866601}"/>
              </a:ext>
            </a:extLst>
          </p:cNvPr>
          <p:cNvGrpSpPr/>
          <p:nvPr/>
        </p:nvGrpSpPr>
        <p:grpSpPr>
          <a:xfrm>
            <a:off x="2720327" y="146542"/>
            <a:ext cx="1486440" cy="424440"/>
            <a:chOff x="2720327" y="146542"/>
            <a:chExt cx="1486440" cy="42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83513FC-A5C0-665A-708C-083DBCFF6F1C}"/>
                    </a:ext>
                  </a:extLst>
                </p14:cNvPr>
                <p14:cNvContentPartPr/>
                <p14:nvPr/>
              </p14:nvContentPartPr>
              <p14:xfrm>
                <a:off x="2720327" y="146542"/>
                <a:ext cx="929880" cy="424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83513FC-A5C0-665A-708C-083DBCFF6F1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02687" y="128902"/>
                  <a:ext cx="96552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C0593D9-33A9-EF11-3F68-FC38A0E20A5C}"/>
                    </a:ext>
                  </a:extLst>
                </p14:cNvPr>
                <p14:cNvContentPartPr/>
                <p14:nvPr/>
              </p14:nvContentPartPr>
              <p14:xfrm>
                <a:off x="3737327" y="355702"/>
                <a:ext cx="46080" cy="146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C0593D9-33A9-EF11-3F68-FC38A0E20A5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19687" y="337702"/>
                  <a:ext cx="817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362D302-5DE4-50E5-A19F-AE688DBD59BC}"/>
                    </a:ext>
                  </a:extLst>
                </p14:cNvPr>
                <p14:cNvContentPartPr/>
                <p14:nvPr/>
              </p14:nvContentPartPr>
              <p14:xfrm>
                <a:off x="3853967" y="346702"/>
                <a:ext cx="155520" cy="145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362D302-5DE4-50E5-A19F-AE688DBD59B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835967" y="329062"/>
                  <a:ext cx="1911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D2F6ED2-3462-A913-AA89-6AF1854BA9D3}"/>
                    </a:ext>
                  </a:extLst>
                </p14:cNvPr>
                <p14:cNvContentPartPr/>
                <p14:nvPr/>
              </p14:nvContentPartPr>
              <p14:xfrm>
                <a:off x="4040807" y="364342"/>
                <a:ext cx="165960" cy="143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D2F6ED2-3462-A913-AA89-6AF1854BA9D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22807" y="346342"/>
                  <a:ext cx="2016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0B8DCAB-E03A-B1ED-C5C9-06652281CB17}"/>
                    </a:ext>
                  </a:extLst>
                </p14:cNvPr>
                <p14:cNvContentPartPr/>
                <p14:nvPr/>
              </p14:nvContentPartPr>
              <p14:xfrm>
                <a:off x="3814367" y="191182"/>
                <a:ext cx="43560" cy="27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0B8DCAB-E03A-B1ED-C5C9-06652281CB1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96367" y="173182"/>
                  <a:ext cx="79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87F41F7-BEC9-8C2C-56D8-8B2AC5FA3EE0}"/>
                    </a:ext>
                  </a:extLst>
                </p14:cNvPr>
                <p14:cNvContentPartPr/>
                <p14:nvPr/>
              </p14:nvContentPartPr>
              <p14:xfrm>
                <a:off x="3331967" y="203422"/>
                <a:ext cx="198000" cy="17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87F41F7-BEC9-8C2C-56D8-8B2AC5FA3EE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14327" y="185782"/>
                  <a:ext cx="23364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989DEB0-5B37-2FE5-B237-B9DFA0598DF8}"/>
              </a:ext>
            </a:extLst>
          </p:cNvPr>
          <p:cNvGrpSpPr/>
          <p:nvPr/>
        </p:nvGrpSpPr>
        <p:grpSpPr>
          <a:xfrm>
            <a:off x="4678367" y="179302"/>
            <a:ext cx="3299400" cy="586080"/>
            <a:chOff x="4678367" y="179302"/>
            <a:chExt cx="3299400" cy="58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20D826C-7EA6-4AAB-E7BC-32C4F1B1D3B4}"/>
                    </a:ext>
                  </a:extLst>
                </p14:cNvPr>
                <p14:cNvContentPartPr/>
                <p14:nvPr/>
              </p14:nvContentPartPr>
              <p14:xfrm>
                <a:off x="4680527" y="246982"/>
                <a:ext cx="723240" cy="340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20D826C-7EA6-4AAB-E7BC-32C4F1B1D3B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62887" y="228982"/>
                  <a:ext cx="75888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807C4F2-32FB-8F41-53E5-6C33733C2794}"/>
                    </a:ext>
                  </a:extLst>
                </p14:cNvPr>
                <p14:cNvContentPartPr/>
                <p14:nvPr/>
              </p14:nvContentPartPr>
              <p14:xfrm>
                <a:off x="4678367" y="330862"/>
                <a:ext cx="195120" cy="15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807C4F2-32FB-8F41-53E5-6C33733C279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60727" y="312862"/>
                  <a:ext cx="2307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52AC025-5274-A621-C73C-C462E0EEBF97}"/>
                    </a:ext>
                  </a:extLst>
                </p14:cNvPr>
                <p14:cNvContentPartPr/>
                <p14:nvPr/>
              </p14:nvContentPartPr>
              <p14:xfrm>
                <a:off x="5610407" y="388462"/>
                <a:ext cx="802440" cy="376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52AC025-5274-A621-C73C-C462E0EEBF9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92767" y="370822"/>
                  <a:ext cx="83808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FE14D7E-8B1C-B3D1-4165-17E1F88CDDE7}"/>
                    </a:ext>
                  </a:extLst>
                </p14:cNvPr>
                <p14:cNvContentPartPr/>
                <p14:nvPr/>
              </p14:nvContentPartPr>
              <p14:xfrm>
                <a:off x="6619487" y="434902"/>
                <a:ext cx="295200" cy="127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FE14D7E-8B1C-B3D1-4165-17E1F88CDDE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601847" y="417262"/>
                  <a:ext cx="3308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2022972-174D-B2A4-E729-4925335D0CBE}"/>
                    </a:ext>
                  </a:extLst>
                </p14:cNvPr>
                <p14:cNvContentPartPr/>
                <p14:nvPr/>
              </p14:nvContentPartPr>
              <p14:xfrm>
                <a:off x="6966167" y="423382"/>
                <a:ext cx="154080" cy="115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2022972-174D-B2A4-E729-4925335D0CB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948527" y="405382"/>
                  <a:ext cx="1897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0D22463-9229-1448-07D1-4479AD0911C2}"/>
                    </a:ext>
                  </a:extLst>
                </p14:cNvPr>
                <p14:cNvContentPartPr/>
                <p14:nvPr/>
              </p14:nvContentPartPr>
              <p14:xfrm>
                <a:off x="7222487" y="179302"/>
                <a:ext cx="272160" cy="349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0D22463-9229-1448-07D1-4479AD0911C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04487" y="161302"/>
                  <a:ext cx="30780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CD91F99-27DA-1353-B8B7-622DDD580BC7}"/>
                    </a:ext>
                  </a:extLst>
                </p14:cNvPr>
                <p14:cNvContentPartPr/>
                <p14:nvPr/>
              </p14:nvContentPartPr>
              <p14:xfrm>
                <a:off x="7506167" y="339862"/>
                <a:ext cx="237600" cy="138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CD91F99-27DA-1353-B8B7-622DDD580BC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488527" y="321862"/>
                  <a:ext cx="2732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4C927BA-045F-33E4-47C6-69A7558C582E}"/>
                    </a:ext>
                  </a:extLst>
                </p14:cNvPr>
                <p14:cNvContentPartPr/>
                <p14:nvPr/>
              </p14:nvContentPartPr>
              <p14:xfrm>
                <a:off x="7189007" y="284422"/>
                <a:ext cx="145080" cy="10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4C927BA-045F-33E4-47C6-69A7558C582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71007" y="266782"/>
                  <a:ext cx="180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C9EF199-EFCA-4E78-F351-CE1DB6EE3768}"/>
                    </a:ext>
                  </a:extLst>
                </p14:cNvPr>
                <p14:cNvContentPartPr/>
                <p14:nvPr/>
              </p14:nvContentPartPr>
              <p14:xfrm>
                <a:off x="7847447" y="538222"/>
                <a:ext cx="130320" cy="122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C9EF199-EFCA-4E78-F351-CE1DB6EE376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29807" y="520222"/>
                  <a:ext cx="16596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BCBFA11-D758-C898-98B9-457D8D87F8ED}"/>
              </a:ext>
            </a:extLst>
          </p:cNvPr>
          <p:cNvGrpSpPr/>
          <p:nvPr/>
        </p:nvGrpSpPr>
        <p:grpSpPr>
          <a:xfrm>
            <a:off x="473207" y="1030342"/>
            <a:ext cx="241200" cy="217800"/>
            <a:chOff x="473207" y="1030342"/>
            <a:chExt cx="241200" cy="21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C65E837-ECF3-4476-7F58-F5DE80C15328}"/>
                    </a:ext>
                  </a:extLst>
                </p14:cNvPr>
                <p14:cNvContentPartPr/>
                <p14:nvPr/>
              </p14:nvContentPartPr>
              <p14:xfrm>
                <a:off x="473207" y="1039702"/>
                <a:ext cx="33120" cy="208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C65E837-ECF3-4476-7F58-F5DE80C1532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5567" y="1022062"/>
                  <a:ext cx="687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E05A720-241F-F8CF-28D9-5F619C26F505}"/>
                    </a:ext>
                  </a:extLst>
                </p14:cNvPr>
                <p14:cNvContentPartPr/>
                <p14:nvPr/>
              </p14:nvContentPartPr>
              <p14:xfrm>
                <a:off x="601367" y="1030342"/>
                <a:ext cx="113040" cy="174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E05A720-241F-F8CF-28D9-5F619C26F50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3367" y="1012702"/>
                  <a:ext cx="148680" cy="21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36CB20B-4D9D-8113-2C9B-5BCD3D59AA46}"/>
                  </a:ext>
                </a:extLst>
              </p14:cNvPr>
              <p14:cNvContentPartPr/>
              <p14:nvPr/>
            </p14:nvContentPartPr>
            <p14:xfrm>
              <a:off x="562127" y="891382"/>
              <a:ext cx="8280" cy="18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36CB20B-4D9D-8113-2C9B-5BCD3D59AA4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44487" y="873382"/>
                <a:ext cx="43920" cy="5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DB0C6F8E-2EA1-39AF-21AD-BAC0C53F2B6B}"/>
              </a:ext>
            </a:extLst>
          </p:cNvPr>
          <p:cNvGrpSpPr/>
          <p:nvPr/>
        </p:nvGrpSpPr>
        <p:grpSpPr>
          <a:xfrm>
            <a:off x="1208687" y="934222"/>
            <a:ext cx="1142640" cy="379440"/>
            <a:chOff x="1208687" y="934222"/>
            <a:chExt cx="114264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A476460-E003-447B-8940-5AF9F5AFFA31}"/>
                    </a:ext>
                  </a:extLst>
                </p14:cNvPr>
                <p14:cNvContentPartPr/>
                <p14:nvPr/>
              </p14:nvContentPartPr>
              <p14:xfrm>
                <a:off x="1208687" y="1119262"/>
                <a:ext cx="225720" cy="194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A476460-E003-447B-8940-5AF9F5AFFA3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90687" y="1101622"/>
                  <a:ext cx="2613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D245E99-42D4-DDC0-2BA5-3104D8775F68}"/>
                    </a:ext>
                  </a:extLst>
                </p14:cNvPr>
                <p14:cNvContentPartPr/>
                <p14:nvPr/>
              </p14:nvContentPartPr>
              <p14:xfrm>
                <a:off x="1490567" y="972382"/>
                <a:ext cx="239040" cy="337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D245E99-42D4-DDC0-2BA5-3104D8775F6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72927" y="954382"/>
                  <a:ext cx="2746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D14862E-ABF0-44B2-8FA9-35E7A5FC2E0A}"/>
                    </a:ext>
                  </a:extLst>
                </p14:cNvPr>
                <p14:cNvContentPartPr/>
                <p14:nvPr/>
              </p14:nvContentPartPr>
              <p14:xfrm>
                <a:off x="1739327" y="1144822"/>
                <a:ext cx="137520" cy="146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D14862E-ABF0-44B2-8FA9-35E7A5FC2E0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721687" y="1126822"/>
                  <a:ext cx="1731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1997203-C10D-AEE6-A4B5-40F63F9091AF}"/>
                    </a:ext>
                  </a:extLst>
                </p14:cNvPr>
                <p14:cNvContentPartPr/>
                <p14:nvPr/>
              </p14:nvContentPartPr>
              <p14:xfrm>
                <a:off x="1924007" y="1146262"/>
                <a:ext cx="140400" cy="152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1997203-C10D-AEE6-A4B5-40F63F9091A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906367" y="1128622"/>
                  <a:ext cx="1760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5295933-1A03-8D6B-20BE-18AAE8104300}"/>
                    </a:ext>
                  </a:extLst>
                </p14:cNvPr>
                <p14:cNvContentPartPr/>
                <p14:nvPr/>
              </p14:nvContentPartPr>
              <p14:xfrm>
                <a:off x="2127767" y="934222"/>
                <a:ext cx="223560" cy="376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5295933-1A03-8D6B-20BE-18AAE810430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109767" y="916582"/>
                  <a:ext cx="259200" cy="41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66D4117-E7B0-AE99-BD36-43BA5507BBE9}"/>
              </a:ext>
            </a:extLst>
          </p:cNvPr>
          <p:cNvGrpSpPr/>
          <p:nvPr/>
        </p:nvGrpSpPr>
        <p:grpSpPr>
          <a:xfrm>
            <a:off x="2764247" y="995782"/>
            <a:ext cx="1146960" cy="355680"/>
            <a:chOff x="2764247" y="995782"/>
            <a:chExt cx="1146960" cy="35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F314968-D9B5-34E4-6B85-AB02F444C6A9}"/>
                    </a:ext>
                  </a:extLst>
                </p14:cNvPr>
                <p14:cNvContentPartPr/>
                <p14:nvPr/>
              </p14:nvContentPartPr>
              <p14:xfrm>
                <a:off x="2764247" y="1174702"/>
                <a:ext cx="468720" cy="149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F314968-D9B5-34E4-6B85-AB02F444C6A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746247" y="1156702"/>
                  <a:ext cx="5043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6F22357-FF72-CF6D-8264-C03A9DCE8876}"/>
                    </a:ext>
                  </a:extLst>
                </p14:cNvPr>
                <p14:cNvContentPartPr/>
                <p14:nvPr/>
              </p14:nvContentPartPr>
              <p14:xfrm>
                <a:off x="3273647" y="995782"/>
                <a:ext cx="637560" cy="355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6F22357-FF72-CF6D-8264-C03A9DCE887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55647" y="977782"/>
                  <a:ext cx="673200" cy="39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278CD4A-F1F1-F592-3B2E-1F1BA2B64E95}"/>
              </a:ext>
            </a:extLst>
          </p:cNvPr>
          <p:cNvGrpSpPr/>
          <p:nvPr/>
        </p:nvGrpSpPr>
        <p:grpSpPr>
          <a:xfrm>
            <a:off x="4242407" y="963022"/>
            <a:ext cx="1694160" cy="363240"/>
            <a:chOff x="4242407" y="963022"/>
            <a:chExt cx="169416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25C13A1-8459-FF5D-928E-72F09E6B116C}"/>
                    </a:ext>
                  </a:extLst>
                </p14:cNvPr>
                <p14:cNvContentPartPr/>
                <p14:nvPr/>
              </p14:nvContentPartPr>
              <p14:xfrm>
                <a:off x="4242407" y="1161382"/>
                <a:ext cx="136080" cy="164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25C13A1-8459-FF5D-928E-72F09E6B116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224407" y="1143742"/>
                  <a:ext cx="1717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BA2F3D9-FB6C-9393-2997-4179F4CF0361}"/>
                    </a:ext>
                  </a:extLst>
                </p14:cNvPr>
                <p14:cNvContentPartPr/>
                <p14:nvPr/>
              </p14:nvContentPartPr>
              <p14:xfrm>
                <a:off x="4387127" y="1007662"/>
                <a:ext cx="265680" cy="316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BA2F3D9-FB6C-9393-2997-4179F4CF036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69127" y="990022"/>
                  <a:ext cx="3013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094026F-DF9F-F40B-A74E-2ED7FC5F4336}"/>
                    </a:ext>
                  </a:extLst>
                </p14:cNvPr>
                <p14:cNvContentPartPr/>
                <p14:nvPr/>
              </p14:nvContentPartPr>
              <p14:xfrm>
                <a:off x="4683767" y="974542"/>
                <a:ext cx="393840" cy="336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094026F-DF9F-F40B-A74E-2ED7FC5F433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66127" y="956902"/>
                  <a:ext cx="4294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D9D1444-AFF1-754F-3F40-48970B83A60F}"/>
                    </a:ext>
                  </a:extLst>
                </p14:cNvPr>
                <p14:cNvContentPartPr/>
                <p14:nvPr/>
              </p14:nvContentPartPr>
              <p14:xfrm>
                <a:off x="5158247" y="993262"/>
                <a:ext cx="28080" cy="32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D9D1444-AFF1-754F-3F40-48970B83A60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40607" y="975262"/>
                  <a:ext cx="637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A14020B-785D-D493-8091-EA1B15284624}"/>
                    </a:ext>
                  </a:extLst>
                </p14:cNvPr>
                <p14:cNvContentPartPr/>
                <p14:nvPr/>
              </p14:nvContentPartPr>
              <p14:xfrm>
                <a:off x="5244287" y="963022"/>
                <a:ext cx="109080" cy="271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A14020B-785D-D493-8091-EA1B1528462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226647" y="945382"/>
                  <a:ext cx="1447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B973136-AD17-50A4-5F38-F33A4F68C9C9}"/>
                    </a:ext>
                  </a:extLst>
                </p14:cNvPr>
                <p14:cNvContentPartPr/>
                <p14:nvPr/>
              </p14:nvContentPartPr>
              <p14:xfrm>
                <a:off x="5192087" y="1095142"/>
                <a:ext cx="267480" cy="172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B973136-AD17-50A4-5F38-F33A4F68C9C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74087" y="1077142"/>
                  <a:ext cx="3031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36539BF-57C9-2B0F-1ECB-75D46AADF536}"/>
                    </a:ext>
                  </a:extLst>
                </p14:cNvPr>
                <p14:cNvContentPartPr/>
                <p14:nvPr/>
              </p14:nvContentPartPr>
              <p14:xfrm>
                <a:off x="5560367" y="967702"/>
                <a:ext cx="52920" cy="28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36539BF-57C9-2B0F-1ECB-75D46AADF53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542727" y="950062"/>
                  <a:ext cx="885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9973F90-24CE-6ED2-6C73-01D186C6148A}"/>
                    </a:ext>
                  </a:extLst>
                </p14:cNvPr>
                <p14:cNvContentPartPr/>
                <p14:nvPr/>
              </p14:nvContentPartPr>
              <p14:xfrm>
                <a:off x="5543447" y="1074622"/>
                <a:ext cx="393120" cy="209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9973F90-24CE-6ED2-6C73-01D186C6148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25447" y="1056622"/>
                  <a:ext cx="428760" cy="24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6ADFC43-F828-C73E-88D8-DE79D3E26B01}"/>
                  </a:ext>
                </a:extLst>
              </p14:cNvPr>
              <p14:cNvContentPartPr/>
              <p14:nvPr/>
            </p14:nvContentPartPr>
            <p14:xfrm>
              <a:off x="6686807" y="1461982"/>
              <a:ext cx="19080" cy="64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6ADFC43-F828-C73E-88D8-DE79D3E26B0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668807" y="1444342"/>
                <a:ext cx="5472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465F78CC-10DB-485A-1F68-C7519C6DBE33}"/>
              </a:ext>
            </a:extLst>
          </p:cNvPr>
          <p:cNvGrpSpPr/>
          <p:nvPr/>
        </p:nvGrpSpPr>
        <p:grpSpPr>
          <a:xfrm>
            <a:off x="504167" y="1754302"/>
            <a:ext cx="239760" cy="196200"/>
            <a:chOff x="504167" y="1754302"/>
            <a:chExt cx="239760" cy="19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F771ACE-7A1E-BD34-EA21-353B6236EEE3}"/>
                    </a:ext>
                  </a:extLst>
                </p14:cNvPr>
                <p14:cNvContentPartPr/>
                <p14:nvPr/>
              </p14:nvContentPartPr>
              <p14:xfrm>
                <a:off x="504167" y="1754302"/>
                <a:ext cx="100440" cy="196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F771ACE-7A1E-BD34-EA21-353B6236EE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86527" y="1736302"/>
                  <a:ext cx="136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5D107BC-8021-3F21-715D-353F72DE2F49}"/>
                    </a:ext>
                  </a:extLst>
                </p14:cNvPr>
                <p14:cNvContentPartPr/>
                <p14:nvPr/>
              </p14:nvContentPartPr>
              <p14:xfrm>
                <a:off x="595607" y="1797142"/>
                <a:ext cx="148320" cy="139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5D107BC-8021-3F21-715D-353F72DE2F4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7967" y="1779142"/>
                  <a:ext cx="18396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97E4F5B-B71C-BE69-0511-2039CA2F7CE6}"/>
                  </a:ext>
                </a:extLst>
              </p14:cNvPr>
              <p14:cNvContentPartPr/>
              <p14:nvPr/>
            </p14:nvContentPartPr>
            <p14:xfrm>
              <a:off x="643847" y="1606702"/>
              <a:ext cx="3960" cy="108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97E4F5B-B71C-BE69-0511-2039CA2F7CE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26207" y="1589062"/>
                <a:ext cx="39600" cy="4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C19EC20E-2A15-1FFA-57C7-1E3E70E6C007}"/>
              </a:ext>
            </a:extLst>
          </p:cNvPr>
          <p:cNvGrpSpPr/>
          <p:nvPr/>
        </p:nvGrpSpPr>
        <p:grpSpPr>
          <a:xfrm>
            <a:off x="1335047" y="1720102"/>
            <a:ext cx="1198080" cy="384480"/>
            <a:chOff x="1335047" y="1720102"/>
            <a:chExt cx="1198080" cy="38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B5EC7AC-2CDF-CA17-0547-523B041A2D5A}"/>
                    </a:ext>
                  </a:extLst>
                </p14:cNvPr>
                <p14:cNvContentPartPr/>
                <p14:nvPr/>
              </p14:nvContentPartPr>
              <p14:xfrm>
                <a:off x="1335047" y="1879582"/>
                <a:ext cx="216720" cy="205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B5EC7AC-2CDF-CA17-0547-523B041A2D5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317047" y="1861582"/>
                  <a:ext cx="2523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8B33305-6047-E6FE-00CD-6620C4919317}"/>
                    </a:ext>
                  </a:extLst>
                </p14:cNvPr>
                <p14:cNvContentPartPr/>
                <p14:nvPr/>
              </p14:nvContentPartPr>
              <p14:xfrm>
                <a:off x="1593887" y="1795342"/>
                <a:ext cx="403920" cy="289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8B33305-6047-E6FE-00CD-6620C491931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576247" y="1777342"/>
                  <a:ext cx="43956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87377AD-340A-3700-2332-735F085DBA23}"/>
                    </a:ext>
                  </a:extLst>
                </p14:cNvPr>
                <p14:cNvContentPartPr/>
                <p14:nvPr/>
              </p14:nvContentPartPr>
              <p14:xfrm>
                <a:off x="2065487" y="1720102"/>
                <a:ext cx="467640" cy="384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87377AD-340A-3700-2332-735F085DBA2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047487" y="1702462"/>
                  <a:ext cx="503280" cy="42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516B6DB-18D7-8F48-76E8-A0B5D695A72D}"/>
              </a:ext>
            </a:extLst>
          </p:cNvPr>
          <p:cNvGrpSpPr/>
          <p:nvPr/>
        </p:nvGrpSpPr>
        <p:grpSpPr>
          <a:xfrm>
            <a:off x="2983127" y="1840342"/>
            <a:ext cx="1085760" cy="281160"/>
            <a:chOff x="2983127" y="1840342"/>
            <a:chExt cx="1085760" cy="2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8D4854B-9671-056F-003C-F250225AA94D}"/>
                    </a:ext>
                  </a:extLst>
                </p14:cNvPr>
                <p14:cNvContentPartPr/>
                <p14:nvPr/>
              </p14:nvContentPartPr>
              <p14:xfrm>
                <a:off x="2983127" y="1957342"/>
                <a:ext cx="215640" cy="158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8D4854B-9671-056F-003C-F250225AA94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965127" y="1939702"/>
                  <a:ext cx="2512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FD6804C-0528-604D-E166-FDBC7C10D70B}"/>
                    </a:ext>
                  </a:extLst>
                </p14:cNvPr>
                <p14:cNvContentPartPr/>
                <p14:nvPr/>
              </p14:nvContentPartPr>
              <p14:xfrm>
                <a:off x="3254207" y="1991542"/>
                <a:ext cx="172440" cy="115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FD6804C-0528-604D-E166-FDBC7C10D70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36207" y="1973542"/>
                  <a:ext cx="2080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B76C71F-37D9-2105-33BE-2827D96F5A80}"/>
                    </a:ext>
                  </a:extLst>
                </p14:cNvPr>
                <p14:cNvContentPartPr/>
                <p14:nvPr/>
              </p14:nvContentPartPr>
              <p14:xfrm>
                <a:off x="3516647" y="1840342"/>
                <a:ext cx="232560" cy="272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B76C71F-37D9-2105-33BE-2827D96F5A8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99007" y="1822702"/>
                  <a:ext cx="2682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092E68A-72D0-5439-7560-71080B57CD8F}"/>
                    </a:ext>
                  </a:extLst>
                </p14:cNvPr>
                <p14:cNvContentPartPr/>
                <p14:nvPr/>
              </p14:nvContentPartPr>
              <p14:xfrm>
                <a:off x="3750287" y="1991902"/>
                <a:ext cx="318600" cy="129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092E68A-72D0-5439-7560-71080B57CD8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732287" y="1974262"/>
                  <a:ext cx="35424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D59D973-78A0-18D1-B586-D7B1B2642831}"/>
              </a:ext>
            </a:extLst>
          </p:cNvPr>
          <p:cNvGrpSpPr/>
          <p:nvPr/>
        </p:nvGrpSpPr>
        <p:grpSpPr>
          <a:xfrm>
            <a:off x="4647767" y="1735222"/>
            <a:ext cx="1222920" cy="398520"/>
            <a:chOff x="4647767" y="1735222"/>
            <a:chExt cx="1222920" cy="3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70BBBD2-97BE-530F-71C2-D6E6F29FF93C}"/>
                    </a:ext>
                  </a:extLst>
                </p14:cNvPr>
                <p14:cNvContentPartPr/>
                <p14:nvPr/>
              </p14:nvContentPartPr>
              <p14:xfrm>
                <a:off x="4647767" y="1948342"/>
                <a:ext cx="208080" cy="161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70BBBD2-97BE-530F-71C2-D6E6F29FF93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30127" y="1930342"/>
                  <a:ext cx="2437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8C005D3-80BF-4050-D4D9-87AE7D20DDAC}"/>
                    </a:ext>
                  </a:extLst>
                </p14:cNvPr>
                <p14:cNvContentPartPr/>
                <p14:nvPr/>
              </p14:nvContentPartPr>
              <p14:xfrm>
                <a:off x="4883207" y="1735222"/>
                <a:ext cx="626400" cy="398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8C005D3-80BF-4050-D4D9-87AE7D20DDA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865567" y="1717582"/>
                  <a:ext cx="66204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17AA4F8-D792-8E03-6589-E34EE42E50E2}"/>
                    </a:ext>
                  </a:extLst>
                </p14:cNvPr>
                <p14:cNvContentPartPr/>
                <p14:nvPr/>
              </p14:nvContentPartPr>
              <p14:xfrm>
                <a:off x="5524007" y="1945102"/>
                <a:ext cx="123840" cy="124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17AA4F8-D792-8E03-6589-E34EE42E50E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506007" y="1927102"/>
                  <a:ext cx="1594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4A88F69-8E2C-E13A-5214-73A8CE5B6886}"/>
                    </a:ext>
                  </a:extLst>
                </p14:cNvPr>
                <p14:cNvContentPartPr/>
                <p14:nvPr/>
              </p14:nvContentPartPr>
              <p14:xfrm>
                <a:off x="5687087" y="1935742"/>
                <a:ext cx="183600" cy="119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4A88F69-8E2C-E13A-5214-73A8CE5B688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69447" y="1917742"/>
                  <a:ext cx="21924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FE3AF6F-62BB-CB50-CBD4-61514D452B2C}"/>
              </a:ext>
            </a:extLst>
          </p:cNvPr>
          <p:cNvGrpSpPr/>
          <p:nvPr/>
        </p:nvGrpSpPr>
        <p:grpSpPr>
          <a:xfrm>
            <a:off x="6233927" y="1548022"/>
            <a:ext cx="2878200" cy="899640"/>
            <a:chOff x="6233927" y="1548022"/>
            <a:chExt cx="287820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181F659-5FC4-714B-082A-C01A41D543AB}"/>
                    </a:ext>
                  </a:extLst>
                </p14:cNvPr>
                <p14:cNvContentPartPr/>
                <p14:nvPr/>
              </p14:nvContentPartPr>
              <p14:xfrm>
                <a:off x="6233927" y="1733422"/>
                <a:ext cx="990000" cy="338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181F659-5FC4-714B-082A-C01A41D543A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15927" y="1715422"/>
                  <a:ext cx="10256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CCD85AA-BEA4-CF94-14E0-9D9C2519651D}"/>
                    </a:ext>
                  </a:extLst>
                </p14:cNvPr>
                <p14:cNvContentPartPr/>
                <p14:nvPr/>
              </p14:nvContentPartPr>
              <p14:xfrm>
                <a:off x="7107287" y="1857982"/>
                <a:ext cx="114120" cy="7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CCD85AA-BEA4-CF94-14E0-9D9C2519651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089287" y="1839982"/>
                  <a:ext cx="1497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29B0AC7-C5BE-A114-2BED-159D9F3E08FB}"/>
                    </a:ext>
                  </a:extLst>
                </p14:cNvPr>
                <p14:cNvContentPartPr/>
                <p14:nvPr/>
              </p14:nvContentPartPr>
              <p14:xfrm>
                <a:off x="7284047" y="1871662"/>
                <a:ext cx="64800" cy="1296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29B0AC7-C5BE-A114-2BED-159D9F3E08F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266047" y="1853662"/>
                  <a:ext cx="1004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B23F719-82C8-EA8E-674B-8815AC58E982}"/>
                    </a:ext>
                  </a:extLst>
                </p14:cNvPr>
                <p14:cNvContentPartPr/>
                <p14:nvPr/>
              </p14:nvContentPartPr>
              <p14:xfrm>
                <a:off x="7387367" y="1722622"/>
                <a:ext cx="39240" cy="38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B23F719-82C8-EA8E-674B-8815AC58E98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369727" y="1704622"/>
                  <a:ext cx="748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FB22BCF-BC61-4E89-EA11-7676B4A0790D}"/>
                    </a:ext>
                  </a:extLst>
                </p14:cNvPr>
                <p14:cNvContentPartPr/>
                <p14:nvPr/>
              </p14:nvContentPartPr>
              <p14:xfrm>
                <a:off x="7322567" y="1875262"/>
                <a:ext cx="156240" cy="572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FB22BCF-BC61-4E89-EA11-7676B4A0790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304927" y="1857622"/>
                  <a:ext cx="19188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FB2C6FD-4AAB-FCC4-0082-9D12858A78FF}"/>
                    </a:ext>
                  </a:extLst>
                </p14:cNvPr>
                <p14:cNvContentPartPr/>
                <p14:nvPr/>
              </p14:nvContentPartPr>
              <p14:xfrm>
                <a:off x="7396007" y="1723702"/>
                <a:ext cx="480960" cy="2934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FB2C6FD-4AAB-FCC4-0082-9D12858A78F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378367" y="1706062"/>
                  <a:ext cx="5166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16D9FAA-7FFB-871E-F3D4-C3D448A5FB59}"/>
                    </a:ext>
                  </a:extLst>
                </p14:cNvPr>
                <p14:cNvContentPartPr/>
                <p14:nvPr/>
              </p14:nvContentPartPr>
              <p14:xfrm>
                <a:off x="7910087" y="1742782"/>
                <a:ext cx="25200" cy="28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16D9FAA-7FFB-871E-F3D4-C3D448A5FB5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892087" y="1724782"/>
                  <a:ext cx="608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F9C80E6-2A58-6779-A534-ED204B97C749}"/>
                    </a:ext>
                  </a:extLst>
                </p14:cNvPr>
                <p14:cNvContentPartPr/>
                <p14:nvPr/>
              </p14:nvContentPartPr>
              <p14:xfrm>
                <a:off x="7917647" y="1548022"/>
                <a:ext cx="601920" cy="442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F9C80E6-2A58-6779-A534-ED204B97C74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899647" y="1530382"/>
                  <a:ext cx="63756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509E3B1-C88A-0331-F5FC-B769486F2A74}"/>
                    </a:ext>
                  </a:extLst>
                </p14:cNvPr>
                <p14:cNvContentPartPr/>
                <p14:nvPr/>
              </p14:nvContentPartPr>
              <p14:xfrm>
                <a:off x="8539727" y="1755382"/>
                <a:ext cx="76320" cy="173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509E3B1-C88A-0331-F5FC-B769486F2A7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21727" y="1737742"/>
                  <a:ext cx="1119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A2850C6-032D-BAA8-3EF6-7184FDD1F401}"/>
                    </a:ext>
                  </a:extLst>
                </p14:cNvPr>
                <p14:cNvContentPartPr/>
                <p14:nvPr/>
              </p14:nvContentPartPr>
              <p14:xfrm>
                <a:off x="8660327" y="1779862"/>
                <a:ext cx="168480" cy="154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A2850C6-032D-BAA8-3EF6-7184FDD1F40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642327" y="1761862"/>
                  <a:ext cx="2041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9F40B86-F0DB-AC80-2911-DADA2C0F4CD8}"/>
                    </a:ext>
                  </a:extLst>
                </p14:cNvPr>
                <p14:cNvContentPartPr/>
                <p14:nvPr/>
              </p14:nvContentPartPr>
              <p14:xfrm>
                <a:off x="8884967" y="1739902"/>
                <a:ext cx="227160" cy="162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9F40B86-F0DB-AC80-2911-DADA2C0F4CD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67327" y="1721902"/>
                  <a:ext cx="2628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6DED51F-F41B-E463-D9F1-AD7876EE9988}"/>
                    </a:ext>
                  </a:extLst>
                </p14:cNvPr>
                <p14:cNvContentPartPr/>
                <p14:nvPr/>
              </p14:nvContentPartPr>
              <p14:xfrm>
                <a:off x="8659607" y="1557382"/>
                <a:ext cx="96840" cy="28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6DED51F-F41B-E463-D9F1-AD7876EE998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641967" y="1539382"/>
                  <a:ext cx="1324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777865D-0184-2A00-6771-B7B445CDDC41}"/>
                    </a:ext>
                  </a:extLst>
                </p14:cNvPr>
                <p14:cNvContentPartPr/>
                <p14:nvPr/>
              </p14:nvContentPartPr>
              <p14:xfrm>
                <a:off x="8353967" y="1629022"/>
                <a:ext cx="229680" cy="41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777865D-0184-2A00-6771-B7B445CDDC4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335967" y="1611382"/>
                  <a:ext cx="26532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2BA7C4DA-A14A-B670-9D66-680132470C89}"/>
                  </a:ext>
                </a:extLst>
              </p14:cNvPr>
              <p14:cNvContentPartPr/>
              <p14:nvPr/>
            </p14:nvContentPartPr>
            <p14:xfrm>
              <a:off x="9736007" y="1774822"/>
              <a:ext cx="3960" cy="597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2BA7C4DA-A14A-B670-9D66-680132470C8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718007" y="1757182"/>
                <a:ext cx="396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1301E79-C938-2D90-7A32-E95D118DC38F}"/>
                  </a:ext>
                </a:extLst>
              </p14:cNvPr>
              <p14:cNvContentPartPr/>
              <p14:nvPr/>
            </p14:nvContentPartPr>
            <p14:xfrm>
              <a:off x="464567" y="2792542"/>
              <a:ext cx="392040" cy="3967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1301E79-C938-2D90-7A32-E95D118DC38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46567" y="2774902"/>
                <a:ext cx="427680" cy="43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5E19ED78-A67D-28C5-9B07-76884199A34C}"/>
              </a:ext>
            </a:extLst>
          </p:cNvPr>
          <p:cNvGrpSpPr/>
          <p:nvPr/>
        </p:nvGrpSpPr>
        <p:grpSpPr>
          <a:xfrm>
            <a:off x="1140647" y="2845102"/>
            <a:ext cx="189000" cy="343440"/>
            <a:chOff x="1140647" y="2845102"/>
            <a:chExt cx="18900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627F368-545B-E2B4-7DDE-D639D41D0429}"/>
                    </a:ext>
                  </a:extLst>
                </p14:cNvPr>
                <p14:cNvContentPartPr/>
                <p14:nvPr/>
              </p14:nvContentPartPr>
              <p14:xfrm>
                <a:off x="1140647" y="3005662"/>
                <a:ext cx="36360" cy="182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627F368-545B-E2B4-7DDE-D639D41D042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22647" y="2988022"/>
                  <a:ext cx="720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775F20C-2C37-7856-EC53-AAE921EEE66E}"/>
                    </a:ext>
                  </a:extLst>
                </p14:cNvPr>
                <p14:cNvContentPartPr/>
                <p14:nvPr/>
              </p14:nvContentPartPr>
              <p14:xfrm>
                <a:off x="1223447" y="2992702"/>
                <a:ext cx="106200" cy="173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775F20C-2C37-7856-EC53-AAE921EEE66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205807" y="2975062"/>
                  <a:ext cx="1418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39D2934-8E7F-089C-966F-C1E9466CC969}"/>
                    </a:ext>
                  </a:extLst>
                </p14:cNvPr>
                <p14:cNvContentPartPr/>
                <p14:nvPr/>
              </p14:nvContentPartPr>
              <p14:xfrm>
                <a:off x="1189247" y="2845102"/>
                <a:ext cx="7200" cy="406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39D2934-8E7F-089C-966F-C1E9466CC96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71607" y="2827102"/>
                  <a:ext cx="42840" cy="7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8444BC16-CDCD-150B-63F6-2FA087206F75}"/>
                  </a:ext>
                </a:extLst>
              </p14:cNvPr>
              <p14:cNvContentPartPr/>
              <p14:nvPr/>
            </p14:nvContentPartPr>
            <p14:xfrm>
              <a:off x="1759487" y="2982262"/>
              <a:ext cx="230040" cy="1857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8444BC16-CDCD-150B-63F6-2FA087206F75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741847" y="2964622"/>
                <a:ext cx="265680" cy="22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4E5B58A-EC94-0F91-0F50-9A08531FF61E}"/>
              </a:ext>
            </a:extLst>
          </p:cNvPr>
          <p:cNvGrpSpPr/>
          <p:nvPr/>
        </p:nvGrpSpPr>
        <p:grpSpPr>
          <a:xfrm>
            <a:off x="2320727" y="2694622"/>
            <a:ext cx="1355400" cy="460080"/>
            <a:chOff x="2320727" y="2694622"/>
            <a:chExt cx="1355400" cy="46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C91807F-BCBA-3ADB-D292-D9017C3ABDB2}"/>
                    </a:ext>
                  </a:extLst>
                </p14:cNvPr>
                <p14:cNvContentPartPr/>
                <p14:nvPr/>
              </p14:nvContentPartPr>
              <p14:xfrm>
                <a:off x="2320727" y="2935462"/>
                <a:ext cx="381960" cy="217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C91807F-BCBA-3ADB-D292-D9017C3ABDB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302727" y="2917462"/>
                  <a:ext cx="4176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0DCFDAA-38B5-3ED3-BB93-EA1489BA9771}"/>
                    </a:ext>
                  </a:extLst>
                </p14:cNvPr>
                <p14:cNvContentPartPr/>
                <p14:nvPr/>
              </p14:nvContentPartPr>
              <p14:xfrm>
                <a:off x="2801327" y="2971822"/>
                <a:ext cx="189360" cy="182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0DCFDAA-38B5-3ED3-BB93-EA1489BA977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783687" y="2953822"/>
                  <a:ext cx="2250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6BD182C-83C3-B7D4-3247-9ECD68D4C3AD}"/>
                    </a:ext>
                  </a:extLst>
                </p14:cNvPr>
                <p14:cNvContentPartPr/>
                <p14:nvPr/>
              </p14:nvContentPartPr>
              <p14:xfrm>
                <a:off x="3063407" y="2694622"/>
                <a:ext cx="110520" cy="452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6BD182C-83C3-B7D4-3247-9ECD68D4C3A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045767" y="2676622"/>
                  <a:ext cx="14616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813A6BB-B073-6B84-CA4E-5FFB56D79760}"/>
                    </a:ext>
                  </a:extLst>
                </p14:cNvPr>
                <p14:cNvContentPartPr/>
                <p14:nvPr/>
              </p14:nvContentPartPr>
              <p14:xfrm>
                <a:off x="3194087" y="2955622"/>
                <a:ext cx="146880" cy="173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813A6BB-B073-6B84-CA4E-5FFB56D7976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176087" y="2937982"/>
                  <a:ext cx="1825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A9E2677-3269-E044-29A3-AB6194519707}"/>
                    </a:ext>
                  </a:extLst>
                </p14:cNvPr>
                <p14:cNvContentPartPr/>
                <p14:nvPr/>
              </p14:nvContentPartPr>
              <p14:xfrm>
                <a:off x="3469847" y="2932582"/>
                <a:ext cx="206280" cy="1760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A9E2677-3269-E044-29A3-AB619451970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452207" y="2914942"/>
                  <a:ext cx="241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6AC7449-903A-F9BD-7602-6F321BD48A26}"/>
                    </a:ext>
                  </a:extLst>
                </p14:cNvPr>
                <p14:cNvContentPartPr/>
                <p14:nvPr/>
              </p14:nvContentPartPr>
              <p14:xfrm>
                <a:off x="3069167" y="2828182"/>
                <a:ext cx="343440" cy="32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6AC7449-903A-F9BD-7602-6F321BD48A2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051167" y="2810542"/>
                  <a:ext cx="37908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60A52CD4-F093-9143-A115-BB53BC1FD9D8}"/>
              </a:ext>
            </a:extLst>
          </p:cNvPr>
          <p:cNvGrpSpPr/>
          <p:nvPr/>
        </p:nvGrpSpPr>
        <p:grpSpPr>
          <a:xfrm>
            <a:off x="3997967" y="2566462"/>
            <a:ext cx="1794240" cy="1029240"/>
            <a:chOff x="3997967" y="2566462"/>
            <a:chExt cx="1794240" cy="102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B256D81-8511-3AB8-B43F-9EB0AAC4A4B1}"/>
                    </a:ext>
                  </a:extLst>
                </p14:cNvPr>
                <p14:cNvContentPartPr/>
                <p14:nvPr/>
              </p14:nvContentPartPr>
              <p14:xfrm>
                <a:off x="3997967" y="2943382"/>
                <a:ext cx="225360" cy="234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B256D81-8511-3AB8-B43F-9EB0AAC4A4B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980327" y="2925382"/>
                  <a:ext cx="2610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B0342EE-E1BC-3B2E-55FD-8E021B20A9F5}"/>
                    </a:ext>
                  </a:extLst>
                </p14:cNvPr>
                <p14:cNvContentPartPr/>
                <p14:nvPr/>
              </p14:nvContentPartPr>
              <p14:xfrm>
                <a:off x="4186247" y="2933302"/>
                <a:ext cx="194040" cy="662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B0342EE-E1BC-3B2E-55FD-8E021B20A9F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168247" y="2915662"/>
                  <a:ext cx="22968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6202475-4ADB-ABC6-C01C-8D9236130235}"/>
                    </a:ext>
                  </a:extLst>
                </p14:cNvPr>
                <p14:cNvContentPartPr/>
                <p14:nvPr/>
              </p14:nvContentPartPr>
              <p14:xfrm>
                <a:off x="4287407" y="2919622"/>
                <a:ext cx="226800" cy="199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6202475-4ADB-ABC6-C01C-8D923613023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69767" y="2901622"/>
                  <a:ext cx="2624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1802A24-C4EE-C2B9-0818-7F1885A1C8C7}"/>
                    </a:ext>
                  </a:extLst>
                </p14:cNvPr>
                <p14:cNvContentPartPr/>
                <p14:nvPr/>
              </p14:nvContentPartPr>
              <p14:xfrm>
                <a:off x="4584047" y="2928622"/>
                <a:ext cx="156600" cy="176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1802A24-C4EE-C2B9-0818-7F1885A1C8C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566047" y="2910622"/>
                  <a:ext cx="1922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8AE361E-95D3-73C6-CFB7-4F2A2699A651}"/>
                    </a:ext>
                  </a:extLst>
                </p14:cNvPr>
                <p14:cNvContentPartPr/>
                <p14:nvPr/>
              </p14:nvContentPartPr>
              <p14:xfrm>
                <a:off x="4827767" y="2898382"/>
                <a:ext cx="149760" cy="214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8AE361E-95D3-73C6-CFB7-4F2A2699A65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09767" y="2880382"/>
                  <a:ext cx="1854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D9EDEFB-06BB-6972-D134-2D1594E74294}"/>
                    </a:ext>
                  </a:extLst>
                </p14:cNvPr>
                <p14:cNvContentPartPr/>
                <p14:nvPr/>
              </p14:nvContentPartPr>
              <p14:xfrm>
                <a:off x="5009567" y="2910982"/>
                <a:ext cx="205200" cy="200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D9EDEFB-06BB-6972-D134-2D1594E7429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91927" y="2892982"/>
                  <a:ext cx="2408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47BE7B2-E07C-7E21-4939-71C9D827F34E}"/>
                    </a:ext>
                  </a:extLst>
                </p14:cNvPr>
                <p14:cNvContentPartPr/>
                <p14:nvPr/>
              </p14:nvContentPartPr>
              <p14:xfrm>
                <a:off x="5430767" y="2566462"/>
                <a:ext cx="361440" cy="721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47BE7B2-E07C-7E21-4939-71C9D827F34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412767" y="2548822"/>
                  <a:ext cx="397080" cy="75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3514EB19-C52C-4C46-5ACF-CABA3759639D}"/>
              </a:ext>
            </a:extLst>
          </p:cNvPr>
          <p:cNvGrpSpPr/>
          <p:nvPr/>
        </p:nvGrpSpPr>
        <p:grpSpPr>
          <a:xfrm>
            <a:off x="6113687" y="2716222"/>
            <a:ext cx="2056680" cy="941040"/>
            <a:chOff x="6113687" y="2716222"/>
            <a:chExt cx="2056680" cy="94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F0B9B31-A4C6-3C83-5C80-1865B44AB705}"/>
                    </a:ext>
                  </a:extLst>
                </p14:cNvPr>
                <p14:cNvContentPartPr/>
                <p14:nvPr/>
              </p14:nvContentPartPr>
              <p14:xfrm>
                <a:off x="6113687" y="2893342"/>
                <a:ext cx="183600" cy="241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F0B9B31-A4C6-3C83-5C80-1865B44AB70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096047" y="2875342"/>
                  <a:ext cx="2192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A48992B-3A91-A6FC-F035-A230D6F4ADA6}"/>
                    </a:ext>
                  </a:extLst>
                </p14:cNvPr>
                <p14:cNvContentPartPr/>
                <p14:nvPr/>
              </p14:nvContentPartPr>
              <p14:xfrm>
                <a:off x="6382247" y="2716222"/>
                <a:ext cx="535680" cy="4100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A48992B-3A91-A6FC-F035-A230D6F4ADA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364607" y="2698582"/>
                  <a:ext cx="57132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4176C6A-AF99-586E-EEA8-745C16DD9CFE}"/>
                    </a:ext>
                  </a:extLst>
                </p14:cNvPr>
                <p14:cNvContentPartPr/>
                <p14:nvPr/>
              </p14:nvContentPartPr>
              <p14:xfrm>
                <a:off x="6994967" y="2908102"/>
                <a:ext cx="121680" cy="2260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4176C6A-AF99-586E-EEA8-745C16DD9CF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976967" y="2890102"/>
                  <a:ext cx="1573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E0C61DA-9565-893D-C897-72E7935F92BB}"/>
                    </a:ext>
                  </a:extLst>
                </p14:cNvPr>
                <p14:cNvContentPartPr/>
                <p14:nvPr/>
              </p14:nvContentPartPr>
              <p14:xfrm>
                <a:off x="7000727" y="2910622"/>
                <a:ext cx="258120" cy="7466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E0C61DA-9565-893D-C897-72E7935F92B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983087" y="2892622"/>
                  <a:ext cx="293760" cy="78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7935052-454E-958E-6D17-DFEC5FB273BD}"/>
                    </a:ext>
                  </a:extLst>
                </p14:cNvPr>
                <p14:cNvContentPartPr/>
                <p14:nvPr/>
              </p14:nvContentPartPr>
              <p14:xfrm>
                <a:off x="7167407" y="2948782"/>
                <a:ext cx="219960" cy="1911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7935052-454E-958E-6D17-DFEC5FB273B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149407" y="2930782"/>
                  <a:ext cx="2556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1CF0A6A-C274-ACA1-CE81-4898A0475A16}"/>
                    </a:ext>
                  </a:extLst>
                </p14:cNvPr>
                <p14:cNvContentPartPr/>
                <p14:nvPr/>
              </p14:nvContentPartPr>
              <p14:xfrm>
                <a:off x="7421207" y="2939062"/>
                <a:ext cx="190080" cy="1339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1CF0A6A-C274-ACA1-CE81-4898A0475A1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403207" y="2921062"/>
                  <a:ext cx="2257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3F89EE6-600A-9442-2BF4-4527E548FCAF}"/>
                    </a:ext>
                  </a:extLst>
                </p14:cNvPr>
                <p14:cNvContentPartPr/>
                <p14:nvPr/>
              </p14:nvContentPartPr>
              <p14:xfrm>
                <a:off x="7693727" y="2891542"/>
                <a:ext cx="205560" cy="164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3F89EE6-600A-9442-2BF4-4527E548FCA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675727" y="2873542"/>
                  <a:ext cx="2412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60B0598-5C42-2311-F1E4-5275143FB395}"/>
                    </a:ext>
                  </a:extLst>
                </p14:cNvPr>
                <p14:cNvContentPartPr/>
                <p14:nvPr/>
              </p14:nvContentPartPr>
              <p14:xfrm>
                <a:off x="8014127" y="2926462"/>
                <a:ext cx="156240" cy="1764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60B0598-5C42-2311-F1E4-5275143FB39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996127" y="2908462"/>
                  <a:ext cx="191880" cy="21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4457F88-A892-AF2B-94E2-F3559F870542}"/>
              </a:ext>
            </a:extLst>
          </p:cNvPr>
          <p:cNvGrpSpPr/>
          <p:nvPr/>
        </p:nvGrpSpPr>
        <p:grpSpPr>
          <a:xfrm>
            <a:off x="8537567" y="2242102"/>
            <a:ext cx="1700640" cy="1107720"/>
            <a:chOff x="8537567" y="2242102"/>
            <a:chExt cx="1700640" cy="110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EE6CFBC-8B9C-9D0B-82B8-690A08AE6E8A}"/>
                    </a:ext>
                  </a:extLst>
                </p14:cNvPr>
                <p14:cNvContentPartPr/>
                <p14:nvPr/>
              </p14:nvContentPartPr>
              <p14:xfrm>
                <a:off x="8537567" y="2774182"/>
                <a:ext cx="496080" cy="575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EE6CFBC-8B9C-9D0B-82B8-690A08AE6E8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519927" y="2756542"/>
                  <a:ext cx="531720" cy="61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4DBA7C7-FDC3-EBA4-5816-EDA99CB9CB46}"/>
                    </a:ext>
                  </a:extLst>
                </p14:cNvPr>
                <p14:cNvContentPartPr/>
                <p14:nvPr/>
              </p14:nvContentPartPr>
              <p14:xfrm>
                <a:off x="9150287" y="2634862"/>
                <a:ext cx="309600" cy="4089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4DBA7C7-FDC3-EBA4-5816-EDA99CB9CB4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132287" y="2617222"/>
                  <a:ext cx="34524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62F3FF5-7EE3-1772-9E7B-BB1307D08899}"/>
                    </a:ext>
                  </a:extLst>
                </p14:cNvPr>
                <p14:cNvContentPartPr/>
                <p14:nvPr/>
              </p14:nvContentPartPr>
              <p14:xfrm>
                <a:off x="9600287" y="2338222"/>
                <a:ext cx="127080" cy="2124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62F3FF5-7EE3-1772-9E7B-BB1307D0889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82647" y="2320582"/>
                  <a:ext cx="1627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E2A2C15-90E4-B102-6793-1C2CDD27F741}"/>
                    </a:ext>
                  </a:extLst>
                </p14:cNvPr>
                <p14:cNvContentPartPr/>
                <p14:nvPr/>
              </p14:nvContentPartPr>
              <p14:xfrm>
                <a:off x="9741407" y="2242102"/>
                <a:ext cx="496800" cy="9507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E2A2C15-90E4-B102-6793-1C2CDD27F74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723767" y="2224462"/>
                  <a:ext cx="532440" cy="98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A0510E0-73D1-3144-30E3-EA10FDEF89D1}"/>
                  </a:ext>
                </a:extLst>
              </p14:cNvPr>
              <p14:cNvContentPartPr/>
              <p14:nvPr/>
            </p14:nvContentPartPr>
            <p14:xfrm>
              <a:off x="2928767" y="1299982"/>
              <a:ext cx="20160" cy="9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A0510E0-73D1-3144-30E3-EA10FDEF89D1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2910767" y="1281982"/>
                <a:ext cx="558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D090ACE-9AAD-BF82-7B34-4A71645A6A2E}"/>
                  </a:ext>
                </a:extLst>
              </p14:cNvPr>
              <p14:cNvContentPartPr/>
              <p14:nvPr/>
            </p14:nvContentPartPr>
            <p14:xfrm>
              <a:off x="5593847" y="1272262"/>
              <a:ext cx="35640" cy="3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D090ACE-9AAD-BF82-7B34-4A71645A6A2E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5575847" y="1254262"/>
                <a:ext cx="712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E93D61F8-D26B-1D7B-F260-96D554361388}"/>
                  </a:ext>
                </a:extLst>
              </p14:cNvPr>
              <p14:cNvContentPartPr/>
              <p14:nvPr/>
            </p14:nvContentPartPr>
            <p14:xfrm>
              <a:off x="1545647" y="2103502"/>
              <a:ext cx="25200" cy="90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E93D61F8-D26B-1D7B-F260-96D554361388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528007" y="2085502"/>
                <a:ext cx="608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DF4820A-D08B-E029-E21B-E0424160CE49}"/>
                  </a:ext>
                </a:extLst>
              </p14:cNvPr>
              <p14:cNvContentPartPr/>
              <p14:nvPr/>
            </p14:nvContentPartPr>
            <p14:xfrm>
              <a:off x="4241687" y="2119342"/>
              <a:ext cx="10800" cy="104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DF4820A-D08B-E029-E21B-E0424160CE49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4224047" y="2101702"/>
                <a:ext cx="464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E73F9EBC-08D4-8042-4453-10C5FAA868B0}"/>
                  </a:ext>
                </a:extLst>
              </p14:cNvPr>
              <p14:cNvContentPartPr/>
              <p14:nvPr/>
            </p14:nvContentPartPr>
            <p14:xfrm>
              <a:off x="8800727" y="2047702"/>
              <a:ext cx="1800" cy="468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E73F9EBC-08D4-8042-4453-10C5FAA868B0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8782727" y="2030062"/>
                <a:ext cx="374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05A4219C-7D72-53E3-687C-71762D84B9A9}"/>
                  </a:ext>
                </a:extLst>
              </p14:cNvPr>
              <p14:cNvContentPartPr/>
              <p14:nvPr/>
            </p14:nvContentPartPr>
            <p14:xfrm>
              <a:off x="889007" y="3373582"/>
              <a:ext cx="5760" cy="144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05A4219C-7D72-53E3-687C-71762D84B9A9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71007" y="3355942"/>
                <a:ext cx="414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E7D9ED90-2641-7F95-B8F1-B37D0CBE85D7}"/>
                  </a:ext>
                </a:extLst>
              </p14:cNvPr>
              <p14:cNvContentPartPr/>
              <p14:nvPr/>
            </p14:nvContentPartPr>
            <p14:xfrm>
              <a:off x="2305607" y="3371422"/>
              <a:ext cx="2520" cy="1116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E7D9ED90-2641-7F95-B8F1-B37D0CBE85D7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2287967" y="3353422"/>
                <a:ext cx="3816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FE920CF1-7CF3-0B07-4C3E-F436741D4317}"/>
                  </a:ext>
                </a:extLst>
              </p14:cNvPr>
              <p14:cNvContentPartPr/>
              <p14:nvPr/>
            </p14:nvContentPartPr>
            <p14:xfrm>
              <a:off x="3953327" y="3147862"/>
              <a:ext cx="11160" cy="828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FE920CF1-7CF3-0B07-4C3E-F436741D4317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935327" y="3130222"/>
                <a:ext cx="4680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92CFAC6E-3469-616F-1888-E1A347671515}"/>
                  </a:ext>
                </a:extLst>
              </p14:cNvPr>
              <p14:cNvContentPartPr/>
              <p14:nvPr/>
            </p14:nvContentPartPr>
            <p14:xfrm>
              <a:off x="5345807" y="2995222"/>
              <a:ext cx="5400" cy="108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92CFAC6E-3469-616F-1888-E1A347671515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5327807" y="2977582"/>
                <a:ext cx="410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1546EB72-0C72-EAAB-7E79-47765ADF5EF5}"/>
                  </a:ext>
                </a:extLst>
              </p14:cNvPr>
              <p14:cNvContentPartPr/>
              <p14:nvPr/>
            </p14:nvContentPartPr>
            <p14:xfrm>
              <a:off x="8345327" y="3177022"/>
              <a:ext cx="15120" cy="828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1546EB72-0C72-EAAB-7E79-47765ADF5EF5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327687" y="3159382"/>
                <a:ext cx="507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D31BAB55-5E35-BC96-92E8-C97399AF48F1}"/>
                  </a:ext>
                </a:extLst>
              </p14:cNvPr>
              <p14:cNvContentPartPr/>
              <p14:nvPr/>
            </p14:nvContentPartPr>
            <p14:xfrm>
              <a:off x="9119687" y="3106102"/>
              <a:ext cx="4680" cy="1080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D31BAB55-5E35-BC96-92E8-C97399AF48F1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9102047" y="3088102"/>
                <a:ext cx="403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5D6F5405-AE22-FBD7-4918-14B9AE66C7DD}"/>
                  </a:ext>
                </a:extLst>
              </p14:cNvPr>
              <p14:cNvContentPartPr/>
              <p14:nvPr/>
            </p14:nvContentPartPr>
            <p14:xfrm>
              <a:off x="10072247" y="2575822"/>
              <a:ext cx="148680" cy="972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5D6F5405-AE22-FBD7-4918-14B9AE66C7DD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0054607" y="2558182"/>
                <a:ext cx="184320" cy="4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6185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AEFC618D-28B5-663A-6A7E-656A9630FB75}"/>
              </a:ext>
            </a:extLst>
          </p:cNvPr>
          <p:cNvGrpSpPr/>
          <p:nvPr/>
        </p:nvGrpSpPr>
        <p:grpSpPr>
          <a:xfrm>
            <a:off x="151367" y="194422"/>
            <a:ext cx="726120" cy="454680"/>
            <a:chOff x="151367" y="194422"/>
            <a:chExt cx="726120" cy="45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7BE4050-7472-67A4-8464-E1B13337E4C5}"/>
                    </a:ext>
                  </a:extLst>
                </p14:cNvPr>
                <p14:cNvContentPartPr/>
                <p14:nvPr/>
              </p14:nvContentPartPr>
              <p14:xfrm>
                <a:off x="151367" y="194422"/>
                <a:ext cx="333360" cy="454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7BE4050-7472-67A4-8464-E1B13337E4C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3367" y="176782"/>
                  <a:ext cx="36900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AA4E187-81EE-82D5-5B89-CEBAE6E92EA5}"/>
                    </a:ext>
                  </a:extLst>
                </p14:cNvPr>
                <p14:cNvContentPartPr/>
                <p14:nvPr/>
              </p14:nvContentPartPr>
              <p14:xfrm>
                <a:off x="545567" y="364702"/>
                <a:ext cx="160560" cy="2336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AA4E187-81EE-82D5-5B89-CEBAE6E92EA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7927" y="347062"/>
                  <a:ext cx="1962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12C6738-C1D3-7B89-C822-9D08DF64B4B6}"/>
                    </a:ext>
                  </a:extLst>
                </p14:cNvPr>
                <p14:cNvContentPartPr/>
                <p14:nvPr/>
              </p14:nvContentPartPr>
              <p14:xfrm>
                <a:off x="866687" y="501142"/>
                <a:ext cx="10800" cy="9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12C6738-C1D3-7B89-C822-9D08DF64B4B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8687" y="483142"/>
                  <a:ext cx="4644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BD0A66B-43DC-C74F-02C0-677B512B0E98}"/>
              </a:ext>
            </a:extLst>
          </p:cNvPr>
          <p:cNvGrpSpPr/>
          <p:nvPr/>
        </p:nvGrpSpPr>
        <p:grpSpPr>
          <a:xfrm>
            <a:off x="8031767" y="240502"/>
            <a:ext cx="718200" cy="331920"/>
            <a:chOff x="8031767" y="240502"/>
            <a:chExt cx="71820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AA2B40D-CD78-1EA5-D15F-5440C28FD9A7}"/>
                    </a:ext>
                  </a:extLst>
                </p14:cNvPr>
                <p14:cNvContentPartPr/>
                <p14:nvPr/>
              </p14:nvContentPartPr>
              <p14:xfrm>
                <a:off x="8031767" y="240502"/>
                <a:ext cx="718200" cy="331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AA2B40D-CD78-1EA5-D15F-5440C28FD9A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013767" y="222502"/>
                  <a:ext cx="7538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CC8A201-C25B-DC28-F48C-979631B161DD}"/>
                    </a:ext>
                  </a:extLst>
                </p14:cNvPr>
                <p14:cNvContentPartPr/>
                <p14:nvPr/>
              </p14:nvContentPartPr>
              <p14:xfrm>
                <a:off x="8099447" y="364702"/>
                <a:ext cx="194040" cy="34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CC8A201-C25B-DC28-F48C-979631B161D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81447" y="347062"/>
                  <a:ext cx="22968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5158C4C-3EDA-E5DB-FE00-4B4099CE43E4}"/>
              </a:ext>
            </a:extLst>
          </p:cNvPr>
          <p:cNvGrpSpPr/>
          <p:nvPr/>
        </p:nvGrpSpPr>
        <p:grpSpPr>
          <a:xfrm>
            <a:off x="9366647" y="104422"/>
            <a:ext cx="1517400" cy="454680"/>
            <a:chOff x="9366647" y="104422"/>
            <a:chExt cx="1517400" cy="45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F19E5CB-F061-42FD-89E5-34F628392A97}"/>
                    </a:ext>
                  </a:extLst>
                </p14:cNvPr>
                <p14:cNvContentPartPr/>
                <p14:nvPr/>
              </p14:nvContentPartPr>
              <p14:xfrm>
                <a:off x="9366647" y="408622"/>
                <a:ext cx="296640" cy="124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F19E5CB-F061-42FD-89E5-34F628392A9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48647" y="390982"/>
                  <a:ext cx="3322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0643610-1A70-D3F8-4DEC-72EB31EC693B}"/>
                    </a:ext>
                  </a:extLst>
                </p14:cNvPr>
                <p14:cNvContentPartPr/>
                <p14:nvPr/>
              </p14:nvContentPartPr>
              <p14:xfrm>
                <a:off x="9753647" y="153382"/>
                <a:ext cx="380160" cy="405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0643610-1A70-D3F8-4DEC-72EB31EC693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36007" y="135382"/>
                  <a:ext cx="4158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B7731DA-0BE8-858A-1D80-7B03CC3AE763}"/>
                    </a:ext>
                  </a:extLst>
                </p14:cNvPr>
                <p14:cNvContentPartPr/>
                <p14:nvPr/>
              </p14:nvContentPartPr>
              <p14:xfrm>
                <a:off x="10159007" y="336262"/>
                <a:ext cx="190080" cy="197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B7731DA-0BE8-858A-1D80-7B03CC3AE76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141007" y="318622"/>
                  <a:ext cx="2257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FAF3D80-F470-A743-0D6B-7DF09C4A14B0}"/>
                    </a:ext>
                  </a:extLst>
                </p14:cNvPr>
                <p14:cNvContentPartPr/>
                <p14:nvPr/>
              </p14:nvContentPartPr>
              <p14:xfrm>
                <a:off x="10362047" y="378382"/>
                <a:ext cx="46800" cy="141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FAF3D80-F470-A743-0D6B-7DF09C4A14B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344047" y="360382"/>
                  <a:ext cx="824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DAEA283-ECCD-B9B3-D28B-563160C05323}"/>
                    </a:ext>
                  </a:extLst>
                </p14:cNvPr>
                <p14:cNvContentPartPr/>
                <p14:nvPr/>
              </p14:nvContentPartPr>
              <p14:xfrm>
                <a:off x="10558607" y="348502"/>
                <a:ext cx="325440" cy="157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DAEA283-ECCD-B9B3-D28B-563160C0532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540967" y="330862"/>
                  <a:ext cx="3610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5F147A6-B0E3-30EC-2C4E-61F1F9A32401}"/>
                    </a:ext>
                  </a:extLst>
                </p14:cNvPr>
                <p14:cNvContentPartPr/>
                <p14:nvPr/>
              </p14:nvContentPartPr>
              <p14:xfrm>
                <a:off x="10615847" y="104422"/>
                <a:ext cx="124560" cy="38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5F147A6-B0E3-30EC-2C4E-61F1F9A3240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598207" y="86782"/>
                  <a:ext cx="1602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71D7511-0B4B-18B5-6B07-D94443702480}"/>
                    </a:ext>
                  </a:extLst>
                </p14:cNvPr>
                <p14:cNvContentPartPr/>
                <p14:nvPr/>
              </p14:nvContentPartPr>
              <p14:xfrm>
                <a:off x="10022927" y="162022"/>
                <a:ext cx="214920" cy="25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71D7511-0B4B-18B5-6B07-D9444370248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004927" y="144022"/>
                  <a:ext cx="250560" cy="6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9D2AA14-61D0-1CA7-1571-A77EBE719EB9}"/>
                  </a:ext>
                </a:extLst>
              </p14:cNvPr>
              <p14:cNvContentPartPr/>
              <p14:nvPr/>
            </p14:nvContentPartPr>
            <p14:xfrm>
              <a:off x="11619887" y="600502"/>
              <a:ext cx="33120" cy="18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9D2AA14-61D0-1CA7-1571-A77EBE719EB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601887" y="582862"/>
                <a:ext cx="6876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533572EC-DD4A-7E14-55D5-4A8B5FC60790}"/>
              </a:ext>
            </a:extLst>
          </p:cNvPr>
          <p:cNvGrpSpPr/>
          <p:nvPr/>
        </p:nvGrpSpPr>
        <p:grpSpPr>
          <a:xfrm>
            <a:off x="1583807" y="177862"/>
            <a:ext cx="5857920" cy="2051280"/>
            <a:chOff x="1583807" y="177862"/>
            <a:chExt cx="5857920" cy="20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DB675E3-D616-3FAC-E044-75B911C0B3F0}"/>
                    </a:ext>
                  </a:extLst>
                </p14:cNvPr>
                <p14:cNvContentPartPr/>
                <p14:nvPr/>
              </p14:nvContentPartPr>
              <p14:xfrm>
                <a:off x="1593887" y="311422"/>
                <a:ext cx="77400" cy="300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DB675E3-D616-3FAC-E044-75B911C0B3F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576247" y="293422"/>
                  <a:ext cx="1130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8DDC021-FD0A-B20B-68CA-CFD2BC382AE3}"/>
                    </a:ext>
                  </a:extLst>
                </p14:cNvPr>
                <p14:cNvContentPartPr/>
                <p14:nvPr/>
              </p14:nvContentPartPr>
              <p14:xfrm>
                <a:off x="1622327" y="217822"/>
                <a:ext cx="264240" cy="126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8DDC021-FD0A-B20B-68CA-CFD2BC382AE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04327" y="199822"/>
                  <a:ext cx="2998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BCBE030-7F96-9ACB-B198-E3BFF0D6DEAC}"/>
                    </a:ext>
                  </a:extLst>
                </p14:cNvPr>
                <p14:cNvContentPartPr/>
                <p14:nvPr/>
              </p14:nvContentPartPr>
              <p14:xfrm>
                <a:off x="1583807" y="438502"/>
                <a:ext cx="184320" cy="50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BCBE030-7F96-9ACB-B198-E3BFF0D6DEA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65807" y="420502"/>
                  <a:ext cx="2199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B69A5BF-98AA-2D77-D8AC-F450E6D20126}"/>
                    </a:ext>
                  </a:extLst>
                </p14:cNvPr>
                <p14:cNvContentPartPr/>
                <p14:nvPr/>
              </p14:nvContentPartPr>
              <p14:xfrm>
                <a:off x="1836167" y="489622"/>
                <a:ext cx="93960" cy="150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B69A5BF-98AA-2D77-D8AC-F450E6D2012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18167" y="471982"/>
                  <a:ext cx="1296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BA6424C-DEAB-CBE8-00A9-2A32E4830CD2}"/>
                    </a:ext>
                  </a:extLst>
                </p14:cNvPr>
                <p14:cNvContentPartPr/>
                <p14:nvPr/>
              </p14:nvContentPartPr>
              <p14:xfrm>
                <a:off x="1902767" y="338422"/>
                <a:ext cx="52560" cy="24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BA6424C-DEAB-CBE8-00A9-2A32E4830CD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885127" y="320782"/>
                  <a:ext cx="882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20681DA-DE42-10A7-610C-9EE5DA832A9D}"/>
                    </a:ext>
                  </a:extLst>
                </p14:cNvPr>
                <p14:cNvContentPartPr/>
                <p14:nvPr/>
              </p14:nvContentPartPr>
              <p14:xfrm>
                <a:off x="1963247" y="466942"/>
                <a:ext cx="199440" cy="141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20681DA-DE42-10A7-610C-9EE5DA832A9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945607" y="448942"/>
                  <a:ext cx="2350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C1EE2F1-06AB-2725-F923-4308B4B51074}"/>
                    </a:ext>
                  </a:extLst>
                </p14:cNvPr>
                <p14:cNvContentPartPr/>
                <p14:nvPr/>
              </p14:nvContentPartPr>
              <p14:xfrm>
                <a:off x="2219927" y="266062"/>
                <a:ext cx="218520" cy="349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C1EE2F1-06AB-2725-F923-4308B4B5107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01927" y="248422"/>
                  <a:ext cx="25416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2BDDCB5-401A-33E6-3EBC-25EBEC2A62C8}"/>
                    </a:ext>
                  </a:extLst>
                </p14:cNvPr>
                <p14:cNvContentPartPr/>
                <p14:nvPr/>
              </p14:nvContentPartPr>
              <p14:xfrm>
                <a:off x="3005807" y="221782"/>
                <a:ext cx="709200" cy="376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2BDDCB5-401A-33E6-3EBC-25EBEC2A62C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987807" y="204142"/>
                  <a:ext cx="74484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1EF0F07-C0C1-23C0-4C15-405F361B66A7}"/>
                    </a:ext>
                  </a:extLst>
                </p14:cNvPr>
                <p14:cNvContentPartPr/>
                <p14:nvPr/>
              </p14:nvContentPartPr>
              <p14:xfrm>
                <a:off x="3069527" y="353902"/>
                <a:ext cx="136080" cy="16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1EF0F07-C0C1-23C0-4C15-405F361B66A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51527" y="335902"/>
                  <a:ext cx="1717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8891231-8E90-F9D6-35EB-477336ED3CC5}"/>
                    </a:ext>
                  </a:extLst>
                </p14:cNvPr>
                <p14:cNvContentPartPr/>
                <p14:nvPr/>
              </p14:nvContentPartPr>
              <p14:xfrm>
                <a:off x="4164647" y="177862"/>
                <a:ext cx="1081080" cy="383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8891231-8E90-F9D6-35EB-477336ED3CC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47007" y="159862"/>
                  <a:ext cx="111672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A3C3403-BB84-1366-D732-E46CF20F510B}"/>
                    </a:ext>
                  </a:extLst>
                </p14:cNvPr>
                <p14:cNvContentPartPr/>
                <p14:nvPr/>
              </p14:nvContentPartPr>
              <p14:xfrm>
                <a:off x="5421047" y="372622"/>
                <a:ext cx="516960" cy="654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A3C3403-BB84-1366-D732-E46CF20F510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03407" y="354982"/>
                  <a:ext cx="552600" cy="68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88CB54E-5EE3-B9A4-ED56-9978977B1331}"/>
                    </a:ext>
                  </a:extLst>
                </p14:cNvPr>
                <p14:cNvContentPartPr/>
                <p14:nvPr/>
              </p14:nvContentPartPr>
              <p14:xfrm>
                <a:off x="5969327" y="432022"/>
                <a:ext cx="173520" cy="130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88CB54E-5EE3-B9A4-ED56-9978977B133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51327" y="414382"/>
                  <a:ext cx="2091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4348234-A607-0022-CB35-D21BE67F2DAC}"/>
                    </a:ext>
                  </a:extLst>
                </p14:cNvPr>
                <p14:cNvContentPartPr/>
                <p14:nvPr/>
              </p14:nvContentPartPr>
              <p14:xfrm>
                <a:off x="6215927" y="406822"/>
                <a:ext cx="390240" cy="131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4348234-A607-0022-CB35-D21BE67F2DA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97927" y="388822"/>
                  <a:ext cx="425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5A6C74C-BB97-56C4-7413-5DBC846F3AA6}"/>
                    </a:ext>
                  </a:extLst>
                </p14:cNvPr>
                <p14:cNvContentPartPr/>
                <p14:nvPr/>
              </p14:nvContentPartPr>
              <p14:xfrm>
                <a:off x="7075607" y="275422"/>
                <a:ext cx="366120" cy="723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5A6C74C-BB97-56C4-7413-5DBC846F3AA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57607" y="257422"/>
                  <a:ext cx="401760" cy="75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9C234FA-880C-72DA-0562-3A0A180732EA}"/>
                    </a:ext>
                  </a:extLst>
                </p14:cNvPr>
                <p14:cNvContentPartPr/>
                <p14:nvPr/>
              </p14:nvContentPartPr>
              <p14:xfrm>
                <a:off x="2681807" y="1014142"/>
                <a:ext cx="333720" cy="426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9C234FA-880C-72DA-0562-3A0A180732E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63807" y="996142"/>
                  <a:ext cx="36936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1CD20F8-0468-F805-304D-9B5A0F8A0A8D}"/>
                    </a:ext>
                  </a:extLst>
                </p14:cNvPr>
                <p14:cNvContentPartPr/>
                <p14:nvPr/>
              </p14:nvContentPartPr>
              <p14:xfrm>
                <a:off x="2699087" y="1261822"/>
                <a:ext cx="195840" cy="31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1CD20F8-0468-F805-304D-9B5A0F8A0A8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681447" y="1243822"/>
                  <a:ext cx="2314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0FE25F3-8457-B888-ECBB-91694D859E14}"/>
                    </a:ext>
                  </a:extLst>
                </p14:cNvPr>
                <p14:cNvContentPartPr/>
                <p14:nvPr/>
              </p14:nvContentPartPr>
              <p14:xfrm>
                <a:off x="3268967" y="1279102"/>
                <a:ext cx="121320" cy="27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0FE25F3-8457-B888-ECBB-91694D859E1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250967" y="1261102"/>
                  <a:ext cx="1569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D2DC874-4C9F-C72F-2694-E17827AC7018}"/>
                    </a:ext>
                  </a:extLst>
                </p14:cNvPr>
                <p14:cNvContentPartPr/>
                <p14:nvPr/>
              </p14:nvContentPartPr>
              <p14:xfrm>
                <a:off x="3238727" y="1366222"/>
                <a:ext cx="192240" cy="36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D2DC874-4C9F-C72F-2694-E17827AC701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21087" y="1348222"/>
                  <a:ext cx="227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BE937CF-FE2E-B863-8A9F-3F04E63F874A}"/>
                    </a:ext>
                  </a:extLst>
                </p14:cNvPr>
                <p14:cNvContentPartPr/>
                <p14:nvPr/>
              </p14:nvContentPartPr>
              <p14:xfrm>
                <a:off x="3802127" y="1023502"/>
                <a:ext cx="471600" cy="1195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BE937CF-FE2E-B863-8A9F-3F04E63F874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784127" y="1005862"/>
                  <a:ext cx="507240" cy="12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95AB028-4515-F32B-2C17-711326BB5F34}"/>
                    </a:ext>
                  </a:extLst>
                </p14:cNvPr>
                <p14:cNvContentPartPr/>
                <p14:nvPr/>
              </p14:nvContentPartPr>
              <p14:xfrm>
                <a:off x="4555967" y="1205302"/>
                <a:ext cx="100440" cy="255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95AB028-4515-F32B-2C17-711326BB5F3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37967" y="1187662"/>
                  <a:ext cx="1360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DD0A385-14FB-3F76-7A4F-EEBB0BF3E76E}"/>
                    </a:ext>
                  </a:extLst>
                </p14:cNvPr>
                <p14:cNvContentPartPr/>
                <p14:nvPr/>
              </p14:nvContentPartPr>
              <p14:xfrm>
                <a:off x="4329887" y="1733422"/>
                <a:ext cx="258480" cy="240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DD0A385-14FB-3F76-7A4F-EEBB0BF3E76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12247" y="1715782"/>
                  <a:ext cx="2941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93002D0-5D8B-C8F4-CED3-75825D7A0EEC}"/>
                    </a:ext>
                  </a:extLst>
                </p14:cNvPr>
                <p14:cNvContentPartPr/>
                <p14:nvPr/>
              </p14:nvContentPartPr>
              <p14:xfrm>
                <a:off x="5203607" y="1225102"/>
                <a:ext cx="264600" cy="199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93002D0-5D8B-C8F4-CED3-75825D7A0EE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185607" y="1207102"/>
                  <a:ext cx="3002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F3C9B10-DFA5-C002-46B5-0ED564B3D0FC}"/>
                    </a:ext>
                  </a:extLst>
                </p14:cNvPr>
                <p14:cNvContentPartPr/>
                <p14:nvPr/>
              </p14:nvContentPartPr>
              <p14:xfrm>
                <a:off x="5162567" y="1716862"/>
                <a:ext cx="190800" cy="335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F3C9B10-DFA5-C002-46B5-0ED564B3D0F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44927" y="1699222"/>
                  <a:ext cx="22644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3D94EAA-E322-FB1B-DE73-3D8A6D5C42CE}"/>
                    </a:ext>
                  </a:extLst>
                </p14:cNvPr>
                <p14:cNvContentPartPr/>
                <p14:nvPr/>
              </p14:nvContentPartPr>
              <p14:xfrm>
                <a:off x="6344087" y="1109542"/>
                <a:ext cx="73800" cy="275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3D94EAA-E322-FB1B-DE73-3D8A6D5C42C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326087" y="1091542"/>
                  <a:ext cx="1094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3E03D65-C0CD-DDAC-6C59-C477FEE7D3ED}"/>
                    </a:ext>
                  </a:extLst>
                </p14:cNvPr>
                <p14:cNvContentPartPr/>
                <p14:nvPr/>
              </p14:nvContentPartPr>
              <p14:xfrm>
                <a:off x="6146447" y="1661782"/>
                <a:ext cx="323280" cy="216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3E03D65-C0CD-DDAC-6C59-C477FEE7D3E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128807" y="1644142"/>
                  <a:ext cx="3589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652FF3E-B480-425E-19D4-45FDD9D485DD}"/>
                    </a:ext>
                  </a:extLst>
                </p14:cNvPr>
                <p14:cNvContentPartPr/>
                <p14:nvPr/>
              </p14:nvContentPartPr>
              <p14:xfrm>
                <a:off x="6329327" y="943582"/>
                <a:ext cx="852840" cy="1285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652FF3E-B480-425E-19D4-45FDD9D485D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311327" y="925582"/>
                  <a:ext cx="888480" cy="132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B576B65-0BC1-9B6E-0489-520EA5070444}"/>
              </a:ext>
            </a:extLst>
          </p:cNvPr>
          <p:cNvGrpSpPr/>
          <p:nvPr/>
        </p:nvGrpSpPr>
        <p:grpSpPr>
          <a:xfrm>
            <a:off x="1861007" y="2524342"/>
            <a:ext cx="1383120" cy="449640"/>
            <a:chOff x="1861007" y="2524342"/>
            <a:chExt cx="1383120" cy="44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7E1075A-5037-6CF5-1823-7937175772C5}"/>
                    </a:ext>
                  </a:extLst>
                </p14:cNvPr>
                <p14:cNvContentPartPr/>
                <p14:nvPr/>
              </p14:nvContentPartPr>
              <p14:xfrm>
                <a:off x="1861007" y="2524342"/>
                <a:ext cx="320040" cy="449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7E1075A-5037-6CF5-1823-7937175772C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843367" y="2506702"/>
                  <a:ext cx="35568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0469D59-C908-5339-2821-4A3D5EE8E045}"/>
                    </a:ext>
                  </a:extLst>
                </p14:cNvPr>
                <p14:cNvContentPartPr/>
                <p14:nvPr/>
              </p14:nvContentPartPr>
              <p14:xfrm>
                <a:off x="1944167" y="2755822"/>
                <a:ext cx="190800" cy="25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0469D59-C908-5339-2821-4A3D5EE8E04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926167" y="2738182"/>
                  <a:ext cx="2264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9264671-253C-D956-0ED6-88177A2E6ED2}"/>
                    </a:ext>
                  </a:extLst>
                </p14:cNvPr>
                <p14:cNvContentPartPr/>
                <p14:nvPr/>
              </p14:nvContentPartPr>
              <p14:xfrm>
                <a:off x="2443127" y="2682382"/>
                <a:ext cx="262440" cy="240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9264671-253C-D956-0ED6-88177A2E6ED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25487" y="2664742"/>
                  <a:ext cx="2980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24B010E-C0D9-7C7D-EE9A-41147512D35A}"/>
                    </a:ext>
                  </a:extLst>
                </p14:cNvPr>
                <p14:cNvContentPartPr/>
                <p14:nvPr/>
              </p14:nvContentPartPr>
              <p14:xfrm>
                <a:off x="2455367" y="2684902"/>
                <a:ext cx="199800" cy="288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24B010E-C0D9-7C7D-EE9A-41147512D35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437727" y="2666902"/>
                  <a:ext cx="2354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07A8FE5-CEED-E6E1-20F9-C77217FAC76D}"/>
                    </a:ext>
                  </a:extLst>
                </p14:cNvPr>
                <p14:cNvContentPartPr/>
                <p14:nvPr/>
              </p14:nvContentPartPr>
              <p14:xfrm>
                <a:off x="2354207" y="2682382"/>
                <a:ext cx="396360" cy="263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07A8FE5-CEED-E6E1-20F9-C77217FAC76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336207" y="2664382"/>
                  <a:ext cx="4320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43F857D-28F4-E0E4-482E-6BA0423E24E7}"/>
                    </a:ext>
                  </a:extLst>
                </p14:cNvPr>
                <p14:cNvContentPartPr/>
                <p14:nvPr/>
              </p14:nvContentPartPr>
              <p14:xfrm>
                <a:off x="3040367" y="2815942"/>
                <a:ext cx="177120" cy="15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43F857D-28F4-E0E4-482E-6BA0423E24E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022727" y="2797942"/>
                  <a:ext cx="2127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CEC6488-B1D3-01DE-618D-140AED731CCC}"/>
                    </a:ext>
                  </a:extLst>
                </p14:cNvPr>
                <p14:cNvContentPartPr/>
                <p14:nvPr/>
              </p14:nvContentPartPr>
              <p14:xfrm>
                <a:off x="3071687" y="2884702"/>
                <a:ext cx="172440" cy="21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CEC6488-B1D3-01DE-618D-140AED731CC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053687" y="2866702"/>
                  <a:ext cx="208080" cy="5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D07BBD21-5574-6EF3-5095-508E9201C372}"/>
                  </a:ext>
                </a:extLst>
              </p14:cNvPr>
              <p14:cNvContentPartPr/>
              <p14:nvPr/>
            </p14:nvContentPartPr>
            <p14:xfrm>
              <a:off x="3571007" y="2630182"/>
              <a:ext cx="346680" cy="3070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D07BBD21-5574-6EF3-5095-508E9201C37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553007" y="2612182"/>
                <a:ext cx="38232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E114057E-52D4-B027-99FD-6BE795CFC854}"/>
                  </a:ext>
                </a:extLst>
              </p14:cNvPr>
              <p14:cNvContentPartPr/>
              <p14:nvPr/>
            </p14:nvContentPartPr>
            <p14:xfrm>
              <a:off x="563567" y="6557197"/>
              <a:ext cx="720" cy="252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E114057E-52D4-B027-99FD-6BE795CFC85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45567" y="6539197"/>
                <a:ext cx="3636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CFA608B0-5517-B7C9-A49C-4FF5A60E8755}"/>
              </a:ext>
            </a:extLst>
          </p:cNvPr>
          <p:cNvGrpSpPr/>
          <p:nvPr/>
        </p:nvGrpSpPr>
        <p:grpSpPr>
          <a:xfrm>
            <a:off x="1161167" y="3555742"/>
            <a:ext cx="519120" cy="1376640"/>
            <a:chOff x="1161167" y="3555742"/>
            <a:chExt cx="519120" cy="137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30F2C80-4ED9-8356-11CA-A0AECFA92813}"/>
                    </a:ext>
                  </a:extLst>
                </p14:cNvPr>
                <p14:cNvContentPartPr/>
                <p14:nvPr/>
              </p14:nvContentPartPr>
              <p14:xfrm>
                <a:off x="1161167" y="3555742"/>
                <a:ext cx="228960" cy="1376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30F2C80-4ED9-8356-11CA-A0AECFA9281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43527" y="3537742"/>
                  <a:ext cx="264600" cy="14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C6DAEF1-32B1-3122-5B74-B73D1CA51E70}"/>
                    </a:ext>
                  </a:extLst>
                </p14:cNvPr>
                <p14:cNvContentPartPr/>
                <p14:nvPr/>
              </p14:nvContentPartPr>
              <p14:xfrm>
                <a:off x="1603607" y="3785062"/>
                <a:ext cx="20880" cy="231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C6DAEF1-32B1-3122-5B74-B73D1CA51E7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585607" y="3767062"/>
                  <a:ext cx="565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AC29792-97B4-69CD-B4D5-719FB7DFDC40}"/>
                    </a:ext>
                  </a:extLst>
                </p14:cNvPr>
                <p14:cNvContentPartPr/>
                <p14:nvPr/>
              </p14:nvContentPartPr>
              <p14:xfrm>
                <a:off x="1505327" y="4317502"/>
                <a:ext cx="174960" cy="262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AC29792-97B4-69CD-B4D5-719FB7DFDC4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487327" y="4299502"/>
                  <a:ext cx="210600" cy="29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938B4BA4-1662-C85C-F9BC-BC5A753A186D}"/>
                  </a:ext>
                </a:extLst>
              </p14:cNvPr>
              <p14:cNvContentPartPr/>
              <p14:nvPr/>
            </p14:nvContentPartPr>
            <p14:xfrm>
              <a:off x="2182487" y="3844102"/>
              <a:ext cx="174600" cy="1879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938B4BA4-1662-C85C-F9BC-BC5A753A186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164847" y="3826462"/>
                <a:ext cx="21024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BA4C5626-9747-638D-67E7-65B5C96863AE}"/>
                  </a:ext>
                </a:extLst>
              </p14:cNvPr>
              <p14:cNvContentPartPr/>
              <p14:nvPr/>
            </p14:nvContentPartPr>
            <p14:xfrm>
              <a:off x="2218127" y="4377622"/>
              <a:ext cx="174600" cy="2750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BA4C5626-9747-638D-67E7-65B5C96863A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200487" y="4359622"/>
                <a:ext cx="210240" cy="31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523446D8-FED7-A5E5-4616-0F698BBA92B4}"/>
              </a:ext>
            </a:extLst>
          </p:cNvPr>
          <p:cNvGrpSpPr/>
          <p:nvPr/>
        </p:nvGrpSpPr>
        <p:grpSpPr>
          <a:xfrm>
            <a:off x="2919407" y="3438382"/>
            <a:ext cx="678960" cy="1463760"/>
            <a:chOff x="2919407" y="3438382"/>
            <a:chExt cx="678960" cy="146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82C9444-8628-30F9-78E2-47870E7A994A}"/>
                    </a:ext>
                  </a:extLst>
                </p14:cNvPr>
                <p14:cNvContentPartPr/>
                <p14:nvPr/>
              </p14:nvContentPartPr>
              <p14:xfrm>
                <a:off x="3106967" y="3708382"/>
                <a:ext cx="10440" cy="2674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82C9444-8628-30F9-78E2-47870E7A994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088967" y="3690382"/>
                  <a:ext cx="460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2BA9EDF-C896-A10E-C1C0-E91F76DD476C}"/>
                    </a:ext>
                  </a:extLst>
                </p14:cNvPr>
                <p14:cNvContentPartPr/>
                <p14:nvPr/>
              </p14:nvContentPartPr>
              <p14:xfrm>
                <a:off x="2919407" y="4306342"/>
                <a:ext cx="296280" cy="268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2BA9EDF-C896-A10E-C1C0-E91F76DD476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901407" y="4288702"/>
                  <a:ext cx="3319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4D01236-A632-998C-49F2-A1B148F3EA5D}"/>
                    </a:ext>
                  </a:extLst>
                </p14:cNvPr>
                <p14:cNvContentPartPr/>
                <p14:nvPr/>
              </p14:nvContentPartPr>
              <p14:xfrm>
                <a:off x="3185447" y="3438382"/>
                <a:ext cx="412920" cy="1463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4D01236-A632-998C-49F2-A1B148F3EA5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167447" y="3420382"/>
                  <a:ext cx="448560" cy="149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FA15714E-73CC-5E17-566A-DAC7242A3733}"/>
              </a:ext>
            </a:extLst>
          </p:cNvPr>
          <p:cNvGrpSpPr/>
          <p:nvPr/>
        </p:nvGrpSpPr>
        <p:grpSpPr>
          <a:xfrm>
            <a:off x="4085807" y="3309142"/>
            <a:ext cx="2788920" cy="1936080"/>
            <a:chOff x="4085807" y="3309142"/>
            <a:chExt cx="2788920" cy="193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C054D13-CB3A-F7AC-ED9F-E9ABB31077B1}"/>
                    </a:ext>
                  </a:extLst>
                </p14:cNvPr>
                <p14:cNvContentPartPr/>
                <p14:nvPr/>
              </p14:nvContentPartPr>
              <p14:xfrm>
                <a:off x="4085807" y="3342622"/>
                <a:ext cx="235440" cy="1643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C054D13-CB3A-F7AC-ED9F-E9ABB31077B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68167" y="3324982"/>
                  <a:ext cx="271080" cy="167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EC72139-1F39-94FB-EE54-E842A00E945F}"/>
                    </a:ext>
                  </a:extLst>
                </p14:cNvPr>
                <p14:cNvContentPartPr/>
                <p14:nvPr/>
              </p14:nvContentPartPr>
              <p14:xfrm>
                <a:off x="4557047" y="3553942"/>
                <a:ext cx="209160" cy="198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EC72139-1F39-94FB-EE54-E842A00E945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539047" y="3535942"/>
                  <a:ext cx="2448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4D95480-D69F-44AD-796C-60809986158D}"/>
                    </a:ext>
                  </a:extLst>
                </p14:cNvPr>
                <p14:cNvContentPartPr/>
                <p14:nvPr/>
              </p14:nvContentPartPr>
              <p14:xfrm>
                <a:off x="4631567" y="4003942"/>
                <a:ext cx="149040" cy="3024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4D95480-D69F-44AD-796C-60809986158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613567" y="3985942"/>
                  <a:ext cx="1846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BE5F31E-727A-D399-11E5-9949DDB48A25}"/>
                    </a:ext>
                  </a:extLst>
                </p14:cNvPr>
                <p14:cNvContentPartPr/>
                <p14:nvPr/>
              </p14:nvContentPartPr>
              <p14:xfrm>
                <a:off x="4525727" y="4614502"/>
                <a:ext cx="287280" cy="1972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BE5F31E-727A-D399-11E5-9949DDB48A2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508087" y="4596502"/>
                  <a:ext cx="3229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164B12D-AB19-FD78-4FA4-E2581D9A5139}"/>
                    </a:ext>
                  </a:extLst>
                </p14:cNvPr>
                <p14:cNvContentPartPr/>
                <p14:nvPr/>
              </p14:nvContentPartPr>
              <p14:xfrm>
                <a:off x="4825607" y="3320662"/>
                <a:ext cx="425880" cy="16826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164B12D-AB19-FD78-4FA4-E2581D9A513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807607" y="3302662"/>
                  <a:ext cx="461520" cy="171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6C32E89-270E-7281-B6E2-3CB29C6AC992}"/>
                    </a:ext>
                  </a:extLst>
                </p14:cNvPr>
                <p14:cNvContentPartPr/>
                <p14:nvPr/>
              </p14:nvContentPartPr>
              <p14:xfrm>
                <a:off x="5532647" y="4064062"/>
                <a:ext cx="110520" cy="144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6C32E89-270E-7281-B6E2-3CB29C6AC99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514647" y="4046062"/>
                  <a:ext cx="1461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5D51A0D-5817-C070-5FCE-51E10121E855}"/>
                    </a:ext>
                  </a:extLst>
                </p14:cNvPr>
                <p14:cNvContentPartPr/>
                <p14:nvPr/>
              </p14:nvContentPartPr>
              <p14:xfrm>
                <a:off x="5476127" y="4172782"/>
                <a:ext cx="140760" cy="442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5D51A0D-5817-C070-5FCE-51E10121E85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458487" y="4155142"/>
                  <a:ext cx="176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BFEA498-6B6E-EEF4-E7CA-C7EBB69C3123}"/>
                    </a:ext>
                  </a:extLst>
                </p14:cNvPr>
                <p14:cNvContentPartPr/>
                <p14:nvPr/>
              </p14:nvContentPartPr>
              <p14:xfrm>
                <a:off x="5844407" y="3309142"/>
                <a:ext cx="437400" cy="19360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BFEA498-6B6E-EEF4-E7CA-C7EBB69C312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26767" y="3291502"/>
                  <a:ext cx="473040" cy="19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A948331-3035-E67C-392B-6CA5E61BEC67}"/>
                    </a:ext>
                  </a:extLst>
                </p14:cNvPr>
                <p14:cNvContentPartPr/>
                <p14:nvPr/>
              </p14:nvContentPartPr>
              <p14:xfrm>
                <a:off x="6243647" y="3622702"/>
                <a:ext cx="223200" cy="2156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A948331-3035-E67C-392B-6CA5E61BEC6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226007" y="3604702"/>
                  <a:ext cx="2588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77D05EF-4892-815E-4B56-2DF28A5AD3C9}"/>
                    </a:ext>
                  </a:extLst>
                </p14:cNvPr>
                <p14:cNvContentPartPr/>
                <p14:nvPr/>
              </p14:nvContentPartPr>
              <p14:xfrm>
                <a:off x="6209807" y="4188982"/>
                <a:ext cx="196560" cy="2066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77D05EF-4892-815E-4B56-2DF28A5AD3C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191807" y="4171342"/>
                  <a:ext cx="2322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96AFC94-9CDB-6BC9-D2A2-8641F77E0768}"/>
                    </a:ext>
                  </a:extLst>
                </p14:cNvPr>
                <p14:cNvContentPartPr/>
                <p14:nvPr/>
              </p14:nvContentPartPr>
              <p14:xfrm>
                <a:off x="6358847" y="3349102"/>
                <a:ext cx="515880" cy="15120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96AFC94-9CDB-6BC9-D2A2-8641F77E076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341207" y="3331462"/>
                  <a:ext cx="551520" cy="154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0DC3E8C4-1AC1-F581-3D42-A4D105B141D5}"/>
                  </a:ext>
                </a:extLst>
              </p14:cNvPr>
              <p14:cNvContentPartPr/>
              <p14:nvPr/>
            </p14:nvContentPartPr>
            <p14:xfrm>
              <a:off x="5719487" y="6147742"/>
              <a:ext cx="265680" cy="5184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0DC3E8C4-1AC1-F581-3D42-A4D105B141D5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701487" y="6129742"/>
                <a:ext cx="301320" cy="8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0" name="Group 209">
            <a:extLst>
              <a:ext uri="{FF2B5EF4-FFF2-40B4-BE49-F238E27FC236}">
                <a16:creationId xmlns:a16="http://schemas.microsoft.com/office/drawing/2014/main" id="{81A7EDEA-8BE2-E961-A1BC-585D8829B010}"/>
              </a:ext>
            </a:extLst>
          </p:cNvPr>
          <p:cNvGrpSpPr/>
          <p:nvPr/>
        </p:nvGrpSpPr>
        <p:grpSpPr>
          <a:xfrm>
            <a:off x="614687" y="5378782"/>
            <a:ext cx="6220440" cy="1402560"/>
            <a:chOff x="614687" y="5378782"/>
            <a:chExt cx="6220440" cy="140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53CBECB-1F71-12CA-4DB0-CC5C226B96D7}"/>
                    </a:ext>
                  </a:extLst>
                </p14:cNvPr>
                <p14:cNvContentPartPr/>
                <p14:nvPr/>
              </p14:nvContentPartPr>
              <p14:xfrm>
                <a:off x="950927" y="5457622"/>
                <a:ext cx="285840" cy="2253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53CBECB-1F71-12CA-4DB0-CC5C226B96D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33287" y="5439622"/>
                  <a:ext cx="3214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AA05B11-ED2D-B7D1-8A0C-2CB0F948C1A5}"/>
                    </a:ext>
                  </a:extLst>
                </p14:cNvPr>
                <p14:cNvContentPartPr/>
                <p14:nvPr/>
              </p14:nvContentPartPr>
              <p14:xfrm>
                <a:off x="1345487" y="5545822"/>
                <a:ext cx="189000" cy="316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AA05B11-ED2D-B7D1-8A0C-2CB0F948C1A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327487" y="5528182"/>
                  <a:ext cx="2246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E781BA9-F40B-C9EF-A33C-5B9189F58432}"/>
                    </a:ext>
                  </a:extLst>
                </p14:cNvPr>
                <p14:cNvContentPartPr/>
                <p14:nvPr/>
              </p14:nvContentPartPr>
              <p14:xfrm>
                <a:off x="1405607" y="5474902"/>
                <a:ext cx="56160" cy="1926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E781BA9-F40B-C9EF-A33C-5B9189F5843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387607" y="5456902"/>
                  <a:ext cx="918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B92301A-1EFD-5613-C743-7ECA4D745BEC}"/>
                    </a:ext>
                  </a:extLst>
                </p14:cNvPr>
                <p14:cNvContentPartPr/>
                <p14:nvPr/>
              </p14:nvContentPartPr>
              <p14:xfrm>
                <a:off x="1584167" y="5421622"/>
                <a:ext cx="150840" cy="3312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B92301A-1EFD-5613-C743-7ECA4D745BE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566527" y="5403982"/>
                  <a:ext cx="1864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50DBAD5-0CE9-F5CF-EB2C-6F6C13184F1D}"/>
                    </a:ext>
                  </a:extLst>
                </p14:cNvPr>
                <p14:cNvContentPartPr/>
                <p14:nvPr/>
              </p14:nvContentPartPr>
              <p14:xfrm>
                <a:off x="1717007" y="5607742"/>
                <a:ext cx="191520" cy="5022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50DBAD5-0CE9-F5CF-EB2C-6F6C13184F1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699007" y="5589742"/>
                  <a:ext cx="22716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88A9534-D5AB-0C86-571E-5FD11ABFDC70}"/>
                    </a:ext>
                  </a:extLst>
                </p14:cNvPr>
                <p14:cNvContentPartPr/>
                <p14:nvPr/>
              </p14:nvContentPartPr>
              <p14:xfrm>
                <a:off x="2075927" y="5636542"/>
                <a:ext cx="165600" cy="576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88A9534-D5AB-0C86-571E-5FD11ABFDC7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057927" y="5618902"/>
                  <a:ext cx="2012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053BEBC-113B-F5E4-072D-B37434C3FAF1}"/>
                    </a:ext>
                  </a:extLst>
                </p14:cNvPr>
                <p14:cNvContentPartPr/>
                <p14:nvPr/>
              </p14:nvContentPartPr>
              <p14:xfrm>
                <a:off x="2135687" y="5559502"/>
                <a:ext cx="43200" cy="2502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053BEBC-113B-F5E4-072D-B37434C3FAF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117687" y="5541502"/>
                  <a:ext cx="788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B1E0C42-2909-6CC6-13F1-97AF563CEEBF}"/>
                    </a:ext>
                  </a:extLst>
                </p14:cNvPr>
                <p14:cNvContentPartPr/>
                <p14:nvPr/>
              </p14:nvContentPartPr>
              <p14:xfrm>
                <a:off x="2367167" y="5545462"/>
                <a:ext cx="283680" cy="1731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B1E0C42-2909-6CC6-13F1-97AF563CEEB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349167" y="5527462"/>
                  <a:ext cx="3193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EFCDE1B-3138-9C68-D152-87719D9A2214}"/>
                    </a:ext>
                  </a:extLst>
                </p14:cNvPr>
                <p14:cNvContentPartPr/>
                <p14:nvPr/>
              </p14:nvContentPartPr>
              <p14:xfrm>
                <a:off x="2848127" y="5551582"/>
                <a:ext cx="140400" cy="190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EFCDE1B-3138-9C68-D152-87719D9A221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830487" y="5533582"/>
                  <a:ext cx="176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3B2B207-EB69-92F4-7E9E-DA5F098C9421}"/>
                    </a:ext>
                  </a:extLst>
                </p14:cNvPr>
                <p14:cNvContentPartPr/>
                <p14:nvPr/>
              </p14:nvContentPartPr>
              <p14:xfrm>
                <a:off x="2840207" y="5632582"/>
                <a:ext cx="223920" cy="352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3B2B207-EB69-92F4-7E9E-DA5F098C942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822207" y="5614582"/>
                  <a:ext cx="259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398E672-E509-DB46-97AE-E4B41E8D51F8}"/>
                    </a:ext>
                  </a:extLst>
                </p14:cNvPr>
                <p14:cNvContentPartPr/>
                <p14:nvPr/>
              </p14:nvContentPartPr>
              <p14:xfrm>
                <a:off x="3186527" y="5378782"/>
                <a:ext cx="352800" cy="2948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398E672-E509-DB46-97AE-E4B41E8D51F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168887" y="5361142"/>
                  <a:ext cx="3884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64706A6-B4A1-BEE6-9114-F42859D3A329}"/>
                    </a:ext>
                  </a:extLst>
                </p14:cNvPr>
                <p14:cNvContentPartPr/>
                <p14:nvPr/>
              </p14:nvContentPartPr>
              <p14:xfrm>
                <a:off x="614687" y="6062062"/>
                <a:ext cx="221400" cy="3524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64706A6-B4A1-BEE6-9114-F42859D3A32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97047" y="6044422"/>
                  <a:ext cx="25704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336C0BD-5320-6B1B-E456-179E431C6FA2}"/>
                    </a:ext>
                  </a:extLst>
                </p14:cNvPr>
                <p14:cNvContentPartPr/>
                <p14:nvPr/>
              </p14:nvContentPartPr>
              <p14:xfrm>
                <a:off x="911327" y="6211822"/>
                <a:ext cx="284760" cy="1994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336C0BD-5320-6B1B-E456-179E431C6FA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93687" y="6193822"/>
                  <a:ext cx="3204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BBD6DE2-CB2C-71D9-D3A8-3EFA81F942AE}"/>
                    </a:ext>
                  </a:extLst>
                </p14:cNvPr>
                <p14:cNvContentPartPr/>
                <p14:nvPr/>
              </p14:nvContentPartPr>
              <p14:xfrm>
                <a:off x="1263407" y="6299662"/>
                <a:ext cx="206280" cy="266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BBD6DE2-CB2C-71D9-D3A8-3EFA81F942A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245407" y="6282022"/>
                  <a:ext cx="2419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7C0FDF0-361D-61EB-4FB1-12FCEDE60604}"/>
                    </a:ext>
                  </a:extLst>
                </p14:cNvPr>
                <p14:cNvContentPartPr/>
                <p14:nvPr/>
              </p14:nvContentPartPr>
              <p14:xfrm>
                <a:off x="1368527" y="6203902"/>
                <a:ext cx="25920" cy="2383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7C0FDF0-361D-61EB-4FB1-12FCEDE6060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350887" y="6186262"/>
                  <a:ext cx="615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65DBC33-02CA-9FE4-568B-5F62B04F7A07}"/>
                    </a:ext>
                  </a:extLst>
                </p14:cNvPr>
                <p14:cNvContentPartPr/>
                <p14:nvPr/>
              </p14:nvContentPartPr>
              <p14:xfrm>
                <a:off x="1574807" y="6114982"/>
                <a:ext cx="100800" cy="3765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65DBC33-02CA-9FE4-568B-5F62B04F7A0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557167" y="6096982"/>
                  <a:ext cx="13644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B6C237C-034F-6128-D7D4-7CE0564D7868}"/>
                    </a:ext>
                  </a:extLst>
                </p14:cNvPr>
                <p14:cNvContentPartPr/>
                <p14:nvPr/>
              </p14:nvContentPartPr>
              <p14:xfrm>
                <a:off x="1827887" y="6346102"/>
                <a:ext cx="139320" cy="4352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B6C237C-034F-6128-D7D4-7CE0564D786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809887" y="6328102"/>
                  <a:ext cx="17496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B1961C5-D945-E9CB-F463-9619EE96C7C8}"/>
                    </a:ext>
                  </a:extLst>
                </p14:cNvPr>
                <p14:cNvContentPartPr/>
                <p14:nvPr/>
              </p14:nvContentPartPr>
              <p14:xfrm>
                <a:off x="2221727" y="6391462"/>
                <a:ext cx="147960" cy="223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B1961C5-D945-E9CB-F463-9619EE96C7C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204087" y="6373822"/>
                  <a:ext cx="1836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DE3E4DC-0443-E164-B6E9-37A11037A794}"/>
                    </a:ext>
                  </a:extLst>
                </p14:cNvPr>
                <p14:cNvContentPartPr/>
                <p14:nvPr/>
              </p14:nvContentPartPr>
              <p14:xfrm>
                <a:off x="2276807" y="6335662"/>
                <a:ext cx="31680" cy="1976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DE3E4DC-0443-E164-B6E9-37A11037A79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259167" y="6318022"/>
                  <a:ext cx="673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041F2B7-9987-97EA-250F-B481AD24349F}"/>
                    </a:ext>
                  </a:extLst>
                </p14:cNvPr>
                <p14:cNvContentPartPr/>
                <p14:nvPr/>
              </p14:nvContentPartPr>
              <p14:xfrm>
                <a:off x="2417207" y="6235942"/>
                <a:ext cx="171000" cy="3135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041F2B7-9987-97EA-250F-B481AD24349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399567" y="6217942"/>
                  <a:ext cx="20664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4669BB2-7E42-1F44-EDEC-B55CF69F7421}"/>
                    </a:ext>
                  </a:extLst>
                </p14:cNvPr>
                <p14:cNvContentPartPr/>
                <p14:nvPr/>
              </p14:nvContentPartPr>
              <p14:xfrm>
                <a:off x="2660567" y="6341782"/>
                <a:ext cx="169560" cy="1677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4669BB2-7E42-1F44-EDEC-B55CF69F742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642927" y="6323782"/>
                  <a:ext cx="2052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5A0AE21-855A-A100-0F38-400481B6B358}"/>
                    </a:ext>
                  </a:extLst>
                </p14:cNvPr>
                <p14:cNvContentPartPr/>
                <p14:nvPr/>
              </p14:nvContentPartPr>
              <p14:xfrm>
                <a:off x="3049367" y="6321622"/>
                <a:ext cx="158400" cy="237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5A0AE21-855A-A100-0F38-400481B6B35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031367" y="6303622"/>
                  <a:ext cx="1940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F2B6506-6766-F12B-C604-A9B74EA85CEB}"/>
                    </a:ext>
                  </a:extLst>
                </p14:cNvPr>
                <p14:cNvContentPartPr/>
                <p14:nvPr/>
              </p14:nvContentPartPr>
              <p14:xfrm>
                <a:off x="3035327" y="6444382"/>
                <a:ext cx="158040" cy="244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F2B6506-6766-F12B-C604-A9B74EA85CE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017327" y="6426742"/>
                  <a:ext cx="193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4E1C295-3202-604E-3A68-97A4E5C976D6}"/>
                    </a:ext>
                  </a:extLst>
                </p14:cNvPr>
                <p14:cNvContentPartPr/>
                <p14:nvPr/>
              </p14:nvContentPartPr>
              <p14:xfrm>
                <a:off x="3463727" y="6244222"/>
                <a:ext cx="204840" cy="2102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4E1C295-3202-604E-3A68-97A4E5C976D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445727" y="6226582"/>
                  <a:ext cx="2404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1264392-A6F2-F87D-9E4A-AD277FF920AA}"/>
                    </a:ext>
                  </a:extLst>
                </p14:cNvPr>
                <p14:cNvContentPartPr/>
                <p14:nvPr/>
              </p14:nvContentPartPr>
              <p14:xfrm>
                <a:off x="3900767" y="6343942"/>
                <a:ext cx="107640" cy="176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1264392-A6F2-F87D-9E4A-AD277FF920A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882767" y="6325942"/>
                  <a:ext cx="1432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E084FC1-E498-6819-2D84-F99F191207AF}"/>
                    </a:ext>
                  </a:extLst>
                </p14:cNvPr>
                <p14:cNvContentPartPr/>
                <p14:nvPr/>
              </p14:nvContentPartPr>
              <p14:xfrm>
                <a:off x="3898607" y="6416662"/>
                <a:ext cx="138960" cy="615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E084FC1-E498-6819-2D84-F99F191207A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880607" y="6399022"/>
                  <a:ext cx="1746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8605C55-F550-B2CC-E6D3-C96A4D2011EA}"/>
                    </a:ext>
                  </a:extLst>
                </p14:cNvPr>
                <p14:cNvContentPartPr/>
                <p14:nvPr/>
              </p14:nvContentPartPr>
              <p14:xfrm>
                <a:off x="4008767" y="6158182"/>
                <a:ext cx="80280" cy="4561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8605C55-F550-B2CC-E6D3-C96A4D2011E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991127" y="6140182"/>
                  <a:ext cx="11592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CFD602F-7A94-F88D-19BB-450EC92819EB}"/>
                    </a:ext>
                  </a:extLst>
                </p14:cNvPr>
                <p14:cNvContentPartPr/>
                <p14:nvPr/>
              </p14:nvContentPartPr>
              <p14:xfrm>
                <a:off x="4391447" y="6276622"/>
                <a:ext cx="273960" cy="1717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CFD602F-7A94-F88D-19BB-450EC92819E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373447" y="6258622"/>
                  <a:ext cx="3096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7456D11-9897-1D98-6C04-F0FF058EC201}"/>
                    </a:ext>
                  </a:extLst>
                </p14:cNvPr>
                <p14:cNvContentPartPr/>
                <p14:nvPr/>
              </p14:nvContentPartPr>
              <p14:xfrm>
                <a:off x="4796087" y="6257182"/>
                <a:ext cx="126360" cy="511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7456D11-9897-1D98-6C04-F0FF058EC20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778087" y="6239182"/>
                  <a:ext cx="162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C530EDE-4E73-5B95-43E1-379F47E5D981}"/>
                    </a:ext>
                  </a:extLst>
                </p14:cNvPr>
                <p14:cNvContentPartPr/>
                <p14:nvPr/>
              </p14:nvContentPartPr>
              <p14:xfrm>
                <a:off x="4835327" y="6189862"/>
                <a:ext cx="53640" cy="2138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C530EDE-4E73-5B95-43E1-379F47E5D98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817327" y="6171862"/>
                  <a:ext cx="892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F355FDA-DB5C-B6E3-D20E-1BE9B557507E}"/>
                    </a:ext>
                  </a:extLst>
                </p14:cNvPr>
                <p14:cNvContentPartPr/>
                <p14:nvPr/>
              </p14:nvContentPartPr>
              <p14:xfrm>
                <a:off x="5017127" y="6116062"/>
                <a:ext cx="131040" cy="2869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F355FDA-DB5C-B6E3-D20E-1BE9B557507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999487" y="6098422"/>
                  <a:ext cx="1666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80F3E89-9E5C-ECBD-B82C-EEB34498774C}"/>
                    </a:ext>
                  </a:extLst>
                </p14:cNvPr>
                <p14:cNvContentPartPr/>
                <p14:nvPr/>
              </p14:nvContentPartPr>
              <p14:xfrm>
                <a:off x="5134847" y="6227302"/>
                <a:ext cx="178560" cy="4896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80F3E89-9E5C-ECBD-B82C-EEB34498774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117207" y="6209662"/>
                  <a:ext cx="21420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4A894C5-8DF4-CE29-FADC-EB4F402358E4}"/>
                    </a:ext>
                  </a:extLst>
                </p14:cNvPr>
                <p14:cNvContentPartPr/>
                <p14:nvPr/>
              </p14:nvContentPartPr>
              <p14:xfrm>
                <a:off x="5574047" y="6317662"/>
                <a:ext cx="145800" cy="338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4A894C5-8DF4-CE29-FADC-EB4F402358E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556047" y="6300022"/>
                  <a:ext cx="1814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0F2FBC2-8200-FDF2-1BCC-414CE6D10007}"/>
                    </a:ext>
                  </a:extLst>
                </p14:cNvPr>
                <p14:cNvContentPartPr/>
                <p14:nvPr/>
              </p14:nvContentPartPr>
              <p14:xfrm>
                <a:off x="5618687" y="6203902"/>
                <a:ext cx="78120" cy="2293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0F2FBC2-8200-FDF2-1BCC-414CE6D1000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600687" y="6186262"/>
                  <a:ext cx="1137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C09D567-21A2-6D44-4D4C-7B62EA887231}"/>
                    </a:ext>
                  </a:extLst>
                </p14:cNvPr>
                <p14:cNvContentPartPr/>
                <p14:nvPr/>
              </p14:nvContentPartPr>
              <p14:xfrm>
                <a:off x="5828567" y="6114262"/>
                <a:ext cx="96120" cy="1285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C09D567-21A2-6D44-4D4C-7B62EA88723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810567" y="6096262"/>
                  <a:ext cx="1317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DEE4CB1-E7B4-0E2B-89F6-3AB146AC650E}"/>
                    </a:ext>
                  </a:extLst>
                </p14:cNvPr>
                <p14:cNvContentPartPr/>
                <p14:nvPr/>
              </p14:nvContentPartPr>
              <p14:xfrm>
                <a:off x="5808047" y="6150982"/>
                <a:ext cx="265320" cy="2739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DEE4CB1-E7B4-0E2B-89F6-3AB146AC650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790047" y="6132982"/>
                  <a:ext cx="3009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52E2F0E-E9EE-330A-54B3-9D8432D10B3D}"/>
                    </a:ext>
                  </a:extLst>
                </p14:cNvPr>
                <p14:cNvContentPartPr/>
                <p14:nvPr/>
              </p14:nvContentPartPr>
              <p14:xfrm>
                <a:off x="6206927" y="6206422"/>
                <a:ext cx="115920" cy="442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52E2F0E-E9EE-330A-54B3-9D8432D10B3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189287" y="6188422"/>
                  <a:ext cx="1515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C664D37-5436-05AF-F7C0-051F7A8603C6}"/>
                    </a:ext>
                  </a:extLst>
                </p14:cNvPr>
                <p14:cNvContentPartPr/>
                <p14:nvPr/>
              </p14:nvContentPartPr>
              <p14:xfrm>
                <a:off x="6233207" y="6307942"/>
                <a:ext cx="225000" cy="277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C664D37-5436-05AF-F7C0-051F7A8603C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215567" y="6289942"/>
                  <a:ext cx="260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B198F11-19CD-E59A-8773-3CDC0D709CD9}"/>
                    </a:ext>
                  </a:extLst>
                </p14:cNvPr>
                <p14:cNvContentPartPr/>
                <p14:nvPr/>
              </p14:nvContentPartPr>
              <p14:xfrm>
                <a:off x="6519047" y="6047302"/>
                <a:ext cx="316080" cy="2944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B198F11-19CD-E59A-8773-3CDC0D709CD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501407" y="6029662"/>
                  <a:ext cx="3517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E75E88C-4E85-0F33-4124-CEE249E4E4BD}"/>
                    </a:ext>
                  </a:extLst>
                </p14:cNvPr>
                <p14:cNvContentPartPr/>
                <p14:nvPr/>
              </p14:nvContentPartPr>
              <p14:xfrm>
                <a:off x="829607" y="5823742"/>
                <a:ext cx="3565440" cy="2073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E75E88C-4E85-0F33-4124-CEE249E4E4B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11607" y="5805742"/>
                  <a:ext cx="3601080" cy="24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2683099E-26FE-FAD1-690D-F681556CD8B4}"/>
              </a:ext>
            </a:extLst>
          </p:cNvPr>
          <p:cNvGrpSpPr/>
          <p:nvPr/>
        </p:nvGrpSpPr>
        <p:grpSpPr>
          <a:xfrm>
            <a:off x="8567807" y="1133662"/>
            <a:ext cx="2560680" cy="602280"/>
            <a:chOff x="8567807" y="1133662"/>
            <a:chExt cx="2560680" cy="60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E205443-BEDA-71EF-4F32-A9B6B5BF7AF4}"/>
                    </a:ext>
                  </a:extLst>
                </p14:cNvPr>
                <p14:cNvContentPartPr/>
                <p14:nvPr/>
              </p14:nvContentPartPr>
              <p14:xfrm>
                <a:off x="8567807" y="1277662"/>
                <a:ext cx="282960" cy="2048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E205443-BEDA-71EF-4F32-A9B6B5BF7AF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549807" y="1260022"/>
                  <a:ext cx="3186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0F524B7-441D-9A58-AD99-0F351D3E31FA}"/>
                    </a:ext>
                  </a:extLst>
                </p14:cNvPr>
                <p14:cNvContentPartPr/>
                <p14:nvPr/>
              </p14:nvContentPartPr>
              <p14:xfrm>
                <a:off x="8934287" y="1326622"/>
                <a:ext cx="163440" cy="201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0F524B7-441D-9A58-AD99-0F351D3E31F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916647" y="1308622"/>
                  <a:ext cx="199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64124EF-62A7-4B21-6B99-086FC47D35A8}"/>
                    </a:ext>
                  </a:extLst>
                </p14:cNvPr>
                <p14:cNvContentPartPr/>
                <p14:nvPr/>
              </p14:nvContentPartPr>
              <p14:xfrm>
                <a:off x="9004127" y="1249942"/>
                <a:ext cx="40680" cy="2332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64124EF-62A7-4B21-6B99-086FC47D35A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986127" y="1231942"/>
                  <a:ext cx="763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929973D-4512-455B-A0E9-444DE6866F7E}"/>
                    </a:ext>
                  </a:extLst>
                </p14:cNvPr>
                <p14:cNvContentPartPr/>
                <p14:nvPr/>
              </p14:nvContentPartPr>
              <p14:xfrm>
                <a:off x="9186287" y="1192342"/>
                <a:ext cx="213120" cy="2253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929973D-4512-455B-A0E9-444DE6866F7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168287" y="1174702"/>
                  <a:ext cx="2487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94EB142-564E-EC84-E012-421D389D0F39}"/>
                    </a:ext>
                  </a:extLst>
                </p14:cNvPr>
                <p14:cNvContentPartPr/>
                <p14:nvPr/>
              </p14:nvContentPartPr>
              <p14:xfrm>
                <a:off x="9403727" y="1267942"/>
                <a:ext cx="182520" cy="4680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94EB142-564E-EC84-E012-421D389D0F3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385727" y="1249942"/>
                  <a:ext cx="21816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D8B364C-F333-72F9-6E50-17C7F7489B60}"/>
                    </a:ext>
                  </a:extLst>
                </p14:cNvPr>
                <p14:cNvContentPartPr/>
                <p14:nvPr/>
              </p14:nvContentPartPr>
              <p14:xfrm>
                <a:off x="9760127" y="1292422"/>
                <a:ext cx="142560" cy="363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D8B364C-F333-72F9-6E50-17C7F7489B6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742127" y="1274782"/>
                  <a:ext cx="1782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2385046-7470-D877-DE60-6DA89B6D94C3}"/>
                    </a:ext>
                  </a:extLst>
                </p14:cNvPr>
                <p14:cNvContentPartPr/>
                <p14:nvPr/>
              </p14:nvContentPartPr>
              <p14:xfrm>
                <a:off x="9826007" y="1216822"/>
                <a:ext cx="23760" cy="2203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2385046-7470-D877-DE60-6DA89B6D94C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808367" y="1198822"/>
                  <a:ext cx="594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33D2721-196A-6B14-5895-D0A17E71C53D}"/>
                    </a:ext>
                  </a:extLst>
                </p14:cNvPr>
                <p14:cNvContentPartPr/>
                <p14:nvPr/>
              </p14:nvContentPartPr>
              <p14:xfrm>
                <a:off x="9961727" y="1215022"/>
                <a:ext cx="266040" cy="1807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33D2721-196A-6B14-5895-D0A17E71C53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943727" y="1197382"/>
                  <a:ext cx="3016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FBE273C-1D3A-5BDD-7783-EEBE8484CACD}"/>
                    </a:ext>
                  </a:extLst>
                </p14:cNvPr>
                <p14:cNvContentPartPr/>
                <p14:nvPr/>
              </p14:nvContentPartPr>
              <p14:xfrm>
                <a:off x="10429007" y="1252462"/>
                <a:ext cx="151920" cy="108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FBE273C-1D3A-5BDD-7783-EEBE8484CAC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411007" y="1234462"/>
                  <a:ext cx="187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44B542C-6B0D-6543-78F9-07E47D62B3DC}"/>
                    </a:ext>
                  </a:extLst>
                </p14:cNvPr>
                <p14:cNvContentPartPr/>
                <p14:nvPr/>
              </p14:nvContentPartPr>
              <p14:xfrm>
                <a:off x="10404887" y="1317262"/>
                <a:ext cx="248760" cy="291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44B542C-6B0D-6543-78F9-07E47D62B3D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386887" y="1299622"/>
                  <a:ext cx="2844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4DCAE05-CBA4-54A5-1ADF-A8B8B5D90F5C}"/>
                    </a:ext>
                  </a:extLst>
                </p14:cNvPr>
                <p14:cNvContentPartPr/>
                <p14:nvPr/>
              </p14:nvContentPartPr>
              <p14:xfrm>
                <a:off x="10819967" y="1133662"/>
                <a:ext cx="308520" cy="2397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4DCAE05-CBA4-54A5-1ADF-A8B8B5D90F5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802327" y="1115662"/>
                  <a:ext cx="344160" cy="27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93F9AF2E-D960-5554-D0FA-8FF2E22E4C3C}"/>
              </a:ext>
            </a:extLst>
          </p:cNvPr>
          <p:cNvGrpSpPr/>
          <p:nvPr/>
        </p:nvGrpSpPr>
        <p:grpSpPr>
          <a:xfrm>
            <a:off x="8013047" y="3971182"/>
            <a:ext cx="4109040" cy="2941627"/>
            <a:chOff x="8013047" y="3971182"/>
            <a:chExt cx="4109040" cy="294162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1936EB9D-B5AC-2578-DC2E-F0E433DFED1D}"/>
                    </a:ext>
                  </a:extLst>
                </p14:cNvPr>
                <p14:cNvContentPartPr/>
                <p14:nvPr/>
              </p14:nvContentPartPr>
              <p14:xfrm>
                <a:off x="8299607" y="4294102"/>
                <a:ext cx="152640" cy="1994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1936EB9D-B5AC-2578-DC2E-F0E433DFED1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281607" y="4276102"/>
                  <a:ext cx="1882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4FE7C741-EAB8-0C18-4DCA-16869E37127B}"/>
                    </a:ext>
                  </a:extLst>
                </p14:cNvPr>
                <p14:cNvContentPartPr/>
                <p14:nvPr/>
              </p14:nvContentPartPr>
              <p14:xfrm>
                <a:off x="8315447" y="4299142"/>
                <a:ext cx="138600" cy="2606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4FE7C741-EAB8-0C18-4DCA-16869E37127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297447" y="4281502"/>
                  <a:ext cx="1742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3A052382-D750-360F-42B7-6839B0E2AA6D}"/>
                    </a:ext>
                  </a:extLst>
                </p14:cNvPr>
                <p14:cNvContentPartPr/>
                <p14:nvPr/>
              </p14:nvContentPartPr>
              <p14:xfrm>
                <a:off x="8573567" y="4322182"/>
                <a:ext cx="135720" cy="421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3A052382-D750-360F-42B7-6839B0E2AA6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555927" y="4304182"/>
                  <a:ext cx="1713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4A6B0CE6-C41C-014F-576C-F0D150B2E4FF}"/>
                    </a:ext>
                  </a:extLst>
                </p14:cNvPr>
                <p14:cNvContentPartPr/>
                <p14:nvPr/>
              </p14:nvContentPartPr>
              <p14:xfrm>
                <a:off x="8585447" y="4419022"/>
                <a:ext cx="151200" cy="252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4A6B0CE6-C41C-014F-576C-F0D150B2E4F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567807" y="4401022"/>
                  <a:ext cx="1868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C7F390F-648F-CB6D-B23D-FF7BD10AB1AB}"/>
                    </a:ext>
                  </a:extLst>
                </p14:cNvPr>
                <p14:cNvContentPartPr/>
                <p14:nvPr/>
              </p14:nvContentPartPr>
              <p14:xfrm>
                <a:off x="9050567" y="4057942"/>
                <a:ext cx="255960" cy="15238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C7F390F-648F-CB6D-B23D-FF7BD10AB1A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032567" y="4040302"/>
                  <a:ext cx="291600" cy="15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7B7C9D12-C5FC-1DC8-355B-5E5A08B7A9FC}"/>
                    </a:ext>
                  </a:extLst>
                </p14:cNvPr>
                <p14:cNvContentPartPr/>
                <p14:nvPr/>
              </p14:nvContentPartPr>
              <p14:xfrm>
                <a:off x="9435047" y="4267822"/>
                <a:ext cx="292680" cy="1843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7B7C9D12-C5FC-1DC8-355B-5E5A08B7A9F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417047" y="4249822"/>
                  <a:ext cx="3283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7FDD0B9A-57A5-2E98-F428-5D07B9E4843B}"/>
                    </a:ext>
                  </a:extLst>
                </p14:cNvPr>
                <p14:cNvContentPartPr/>
                <p14:nvPr/>
              </p14:nvContentPartPr>
              <p14:xfrm>
                <a:off x="9540527" y="4670662"/>
                <a:ext cx="138960" cy="2952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7FDD0B9A-57A5-2E98-F428-5D07B9E4843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522527" y="4653022"/>
                  <a:ext cx="1746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AF2BA08A-BA73-2988-5E82-88C472BEAF34}"/>
                    </a:ext>
                  </a:extLst>
                </p14:cNvPr>
                <p14:cNvContentPartPr/>
                <p14:nvPr/>
              </p14:nvContentPartPr>
              <p14:xfrm>
                <a:off x="9459527" y="5178622"/>
                <a:ext cx="300600" cy="1695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AF2BA08A-BA73-2988-5E82-88C472BEAF3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441887" y="5160622"/>
                  <a:ext cx="3362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CD27AF64-C7F0-DBEB-D5B7-12966EE385D5}"/>
                    </a:ext>
                  </a:extLst>
                </p14:cNvPr>
                <p14:cNvContentPartPr/>
                <p14:nvPr/>
              </p14:nvContentPartPr>
              <p14:xfrm>
                <a:off x="9836087" y="4149742"/>
                <a:ext cx="243720" cy="14997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CD27AF64-C7F0-DBEB-D5B7-12966EE385D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818087" y="4132102"/>
                  <a:ext cx="279360" cy="15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FFD47A02-201E-21B3-4B54-3E78F87D2379}"/>
                    </a:ext>
                  </a:extLst>
                </p14:cNvPr>
                <p14:cNvContentPartPr/>
                <p14:nvPr/>
              </p14:nvContentPartPr>
              <p14:xfrm>
                <a:off x="10376087" y="4660942"/>
                <a:ext cx="126720" cy="165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FFD47A02-201E-21B3-4B54-3E78F87D237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358447" y="4642942"/>
                  <a:ext cx="162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5471321B-7978-CA71-67A0-EB9700DFBC51}"/>
                    </a:ext>
                  </a:extLst>
                </p14:cNvPr>
                <p14:cNvContentPartPr/>
                <p14:nvPr/>
              </p14:nvContentPartPr>
              <p14:xfrm>
                <a:off x="10366007" y="4796302"/>
                <a:ext cx="165600" cy="450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5471321B-7978-CA71-67A0-EB9700DFBC5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348367" y="4778302"/>
                  <a:ext cx="2012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76B16D96-266B-5625-CEF9-467E2E02A036}"/>
                    </a:ext>
                  </a:extLst>
                </p14:cNvPr>
                <p14:cNvContentPartPr/>
                <p14:nvPr/>
              </p14:nvContentPartPr>
              <p14:xfrm>
                <a:off x="10755167" y="4030942"/>
                <a:ext cx="311400" cy="15285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76B16D96-266B-5625-CEF9-467E2E02A03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737167" y="4013302"/>
                  <a:ext cx="347040" cy="15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A9E96ED-4B51-3D31-5D1D-66D1F42B4B62}"/>
                    </a:ext>
                  </a:extLst>
                </p14:cNvPr>
                <p14:cNvContentPartPr/>
                <p14:nvPr/>
              </p14:nvContentPartPr>
              <p14:xfrm>
                <a:off x="10953527" y="4302382"/>
                <a:ext cx="123480" cy="273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A9E96ED-4B51-3D31-5D1D-66D1F42B4B6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935887" y="4284382"/>
                  <a:ext cx="1591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BD21CF99-21BB-8778-DBAD-49DF2FC7ACB6}"/>
                    </a:ext>
                  </a:extLst>
                </p14:cNvPr>
                <p14:cNvContentPartPr/>
                <p14:nvPr/>
              </p14:nvContentPartPr>
              <p14:xfrm>
                <a:off x="11133887" y="4206622"/>
                <a:ext cx="141840" cy="2484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BD21CF99-21BB-8778-DBAD-49DF2FC7ACB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116247" y="4188622"/>
                  <a:ext cx="1774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86B962C-C8D9-AAFD-6D87-083A4C899061}"/>
                    </a:ext>
                  </a:extLst>
                </p14:cNvPr>
                <p14:cNvContentPartPr/>
                <p14:nvPr/>
              </p14:nvContentPartPr>
              <p14:xfrm>
                <a:off x="11331887" y="4235062"/>
                <a:ext cx="99720" cy="2102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86B962C-C8D9-AAFD-6D87-083A4C89906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314247" y="4217062"/>
                  <a:ext cx="1353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F5CE9C52-A309-33A1-0BF7-2850CC3E1C4F}"/>
                    </a:ext>
                  </a:extLst>
                </p14:cNvPr>
                <p14:cNvContentPartPr/>
                <p14:nvPr/>
              </p14:nvContentPartPr>
              <p14:xfrm>
                <a:off x="11558687" y="4294822"/>
                <a:ext cx="127800" cy="324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F5CE9C52-A309-33A1-0BF7-2850CC3E1C4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540687" y="4276822"/>
                  <a:ext cx="1634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461A246B-2E2E-7FE3-87D8-DDDF34D30296}"/>
                    </a:ext>
                  </a:extLst>
                </p14:cNvPr>
                <p14:cNvContentPartPr/>
                <p14:nvPr/>
              </p14:nvContentPartPr>
              <p14:xfrm>
                <a:off x="11797727" y="4103662"/>
                <a:ext cx="83160" cy="2912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461A246B-2E2E-7FE3-87D8-DDDF34D3029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779727" y="4086022"/>
                  <a:ext cx="1188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74E5989-F0E6-8181-886A-D2C706F7E4AD}"/>
                    </a:ext>
                  </a:extLst>
                </p14:cNvPr>
                <p14:cNvContentPartPr/>
                <p14:nvPr/>
              </p14:nvContentPartPr>
              <p14:xfrm>
                <a:off x="11729327" y="4170262"/>
                <a:ext cx="301680" cy="561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74E5989-F0E6-8181-886A-D2C706F7E4A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711327" y="4152262"/>
                  <a:ext cx="337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9D93C280-863D-3377-07CA-18DE2649F433}"/>
                    </a:ext>
                  </a:extLst>
                </p14:cNvPr>
                <p14:cNvContentPartPr/>
                <p14:nvPr/>
              </p14:nvContentPartPr>
              <p14:xfrm>
                <a:off x="11136767" y="4713502"/>
                <a:ext cx="330480" cy="1616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9D93C280-863D-3377-07CA-18DE2649F43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118767" y="4695502"/>
                  <a:ext cx="3661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F3EFFFBD-A615-E37B-DCF7-FE607A515AEC}"/>
                    </a:ext>
                  </a:extLst>
                </p14:cNvPr>
                <p14:cNvContentPartPr/>
                <p14:nvPr/>
              </p14:nvContentPartPr>
              <p14:xfrm>
                <a:off x="11353127" y="5069902"/>
                <a:ext cx="131400" cy="2602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F3EFFFBD-A615-E37B-DCF7-FE607A515AE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335487" y="5052262"/>
                  <a:ext cx="1670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08B8309-3218-310B-894C-954CF65D326A}"/>
                    </a:ext>
                  </a:extLst>
                </p14:cNvPr>
                <p14:cNvContentPartPr/>
                <p14:nvPr/>
              </p14:nvContentPartPr>
              <p14:xfrm>
                <a:off x="11271047" y="5132182"/>
                <a:ext cx="292320" cy="788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08B8309-3218-310B-894C-954CF65D326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253407" y="5114182"/>
                  <a:ext cx="3279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6734CCD5-B7DF-6F38-05E1-644F9EAE6AF9}"/>
                    </a:ext>
                  </a:extLst>
                </p14:cNvPr>
                <p14:cNvContentPartPr/>
                <p14:nvPr/>
              </p14:nvContentPartPr>
              <p14:xfrm>
                <a:off x="11303087" y="3971182"/>
                <a:ext cx="819000" cy="164484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6734CCD5-B7DF-6F38-05E1-644F9EAE6AF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285447" y="3953542"/>
                  <a:ext cx="854640" cy="168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0E382732-B977-F3E9-A1C3-6B2A6A290AA5}"/>
                    </a:ext>
                  </a:extLst>
                </p14:cNvPr>
                <p14:cNvContentPartPr/>
                <p14:nvPr/>
              </p14:nvContentPartPr>
              <p14:xfrm>
                <a:off x="9939407" y="6124049"/>
                <a:ext cx="152640" cy="230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0E382732-B977-F3E9-A1C3-6B2A6A290AA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921407" y="6106049"/>
                  <a:ext cx="1882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A9A73019-C716-99AA-D5CB-D569A6E53B12}"/>
                    </a:ext>
                  </a:extLst>
                </p14:cNvPr>
                <p14:cNvContentPartPr/>
                <p14:nvPr/>
              </p14:nvContentPartPr>
              <p14:xfrm>
                <a:off x="10008167" y="6058889"/>
                <a:ext cx="26640" cy="1864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A9A73019-C716-99AA-D5CB-D569A6E53B1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990527" y="6041249"/>
                  <a:ext cx="622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053574C-045B-E962-42C4-93A7CD423595}"/>
                    </a:ext>
                  </a:extLst>
                </p14:cNvPr>
                <p14:cNvContentPartPr/>
                <p14:nvPr/>
              </p14:nvContentPartPr>
              <p14:xfrm>
                <a:off x="10304807" y="5928929"/>
                <a:ext cx="98640" cy="28512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053574C-045B-E962-42C4-93A7CD42359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287167" y="5911289"/>
                  <a:ext cx="1342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F849C3DF-8C39-2513-02CC-50ECFDA3D004}"/>
                    </a:ext>
                  </a:extLst>
                </p14:cNvPr>
                <p14:cNvContentPartPr/>
                <p14:nvPr/>
              </p14:nvContentPartPr>
              <p14:xfrm>
                <a:off x="10214087" y="5996969"/>
                <a:ext cx="176040" cy="702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F849C3DF-8C39-2513-02CC-50ECFDA3D00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196087" y="5979329"/>
                  <a:ext cx="2116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6C140D89-247A-54E0-1186-16482CF6966B}"/>
                    </a:ext>
                  </a:extLst>
                </p14:cNvPr>
                <p14:cNvContentPartPr/>
                <p14:nvPr/>
              </p14:nvContentPartPr>
              <p14:xfrm>
                <a:off x="10513607" y="5630129"/>
                <a:ext cx="269640" cy="11955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6C140D89-247A-54E0-1186-16482CF6966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495967" y="5612129"/>
                  <a:ext cx="305280" cy="12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1C9EFD37-9DDE-C0F2-EC80-3FD6EDE12C01}"/>
                    </a:ext>
                  </a:extLst>
                </p14:cNvPr>
                <p14:cNvContentPartPr/>
                <p14:nvPr/>
              </p14:nvContentPartPr>
              <p14:xfrm>
                <a:off x="11263487" y="5696009"/>
                <a:ext cx="373680" cy="121680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1C9EFD37-9DDE-C0F2-EC80-3FD6EDE12C0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245847" y="5678009"/>
                  <a:ext cx="409320" cy="12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5CE7C23F-61D0-F0DC-3E3D-E6411E025A3D}"/>
                    </a:ext>
                  </a:extLst>
                </p14:cNvPr>
                <p14:cNvContentPartPr/>
                <p14:nvPr/>
              </p14:nvContentPartPr>
              <p14:xfrm>
                <a:off x="8013047" y="6085102"/>
                <a:ext cx="117720" cy="118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5CE7C23F-61D0-F0DC-3E3D-E6411E025A3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995407" y="6067462"/>
                  <a:ext cx="1533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24895C09-20AA-BE6C-F48A-CB3067E9CD6B}"/>
                    </a:ext>
                  </a:extLst>
                </p14:cNvPr>
                <p14:cNvContentPartPr/>
                <p14:nvPr/>
              </p14:nvContentPartPr>
              <p14:xfrm>
                <a:off x="8024927" y="6166822"/>
                <a:ext cx="127800" cy="273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24895C09-20AA-BE6C-F48A-CB3067E9CD6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007287" y="6149182"/>
                  <a:ext cx="163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76B1C084-6CA8-10D8-8909-920C7A362C0B}"/>
                    </a:ext>
                  </a:extLst>
                </p14:cNvPr>
                <p14:cNvContentPartPr/>
                <p14:nvPr/>
              </p14:nvContentPartPr>
              <p14:xfrm>
                <a:off x="8347127" y="5937502"/>
                <a:ext cx="134280" cy="25092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76B1C084-6CA8-10D8-8909-920C7A362C0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329127" y="5919502"/>
                  <a:ext cx="1699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DFA63FD9-AF64-5CA3-0D6D-53E6DBDE19AF}"/>
                    </a:ext>
                  </a:extLst>
                </p14:cNvPr>
                <p14:cNvContentPartPr/>
                <p14:nvPr/>
              </p14:nvContentPartPr>
              <p14:xfrm>
                <a:off x="8592287" y="5637982"/>
                <a:ext cx="221040" cy="12373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DFA63FD9-AF64-5CA3-0D6D-53E6DBDE19A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574647" y="5620342"/>
                  <a:ext cx="256680" cy="12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CC27EE5-FA2E-66E4-A1CF-7411ED8BD4E9}"/>
                    </a:ext>
                  </a:extLst>
                </p14:cNvPr>
                <p14:cNvContentPartPr/>
                <p14:nvPr/>
              </p14:nvContentPartPr>
              <p14:xfrm>
                <a:off x="9221927" y="5660729"/>
                <a:ext cx="371160" cy="11944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CC27EE5-FA2E-66E4-A1CF-7411ED8BD4E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203927" y="5643089"/>
                  <a:ext cx="406800" cy="12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DDF30260-27D8-E974-2877-BF9EA4D2AEDA}"/>
                    </a:ext>
                  </a:extLst>
                </p14:cNvPr>
                <p14:cNvContentPartPr/>
                <p14:nvPr/>
              </p14:nvContentPartPr>
              <p14:xfrm>
                <a:off x="8812247" y="5850877"/>
                <a:ext cx="143640" cy="2304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DDF30260-27D8-E974-2877-BF9EA4D2AED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794607" y="5833237"/>
                  <a:ext cx="1792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285AEE8F-84FC-9055-4B22-41E660C3D7E1}"/>
                    </a:ext>
                  </a:extLst>
                </p14:cNvPr>
                <p14:cNvContentPartPr/>
                <p14:nvPr/>
              </p14:nvContentPartPr>
              <p14:xfrm>
                <a:off x="9012767" y="5760517"/>
                <a:ext cx="218880" cy="2052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285AEE8F-84FC-9055-4B22-41E660C3D7E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994767" y="5742517"/>
                  <a:ext cx="2545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ED73BF95-23F5-5C2E-36F1-BB6BD32242C6}"/>
                    </a:ext>
                  </a:extLst>
                </p14:cNvPr>
                <p14:cNvContentPartPr/>
                <p14:nvPr/>
              </p14:nvContentPartPr>
              <p14:xfrm>
                <a:off x="9064967" y="6134557"/>
                <a:ext cx="24480" cy="20484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ED73BF95-23F5-5C2E-36F1-BB6BD32242C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047327" y="6116917"/>
                  <a:ext cx="601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DA8039F2-A0D7-AF9C-E376-6CA1B808862C}"/>
                    </a:ext>
                  </a:extLst>
                </p14:cNvPr>
                <p14:cNvContentPartPr/>
                <p14:nvPr/>
              </p14:nvContentPartPr>
              <p14:xfrm>
                <a:off x="9021407" y="6565477"/>
                <a:ext cx="189360" cy="19728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DA8039F2-A0D7-AF9C-E376-6CA1B808862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003407" y="6547837"/>
                  <a:ext cx="2250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64F61AA7-EC85-C3AD-2F6D-F5B21DFD4A72}"/>
                    </a:ext>
                  </a:extLst>
                </p14:cNvPr>
                <p14:cNvContentPartPr/>
                <p14:nvPr/>
              </p14:nvContentPartPr>
              <p14:xfrm>
                <a:off x="10881167" y="5830717"/>
                <a:ext cx="175320" cy="273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64F61AA7-EC85-C3AD-2F6D-F5B21DFD4A7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863527" y="5812717"/>
                  <a:ext cx="2109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44114DD7-437C-704E-C2F5-AAC47F1E6476}"/>
                    </a:ext>
                  </a:extLst>
                </p14:cNvPr>
                <p14:cNvContentPartPr/>
                <p14:nvPr/>
              </p14:nvContentPartPr>
              <p14:xfrm>
                <a:off x="11123087" y="5720557"/>
                <a:ext cx="25560" cy="23652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44114DD7-437C-704E-C2F5-AAC47F1E647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105447" y="5702557"/>
                  <a:ext cx="612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CDF87F2D-B824-36B3-5F75-906B35750A82}"/>
                    </a:ext>
                  </a:extLst>
                </p14:cNvPr>
                <p14:cNvContentPartPr/>
                <p14:nvPr/>
              </p14:nvContentPartPr>
              <p14:xfrm>
                <a:off x="10961087" y="6173797"/>
                <a:ext cx="181440" cy="18324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CDF87F2D-B824-36B3-5F75-906B35750A8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943087" y="6156157"/>
                  <a:ext cx="2170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787639CA-560E-2E7E-82B1-0DCA1D6BE538}"/>
                    </a:ext>
                  </a:extLst>
                </p14:cNvPr>
                <p14:cNvContentPartPr/>
                <p14:nvPr/>
              </p14:nvContentPartPr>
              <p14:xfrm>
                <a:off x="10966127" y="6604357"/>
                <a:ext cx="48600" cy="17532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787639CA-560E-2E7E-82B1-0DCA1D6BE53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948127" y="6586357"/>
                  <a:ext cx="8424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C62366D9-2022-E10F-8BFF-09DC2C439DFE}"/>
              </a:ext>
            </a:extLst>
          </p:cNvPr>
          <p:cNvGrpSpPr/>
          <p:nvPr/>
        </p:nvGrpSpPr>
        <p:grpSpPr>
          <a:xfrm>
            <a:off x="9667247" y="6691117"/>
            <a:ext cx="366120" cy="159480"/>
            <a:chOff x="9667247" y="6691117"/>
            <a:chExt cx="366120" cy="15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EB16F08D-AC2C-122B-FDB2-146F5C182CB4}"/>
                    </a:ext>
                  </a:extLst>
                </p14:cNvPr>
                <p14:cNvContentPartPr/>
                <p14:nvPr/>
              </p14:nvContentPartPr>
              <p14:xfrm>
                <a:off x="9667247" y="6691117"/>
                <a:ext cx="215640" cy="11988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EB16F08D-AC2C-122B-FDB2-146F5C182CB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649247" y="6673477"/>
                  <a:ext cx="2512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4CE5CAD-4123-268B-5E11-8EF30C652B06}"/>
                    </a:ext>
                  </a:extLst>
                </p14:cNvPr>
                <p14:cNvContentPartPr/>
                <p14:nvPr/>
              </p14:nvContentPartPr>
              <p14:xfrm>
                <a:off x="9737087" y="6704077"/>
                <a:ext cx="296280" cy="14652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4CE5CAD-4123-268B-5E11-8EF30C652B0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719447" y="6686437"/>
                  <a:ext cx="331920" cy="18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31C188E3-D4EE-3229-89CD-8460D87EFA8F}"/>
                  </a:ext>
                </a:extLst>
              </p14:cNvPr>
              <p14:cNvContentPartPr/>
              <p14:nvPr/>
            </p14:nvContentPartPr>
            <p14:xfrm>
              <a:off x="10342607" y="2016517"/>
              <a:ext cx="360" cy="360"/>
            </p14:xfrm>
          </p:contentPart>
        </mc:Choice>
        <mc:Fallback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31C188E3-D4EE-3229-89CD-8460D87EFA8F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10324967" y="199851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32707794-2E4A-FCF4-54EC-45CC09D909CC}"/>
                  </a:ext>
                </a:extLst>
              </p14:cNvPr>
              <p14:cNvContentPartPr/>
              <p14:nvPr/>
            </p14:nvContentPartPr>
            <p14:xfrm>
              <a:off x="8491487" y="1932142"/>
              <a:ext cx="346320" cy="18900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32707794-2E4A-FCF4-54EC-45CC09D909CC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8473487" y="1914142"/>
                <a:ext cx="38196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FB030165-3A80-089D-D785-E02E4497BFBA}"/>
                  </a:ext>
                </a:extLst>
              </p14:cNvPr>
              <p14:cNvContentPartPr/>
              <p14:nvPr/>
            </p14:nvContentPartPr>
            <p14:xfrm>
              <a:off x="9047687" y="1961302"/>
              <a:ext cx="108360" cy="2376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FB030165-3A80-089D-D785-E02E4497BFBA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9029687" y="1943302"/>
                <a:ext cx="14400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998C08F2-414D-0F44-70A1-337960E3D518}"/>
                  </a:ext>
                </a:extLst>
              </p14:cNvPr>
              <p14:cNvContentPartPr/>
              <p14:nvPr/>
            </p14:nvContentPartPr>
            <p14:xfrm>
              <a:off x="9033647" y="2062102"/>
              <a:ext cx="213480" cy="2916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998C08F2-414D-0F44-70A1-337960E3D518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9015647" y="2044102"/>
                <a:ext cx="24912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1F72D273-5540-93A3-4C14-08E679047C3E}"/>
                  </a:ext>
                </a:extLst>
              </p14:cNvPr>
              <p14:cNvContentPartPr/>
              <p14:nvPr/>
            </p14:nvContentPartPr>
            <p14:xfrm>
              <a:off x="8242727" y="2586262"/>
              <a:ext cx="272880" cy="11304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1F72D273-5540-93A3-4C14-08E679047C3E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8225087" y="2568622"/>
                <a:ext cx="30852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D5EFB9DC-5C1B-FED6-1D8E-5D32B9303655}"/>
                  </a:ext>
                </a:extLst>
              </p14:cNvPr>
              <p14:cNvContentPartPr/>
              <p14:nvPr/>
            </p14:nvContentPartPr>
            <p14:xfrm>
              <a:off x="8344247" y="2719822"/>
              <a:ext cx="34200" cy="27612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D5EFB9DC-5C1B-FED6-1D8E-5D32B9303655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8326247" y="2702182"/>
                <a:ext cx="6984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ACEC03E0-8F2F-23D8-C24B-7FF52D43E4F2}"/>
                  </a:ext>
                </a:extLst>
              </p14:cNvPr>
              <p14:cNvContentPartPr/>
              <p14:nvPr/>
            </p14:nvContentPartPr>
            <p14:xfrm>
              <a:off x="8416967" y="2833222"/>
              <a:ext cx="166320" cy="16632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ACEC03E0-8F2F-23D8-C24B-7FF52D43E4F2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8399327" y="2815222"/>
                <a:ext cx="20196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201263A7-44E6-155C-2ADB-909CE683E5F7}"/>
                  </a:ext>
                </a:extLst>
              </p14:cNvPr>
              <p14:cNvContentPartPr/>
              <p14:nvPr/>
            </p14:nvContentPartPr>
            <p14:xfrm>
              <a:off x="8675807" y="2755822"/>
              <a:ext cx="31320" cy="25128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201263A7-44E6-155C-2ADB-909CE683E5F7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8657807" y="2738182"/>
                <a:ext cx="6696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ED66762C-3B66-FF41-3D43-060160E09C30}"/>
                  </a:ext>
                </a:extLst>
              </p14:cNvPr>
              <p14:cNvContentPartPr/>
              <p14:nvPr/>
            </p14:nvContentPartPr>
            <p14:xfrm>
              <a:off x="8682647" y="2811262"/>
              <a:ext cx="497160" cy="19224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ED66762C-3B66-FF41-3D43-060160E09C30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8664647" y="2793262"/>
                <a:ext cx="53280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0CFCE156-06D7-AD5E-F1DA-DF4EDA4A1FD1}"/>
                  </a:ext>
                </a:extLst>
              </p14:cNvPr>
              <p14:cNvContentPartPr/>
              <p14:nvPr/>
            </p14:nvContentPartPr>
            <p14:xfrm>
              <a:off x="9514607" y="2775982"/>
              <a:ext cx="193680" cy="54396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0CFCE156-06D7-AD5E-F1DA-DF4EDA4A1FD1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9496967" y="2757982"/>
                <a:ext cx="229320" cy="5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4535B4A3-2E43-6896-76A4-7E3DAF5C9F6E}"/>
                  </a:ext>
                </a:extLst>
              </p14:cNvPr>
              <p14:cNvContentPartPr/>
              <p14:nvPr/>
            </p14:nvContentPartPr>
            <p14:xfrm>
              <a:off x="9953447" y="2815942"/>
              <a:ext cx="98280" cy="2628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4535B4A3-2E43-6896-76A4-7E3DAF5C9F6E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9935447" y="2797942"/>
                <a:ext cx="13392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97B24A4B-A208-121B-99FD-2FCCE33FED0D}"/>
                  </a:ext>
                </a:extLst>
              </p14:cNvPr>
              <p14:cNvContentPartPr/>
              <p14:nvPr/>
            </p14:nvContentPartPr>
            <p14:xfrm>
              <a:off x="9961367" y="2893342"/>
              <a:ext cx="156960" cy="3132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97B24A4B-A208-121B-99FD-2FCCE33FED0D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9943367" y="2875342"/>
                <a:ext cx="19260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9F6535C3-E252-7957-709B-149B137237EA}"/>
                  </a:ext>
                </a:extLst>
              </p14:cNvPr>
              <p14:cNvContentPartPr/>
              <p14:nvPr/>
            </p14:nvContentPartPr>
            <p14:xfrm>
              <a:off x="8653847" y="3594622"/>
              <a:ext cx="246960" cy="19944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9F6535C3-E252-7957-709B-149B137237EA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8636207" y="3576622"/>
                <a:ext cx="2826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6FF1922C-6E9C-9B77-1730-565F04E5C1FB}"/>
                  </a:ext>
                </a:extLst>
              </p14:cNvPr>
              <p14:cNvContentPartPr/>
              <p14:nvPr/>
            </p14:nvContentPartPr>
            <p14:xfrm>
              <a:off x="9159647" y="3624142"/>
              <a:ext cx="116280" cy="1656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6FF1922C-6E9C-9B77-1730-565F04E5C1FB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9142007" y="3606502"/>
                <a:ext cx="15192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E150356B-72C9-C343-8A5F-64FDED516E4D}"/>
                  </a:ext>
                </a:extLst>
              </p14:cNvPr>
              <p14:cNvContentPartPr/>
              <p14:nvPr/>
            </p14:nvContentPartPr>
            <p14:xfrm>
              <a:off x="9156767" y="3718822"/>
              <a:ext cx="244800" cy="5148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E150356B-72C9-C343-8A5F-64FDED516E4D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9138767" y="3701182"/>
                <a:ext cx="28044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49914AD6-FBD9-2117-2AF5-9A9D376BC113}"/>
                  </a:ext>
                </a:extLst>
              </p14:cNvPr>
              <p14:cNvContentPartPr/>
              <p14:nvPr/>
            </p14:nvContentPartPr>
            <p14:xfrm>
              <a:off x="9880007" y="3629182"/>
              <a:ext cx="191880" cy="2448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49914AD6-FBD9-2117-2AF5-9A9D376BC113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9862007" y="3611542"/>
                <a:ext cx="22752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B54A0B28-D417-EE67-B42D-751A7DFDBC39}"/>
                  </a:ext>
                </a:extLst>
              </p14:cNvPr>
              <p14:cNvContentPartPr/>
              <p14:nvPr/>
            </p14:nvContentPartPr>
            <p14:xfrm>
              <a:off x="10210127" y="3465382"/>
              <a:ext cx="182160" cy="27720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B54A0B28-D417-EE67-B42D-751A7DFDBC39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10192487" y="3447742"/>
                <a:ext cx="21780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FD6A4180-DDEC-1D14-D5F4-720C964A118D}"/>
                  </a:ext>
                </a:extLst>
              </p14:cNvPr>
              <p14:cNvContentPartPr/>
              <p14:nvPr/>
            </p14:nvContentPartPr>
            <p14:xfrm>
              <a:off x="10450967" y="3522262"/>
              <a:ext cx="133200" cy="18648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FD6A4180-DDEC-1D14-D5F4-720C964A118D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10433327" y="3504262"/>
                <a:ext cx="16884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3D48677B-79B3-5F6E-323C-ED1F5FAFA5DE}"/>
                  </a:ext>
                </a:extLst>
              </p14:cNvPr>
              <p14:cNvContentPartPr/>
              <p14:nvPr/>
            </p14:nvContentPartPr>
            <p14:xfrm>
              <a:off x="9685247" y="1985782"/>
              <a:ext cx="189000" cy="3636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3D48677B-79B3-5F6E-323C-ED1F5FAFA5DE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9667607" y="1967782"/>
                <a:ext cx="2246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8F1714E9-247A-6920-DB3A-89EFEE8EB4EA}"/>
                  </a:ext>
                </a:extLst>
              </p14:cNvPr>
              <p14:cNvContentPartPr/>
              <p14:nvPr/>
            </p14:nvContentPartPr>
            <p14:xfrm>
              <a:off x="10002407" y="1827382"/>
              <a:ext cx="231840" cy="25956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8F1714E9-247A-6920-DB3A-89EFEE8EB4EA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9984767" y="1809382"/>
                <a:ext cx="26748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C1C1C942-3D21-F297-7284-B8497D9CC429}"/>
                  </a:ext>
                </a:extLst>
              </p14:cNvPr>
              <p14:cNvContentPartPr/>
              <p14:nvPr/>
            </p14:nvContentPartPr>
            <p14:xfrm>
              <a:off x="10265567" y="1917382"/>
              <a:ext cx="183600" cy="52488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C1C1C942-3D21-F297-7284-B8497D9CC429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10247567" y="1899382"/>
                <a:ext cx="219240" cy="56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28B4EF17-FE4E-E9BE-D108-389BDE167341}"/>
                  </a:ext>
                </a:extLst>
              </p14:cNvPr>
              <p14:cNvContentPartPr/>
              <p14:nvPr/>
            </p14:nvContentPartPr>
            <p14:xfrm>
              <a:off x="10650767" y="1998742"/>
              <a:ext cx="159840" cy="3564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28B4EF17-FE4E-E9BE-D108-389BDE167341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10633127" y="1981102"/>
                <a:ext cx="19548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21410CB9-B53E-E989-4E6F-8ADBF27BC5EE}"/>
                  </a:ext>
                </a:extLst>
              </p14:cNvPr>
              <p14:cNvContentPartPr/>
              <p14:nvPr/>
            </p14:nvContentPartPr>
            <p14:xfrm>
              <a:off x="10876487" y="1858342"/>
              <a:ext cx="389880" cy="19404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21410CB9-B53E-E989-4E6F-8ADBF27BC5EE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10858847" y="1840702"/>
                <a:ext cx="42552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BB950C90-F9AE-4FB7-6183-AE8E9DF9BF46}"/>
                  </a:ext>
                </a:extLst>
              </p14:cNvPr>
              <p14:cNvContentPartPr/>
              <p14:nvPr/>
            </p14:nvContentPartPr>
            <p14:xfrm>
              <a:off x="10826807" y="3578422"/>
              <a:ext cx="232200" cy="1764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BB950C90-F9AE-4FB7-6183-AE8E9DF9BF46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10809167" y="3560782"/>
                <a:ext cx="26784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B32D9A14-6F8E-7440-63EA-8916CD3287BF}"/>
                  </a:ext>
                </a:extLst>
              </p14:cNvPr>
              <p14:cNvContentPartPr/>
              <p14:nvPr/>
            </p14:nvContentPartPr>
            <p14:xfrm>
              <a:off x="11483807" y="3360262"/>
              <a:ext cx="111960" cy="31824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B32D9A14-6F8E-7440-63EA-8916CD3287BF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11466167" y="3342262"/>
                <a:ext cx="14760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6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4CC21F38-2F1A-B2AB-FCBC-C7A891264A3C}"/>
                  </a:ext>
                </a:extLst>
              </p14:cNvPr>
              <p14:cNvContentPartPr/>
              <p14:nvPr/>
            </p14:nvContentPartPr>
            <p14:xfrm>
              <a:off x="11275727" y="3434422"/>
              <a:ext cx="291240" cy="5040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4CC21F38-2F1A-B2AB-FCBC-C7A891264A3C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11258087" y="3416782"/>
                <a:ext cx="32688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CC4C68CC-84D9-B594-A089-E37F85B137CB}"/>
                  </a:ext>
                </a:extLst>
              </p14:cNvPr>
              <p14:cNvContentPartPr/>
              <p14:nvPr/>
            </p14:nvContentPartPr>
            <p14:xfrm>
              <a:off x="9385007" y="3229357"/>
              <a:ext cx="2880" cy="2880"/>
            </p14:xfrm>
          </p:contentPart>
        </mc:Choice>
        <mc:Fallback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CC4C68CC-84D9-B594-A089-E37F85B137CB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9367367" y="3211357"/>
                <a:ext cx="385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0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C02AD478-670E-F0C1-50A2-209B20F4D6F0}"/>
                  </a:ext>
                </a:extLst>
              </p14:cNvPr>
              <p14:cNvContentPartPr/>
              <p14:nvPr/>
            </p14:nvContentPartPr>
            <p14:xfrm>
              <a:off x="12242687" y="3219277"/>
              <a:ext cx="360" cy="360"/>
            </p14:xfrm>
          </p:contentPart>
        </mc:Choice>
        <mc:Fallback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C02AD478-670E-F0C1-50A2-209B20F4D6F0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12224687" y="320163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1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15333C30-6395-BF35-A4FD-0BEDA794BA9A}"/>
                  </a:ext>
                </a:extLst>
              </p14:cNvPr>
              <p14:cNvContentPartPr/>
              <p14:nvPr/>
            </p14:nvContentPartPr>
            <p14:xfrm>
              <a:off x="10320647" y="2690797"/>
              <a:ext cx="105120" cy="281880"/>
            </p14:xfrm>
          </p:contentPart>
        </mc:Choice>
        <mc:Fallback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15333C30-6395-BF35-A4FD-0BEDA794BA9A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10303007" y="2672797"/>
                <a:ext cx="140760" cy="31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0" name="Group 339">
            <a:extLst>
              <a:ext uri="{FF2B5EF4-FFF2-40B4-BE49-F238E27FC236}">
                <a16:creationId xmlns:a16="http://schemas.microsoft.com/office/drawing/2014/main" id="{2C5C887E-3D8E-D754-A97D-70D8989CED5F}"/>
              </a:ext>
            </a:extLst>
          </p:cNvPr>
          <p:cNvGrpSpPr/>
          <p:nvPr/>
        </p:nvGrpSpPr>
        <p:grpSpPr>
          <a:xfrm>
            <a:off x="10994567" y="2624197"/>
            <a:ext cx="823320" cy="405360"/>
            <a:chOff x="10994567" y="2624197"/>
            <a:chExt cx="823320" cy="40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DF0EA37-43ED-1262-BBC9-1F52B852DBC9}"/>
                    </a:ext>
                  </a:extLst>
                </p14:cNvPr>
                <p14:cNvContentPartPr/>
                <p14:nvPr/>
              </p14:nvContentPartPr>
              <p14:xfrm>
                <a:off x="10994567" y="2798662"/>
                <a:ext cx="208800" cy="1663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DF0EA37-43ED-1262-BBC9-1F52B852DBC9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976927" y="2781022"/>
                  <a:ext cx="2444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3F0026F0-5A91-CD1A-77B6-64409CB60E4F}"/>
                    </a:ext>
                  </a:extLst>
                </p14:cNvPr>
                <p14:cNvContentPartPr/>
                <p14:nvPr/>
              </p14:nvContentPartPr>
              <p14:xfrm>
                <a:off x="11337647" y="2812702"/>
                <a:ext cx="122040" cy="320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3F0026F0-5A91-CD1A-77B6-64409CB60E4F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1320007" y="2795062"/>
                  <a:ext cx="1576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049DA49-BD32-F00B-E77D-309BDBB5EA80}"/>
                    </a:ext>
                  </a:extLst>
                </p14:cNvPr>
                <p14:cNvContentPartPr/>
                <p14:nvPr/>
              </p14:nvContentPartPr>
              <p14:xfrm>
                <a:off x="11357087" y="2884702"/>
                <a:ext cx="157320" cy="295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049DA49-BD32-F00B-E77D-309BDBB5EA80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1339087" y="2866702"/>
                  <a:ext cx="1929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E1C3C49F-C279-5959-42D5-7BC1E24D34DD}"/>
                    </a:ext>
                  </a:extLst>
                </p14:cNvPr>
                <p14:cNvContentPartPr/>
                <p14:nvPr/>
              </p14:nvContentPartPr>
              <p14:xfrm>
                <a:off x="11651207" y="2624197"/>
                <a:ext cx="166680" cy="4053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E1C3C49F-C279-5959-42D5-7BC1E24D34DD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1633567" y="2606557"/>
                  <a:ext cx="20232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B81554FF-25C6-75F9-01B0-A31E6BDA81B9}"/>
                    </a:ext>
                  </a:extLst>
                </p14:cNvPr>
                <p14:cNvContentPartPr/>
                <p14:nvPr/>
              </p14:nvContentPartPr>
              <p14:xfrm>
                <a:off x="11535647" y="2796997"/>
                <a:ext cx="176040" cy="2088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B81554FF-25C6-75F9-01B0-A31E6BDA81B9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1517647" y="2778997"/>
                  <a:ext cx="21168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3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FAC87948-8D6C-F8B7-4D36-35C89A80259F}"/>
                  </a:ext>
                </a:extLst>
              </p14:cNvPr>
              <p14:cNvContentPartPr/>
              <p14:nvPr/>
            </p14:nvContentPartPr>
            <p14:xfrm>
              <a:off x="11705207" y="5609317"/>
              <a:ext cx="52200" cy="176040"/>
            </p14:xfrm>
          </p:contentPart>
        </mc:Choice>
        <mc:Fallback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FAC87948-8D6C-F8B7-4D36-35C89A80259F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11687207" y="5591317"/>
                <a:ext cx="87840" cy="21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1396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857CF781-2662-54D6-71D8-C090376E3AEC}"/>
              </a:ext>
            </a:extLst>
          </p:cNvPr>
          <p:cNvGrpSpPr/>
          <p:nvPr/>
        </p:nvGrpSpPr>
        <p:grpSpPr>
          <a:xfrm>
            <a:off x="2013287" y="2655022"/>
            <a:ext cx="263160" cy="199080"/>
            <a:chOff x="2013287" y="2655022"/>
            <a:chExt cx="26316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85E6AAB-4399-F136-0935-F3AA272BB655}"/>
                    </a:ext>
                  </a:extLst>
                </p14:cNvPr>
                <p14:cNvContentPartPr/>
                <p14:nvPr/>
              </p14:nvContentPartPr>
              <p14:xfrm>
                <a:off x="2013287" y="2655022"/>
                <a:ext cx="213480" cy="39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85E6AAB-4399-F136-0935-F3AA272BB65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95287" y="2637382"/>
                  <a:ext cx="2491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5201B54-2FC3-39C1-AB05-4ED04B720D17}"/>
                    </a:ext>
                  </a:extLst>
                </p14:cNvPr>
                <p14:cNvContentPartPr/>
                <p14:nvPr/>
              </p14:nvContentPartPr>
              <p14:xfrm>
                <a:off x="2017967" y="2787502"/>
                <a:ext cx="258480" cy="66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5201B54-2FC3-39C1-AB05-4ED04B720D1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00327" y="2769502"/>
                  <a:ext cx="294120" cy="10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1FE3304-B3FB-B398-08D1-F1B6C27A8719}"/>
                  </a:ext>
                </a:extLst>
              </p14:cNvPr>
              <p14:cNvContentPartPr/>
              <p14:nvPr/>
            </p14:nvContentPartPr>
            <p14:xfrm>
              <a:off x="3333767" y="2141662"/>
              <a:ext cx="359640" cy="18939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1FE3304-B3FB-B398-08D1-F1B6C27A871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15767" y="2124022"/>
                <a:ext cx="395280" cy="192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F15651DD-1A6E-F5B7-8F29-83EBACF1E95B}"/>
              </a:ext>
            </a:extLst>
          </p:cNvPr>
          <p:cNvGrpSpPr/>
          <p:nvPr/>
        </p:nvGrpSpPr>
        <p:grpSpPr>
          <a:xfrm>
            <a:off x="3728327" y="2097382"/>
            <a:ext cx="737280" cy="1664640"/>
            <a:chOff x="3728327" y="2097382"/>
            <a:chExt cx="737280" cy="166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FAA16BF-F918-AD2E-F1C9-F9D0B812ED55}"/>
                    </a:ext>
                  </a:extLst>
                </p14:cNvPr>
                <p14:cNvContentPartPr/>
                <p14:nvPr/>
              </p14:nvContentPartPr>
              <p14:xfrm>
                <a:off x="3728327" y="2477902"/>
                <a:ext cx="238680" cy="168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FAA16BF-F918-AD2E-F1C9-F9D0B812ED5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10687" y="2460262"/>
                  <a:ext cx="2743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E68F1D4-D299-79AE-8AD2-BAE87A05D1F0}"/>
                    </a:ext>
                  </a:extLst>
                </p14:cNvPr>
                <p14:cNvContentPartPr/>
                <p14:nvPr/>
              </p14:nvContentPartPr>
              <p14:xfrm>
                <a:off x="3812567" y="2937982"/>
                <a:ext cx="64800" cy="224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E68F1D4-D299-79AE-8AD2-BAE87A05D1F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94567" y="2920342"/>
                  <a:ext cx="1004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3625F8A-F8A9-E547-7576-5337372BD95F}"/>
                    </a:ext>
                  </a:extLst>
                </p14:cNvPr>
                <p14:cNvContentPartPr/>
                <p14:nvPr/>
              </p14:nvContentPartPr>
              <p14:xfrm>
                <a:off x="3751367" y="3519022"/>
                <a:ext cx="167760" cy="222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3625F8A-F8A9-E547-7576-5337372BD95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33727" y="3501382"/>
                  <a:ext cx="2034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F324A16-A80E-25EF-C0A2-A23BA043AB13}"/>
                    </a:ext>
                  </a:extLst>
                </p14:cNvPr>
                <p14:cNvContentPartPr/>
                <p14:nvPr/>
              </p14:nvContentPartPr>
              <p14:xfrm>
                <a:off x="4163207" y="2097382"/>
                <a:ext cx="302400" cy="1664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F324A16-A80E-25EF-C0A2-A23BA043AB1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45207" y="2079742"/>
                  <a:ext cx="338040" cy="170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A3CFCA1-4216-2002-A09B-85C0BC8782EE}"/>
              </a:ext>
            </a:extLst>
          </p:cNvPr>
          <p:cNvGrpSpPr/>
          <p:nvPr/>
        </p:nvGrpSpPr>
        <p:grpSpPr>
          <a:xfrm>
            <a:off x="5102807" y="2811622"/>
            <a:ext cx="247680" cy="321840"/>
            <a:chOff x="5102807" y="2811622"/>
            <a:chExt cx="247680" cy="32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5C3FF40-7B42-8F62-85AC-EF00F503FEA2}"/>
                    </a:ext>
                  </a:extLst>
                </p14:cNvPr>
                <p14:cNvContentPartPr/>
                <p14:nvPr/>
              </p14:nvContentPartPr>
              <p14:xfrm>
                <a:off x="5102807" y="2913502"/>
                <a:ext cx="247680" cy="45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5C3FF40-7B42-8F62-85AC-EF00F503FEA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84807" y="2895862"/>
                  <a:ext cx="2833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DE250D8-2FF6-D4EC-46D8-34CF029D4797}"/>
                    </a:ext>
                  </a:extLst>
                </p14:cNvPr>
                <p14:cNvContentPartPr/>
                <p14:nvPr/>
              </p14:nvContentPartPr>
              <p14:xfrm>
                <a:off x="5178407" y="2811622"/>
                <a:ext cx="20520" cy="321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DE250D8-2FF6-D4EC-46D8-34CF029D479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60407" y="2793622"/>
                  <a:ext cx="56160" cy="35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B286434-69F7-F83B-2076-AB707F1C9C34}"/>
                  </a:ext>
                </a:extLst>
              </p14:cNvPr>
              <p14:cNvContentPartPr/>
              <p14:nvPr/>
            </p14:nvContentPartPr>
            <p14:xfrm>
              <a:off x="4168607" y="1083622"/>
              <a:ext cx="360" cy="3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B286434-69F7-F83B-2076-AB707F1C9C3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150607" y="106562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A3CF1156-87B7-29DF-676D-E0A6E4627BD6}"/>
              </a:ext>
            </a:extLst>
          </p:cNvPr>
          <p:cNvGrpSpPr/>
          <p:nvPr/>
        </p:nvGrpSpPr>
        <p:grpSpPr>
          <a:xfrm>
            <a:off x="6298367" y="1964902"/>
            <a:ext cx="1386360" cy="2140920"/>
            <a:chOff x="6298367" y="1964902"/>
            <a:chExt cx="1386360" cy="214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11ACA5A-19B6-AD1E-2F05-F84EA9E531D7}"/>
                    </a:ext>
                  </a:extLst>
                </p14:cNvPr>
                <p14:cNvContentPartPr/>
                <p14:nvPr/>
              </p14:nvContentPartPr>
              <p14:xfrm>
                <a:off x="6298367" y="1964902"/>
                <a:ext cx="323280" cy="2075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11ACA5A-19B6-AD1E-2F05-F84EA9E531D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80367" y="1946902"/>
                  <a:ext cx="358920" cy="21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A7B7C3A-2C2E-0AD3-0821-730115F874DC}"/>
                    </a:ext>
                  </a:extLst>
                </p14:cNvPr>
                <p14:cNvContentPartPr/>
                <p14:nvPr/>
              </p14:nvContentPartPr>
              <p14:xfrm>
                <a:off x="6799847" y="2355862"/>
                <a:ext cx="170280" cy="9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A7B7C3A-2C2E-0AD3-0821-730115F874D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782207" y="2337862"/>
                  <a:ext cx="205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79FA307-F4B6-3C15-FACD-E7354BEEA9C4}"/>
                    </a:ext>
                  </a:extLst>
                </p14:cNvPr>
                <p14:cNvContentPartPr/>
                <p14:nvPr/>
              </p14:nvContentPartPr>
              <p14:xfrm>
                <a:off x="7019447" y="2246422"/>
                <a:ext cx="37440" cy="263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79FA307-F4B6-3C15-FACD-E7354BEEA9C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01447" y="2228422"/>
                  <a:ext cx="730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A367C2C-2729-CD60-E5E8-1465BC79C4A0}"/>
                    </a:ext>
                  </a:extLst>
                </p14:cNvPr>
                <p14:cNvContentPartPr/>
                <p14:nvPr/>
              </p14:nvContentPartPr>
              <p14:xfrm>
                <a:off x="6907127" y="2899102"/>
                <a:ext cx="203400" cy="208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A367C2C-2729-CD60-E5E8-1465BC79C4A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889127" y="2881462"/>
                  <a:ext cx="2390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52264DF-0031-A0DE-383D-8993E34CE622}"/>
                    </a:ext>
                  </a:extLst>
                </p14:cNvPr>
                <p14:cNvContentPartPr/>
                <p14:nvPr/>
              </p14:nvContentPartPr>
              <p14:xfrm>
                <a:off x="6810287" y="3530542"/>
                <a:ext cx="16920" cy="196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52264DF-0031-A0DE-383D-8993E34CE62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92647" y="3512902"/>
                  <a:ext cx="52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8E0A4A8-9879-3095-2A6E-7412B10C9CE4}"/>
                    </a:ext>
                  </a:extLst>
                </p14:cNvPr>
                <p14:cNvContentPartPr/>
                <p14:nvPr/>
              </p14:nvContentPartPr>
              <p14:xfrm>
                <a:off x="7214927" y="2079022"/>
                <a:ext cx="469800" cy="2026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8E0A4A8-9879-3095-2A6E-7412B10C9CE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196927" y="2061022"/>
                  <a:ext cx="505440" cy="206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42AB175-2126-E388-7618-72946493F365}"/>
                  </a:ext>
                </a:extLst>
              </p14:cNvPr>
              <p14:cNvContentPartPr/>
              <p14:nvPr/>
            </p14:nvContentPartPr>
            <p14:xfrm>
              <a:off x="3752807" y="3967222"/>
              <a:ext cx="419400" cy="1360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42AB175-2126-E388-7618-72946493F36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735167" y="3949582"/>
                <a:ext cx="4550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91BC6D9-2965-2593-66C0-B68FE009F3A7}"/>
                  </a:ext>
                </a:extLst>
              </p14:cNvPr>
              <p14:cNvContentPartPr/>
              <p14:nvPr/>
            </p14:nvContentPartPr>
            <p14:xfrm>
              <a:off x="6562607" y="4115902"/>
              <a:ext cx="250560" cy="1195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91BC6D9-2965-2593-66C0-B68FE009F3A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544607" y="4098262"/>
                <a:ext cx="28620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53224CAF-0F1C-4DF3-7868-943F36CF88AC}"/>
                  </a:ext>
                </a:extLst>
              </p14:cNvPr>
              <p14:cNvContentPartPr/>
              <p14:nvPr/>
            </p14:nvContentPartPr>
            <p14:xfrm>
              <a:off x="2712047" y="2757982"/>
              <a:ext cx="230400" cy="2779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53224CAF-0F1C-4DF3-7868-943F36CF88A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694407" y="2739982"/>
                <a:ext cx="266040" cy="31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CB2C845A-C88E-1C2D-C29E-0F3EF00562AC}"/>
              </a:ext>
            </a:extLst>
          </p:cNvPr>
          <p:cNvGrpSpPr/>
          <p:nvPr/>
        </p:nvGrpSpPr>
        <p:grpSpPr>
          <a:xfrm>
            <a:off x="5939807" y="2511382"/>
            <a:ext cx="267840" cy="486720"/>
            <a:chOff x="5939807" y="2511382"/>
            <a:chExt cx="267840" cy="48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8E9475A-2EB1-39E0-51DC-762A1673D3D4}"/>
                    </a:ext>
                  </a:extLst>
                </p14:cNvPr>
                <p14:cNvContentPartPr/>
                <p14:nvPr/>
              </p14:nvContentPartPr>
              <p14:xfrm>
                <a:off x="5982647" y="2511382"/>
                <a:ext cx="225000" cy="486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8E9475A-2EB1-39E0-51DC-762A1673D3D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65007" y="2493382"/>
                  <a:ext cx="26064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C2DA3CF-4F10-D130-5423-2858FE35F6BD}"/>
                    </a:ext>
                  </a:extLst>
                </p14:cNvPr>
                <p14:cNvContentPartPr/>
                <p14:nvPr/>
              </p14:nvContentPartPr>
              <p14:xfrm>
                <a:off x="5939807" y="2726302"/>
                <a:ext cx="187920" cy="79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C2DA3CF-4F10-D130-5423-2858FE35F6B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922167" y="2708302"/>
                  <a:ext cx="22356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27080EA-0815-F54B-C5B0-4EF6C8BC75BB}"/>
              </a:ext>
            </a:extLst>
          </p:cNvPr>
          <p:cNvGrpSpPr/>
          <p:nvPr/>
        </p:nvGrpSpPr>
        <p:grpSpPr>
          <a:xfrm>
            <a:off x="5041607" y="4764982"/>
            <a:ext cx="646560" cy="1708200"/>
            <a:chOff x="5041607" y="4764982"/>
            <a:chExt cx="646560" cy="170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4361EBF-07EB-D2C3-4B4F-D2AB9D765459}"/>
                    </a:ext>
                  </a:extLst>
                </p14:cNvPr>
                <p14:cNvContentPartPr/>
                <p14:nvPr/>
              </p14:nvContentPartPr>
              <p14:xfrm>
                <a:off x="5041607" y="4764982"/>
                <a:ext cx="253440" cy="1708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4361EBF-07EB-D2C3-4B4F-D2AB9D76545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023607" y="4747342"/>
                  <a:ext cx="289080" cy="174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35B4B60-66EE-BC47-126D-CBC0384FE0F6}"/>
                    </a:ext>
                  </a:extLst>
                </p14:cNvPr>
                <p14:cNvContentPartPr/>
                <p14:nvPr/>
              </p14:nvContentPartPr>
              <p14:xfrm>
                <a:off x="5374607" y="5111662"/>
                <a:ext cx="167400" cy="19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35B4B60-66EE-BC47-126D-CBC0384FE0F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356967" y="5093662"/>
                  <a:ext cx="2030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479D3F2-016E-A4EF-714E-95619A3516CE}"/>
                    </a:ext>
                  </a:extLst>
                </p14:cNvPr>
                <p14:cNvContentPartPr/>
                <p14:nvPr/>
              </p14:nvContentPartPr>
              <p14:xfrm>
                <a:off x="5645687" y="4961902"/>
                <a:ext cx="31320" cy="256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479D3F2-016E-A4EF-714E-95619A3516C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628047" y="4944262"/>
                  <a:ext cx="669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191D474-524A-AABA-D431-C6B1C42BCD5A}"/>
                    </a:ext>
                  </a:extLst>
                </p14:cNvPr>
                <p14:cNvContentPartPr/>
                <p14:nvPr/>
              </p14:nvContentPartPr>
              <p14:xfrm>
                <a:off x="5567927" y="5556262"/>
                <a:ext cx="120240" cy="154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191D474-524A-AABA-D431-C6B1C42BCD5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549927" y="5538622"/>
                  <a:ext cx="1558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3E129CB-2EBE-EB62-30AE-4337C4DDAF8D}"/>
                    </a:ext>
                  </a:extLst>
                </p14:cNvPr>
                <p14:cNvContentPartPr/>
                <p14:nvPr/>
              </p14:nvContentPartPr>
              <p14:xfrm>
                <a:off x="5601767" y="5986822"/>
                <a:ext cx="21240" cy="169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3E129CB-2EBE-EB62-30AE-4337C4DDAF8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584127" y="5968822"/>
                  <a:ext cx="56880" cy="20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76640B03-95A1-3736-8FF4-BD648D54C745}"/>
                  </a:ext>
                </a:extLst>
              </p14:cNvPr>
              <p14:cNvContentPartPr/>
              <p14:nvPr/>
            </p14:nvContentPartPr>
            <p14:xfrm>
              <a:off x="5954927" y="4858942"/>
              <a:ext cx="217800" cy="15231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76640B03-95A1-3736-8FF4-BD648D54C74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937287" y="4840942"/>
                <a:ext cx="253440" cy="155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9DCC645-75F2-A5FD-420D-019B15B955CB}"/>
              </a:ext>
            </a:extLst>
          </p:cNvPr>
          <p:cNvGrpSpPr/>
          <p:nvPr/>
        </p:nvGrpSpPr>
        <p:grpSpPr>
          <a:xfrm>
            <a:off x="157127" y="5148742"/>
            <a:ext cx="726480" cy="404280"/>
            <a:chOff x="157127" y="5148742"/>
            <a:chExt cx="726480" cy="40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DF7B3EC-5141-14CD-7ACD-AC2348E114C6}"/>
                    </a:ext>
                  </a:extLst>
                </p14:cNvPr>
                <p14:cNvContentPartPr/>
                <p14:nvPr/>
              </p14:nvContentPartPr>
              <p14:xfrm>
                <a:off x="157127" y="5243422"/>
                <a:ext cx="93600" cy="309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DF7B3EC-5141-14CD-7ACD-AC2348E114C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9487" y="5225782"/>
                  <a:ext cx="12924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D5F6473-764A-0A85-1447-FB93C59115AA}"/>
                    </a:ext>
                  </a:extLst>
                </p14:cNvPr>
                <p14:cNvContentPartPr/>
                <p14:nvPr/>
              </p14:nvContentPartPr>
              <p14:xfrm>
                <a:off x="160727" y="5257102"/>
                <a:ext cx="193320" cy="237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D5F6473-764A-0A85-1447-FB93C59115A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43087" y="5239462"/>
                  <a:ext cx="2289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55B4751-E8B1-CA2E-E702-4F7830D7BD19}"/>
                    </a:ext>
                  </a:extLst>
                </p14:cNvPr>
                <p14:cNvContentPartPr/>
                <p14:nvPr/>
              </p14:nvContentPartPr>
              <p14:xfrm>
                <a:off x="359807" y="5195182"/>
                <a:ext cx="41040" cy="289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55B4751-E8B1-CA2E-E702-4F7830D7BD1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41807" y="5177182"/>
                  <a:ext cx="766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F4F3C33-FF21-A1B4-F59F-E3D1C6EBFCA9}"/>
                    </a:ext>
                  </a:extLst>
                </p14:cNvPr>
                <p14:cNvContentPartPr/>
                <p14:nvPr/>
              </p14:nvContentPartPr>
              <p14:xfrm>
                <a:off x="450887" y="5321542"/>
                <a:ext cx="192600" cy="155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F4F3C33-FF21-A1B4-F59F-E3D1C6EBFCA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33247" y="5303542"/>
                  <a:ext cx="2282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6F577BD-BCFE-1FED-CFBE-0068A07F6DE9}"/>
                    </a:ext>
                  </a:extLst>
                </p14:cNvPr>
                <p14:cNvContentPartPr/>
                <p14:nvPr/>
              </p14:nvContentPartPr>
              <p14:xfrm>
                <a:off x="683087" y="5148742"/>
                <a:ext cx="200520" cy="343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6F577BD-BCFE-1FED-CFBE-0068A07F6DE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65447" y="5131102"/>
                  <a:ext cx="236160" cy="37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160A2C13-AD4D-C9CC-D5B0-433FD5BF9F1D}"/>
                  </a:ext>
                </a:extLst>
              </p14:cNvPr>
              <p14:cNvContentPartPr/>
              <p14:nvPr/>
            </p14:nvContentPartPr>
            <p14:xfrm>
              <a:off x="6205487" y="4388782"/>
              <a:ext cx="495720" cy="24256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160A2C13-AD4D-C9CC-D5B0-433FD5BF9F1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187487" y="4371142"/>
                <a:ext cx="531360" cy="246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FEF12F3-DACA-0A30-369E-8522478912A6}"/>
              </a:ext>
            </a:extLst>
          </p:cNvPr>
          <p:cNvGrpSpPr/>
          <p:nvPr/>
        </p:nvGrpSpPr>
        <p:grpSpPr>
          <a:xfrm>
            <a:off x="1218047" y="4550782"/>
            <a:ext cx="3307320" cy="2137680"/>
            <a:chOff x="1218047" y="4550782"/>
            <a:chExt cx="3307320" cy="213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AA258FC-6882-DEB9-54B0-FE9AED02F9BF}"/>
                    </a:ext>
                  </a:extLst>
                </p14:cNvPr>
                <p14:cNvContentPartPr/>
                <p14:nvPr/>
              </p14:nvContentPartPr>
              <p14:xfrm>
                <a:off x="3331247" y="4831582"/>
                <a:ext cx="274320" cy="1526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AA258FC-6882-DEB9-54B0-FE9AED02F9B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313247" y="4813942"/>
                  <a:ext cx="309960" cy="15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5C57617-7B32-906E-605F-BB04E8563B58}"/>
                    </a:ext>
                  </a:extLst>
                </p14:cNvPr>
                <p14:cNvContentPartPr/>
                <p14:nvPr/>
              </p14:nvContentPartPr>
              <p14:xfrm>
                <a:off x="3876287" y="5011942"/>
                <a:ext cx="195840" cy="201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5C57617-7B32-906E-605F-BB04E8563B5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858287" y="4993942"/>
                  <a:ext cx="2314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823B8E9-9F73-D371-DB01-92F214B2EEE0}"/>
                    </a:ext>
                  </a:extLst>
                </p14:cNvPr>
                <p14:cNvContentPartPr/>
                <p14:nvPr/>
              </p14:nvContentPartPr>
              <p14:xfrm>
                <a:off x="3912287" y="5511982"/>
                <a:ext cx="45000" cy="194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823B8E9-9F73-D371-DB01-92F214B2EEE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894647" y="5494342"/>
                  <a:ext cx="806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8FE243E-88D9-192D-B9F9-DE37387C748A}"/>
                    </a:ext>
                  </a:extLst>
                </p14:cNvPr>
                <p14:cNvContentPartPr/>
                <p14:nvPr/>
              </p14:nvContentPartPr>
              <p14:xfrm>
                <a:off x="3857567" y="6021022"/>
                <a:ext cx="113760" cy="161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8FE243E-88D9-192D-B9F9-DE37387C748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839927" y="6003022"/>
                  <a:ext cx="1494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5FBC737-7B49-0FDB-8179-941C477C30EE}"/>
                    </a:ext>
                  </a:extLst>
                </p14:cNvPr>
                <p14:cNvContentPartPr/>
                <p14:nvPr/>
              </p14:nvContentPartPr>
              <p14:xfrm>
                <a:off x="4239887" y="4704142"/>
                <a:ext cx="285480" cy="1626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5FBC737-7B49-0FDB-8179-941C477C30E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221887" y="4686502"/>
                  <a:ext cx="321120" cy="166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86F72D1-B64F-CED2-F3DF-0D1991B2B97A}"/>
                    </a:ext>
                  </a:extLst>
                </p14:cNvPr>
                <p14:cNvContentPartPr/>
                <p14:nvPr/>
              </p14:nvContentPartPr>
              <p14:xfrm>
                <a:off x="1218047" y="5295622"/>
                <a:ext cx="89640" cy="257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86F72D1-B64F-CED2-F3DF-0D1991B2B97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200047" y="5277982"/>
                  <a:ext cx="1252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8039A12-9CB8-321A-42A4-522870CB1026}"/>
                    </a:ext>
                  </a:extLst>
                </p14:cNvPr>
                <p14:cNvContentPartPr/>
                <p14:nvPr/>
              </p14:nvContentPartPr>
              <p14:xfrm>
                <a:off x="1375727" y="5323342"/>
                <a:ext cx="106200" cy="558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8039A12-9CB8-321A-42A4-522870CB102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357727" y="5305342"/>
                  <a:ext cx="141840" cy="5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2B59D98-7D0E-2975-62F0-2ED300765A77}"/>
                    </a:ext>
                  </a:extLst>
                </p14:cNvPr>
                <p14:cNvContentPartPr/>
                <p14:nvPr/>
              </p14:nvContentPartPr>
              <p14:xfrm>
                <a:off x="1399127" y="5332702"/>
                <a:ext cx="165960" cy="1468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2B59D98-7D0E-2975-62F0-2ED300765A7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381127" y="5314702"/>
                  <a:ext cx="2016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DDE75D7-6E08-9661-7744-219C017D9C38}"/>
                    </a:ext>
                  </a:extLst>
                </p14:cNvPr>
                <p14:cNvContentPartPr/>
                <p14:nvPr/>
              </p14:nvContentPartPr>
              <p14:xfrm>
                <a:off x="1645367" y="5269702"/>
                <a:ext cx="146520" cy="200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DDE75D7-6E08-9661-7744-219C017D9C3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627367" y="5252062"/>
                  <a:ext cx="1821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1FE7A39-E020-F85D-2FF2-09C337608E3C}"/>
                    </a:ext>
                  </a:extLst>
                </p14:cNvPr>
                <p14:cNvContentPartPr/>
                <p14:nvPr/>
              </p14:nvContentPartPr>
              <p14:xfrm>
                <a:off x="1807727" y="5265382"/>
                <a:ext cx="258480" cy="207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1FE7A39-E020-F85D-2FF2-09C337608E3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789727" y="5247742"/>
                  <a:ext cx="294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69A7039-44BB-28E5-5C3F-9DCDD1C9680E}"/>
                    </a:ext>
                  </a:extLst>
                </p14:cNvPr>
                <p14:cNvContentPartPr/>
                <p14:nvPr/>
              </p14:nvContentPartPr>
              <p14:xfrm>
                <a:off x="2206247" y="5349982"/>
                <a:ext cx="76320" cy="11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69A7039-44BB-28E5-5C3F-9DCDD1C9680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188607" y="5331982"/>
                  <a:ext cx="1119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6F243F2-B9B1-2B99-E2EC-1CFAAF833924}"/>
                    </a:ext>
                  </a:extLst>
                </p14:cNvPr>
                <p14:cNvContentPartPr/>
                <p14:nvPr/>
              </p14:nvContentPartPr>
              <p14:xfrm>
                <a:off x="2200847" y="5427742"/>
                <a:ext cx="153000" cy="43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6F243F2-B9B1-2B99-E2EC-1CFAAF83392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183207" y="5410102"/>
                  <a:ext cx="1886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E4998F4-8FCE-1460-A60C-56A03FA00DA1}"/>
                    </a:ext>
                  </a:extLst>
                </p14:cNvPr>
                <p14:cNvContentPartPr/>
                <p14:nvPr/>
              </p14:nvContentPartPr>
              <p14:xfrm>
                <a:off x="2460767" y="5274022"/>
                <a:ext cx="130320" cy="288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E4998F4-8FCE-1460-A60C-56A03FA00DA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443127" y="5256022"/>
                  <a:ext cx="1659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33234CD-76FF-ED1F-660D-41D282BEF6B1}"/>
                    </a:ext>
                  </a:extLst>
                </p14:cNvPr>
                <p14:cNvContentPartPr/>
                <p14:nvPr/>
              </p14:nvContentPartPr>
              <p14:xfrm>
                <a:off x="2549687" y="5374102"/>
                <a:ext cx="113760" cy="568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33234CD-76FF-ED1F-660D-41D282BEF6B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531687" y="5356102"/>
                  <a:ext cx="14940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848EAE9-7E6A-4A6A-F881-86F6808562EE}"/>
                    </a:ext>
                  </a:extLst>
                </p14:cNvPr>
                <p14:cNvContentPartPr/>
                <p14:nvPr/>
              </p14:nvContentPartPr>
              <p14:xfrm>
                <a:off x="2548247" y="5417302"/>
                <a:ext cx="199080" cy="142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848EAE9-7E6A-4A6A-F881-86F6808562E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530607" y="5399662"/>
                  <a:ext cx="2347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9063781-83EE-C409-DE0F-49F885F5A291}"/>
                    </a:ext>
                  </a:extLst>
                </p14:cNvPr>
                <p14:cNvContentPartPr/>
                <p14:nvPr/>
              </p14:nvContentPartPr>
              <p14:xfrm>
                <a:off x="2767847" y="5404342"/>
                <a:ext cx="109080" cy="1580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9063781-83EE-C409-DE0F-49F885F5A29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749847" y="5386702"/>
                  <a:ext cx="1447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2B3EC02-ED2E-35C8-F17A-4D3B13401573}"/>
                    </a:ext>
                  </a:extLst>
                </p14:cNvPr>
                <p14:cNvContentPartPr/>
                <p14:nvPr/>
              </p14:nvContentPartPr>
              <p14:xfrm>
                <a:off x="2953247" y="5407222"/>
                <a:ext cx="189000" cy="166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2B3EC02-ED2E-35C8-F17A-4D3B1340157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935607" y="5389222"/>
                  <a:ext cx="2246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E724555-2B56-E365-7A30-48214329558A}"/>
                    </a:ext>
                  </a:extLst>
                </p14:cNvPr>
                <p14:cNvContentPartPr/>
                <p14:nvPr/>
              </p14:nvContentPartPr>
              <p14:xfrm>
                <a:off x="3034967" y="4550782"/>
                <a:ext cx="471240" cy="2137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E724555-2B56-E365-7A30-48214329558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016967" y="4532782"/>
                  <a:ext cx="506880" cy="21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2FDEB42-612C-ACF5-2E38-6C7551B1D0EC}"/>
                    </a:ext>
                  </a:extLst>
                </p14:cNvPr>
                <p14:cNvContentPartPr/>
                <p14:nvPr/>
              </p14:nvContentPartPr>
              <p14:xfrm>
                <a:off x="3779087" y="5916262"/>
                <a:ext cx="7200" cy="13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2FDEB42-612C-ACF5-2E38-6C7551B1D0E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761447" y="5898622"/>
                  <a:ext cx="42840" cy="4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5F272A39-07A6-9730-9D34-0519D79054EE}"/>
                  </a:ext>
                </a:extLst>
              </p14:cNvPr>
              <p14:cNvContentPartPr/>
              <p14:nvPr/>
            </p14:nvContentPartPr>
            <p14:xfrm>
              <a:off x="11775767" y="4608022"/>
              <a:ext cx="367200" cy="19382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5F272A39-07A6-9730-9D34-0519D79054EE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1757767" y="4590382"/>
                <a:ext cx="402840" cy="197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6" name="Group 175">
            <a:extLst>
              <a:ext uri="{FF2B5EF4-FFF2-40B4-BE49-F238E27FC236}">
                <a16:creationId xmlns:a16="http://schemas.microsoft.com/office/drawing/2014/main" id="{65D30E0D-7DE7-B9F5-51FE-F670BDEC255B}"/>
              </a:ext>
            </a:extLst>
          </p:cNvPr>
          <p:cNvGrpSpPr/>
          <p:nvPr/>
        </p:nvGrpSpPr>
        <p:grpSpPr>
          <a:xfrm>
            <a:off x="7120247" y="3963262"/>
            <a:ext cx="5133240" cy="3085234"/>
            <a:chOff x="7120247" y="3963262"/>
            <a:chExt cx="5133240" cy="308523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5BA8B74-6F51-2D13-9DF3-1C3A77297555}"/>
                    </a:ext>
                  </a:extLst>
                </p14:cNvPr>
                <p14:cNvContentPartPr/>
                <p14:nvPr/>
              </p14:nvContentPartPr>
              <p14:xfrm>
                <a:off x="8294207" y="4469422"/>
                <a:ext cx="30600" cy="3124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5BA8B74-6F51-2D13-9DF3-1C3A7729755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276207" y="4451422"/>
                  <a:ext cx="662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95CE653-7AA7-C6D0-3E35-2E58153CDA15}"/>
                    </a:ext>
                  </a:extLst>
                </p14:cNvPr>
                <p14:cNvContentPartPr/>
                <p14:nvPr/>
              </p14:nvContentPartPr>
              <p14:xfrm>
                <a:off x="8244527" y="4433782"/>
                <a:ext cx="182880" cy="327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95CE653-7AA7-C6D0-3E35-2E58153CDA1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226887" y="4415782"/>
                  <a:ext cx="21852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B295F11-FC7A-81A3-4B46-F4506FE56867}"/>
                    </a:ext>
                  </a:extLst>
                </p14:cNvPr>
                <p14:cNvContentPartPr/>
                <p14:nvPr/>
              </p14:nvContentPartPr>
              <p14:xfrm>
                <a:off x="8579687" y="4309942"/>
                <a:ext cx="539280" cy="354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B295F11-FC7A-81A3-4B46-F4506FE5686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562047" y="4292302"/>
                  <a:ext cx="57492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4E6B3D3-9E55-CCF5-CDB1-09E7316F3ED9}"/>
                    </a:ext>
                  </a:extLst>
                </p14:cNvPr>
                <p14:cNvContentPartPr/>
                <p14:nvPr/>
              </p14:nvContentPartPr>
              <p14:xfrm>
                <a:off x="9120407" y="4166302"/>
                <a:ext cx="32400" cy="49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4E6B3D3-9E55-CCF5-CDB1-09E7316F3ED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102767" y="4148302"/>
                  <a:ext cx="680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1B9D014-AAD2-81DA-778C-9EA75F70DA2C}"/>
                    </a:ext>
                  </a:extLst>
                </p14:cNvPr>
                <p14:cNvContentPartPr/>
                <p14:nvPr/>
              </p14:nvContentPartPr>
              <p14:xfrm>
                <a:off x="9177287" y="4301662"/>
                <a:ext cx="100800" cy="1792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1B9D014-AAD2-81DA-778C-9EA75F70DA2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159287" y="4283662"/>
                  <a:ext cx="1364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3E728A1-26A4-DDD5-B6F6-F8B68BDDDCED}"/>
                    </a:ext>
                  </a:extLst>
                </p14:cNvPr>
                <p14:cNvContentPartPr/>
                <p14:nvPr/>
              </p14:nvContentPartPr>
              <p14:xfrm>
                <a:off x="9116807" y="5457262"/>
                <a:ext cx="32400" cy="46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3E728A1-26A4-DDD5-B6F6-F8B68BDDDCE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098807" y="5439622"/>
                  <a:ext cx="68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479FD5D-94E1-A047-B006-FE9D36057C5E}"/>
                    </a:ext>
                  </a:extLst>
                </p14:cNvPr>
                <p14:cNvContentPartPr/>
                <p14:nvPr/>
              </p14:nvContentPartPr>
              <p14:xfrm>
                <a:off x="9010967" y="5573182"/>
                <a:ext cx="177840" cy="50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479FD5D-94E1-A047-B006-FE9D36057C5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993327" y="5555182"/>
                  <a:ext cx="2134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AF07FB9-4973-2C6E-9B26-14496C2CF98C}"/>
                    </a:ext>
                  </a:extLst>
                </p14:cNvPr>
                <p14:cNvContentPartPr/>
                <p14:nvPr/>
              </p14:nvContentPartPr>
              <p14:xfrm>
                <a:off x="9654647" y="4031302"/>
                <a:ext cx="348120" cy="731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AF07FB9-4973-2C6E-9B26-14496C2CF9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637007" y="4013662"/>
                  <a:ext cx="383760" cy="76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1E21CC8-65B2-1258-FA35-12CBE4BC0E16}"/>
                    </a:ext>
                  </a:extLst>
                </p14:cNvPr>
                <p14:cNvContentPartPr/>
                <p14:nvPr/>
              </p14:nvContentPartPr>
              <p14:xfrm>
                <a:off x="10286087" y="3970462"/>
                <a:ext cx="774000" cy="392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1E21CC8-65B2-1258-FA35-12CBE4BC0E1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268447" y="3952462"/>
                  <a:ext cx="80964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08C4EB3-85C0-EA9E-DE36-FF3718D1893E}"/>
                    </a:ext>
                  </a:extLst>
                </p14:cNvPr>
                <p14:cNvContentPartPr/>
                <p14:nvPr/>
              </p14:nvContentPartPr>
              <p14:xfrm>
                <a:off x="11222087" y="4044982"/>
                <a:ext cx="126000" cy="232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08C4EB3-85C0-EA9E-DE36-FF3718D1893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204087" y="4026982"/>
                  <a:ext cx="1616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6394C9D-5C5B-5020-19CD-CCDA5C737DE4}"/>
                    </a:ext>
                  </a:extLst>
                </p14:cNvPr>
                <p14:cNvContentPartPr/>
                <p14:nvPr/>
              </p14:nvContentPartPr>
              <p14:xfrm>
                <a:off x="11406407" y="4023022"/>
                <a:ext cx="76320" cy="6022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6394C9D-5C5B-5020-19CD-CCDA5C737DE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388767" y="4005022"/>
                  <a:ext cx="11196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FA62A56-6BA6-6F9D-D91D-A87790757DE8}"/>
                    </a:ext>
                  </a:extLst>
                </p14:cNvPr>
                <p14:cNvContentPartPr/>
                <p14:nvPr/>
              </p14:nvContentPartPr>
              <p14:xfrm>
                <a:off x="11363927" y="4079902"/>
                <a:ext cx="153720" cy="165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FA62A56-6BA6-6F9D-D91D-A87790757DE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345927" y="4062262"/>
                  <a:ext cx="1893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DFDBB6A-C07F-1B8E-6413-E05F1B33F518}"/>
                    </a:ext>
                  </a:extLst>
                </p14:cNvPr>
                <p14:cNvContentPartPr/>
                <p14:nvPr/>
              </p14:nvContentPartPr>
              <p14:xfrm>
                <a:off x="11582447" y="4026622"/>
                <a:ext cx="180720" cy="190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DFDBB6A-C07F-1B8E-6413-E05F1B33F51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564447" y="4008622"/>
                  <a:ext cx="216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73B5339-A451-3C3B-1288-9B2F0E665525}"/>
                    </a:ext>
                  </a:extLst>
                </p14:cNvPr>
                <p14:cNvContentPartPr/>
                <p14:nvPr/>
              </p14:nvContentPartPr>
              <p14:xfrm>
                <a:off x="11871167" y="3963262"/>
                <a:ext cx="382320" cy="1850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73B5339-A451-3C3B-1288-9B2F0E66552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853167" y="3945622"/>
                  <a:ext cx="417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5F03BF7-6561-5B1E-D83F-F65A4B180E3B}"/>
                    </a:ext>
                  </a:extLst>
                </p14:cNvPr>
                <p14:cNvContentPartPr/>
                <p14:nvPr/>
              </p14:nvContentPartPr>
              <p14:xfrm>
                <a:off x="9756167" y="5076742"/>
                <a:ext cx="245520" cy="11775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5F03BF7-6561-5B1E-D83F-F65A4B180E3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738167" y="5059102"/>
                  <a:ext cx="281160" cy="12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579D3A4-E2E8-F95F-68D9-26BA7F3F55C7}"/>
                    </a:ext>
                  </a:extLst>
                </p14:cNvPr>
                <p14:cNvContentPartPr/>
                <p14:nvPr/>
              </p14:nvContentPartPr>
              <p14:xfrm>
                <a:off x="10305167" y="5145862"/>
                <a:ext cx="215280" cy="2041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579D3A4-E2E8-F95F-68D9-26BA7F3F55C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287527" y="5127862"/>
                  <a:ext cx="2509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D92E72C-678F-6C31-FA8D-E67F33AC7592}"/>
                    </a:ext>
                  </a:extLst>
                </p14:cNvPr>
                <p14:cNvContentPartPr/>
                <p14:nvPr/>
              </p14:nvContentPartPr>
              <p14:xfrm>
                <a:off x="10353047" y="5658862"/>
                <a:ext cx="13680" cy="191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D92E72C-678F-6C31-FA8D-E67F33AC759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335407" y="5640862"/>
                  <a:ext cx="493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3B680D7-EBF6-04A3-D04D-AE26B05B0DB1}"/>
                    </a:ext>
                  </a:extLst>
                </p14:cNvPr>
                <p14:cNvContentPartPr/>
                <p14:nvPr/>
              </p14:nvContentPartPr>
              <p14:xfrm>
                <a:off x="10350527" y="6013102"/>
                <a:ext cx="177120" cy="2034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3B680D7-EBF6-04A3-D04D-AE26B05B0DB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332527" y="5995102"/>
                  <a:ext cx="2127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369D270-8D0A-506F-19D5-50F5F8FA4228}"/>
                    </a:ext>
                  </a:extLst>
                </p14:cNvPr>
                <p14:cNvContentPartPr/>
                <p14:nvPr/>
              </p14:nvContentPartPr>
              <p14:xfrm>
                <a:off x="10022567" y="5058382"/>
                <a:ext cx="179280" cy="12258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369D270-8D0A-506F-19D5-50F5F8FA422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004927" y="5040382"/>
                  <a:ext cx="214920" cy="12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8531AED-2D13-4855-2687-BC33AFFF1D1A}"/>
                    </a:ext>
                  </a:extLst>
                </p14:cNvPr>
                <p14:cNvContentPartPr/>
                <p14:nvPr/>
              </p14:nvContentPartPr>
              <p14:xfrm>
                <a:off x="10481207" y="4922662"/>
                <a:ext cx="300240" cy="13532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8531AED-2D13-4855-2687-BC33AFFF1D1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463207" y="4905022"/>
                  <a:ext cx="335880" cy="13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572DDC1-1BA5-6948-6FE8-4CDAD1CFFC37}"/>
                    </a:ext>
                  </a:extLst>
                </p14:cNvPr>
                <p14:cNvContentPartPr/>
                <p14:nvPr/>
              </p14:nvContentPartPr>
              <p14:xfrm>
                <a:off x="9962807" y="5022022"/>
                <a:ext cx="262800" cy="1400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572DDC1-1BA5-6948-6FE8-4CDAD1CFFC3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945167" y="5004022"/>
                  <a:ext cx="298440" cy="14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19CF41F-A1C9-EA46-2F3F-B55D5CDAE078}"/>
                    </a:ext>
                  </a:extLst>
                </p14:cNvPr>
                <p14:cNvContentPartPr/>
                <p14:nvPr/>
              </p14:nvContentPartPr>
              <p14:xfrm>
                <a:off x="10990247" y="4867222"/>
                <a:ext cx="234000" cy="14248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19CF41F-A1C9-EA46-2F3F-B55D5CDAE07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972607" y="4849222"/>
                  <a:ext cx="269640" cy="14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2118000-8E8D-133E-62E1-C935B14886CA}"/>
                    </a:ext>
                  </a:extLst>
                </p14:cNvPr>
                <p14:cNvContentPartPr/>
                <p14:nvPr/>
              </p14:nvContentPartPr>
              <p14:xfrm>
                <a:off x="11290847" y="5085742"/>
                <a:ext cx="145080" cy="547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2118000-8E8D-133E-62E1-C935B14886C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273207" y="5068102"/>
                  <a:ext cx="1807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2E2FDDD-8BE2-7244-D8F1-1A37CCABACDF}"/>
                    </a:ext>
                  </a:extLst>
                </p14:cNvPr>
                <p14:cNvContentPartPr/>
                <p14:nvPr/>
              </p14:nvContentPartPr>
              <p14:xfrm>
                <a:off x="11577047" y="4924462"/>
                <a:ext cx="29160" cy="2908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2E2FDDD-8BE2-7244-D8F1-1A37CCABACD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559407" y="4906462"/>
                  <a:ext cx="648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5E83909-2B5B-032E-1EE1-9E3C44D6F137}"/>
                    </a:ext>
                  </a:extLst>
                </p14:cNvPr>
                <p14:cNvContentPartPr/>
                <p14:nvPr/>
              </p14:nvContentPartPr>
              <p14:xfrm>
                <a:off x="11501087" y="5461222"/>
                <a:ext cx="139680" cy="197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5E83909-2B5B-032E-1EE1-9E3C44D6F13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483087" y="5443582"/>
                  <a:ext cx="1753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2C0640D-98D0-1D5C-3B88-D4FEF66FE0E8}"/>
                    </a:ext>
                  </a:extLst>
                </p14:cNvPr>
                <p14:cNvContentPartPr/>
                <p14:nvPr/>
              </p14:nvContentPartPr>
              <p14:xfrm>
                <a:off x="11519447" y="5902222"/>
                <a:ext cx="18000" cy="1818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2C0640D-98D0-1D5C-3B88-D4FEF66FE0E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501807" y="5884222"/>
                  <a:ext cx="536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F567101-572A-5C72-C94B-1ABD9FC01524}"/>
                    </a:ext>
                  </a:extLst>
                </p14:cNvPr>
                <p14:cNvContentPartPr/>
                <p14:nvPr/>
              </p14:nvContentPartPr>
              <p14:xfrm>
                <a:off x="11541767" y="4773262"/>
                <a:ext cx="380160" cy="16279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F567101-572A-5C72-C94B-1ABD9FC0152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524127" y="4755262"/>
                  <a:ext cx="415800" cy="16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B6B412B-BFE3-CAA1-2DAC-D7777151EBA4}"/>
                    </a:ext>
                  </a:extLst>
                </p14:cNvPr>
                <p14:cNvContentPartPr/>
                <p14:nvPr/>
              </p14:nvContentPartPr>
              <p14:xfrm>
                <a:off x="7120247" y="6477502"/>
                <a:ext cx="331920" cy="3657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B6B412B-BFE3-CAA1-2DAC-D7777151EBA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102247" y="6459862"/>
                  <a:ext cx="3675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7A3D1C3-A03F-3BCA-D88E-1237D1B8106B}"/>
                    </a:ext>
                  </a:extLst>
                </p14:cNvPr>
                <p14:cNvContentPartPr/>
                <p14:nvPr/>
              </p14:nvContentPartPr>
              <p14:xfrm>
                <a:off x="7498607" y="6651022"/>
                <a:ext cx="39240" cy="1306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7A3D1C3-A03F-3BCA-D88E-1237D1B8106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480967" y="6633382"/>
                  <a:ext cx="748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2A34870-FA64-6F42-7976-B07F2498AF88}"/>
                    </a:ext>
                  </a:extLst>
                </p14:cNvPr>
                <p14:cNvContentPartPr/>
                <p14:nvPr/>
              </p14:nvContentPartPr>
              <p14:xfrm>
                <a:off x="7547567" y="6472462"/>
                <a:ext cx="23760" cy="27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2A34870-FA64-6F42-7976-B07F2498AF8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529927" y="6454462"/>
                  <a:ext cx="59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ACCC5B7-4196-0DEF-321C-8986644DB1D0}"/>
                    </a:ext>
                  </a:extLst>
                </p14:cNvPr>
                <p14:cNvContentPartPr/>
                <p14:nvPr/>
              </p14:nvContentPartPr>
              <p14:xfrm>
                <a:off x="7606247" y="6599182"/>
                <a:ext cx="243360" cy="1645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ACCC5B7-4196-0DEF-321C-8986644DB1D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588607" y="6581542"/>
                  <a:ext cx="2790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81A479E-9E17-6E55-2806-AFDBE865BD30}"/>
                    </a:ext>
                  </a:extLst>
                </p14:cNvPr>
                <p14:cNvContentPartPr/>
                <p14:nvPr/>
              </p14:nvContentPartPr>
              <p14:xfrm>
                <a:off x="7891367" y="6608902"/>
                <a:ext cx="284400" cy="1789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81A479E-9E17-6E55-2806-AFDBE865BD3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873727" y="6590902"/>
                  <a:ext cx="3200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593CD70-A260-9641-0870-D60B080FC047}"/>
                    </a:ext>
                  </a:extLst>
                </p14:cNvPr>
                <p14:cNvContentPartPr/>
                <p14:nvPr/>
              </p14:nvContentPartPr>
              <p14:xfrm>
                <a:off x="8230847" y="6567502"/>
                <a:ext cx="102600" cy="211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593CD70-A260-9641-0870-D60B080FC04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213207" y="6549862"/>
                  <a:ext cx="1382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759C987-4AFA-E48B-CF41-086334C95DA0}"/>
                    </a:ext>
                  </a:extLst>
                </p14:cNvPr>
                <p14:cNvContentPartPr/>
                <p14:nvPr/>
              </p14:nvContentPartPr>
              <p14:xfrm>
                <a:off x="8501927" y="6584422"/>
                <a:ext cx="21960" cy="1562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759C987-4AFA-E48B-CF41-086334C95DA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484287" y="6566422"/>
                  <a:ext cx="576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4188EFB-7869-5158-9709-9501D1F65202}"/>
                    </a:ext>
                  </a:extLst>
                </p14:cNvPr>
                <p14:cNvContentPartPr/>
                <p14:nvPr/>
              </p14:nvContentPartPr>
              <p14:xfrm>
                <a:off x="8482487" y="6411622"/>
                <a:ext cx="44640" cy="417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4188EFB-7869-5158-9709-9501D1F6520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464487" y="6393982"/>
                  <a:ext cx="802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2C48285-6F78-B421-9CF6-85986996F6C8}"/>
                    </a:ext>
                  </a:extLst>
                </p14:cNvPr>
                <p14:cNvContentPartPr/>
                <p14:nvPr/>
              </p14:nvContentPartPr>
              <p14:xfrm>
                <a:off x="8623607" y="6555982"/>
                <a:ext cx="393840" cy="2113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2C48285-6F78-B421-9CF6-85986996F6C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605607" y="6538342"/>
                  <a:ext cx="4294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34BFDBF-DA2A-4E2D-C20B-FF965B22A3DA}"/>
                    </a:ext>
                  </a:extLst>
                </p14:cNvPr>
                <p14:cNvContentPartPr/>
                <p14:nvPr/>
              </p14:nvContentPartPr>
              <p14:xfrm>
                <a:off x="9124727" y="6425662"/>
                <a:ext cx="124560" cy="5094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34BFDBF-DA2A-4E2D-C20B-FF965B22A3D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107087" y="6408022"/>
                  <a:ext cx="16020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A8B3FBF-0023-5D48-E84A-61962C7709C7}"/>
                    </a:ext>
                  </a:extLst>
                </p14:cNvPr>
                <p14:cNvContentPartPr/>
                <p14:nvPr/>
              </p14:nvContentPartPr>
              <p14:xfrm>
                <a:off x="9301847" y="6552056"/>
                <a:ext cx="66240" cy="297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A8B3FBF-0023-5D48-E84A-61962C7709C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284207" y="6534416"/>
                  <a:ext cx="1018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E24BB4D-ABB1-A5B8-92A0-1A05C5E9F107}"/>
                    </a:ext>
                  </a:extLst>
                </p14:cNvPr>
                <p14:cNvContentPartPr/>
                <p14:nvPr/>
              </p14:nvContentPartPr>
              <p14:xfrm>
                <a:off x="9342527" y="6485816"/>
                <a:ext cx="158040" cy="2620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E24BB4D-ABB1-A5B8-92A0-1A05C5E9F10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324527" y="6467816"/>
                  <a:ext cx="1936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8771AC1-A3A7-8586-AA13-1C4C64705405}"/>
                    </a:ext>
                  </a:extLst>
                </p14:cNvPr>
                <p14:cNvContentPartPr/>
                <p14:nvPr/>
              </p14:nvContentPartPr>
              <p14:xfrm>
                <a:off x="9597407" y="6418856"/>
                <a:ext cx="315000" cy="3038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8771AC1-A3A7-8586-AA13-1C4C6470540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579407" y="6401216"/>
                  <a:ext cx="3506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EF84329-9B1F-A3C5-386F-F275BFD8B8DC}"/>
                    </a:ext>
                  </a:extLst>
                </p14:cNvPr>
                <p14:cNvContentPartPr/>
                <p14:nvPr/>
              </p14:nvContentPartPr>
              <p14:xfrm>
                <a:off x="9956687" y="6466016"/>
                <a:ext cx="184680" cy="2455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EF84329-9B1F-A3C5-386F-F275BFD8B8D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939047" y="6448376"/>
                  <a:ext cx="2203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824743A-C774-FB98-A6A3-FBE9D6E503F6}"/>
                    </a:ext>
                  </a:extLst>
                </p14:cNvPr>
                <p14:cNvContentPartPr/>
                <p14:nvPr/>
              </p14:nvContentPartPr>
              <p14:xfrm>
                <a:off x="10116167" y="6430736"/>
                <a:ext cx="67680" cy="651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824743A-C774-FB98-A6A3-FBE9D6E503F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098527" y="6413096"/>
                  <a:ext cx="1033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DCCF27C-7D96-4C90-E6A2-93268AD981F5}"/>
                    </a:ext>
                  </a:extLst>
                </p14:cNvPr>
                <p14:cNvContentPartPr/>
                <p14:nvPr/>
              </p14:nvContentPartPr>
              <p14:xfrm>
                <a:off x="10263407" y="6458816"/>
                <a:ext cx="23400" cy="2721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DCCF27C-7D96-4C90-E6A2-93268AD981F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245407" y="6440816"/>
                  <a:ext cx="590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6339217-DFFD-86BE-B60B-1F31840EFA7F}"/>
                    </a:ext>
                  </a:extLst>
                </p14:cNvPr>
                <p14:cNvContentPartPr/>
                <p14:nvPr/>
              </p14:nvContentPartPr>
              <p14:xfrm>
                <a:off x="10178807" y="6522536"/>
                <a:ext cx="347760" cy="5259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6339217-DFFD-86BE-B60B-1F31840EFA7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161167" y="6504536"/>
                  <a:ext cx="38340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CE48F30-35B3-8EBE-21A5-126CDC6F81AC}"/>
                    </a:ext>
                  </a:extLst>
                </p14:cNvPr>
                <p14:cNvContentPartPr/>
                <p14:nvPr/>
              </p14:nvContentPartPr>
              <p14:xfrm>
                <a:off x="10555367" y="6433976"/>
                <a:ext cx="106560" cy="4438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CE48F30-35B3-8EBE-21A5-126CDC6F81A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537727" y="6415976"/>
                  <a:ext cx="14220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8867E7F-8E11-FA5A-CA54-839E0DB806B6}"/>
                    </a:ext>
                  </a:extLst>
                </p14:cNvPr>
                <p14:cNvContentPartPr/>
                <p14:nvPr/>
              </p14:nvContentPartPr>
              <p14:xfrm>
                <a:off x="10833287" y="6605336"/>
                <a:ext cx="135720" cy="16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8867E7F-8E11-FA5A-CA54-839E0DB806B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815287" y="6587336"/>
                  <a:ext cx="1713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578E841-D979-B42E-A4C5-5F3452485246}"/>
                    </a:ext>
                  </a:extLst>
                </p14:cNvPr>
                <p14:cNvContentPartPr/>
                <p14:nvPr/>
              </p14:nvContentPartPr>
              <p14:xfrm>
                <a:off x="10846607" y="6671576"/>
                <a:ext cx="189000" cy="241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578E841-D979-B42E-A4C5-5F345248524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828967" y="6653576"/>
                  <a:ext cx="2246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180D45B-07CC-78AB-FB7E-294B2CC90F56}"/>
                    </a:ext>
                  </a:extLst>
                </p14:cNvPr>
                <p14:cNvContentPartPr/>
                <p14:nvPr/>
              </p14:nvContentPartPr>
              <p14:xfrm>
                <a:off x="11182487" y="6481496"/>
                <a:ext cx="350280" cy="2401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180D45B-07CC-78AB-FB7E-294B2CC90F5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164847" y="6463856"/>
                  <a:ext cx="385920" cy="27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BB40CA7-922E-F8FA-534B-F5C98CC8B407}"/>
                  </a:ext>
                </a:extLst>
              </p14:cNvPr>
              <p14:cNvContentPartPr/>
              <p14:nvPr/>
            </p14:nvContentPartPr>
            <p14:xfrm>
              <a:off x="3996887" y="2615197"/>
              <a:ext cx="7920" cy="21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BB40CA7-922E-F8FA-534B-F5C98CC8B407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978887" y="2597197"/>
                <a:ext cx="4356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B0772FC-0C24-5311-5370-59E89F6A235D}"/>
                  </a:ext>
                </a:extLst>
              </p14:cNvPr>
              <p14:cNvContentPartPr/>
              <p14:nvPr/>
            </p14:nvContentPartPr>
            <p14:xfrm>
              <a:off x="11615927" y="6233197"/>
              <a:ext cx="36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B0772FC-0C24-5311-5370-59E89F6A235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598287" y="621555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5BC4392-6207-6512-E820-5BB89E93F3B1}"/>
                  </a:ext>
                </a:extLst>
              </p14:cNvPr>
              <p14:cNvContentPartPr/>
              <p14:nvPr/>
            </p14:nvContentPartPr>
            <p14:xfrm>
              <a:off x="11665607" y="5277037"/>
              <a:ext cx="18360" cy="2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5BC4392-6207-6512-E820-5BB89E93F3B1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11647607" y="5259397"/>
                <a:ext cx="540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C5C0DCF-668B-49CA-A743-585D2E7748B0}"/>
                  </a:ext>
                </a:extLst>
              </p14:cNvPr>
              <p14:cNvContentPartPr/>
              <p14:nvPr/>
            </p14:nvContentPartPr>
            <p14:xfrm>
              <a:off x="9049487" y="6620917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C5C0DCF-668B-49CA-A743-585D2E7748B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031487" y="660327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6F430D2-807E-62F1-4A7B-02B2DBF0942E}"/>
                  </a:ext>
                </a:extLst>
              </p14:cNvPr>
              <p14:cNvContentPartPr/>
              <p14:nvPr/>
            </p14:nvContentPartPr>
            <p14:xfrm>
              <a:off x="10232447" y="6711997"/>
              <a:ext cx="1440" cy="36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6F430D2-807E-62F1-4A7B-02B2DBF0942E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0214807" y="6693997"/>
                <a:ext cx="370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5CB3137-EB80-7FC7-F314-527C2661B99A}"/>
                  </a:ext>
                </a:extLst>
              </p14:cNvPr>
              <p14:cNvContentPartPr/>
              <p14:nvPr/>
            </p14:nvContentPartPr>
            <p14:xfrm>
              <a:off x="11246927" y="6570157"/>
              <a:ext cx="5400" cy="36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5CB3137-EB80-7FC7-F314-527C2661B99A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1228927" y="6552517"/>
                <a:ext cx="41040" cy="3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1616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2F0B0FC8-3690-1AB8-139B-AC0D1E75EA5A}"/>
              </a:ext>
            </a:extLst>
          </p:cNvPr>
          <p:cNvGrpSpPr/>
          <p:nvPr/>
        </p:nvGrpSpPr>
        <p:grpSpPr>
          <a:xfrm>
            <a:off x="201047" y="201982"/>
            <a:ext cx="351360" cy="406440"/>
            <a:chOff x="201047" y="201982"/>
            <a:chExt cx="351360" cy="40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1FE643D-F1EE-526F-5EE1-2FE545AD4DD4}"/>
                    </a:ext>
                  </a:extLst>
                </p14:cNvPr>
                <p14:cNvContentPartPr/>
                <p14:nvPr/>
              </p14:nvContentPartPr>
              <p14:xfrm>
                <a:off x="201047" y="201982"/>
                <a:ext cx="262080" cy="4064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1FE643D-F1EE-526F-5EE1-2FE545AD4DD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3407" y="184342"/>
                  <a:ext cx="29772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494B979-A9C4-A72B-4CEC-5560EC025A93}"/>
                    </a:ext>
                  </a:extLst>
                </p14:cNvPr>
                <p14:cNvContentPartPr/>
                <p14:nvPr/>
              </p14:nvContentPartPr>
              <p14:xfrm>
                <a:off x="544487" y="484942"/>
                <a:ext cx="7920" cy="18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494B979-A9C4-A72B-4CEC-5560EC025A9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6487" y="466942"/>
                  <a:ext cx="4356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9F4FAD8-F9F9-BFFC-BD2C-A257FA1021A3}"/>
              </a:ext>
            </a:extLst>
          </p:cNvPr>
          <p:cNvGrpSpPr/>
          <p:nvPr/>
        </p:nvGrpSpPr>
        <p:grpSpPr>
          <a:xfrm>
            <a:off x="1253327" y="104422"/>
            <a:ext cx="767160" cy="464040"/>
            <a:chOff x="1253327" y="104422"/>
            <a:chExt cx="767160" cy="46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FB2F6EC-5851-5D87-69B0-CFCCDB87B449}"/>
                    </a:ext>
                  </a:extLst>
                </p14:cNvPr>
                <p14:cNvContentPartPr/>
                <p14:nvPr/>
              </p14:nvContentPartPr>
              <p14:xfrm>
                <a:off x="1258007" y="104422"/>
                <a:ext cx="234720" cy="444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FB2F6EC-5851-5D87-69B0-CFCCDB87B44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40367" y="86782"/>
                  <a:ext cx="27036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C90C745-743D-05B2-1693-33C93039F00F}"/>
                    </a:ext>
                  </a:extLst>
                </p14:cNvPr>
                <p14:cNvContentPartPr/>
                <p14:nvPr/>
              </p14:nvContentPartPr>
              <p14:xfrm>
                <a:off x="1253327" y="398902"/>
                <a:ext cx="128880" cy="35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C90C745-743D-05B2-1693-33C93039F00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35327" y="380902"/>
                  <a:ext cx="1645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06E41E1-1303-6140-8768-D25BFB22247F}"/>
                    </a:ext>
                  </a:extLst>
                </p14:cNvPr>
                <p14:cNvContentPartPr/>
                <p14:nvPr/>
              </p14:nvContentPartPr>
              <p14:xfrm>
                <a:off x="1455287" y="404662"/>
                <a:ext cx="45000" cy="163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06E41E1-1303-6140-8768-D25BFB22247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37647" y="387022"/>
                  <a:ext cx="806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282C06F-D62A-103C-F3C7-4B44339C493A}"/>
                    </a:ext>
                  </a:extLst>
                </p14:cNvPr>
                <p14:cNvContentPartPr/>
                <p14:nvPr/>
              </p14:nvContentPartPr>
              <p14:xfrm>
                <a:off x="1507487" y="244102"/>
                <a:ext cx="16560" cy="17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282C06F-D62A-103C-F3C7-4B44339C493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89487" y="226462"/>
                  <a:ext cx="522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C020CD4-2EE9-9860-626B-EE6B29860956}"/>
                    </a:ext>
                  </a:extLst>
                </p14:cNvPr>
                <p14:cNvContentPartPr/>
                <p14:nvPr/>
              </p14:nvContentPartPr>
              <p14:xfrm>
                <a:off x="1573727" y="377302"/>
                <a:ext cx="171000" cy="154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C020CD4-2EE9-9860-626B-EE6B2986095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55727" y="359302"/>
                  <a:ext cx="2066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DD99901-647B-EB96-8634-5988603E746D}"/>
                    </a:ext>
                  </a:extLst>
                </p14:cNvPr>
                <p14:cNvContentPartPr/>
                <p14:nvPr/>
              </p14:nvContentPartPr>
              <p14:xfrm>
                <a:off x="1817447" y="187222"/>
                <a:ext cx="203040" cy="367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DD99901-647B-EB96-8634-5988603E746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99447" y="169582"/>
                  <a:ext cx="238680" cy="40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B6C7F41-408D-79D7-5F4A-7C098F0276EE}"/>
              </a:ext>
            </a:extLst>
          </p:cNvPr>
          <p:cNvGrpSpPr/>
          <p:nvPr/>
        </p:nvGrpSpPr>
        <p:grpSpPr>
          <a:xfrm>
            <a:off x="2528087" y="187942"/>
            <a:ext cx="668880" cy="386280"/>
            <a:chOff x="2528087" y="187942"/>
            <a:chExt cx="66888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8DF8243-BB3C-0C1A-A5C9-E520C84037E6}"/>
                    </a:ext>
                  </a:extLst>
                </p14:cNvPr>
                <p14:cNvContentPartPr/>
                <p14:nvPr/>
              </p14:nvContentPartPr>
              <p14:xfrm>
                <a:off x="2553647" y="187942"/>
                <a:ext cx="643320" cy="386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8DF8243-BB3C-0C1A-A5C9-E520C84037E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35647" y="169942"/>
                  <a:ext cx="67896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1DAAED2-B81A-D91F-DF5B-E1B172815E6E}"/>
                    </a:ext>
                  </a:extLst>
                </p14:cNvPr>
                <p14:cNvContentPartPr/>
                <p14:nvPr/>
              </p14:nvContentPartPr>
              <p14:xfrm>
                <a:off x="2528087" y="341302"/>
                <a:ext cx="178920" cy="26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1DAAED2-B81A-D91F-DF5B-E1B172815E6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10447" y="323662"/>
                  <a:ext cx="21456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0BAB529-D853-E7ED-4FBA-A554F98F948F}"/>
              </a:ext>
            </a:extLst>
          </p:cNvPr>
          <p:cNvGrpSpPr/>
          <p:nvPr/>
        </p:nvGrpSpPr>
        <p:grpSpPr>
          <a:xfrm>
            <a:off x="3898607" y="263542"/>
            <a:ext cx="3398760" cy="810720"/>
            <a:chOff x="3898607" y="263542"/>
            <a:chExt cx="3398760" cy="81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6B3572E-FD01-FD47-25F2-EFC33EB0B887}"/>
                    </a:ext>
                  </a:extLst>
                </p14:cNvPr>
                <p14:cNvContentPartPr/>
                <p14:nvPr/>
              </p14:nvContentPartPr>
              <p14:xfrm>
                <a:off x="3898607" y="263542"/>
                <a:ext cx="739800" cy="337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6B3572E-FD01-FD47-25F2-EFC33EB0B88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80967" y="245542"/>
                  <a:ext cx="77544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A0EE693-D4CF-BE57-F99B-C2856F1ADFE6}"/>
                    </a:ext>
                  </a:extLst>
                </p14:cNvPr>
                <p14:cNvContentPartPr/>
                <p14:nvPr/>
              </p14:nvContentPartPr>
              <p14:xfrm>
                <a:off x="4694927" y="442102"/>
                <a:ext cx="273240" cy="135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A0EE693-D4CF-BE57-F99B-C2856F1ADFE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77287" y="424462"/>
                  <a:ext cx="3088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0233833-0EA9-9B3C-E92C-A466739E8C76}"/>
                    </a:ext>
                  </a:extLst>
                </p14:cNvPr>
                <p14:cNvContentPartPr/>
                <p14:nvPr/>
              </p14:nvContentPartPr>
              <p14:xfrm>
                <a:off x="5036927" y="432382"/>
                <a:ext cx="200160" cy="164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0233833-0EA9-9B3C-E92C-A466739E8C7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19287" y="414382"/>
                  <a:ext cx="235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432F528-C3BA-1A96-F0C9-4E876C553983}"/>
                    </a:ext>
                  </a:extLst>
                </p14:cNvPr>
                <p14:cNvContentPartPr/>
                <p14:nvPr/>
              </p14:nvContentPartPr>
              <p14:xfrm>
                <a:off x="5403047" y="389542"/>
                <a:ext cx="481320" cy="654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432F528-C3BA-1A96-F0C9-4E876C55398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85407" y="371902"/>
                  <a:ext cx="516960" cy="68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640A704-0BD1-DEFF-2887-4944B0E1895C}"/>
                    </a:ext>
                  </a:extLst>
                </p14:cNvPr>
                <p14:cNvContentPartPr/>
                <p14:nvPr/>
              </p14:nvContentPartPr>
              <p14:xfrm>
                <a:off x="5940167" y="486022"/>
                <a:ext cx="190800" cy="157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640A704-0BD1-DEFF-2887-4944B0E1895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22527" y="468382"/>
                  <a:ext cx="2264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93FF57A-B1F7-00C2-94B1-001A24D1AA40}"/>
                    </a:ext>
                  </a:extLst>
                </p14:cNvPr>
                <p14:cNvContentPartPr/>
                <p14:nvPr/>
              </p14:nvContentPartPr>
              <p14:xfrm>
                <a:off x="6205487" y="492142"/>
                <a:ext cx="303480" cy="144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93FF57A-B1F7-00C2-94B1-001A24D1AA4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87487" y="474502"/>
                  <a:ext cx="3391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AE48569-A624-79EF-DDEB-91BC614FE057}"/>
                    </a:ext>
                  </a:extLst>
                </p14:cNvPr>
                <p14:cNvContentPartPr/>
                <p14:nvPr/>
              </p14:nvContentPartPr>
              <p14:xfrm>
                <a:off x="6879407" y="298102"/>
                <a:ext cx="417960" cy="776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AE48569-A624-79EF-DDEB-91BC614FE05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861767" y="280102"/>
                  <a:ext cx="453600" cy="81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E422F42-362A-654C-4DE6-0131A37CF837}"/>
              </a:ext>
            </a:extLst>
          </p:cNvPr>
          <p:cNvGrpSpPr/>
          <p:nvPr/>
        </p:nvGrpSpPr>
        <p:grpSpPr>
          <a:xfrm>
            <a:off x="7785887" y="154462"/>
            <a:ext cx="2788560" cy="498600"/>
            <a:chOff x="7785887" y="154462"/>
            <a:chExt cx="2788560" cy="49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7D58073-7800-89DC-A6E8-189C7B4A54FC}"/>
                    </a:ext>
                  </a:extLst>
                </p14:cNvPr>
                <p14:cNvContentPartPr/>
                <p14:nvPr/>
              </p14:nvContentPartPr>
              <p14:xfrm>
                <a:off x="7785887" y="295582"/>
                <a:ext cx="732600" cy="357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7D58073-7800-89DC-A6E8-189C7B4A54F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67887" y="277942"/>
                  <a:ext cx="76824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0AD5DD1-A8F3-867C-9C5D-83E6529DCF81}"/>
                    </a:ext>
                  </a:extLst>
                </p14:cNvPr>
                <p14:cNvContentPartPr/>
                <p14:nvPr/>
              </p14:nvContentPartPr>
              <p14:xfrm>
                <a:off x="7909727" y="418702"/>
                <a:ext cx="164160" cy="22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0AD5DD1-A8F3-867C-9C5D-83E6529DCF8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91727" y="400702"/>
                  <a:ext cx="1998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B027DEB-F114-D4DA-BFC9-867015416054}"/>
                    </a:ext>
                  </a:extLst>
                </p14:cNvPr>
                <p14:cNvContentPartPr/>
                <p14:nvPr/>
              </p14:nvContentPartPr>
              <p14:xfrm>
                <a:off x="8898287" y="419782"/>
                <a:ext cx="518040" cy="135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B027DEB-F114-D4DA-BFC9-86701541605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880647" y="402142"/>
                  <a:ext cx="5536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C609489-08FE-53B1-2E7D-A8575E468D5C}"/>
                    </a:ext>
                  </a:extLst>
                </p14:cNvPr>
                <p14:cNvContentPartPr/>
                <p14:nvPr/>
              </p14:nvContentPartPr>
              <p14:xfrm>
                <a:off x="9438647" y="190822"/>
                <a:ext cx="644400" cy="407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C609489-08FE-53B1-2E7D-A8575E468D5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420647" y="173182"/>
                  <a:ext cx="6800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1E03B77-417D-B5A2-42D3-04FDC75FE8E8}"/>
                    </a:ext>
                  </a:extLst>
                </p14:cNvPr>
                <p14:cNvContentPartPr/>
                <p14:nvPr/>
              </p14:nvContentPartPr>
              <p14:xfrm>
                <a:off x="10196087" y="407182"/>
                <a:ext cx="378360" cy="171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1E03B77-417D-B5A2-42D3-04FDC75FE8E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178087" y="389182"/>
                  <a:ext cx="4140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1247B7B-97AC-01AD-F5C8-9280EDF05520}"/>
                    </a:ext>
                  </a:extLst>
                </p14:cNvPr>
                <p14:cNvContentPartPr/>
                <p14:nvPr/>
              </p14:nvContentPartPr>
              <p14:xfrm>
                <a:off x="10137767" y="429502"/>
                <a:ext cx="30600" cy="154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1247B7B-97AC-01AD-F5C8-9280EDF0552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119767" y="411862"/>
                  <a:ext cx="662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A2B8BD6-A480-3021-D546-31441416B2F3}"/>
                    </a:ext>
                  </a:extLst>
                </p14:cNvPr>
                <p14:cNvContentPartPr/>
                <p14:nvPr/>
              </p14:nvContentPartPr>
              <p14:xfrm>
                <a:off x="10133087" y="154462"/>
                <a:ext cx="48960" cy="70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A2B8BD6-A480-3021-D546-31441416B2F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115447" y="136462"/>
                  <a:ext cx="84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D5CC98B-1259-F8AC-F1CB-5850B337F000}"/>
                    </a:ext>
                  </a:extLst>
                </p14:cNvPr>
                <p14:cNvContentPartPr/>
                <p14:nvPr/>
              </p14:nvContentPartPr>
              <p14:xfrm>
                <a:off x="9069287" y="266422"/>
                <a:ext cx="381240" cy="42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D5CC98B-1259-F8AC-F1CB-5850B337F00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51647" y="248782"/>
                  <a:ext cx="41688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43D9AC1-4E0C-4017-F6DD-6D4C214D0845}"/>
              </a:ext>
            </a:extLst>
          </p:cNvPr>
          <p:cNvGrpSpPr/>
          <p:nvPr/>
        </p:nvGrpSpPr>
        <p:grpSpPr>
          <a:xfrm>
            <a:off x="2908247" y="1111342"/>
            <a:ext cx="581760" cy="366840"/>
            <a:chOff x="2908247" y="1111342"/>
            <a:chExt cx="581760" cy="36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0F8120B-B435-D545-35A3-693A6190CD0E}"/>
                    </a:ext>
                  </a:extLst>
                </p14:cNvPr>
                <p14:cNvContentPartPr/>
                <p14:nvPr/>
              </p14:nvContentPartPr>
              <p14:xfrm>
                <a:off x="2934167" y="1111342"/>
                <a:ext cx="245520" cy="366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0F8120B-B435-D545-35A3-693A6190CD0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16167" y="1093342"/>
                  <a:ext cx="28116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F66A923-3964-9707-C5A9-B4ABE4521799}"/>
                    </a:ext>
                  </a:extLst>
                </p14:cNvPr>
                <p14:cNvContentPartPr/>
                <p14:nvPr/>
              </p14:nvContentPartPr>
              <p14:xfrm>
                <a:off x="2908247" y="1323022"/>
                <a:ext cx="161280" cy="27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F66A923-3964-9707-C5A9-B4ABE452179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890247" y="1305022"/>
                  <a:ext cx="1969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955F345-00AE-E5FC-F5DD-47C8C7DA753A}"/>
                    </a:ext>
                  </a:extLst>
                </p14:cNvPr>
                <p14:cNvContentPartPr/>
                <p14:nvPr/>
              </p14:nvContentPartPr>
              <p14:xfrm>
                <a:off x="3290567" y="1335982"/>
                <a:ext cx="89280" cy="10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955F345-00AE-E5FC-F5DD-47C8C7DA753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72927" y="1317982"/>
                  <a:ext cx="1249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379A4F8-3E9A-D70C-9E32-8A656848EC36}"/>
                    </a:ext>
                  </a:extLst>
                </p14:cNvPr>
                <p14:cNvContentPartPr/>
                <p14:nvPr/>
              </p14:nvContentPartPr>
              <p14:xfrm>
                <a:off x="3311447" y="1429942"/>
                <a:ext cx="178560" cy="38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379A4F8-3E9A-D70C-9E32-8A656848EC3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293807" y="1411942"/>
                  <a:ext cx="21420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C6B6D99-14F0-AF42-1256-01857115B57F}"/>
              </a:ext>
            </a:extLst>
          </p:cNvPr>
          <p:cNvGrpSpPr/>
          <p:nvPr/>
        </p:nvGrpSpPr>
        <p:grpSpPr>
          <a:xfrm>
            <a:off x="3848927" y="937462"/>
            <a:ext cx="1567440" cy="1335240"/>
            <a:chOff x="3848927" y="937462"/>
            <a:chExt cx="1567440" cy="133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C2B3B1E-BC95-3DA6-ADB6-E28F2AC523CB}"/>
                    </a:ext>
                  </a:extLst>
                </p14:cNvPr>
                <p14:cNvContentPartPr/>
                <p14:nvPr/>
              </p14:nvContentPartPr>
              <p14:xfrm>
                <a:off x="3848927" y="937462"/>
                <a:ext cx="343440" cy="1335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C2B3B1E-BC95-3DA6-ADB6-E28F2AC523C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31287" y="919822"/>
                  <a:ext cx="379080" cy="13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FDCD338-BA27-D52A-2996-3079CAD629F1}"/>
                    </a:ext>
                  </a:extLst>
                </p14:cNvPr>
                <p14:cNvContentPartPr/>
                <p14:nvPr/>
              </p14:nvContentPartPr>
              <p14:xfrm>
                <a:off x="4422407" y="1066702"/>
                <a:ext cx="45360" cy="264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FDCD338-BA27-D52A-2996-3079CAD629F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04407" y="1048702"/>
                  <a:ext cx="810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E437AFF-3AB8-CC4E-5678-5B6F1BE8D192}"/>
                    </a:ext>
                  </a:extLst>
                </p14:cNvPr>
                <p14:cNvContentPartPr/>
                <p14:nvPr/>
              </p14:nvContentPartPr>
              <p14:xfrm>
                <a:off x="4313327" y="1535782"/>
                <a:ext cx="221760" cy="126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E437AFF-3AB8-CC4E-5678-5B6F1BE8D19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95687" y="1517782"/>
                  <a:ext cx="2574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27AC778-F6C1-D8B9-B561-C7028BF9F4B3}"/>
                    </a:ext>
                  </a:extLst>
                </p14:cNvPr>
                <p14:cNvContentPartPr/>
                <p14:nvPr/>
              </p14:nvContentPartPr>
              <p14:xfrm>
                <a:off x="4217567" y="1853662"/>
                <a:ext cx="214560" cy="231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27AC778-F6C1-D8B9-B561-C7028BF9F4B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99927" y="1836022"/>
                  <a:ext cx="2502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22295DD-0210-77D5-CD5A-26DBFFB911D1}"/>
                    </a:ext>
                  </a:extLst>
                </p14:cNvPr>
                <p14:cNvContentPartPr/>
                <p14:nvPr/>
              </p14:nvContentPartPr>
              <p14:xfrm>
                <a:off x="4845047" y="1144462"/>
                <a:ext cx="284760" cy="173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22295DD-0210-77D5-CD5A-26DBFFB911D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827047" y="1126462"/>
                  <a:ext cx="3204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D3D7FE8-3785-231C-6D15-B6FA3BA77DAE}"/>
                    </a:ext>
                  </a:extLst>
                </p14:cNvPr>
                <p14:cNvContentPartPr/>
                <p14:nvPr/>
              </p14:nvContentPartPr>
              <p14:xfrm>
                <a:off x="4840007" y="1510582"/>
                <a:ext cx="131400" cy="284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D3D7FE8-3785-231C-6D15-B6FA3BA77DA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822007" y="1492582"/>
                  <a:ext cx="1670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FDCC486-DA5B-51BE-E003-796A0812418E}"/>
                    </a:ext>
                  </a:extLst>
                </p14:cNvPr>
                <p14:cNvContentPartPr/>
                <p14:nvPr/>
              </p14:nvContentPartPr>
              <p14:xfrm>
                <a:off x="4820927" y="1873102"/>
                <a:ext cx="122760" cy="208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FDCC486-DA5B-51BE-E003-796A0812418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802927" y="1855462"/>
                  <a:ext cx="1584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1028BC4-340D-693A-2A99-E04F69238F6C}"/>
                    </a:ext>
                  </a:extLst>
                </p14:cNvPr>
                <p14:cNvContentPartPr/>
                <p14:nvPr/>
              </p14:nvContentPartPr>
              <p14:xfrm>
                <a:off x="4815167" y="954382"/>
                <a:ext cx="601200" cy="1315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1028BC4-340D-693A-2A99-E04F69238F6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97167" y="936382"/>
                  <a:ext cx="636840" cy="135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BCFA711-F07E-8BD7-4D33-F29C9791B0C8}"/>
              </a:ext>
            </a:extLst>
          </p:cNvPr>
          <p:cNvGrpSpPr/>
          <p:nvPr/>
        </p:nvGrpSpPr>
        <p:grpSpPr>
          <a:xfrm>
            <a:off x="278087" y="2751502"/>
            <a:ext cx="1380600" cy="626400"/>
            <a:chOff x="278087" y="2751502"/>
            <a:chExt cx="1380600" cy="62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B561250-8F71-D507-9E08-69531B5A0E06}"/>
                    </a:ext>
                  </a:extLst>
                </p14:cNvPr>
                <p14:cNvContentPartPr/>
                <p14:nvPr/>
              </p14:nvContentPartPr>
              <p14:xfrm>
                <a:off x="278087" y="2815582"/>
                <a:ext cx="227880" cy="256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B561250-8F71-D507-9E08-69531B5A0E0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60447" y="2797582"/>
                  <a:ext cx="2635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F5AEBB3-7F9A-B63B-17EE-92E4C10774A1}"/>
                    </a:ext>
                  </a:extLst>
                </p14:cNvPr>
                <p14:cNvContentPartPr/>
                <p14:nvPr/>
              </p14:nvContentPartPr>
              <p14:xfrm>
                <a:off x="562847" y="2751502"/>
                <a:ext cx="353520" cy="626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F5AEBB3-7F9A-B63B-17EE-92E4C10774A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45207" y="2733862"/>
                  <a:ext cx="389160" cy="6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B61A8D1-767E-69FD-0FF1-A9D34893E6E9}"/>
                    </a:ext>
                  </a:extLst>
                </p14:cNvPr>
                <p14:cNvContentPartPr/>
                <p14:nvPr/>
              </p14:nvContentPartPr>
              <p14:xfrm>
                <a:off x="893687" y="2896582"/>
                <a:ext cx="183240" cy="154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B61A8D1-767E-69FD-0FF1-A9D34893E6E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76047" y="2878942"/>
                  <a:ext cx="2188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AB773BF-16CC-1B00-B397-3E79A8CCA77D}"/>
                    </a:ext>
                  </a:extLst>
                </p14:cNvPr>
                <p14:cNvContentPartPr/>
                <p14:nvPr/>
              </p14:nvContentPartPr>
              <p14:xfrm>
                <a:off x="568967" y="2867062"/>
                <a:ext cx="259560" cy="12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AB773BF-16CC-1B00-B397-3E79A8CCA77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51327" y="2849062"/>
                  <a:ext cx="2952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3B4378A-D535-668D-5740-36A09EBBFF7C}"/>
                    </a:ext>
                  </a:extLst>
                </p14:cNvPr>
                <p14:cNvContentPartPr/>
                <p14:nvPr/>
              </p14:nvContentPartPr>
              <p14:xfrm>
                <a:off x="1274207" y="2853382"/>
                <a:ext cx="21240" cy="160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3B4378A-D535-668D-5740-36A09EBBFF7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256207" y="2835742"/>
                  <a:ext cx="568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2C028CB-B8D7-2359-AC66-3601CF047AAE}"/>
                    </a:ext>
                  </a:extLst>
                </p14:cNvPr>
                <p14:cNvContentPartPr/>
                <p14:nvPr/>
              </p14:nvContentPartPr>
              <p14:xfrm>
                <a:off x="1240007" y="2847622"/>
                <a:ext cx="46440" cy="273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2C028CB-B8D7-2359-AC66-3601CF047AA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222367" y="2829622"/>
                  <a:ext cx="820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CC22461-0EF5-1FA2-5C4F-10FAB28BFE93}"/>
                    </a:ext>
                  </a:extLst>
                </p14:cNvPr>
                <p14:cNvContentPartPr/>
                <p14:nvPr/>
              </p14:nvContentPartPr>
              <p14:xfrm>
                <a:off x="1622327" y="2856262"/>
                <a:ext cx="36360" cy="30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CC22461-0EF5-1FA2-5C4F-10FAB28BFE9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04687" y="2838622"/>
                  <a:ext cx="72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8A578DC-42C4-7560-36C9-AAE68EB6E5D9}"/>
                    </a:ext>
                  </a:extLst>
                </p14:cNvPr>
                <p14:cNvContentPartPr/>
                <p14:nvPr/>
              </p14:nvContentPartPr>
              <p14:xfrm>
                <a:off x="1552127" y="3051022"/>
                <a:ext cx="17280" cy="37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8A578DC-42C4-7560-36C9-AAE68EB6E5D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534487" y="3033022"/>
                  <a:ext cx="5292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C9B3C80-C98A-B121-4170-E1768EEC6993}"/>
              </a:ext>
            </a:extLst>
          </p:cNvPr>
          <p:cNvGrpSpPr/>
          <p:nvPr/>
        </p:nvGrpSpPr>
        <p:grpSpPr>
          <a:xfrm>
            <a:off x="2497127" y="2747542"/>
            <a:ext cx="1990440" cy="765000"/>
            <a:chOff x="2497127" y="2747542"/>
            <a:chExt cx="1990440" cy="76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D699667-0891-94BC-AB01-248611867118}"/>
                    </a:ext>
                  </a:extLst>
                </p14:cNvPr>
                <p14:cNvContentPartPr/>
                <p14:nvPr/>
              </p14:nvContentPartPr>
              <p14:xfrm>
                <a:off x="2497127" y="2808742"/>
                <a:ext cx="254160" cy="414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D699667-0891-94BC-AB01-24861186711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479127" y="2791102"/>
                  <a:ext cx="28980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31D40AC-682B-1C5F-1FEB-6E5DC4505684}"/>
                    </a:ext>
                  </a:extLst>
                </p14:cNvPr>
                <p14:cNvContentPartPr/>
                <p14:nvPr/>
              </p14:nvContentPartPr>
              <p14:xfrm>
                <a:off x="2839847" y="2853022"/>
                <a:ext cx="719640" cy="348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31D40AC-682B-1C5F-1FEB-6E5DC450568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21847" y="2835382"/>
                  <a:ext cx="75528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64B4D58-22D7-1C68-279C-7F60A58B3139}"/>
                    </a:ext>
                  </a:extLst>
                </p14:cNvPr>
                <p14:cNvContentPartPr/>
                <p14:nvPr/>
              </p14:nvContentPartPr>
              <p14:xfrm>
                <a:off x="3761447" y="2747542"/>
                <a:ext cx="240120" cy="386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64B4D58-22D7-1C68-279C-7F60A58B313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743447" y="2729902"/>
                  <a:ext cx="27576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7BA37CE-D627-C8A3-E169-5BFB92385EAC}"/>
                    </a:ext>
                  </a:extLst>
                </p14:cNvPr>
                <p14:cNvContentPartPr/>
                <p14:nvPr/>
              </p14:nvContentPartPr>
              <p14:xfrm>
                <a:off x="3985727" y="2801902"/>
                <a:ext cx="59040" cy="49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7BA37CE-D627-C8A3-E169-5BFB92385EA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967727" y="2784262"/>
                  <a:ext cx="946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43A0DFF-7BD8-1F8B-3547-6AF920075905}"/>
                    </a:ext>
                  </a:extLst>
                </p14:cNvPr>
                <p14:cNvContentPartPr/>
                <p14:nvPr/>
              </p14:nvContentPartPr>
              <p14:xfrm>
                <a:off x="3654167" y="2860582"/>
                <a:ext cx="249480" cy="19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43A0DFF-7BD8-1F8B-3547-6AF92007590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636167" y="2842582"/>
                  <a:ext cx="2851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70A00BB-2DF3-5CC9-D1B9-1783D47B371C}"/>
                    </a:ext>
                  </a:extLst>
                </p14:cNvPr>
                <p14:cNvContentPartPr/>
                <p14:nvPr/>
              </p14:nvContentPartPr>
              <p14:xfrm>
                <a:off x="4003007" y="2787142"/>
                <a:ext cx="335520" cy="610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70A00BB-2DF3-5CC9-D1B9-1783D47B371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985007" y="2769142"/>
                  <a:ext cx="371160" cy="6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2025F57-2CEA-7A04-6366-23B76EDABF3E}"/>
                    </a:ext>
                  </a:extLst>
                </p14:cNvPr>
                <p14:cNvContentPartPr/>
                <p14:nvPr/>
              </p14:nvContentPartPr>
              <p14:xfrm>
                <a:off x="3997967" y="2960662"/>
                <a:ext cx="489600" cy="551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2025F57-2CEA-7A04-6366-23B76EDABF3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80327" y="2942662"/>
                  <a:ext cx="525240" cy="58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91BA24A-1833-454B-ACE5-76977748750F}"/>
              </a:ext>
            </a:extLst>
          </p:cNvPr>
          <p:cNvGrpSpPr/>
          <p:nvPr/>
        </p:nvGrpSpPr>
        <p:grpSpPr>
          <a:xfrm>
            <a:off x="4982927" y="2707222"/>
            <a:ext cx="942120" cy="392400"/>
            <a:chOff x="4982927" y="2707222"/>
            <a:chExt cx="942120" cy="39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DA5C8E9-E471-1E8D-3CC1-1345ACCAE6A7}"/>
                    </a:ext>
                  </a:extLst>
                </p14:cNvPr>
                <p14:cNvContentPartPr/>
                <p14:nvPr/>
              </p14:nvContentPartPr>
              <p14:xfrm>
                <a:off x="5026847" y="2707222"/>
                <a:ext cx="898200" cy="392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DA5C8E9-E471-1E8D-3CC1-1345ACCAE6A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008847" y="2689222"/>
                  <a:ext cx="93384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A2C12B7-CD1F-5870-5DB0-41E8C9A04BB7}"/>
                    </a:ext>
                  </a:extLst>
                </p14:cNvPr>
                <p14:cNvContentPartPr/>
                <p14:nvPr/>
              </p14:nvContentPartPr>
              <p14:xfrm>
                <a:off x="4982927" y="2777062"/>
                <a:ext cx="243720" cy="15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A2C12B7-CD1F-5870-5DB0-41E8C9A04BB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65287" y="2759062"/>
                  <a:ext cx="27936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A04EAEE-0006-9996-3E64-DB21B76B7219}"/>
              </a:ext>
            </a:extLst>
          </p:cNvPr>
          <p:cNvGrpSpPr/>
          <p:nvPr/>
        </p:nvGrpSpPr>
        <p:grpSpPr>
          <a:xfrm>
            <a:off x="6461087" y="2612902"/>
            <a:ext cx="3402000" cy="495000"/>
            <a:chOff x="6461087" y="2612902"/>
            <a:chExt cx="3402000" cy="49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5E509C1-49D2-89F0-8284-06F8F54699F0}"/>
                    </a:ext>
                  </a:extLst>
                </p14:cNvPr>
                <p14:cNvContentPartPr/>
                <p14:nvPr/>
              </p14:nvContentPartPr>
              <p14:xfrm>
                <a:off x="6461087" y="2667982"/>
                <a:ext cx="584280" cy="4028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5E509C1-49D2-89F0-8284-06F8F54699F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443087" y="2649982"/>
                  <a:ext cx="61992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6BECDDD-DA0F-5B60-7352-3DAAACAF6CDD}"/>
                    </a:ext>
                  </a:extLst>
                </p14:cNvPr>
                <p14:cNvContentPartPr/>
                <p14:nvPr/>
              </p14:nvContentPartPr>
              <p14:xfrm>
                <a:off x="7045727" y="2896222"/>
                <a:ext cx="373680" cy="178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6BECDDD-DA0F-5B60-7352-3DAAACAF6CD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027727" y="2878582"/>
                  <a:ext cx="4093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0B3678D-B9BD-A34C-65CC-04A3D173FB3E}"/>
                    </a:ext>
                  </a:extLst>
                </p14:cNvPr>
                <p14:cNvContentPartPr/>
                <p14:nvPr/>
              </p14:nvContentPartPr>
              <p14:xfrm>
                <a:off x="7528127" y="2863102"/>
                <a:ext cx="8640" cy="51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0B3678D-B9BD-A34C-65CC-04A3D173FB3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510487" y="2845102"/>
                  <a:ext cx="442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48E04B0-49AA-1F20-C458-B1D11966C5FC}"/>
                    </a:ext>
                  </a:extLst>
                </p14:cNvPr>
                <p14:cNvContentPartPr/>
                <p14:nvPr/>
              </p14:nvContentPartPr>
              <p14:xfrm>
                <a:off x="7419767" y="2883622"/>
                <a:ext cx="583560" cy="2242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48E04B0-49AA-1F20-C458-B1D11966C5F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401767" y="2865982"/>
                  <a:ext cx="6192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2A3C6C3-CE2B-E4EC-5DCE-75A867161F6C}"/>
                    </a:ext>
                  </a:extLst>
                </p14:cNvPr>
                <p14:cNvContentPartPr/>
                <p14:nvPr/>
              </p14:nvContentPartPr>
              <p14:xfrm>
                <a:off x="8320847" y="2842582"/>
                <a:ext cx="379800" cy="181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2A3C6C3-CE2B-E4EC-5DCE-75A867161F6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302847" y="2824942"/>
                  <a:ext cx="4154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A573194-A656-9F4F-B70D-B2FAC9CD48ED}"/>
                    </a:ext>
                  </a:extLst>
                </p14:cNvPr>
                <p14:cNvContentPartPr/>
                <p14:nvPr/>
              </p14:nvContentPartPr>
              <p14:xfrm>
                <a:off x="8834927" y="2866342"/>
                <a:ext cx="216720" cy="128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A573194-A656-9F4F-B70D-B2FAC9CD48E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16927" y="2848702"/>
                  <a:ext cx="2523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96E4A23-A9DE-7A6B-3BAE-12339AE93B79}"/>
                    </a:ext>
                  </a:extLst>
                </p14:cNvPr>
                <p14:cNvContentPartPr/>
                <p14:nvPr/>
              </p14:nvContentPartPr>
              <p14:xfrm>
                <a:off x="9133007" y="2612902"/>
                <a:ext cx="121320" cy="357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96E4A23-A9DE-7A6B-3BAE-12339AE93B7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115367" y="2594902"/>
                  <a:ext cx="15696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78F6D4D-220A-BE62-FD09-F36C987453C6}"/>
                    </a:ext>
                  </a:extLst>
                </p14:cNvPr>
                <p14:cNvContentPartPr/>
                <p14:nvPr/>
              </p14:nvContentPartPr>
              <p14:xfrm>
                <a:off x="9287447" y="2753662"/>
                <a:ext cx="575640" cy="187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78F6D4D-220A-BE62-FD09-F36C987453C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269807" y="2735662"/>
                  <a:ext cx="6112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7C6E01D-C8E1-7E7E-29BF-D2BA3ECCE6B8}"/>
                    </a:ext>
                  </a:extLst>
                </p14:cNvPr>
                <p14:cNvContentPartPr/>
                <p14:nvPr/>
              </p14:nvContentPartPr>
              <p14:xfrm>
                <a:off x="9258647" y="2647822"/>
                <a:ext cx="277920" cy="43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7C6E01D-C8E1-7E7E-29BF-D2BA3ECCE6B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241007" y="2629822"/>
                  <a:ext cx="313560" cy="7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DDA618C6-2BE4-656C-002F-80844864B1E2}"/>
                  </a:ext>
                </a:extLst>
              </p14:cNvPr>
              <p14:cNvContentPartPr/>
              <p14:nvPr/>
            </p14:nvContentPartPr>
            <p14:xfrm>
              <a:off x="10677767" y="3026182"/>
              <a:ext cx="19440" cy="115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DDA618C6-2BE4-656C-002F-80844864B1E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0660127" y="3008542"/>
                <a:ext cx="5508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65B6260-280A-F3B2-AB2D-1F302514F93E}"/>
              </a:ext>
            </a:extLst>
          </p:cNvPr>
          <p:cNvGrpSpPr/>
          <p:nvPr/>
        </p:nvGrpSpPr>
        <p:grpSpPr>
          <a:xfrm>
            <a:off x="829607" y="3723502"/>
            <a:ext cx="2359800" cy="1360440"/>
            <a:chOff x="829607" y="3723502"/>
            <a:chExt cx="2359800" cy="13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ECF632A-D330-59CC-BA91-9F2E7CC90DF9}"/>
                    </a:ext>
                  </a:extLst>
                </p14:cNvPr>
                <p14:cNvContentPartPr/>
                <p14:nvPr/>
              </p14:nvContentPartPr>
              <p14:xfrm>
                <a:off x="829607" y="3907822"/>
                <a:ext cx="261720" cy="274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ECF632A-D330-59CC-BA91-9F2E7CC90DF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11967" y="3889822"/>
                  <a:ext cx="2973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9B7B898-D603-3129-9319-FF6612BAD1CF}"/>
                    </a:ext>
                  </a:extLst>
                </p14:cNvPr>
                <p14:cNvContentPartPr/>
                <p14:nvPr/>
              </p14:nvContentPartPr>
              <p14:xfrm>
                <a:off x="1216607" y="4112302"/>
                <a:ext cx="33840" cy="183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9B7B898-D603-3129-9319-FF6612BAD1C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98967" y="4094662"/>
                  <a:ext cx="694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E23B47A-1D64-B4D0-FC7F-C96F9D56B764}"/>
                    </a:ext>
                  </a:extLst>
                </p14:cNvPr>
                <p14:cNvContentPartPr/>
                <p14:nvPr/>
              </p14:nvContentPartPr>
              <p14:xfrm>
                <a:off x="1506767" y="4095022"/>
                <a:ext cx="117000" cy="20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E23B47A-1D64-B4D0-FC7F-C96F9D56B76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488767" y="4077022"/>
                  <a:ext cx="1526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D1EEB0A-0F3A-02E8-78CC-6304C7B9C6B7}"/>
                    </a:ext>
                  </a:extLst>
                </p14:cNvPr>
                <p14:cNvContentPartPr/>
                <p14:nvPr/>
              </p14:nvContentPartPr>
              <p14:xfrm>
                <a:off x="1511087" y="4174582"/>
                <a:ext cx="114120" cy="33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D1EEB0A-0F3A-02E8-78CC-6304C7B9C6B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493087" y="4156942"/>
                  <a:ext cx="1497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2C937B3-8C7A-BF1A-19D0-61999DAC74D3}"/>
                    </a:ext>
                  </a:extLst>
                </p14:cNvPr>
                <p14:cNvContentPartPr/>
                <p14:nvPr/>
              </p14:nvContentPartPr>
              <p14:xfrm>
                <a:off x="1877927" y="3723502"/>
                <a:ext cx="332280" cy="13208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2C937B3-8C7A-BF1A-19D0-61999DAC74D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859927" y="3705862"/>
                  <a:ext cx="367920" cy="13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D7E8778-34AA-81D7-8C59-9779E8DE6553}"/>
                    </a:ext>
                  </a:extLst>
                </p14:cNvPr>
                <p14:cNvContentPartPr/>
                <p14:nvPr/>
              </p14:nvContentPartPr>
              <p14:xfrm>
                <a:off x="2490287" y="3876142"/>
                <a:ext cx="63000" cy="2451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D7E8778-34AA-81D7-8C59-9779E8DE655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472287" y="3858142"/>
                  <a:ext cx="986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BFBF33E-CE3B-4CD0-3BCD-2F3D2B351FB3}"/>
                    </a:ext>
                  </a:extLst>
                </p14:cNvPr>
                <p14:cNvContentPartPr/>
                <p14:nvPr/>
              </p14:nvContentPartPr>
              <p14:xfrm>
                <a:off x="2363567" y="4403902"/>
                <a:ext cx="180360" cy="151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BFBF33E-CE3B-4CD0-3BCD-2F3D2B351FB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345567" y="4385902"/>
                  <a:ext cx="2160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9C425B8-BDE7-8D93-6428-1C309E683123}"/>
                    </a:ext>
                  </a:extLst>
                </p14:cNvPr>
                <p14:cNvContentPartPr/>
                <p14:nvPr/>
              </p14:nvContentPartPr>
              <p14:xfrm>
                <a:off x="2159807" y="4777222"/>
                <a:ext cx="194400" cy="205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9C425B8-BDE7-8D93-6428-1C309E68312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142167" y="4759222"/>
                  <a:ext cx="2300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7D48CC1-EDC2-5EE2-68BB-884DD50231BB}"/>
                    </a:ext>
                  </a:extLst>
                </p14:cNvPr>
                <p14:cNvContentPartPr/>
                <p14:nvPr/>
              </p14:nvContentPartPr>
              <p14:xfrm>
                <a:off x="2609447" y="3735382"/>
                <a:ext cx="579960" cy="1348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7D48CC1-EDC2-5EE2-68BB-884DD50231B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591807" y="3717382"/>
                  <a:ext cx="615600" cy="138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5728924-5575-7173-BD04-E9C4CB94FDC1}"/>
              </a:ext>
            </a:extLst>
          </p:cNvPr>
          <p:cNvGrpSpPr/>
          <p:nvPr/>
        </p:nvGrpSpPr>
        <p:grpSpPr>
          <a:xfrm>
            <a:off x="4406567" y="3940222"/>
            <a:ext cx="899640" cy="395280"/>
            <a:chOff x="4406567" y="3940222"/>
            <a:chExt cx="899640" cy="39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C592E7C-095B-CCBF-2CFF-D9AAE392A586}"/>
                    </a:ext>
                  </a:extLst>
                </p14:cNvPr>
                <p14:cNvContentPartPr/>
                <p14:nvPr/>
              </p14:nvContentPartPr>
              <p14:xfrm>
                <a:off x="4406567" y="4137862"/>
                <a:ext cx="212760" cy="197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C592E7C-095B-CCBF-2CFF-D9AAE392A58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388927" y="4120222"/>
                  <a:ext cx="2484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45FCD64-AAD4-534B-DE3C-9AFFDAFAC865}"/>
                    </a:ext>
                  </a:extLst>
                </p14:cNvPr>
                <p14:cNvContentPartPr/>
                <p14:nvPr/>
              </p14:nvContentPartPr>
              <p14:xfrm>
                <a:off x="4760087" y="4171702"/>
                <a:ext cx="197640" cy="162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45FCD64-AAD4-534B-DE3C-9AFFDAFAC86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42087" y="4154062"/>
                  <a:ext cx="2332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383434E-C85A-ECCB-CEA6-18639CBFB609}"/>
                    </a:ext>
                  </a:extLst>
                </p14:cNvPr>
                <p14:cNvContentPartPr/>
                <p14:nvPr/>
              </p14:nvContentPartPr>
              <p14:xfrm>
                <a:off x="5066807" y="3940222"/>
                <a:ext cx="239400" cy="384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383434E-C85A-ECCB-CEA6-18639CBFB60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049167" y="3922582"/>
                  <a:ext cx="275040" cy="42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ECB2A4F-3B32-0B4C-517F-E91D4BE007C1}"/>
              </a:ext>
            </a:extLst>
          </p:cNvPr>
          <p:cNvGrpSpPr/>
          <p:nvPr/>
        </p:nvGrpSpPr>
        <p:grpSpPr>
          <a:xfrm>
            <a:off x="6157967" y="4018342"/>
            <a:ext cx="853920" cy="325440"/>
            <a:chOff x="6157967" y="4018342"/>
            <a:chExt cx="85392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27E8595-C7D6-843F-9EA1-0E3E3B1DE615}"/>
                    </a:ext>
                  </a:extLst>
                </p14:cNvPr>
                <p14:cNvContentPartPr/>
                <p14:nvPr/>
              </p14:nvContentPartPr>
              <p14:xfrm>
                <a:off x="6157967" y="4018342"/>
                <a:ext cx="171720" cy="2228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27E8595-C7D6-843F-9EA1-0E3E3B1DE61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39967" y="4000702"/>
                  <a:ext cx="2073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F031EE5-05CB-B522-29D3-5C2272184584}"/>
                    </a:ext>
                  </a:extLst>
                </p14:cNvPr>
                <p14:cNvContentPartPr/>
                <p14:nvPr/>
              </p14:nvContentPartPr>
              <p14:xfrm>
                <a:off x="6341927" y="4162702"/>
                <a:ext cx="220320" cy="181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031EE5-05CB-B522-29D3-5C227218458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323927" y="4145062"/>
                  <a:ext cx="2559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07D7673-FC68-4632-E54E-19B25DD11851}"/>
                    </a:ext>
                  </a:extLst>
                </p14:cNvPr>
                <p14:cNvContentPartPr/>
                <p14:nvPr/>
              </p14:nvContentPartPr>
              <p14:xfrm>
                <a:off x="6853127" y="4045342"/>
                <a:ext cx="139320" cy="54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07D7673-FC68-4632-E54E-19B25DD1185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835487" y="4027702"/>
                  <a:ext cx="1749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7F03A10-6C76-A2F3-B63C-898073C3FDB0}"/>
                    </a:ext>
                  </a:extLst>
                </p14:cNvPr>
                <p14:cNvContentPartPr/>
                <p14:nvPr/>
              </p14:nvContentPartPr>
              <p14:xfrm>
                <a:off x="6866807" y="4121662"/>
                <a:ext cx="145080" cy="198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7F03A10-6C76-A2F3-B63C-898073C3FDB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848807" y="4103662"/>
                  <a:ext cx="18072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0A5CCF2-A863-BDF2-3878-2E7AA2DC4055}"/>
              </a:ext>
            </a:extLst>
          </p:cNvPr>
          <p:cNvGrpSpPr/>
          <p:nvPr/>
        </p:nvGrpSpPr>
        <p:grpSpPr>
          <a:xfrm>
            <a:off x="7394567" y="3462862"/>
            <a:ext cx="1446840" cy="1686960"/>
            <a:chOff x="7394567" y="3462862"/>
            <a:chExt cx="1446840" cy="168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41A3548-5D81-A7B2-3069-AC95E573448D}"/>
                    </a:ext>
                  </a:extLst>
                </p14:cNvPr>
                <p14:cNvContentPartPr/>
                <p14:nvPr/>
              </p14:nvContentPartPr>
              <p14:xfrm>
                <a:off x="7394567" y="3572662"/>
                <a:ext cx="495000" cy="1480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41A3548-5D81-A7B2-3069-AC95E573448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376567" y="3555022"/>
                  <a:ext cx="530640" cy="15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CDE315D-C58E-3622-4DFA-9AFAED1C47BA}"/>
                    </a:ext>
                  </a:extLst>
                </p14:cNvPr>
                <p14:cNvContentPartPr/>
                <p14:nvPr/>
              </p14:nvContentPartPr>
              <p14:xfrm>
                <a:off x="7983527" y="3688942"/>
                <a:ext cx="216720" cy="214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CDE315D-C58E-3622-4DFA-9AFAED1C47B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965887" y="3671302"/>
                  <a:ext cx="2523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981A198-A164-12C3-1306-B8A538CB6A3E}"/>
                    </a:ext>
                  </a:extLst>
                </p14:cNvPr>
                <p14:cNvContentPartPr/>
                <p14:nvPr/>
              </p14:nvContentPartPr>
              <p14:xfrm>
                <a:off x="7860047" y="4153702"/>
                <a:ext cx="129600" cy="304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981A198-A164-12C3-1306-B8A538CB6A3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842047" y="4136062"/>
                  <a:ext cx="1652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8C8792E-7AEB-DE63-F40C-3836E1237C84}"/>
                    </a:ext>
                  </a:extLst>
                </p14:cNvPr>
                <p14:cNvContentPartPr/>
                <p14:nvPr/>
              </p14:nvContentPartPr>
              <p14:xfrm>
                <a:off x="7794527" y="4597942"/>
                <a:ext cx="114120" cy="184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8C8792E-7AEB-DE63-F40C-3836E1237C8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776527" y="4579942"/>
                  <a:ext cx="1497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95EF8BC-D369-E785-0749-91E7439E1864}"/>
                    </a:ext>
                  </a:extLst>
                </p14:cNvPr>
                <p14:cNvContentPartPr/>
                <p14:nvPr/>
              </p14:nvContentPartPr>
              <p14:xfrm>
                <a:off x="7738727" y="3462862"/>
                <a:ext cx="1102680" cy="1686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95EF8BC-D369-E785-0749-91E7439E186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721087" y="3444862"/>
                  <a:ext cx="1138320" cy="172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5A6C685-F3B2-8E5F-7890-67E328E249FD}"/>
              </a:ext>
            </a:extLst>
          </p:cNvPr>
          <p:cNvGrpSpPr/>
          <p:nvPr/>
        </p:nvGrpSpPr>
        <p:grpSpPr>
          <a:xfrm>
            <a:off x="2613767" y="5618182"/>
            <a:ext cx="985680" cy="409680"/>
            <a:chOff x="2613767" y="5618182"/>
            <a:chExt cx="985680" cy="40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38C264B-3076-4C83-EB36-5205E4C92D6F}"/>
                    </a:ext>
                  </a:extLst>
                </p14:cNvPr>
                <p14:cNvContentPartPr/>
                <p14:nvPr/>
              </p14:nvContentPartPr>
              <p14:xfrm>
                <a:off x="2613767" y="5618182"/>
                <a:ext cx="247680" cy="279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38C264B-3076-4C83-EB36-5205E4C92D6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595767" y="5600542"/>
                  <a:ext cx="28332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94929B4-D811-4A5A-787C-3766E2B3B51E}"/>
                    </a:ext>
                  </a:extLst>
                </p14:cNvPr>
                <p14:cNvContentPartPr/>
                <p14:nvPr/>
              </p14:nvContentPartPr>
              <p14:xfrm>
                <a:off x="2991767" y="5848582"/>
                <a:ext cx="206280" cy="179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94929B4-D811-4A5A-787C-3766E2B3B51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973767" y="5830582"/>
                  <a:ext cx="2419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72F86C8-CD30-C9B0-5E7E-E94FB68118A6}"/>
                    </a:ext>
                  </a:extLst>
                </p14:cNvPr>
                <p14:cNvContentPartPr/>
                <p14:nvPr/>
              </p14:nvContentPartPr>
              <p14:xfrm>
                <a:off x="3425927" y="5699182"/>
                <a:ext cx="173520" cy="54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72F86C8-CD30-C9B0-5E7E-E94FB68118A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408287" y="5681542"/>
                  <a:ext cx="2091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95393F1-ACD5-0A0D-DF65-B9C7920D3ED0}"/>
                    </a:ext>
                  </a:extLst>
                </p14:cNvPr>
                <p14:cNvContentPartPr/>
                <p14:nvPr/>
              </p14:nvContentPartPr>
              <p14:xfrm>
                <a:off x="3475247" y="5754262"/>
                <a:ext cx="115920" cy="36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95393F1-ACD5-0A0D-DF65-B9C7920D3ED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457607" y="5736622"/>
                  <a:ext cx="15156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9A2BF63-56CD-D781-1C05-C9CDDE949502}"/>
              </a:ext>
            </a:extLst>
          </p:cNvPr>
          <p:cNvGrpSpPr/>
          <p:nvPr/>
        </p:nvGrpSpPr>
        <p:grpSpPr>
          <a:xfrm>
            <a:off x="3926327" y="5504062"/>
            <a:ext cx="763920" cy="638640"/>
            <a:chOff x="3926327" y="5504062"/>
            <a:chExt cx="763920" cy="63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C12CE62-FFB6-7D63-37BD-DB5BF54B0E45}"/>
                    </a:ext>
                  </a:extLst>
                </p14:cNvPr>
                <p14:cNvContentPartPr/>
                <p14:nvPr/>
              </p14:nvContentPartPr>
              <p14:xfrm>
                <a:off x="3926327" y="5504062"/>
                <a:ext cx="155160" cy="298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C12CE62-FFB6-7D63-37BD-DB5BF54B0E4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908687" y="5486062"/>
                  <a:ext cx="1908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A89166B-BB47-C00C-5289-FCADB6D7EAE9}"/>
                    </a:ext>
                  </a:extLst>
                </p14:cNvPr>
                <p14:cNvContentPartPr/>
                <p14:nvPr/>
              </p14:nvContentPartPr>
              <p14:xfrm>
                <a:off x="4310087" y="5545462"/>
                <a:ext cx="205560" cy="2412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A89166B-BB47-C00C-5289-FCADB6D7EAE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292087" y="5527462"/>
                  <a:ext cx="2412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EEB650F-A4E7-B415-C36A-DAFDE6C286AD}"/>
                    </a:ext>
                  </a:extLst>
                </p14:cNvPr>
                <p14:cNvContentPartPr/>
                <p14:nvPr/>
              </p14:nvContentPartPr>
              <p14:xfrm>
                <a:off x="4541567" y="5771902"/>
                <a:ext cx="148680" cy="370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EEB650F-A4E7-B415-C36A-DAFDE6C286A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523927" y="5753902"/>
                  <a:ext cx="184320" cy="40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F407BEB-4D64-52BF-BCA5-B2951AF1437C}"/>
              </a:ext>
            </a:extLst>
          </p:cNvPr>
          <p:cNvGrpSpPr/>
          <p:nvPr/>
        </p:nvGrpSpPr>
        <p:grpSpPr>
          <a:xfrm>
            <a:off x="434687" y="6297862"/>
            <a:ext cx="383040" cy="241200"/>
            <a:chOff x="434687" y="6297862"/>
            <a:chExt cx="383040" cy="24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25F00D5-15F6-51A1-C5FA-171693BA083D}"/>
                    </a:ext>
                  </a:extLst>
                </p14:cNvPr>
                <p14:cNvContentPartPr/>
                <p14:nvPr/>
              </p14:nvContentPartPr>
              <p14:xfrm>
                <a:off x="434687" y="6297862"/>
                <a:ext cx="189000" cy="241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25F00D5-15F6-51A1-C5FA-171693BA083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16687" y="6279862"/>
                  <a:ext cx="2246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045BE3B-8E16-DFA2-EFC7-AED1C79BD807}"/>
                    </a:ext>
                  </a:extLst>
                </p14:cNvPr>
                <p14:cNvContentPartPr/>
                <p14:nvPr/>
              </p14:nvContentPartPr>
              <p14:xfrm>
                <a:off x="710087" y="6376702"/>
                <a:ext cx="107640" cy="123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045BE3B-8E16-DFA2-EFC7-AED1C79BD80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92447" y="6358702"/>
                  <a:ext cx="14328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B225349-B31A-6C91-DBF1-A995071C8BB4}"/>
              </a:ext>
            </a:extLst>
          </p:cNvPr>
          <p:cNvGrpSpPr/>
          <p:nvPr/>
        </p:nvGrpSpPr>
        <p:grpSpPr>
          <a:xfrm>
            <a:off x="1223807" y="6267262"/>
            <a:ext cx="669960" cy="293400"/>
            <a:chOff x="1223807" y="6267262"/>
            <a:chExt cx="669960" cy="29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6C76C85-99AC-EF66-4A9F-0CEA204E2894}"/>
                    </a:ext>
                  </a:extLst>
                </p14:cNvPr>
                <p14:cNvContentPartPr/>
                <p14:nvPr/>
              </p14:nvContentPartPr>
              <p14:xfrm>
                <a:off x="1223807" y="6267262"/>
                <a:ext cx="669960" cy="2934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6C76C85-99AC-EF66-4A9F-0CEA204E289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205807" y="6249262"/>
                  <a:ext cx="7056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6D43741-DFF5-D78E-62D1-A8EB451060ED}"/>
                    </a:ext>
                  </a:extLst>
                </p14:cNvPr>
                <p14:cNvContentPartPr/>
                <p14:nvPr/>
              </p14:nvContentPartPr>
              <p14:xfrm>
                <a:off x="1296527" y="6368422"/>
                <a:ext cx="205560" cy="504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6D43741-DFF5-D78E-62D1-A8EB451060E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278527" y="6350782"/>
                  <a:ext cx="24120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049AF49-5708-4B60-F7FA-AF0C6184BA32}"/>
              </a:ext>
            </a:extLst>
          </p:cNvPr>
          <p:cNvGrpSpPr/>
          <p:nvPr/>
        </p:nvGrpSpPr>
        <p:grpSpPr>
          <a:xfrm>
            <a:off x="2413967" y="6279862"/>
            <a:ext cx="1462680" cy="314640"/>
            <a:chOff x="2413967" y="6279862"/>
            <a:chExt cx="146268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43643D1-9725-46FC-4100-CDD128D8D271}"/>
                    </a:ext>
                  </a:extLst>
                </p14:cNvPr>
                <p14:cNvContentPartPr/>
                <p14:nvPr/>
              </p14:nvContentPartPr>
              <p14:xfrm>
                <a:off x="2413967" y="6279862"/>
                <a:ext cx="714600" cy="3031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43643D1-9725-46FC-4100-CDD128D8D27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395967" y="6262222"/>
                  <a:ext cx="7502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0965BB7-A846-F8D5-4529-DA5657DE322D}"/>
                    </a:ext>
                  </a:extLst>
                </p14:cNvPr>
                <p14:cNvContentPartPr/>
                <p14:nvPr/>
              </p14:nvContentPartPr>
              <p14:xfrm>
                <a:off x="3243407" y="6449062"/>
                <a:ext cx="263160" cy="113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0965BB7-A846-F8D5-4529-DA5657DE322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225767" y="6431062"/>
                  <a:ext cx="2988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566FB11-B14E-E134-468C-C4F9E9A2EC1F}"/>
                    </a:ext>
                  </a:extLst>
                </p14:cNvPr>
                <p14:cNvContentPartPr/>
                <p14:nvPr/>
              </p14:nvContentPartPr>
              <p14:xfrm>
                <a:off x="3631487" y="6477862"/>
                <a:ext cx="245160" cy="1166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566FB11-B14E-E134-468C-C4F9E9A2EC1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613487" y="6460222"/>
                  <a:ext cx="280800" cy="15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138021F1-7197-C9E2-6668-D08DEB232058}"/>
                  </a:ext>
                </a:extLst>
              </p14:cNvPr>
              <p14:cNvContentPartPr/>
              <p14:nvPr/>
            </p14:nvContentPartPr>
            <p14:xfrm>
              <a:off x="4441487" y="6397942"/>
              <a:ext cx="660240" cy="20520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138021F1-7197-C9E2-6668-D08DEB232058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423487" y="6379942"/>
                <a:ext cx="695880" cy="24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9A212E9-9E72-48CF-A30C-EB9E20AF6743}"/>
              </a:ext>
            </a:extLst>
          </p:cNvPr>
          <p:cNvGrpSpPr/>
          <p:nvPr/>
        </p:nvGrpSpPr>
        <p:grpSpPr>
          <a:xfrm>
            <a:off x="5590967" y="6099502"/>
            <a:ext cx="2079720" cy="675360"/>
            <a:chOff x="5590967" y="6099502"/>
            <a:chExt cx="2079720" cy="67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CFB2D54-8C02-9DAA-3A5F-EBF8ECBCEA0A}"/>
                    </a:ext>
                  </a:extLst>
                </p14:cNvPr>
                <p14:cNvContentPartPr/>
                <p14:nvPr/>
              </p14:nvContentPartPr>
              <p14:xfrm>
                <a:off x="5590967" y="6234142"/>
                <a:ext cx="510480" cy="3067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CFB2D54-8C02-9DAA-3A5F-EBF8ECBCEA0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572967" y="6216502"/>
                  <a:ext cx="54612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00CFBAD-C913-92E9-F98B-30118B9E1FD2}"/>
                    </a:ext>
                  </a:extLst>
                </p14:cNvPr>
                <p14:cNvContentPartPr/>
                <p14:nvPr/>
              </p14:nvContentPartPr>
              <p14:xfrm>
                <a:off x="6045287" y="6184822"/>
                <a:ext cx="51840" cy="208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00CFBAD-C913-92E9-F98B-30118B9E1FD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027287" y="6166822"/>
                  <a:ext cx="874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293273E-0764-DE7A-102D-BB6FA9C92640}"/>
                    </a:ext>
                  </a:extLst>
                </p14:cNvPr>
                <p14:cNvContentPartPr/>
                <p14:nvPr/>
              </p14:nvContentPartPr>
              <p14:xfrm>
                <a:off x="6235007" y="6099502"/>
                <a:ext cx="1435680" cy="675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293273E-0764-DE7A-102D-BB6FA9C9264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217367" y="6081502"/>
                  <a:ext cx="1471320" cy="71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7C71149-CA00-A3C2-A2D9-3C366A3EC9C7}"/>
              </a:ext>
            </a:extLst>
          </p:cNvPr>
          <p:cNvGrpSpPr/>
          <p:nvPr/>
        </p:nvGrpSpPr>
        <p:grpSpPr>
          <a:xfrm>
            <a:off x="8364767" y="5877382"/>
            <a:ext cx="2769480" cy="864720"/>
            <a:chOff x="8364767" y="5877382"/>
            <a:chExt cx="2769480" cy="86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71BED6F-4B19-A101-DCAF-B47ED65A070D}"/>
                    </a:ext>
                  </a:extLst>
                </p14:cNvPr>
                <p14:cNvContentPartPr/>
                <p14:nvPr/>
              </p14:nvContentPartPr>
              <p14:xfrm>
                <a:off x="8364767" y="5933542"/>
                <a:ext cx="2581200" cy="8085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71BED6F-4B19-A101-DCAF-B47ED65A070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346767" y="5915902"/>
                  <a:ext cx="2616840" cy="84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C684898-2E1A-1D1E-E7F0-0381179AA1FA}"/>
                    </a:ext>
                  </a:extLst>
                </p14:cNvPr>
                <p14:cNvContentPartPr/>
                <p14:nvPr/>
              </p14:nvContentPartPr>
              <p14:xfrm>
                <a:off x="10466447" y="5877382"/>
                <a:ext cx="118440" cy="27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C684898-2E1A-1D1E-E7F0-0381179AA1F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448447" y="5859742"/>
                  <a:ext cx="154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88371A6-A8C3-9632-3EAE-44900FCA1FF7}"/>
                    </a:ext>
                  </a:extLst>
                </p14:cNvPr>
                <p14:cNvContentPartPr/>
                <p14:nvPr/>
              </p14:nvContentPartPr>
              <p14:xfrm>
                <a:off x="11117687" y="6013462"/>
                <a:ext cx="16560" cy="82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88371A6-A8C3-9632-3EAE-44900FCA1FF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99687" y="5995822"/>
                  <a:ext cx="52200" cy="4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1B45F3A0-C3EA-B395-E682-04A75001B793}"/>
                  </a:ext>
                </a:extLst>
              </p14:cNvPr>
              <p14:cNvContentPartPr/>
              <p14:nvPr/>
            </p14:nvContentPartPr>
            <p14:xfrm>
              <a:off x="9589847" y="257422"/>
              <a:ext cx="432360" cy="4392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1B45F3A0-C3EA-B395-E682-04A75001B793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9572207" y="239782"/>
                <a:ext cx="468000" cy="7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EEB882CA-0B21-0735-1EEB-D663E4DF2D3D}"/>
              </a:ext>
            </a:extLst>
          </p:cNvPr>
          <p:cNvGrpSpPr/>
          <p:nvPr/>
        </p:nvGrpSpPr>
        <p:grpSpPr>
          <a:xfrm>
            <a:off x="205727" y="3173782"/>
            <a:ext cx="1082160" cy="256320"/>
            <a:chOff x="205727" y="3173782"/>
            <a:chExt cx="1082160" cy="25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C891D52-CBE9-02BA-94E1-2F94324F2B50}"/>
                    </a:ext>
                  </a:extLst>
                </p14:cNvPr>
                <p14:cNvContentPartPr/>
                <p14:nvPr/>
              </p14:nvContentPartPr>
              <p14:xfrm>
                <a:off x="773087" y="3292582"/>
                <a:ext cx="360" cy="3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C891D52-CBE9-02BA-94E1-2F94324F2B5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55447" y="32749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C4D4C34-2075-2AC0-D58E-DE86750D5B39}"/>
                    </a:ext>
                  </a:extLst>
                </p14:cNvPr>
                <p14:cNvContentPartPr/>
                <p14:nvPr/>
              </p14:nvContentPartPr>
              <p14:xfrm>
                <a:off x="336407" y="3173782"/>
                <a:ext cx="830520" cy="954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C4D4C34-2075-2AC0-D58E-DE86750D5B3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18767" y="3155782"/>
                  <a:ext cx="8661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DBB9FAC-724A-D05F-9B39-EFE2FDD4C930}"/>
                    </a:ext>
                  </a:extLst>
                </p14:cNvPr>
                <p14:cNvContentPartPr/>
                <p14:nvPr/>
              </p14:nvContentPartPr>
              <p14:xfrm>
                <a:off x="205727" y="3252622"/>
                <a:ext cx="1082160" cy="1774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DBB9FAC-724A-D05F-9B39-EFE2FDD4C93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88087" y="3234622"/>
                  <a:ext cx="1117800" cy="21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C020156E-C1B0-8D18-655A-C868B3CFB6B8}"/>
                  </a:ext>
                </a:extLst>
              </p14:cNvPr>
              <p14:cNvContentPartPr/>
              <p14:nvPr/>
            </p14:nvContentPartPr>
            <p14:xfrm>
              <a:off x="3743087" y="3501022"/>
              <a:ext cx="360" cy="3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C020156E-C1B0-8D18-655A-C868B3CFB6B8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725447" y="348338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CDDE661D-E5A7-6C54-69CC-0AF8F1EA9313}"/>
                  </a:ext>
                </a:extLst>
              </p14:cNvPr>
              <p14:cNvContentPartPr/>
              <p14:nvPr/>
            </p14:nvContentPartPr>
            <p14:xfrm>
              <a:off x="6506447" y="3340462"/>
              <a:ext cx="1800" cy="180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CDDE661D-E5A7-6C54-69CC-0AF8F1EA9313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6488807" y="3322462"/>
                <a:ext cx="374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9C949FB4-60A6-EF90-BF44-7BE3A131A6EE}"/>
                  </a:ext>
                </a:extLst>
              </p14:cNvPr>
              <p14:cNvContentPartPr/>
              <p14:nvPr/>
            </p14:nvContentPartPr>
            <p14:xfrm>
              <a:off x="8593367" y="3293302"/>
              <a:ext cx="5760" cy="324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9C949FB4-60A6-EF90-BF44-7BE3A131A6EE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8575727" y="3275662"/>
                <a:ext cx="414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E48DC916-D83C-59CE-32CE-1B98BCF8EBD8}"/>
                  </a:ext>
                </a:extLst>
              </p14:cNvPr>
              <p14:cNvContentPartPr/>
              <p14:nvPr/>
            </p14:nvContentPartPr>
            <p14:xfrm>
              <a:off x="10368527" y="3057862"/>
              <a:ext cx="14760" cy="216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E48DC916-D83C-59CE-32CE-1B98BCF8EBD8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0350887" y="3039862"/>
                <a:ext cx="504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9D2C068F-6A74-B634-C9FD-EA95860C924D}"/>
                  </a:ext>
                </a:extLst>
              </p14:cNvPr>
              <p14:cNvContentPartPr/>
              <p14:nvPr/>
            </p14:nvContentPartPr>
            <p14:xfrm>
              <a:off x="4431047" y="1368742"/>
              <a:ext cx="2160" cy="21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9D2C068F-6A74-B634-C9FD-EA95860C924D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4413047" y="1350742"/>
                <a:ext cx="378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42E0BEEA-F0CE-ED0D-2631-B2B173743ED3}"/>
                  </a:ext>
                </a:extLst>
              </p14:cNvPr>
              <p14:cNvContentPartPr/>
              <p14:nvPr/>
            </p14:nvContentPartPr>
            <p14:xfrm>
              <a:off x="4943687" y="1673662"/>
              <a:ext cx="5760" cy="108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42E0BEEA-F0CE-ED0D-2631-B2B173743ED3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4926047" y="1655662"/>
                <a:ext cx="414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10DDA12D-7DE0-ACD4-1BED-E95A562508BC}"/>
                  </a:ext>
                </a:extLst>
              </p14:cNvPr>
              <p14:cNvContentPartPr/>
              <p14:nvPr/>
            </p14:nvContentPartPr>
            <p14:xfrm>
              <a:off x="4282007" y="1229422"/>
              <a:ext cx="360" cy="36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10DDA12D-7DE0-ACD4-1BED-E95A562508BC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4264007" y="121178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D109FC48-D52B-0B2C-E5F6-DF6F440FA8FD}"/>
                  </a:ext>
                </a:extLst>
              </p14:cNvPr>
              <p14:cNvContentPartPr/>
              <p14:nvPr/>
            </p14:nvContentPartPr>
            <p14:xfrm>
              <a:off x="3848927" y="6391822"/>
              <a:ext cx="182880" cy="23904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D109FC48-D52B-0B2C-E5F6-DF6F440FA8FD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3831287" y="6374182"/>
                <a:ext cx="218520" cy="27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58DBB2D5-AF7D-28D9-E1BC-7D48476064B4}"/>
              </a:ext>
            </a:extLst>
          </p:cNvPr>
          <p:cNvGrpSpPr/>
          <p:nvPr/>
        </p:nvGrpSpPr>
        <p:grpSpPr>
          <a:xfrm>
            <a:off x="10740047" y="5868742"/>
            <a:ext cx="391680" cy="337320"/>
            <a:chOff x="10740047" y="5868742"/>
            <a:chExt cx="391680" cy="33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44C46D2-0A99-3584-0FEA-0998EEB2FEF3}"/>
                    </a:ext>
                  </a:extLst>
                </p14:cNvPr>
                <p14:cNvContentPartPr/>
                <p14:nvPr/>
              </p14:nvContentPartPr>
              <p14:xfrm>
                <a:off x="10740047" y="5970622"/>
                <a:ext cx="391680" cy="201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44C46D2-0A99-3584-0FEA-0998EEB2FEF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722047" y="5952982"/>
                  <a:ext cx="427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97C9737-47A9-2C1E-9681-7896E0DE1BC4}"/>
                    </a:ext>
                  </a:extLst>
                </p14:cNvPr>
                <p14:cNvContentPartPr/>
                <p14:nvPr/>
              </p14:nvContentPartPr>
              <p14:xfrm>
                <a:off x="10825727" y="5868742"/>
                <a:ext cx="159480" cy="337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97C9737-47A9-2C1E-9681-7896E0DE1BC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807727" y="5850742"/>
                  <a:ext cx="195120" cy="37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5C2504C9-9BD8-E75A-9C6A-CD9710D48570}"/>
                  </a:ext>
                </a:extLst>
              </p14:cNvPr>
              <p14:cNvContentPartPr/>
              <p14:nvPr/>
            </p14:nvContentPartPr>
            <p14:xfrm>
              <a:off x="1550687" y="4308142"/>
              <a:ext cx="14760" cy="792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5C2504C9-9BD8-E75A-9C6A-CD9710D48570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1532687" y="4290502"/>
                <a:ext cx="504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34C48A49-772D-734F-F0D6-7B64473FA371}"/>
                  </a:ext>
                </a:extLst>
              </p14:cNvPr>
              <p14:cNvContentPartPr/>
              <p14:nvPr/>
            </p14:nvContentPartPr>
            <p14:xfrm>
              <a:off x="4166807" y="6040822"/>
              <a:ext cx="7920" cy="2088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34C48A49-772D-734F-F0D6-7B64473FA371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4149167" y="6022822"/>
                <a:ext cx="43560" cy="5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5069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FA40BFB-88AD-C321-DDBE-F2CAACFA6415}"/>
              </a:ext>
            </a:extLst>
          </p:cNvPr>
          <p:cNvGrpSpPr/>
          <p:nvPr/>
        </p:nvGrpSpPr>
        <p:grpSpPr>
          <a:xfrm>
            <a:off x="567167" y="279382"/>
            <a:ext cx="1254960" cy="334440"/>
            <a:chOff x="567167" y="279382"/>
            <a:chExt cx="1254960" cy="33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39C1C06-B9B3-83F6-C1B0-3C252384175D}"/>
                    </a:ext>
                  </a:extLst>
                </p14:cNvPr>
                <p14:cNvContentPartPr/>
                <p14:nvPr/>
              </p14:nvContentPartPr>
              <p14:xfrm>
                <a:off x="567167" y="279382"/>
                <a:ext cx="275760" cy="3344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39C1C06-B9B3-83F6-C1B0-3C252384175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9167" y="261382"/>
                  <a:ext cx="31140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36A1B58-DE98-B5F5-FFEF-392F7FA8BDAC}"/>
                    </a:ext>
                  </a:extLst>
                </p14:cNvPr>
                <p14:cNvContentPartPr/>
                <p14:nvPr/>
              </p14:nvContentPartPr>
              <p14:xfrm>
                <a:off x="887207" y="408982"/>
                <a:ext cx="138600" cy="153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36A1B58-DE98-B5F5-FFEF-392F7FA8BDA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69567" y="390982"/>
                  <a:ext cx="1742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D9EC768-B6ED-E19D-A9A6-BBEF4A768934}"/>
                    </a:ext>
                  </a:extLst>
                </p14:cNvPr>
                <p14:cNvContentPartPr/>
                <p14:nvPr/>
              </p14:nvContentPartPr>
              <p14:xfrm>
                <a:off x="1086287" y="281542"/>
                <a:ext cx="88200" cy="304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D9EC768-B6ED-E19D-A9A6-BBEF4A76893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68647" y="263542"/>
                  <a:ext cx="1238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28C0900-F219-8A5B-ED05-8B014EB9C191}"/>
                    </a:ext>
                  </a:extLst>
                </p14:cNvPr>
                <p14:cNvContentPartPr/>
                <p14:nvPr/>
              </p14:nvContentPartPr>
              <p14:xfrm>
                <a:off x="1216967" y="456862"/>
                <a:ext cx="102600" cy="128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28C0900-F219-8A5B-ED05-8B014EB9C1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99327" y="439222"/>
                  <a:ext cx="138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FA07BE5-6A1F-BF2B-FC06-37CC61DC6CE9}"/>
                    </a:ext>
                  </a:extLst>
                </p14:cNvPr>
                <p14:cNvContentPartPr/>
                <p14:nvPr/>
              </p14:nvContentPartPr>
              <p14:xfrm>
                <a:off x="1395167" y="436702"/>
                <a:ext cx="245160" cy="131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FA07BE5-6A1F-BF2B-FC06-37CC61DC6CE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77527" y="419062"/>
                  <a:ext cx="2808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371B4CE-3B85-C399-6E12-19518D526B3A}"/>
                    </a:ext>
                  </a:extLst>
                </p14:cNvPr>
                <p14:cNvContentPartPr/>
                <p14:nvPr/>
              </p14:nvContentPartPr>
              <p14:xfrm>
                <a:off x="1667687" y="446062"/>
                <a:ext cx="154440" cy="123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371B4CE-3B85-C399-6E12-19518D526B3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49687" y="428422"/>
                  <a:ext cx="19008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679E3EB-8C27-614D-5FCE-1D7715338A1F}"/>
              </a:ext>
            </a:extLst>
          </p:cNvPr>
          <p:cNvGrpSpPr/>
          <p:nvPr/>
        </p:nvGrpSpPr>
        <p:grpSpPr>
          <a:xfrm>
            <a:off x="2269247" y="244822"/>
            <a:ext cx="1132560" cy="750960"/>
            <a:chOff x="2269247" y="244822"/>
            <a:chExt cx="1132560" cy="75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914523A-1210-EDFB-C2EF-C54702F8EF7F}"/>
                    </a:ext>
                  </a:extLst>
                </p14:cNvPr>
                <p14:cNvContentPartPr/>
                <p14:nvPr/>
              </p14:nvContentPartPr>
              <p14:xfrm>
                <a:off x="2269247" y="392782"/>
                <a:ext cx="218520" cy="214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914523A-1210-EDFB-C2EF-C54702F8EF7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51607" y="374782"/>
                  <a:ext cx="2541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E021A1C-CD1B-8FA5-871F-A84D2DDDED90}"/>
                    </a:ext>
                  </a:extLst>
                </p14:cNvPr>
                <p14:cNvContentPartPr/>
                <p14:nvPr/>
              </p14:nvContentPartPr>
              <p14:xfrm>
                <a:off x="2465447" y="244822"/>
                <a:ext cx="230400" cy="750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E021A1C-CD1B-8FA5-871F-A84D2DDDED9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47447" y="227182"/>
                  <a:ext cx="266040" cy="78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051BD68-198E-351C-ED58-FFC30AB27434}"/>
                    </a:ext>
                  </a:extLst>
                </p14:cNvPr>
                <p14:cNvContentPartPr/>
                <p14:nvPr/>
              </p14:nvContentPartPr>
              <p14:xfrm>
                <a:off x="2573087" y="412582"/>
                <a:ext cx="198360" cy="143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051BD68-198E-351C-ED58-FFC30AB2743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55087" y="394582"/>
                  <a:ext cx="234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E098D17-B32B-140D-0919-A7371037FCBC}"/>
                    </a:ext>
                  </a:extLst>
                </p14:cNvPr>
                <p14:cNvContentPartPr/>
                <p14:nvPr/>
              </p14:nvContentPartPr>
              <p14:xfrm>
                <a:off x="2793767" y="393502"/>
                <a:ext cx="162720" cy="159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E098D17-B32B-140D-0919-A7371037FCB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76127" y="375862"/>
                  <a:ext cx="198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3CE8EB8-3A5A-F637-A56C-320FB56EC852}"/>
                    </a:ext>
                  </a:extLst>
                </p14:cNvPr>
                <p14:cNvContentPartPr/>
                <p14:nvPr/>
              </p14:nvContentPartPr>
              <p14:xfrm>
                <a:off x="3062687" y="405742"/>
                <a:ext cx="118800" cy="149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3CE8EB8-3A5A-F637-A56C-320FB56EC85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45047" y="387742"/>
                  <a:ext cx="1544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9F0A978-9064-E4FA-66F3-FE37C0A2A853}"/>
                    </a:ext>
                  </a:extLst>
                </p14:cNvPr>
                <p14:cNvContentPartPr/>
                <p14:nvPr/>
              </p14:nvContentPartPr>
              <p14:xfrm>
                <a:off x="3246287" y="412942"/>
                <a:ext cx="155520" cy="150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9F0A978-9064-E4FA-66F3-FE37C0A2A85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28287" y="395302"/>
                  <a:ext cx="19116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1FA35F2-E91D-BF09-21BB-5CBFDCCB5413}"/>
              </a:ext>
            </a:extLst>
          </p:cNvPr>
          <p:cNvGrpSpPr/>
          <p:nvPr/>
        </p:nvGrpSpPr>
        <p:grpSpPr>
          <a:xfrm>
            <a:off x="4175807" y="224302"/>
            <a:ext cx="257400" cy="328320"/>
            <a:chOff x="4175807" y="224302"/>
            <a:chExt cx="25740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E34D261-D527-6092-7E09-B8088ECED590}"/>
                    </a:ext>
                  </a:extLst>
                </p14:cNvPr>
                <p14:cNvContentPartPr/>
                <p14:nvPr/>
              </p14:nvContentPartPr>
              <p14:xfrm>
                <a:off x="4175807" y="409342"/>
                <a:ext cx="55080" cy="143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E34D261-D527-6092-7E09-B8088ECED59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57807" y="391702"/>
                  <a:ext cx="907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1FF856B-728F-02BE-27A0-A13A23937599}"/>
                    </a:ext>
                  </a:extLst>
                </p14:cNvPr>
                <p14:cNvContentPartPr/>
                <p14:nvPr/>
              </p14:nvContentPartPr>
              <p14:xfrm>
                <a:off x="4330247" y="364702"/>
                <a:ext cx="101160" cy="164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1FF856B-728F-02BE-27A0-A13A2393759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12247" y="347062"/>
                  <a:ext cx="1368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07E6DC7-8678-3631-75EC-2574ADA92515}"/>
                    </a:ext>
                  </a:extLst>
                </p14:cNvPr>
                <p14:cNvContentPartPr/>
                <p14:nvPr/>
              </p14:nvContentPartPr>
              <p14:xfrm>
                <a:off x="4420607" y="224302"/>
                <a:ext cx="12600" cy="24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07E6DC7-8678-3631-75EC-2574ADA9251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02607" y="206302"/>
                  <a:ext cx="4824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5958DD6-B777-1ABE-8B71-20482ADECC0A}"/>
              </a:ext>
            </a:extLst>
          </p:cNvPr>
          <p:cNvGrpSpPr/>
          <p:nvPr/>
        </p:nvGrpSpPr>
        <p:grpSpPr>
          <a:xfrm>
            <a:off x="5170847" y="217822"/>
            <a:ext cx="736200" cy="353160"/>
            <a:chOff x="5170847" y="217822"/>
            <a:chExt cx="73620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7F80AE6-D9A1-DCC2-DE39-85276DF7603F}"/>
                    </a:ext>
                  </a:extLst>
                </p14:cNvPr>
                <p14:cNvContentPartPr/>
                <p14:nvPr/>
              </p14:nvContentPartPr>
              <p14:xfrm>
                <a:off x="5170847" y="376222"/>
                <a:ext cx="231840" cy="194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7F80AE6-D9A1-DCC2-DE39-85276DF7603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53207" y="358582"/>
                  <a:ext cx="2674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7ED7E14-F42D-8F7C-1017-2009F0932CED}"/>
                    </a:ext>
                  </a:extLst>
                </p14:cNvPr>
                <p14:cNvContentPartPr/>
                <p14:nvPr/>
              </p14:nvContentPartPr>
              <p14:xfrm>
                <a:off x="5451287" y="396022"/>
                <a:ext cx="168840" cy="164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7ED7E14-F42D-8F7C-1017-2009F0932CE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33647" y="378382"/>
                  <a:ext cx="2044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DDA20FD-E38E-73FF-461E-3557406B0FB4}"/>
                    </a:ext>
                  </a:extLst>
                </p14:cNvPr>
                <p14:cNvContentPartPr/>
                <p14:nvPr/>
              </p14:nvContentPartPr>
              <p14:xfrm>
                <a:off x="5759087" y="217822"/>
                <a:ext cx="104040" cy="337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DDA20FD-E38E-73FF-461E-3557406B0FB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41087" y="199822"/>
                  <a:ext cx="1396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D4B0D54-F2C4-8A5D-F754-BC321D05CFA0}"/>
                    </a:ext>
                  </a:extLst>
                </p14:cNvPr>
                <p14:cNvContentPartPr/>
                <p14:nvPr/>
              </p14:nvContentPartPr>
              <p14:xfrm>
                <a:off x="5708687" y="316462"/>
                <a:ext cx="198360" cy="9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D4B0D54-F2C4-8A5D-F754-BC321D05CF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91047" y="298822"/>
                  <a:ext cx="23400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80FBFBF-FF7D-ABB6-B49D-F909076D75E7}"/>
                  </a:ext>
                </a:extLst>
              </p14:cNvPr>
              <p14:cNvContentPartPr/>
              <p14:nvPr/>
            </p14:nvContentPartPr>
            <p14:xfrm>
              <a:off x="6296207" y="304222"/>
              <a:ext cx="387360" cy="8067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80FBFBF-FF7D-ABB6-B49D-F909076D75E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278207" y="286582"/>
                <a:ext cx="423000" cy="84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5D11C97-A8CC-5450-8DEB-93CF66FA5284}"/>
                  </a:ext>
                </a:extLst>
              </p14:cNvPr>
              <p14:cNvContentPartPr/>
              <p14:nvPr/>
            </p14:nvContentPartPr>
            <p14:xfrm>
              <a:off x="7136087" y="304942"/>
              <a:ext cx="685800" cy="3196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5D11C97-A8CC-5450-8DEB-93CF66FA528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118447" y="287302"/>
                <a:ext cx="721440" cy="35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613D55FB-238B-0538-0459-5BDCD7C83679}"/>
              </a:ext>
            </a:extLst>
          </p:cNvPr>
          <p:cNvGrpSpPr/>
          <p:nvPr/>
        </p:nvGrpSpPr>
        <p:grpSpPr>
          <a:xfrm>
            <a:off x="8263607" y="136462"/>
            <a:ext cx="3866400" cy="484560"/>
            <a:chOff x="8263607" y="136462"/>
            <a:chExt cx="3866400" cy="48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7B10E38-1865-9814-EF96-BE7B1452EA41}"/>
                    </a:ext>
                  </a:extLst>
                </p14:cNvPr>
                <p14:cNvContentPartPr/>
                <p14:nvPr/>
              </p14:nvContentPartPr>
              <p14:xfrm>
                <a:off x="8263607" y="298822"/>
                <a:ext cx="475560" cy="322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7B10E38-1865-9814-EF96-BE7B1452EA4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45967" y="280822"/>
                  <a:ext cx="51120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A3DB8C5-0433-AFF6-7947-67F2CED92233}"/>
                    </a:ext>
                  </a:extLst>
                </p14:cNvPr>
                <p14:cNvContentPartPr/>
                <p14:nvPr/>
              </p14:nvContentPartPr>
              <p14:xfrm>
                <a:off x="8677607" y="294862"/>
                <a:ext cx="47880" cy="23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A3DB8C5-0433-AFF6-7947-67F2CED9223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59967" y="277222"/>
                  <a:ext cx="83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F4958A9-16F3-8F65-0512-5A5E51FC45B8}"/>
                    </a:ext>
                  </a:extLst>
                </p14:cNvPr>
                <p14:cNvContentPartPr/>
                <p14:nvPr/>
              </p14:nvContentPartPr>
              <p14:xfrm>
                <a:off x="8805767" y="448942"/>
                <a:ext cx="642960" cy="165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F4958A9-16F3-8F65-0512-5A5E51FC45B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87767" y="431302"/>
                  <a:ext cx="6786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703F3B1-C4D1-3DCB-F051-92C09DD0935C}"/>
                    </a:ext>
                  </a:extLst>
                </p14:cNvPr>
                <p14:cNvContentPartPr/>
                <p14:nvPr/>
              </p14:nvContentPartPr>
              <p14:xfrm>
                <a:off x="9480767" y="413662"/>
                <a:ext cx="150120" cy="176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703F3B1-C4D1-3DCB-F051-92C09DD0935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462767" y="396022"/>
                  <a:ext cx="1857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CBAEA35-A5A9-2986-378F-8B1A38FD2FE5}"/>
                    </a:ext>
                  </a:extLst>
                </p14:cNvPr>
                <p14:cNvContentPartPr/>
                <p14:nvPr/>
              </p14:nvContentPartPr>
              <p14:xfrm>
                <a:off x="9808727" y="362902"/>
                <a:ext cx="32436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CBAEA35-A5A9-2986-378F-8B1A38FD2FE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791087" y="345262"/>
                  <a:ext cx="3600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879DCF6-08F3-7D38-FCF3-ADE9832D63A3}"/>
                    </a:ext>
                  </a:extLst>
                </p14:cNvPr>
                <p14:cNvContentPartPr/>
                <p14:nvPr/>
              </p14:nvContentPartPr>
              <p14:xfrm>
                <a:off x="10253327" y="370102"/>
                <a:ext cx="262080" cy="159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879DCF6-08F3-7D38-FCF3-ADE9832D63A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235687" y="352102"/>
                  <a:ext cx="2977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4604A8C-F353-98B3-4DD9-C6152748DDCD}"/>
                    </a:ext>
                  </a:extLst>
                </p14:cNvPr>
                <p14:cNvContentPartPr/>
                <p14:nvPr/>
              </p14:nvContentPartPr>
              <p14:xfrm>
                <a:off x="10651847" y="231862"/>
                <a:ext cx="111960" cy="278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4604A8C-F353-98B3-4DD9-C6152748DDC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634207" y="214222"/>
                  <a:ext cx="1476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3356045-AF63-A9CE-F6BB-B824761223EE}"/>
                    </a:ext>
                  </a:extLst>
                </p14:cNvPr>
                <p14:cNvContentPartPr/>
                <p14:nvPr/>
              </p14:nvContentPartPr>
              <p14:xfrm>
                <a:off x="10903487" y="362542"/>
                <a:ext cx="24480" cy="113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3356045-AF63-A9CE-F6BB-B824761223E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885847" y="344542"/>
                  <a:ext cx="601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4018D69-77D2-7C3A-4C0E-AA87EEB0C331}"/>
                    </a:ext>
                  </a:extLst>
                </p14:cNvPr>
                <p14:cNvContentPartPr/>
                <p14:nvPr/>
              </p14:nvContentPartPr>
              <p14:xfrm>
                <a:off x="10962887" y="218182"/>
                <a:ext cx="41040" cy="30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4018D69-77D2-7C3A-4C0E-AA87EEB0C33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45247" y="200542"/>
                  <a:ext cx="766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52F6B10-306E-478E-C81D-2B1B0EA6C9A4}"/>
                    </a:ext>
                  </a:extLst>
                </p14:cNvPr>
                <p14:cNvContentPartPr/>
                <p14:nvPr/>
              </p14:nvContentPartPr>
              <p14:xfrm>
                <a:off x="10963247" y="345622"/>
                <a:ext cx="163080" cy="124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52F6B10-306E-478E-C81D-2B1B0EA6C9A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45247" y="327982"/>
                  <a:ext cx="1987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EAE6CE0-BD81-2C7E-14DD-185C7F2CDDA2}"/>
                    </a:ext>
                  </a:extLst>
                </p14:cNvPr>
                <p14:cNvContentPartPr/>
                <p14:nvPr/>
              </p14:nvContentPartPr>
              <p14:xfrm>
                <a:off x="11166287" y="358222"/>
                <a:ext cx="160560" cy="120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EAE6CE0-BD81-2C7E-14DD-185C7F2CDDA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148647" y="340582"/>
                  <a:ext cx="1962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4AF4807-3C69-977E-9922-FC79E43AF4B3}"/>
                    </a:ext>
                  </a:extLst>
                </p14:cNvPr>
                <p14:cNvContentPartPr/>
                <p14:nvPr/>
              </p14:nvContentPartPr>
              <p14:xfrm>
                <a:off x="11456087" y="136462"/>
                <a:ext cx="160560" cy="343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4AF4807-3C69-977E-9922-FC79E43AF4B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438087" y="118822"/>
                  <a:ext cx="19620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57AD7B9-724C-6976-2257-8F299F1CAD58}"/>
                    </a:ext>
                  </a:extLst>
                </p14:cNvPr>
                <p14:cNvContentPartPr/>
                <p14:nvPr/>
              </p14:nvContentPartPr>
              <p14:xfrm>
                <a:off x="11448527" y="317902"/>
                <a:ext cx="159120" cy="162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57AD7B9-724C-6976-2257-8F299F1CAD5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30887" y="299902"/>
                  <a:ext cx="1947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9003CC9-D910-6BFB-561B-DD65F17310D7}"/>
                    </a:ext>
                  </a:extLst>
                </p14:cNvPr>
                <p14:cNvContentPartPr/>
                <p14:nvPr/>
              </p14:nvContentPartPr>
              <p14:xfrm>
                <a:off x="11704487" y="181822"/>
                <a:ext cx="56520" cy="23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9003CC9-D910-6BFB-561B-DD65F17310D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686847" y="163822"/>
                  <a:ext cx="921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C41E99B-EFC4-AA5E-C4C0-863B5F402B90}"/>
                    </a:ext>
                  </a:extLst>
                </p14:cNvPr>
                <p14:cNvContentPartPr/>
                <p14:nvPr/>
              </p14:nvContentPartPr>
              <p14:xfrm>
                <a:off x="11730407" y="325102"/>
                <a:ext cx="399600" cy="177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C41E99B-EFC4-AA5E-C4C0-863B5F402B9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712767" y="307102"/>
                  <a:ext cx="435240" cy="21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4C00CE5-BD0D-D446-8DD8-19A1ECA6B100}"/>
                  </a:ext>
                </a:extLst>
              </p14:cNvPr>
              <p14:cNvContentPartPr/>
              <p14:nvPr/>
            </p14:nvContentPartPr>
            <p14:xfrm>
              <a:off x="589487" y="996142"/>
              <a:ext cx="393480" cy="7326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4C00CE5-BD0D-D446-8DD8-19A1ECA6B10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71847" y="978502"/>
                <a:ext cx="429120" cy="76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26D22CC1-243C-68AF-55AC-D4FEF7207E7C}"/>
              </a:ext>
            </a:extLst>
          </p:cNvPr>
          <p:cNvGrpSpPr/>
          <p:nvPr/>
        </p:nvGrpSpPr>
        <p:grpSpPr>
          <a:xfrm>
            <a:off x="1311647" y="1083262"/>
            <a:ext cx="1437480" cy="303840"/>
            <a:chOff x="1311647" y="1083262"/>
            <a:chExt cx="143748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EA30DD1-B670-F330-6BF3-BE43F3C6DD73}"/>
                    </a:ext>
                  </a:extLst>
                </p14:cNvPr>
                <p14:cNvContentPartPr/>
                <p14:nvPr/>
              </p14:nvContentPartPr>
              <p14:xfrm>
                <a:off x="1311647" y="1083262"/>
                <a:ext cx="700560" cy="294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EA30DD1-B670-F330-6BF3-BE43F3C6DD7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94007" y="1065262"/>
                  <a:ext cx="7362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69B2596-7533-4507-918B-905479172D6B}"/>
                    </a:ext>
                  </a:extLst>
                </p14:cNvPr>
                <p14:cNvContentPartPr/>
                <p14:nvPr/>
              </p14:nvContentPartPr>
              <p14:xfrm>
                <a:off x="2116247" y="1211782"/>
                <a:ext cx="241920" cy="167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69B2596-7533-4507-918B-905479172D6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98607" y="1193782"/>
                  <a:ext cx="2775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6414B4E-40B1-AB6E-CD7C-FB6B4A3F944E}"/>
                    </a:ext>
                  </a:extLst>
                </p14:cNvPr>
                <p14:cNvContentPartPr/>
                <p14:nvPr/>
              </p14:nvContentPartPr>
              <p14:xfrm>
                <a:off x="2392367" y="1238062"/>
                <a:ext cx="218880" cy="149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6414B4E-40B1-AB6E-CD7C-FB6B4A3F944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374727" y="1220422"/>
                  <a:ext cx="2545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71D510C-94E5-0D0C-737A-ACF250A7C0B0}"/>
                    </a:ext>
                  </a:extLst>
                </p14:cNvPr>
                <p14:cNvContentPartPr/>
                <p14:nvPr/>
              </p14:nvContentPartPr>
              <p14:xfrm>
                <a:off x="2578127" y="1221142"/>
                <a:ext cx="171000" cy="133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71D510C-94E5-0D0C-737A-ACF250A7C0B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60127" y="1203142"/>
                  <a:ext cx="20664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41C122B-9FD0-322A-F517-2F1145EAEDAE}"/>
              </a:ext>
            </a:extLst>
          </p:cNvPr>
          <p:cNvGrpSpPr/>
          <p:nvPr/>
        </p:nvGrpSpPr>
        <p:grpSpPr>
          <a:xfrm>
            <a:off x="1322447" y="1926742"/>
            <a:ext cx="1899000" cy="549360"/>
            <a:chOff x="1322447" y="1926742"/>
            <a:chExt cx="1899000" cy="54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C47EC3B-FCA8-BA14-0CCD-872E909B9C8A}"/>
                    </a:ext>
                  </a:extLst>
                </p14:cNvPr>
                <p14:cNvContentPartPr/>
                <p14:nvPr/>
              </p14:nvContentPartPr>
              <p14:xfrm>
                <a:off x="1322447" y="2076142"/>
                <a:ext cx="210960" cy="236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C47EC3B-FCA8-BA14-0CCD-872E909B9C8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304807" y="2058142"/>
                  <a:ext cx="2466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6F3222B-C496-85B3-04BE-A624E3C6EE93}"/>
                    </a:ext>
                  </a:extLst>
                </p14:cNvPr>
                <p14:cNvContentPartPr/>
                <p14:nvPr/>
              </p14:nvContentPartPr>
              <p14:xfrm>
                <a:off x="1585247" y="2091982"/>
                <a:ext cx="147600" cy="172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6F3222B-C496-85B3-04BE-A624E3C6EE9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567247" y="2073982"/>
                  <a:ext cx="1832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8A82A25-B9E4-5883-26AF-A8CE00E5407B}"/>
                    </a:ext>
                  </a:extLst>
                </p14:cNvPr>
                <p14:cNvContentPartPr/>
                <p14:nvPr/>
              </p14:nvContentPartPr>
              <p14:xfrm>
                <a:off x="1858847" y="1992262"/>
                <a:ext cx="90000" cy="311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8A82A25-B9E4-5883-26AF-A8CE00E5407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840847" y="1974262"/>
                  <a:ext cx="1256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DCA461F-BD47-5668-6834-A0F0515321A7}"/>
                    </a:ext>
                  </a:extLst>
                </p14:cNvPr>
                <p14:cNvContentPartPr/>
                <p14:nvPr/>
              </p14:nvContentPartPr>
              <p14:xfrm>
                <a:off x="1980887" y="1943302"/>
                <a:ext cx="243360" cy="432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DCA461F-BD47-5668-6834-A0F0515321A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962887" y="1925302"/>
                  <a:ext cx="27900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B0E2FF2-138D-F40B-C7FF-5C96C0760F8E}"/>
                    </a:ext>
                  </a:extLst>
                </p14:cNvPr>
                <p14:cNvContentPartPr/>
                <p14:nvPr/>
              </p14:nvContentPartPr>
              <p14:xfrm>
                <a:off x="2280407" y="2034022"/>
                <a:ext cx="212400" cy="292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B0E2FF2-138D-F40B-C7FF-5C96C0760F8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262407" y="2016382"/>
                  <a:ext cx="2480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BE55517-CB87-9B1C-25DA-31EA04D6A07D}"/>
                    </a:ext>
                  </a:extLst>
                </p14:cNvPr>
                <p14:cNvContentPartPr/>
                <p14:nvPr/>
              </p14:nvContentPartPr>
              <p14:xfrm>
                <a:off x="2307407" y="2126182"/>
                <a:ext cx="225000" cy="58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BE55517-CB87-9B1C-25DA-31EA04D6A07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289767" y="2108542"/>
                  <a:ext cx="2606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1F9443C-2108-16D3-9E0F-476B4A03204B}"/>
                    </a:ext>
                  </a:extLst>
                </p14:cNvPr>
                <p14:cNvContentPartPr/>
                <p14:nvPr/>
              </p14:nvContentPartPr>
              <p14:xfrm>
                <a:off x="2539607" y="1926742"/>
                <a:ext cx="246960" cy="549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1F9443C-2108-16D3-9E0F-476B4A03204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521967" y="1909102"/>
                  <a:ext cx="28260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D602EE4-EBE7-5FAC-D6CE-F86F22DA6919}"/>
                    </a:ext>
                  </a:extLst>
                </p14:cNvPr>
                <p14:cNvContentPartPr/>
                <p14:nvPr/>
              </p14:nvContentPartPr>
              <p14:xfrm>
                <a:off x="2988887" y="2279182"/>
                <a:ext cx="115920" cy="11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D602EE4-EBE7-5FAC-D6CE-F86F22DA691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970887" y="2261182"/>
                  <a:ext cx="1515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6A220B7-9BD8-C142-87FC-B66C71B57D30}"/>
                    </a:ext>
                  </a:extLst>
                </p14:cNvPr>
                <p14:cNvContentPartPr/>
                <p14:nvPr/>
              </p14:nvContentPartPr>
              <p14:xfrm>
                <a:off x="2927327" y="2373142"/>
                <a:ext cx="294120" cy="356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6A220B7-9BD8-C142-87FC-B66C71B57D3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909687" y="2355142"/>
                  <a:ext cx="32976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AA876407-8ED8-A3D2-3235-996363FB7B91}"/>
                  </a:ext>
                </a:extLst>
              </p14:cNvPr>
              <p14:cNvContentPartPr/>
              <p14:nvPr/>
            </p14:nvContentPartPr>
            <p14:xfrm>
              <a:off x="3847847" y="1892902"/>
              <a:ext cx="285840" cy="10069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AA876407-8ED8-A3D2-3235-996363FB7B9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830207" y="1874902"/>
                <a:ext cx="321480" cy="104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96C43AD4-477B-B19B-23D8-16805F5836B5}"/>
              </a:ext>
            </a:extLst>
          </p:cNvPr>
          <p:cNvGrpSpPr/>
          <p:nvPr/>
        </p:nvGrpSpPr>
        <p:grpSpPr>
          <a:xfrm>
            <a:off x="4430327" y="2058142"/>
            <a:ext cx="1985760" cy="432720"/>
            <a:chOff x="4430327" y="2058142"/>
            <a:chExt cx="1985760" cy="43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5024B5C-D063-B049-167C-4DE517AA57D2}"/>
                    </a:ext>
                  </a:extLst>
                </p14:cNvPr>
                <p14:cNvContentPartPr/>
                <p14:nvPr/>
              </p14:nvContentPartPr>
              <p14:xfrm>
                <a:off x="4430327" y="2173702"/>
                <a:ext cx="319320" cy="208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5024B5C-D063-B049-167C-4DE517AA57D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412327" y="2156062"/>
                  <a:ext cx="3549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01A7507-6B4C-2A95-A568-E246A3CD5B14}"/>
                    </a:ext>
                  </a:extLst>
                </p14:cNvPr>
                <p14:cNvContentPartPr/>
                <p14:nvPr/>
              </p14:nvContentPartPr>
              <p14:xfrm>
                <a:off x="4850807" y="2150302"/>
                <a:ext cx="160200" cy="224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01A7507-6B4C-2A95-A568-E246A3CD5B1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832807" y="2132302"/>
                  <a:ext cx="1958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FD4BAC3-C951-0BF3-5FAB-DBA079B7BAAD}"/>
                    </a:ext>
                  </a:extLst>
                </p14:cNvPr>
                <p14:cNvContentPartPr/>
                <p14:nvPr/>
              </p14:nvContentPartPr>
              <p14:xfrm>
                <a:off x="5119007" y="2339662"/>
                <a:ext cx="32040" cy="151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FD4BAC3-C951-0BF3-5FAB-DBA079B7BAA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101007" y="2322022"/>
                  <a:ext cx="676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422FD1D-53AB-D070-40BC-2A562BB86BC2}"/>
                    </a:ext>
                  </a:extLst>
                </p14:cNvPr>
                <p14:cNvContentPartPr/>
                <p14:nvPr/>
              </p14:nvContentPartPr>
              <p14:xfrm>
                <a:off x="5356247" y="2225182"/>
                <a:ext cx="206280" cy="49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422FD1D-53AB-D070-40BC-2A562BB86BC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338247" y="2207542"/>
                  <a:ext cx="2419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91DEC63-C462-177D-4298-65F031663311}"/>
                    </a:ext>
                  </a:extLst>
                </p14:cNvPr>
                <p14:cNvContentPartPr/>
                <p14:nvPr/>
              </p14:nvContentPartPr>
              <p14:xfrm>
                <a:off x="5468927" y="2143462"/>
                <a:ext cx="28080" cy="239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91DEC63-C462-177D-4298-65F03166331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451287" y="2125462"/>
                  <a:ext cx="637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89F41D1-BF85-7183-2CE4-4F4E7A43FFB7}"/>
                    </a:ext>
                  </a:extLst>
                </p14:cNvPr>
                <p14:cNvContentPartPr/>
                <p14:nvPr/>
              </p14:nvContentPartPr>
              <p14:xfrm>
                <a:off x="5753327" y="2058142"/>
                <a:ext cx="174960" cy="290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89F41D1-BF85-7183-2CE4-4F4E7A43FFB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735327" y="2040502"/>
                  <a:ext cx="2106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7B516CC-E446-25EA-6837-068F4BD039CF}"/>
                    </a:ext>
                  </a:extLst>
                </p14:cNvPr>
                <p14:cNvContentPartPr/>
                <p14:nvPr/>
              </p14:nvContentPartPr>
              <p14:xfrm>
                <a:off x="6029087" y="2136622"/>
                <a:ext cx="151920" cy="200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7B516CC-E446-25EA-6837-068F4BD039C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011087" y="2118982"/>
                  <a:ext cx="1875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3ECEC7D-513D-8076-AB38-29A26E2C1E93}"/>
                    </a:ext>
                  </a:extLst>
                </p14:cNvPr>
                <p14:cNvContentPartPr/>
                <p14:nvPr/>
              </p14:nvContentPartPr>
              <p14:xfrm>
                <a:off x="6235727" y="2299702"/>
                <a:ext cx="180360" cy="175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3ECEC7D-513D-8076-AB38-29A26E2C1E9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218087" y="2281702"/>
                  <a:ext cx="21600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FB22A99-7DDB-89C2-9640-FF55C8AB2ECE}"/>
              </a:ext>
            </a:extLst>
          </p:cNvPr>
          <p:cNvGrpSpPr/>
          <p:nvPr/>
        </p:nvGrpSpPr>
        <p:grpSpPr>
          <a:xfrm>
            <a:off x="6917567" y="1833502"/>
            <a:ext cx="2266920" cy="978120"/>
            <a:chOff x="6917567" y="1833502"/>
            <a:chExt cx="2266920" cy="97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F3815E1-E270-B1C8-6090-35D3B5A684CC}"/>
                    </a:ext>
                  </a:extLst>
                </p14:cNvPr>
                <p14:cNvContentPartPr/>
                <p14:nvPr/>
              </p14:nvContentPartPr>
              <p14:xfrm>
                <a:off x="6917567" y="2003062"/>
                <a:ext cx="123120" cy="651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F3815E1-E270-B1C8-6090-35D3B5A684C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99927" y="1985422"/>
                  <a:ext cx="15876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7EC0696-B52E-AB1E-0A68-82134EB3DA2E}"/>
                    </a:ext>
                  </a:extLst>
                </p14:cNvPr>
                <p14:cNvContentPartPr/>
                <p14:nvPr/>
              </p14:nvContentPartPr>
              <p14:xfrm>
                <a:off x="7223567" y="2231662"/>
                <a:ext cx="142560" cy="196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7EC0696-B52E-AB1E-0A68-82134EB3DA2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205567" y="2214022"/>
                  <a:ext cx="1782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8FF8E2F-3B62-33B5-7238-8E790B33CC25}"/>
                    </a:ext>
                  </a:extLst>
                </p14:cNvPr>
                <p14:cNvContentPartPr/>
                <p14:nvPr/>
              </p14:nvContentPartPr>
              <p14:xfrm>
                <a:off x="7475927" y="2402302"/>
                <a:ext cx="48240" cy="99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8FF8E2F-3B62-33B5-7238-8E790B33CC2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458287" y="2384662"/>
                  <a:ext cx="838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459689D-EF82-FA5E-7C7C-C92D8596C628}"/>
                    </a:ext>
                  </a:extLst>
                </p14:cNvPr>
                <p14:cNvContentPartPr/>
                <p14:nvPr/>
              </p14:nvContentPartPr>
              <p14:xfrm>
                <a:off x="7680767" y="2115382"/>
                <a:ext cx="171720" cy="272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459689D-EF82-FA5E-7C7C-C92D8596C62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662767" y="2097742"/>
                  <a:ext cx="20736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3014F52-A5E0-92AB-D3C7-AE1BE676FBD6}"/>
                    </a:ext>
                  </a:extLst>
                </p14:cNvPr>
                <p14:cNvContentPartPr/>
                <p14:nvPr/>
              </p14:nvContentPartPr>
              <p14:xfrm>
                <a:off x="8057327" y="2167942"/>
                <a:ext cx="146520" cy="210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3014F52-A5E0-92AB-D3C7-AE1BE676FBD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039327" y="2149942"/>
                  <a:ext cx="1821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17430CF-7096-C56A-A69E-C62BC7AE5BA7}"/>
                    </a:ext>
                  </a:extLst>
                </p14:cNvPr>
                <p14:cNvContentPartPr/>
                <p14:nvPr/>
              </p14:nvContentPartPr>
              <p14:xfrm>
                <a:off x="8068487" y="2238502"/>
                <a:ext cx="210600" cy="43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17430CF-7096-C56A-A69E-C62BC7AE5BA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050487" y="2220862"/>
                  <a:ext cx="2462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594BD95-AC83-0CBA-C747-5427588F641C}"/>
                    </a:ext>
                  </a:extLst>
                </p14:cNvPr>
                <p14:cNvContentPartPr/>
                <p14:nvPr/>
              </p14:nvContentPartPr>
              <p14:xfrm>
                <a:off x="8456207" y="2071822"/>
                <a:ext cx="299520" cy="320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594BD95-AC83-0CBA-C747-5427588F641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438207" y="2053822"/>
                  <a:ext cx="3351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5EDA609-CB17-11E7-9945-08BD9AE336CD}"/>
                    </a:ext>
                  </a:extLst>
                </p14:cNvPr>
                <p14:cNvContentPartPr/>
                <p14:nvPr/>
              </p14:nvContentPartPr>
              <p14:xfrm>
                <a:off x="8666447" y="1833502"/>
                <a:ext cx="518040" cy="978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5EDA609-CB17-11E7-9945-08BD9AE336C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648807" y="1815862"/>
                  <a:ext cx="553680" cy="10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69AD8F9-6127-04E9-0AFB-FD1A2264A9E8}"/>
              </a:ext>
            </a:extLst>
          </p:cNvPr>
          <p:cNvGrpSpPr/>
          <p:nvPr/>
        </p:nvGrpSpPr>
        <p:grpSpPr>
          <a:xfrm>
            <a:off x="453407" y="3030502"/>
            <a:ext cx="1132920" cy="359280"/>
            <a:chOff x="453407" y="3030502"/>
            <a:chExt cx="113292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60533F4-9CE9-CC37-CCA8-B3EBCE3A168F}"/>
                    </a:ext>
                  </a:extLst>
                </p14:cNvPr>
                <p14:cNvContentPartPr/>
                <p14:nvPr/>
              </p14:nvContentPartPr>
              <p14:xfrm>
                <a:off x="453407" y="3175942"/>
                <a:ext cx="242280" cy="205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60533F4-9CE9-CC37-CCA8-B3EBCE3A168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5407" y="3157942"/>
                  <a:ext cx="2779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0BFDB35-FFFC-B325-A561-464AC78A4AC8}"/>
                    </a:ext>
                  </a:extLst>
                </p14:cNvPr>
                <p14:cNvContentPartPr/>
                <p14:nvPr/>
              </p14:nvContentPartPr>
              <p14:xfrm>
                <a:off x="836447" y="3209422"/>
                <a:ext cx="21600" cy="150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0BFDB35-FFFC-B325-A561-464AC78A4AC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8807" y="3191422"/>
                  <a:ext cx="572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B74CEA7-A554-F3E0-D045-361AC79493E4}"/>
                    </a:ext>
                  </a:extLst>
                </p14:cNvPr>
                <p14:cNvContentPartPr/>
                <p14:nvPr/>
              </p14:nvContentPartPr>
              <p14:xfrm>
                <a:off x="904487" y="3214822"/>
                <a:ext cx="178200" cy="134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B74CEA7-A554-F3E0-D045-361AC79493E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86487" y="3196822"/>
                  <a:ext cx="2138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1521B04-4D14-5767-D145-63158D6D8237}"/>
                    </a:ext>
                  </a:extLst>
                </p14:cNvPr>
                <p14:cNvContentPartPr/>
                <p14:nvPr/>
              </p14:nvContentPartPr>
              <p14:xfrm>
                <a:off x="1221647" y="3176662"/>
                <a:ext cx="127080" cy="190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1521B04-4D14-5767-D145-63158D6D823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204007" y="3159022"/>
                  <a:ext cx="162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589EA7D-B8CE-3577-4686-03C72935F404}"/>
                    </a:ext>
                  </a:extLst>
                </p14:cNvPr>
                <p14:cNvContentPartPr/>
                <p14:nvPr/>
              </p14:nvContentPartPr>
              <p14:xfrm>
                <a:off x="1385807" y="3192862"/>
                <a:ext cx="200520" cy="196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589EA7D-B8CE-3577-4686-03C72935F40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368167" y="3175222"/>
                  <a:ext cx="2361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9193EDC-E59E-8E32-B377-437DBBFF9CA8}"/>
                    </a:ext>
                  </a:extLst>
                </p14:cNvPr>
                <p14:cNvContentPartPr/>
                <p14:nvPr/>
              </p14:nvContentPartPr>
              <p14:xfrm>
                <a:off x="942287" y="3030502"/>
                <a:ext cx="92880" cy="11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9193EDC-E59E-8E32-B377-437DBBFF9CA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24287" y="3012502"/>
                  <a:ext cx="12852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20B17EA-27E0-B000-FE5F-D92CF1937A6F}"/>
              </a:ext>
            </a:extLst>
          </p:cNvPr>
          <p:cNvGrpSpPr/>
          <p:nvPr/>
        </p:nvGrpSpPr>
        <p:grpSpPr>
          <a:xfrm>
            <a:off x="2212367" y="3090262"/>
            <a:ext cx="400680" cy="365760"/>
            <a:chOff x="2212367" y="3090262"/>
            <a:chExt cx="400680" cy="36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6ECA6E2-CA73-027B-3E81-B14FB3E44121}"/>
                    </a:ext>
                  </a:extLst>
                </p14:cNvPr>
                <p14:cNvContentPartPr/>
                <p14:nvPr/>
              </p14:nvContentPartPr>
              <p14:xfrm>
                <a:off x="2212367" y="3090262"/>
                <a:ext cx="176040" cy="271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6ECA6E2-CA73-027B-3E81-B14FB3E4412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194727" y="3072622"/>
                  <a:ext cx="2116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3111432-1A49-00B9-5A0A-F03B270A61EC}"/>
                    </a:ext>
                  </a:extLst>
                </p14:cNvPr>
                <p14:cNvContentPartPr/>
                <p14:nvPr/>
              </p14:nvContentPartPr>
              <p14:xfrm>
                <a:off x="2420087" y="3295462"/>
                <a:ext cx="192960" cy="160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3111432-1A49-00B9-5A0A-F03B270A61E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402447" y="3277462"/>
                  <a:ext cx="22860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0CD882B-C18F-A373-F990-D57FE85036DD}"/>
              </a:ext>
            </a:extLst>
          </p:cNvPr>
          <p:cNvGrpSpPr/>
          <p:nvPr/>
        </p:nvGrpSpPr>
        <p:grpSpPr>
          <a:xfrm>
            <a:off x="3157727" y="3080902"/>
            <a:ext cx="1883520" cy="582840"/>
            <a:chOff x="3157727" y="3080902"/>
            <a:chExt cx="1883520" cy="58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4FF3260-C003-C04E-7BD7-66A4F7F176D8}"/>
                    </a:ext>
                  </a:extLst>
                </p14:cNvPr>
                <p14:cNvContentPartPr/>
                <p14:nvPr/>
              </p14:nvContentPartPr>
              <p14:xfrm>
                <a:off x="3157727" y="3117982"/>
                <a:ext cx="1254240" cy="545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4FF3260-C003-C04E-7BD7-66A4F7F176D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140087" y="3099982"/>
                  <a:ext cx="128988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DCB9D1A-B38B-F006-74A2-7F927A1C4023}"/>
                    </a:ext>
                  </a:extLst>
                </p14:cNvPr>
                <p14:cNvContentPartPr/>
                <p14:nvPr/>
              </p14:nvContentPartPr>
              <p14:xfrm>
                <a:off x="4506647" y="3080902"/>
                <a:ext cx="534600" cy="393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DCB9D1A-B38B-F006-74A2-7F927A1C402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489007" y="3062902"/>
                  <a:ext cx="570240" cy="42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329EFD4-5AF0-E690-BBAF-4680440F1AD2}"/>
              </a:ext>
            </a:extLst>
          </p:cNvPr>
          <p:cNvGrpSpPr/>
          <p:nvPr/>
        </p:nvGrpSpPr>
        <p:grpSpPr>
          <a:xfrm>
            <a:off x="5503127" y="3178102"/>
            <a:ext cx="929880" cy="268200"/>
            <a:chOff x="5503127" y="3178102"/>
            <a:chExt cx="929880" cy="26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F45A85F-5451-896E-590F-F6703012E790}"/>
                    </a:ext>
                  </a:extLst>
                </p14:cNvPr>
                <p14:cNvContentPartPr/>
                <p14:nvPr/>
              </p14:nvContentPartPr>
              <p14:xfrm>
                <a:off x="5503127" y="3281062"/>
                <a:ext cx="510120" cy="165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F45A85F-5451-896E-590F-F6703012E79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485487" y="3263062"/>
                  <a:ext cx="5457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7AC655A-006F-6234-D848-6EAEEED5A780}"/>
                    </a:ext>
                  </a:extLst>
                </p14:cNvPr>
                <p14:cNvContentPartPr/>
                <p14:nvPr/>
              </p14:nvContentPartPr>
              <p14:xfrm>
                <a:off x="6278567" y="3178102"/>
                <a:ext cx="154440" cy="218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7AC655A-006F-6234-D848-6EAEEED5A78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260927" y="3160462"/>
                  <a:ext cx="190080" cy="25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95C8F41D-E63E-5253-8989-7F90D36FEEB3}"/>
                  </a:ext>
                </a:extLst>
              </p14:cNvPr>
              <p14:cNvContentPartPr/>
              <p14:nvPr/>
            </p14:nvContentPartPr>
            <p14:xfrm>
              <a:off x="6743687" y="3393022"/>
              <a:ext cx="51120" cy="1774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95C8F41D-E63E-5253-8989-7F90D36FEEB3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725687" y="3375382"/>
                <a:ext cx="86760" cy="21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0B695781-9939-6F34-3EBA-0C820ED87A98}"/>
              </a:ext>
            </a:extLst>
          </p:cNvPr>
          <p:cNvGrpSpPr/>
          <p:nvPr/>
        </p:nvGrpSpPr>
        <p:grpSpPr>
          <a:xfrm>
            <a:off x="477527" y="5798902"/>
            <a:ext cx="956880" cy="459360"/>
            <a:chOff x="477527" y="5798902"/>
            <a:chExt cx="956880" cy="45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7520974-DE71-AD41-908D-380E49096622}"/>
                    </a:ext>
                  </a:extLst>
                </p14:cNvPr>
                <p14:cNvContentPartPr/>
                <p14:nvPr/>
              </p14:nvContentPartPr>
              <p14:xfrm>
                <a:off x="477527" y="5931742"/>
                <a:ext cx="54720" cy="3265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7520974-DE71-AD41-908D-380E4909662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59527" y="5913742"/>
                  <a:ext cx="903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7877D29-045F-E7E1-F65C-684F30CD3DF3}"/>
                    </a:ext>
                  </a:extLst>
                </p14:cNvPr>
                <p14:cNvContentPartPr/>
                <p14:nvPr/>
              </p14:nvContentPartPr>
              <p14:xfrm>
                <a:off x="492287" y="5841382"/>
                <a:ext cx="217800" cy="3675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7877D29-045F-E7E1-F65C-684F30CD3DF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74647" y="5823742"/>
                  <a:ext cx="25344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BEF3872-4A96-0D07-B899-F1265937DE2F}"/>
                    </a:ext>
                  </a:extLst>
                </p14:cNvPr>
                <p14:cNvContentPartPr/>
                <p14:nvPr/>
              </p14:nvContentPartPr>
              <p14:xfrm>
                <a:off x="869567" y="6042982"/>
                <a:ext cx="564840" cy="178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BEF3872-4A96-0D07-B899-F1265937DE2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51567" y="6025342"/>
                  <a:ext cx="600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9D53A14-0844-E3F9-528F-C4A9C34E7955}"/>
                    </a:ext>
                  </a:extLst>
                </p14:cNvPr>
                <p14:cNvContentPartPr/>
                <p14:nvPr/>
              </p14:nvContentPartPr>
              <p14:xfrm>
                <a:off x="1310567" y="5798902"/>
                <a:ext cx="5040" cy="28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9D53A14-0844-E3F9-528F-C4A9C34E795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292567" y="5780902"/>
                  <a:ext cx="40680" cy="6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445C5D2D-20E0-B5D9-A913-A2C15A0A03CA}"/>
                  </a:ext>
                </a:extLst>
              </p14:cNvPr>
              <p14:cNvContentPartPr/>
              <p14:nvPr/>
            </p14:nvContentPartPr>
            <p14:xfrm>
              <a:off x="2182847" y="4167382"/>
              <a:ext cx="428760" cy="3420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445C5D2D-20E0-B5D9-A913-A2C15A0A03CA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165207" y="4149382"/>
                <a:ext cx="464400" cy="37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098C6FE1-AE04-CF80-F47C-7F098C0FD369}"/>
                  </a:ext>
                </a:extLst>
              </p14:cNvPr>
              <p14:cNvContentPartPr/>
              <p14:nvPr/>
            </p14:nvContentPartPr>
            <p14:xfrm>
              <a:off x="2746247" y="4257742"/>
              <a:ext cx="38880" cy="2372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098C6FE1-AE04-CF80-F47C-7F098C0FD36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728247" y="4239742"/>
                <a:ext cx="7452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022F4A7E-9ABB-51D5-B638-9B5A147487CF}"/>
                  </a:ext>
                </a:extLst>
              </p14:cNvPr>
              <p14:cNvContentPartPr/>
              <p14:nvPr/>
            </p14:nvContentPartPr>
            <p14:xfrm>
              <a:off x="2896007" y="4130662"/>
              <a:ext cx="244440" cy="4917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022F4A7E-9ABB-51D5-B638-9B5A147487CF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878367" y="4112662"/>
                <a:ext cx="280080" cy="52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A904B4CA-4A7F-450C-22B2-4A6B69069D5D}"/>
                  </a:ext>
                </a:extLst>
              </p14:cNvPr>
              <p14:cNvContentPartPr/>
              <p14:nvPr/>
            </p14:nvContentPartPr>
            <p14:xfrm>
              <a:off x="3223247" y="4262782"/>
              <a:ext cx="193680" cy="30132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A904B4CA-4A7F-450C-22B2-4A6B69069D5D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205247" y="4244782"/>
                <a:ext cx="22932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5DFF0F91-8118-EF80-BA81-14C899986FEE}"/>
                  </a:ext>
                </a:extLst>
              </p14:cNvPr>
              <p14:cNvContentPartPr/>
              <p14:nvPr/>
            </p14:nvContentPartPr>
            <p14:xfrm>
              <a:off x="3259247" y="4380862"/>
              <a:ext cx="173160" cy="363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5DFF0F91-8118-EF80-BA81-14C899986FEE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241607" y="4362862"/>
                <a:ext cx="2088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1F9C3992-649D-BA67-DD40-56A5D2F58C1C}"/>
                  </a:ext>
                </a:extLst>
              </p14:cNvPr>
              <p14:cNvContentPartPr/>
              <p14:nvPr/>
            </p14:nvContentPartPr>
            <p14:xfrm>
              <a:off x="3535367" y="4140022"/>
              <a:ext cx="128880" cy="5184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1F9C3992-649D-BA67-DD40-56A5D2F58C1C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517727" y="4122382"/>
                <a:ext cx="164520" cy="55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BED8911E-A7EE-328B-6706-8205D6FE965A}"/>
                  </a:ext>
                </a:extLst>
              </p14:cNvPr>
              <p14:cNvContentPartPr/>
              <p14:nvPr/>
            </p14:nvContentPartPr>
            <p14:xfrm>
              <a:off x="4041167" y="4379422"/>
              <a:ext cx="128160" cy="273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BED8911E-A7EE-328B-6706-8205D6FE965A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023527" y="4361782"/>
                <a:ext cx="16380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935DBDFC-47B5-E467-AF9A-80C8A729EFE2}"/>
                  </a:ext>
                </a:extLst>
              </p14:cNvPr>
              <p14:cNvContentPartPr/>
              <p14:nvPr/>
            </p14:nvContentPartPr>
            <p14:xfrm>
              <a:off x="3980327" y="4527742"/>
              <a:ext cx="131040" cy="151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935DBDFC-47B5-E467-AF9A-80C8A729EFE2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3962687" y="4510102"/>
                <a:ext cx="16668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B761C9F2-52C8-33F7-985C-259EF6127068}"/>
                  </a:ext>
                </a:extLst>
              </p14:cNvPr>
              <p14:cNvContentPartPr/>
              <p14:nvPr/>
            </p14:nvContentPartPr>
            <p14:xfrm>
              <a:off x="4975367" y="4360702"/>
              <a:ext cx="298080" cy="2602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B761C9F2-52C8-33F7-985C-259EF6127068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957367" y="4343062"/>
                <a:ext cx="3337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C62B8726-7520-BF18-B29E-5AC7F4FA2F67}"/>
                  </a:ext>
                </a:extLst>
              </p14:cNvPr>
              <p14:cNvContentPartPr/>
              <p14:nvPr/>
            </p14:nvContentPartPr>
            <p14:xfrm>
              <a:off x="5361287" y="4278622"/>
              <a:ext cx="54000" cy="60048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C62B8726-7520-BF18-B29E-5AC7F4FA2F67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5343287" y="4260982"/>
                <a:ext cx="89640" cy="63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142E6AC0-A164-3CB0-EA80-3BB201562C55}"/>
                  </a:ext>
                </a:extLst>
              </p14:cNvPr>
              <p14:cNvContentPartPr/>
              <p14:nvPr/>
            </p14:nvContentPartPr>
            <p14:xfrm>
              <a:off x="5352647" y="4321822"/>
              <a:ext cx="201600" cy="1850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142E6AC0-A164-3CB0-EA80-3BB201562C55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334647" y="4304182"/>
                <a:ext cx="23724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EE0816D3-F005-F38F-7BAA-1E21F44549CA}"/>
                  </a:ext>
                </a:extLst>
              </p14:cNvPr>
              <p14:cNvContentPartPr/>
              <p14:nvPr/>
            </p14:nvContentPartPr>
            <p14:xfrm>
              <a:off x="5602847" y="4296982"/>
              <a:ext cx="155160" cy="19044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EE0816D3-F005-F38F-7BAA-1E21F44549CA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5584847" y="4279342"/>
                <a:ext cx="1908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07399EB9-E9D9-0742-415F-52E9031E4E86}"/>
                  </a:ext>
                </a:extLst>
              </p14:cNvPr>
              <p14:cNvContentPartPr/>
              <p14:nvPr/>
            </p14:nvContentPartPr>
            <p14:xfrm>
              <a:off x="5850527" y="4313902"/>
              <a:ext cx="252720" cy="15084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07399EB9-E9D9-0742-415F-52E9031E4E86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832527" y="4295902"/>
                <a:ext cx="28836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6B4041C5-1F7A-A583-F301-CB9E7DF4D6D3}"/>
                  </a:ext>
                </a:extLst>
              </p14:cNvPr>
              <p14:cNvContentPartPr/>
              <p14:nvPr/>
            </p14:nvContentPartPr>
            <p14:xfrm>
              <a:off x="6433007" y="3940942"/>
              <a:ext cx="224640" cy="14504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6B4041C5-1F7A-A583-F301-CB9E7DF4D6D3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415007" y="3922942"/>
                <a:ext cx="260280" cy="148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4F2B4DE1-FB3C-1F8A-1BE1-D9C2E714BC26}"/>
                  </a:ext>
                </a:extLst>
              </p14:cNvPr>
              <p14:cNvContentPartPr/>
              <p14:nvPr/>
            </p14:nvContentPartPr>
            <p14:xfrm>
              <a:off x="6786527" y="4109782"/>
              <a:ext cx="200160" cy="11066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4F2B4DE1-FB3C-1F8A-1BE1-D9C2E714BC26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768887" y="4092142"/>
                <a:ext cx="235800" cy="11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90ACDCA4-003F-FD1F-131D-58FBB0A6DEE7}"/>
                  </a:ext>
                </a:extLst>
              </p14:cNvPr>
              <p14:cNvContentPartPr/>
              <p14:nvPr/>
            </p14:nvContentPartPr>
            <p14:xfrm>
              <a:off x="7365407" y="4039942"/>
              <a:ext cx="30240" cy="24408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90ACDCA4-003F-FD1F-131D-58FBB0A6DEE7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7347767" y="4021942"/>
                <a:ext cx="6588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9FCE8294-6578-7617-5E8A-28C70630FF23}"/>
                  </a:ext>
                </a:extLst>
              </p14:cNvPr>
              <p14:cNvContentPartPr/>
              <p14:nvPr/>
            </p14:nvContentPartPr>
            <p14:xfrm>
              <a:off x="7266047" y="4502542"/>
              <a:ext cx="223200" cy="1339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9FCE8294-6578-7617-5E8A-28C70630FF23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7248407" y="4484542"/>
                <a:ext cx="25884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29B1E529-5EE1-3FA1-A93F-1188397F979C}"/>
                  </a:ext>
                </a:extLst>
              </p14:cNvPr>
              <p14:cNvContentPartPr/>
              <p14:nvPr/>
            </p14:nvContentPartPr>
            <p14:xfrm>
              <a:off x="7271807" y="4885942"/>
              <a:ext cx="185760" cy="2307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29B1E529-5EE1-3FA1-A93F-1188397F979C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253807" y="4868302"/>
                <a:ext cx="22140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32D0F15F-B636-6F73-26ED-8F6C9FE8EE07}"/>
                  </a:ext>
                </a:extLst>
              </p14:cNvPr>
              <p14:cNvContentPartPr/>
              <p14:nvPr/>
            </p14:nvContentPartPr>
            <p14:xfrm>
              <a:off x="7634687" y="3993862"/>
              <a:ext cx="269640" cy="13806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32D0F15F-B636-6F73-26ED-8F6C9FE8EE07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617047" y="3975862"/>
                <a:ext cx="305280" cy="141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C5F7E8D2-CB6C-F009-6F7A-39E6213B37F9}"/>
                  </a:ext>
                </a:extLst>
              </p14:cNvPr>
              <p14:cNvContentPartPr/>
              <p14:nvPr/>
            </p14:nvContentPartPr>
            <p14:xfrm>
              <a:off x="8026007" y="3949582"/>
              <a:ext cx="238320" cy="16059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C5F7E8D2-CB6C-F009-6F7A-39E6213B37F9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8008007" y="3931582"/>
                <a:ext cx="273960" cy="164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656D7926-9C28-84B7-BC6A-84685FFC4F5E}"/>
                  </a:ext>
                </a:extLst>
              </p14:cNvPr>
              <p14:cNvContentPartPr/>
              <p14:nvPr/>
            </p14:nvContentPartPr>
            <p14:xfrm>
              <a:off x="1844087" y="5930662"/>
              <a:ext cx="421200" cy="75600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656D7926-9C28-84B7-BC6A-84685FFC4F5E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826087" y="5912662"/>
                <a:ext cx="456840" cy="79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07EBA634-6F51-64EA-6A98-7A000C20EA4E}"/>
                  </a:ext>
                </a:extLst>
              </p14:cNvPr>
              <p14:cNvContentPartPr/>
              <p14:nvPr/>
            </p14:nvContentPartPr>
            <p14:xfrm>
              <a:off x="2648327" y="5886022"/>
              <a:ext cx="742320" cy="3589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07EBA634-6F51-64EA-6A98-7A000C20EA4E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2630327" y="5868382"/>
                <a:ext cx="77796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11CAE159-D092-8D46-CDCB-A89C763526E2}"/>
                  </a:ext>
                </a:extLst>
              </p14:cNvPr>
              <p14:cNvContentPartPr/>
              <p14:nvPr/>
            </p14:nvContentPartPr>
            <p14:xfrm>
              <a:off x="3410807" y="6043342"/>
              <a:ext cx="278280" cy="1868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11CAE159-D092-8D46-CDCB-A89C763526E2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393167" y="6025702"/>
                <a:ext cx="31392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7B87EC97-6E81-4437-C082-2958D44EE44C}"/>
                  </a:ext>
                </a:extLst>
              </p14:cNvPr>
              <p14:cNvContentPartPr/>
              <p14:nvPr/>
            </p14:nvContentPartPr>
            <p14:xfrm>
              <a:off x="3762527" y="6081142"/>
              <a:ext cx="184680" cy="16632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7B87EC97-6E81-4437-C082-2958D44EE44C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744527" y="6063502"/>
                <a:ext cx="22032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9BD5B2FD-4F6F-F999-9881-17B1FFA74441}"/>
                  </a:ext>
                </a:extLst>
              </p14:cNvPr>
              <p14:cNvContentPartPr/>
              <p14:nvPr/>
            </p14:nvContentPartPr>
            <p14:xfrm>
              <a:off x="4429967" y="6062422"/>
              <a:ext cx="396000" cy="7196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9BD5B2FD-4F6F-F999-9881-17B1FFA74441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4411967" y="6044422"/>
                <a:ext cx="431640" cy="75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2F5011C1-A18C-07F7-2C2E-9E92F3EF74AA}"/>
                  </a:ext>
                </a:extLst>
              </p14:cNvPr>
              <p14:cNvContentPartPr/>
              <p14:nvPr/>
            </p14:nvContentPartPr>
            <p14:xfrm>
              <a:off x="4859447" y="6136222"/>
              <a:ext cx="146520" cy="1627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2F5011C1-A18C-07F7-2C2E-9E92F3EF74A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4841447" y="6118582"/>
                <a:ext cx="18216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4FACF32C-D9AE-FA48-435F-191D317F9114}"/>
                  </a:ext>
                </a:extLst>
              </p14:cNvPr>
              <p14:cNvContentPartPr/>
              <p14:nvPr/>
            </p14:nvContentPartPr>
            <p14:xfrm>
              <a:off x="5101367" y="6118582"/>
              <a:ext cx="385920" cy="18828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4FACF32C-D9AE-FA48-435F-191D317F9114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5083727" y="6100942"/>
                <a:ext cx="42156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D7F11966-AE8F-41CE-B1D4-CA87FA1D49A9}"/>
                  </a:ext>
                </a:extLst>
              </p14:cNvPr>
              <p14:cNvContentPartPr/>
              <p14:nvPr/>
            </p14:nvContentPartPr>
            <p14:xfrm>
              <a:off x="6223127" y="5681542"/>
              <a:ext cx="187560" cy="10105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D7F11966-AE8F-41CE-B1D4-CA87FA1D49A9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6205127" y="5663902"/>
                <a:ext cx="223200" cy="10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8160B85-4752-643D-A30A-644CEF932237}"/>
                  </a:ext>
                </a:extLst>
              </p14:cNvPr>
              <p14:cNvContentPartPr/>
              <p14:nvPr/>
            </p14:nvContentPartPr>
            <p14:xfrm>
              <a:off x="6697607" y="5688382"/>
              <a:ext cx="254160" cy="112824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8160B85-4752-643D-A30A-644CEF932237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6679967" y="5670382"/>
                <a:ext cx="289800" cy="11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05396FAB-62E2-BBAE-DF49-DDD9CD30E1C0}"/>
                  </a:ext>
                </a:extLst>
              </p14:cNvPr>
              <p14:cNvContentPartPr/>
              <p14:nvPr/>
            </p14:nvContentPartPr>
            <p14:xfrm>
              <a:off x="8023127" y="5665100"/>
              <a:ext cx="220320" cy="11833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05396FAB-62E2-BBAE-DF49-DDD9CD30E1C0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8005487" y="5647460"/>
                <a:ext cx="255960" cy="121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31500D83-3EC1-F016-51DC-8861DA5D7E6F}"/>
              </a:ext>
            </a:extLst>
          </p:cNvPr>
          <p:cNvGrpSpPr/>
          <p:nvPr/>
        </p:nvGrpSpPr>
        <p:grpSpPr>
          <a:xfrm>
            <a:off x="9933287" y="1699340"/>
            <a:ext cx="1439280" cy="533880"/>
            <a:chOff x="9933287" y="1699340"/>
            <a:chExt cx="1439280" cy="53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BC7226B-FE52-B792-7887-94A324242279}"/>
                    </a:ext>
                  </a:extLst>
                </p14:cNvPr>
                <p14:cNvContentPartPr/>
                <p14:nvPr/>
              </p14:nvContentPartPr>
              <p14:xfrm>
                <a:off x="9943727" y="1922540"/>
                <a:ext cx="25920" cy="3106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BC7226B-FE52-B792-7887-94A32424227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925727" y="1904540"/>
                  <a:ext cx="615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752DE79-5806-1BC5-B09C-436F70BA3F7A}"/>
                    </a:ext>
                  </a:extLst>
                </p14:cNvPr>
                <p14:cNvContentPartPr/>
                <p14:nvPr/>
              </p14:nvContentPartPr>
              <p14:xfrm>
                <a:off x="9933287" y="1911380"/>
                <a:ext cx="142920" cy="282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752DE79-5806-1BC5-B09C-436F70BA3F7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915287" y="1893740"/>
                  <a:ext cx="17856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6278DD7-CB99-721A-D38F-8053A2F281F3}"/>
                    </a:ext>
                  </a:extLst>
                </p14:cNvPr>
                <p14:cNvContentPartPr/>
                <p14:nvPr/>
              </p14:nvContentPartPr>
              <p14:xfrm>
                <a:off x="10143167" y="2012540"/>
                <a:ext cx="104400" cy="1267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6278DD7-CB99-721A-D38F-8053A2F281F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125527" y="1994540"/>
                  <a:ext cx="140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3871755-B897-F714-78B3-5741DA1927B3}"/>
                    </a:ext>
                  </a:extLst>
                </p14:cNvPr>
                <p14:cNvContentPartPr/>
                <p14:nvPr/>
              </p14:nvContentPartPr>
              <p14:xfrm>
                <a:off x="10310567" y="2009300"/>
                <a:ext cx="154800" cy="1328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3871755-B897-F714-78B3-5741DA1927B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292567" y="1991300"/>
                  <a:ext cx="1904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778B76D-857B-7A22-B2EB-59481FB2670D}"/>
                    </a:ext>
                  </a:extLst>
                </p14:cNvPr>
                <p14:cNvContentPartPr/>
                <p14:nvPr/>
              </p14:nvContentPartPr>
              <p14:xfrm>
                <a:off x="10563647" y="1841900"/>
                <a:ext cx="26280" cy="299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778B76D-857B-7A22-B2EB-59481FB2670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546007" y="1824260"/>
                  <a:ext cx="619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D0D4717-BB0F-A99C-9CD6-21960548875E}"/>
                    </a:ext>
                  </a:extLst>
                </p14:cNvPr>
                <p14:cNvContentPartPr/>
                <p14:nvPr/>
              </p14:nvContentPartPr>
              <p14:xfrm>
                <a:off x="10578407" y="1919660"/>
                <a:ext cx="192600" cy="2142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D0D4717-BB0F-A99C-9CD6-21960548875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560407" y="1901660"/>
                  <a:ext cx="2282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18C6CB7-976E-2DCB-1D5E-9DC7349C775B}"/>
                    </a:ext>
                  </a:extLst>
                </p14:cNvPr>
                <p14:cNvContentPartPr/>
                <p14:nvPr/>
              </p14:nvContentPartPr>
              <p14:xfrm>
                <a:off x="10876487" y="1977980"/>
                <a:ext cx="169200" cy="745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18C6CB7-976E-2DCB-1D5E-9DC7349C775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858487" y="1960340"/>
                  <a:ext cx="2048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869E0B7-6C9A-2E7D-A135-0AEFD112C85D}"/>
                    </a:ext>
                  </a:extLst>
                </p14:cNvPr>
                <p14:cNvContentPartPr/>
                <p14:nvPr/>
              </p14:nvContentPartPr>
              <p14:xfrm>
                <a:off x="11022287" y="1845140"/>
                <a:ext cx="105480" cy="2347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869E0B7-6C9A-2E7D-A135-0AEFD112C85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004647" y="1827500"/>
                  <a:ext cx="1411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2860256-5409-E754-15E7-25541D1B2FAB}"/>
                    </a:ext>
                  </a:extLst>
                </p14:cNvPr>
                <p14:cNvContentPartPr/>
                <p14:nvPr/>
              </p14:nvContentPartPr>
              <p14:xfrm>
                <a:off x="11337647" y="1699340"/>
                <a:ext cx="34920" cy="3812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2860256-5409-E754-15E7-25541D1B2FA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320007" y="1681340"/>
                  <a:ext cx="70560" cy="41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3A3061D1-47DC-E6AE-BAB3-FA2D5B37E236}"/>
                  </a:ext>
                </a:extLst>
              </p14:cNvPr>
              <p14:cNvContentPartPr/>
              <p14:nvPr/>
            </p14:nvContentPartPr>
            <p14:xfrm>
              <a:off x="9966407" y="5754380"/>
              <a:ext cx="343080" cy="24264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3A3061D1-47DC-E6AE-BAB3-FA2D5B37E236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9948767" y="5736380"/>
                <a:ext cx="378720" cy="27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0BF53E2E-DC5A-096C-945C-755C243BCACE}"/>
              </a:ext>
            </a:extLst>
          </p:cNvPr>
          <p:cNvGrpSpPr/>
          <p:nvPr/>
        </p:nvGrpSpPr>
        <p:grpSpPr>
          <a:xfrm>
            <a:off x="7250567" y="5716102"/>
            <a:ext cx="588600" cy="1167840"/>
            <a:chOff x="7250567" y="5716102"/>
            <a:chExt cx="588600" cy="116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CA7D66B-51E9-DB56-8986-AA9C045318A2}"/>
                    </a:ext>
                  </a:extLst>
                </p14:cNvPr>
                <p14:cNvContentPartPr/>
                <p14:nvPr/>
              </p14:nvContentPartPr>
              <p14:xfrm>
                <a:off x="7400327" y="5716102"/>
                <a:ext cx="66600" cy="2131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CA7D66B-51E9-DB56-8986-AA9C045318A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382687" y="5698462"/>
                  <a:ext cx="1022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ECBEC84-3A7F-AB31-F33A-4DC481CB0839}"/>
                    </a:ext>
                  </a:extLst>
                </p14:cNvPr>
                <p14:cNvContentPartPr/>
                <p14:nvPr/>
              </p14:nvContentPartPr>
              <p14:xfrm>
                <a:off x="7250567" y="6125422"/>
                <a:ext cx="226080" cy="1299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ECBEC84-3A7F-AB31-F33A-4DC481CB083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232927" y="6107422"/>
                  <a:ext cx="2617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22388AA-5DD2-4C27-CB77-E221B0EDC091}"/>
                    </a:ext>
                  </a:extLst>
                </p14:cNvPr>
                <p14:cNvContentPartPr/>
                <p14:nvPr/>
              </p14:nvContentPartPr>
              <p14:xfrm>
                <a:off x="7292327" y="6409462"/>
                <a:ext cx="133920" cy="213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22388AA-5DD2-4C27-CB77-E221B0EDC09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274687" y="6391462"/>
                  <a:ext cx="1695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3ED318A-4C9B-9BF7-C88A-8D88D07F4A3F}"/>
                    </a:ext>
                  </a:extLst>
                </p14:cNvPr>
                <p14:cNvContentPartPr/>
                <p14:nvPr/>
              </p14:nvContentPartPr>
              <p14:xfrm>
                <a:off x="7251287" y="5730502"/>
                <a:ext cx="587880" cy="11534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3ED318A-4C9B-9BF7-C88A-8D88D07F4A3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233647" y="5712502"/>
                  <a:ext cx="623520" cy="11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4E02C3A-F1AC-AD9D-4C6D-7DD796F4A97C}"/>
                    </a:ext>
                  </a:extLst>
                </p14:cNvPr>
                <p14:cNvContentPartPr/>
                <p14:nvPr/>
              </p14:nvContentPartPr>
              <p14:xfrm>
                <a:off x="7482767" y="5903060"/>
                <a:ext cx="9720" cy="108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4E02C3A-F1AC-AD9D-4C6D-7DD796F4A97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464767" y="5885060"/>
                  <a:ext cx="453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E8D24D9-84C8-5082-F9CF-DDDDB5C5E34C}"/>
                    </a:ext>
                  </a:extLst>
                </p14:cNvPr>
                <p14:cNvContentPartPr/>
                <p14:nvPr/>
              </p14:nvContentPartPr>
              <p14:xfrm>
                <a:off x="7371167" y="5852300"/>
                <a:ext cx="5760" cy="54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E8D24D9-84C8-5082-F9CF-DDDDB5C5E34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353527" y="5834660"/>
                  <a:ext cx="41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9895962-2DA6-559A-FD8E-2E27ACD61076}"/>
                    </a:ext>
                  </a:extLst>
                </p14:cNvPr>
                <p14:cNvContentPartPr/>
                <p14:nvPr/>
              </p14:nvContentPartPr>
              <p14:xfrm>
                <a:off x="7454687" y="6736100"/>
                <a:ext cx="7200" cy="39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9895962-2DA6-559A-FD8E-2E27ACD6107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437047" y="6718460"/>
                  <a:ext cx="4284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96732B46-DBFC-15CD-C6A5-21875B7CA63E}"/>
              </a:ext>
            </a:extLst>
          </p:cNvPr>
          <p:cNvGrpSpPr/>
          <p:nvPr/>
        </p:nvGrpSpPr>
        <p:grpSpPr>
          <a:xfrm>
            <a:off x="8536127" y="5542700"/>
            <a:ext cx="3789720" cy="1274760"/>
            <a:chOff x="8536127" y="5542700"/>
            <a:chExt cx="3789720" cy="12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B0A5E42-4058-EFC6-4F6C-74D7EF3AAF0B}"/>
                    </a:ext>
                  </a:extLst>
                </p14:cNvPr>
                <p14:cNvContentPartPr/>
                <p14:nvPr/>
              </p14:nvContentPartPr>
              <p14:xfrm>
                <a:off x="8606327" y="5713700"/>
                <a:ext cx="302040" cy="3488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B0A5E42-4058-EFC6-4F6C-74D7EF3AAF0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588687" y="5696060"/>
                  <a:ext cx="33768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4A697B4-B9B2-0DD1-B732-223F9B87B7DB}"/>
                    </a:ext>
                  </a:extLst>
                </p14:cNvPr>
                <p14:cNvContentPartPr/>
                <p14:nvPr/>
              </p14:nvContentPartPr>
              <p14:xfrm>
                <a:off x="8738087" y="5916020"/>
                <a:ext cx="173520" cy="432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4A697B4-B9B2-0DD1-B732-223F9B87B7D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720447" y="5898020"/>
                  <a:ext cx="209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960887A-1ABC-441D-3DD4-1869818CF3E6}"/>
                    </a:ext>
                  </a:extLst>
                </p14:cNvPr>
                <p14:cNvContentPartPr/>
                <p14:nvPr/>
              </p14:nvContentPartPr>
              <p14:xfrm>
                <a:off x="9186287" y="5665820"/>
                <a:ext cx="382320" cy="3218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960887A-1ABC-441D-3DD4-1869818CF3E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168647" y="5647820"/>
                  <a:ext cx="4179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EB336B2-C1B4-4733-51FF-3DF53AFD2402}"/>
                    </a:ext>
                  </a:extLst>
                </p14:cNvPr>
                <p14:cNvContentPartPr/>
                <p14:nvPr/>
              </p14:nvContentPartPr>
              <p14:xfrm>
                <a:off x="9513167" y="5641340"/>
                <a:ext cx="38160" cy="18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EB336B2-C1B4-4733-51FF-3DF53AFD240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495527" y="5623700"/>
                  <a:ext cx="73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0C872E7-66A5-EB2E-3607-B16334785983}"/>
                    </a:ext>
                  </a:extLst>
                </p14:cNvPr>
                <p14:cNvContentPartPr/>
                <p14:nvPr/>
              </p14:nvContentPartPr>
              <p14:xfrm>
                <a:off x="9588407" y="5719100"/>
                <a:ext cx="258480" cy="1872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0C872E7-66A5-EB2E-3607-B1633478598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570407" y="5701100"/>
                  <a:ext cx="2941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5CF5366-F7CA-EAC3-0265-5A249513B40B}"/>
                    </a:ext>
                  </a:extLst>
                </p14:cNvPr>
                <p14:cNvContentPartPr/>
                <p14:nvPr/>
              </p14:nvContentPartPr>
              <p14:xfrm>
                <a:off x="10703327" y="5641340"/>
                <a:ext cx="68760" cy="3222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5CF5366-F7CA-EAC3-0265-5A249513B40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685687" y="5623700"/>
                  <a:ext cx="10440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46464E3-DA4D-B10A-B12C-30A2712D45B0}"/>
                    </a:ext>
                  </a:extLst>
                </p14:cNvPr>
                <p14:cNvContentPartPr/>
                <p14:nvPr/>
              </p14:nvContentPartPr>
              <p14:xfrm>
                <a:off x="10665527" y="5618660"/>
                <a:ext cx="393120" cy="255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46464E3-DA4D-B10A-B12C-30A2712D45B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647527" y="5600660"/>
                  <a:ext cx="4287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09C356F-A911-D9FD-7457-6AB67F49DC10}"/>
                    </a:ext>
                  </a:extLst>
                </p14:cNvPr>
                <p14:cNvContentPartPr/>
                <p14:nvPr/>
              </p14:nvContentPartPr>
              <p14:xfrm>
                <a:off x="11099687" y="5697860"/>
                <a:ext cx="600840" cy="1735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09C356F-A911-D9FD-7457-6AB67F49DC1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081687" y="5679860"/>
                  <a:ext cx="6364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7D70A9E-711F-468F-5AD0-3CC9C570CF11}"/>
                    </a:ext>
                  </a:extLst>
                </p14:cNvPr>
                <p14:cNvContentPartPr/>
                <p14:nvPr/>
              </p14:nvContentPartPr>
              <p14:xfrm>
                <a:off x="11589647" y="5542700"/>
                <a:ext cx="672480" cy="5684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7D70A9E-711F-468F-5AD0-3CC9C570CF1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572007" y="5525060"/>
                  <a:ext cx="70812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6E3B046-165F-9825-7B5D-A97D49C57A09}"/>
                    </a:ext>
                  </a:extLst>
                </p14:cNvPr>
                <p14:cNvContentPartPr/>
                <p14:nvPr/>
              </p14:nvContentPartPr>
              <p14:xfrm>
                <a:off x="8696327" y="6387620"/>
                <a:ext cx="49680" cy="3513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6E3B046-165F-9825-7B5D-A97D49C57A0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678327" y="6369620"/>
                  <a:ext cx="853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5A56DAD-45F7-C875-B2AB-529AA418E416}"/>
                    </a:ext>
                  </a:extLst>
                </p14:cNvPr>
                <p14:cNvContentPartPr/>
                <p14:nvPr/>
              </p14:nvContentPartPr>
              <p14:xfrm>
                <a:off x="8536127" y="6462860"/>
                <a:ext cx="666360" cy="2588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5A56DAD-45F7-C875-B2AB-529AA418E41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518127" y="6445220"/>
                  <a:ext cx="7020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193BB17-CC43-BBF3-1669-5148EA6060F8}"/>
                    </a:ext>
                  </a:extLst>
                </p14:cNvPr>
                <p14:cNvContentPartPr/>
                <p14:nvPr/>
              </p14:nvContentPartPr>
              <p14:xfrm>
                <a:off x="9016727" y="6578780"/>
                <a:ext cx="212400" cy="238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193BB17-CC43-BBF3-1669-5148EA6060F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998727" y="6560780"/>
                  <a:ext cx="2480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5BEDF7E-6E16-2B52-4E11-5DABB436DEA4}"/>
                    </a:ext>
                  </a:extLst>
                </p14:cNvPr>
                <p14:cNvContentPartPr/>
                <p14:nvPr/>
              </p14:nvContentPartPr>
              <p14:xfrm>
                <a:off x="9409127" y="6445580"/>
                <a:ext cx="483480" cy="2354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5BEDF7E-6E16-2B52-4E11-5DABB436DEA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391487" y="6427940"/>
                  <a:ext cx="5191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3AEC0C5-C76A-E55C-393C-12CD6E1D3A1A}"/>
                    </a:ext>
                  </a:extLst>
                </p14:cNvPr>
                <p14:cNvContentPartPr/>
                <p14:nvPr/>
              </p14:nvContentPartPr>
              <p14:xfrm>
                <a:off x="9884327" y="6289700"/>
                <a:ext cx="47880" cy="298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3AEC0C5-C76A-E55C-393C-12CD6E1D3A1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866327" y="6271700"/>
                  <a:ext cx="835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97F967E-92C2-822D-E42E-57D622DE04B3}"/>
                    </a:ext>
                  </a:extLst>
                </p14:cNvPr>
                <p14:cNvContentPartPr/>
                <p14:nvPr/>
              </p14:nvContentPartPr>
              <p14:xfrm>
                <a:off x="9919967" y="6410660"/>
                <a:ext cx="251280" cy="344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97F967E-92C2-822D-E42E-57D622DE04B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901967" y="6392660"/>
                  <a:ext cx="2869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3835794-6E17-12BC-8C3F-A4178B2D4972}"/>
                    </a:ext>
                  </a:extLst>
                </p14:cNvPr>
                <p14:cNvContentPartPr/>
                <p14:nvPr/>
              </p14:nvContentPartPr>
              <p14:xfrm>
                <a:off x="10228127" y="6377900"/>
                <a:ext cx="14760" cy="1285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3835794-6E17-12BC-8C3F-A4178B2D497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210487" y="6360260"/>
                  <a:ext cx="504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EC37297-B506-68B5-9AAC-165DEEE3CD8C}"/>
                    </a:ext>
                  </a:extLst>
                </p14:cNvPr>
                <p14:cNvContentPartPr/>
                <p14:nvPr/>
              </p14:nvContentPartPr>
              <p14:xfrm>
                <a:off x="10382927" y="6369620"/>
                <a:ext cx="194040" cy="1148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EC37297-B506-68B5-9AAC-165DEEE3CD8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364927" y="6351620"/>
                  <a:ext cx="2296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C637125-1ECD-DAFD-DE22-808C82D5AB59}"/>
                    </a:ext>
                  </a:extLst>
                </p14:cNvPr>
                <p14:cNvContentPartPr/>
                <p14:nvPr/>
              </p14:nvContentPartPr>
              <p14:xfrm>
                <a:off x="10396607" y="6138860"/>
                <a:ext cx="108360" cy="442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C637125-1ECD-DAFD-DE22-808C82D5AB5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378967" y="6120860"/>
                  <a:ext cx="1440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8B5FAB6-A00E-A03B-F8BA-2EC32E1ACC9A}"/>
                    </a:ext>
                  </a:extLst>
                </p14:cNvPr>
                <p14:cNvContentPartPr/>
                <p14:nvPr/>
              </p14:nvContentPartPr>
              <p14:xfrm>
                <a:off x="10968287" y="6239300"/>
                <a:ext cx="20520" cy="1587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8B5FAB6-A00E-A03B-F8BA-2EC32E1ACC9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950647" y="6221660"/>
                  <a:ext cx="561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5B23BCE-A2A5-F85E-C3E5-AC5AED315921}"/>
                    </a:ext>
                  </a:extLst>
                </p14:cNvPr>
                <p14:cNvContentPartPr/>
                <p14:nvPr/>
              </p14:nvContentPartPr>
              <p14:xfrm>
                <a:off x="11098967" y="6252260"/>
                <a:ext cx="174600" cy="1638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5B23BCE-A2A5-F85E-C3E5-AC5AED31592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080967" y="6234260"/>
                  <a:ext cx="2102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63882AE-CB0B-5F44-5420-CA93D7DB281D}"/>
                    </a:ext>
                  </a:extLst>
                </p14:cNvPr>
                <p14:cNvContentPartPr/>
                <p14:nvPr/>
              </p14:nvContentPartPr>
              <p14:xfrm>
                <a:off x="11104007" y="6112220"/>
                <a:ext cx="44280" cy="140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63882AE-CB0B-5F44-5420-CA93D7DB281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086007" y="6094220"/>
                  <a:ext cx="799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6E7B57E-38BF-4351-7157-C5A629B25AE2}"/>
                    </a:ext>
                  </a:extLst>
                </p14:cNvPr>
                <p14:cNvContentPartPr/>
                <p14:nvPr/>
              </p14:nvContentPartPr>
              <p14:xfrm>
                <a:off x="11620607" y="6173780"/>
                <a:ext cx="264600" cy="2890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6E7B57E-38BF-4351-7157-C5A629B25AE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602607" y="6156140"/>
                  <a:ext cx="30024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13BD968-AE9F-567F-FF66-14FEA2FB2B61}"/>
                    </a:ext>
                  </a:extLst>
                </p14:cNvPr>
                <p14:cNvContentPartPr/>
                <p14:nvPr/>
              </p14:nvContentPartPr>
              <p14:xfrm>
                <a:off x="11966567" y="5998460"/>
                <a:ext cx="118800" cy="1825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13BD968-AE9F-567F-FF66-14FEA2FB2B6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948927" y="5980460"/>
                  <a:ext cx="1544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F754323-A645-EAC9-2561-A6A3EA056FF4}"/>
                    </a:ext>
                  </a:extLst>
                </p14:cNvPr>
                <p14:cNvContentPartPr/>
                <p14:nvPr/>
              </p14:nvContentPartPr>
              <p14:xfrm>
                <a:off x="12318647" y="6397700"/>
                <a:ext cx="7200" cy="46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F754323-A645-EAC9-2561-A6A3EA056FF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2301007" y="6380060"/>
                  <a:ext cx="4284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DF78387-9435-4E79-FB67-B0508889AEA8}"/>
                  </a:ext>
                </a:extLst>
              </p14:cNvPr>
              <p14:cNvContentPartPr/>
              <p14:nvPr/>
            </p14:nvContentPartPr>
            <p14:xfrm>
              <a:off x="4776647" y="2486643"/>
              <a:ext cx="4680" cy="21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DF78387-9435-4E79-FB67-B0508889AEA8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4759007" y="2468643"/>
                <a:ext cx="403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FF42E84-7721-D0EF-5DA4-46632D94E3F5}"/>
                  </a:ext>
                </a:extLst>
              </p14:cNvPr>
              <p14:cNvContentPartPr/>
              <p14:nvPr/>
            </p14:nvContentPartPr>
            <p14:xfrm>
              <a:off x="6111527" y="3431643"/>
              <a:ext cx="2160" cy="360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FF42E84-7721-D0EF-5DA4-46632D94E3F5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6093527" y="3413643"/>
                <a:ext cx="378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5F4A2566-A37D-3C39-5692-3B0B76107468}"/>
                  </a:ext>
                </a:extLst>
              </p14:cNvPr>
              <p14:cNvContentPartPr/>
              <p14:nvPr/>
            </p14:nvContentPartPr>
            <p14:xfrm>
              <a:off x="7642967" y="4794603"/>
              <a:ext cx="2880" cy="21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5F4A2566-A37D-3C39-5692-3B0B76107468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7624967" y="4776963"/>
                <a:ext cx="38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E0F4E491-408C-E0EF-001E-87276706A9C5}"/>
                  </a:ext>
                </a:extLst>
              </p14:cNvPr>
              <p14:cNvContentPartPr/>
              <p14:nvPr/>
            </p14:nvContentPartPr>
            <p14:xfrm>
              <a:off x="7600487" y="5441163"/>
              <a:ext cx="6480" cy="176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E0F4E491-408C-E0EF-001E-87276706A9C5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7582487" y="5423163"/>
                <a:ext cx="4212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FCC1D5A6-B100-3E1C-66AC-72720F26388A}"/>
                  </a:ext>
                </a:extLst>
              </p14:cNvPr>
              <p14:cNvContentPartPr/>
              <p14:nvPr/>
            </p14:nvContentPartPr>
            <p14:xfrm>
              <a:off x="2646167" y="4812603"/>
              <a:ext cx="6120" cy="504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FCC1D5A6-B100-3E1C-66AC-72720F26388A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2628167" y="4794603"/>
                <a:ext cx="41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0A32C588-0B43-D595-1361-90DC58C4BF77}"/>
                  </a:ext>
                </a:extLst>
              </p14:cNvPr>
              <p14:cNvContentPartPr/>
              <p14:nvPr/>
            </p14:nvContentPartPr>
            <p14:xfrm>
              <a:off x="5666927" y="4647363"/>
              <a:ext cx="3600" cy="360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0A32C588-0B43-D595-1361-90DC58C4BF77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5648927" y="4629363"/>
                <a:ext cx="392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51622D1A-9BA0-9634-1344-620761923323}"/>
                  </a:ext>
                </a:extLst>
              </p14:cNvPr>
              <p14:cNvContentPartPr/>
              <p14:nvPr/>
            </p14:nvContentPartPr>
            <p14:xfrm>
              <a:off x="7413287" y="4286643"/>
              <a:ext cx="20880" cy="2772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51622D1A-9BA0-9634-1344-620761923323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7395647" y="4269003"/>
                <a:ext cx="5652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C913E125-31AD-3B21-0D59-F7E217A2B904}"/>
                  </a:ext>
                </a:extLst>
              </p14:cNvPr>
              <p14:cNvContentPartPr/>
              <p14:nvPr/>
            </p14:nvContentPartPr>
            <p14:xfrm>
              <a:off x="7454687" y="4796403"/>
              <a:ext cx="5400" cy="360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C913E125-31AD-3B21-0D59-F7E217A2B904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7437047" y="4778763"/>
                <a:ext cx="410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65C7BE4A-D37E-4423-08F0-0BF1AE66F89C}"/>
                  </a:ext>
                </a:extLst>
              </p14:cNvPr>
              <p14:cNvContentPartPr/>
              <p14:nvPr/>
            </p14:nvContentPartPr>
            <p14:xfrm>
              <a:off x="7529567" y="5296443"/>
              <a:ext cx="18360" cy="972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65C7BE4A-D37E-4423-08F0-0BF1AE66F89C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7511927" y="5278443"/>
                <a:ext cx="540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66747297-30DA-4FFD-20E4-D17065D1D10E}"/>
                  </a:ext>
                </a:extLst>
              </p14:cNvPr>
              <p14:cNvContentPartPr/>
              <p14:nvPr/>
            </p14:nvContentPartPr>
            <p14:xfrm>
              <a:off x="8791727" y="6190683"/>
              <a:ext cx="3240" cy="180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66747297-30DA-4FFD-20E4-D17065D1D10E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8773727" y="6172683"/>
                <a:ext cx="388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8F5D8759-D777-8BA6-D2CD-281FC51F806F}"/>
                  </a:ext>
                </a:extLst>
              </p14:cNvPr>
              <p14:cNvContentPartPr/>
              <p14:nvPr/>
            </p14:nvContentPartPr>
            <p14:xfrm>
              <a:off x="8852207" y="6058203"/>
              <a:ext cx="360" cy="3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8F5D8759-D777-8BA6-D2CD-281FC51F806F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8834207" y="604056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C82143D1-8B75-A291-79B3-6708DAED658D}"/>
                  </a:ext>
                </a:extLst>
              </p14:cNvPr>
              <p14:cNvContentPartPr/>
              <p14:nvPr/>
            </p14:nvContentPartPr>
            <p14:xfrm>
              <a:off x="9069647" y="6162243"/>
              <a:ext cx="5760" cy="108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C82143D1-8B75-A291-79B3-6708DAED658D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9052007" y="6144243"/>
                <a:ext cx="414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8DEED895-8108-9091-7230-739462DEC827}"/>
                  </a:ext>
                </a:extLst>
              </p14:cNvPr>
              <p14:cNvContentPartPr/>
              <p14:nvPr/>
            </p14:nvContentPartPr>
            <p14:xfrm>
              <a:off x="9771287" y="6060003"/>
              <a:ext cx="22680" cy="3060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8DEED895-8108-9091-7230-739462DEC827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9753287" y="6042363"/>
                <a:ext cx="5832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775A4BD7-02A0-CC51-341D-FDB92CCF9C9C}"/>
                  </a:ext>
                </a:extLst>
              </p14:cNvPr>
              <p14:cNvContentPartPr/>
              <p14:nvPr/>
            </p14:nvContentPartPr>
            <p14:xfrm>
              <a:off x="11758847" y="5889363"/>
              <a:ext cx="18720" cy="2196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775A4BD7-02A0-CC51-341D-FDB92CCF9C9C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11741207" y="5871723"/>
                <a:ext cx="5436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5CA3BBCF-8BF0-41C8-480C-420810CA346A}"/>
                  </a:ext>
                </a:extLst>
              </p14:cNvPr>
              <p14:cNvContentPartPr/>
              <p14:nvPr/>
            </p14:nvContentPartPr>
            <p14:xfrm>
              <a:off x="10423967" y="6805203"/>
              <a:ext cx="8640" cy="144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5CA3BBCF-8BF0-41C8-480C-420810CA346A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10406327" y="6787563"/>
                <a:ext cx="442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7264823B-2E22-1C9A-E2C2-385ED9758D84}"/>
                  </a:ext>
                </a:extLst>
              </p14:cNvPr>
              <p14:cNvContentPartPr/>
              <p14:nvPr/>
            </p14:nvContentPartPr>
            <p14:xfrm>
              <a:off x="11348807" y="6594603"/>
              <a:ext cx="10800" cy="1044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7264823B-2E22-1C9A-E2C2-385ED9758D84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11331167" y="6576603"/>
                <a:ext cx="464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E7727DEC-99BF-99FA-FC4C-1A42B1B63B0E}"/>
                  </a:ext>
                </a:extLst>
              </p14:cNvPr>
              <p14:cNvContentPartPr/>
              <p14:nvPr/>
            </p14:nvContentPartPr>
            <p14:xfrm>
              <a:off x="11891327" y="5981883"/>
              <a:ext cx="106200" cy="6804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E7727DEC-99BF-99FA-FC4C-1A42B1B63B0E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11873687" y="5963883"/>
                <a:ext cx="141840" cy="10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5317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470</Words>
  <Application>Microsoft Office PowerPoint</Application>
  <PresentationFormat>Widescreen</PresentationFormat>
  <Paragraphs>31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Poppins</vt:lpstr>
      <vt:lpstr>Times New Roman</vt:lpstr>
      <vt:lpstr>Office Theme</vt:lpstr>
      <vt:lpstr>Rank and Nullity And  Solved problems of vector space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Subodh Srivastava</dc:creator>
  <cp:lastModifiedBy>Dr. Subodh Srivastava</cp:lastModifiedBy>
  <cp:revision>6</cp:revision>
  <dcterms:created xsi:type="dcterms:W3CDTF">2026-02-17T10:08:21Z</dcterms:created>
  <dcterms:modified xsi:type="dcterms:W3CDTF">2026-02-19T10:00:39Z</dcterms:modified>
</cp:coreProperties>
</file>